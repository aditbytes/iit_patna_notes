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ink/ink153.xml" ContentType="application/inkml+xml"/>
  <Override PartName="/ppt/ink/ink154.xml" ContentType="application/inkml+xml"/>
  <Override PartName="/ppt/ink/ink155.xml" ContentType="application/inkml+xml"/>
  <Override PartName="/ppt/ink/ink156.xml" ContentType="application/inkml+xml"/>
  <Override PartName="/ppt/ink/ink157.xml" ContentType="application/inkml+xml"/>
  <Override PartName="/ppt/ink/ink158.xml" ContentType="application/inkml+xml"/>
  <Override PartName="/ppt/ink/ink159.xml" ContentType="application/inkml+xml"/>
  <Override PartName="/ppt/ink/ink160.xml" ContentType="application/inkml+xml"/>
  <Override PartName="/ppt/ink/ink161.xml" ContentType="application/inkml+xml"/>
  <Override PartName="/ppt/ink/ink162.xml" ContentType="application/inkml+xml"/>
  <Override PartName="/ppt/ink/ink163.xml" ContentType="application/inkml+xml"/>
  <Override PartName="/ppt/ink/ink164.xml" ContentType="application/inkml+xml"/>
  <Override PartName="/ppt/ink/ink165.xml" ContentType="application/inkml+xml"/>
  <Override PartName="/ppt/ink/ink166.xml" ContentType="application/inkml+xml"/>
  <Override PartName="/ppt/ink/ink167.xml" ContentType="application/inkml+xml"/>
  <Override PartName="/ppt/ink/ink168.xml" ContentType="application/inkml+xml"/>
  <Override PartName="/ppt/ink/ink169.xml" ContentType="application/inkml+xml"/>
  <Override PartName="/ppt/ink/ink170.xml" ContentType="application/inkml+xml"/>
  <Override PartName="/ppt/ink/ink171.xml" ContentType="application/inkml+xml"/>
  <Override PartName="/ppt/ink/ink172.xml" ContentType="application/inkml+xml"/>
  <Override PartName="/ppt/ink/ink173.xml" ContentType="application/inkml+xml"/>
  <Override PartName="/ppt/ink/ink174.xml" ContentType="application/inkml+xml"/>
  <Override PartName="/ppt/ink/ink175.xml" ContentType="application/inkml+xml"/>
  <Override PartName="/ppt/ink/ink176.xml" ContentType="application/inkml+xml"/>
  <Override PartName="/ppt/ink/ink177.xml" ContentType="application/inkml+xml"/>
  <Override PartName="/ppt/ink/ink178.xml" ContentType="application/inkml+xml"/>
  <Override PartName="/ppt/ink/ink179.xml" ContentType="application/inkml+xml"/>
  <Override PartName="/ppt/ink/ink180.xml" ContentType="application/inkml+xml"/>
  <Override PartName="/ppt/ink/ink181.xml" ContentType="application/inkml+xml"/>
  <Override PartName="/ppt/ink/ink182.xml" ContentType="application/inkml+xml"/>
  <Override PartName="/ppt/ink/ink183.xml" ContentType="application/inkml+xml"/>
  <Override PartName="/ppt/ink/ink184.xml" ContentType="application/inkml+xml"/>
  <Override PartName="/ppt/ink/ink185.xml" ContentType="application/inkml+xml"/>
  <Override PartName="/ppt/ink/ink186.xml" ContentType="application/inkml+xml"/>
  <Override PartName="/ppt/ink/ink187.xml" ContentType="application/inkml+xml"/>
  <Override PartName="/ppt/ink/ink188.xml" ContentType="application/inkml+xml"/>
  <Override PartName="/ppt/ink/ink189.xml" ContentType="application/inkml+xml"/>
  <Override PartName="/ppt/ink/ink190.xml" ContentType="application/inkml+xml"/>
  <Override PartName="/ppt/ink/ink191.xml" ContentType="application/inkml+xml"/>
  <Override PartName="/ppt/ink/ink192.xml" ContentType="application/inkml+xml"/>
  <Override PartName="/ppt/ink/ink193.xml" ContentType="application/inkml+xml"/>
  <Override PartName="/ppt/ink/ink194.xml" ContentType="application/inkml+xml"/>
  <Override PartName="/ppt/ink/ink195.xml" ContentType="application/inkml+xml"/>
  <Override PartName="/ppt/ink/ink196.xml" ContentType="application/inkml+xml"/>
  <Override PartName="/ppt/ink/ink197.xml" ContentType="application/inkml+xml"/>
  <Override PartName="/ppt/ink/ink198.xml" ContentType="application/inkml+xml"/>
  <Override PartName="/ppt/ink/ink199.xml" ContentType="application/inkml+xml"/>
  <Override PartName="/ppt/ink/ink200.xml" ContentType="application/inkml+xml"/>
  <Override PartName="/ppt/ink/ink201.xml" ContentType="application/inkml+xml"/>
  <Override PartName="/ppt/ink/ink202.xml" ContentType="application/inkml+xml"/>
  <Override PartName="/ppt/ink/ink203.xml" ContentType="application/inkml+xml"/>
  <Override PartName="/ppt/ink/ink204.xml" ContentType="application/inkml+xml"/>
  <Override PartName="/ppt/ink/ink205.xml" ContentType="application/inkml+xml"/>
  <Override PartName="/ppt/ink/ink206.xml" ContentType="application/inkml+xml"/>
  <Override PartName="/ppt/ink/ink207.xml" ContentType="application/inkml+xml"/>
  <Override PartName="/ppt/ink/ink208.xml" ContentType="application/inkml+xml"/>
  <Override PartName="/ppt/ink/ink209.xml" ContentType="application/inkml+xml"/>
  <Override PartName="/ppt/ink/ink210.xml" ContentType="application/inkml+xml"/>
  <Override PartName="/ppt/ink/ink211.xml" ContentType="application/inkml+xml"/>
  <Override PartName="/ppt/ink/ink212.xml" ContentType="application/inkml+xml"/>
  <Override PartName="/ppt/ink/ink213.xml" ContentType="application/inkml+xml"/>
  <Override PartName="/ppt/ink/ink214.xml" ContentType="application/inkml+xml"/>
  <Override PartName="/ppt/ink/ink215.xml" ContentType="application/inkml+xml"/>
  <Override PartName="/ppt/ink/ink216.xml" ContentType="application/inkml+xml"/>
  <Override PartName="/ppt/ink/ink217.xml" ContentType="application/inkml+xml"/>
  <Override PartName="/ppt/ink/ink218.xml" ContentType="application/inkml+xml"/>
  <Override PartName="/ppt/ink/ink219.xml" ContentType="application/inkml+xml"/>
  <Override PartName="/ppt/ink/ink220.xml" ContentType="application/inkml+xml"/>
  <Override PartName="/ppt/ink/ink221.xml" ContentType="application/inkml+xml"/>
  <Override PartName="/ppt/ink/ink222.xml" ContentType="application/inkml+xml"/>
  <Override PartName="/ppt/ink/ink223.xml" ContentType="application/inkml+xml"/>
  <Override PartName="/ppt/ink/ink224.xml" ContentType="application/inkml+xml"/>
  <Override PartName="/ppt/ink/ink225.xml" ContentType="application/inkml+xml"/>
  <Override PartName="/ppt/ink/ink226.xml" ContentType="application/inkml+xml"/>
  <Override PartName="/ppt/ink/ink227.xml" ContentType="application/inkml+xml"/>
  <Override PartName="/ppt/ink/ink228.xml" ContentType="application/inkml+xml"/>
  <Override PartName="/ppt/ink/ink229.xml" ContentType="application/inkml+xml"/>
  <Override PartName="/ppt/ink/ink230.xml" ContentType="application/inkml+xml"/>
  <Override PartName="/ppt/ink/ink231.xml" ContentType="application/inkml+xml"/>
  <Override PartName="/ppt/ink/ink232.xml" ContentType="application/inkml+xml"/>
  <Override PartName="/ppt/ink/ink233.xml" ContentType="application/inkml+xml"/>
  <Override PartName="/ppt/ink/ink234.xml" ContentType="application/inkml+xml"/>
  <Override PartName="/ppt/ink/ink235.xml" ContentType="application/inkml+xml"/>
  <Override PartName="/ppt/ink/ink236.xml" ContentType="application/inkml+xml"/>
  <Override PartName="/ppt/ink/ink237.xml" ContentType="application/inkml+xml"/>
  <Override PartName="/ppt/ink/ink238.xml" ContentType="application/inkml+xml"/>
  <Override PartName="/ppt/ink/ink239.xml" ContentType="application/inkml+xml"/>
  <Override PartName="/ppt/ink/ink240.xml" ContentType="application/inkml+xml"/>
  <Override PartName="/ppt/ink/ink241.xml" ContentType="application/inkml+xml"/>
  <Override PartName="/ppt/ink/ink242.xml" ContentType="application/inkml+xml"/>
  <Override PartName="/ppt/ink/ink243.xml" ContentType="application/inkml+xml"/>
  <Override PartName="/ppt/ink/ink244.xml" ContentType="application/inkml+xml"/>
  <Override PartName="/ppt/ink/ink245.xml" ContentType="application/inkml+xml"/>
  <Override PartName="/ppt/ink/ink246.xml" ContentType="application/inkml+xml"/>
  <Override PartName="/ppt/ink/ink247.xml" ContentType="application/inkml+xml"/>
  <Override PartName="/ppt/ink/ink248.xml" ContentType="application/inkml+xml"/>
  <Override PartName="/ppt/ink/ink249.xml" ContentType="application/inkml+xml"/>
  <Override PartName="/ppt/ink/ink250.xml" ContentType="application/inkml+xml"/>
  <Override PartName="/ppt/ink/ink251.xml" ContentType="application/inkml+xml"/>
  <Override PartName="/ppt/ink/ink252.xml" ContentType="application/inkml+xml"/>
  <Override PartName="/ppt/ink/ink253.xml" ContentType="application/inkml+xml"/>
  <Override PartName="/ppt/ink/ink254.xml" ContentType="application/inkml+xml"/>
  <Override PartName="/ppt/ink/ink255.xml" ContentType="application/inkml+xml"/>
  <Override PartName="/ppt/ink/ink256.xml" ContentType="application/inkml+xml"/>
  <Override PartName="/ppt/ink/ink257.xml" ContentType="application/inkml+xml"/>
  <Override PartName="/ppt/ink/ink258.xml" ContentType="application/inkml+xml"/>
  <Override PartName="/ppt/ink/ink259.xml" ContentType="application/inkml+xml"/>
  <Override PartName="/ppt/ink/ink260.xml" ContentType="application/inkml+xml"/>
  <Override PartName="/ppt/ink/ink261.xml" ContentType="application/inkml+xml"/>
  <Override PartName="/ppt/ink/ink262.xml" ContentType="application/inkml+xml"/>
  <Override PartName="/ppt/ink/ink263.xml" ContentType="application/inkml+xml"/>
  <Override PartName="/ppt/ink/ink264.xml" ContentType="application/inkml+xml"/>
  <Override PartName="/ppt/ink/ink265.xml" ContentType="application/inkml+xml"/>
  <Override PartName="/ppt/ink/ink266.xml" ContentType="application/inkml+xml"/>
  <Override PartName="/ppt/ink/ink267.xml" ContentType="application/inkml+xml"/>
  <Override PartName="/ppt/ink/ink268.xml" ContentType="application/inkml+xml"/>
  <Override PartName="/ppt/ink/ink269.xml" ContentType="application/inkml+xml"/>
  <Override PartName="/ppt/ink/ink270.xml" ContentType="application/inkml+xml"/>
  <Override PartName="/ppt/ink/ink271.xml" ContentType="application/inkml+xml"/>
  <Override PartName="/ppt/ink/ink272.xml" ContentType="application/inkml+xml"/>
  <Override PartName="/ppt/ink/ink273.xml" ContentType="application/inkml+xml"/>
  <Override PartName="/ppt/ink/ink274.xml" ContentType="application/inkml+xml"/>
  <Override PartName="/ppt/ink/ink275.xml" ContentType="application/inkml+xml"/>
  <Override PartName="/ppt/ink/ink276.xml" ContentType="application/inkml+xml"/>
  <Override PartName="/ppt/ink/ink277.xml" ContentType="application/inkml+xml"/>
  <Override PartName="/ppt/ink/ink278.xml" ContentType="application/inkml+xml"/>
  <Override PartName="/ppt/ink/ink279.xml" ContentType="application/inkml+xml"/>
  <Override PartName="/ppt/ink/ink280.xml" ContentType="application/inkml+xml"/>
  <Override PartName="/ppt/ink/ink281.xml" ContentType="application/inkml+xml"/>
  <Override PartName="/ppt/ink/ink282.xml" ContentType="application/inkml+xml"/>
  <Override PartName="/ppt/ink/ink283.xml" ContentType="application/inkml+xml"/>
  <Override PartName="/ppt/ink/ink284.xml" ContentType="application/inkml+xml"/>
  <Override PartName="/ppt/ink/ink285.xml" ContentType="application/inkml+xml"/>
  <Override PartName="/ppt/ink/ink286.xml" ContentType="application/inkml+xml"/>
  <Override PartName="/ppt/ink/ink287.xml" ContentType="application/inkml+xml"/>
  <Override PartName="/ppt/ink/ink288.xml" ContentType="application/inkml+xml"/>
  <Override PartName="/ppt/ink/ink289.xml" ContentType="application/inkml+xml"/>
  <Override PartName="/ppt/ink/ink290.xml" ContentType="application/inkml+xml"/>
  <Override PartName="/ppt/ink/ink291.xml" ContentType="application/inkml+xml"/>
  <Override PartName="/ppt/ink/ink292.xml" ContentType="application/inkml+xml"/>
  <Override PartName="/ppt/ink/ink293.xml" ContentType="application/inkml+xml"/>
  <Override PartName="/ppt/ink/ink294.xml" ContentType="application/inkml+xml"/>
  <Override PartName="/ppt/ink/ink295.xml" ContentType="application/inkml+xml"/>
  <Override PartName="/ppt/ink/ink296.xml" ContentType="application/inkml+xml"/>
  <Override PartName="/ppt/ink/ink297.xml" ContentType="application/inkml+xml"/>
  <Override PartName="/ppt/ink/ink298.xml" ContentType="application/inkml+xml"/>
  <Override PartName="/ppt/ink/ink299.xml" ContentType="application/inkml+xml"/>
  <Override PartName="/ppt/ink/ink300.xml" ContentType="application/inkml+xml"/>
  <Override PartName="/ppt/ink/ink301.xml" ContentType="application/inkml+xml"/>
  <Override PartName="/ppt/ink/ink302.xml" ContentType="application/inkml+xml"/>
  <Override PartName="/ppt/ink/ink303.xml" ContentType="application/inkml+xml"/>
  <Override PartName="/ppt/ink/ink304.xml" ContentType="application/inkml+xml"/>
  <Override PartName="/ppt/ink/ink305.xml" ContentType="application/inkml+xml"/>
  <Override PartName="/ppt/ink/ink306.xml" ContentType="application/inkml+xml"/>
  <Override PartName="/ppt/ink/ink307.xml" ContentType="application/inkml+xml"/>
  <Override PartName="/ppt/ink/ink308.xml" ContentType="application/inkml+xml"/>
  <Override PartName="/ppt/ink/ink309.xml" ContentType="application/inkml+xml"/>
  <Override PartName="/ppt/ink/ink310.xml" ContentType="application/inkml+xml"/>
  <Override PartName="/ppt/ink/ink311.xml" ContentType="application/inkml+xml"/>
  <Override PartName="/ppt/ink/ink312.xml" ContentType="application/inkml+xml"/>
  <Override PartName="/ppt/ink/ink313.xml" ContentType="application/inkml+xml"/>
  <Override PartName="/ppt/ink/ink314.xml" ContentType="application/inkml+xml"/>
  <Override PartName="/ppt/ink/ink315.xml" ContentType="application/inkml+xml"/>
  <Override PartName="/ppt/ink/ink316.xml" ContentType="application/inkml+xml"/>
  <Override PartName="/ppt/ink/ink317.xml" ContentType="application/inkml+xml"/>
  <Override PartName="/ppt/ink/ink318.xml" ContentType="application/inkml+xml"/>
  <Override PartName="/ppt/ink/ink319.xml" ContentType="application/inkml+xml"/>
  <Override PartName="/ppt/ink/ink320.xml" ContentType="application/inkml+xml"/>
  <Override PartName="/ppt/ink/ink321.xml" ContentType="application/inkml+xml"/>
  <Override PartName="/ppt/ink/ink322.xml" ContentType="application/inkml+xml"/>
  <Override PartName="/ppt/ink/ink323.xml" ContentType="application/inkml+xml"/>
  <Override PartName="/ppt/ink/ink324.xml" ContentType="application/inkml+xml"/>
  <Override PartName="/ppt/ink/ink325.xml" ContentType="application/inkml+xml"/>
  <Override PartName="/ppt/ink/ink326.xml" ContentType="application/inkml+xml"/>
  <Override PartName="/ppt/ink/ink327.xml" ContentType="application/inkml+xml"/>
  <Override PartName="/ppt/ink/ink328.xml" ContentType="application/inkml+xml"/>
  <Override PartName="/ppt/ink/ink329.xml" ContentType="application/inkml+xml"/>
  <Override PartName="/ppt/ink/ink330.xml" ContentType="application/inkml+xml"/>
  <Override PartName="/ppt/ink/ink331.xml" ContentType="application/inkml+xml"/>
  <Override PartName="/ppt/ink/ink332.xml" ContentType="application/inkml+xml"/>
  <Override PartName="/ppt/ink/ink333.xml" ContentType="application/inkml+xml"/>
  <Override PartName="/ppt/ink/ink334.xml" ContentType="application/inkml+xml"/>
  <Override PartName="/ppt/ink/ink335.xml" ContentType="application/inkml+xml"/>
  <Override PartName="/ppt/ink/ink336.xml" ContentType="application/inkml+xml"/>
  <Override PartName="/ppt/ink/ink337.xml" ContentType="application/inkml+xml"/>
  <Override PartName="/ppt/ink/ink338.xml" ContentType="application/inkml+xml"/>
  <Override PartName="/ppt/ink/ink339.xml" ContentType="application/inkml+xml"/>
  <Override PartName="/ppt/ink/ink340.xml" ContentType="application/inkml+xml"/>
  <Override PartName="/ppt/ink/ink341.xml" ContentType="application/inkml+xml"/>
  <Override PartName="/ppt/ink/ink342.xml" ContentType="application/inkml+xml"/>
  <Override PartName="/ppt/ink/ink343.xml" ContentType="application/inkml+xml"/>
  <Override PartName="/ppt/ink/ink344.xml" ContentType="application/inkml+xml"/>
  <Override PartName="/ppt/ink/ink345.xml" ContentType="application/inkml+xml"/>
  <Override PartName="/ppt/ink/ink346.xml" ContentType="application/inkml+xml"/>
  <Override PartName="/ppt/ink/ink347.xml" ContentType="application/inkml+xml"/>
  <Override PartName="/ppt/ink/ink348.xml" ContentType="application/inkml+xml"/>
  <Override PartName="/ppt/ink/ink349.xml" ContentType="application/inkml+xml"/>
  <Override PartName="/ppt/ink/ink350.xml" ContentType="application/inkml+xml"/>
  <Override PartName="/ppt/ink/ink351.xml" ContentType="application/inkml+xml"/>
  <Override PartName="/ppt/ink/ink352.xml" ContentType="application/inkml+xml"/>
  <Override PartName="/ppt/ink/ink353.xml" ContentType="application/inkml+xml"/>
  <Override PartName="/ppt/ink/ink354.xml" ContentType="application/inkml+xml"/>
  <Override PartName="/ppt/ink/ink355.xml" ContentType="application/inkml+xml"/>
  <Override PartName="/ppt/ink/ink356.xml" ContentType="application/inkml+xml"/>
  <Override PartName="/ppt/ink/ink357.xml" ContentType="application/inkml+xml"/>
  <Override PartName="/ppt/ink/ink358.xml" ContentType="application/inkml+xml"/>
  <Override PartName="/ppt/ink/ink359.xml" ContentType="application/inkml+xml"/>
  <Override PartName="/ppt/ink/ink360.xml" ContentType="application/inkml+xml"/>
  <Override PartName="/ppt/ink/ink361.xml" ContentType="application/inkml+xml"/>
  <Override PartName="/ppt/ink/ink362.xml" ContentType="application/inkml+xml"/>
  <Override PartName="/ppt/ink/ink363.xml" ContentType="application/inkml+xml"/>
  <Override PartName="/ppt/ink/ink364.xml" ContentType="application/inkml+xml"/>
  <Override PartName="/ppt/ink/ink365.xml" ContentType="application/inkml+xml"/>
  <Override PartName="/ppt/ink/ink366.xml" ContentType="application/inkml+xml"/>
  <Override PartName="/ppt/ink/ink367.xml" ContentType="application/inkml+xml"/>
  <Override PartName="/ppt/ink/ink368.xml" ContentType="application/inkml+xml"/>
  <Override PartName="/ppt/ink/ink369.xml" ContentType="application/inkml+xml"/>
  <Override PartName="/ppt/ink/ink370.xml" ContentType="application/inkml+xml"/>
  <Override PartName="/ppt/ink/ink371.xml" ContentType="application/inkml+xml"/>
  <Override PartName="/ppt/ink/ink372.xml" ContentType="application/inkml+xml"/>
  <Override PartName="/ppt/ink/ink373.xml" ContentType="application/inkml+xml"/>
  <Override PartName="/ppt/ink/ink374.xml" ContentType="application/inkml+xml"/>
  <Override PartName="/ppt/ink/ink375.xml" ContentType="application/inkml+xml"/>
  <Override PartName="/ppt/ink/ink376.xml" ContentType="application/inkml+xml"/>
  <Override PartName="/ppt/ink/ink377.xml" ContentType="application/inkml+xml"/>
  <Override PartName="/ppt/ink/ink378.xml" ContentType="application/inkml+xml"/>
  <Override PartName="/ppt/ink/ink379.xml" ContentType="application/inkml+xml"/>
  <Override PartName="/ppt/ink/ink380.xml" ContentType="application/inkml+xml"/>
  <Override PartName="/ppt/ink/ink381.xml" ContentType="application/inkml+xml"/>
  <Override PartName="/ppt/ink/ink382.xml" ContentType="application/inkml+xml"/>
  <Override PartName="/ppt/ink/ink383.xml" ContentType="application/inkml+xml"/>
  <Override PartName="/ppt/ink/ink384.xml" ContentType="application/inkml+xml"/>
  <Override PartName="/ppt/ink/ink385.xml" ContentType="application/inkml+xml"/>
  <Override PartName="/ppt/ink/ink386.xml" ContentType="application/inkml+xml"/>
  <Override PartName="/ppt/ink/ink387.xml" ContentType="application/inkml+xml"/>
  <Override PartName="/ppt/ink/ink388.xml" ContentType="application/inkml+xml"/>
  <Override PartName="/ppt/ink/ink389.xml" ContentType="application/inkml+xml"/>
  <Override PartName="/ppt/ink/ink390.xml" ContentType="application/inkml+xml"/>
  <Override PartName="/ppt/ink/ink391.xml" ContentType="application/inkml+xml"/>
  <Override PartName="/ppt/ink/ink392.xml" ContentType="application/inkml+xml"/>
  <Override PartName="/ppt/ink/ink393.xml" ContentType="application/inkml+xml"/>
  <Override PartName="/ppt/ink/ink394.xml" ContentType="application/inkml+xml"/>
  <Override PartName="/ppt/ink/ink395.xml" ContentType="application/inkml+xml"/>
  <Override PartName="/ppt/ink/ink396.xml" ContentType="application/inkml+xml"/>
  <Override PartName="/ppt/ink/ink397.xml" ContentType="application/inkml+xml"/>
  <Override PartName="/ppt/ink/ink398.xml" ContentType="application/inkml+xml"/>
  <Override PartName="/ppt/ink/ink399.xml" ContentType="application/inkml+xml"/>
  <Override PartName="/ppt/ink/ink400.xml" ContentType="application/inkml+xml"/>
  <Override PartName="/ppt/ink/ink401.xml" ContentType="application/inkml+xml"/>
  <Override PartName="/ppt/ink/ink402.xml" ContentType="application/inkml+xml"/>
  <Override PartName="/ppt/ink/ink403.xml" ContentType="application/inkml+xml"/>
  <Override PartName="/ppt/ink/ink404.xml" ContentType="application/inkml+xml"/>
  <Override PartName="/ppt/ink/ink405.xml" ContentType="application/inkml+xml"/>
  <Override PartName="/ppt/ink/ink406.xml" ContentType="application/inkml+xml"/>
  <Override PartName="/ppt/ink/ink407.xml" ContentType="application/inkml+xml"/>
  <Override PartName="/ppt/ink/ink408.xml" ContentType="application/inkml+xml"/>
  <Override PartName="/ppt/ink/ink409.xml" ContentType="application/inkml+xml"/>
  <Override PartName="/ppt/ink/ink410.xml" ContentType="application/inkml+xml"/>
  <Override PartName="/ppt/ink/ink411.xml" ContentType="application/inkml+xml"/>
  <Override PartName="/ppt/ink/ink412.xml" ContentType="application/inkml+xml"/>
  <Override PartName="/ppt/ink/ink413.xml" ContentType="application/inkml+xml"/>
  <Override PartName="/ppt/ink/ink414.xml" ContentType="application/inkml+xml"/>
  <Override PartName="/ppt/ink/ink415.xml" ContentType="application/inkml+xml"/>
  <Override PartName="/ppt/ink/ink416.xml" ContentType="application/inkml+xml"/>
  <Override PartName="/ppt/ink/ink417.xml" ContentType="application/inkml+xml"/>
  <Override PartName="/ppt/ink/ink418.xml" ContentType="application/inkml+xml"/>
  <Override PartName="/ppt/ink/ink419.xml" ContentType="application/inkml+xml"/>
  <Override PartName="/ppt/ink/ink420.xml" ContentType="application/inkml+xml"/>
  <Override PartName="/ppt/ink/ink421.xml" ContentType="application/inkml+xml"/>
  <Override PartName="/ppt/ink/ink422.xml" ContentType="application/inkml+xml"/>
  <Override PartName="/ppt/ink/ink423.xml" ContentType="application/inkml+xml"/>
  <Override PartName="/ppt/ink/ink424.xml" ContentType="application/inkml+xml"/>
  <Override PartName="/ppt/ink/ink425.xml" ContentType="application/inkml+xml"/>
  <Override PartName="/ppt/ink/ink426.xml" ContentType="application/inkml+xml"/>
  <Override PartName="/ppt/ink/ink427.xml" ContentType="application/inkml+xml"/>
  <Override PartName="/ppt/ink/ink428.xml" ContentType="application/inkml+xml"/>
  <Override PartName="/ppt/ink/ink429.xml" ContentType="application/inkml+xml"/>
  <Override PartName="/ppt/ink/ink430.xml" ContentType="application/inkml+xml"/>
  <Override PartName="/ppt/ink/ink431.xml" ContentType="application/inkml+xml"/>
  <Override PartName="/ppt/ink/ink432.xml" ContentType="application/inkml+xml"/>
  <Override PartName="/ppt/ink/ink433.xml" ContentType="application/inkml+xml"/>
  <Override PartName="/ppt/ink/ink434.xml" ContentType="application/inkml+xml"/>
  <Override PartName="/ppt/ink/ink435.xml" ContentType="application/inkml+xml"/>
  <Override PartName="/ppt/ink/ink436.xml" ContentType="application/inkml+xml"/>
  <Override PartName="/ppt/ink/ink437.xml" ContentType="application/inkml+xml"/>
  <Override PartName="/ppt/ink/ink438.xml" ContentType="application/inkml+xml"/>
  <Override PartName="/ppt/ink/ink439.xml" ContentType="application/inkml+xml"/>
  <Override PartName="/ppt/ink/ink440.xml" ContentType="application/inkml+xml"/>
  <Override PartName="/ppt/ink/ink441.xml" ContentType="application/inkml+xml"/>
  <Override PartName="/ppt/ink/ink442.xml" ContentType="application/inkml+xml"/>
  <Override PartName="/ppt/ink/ink443.xml" ContentType="application/inkml+xml"/>
  <Override PartName="/ppt/ink/ink444.xml" ContentType="application/inkml+xml"/>
  <Override PartName="/ppt/ink/ink445.xml" ContentType="application/inkml+xml"/>
  <Override PartName="/ppt/ink/ink446.xml" ContentType="application/inkml+xml"/>
  <Override PartName="/ppt/ink/ink447.xml" ContentType="application/inkml+xml"/>
  <Override PartName="/ppt/ink/ink448.xml" ContentType="application/inkml+xml"/>
  <Override PartName="/ppt/ink/ink449.xml" ContentType="application/inkml+xml"/>
  <Override PartName="/ppt/ink/ink450.xml" ContentType="application/inkml+xml"/>
  <Override PartName="/ppt/ink/ink451.xml" ContentType="application/inkml+xml"/>
  <Override PartName="/ppt/ink/ink452.xml" ContentType="application/inkml+xml"/>
  <Override PartName="/ppt/ink/ink453.xml" ContentType="application/inkml+xml"/>
  <Override PartName="/ppt/ink/ink454.xml" ContentType="application/inkml+xml"/>
  <Override PartName="/ppt/ink/ink455.xml" ContentType="application/inkml+xml"/>
  <Override PartName="/ppt/ink/ink456.xml" ContentType="application/inkml+xml"/>
  <Override PartName="/ppt/ink/ink457.xml" ContentType="application/inkml+xml"/>
  <Override PartName="/ppt/ink/ink458.xml" ContentType="application/inkml+xml"/>
  <Override PartName="/ppt/ink/ink459.xml" ContentType="application/inkml+xml"/>
  <Override PartName="/ppt/ink/ink460.xml" ContentType="application/inkml+xml"/>
  <Override PartName="/ppt/ink/ink461.xml" ContentType="application/inkml+xml"/>
  <Override PartName="/ppt/ink/ink462.xml" ContentType="application/inkml+xml"/>
  <Override PartName="/ppt/ink/ink463.xml" ContentType="application/inkml+xml"/>
  <Override PartName="/ppt/ink/ink464.xml" ContentType="application/inkml+xml"/>
  <Override PartName="/ppt/ink/ink465.xml" ContentType="application/inkml+xml"/>
  <Override PartName="/ppt/ink/ink466.xml" ContentType="application/inkml+xml"/>
  <Override PartName="/ppt/ink/ink467.xml" ContentType="application/inkml+xml"/>
  <Override PartName="/ppt/ink/ink468.xml" ContentType="application/inkml+xml"/>
  <Override PartName="/ppt/ink/ink469.xml" ContentType="application/inkml+xml"/>
  <Override PartName="/ppt/ink/ink470.xml" ContentType="application/inkml+xml"/>
  <Override PartName="/ppt/ink/ink471.xml" ContentType="application/inkml+xml"/>
  <Override PartName="/ppt/ink/ink472.xml" ContentType="application/inkml+xml"/>
  <Override PartName="/ppt/ink/ink473.xml" ContentType="application/inkml+xml"/>
  <Override PartName="/ppt/ink/ink474.xml" ContentType="application/inkml+xml"/>
  <Override PartName="/ppt/ink/ink475.xml" ContentType="application/inkml+xml"/>
  <Override PartName="/ppt/ink/ink476.xml" ContentType="application/inkml+xml"/>
  <Override PartName="/ppt/ink/ink477.xml" ContentType="application/inkml+xml"/>
  <Override PartName="/ppt/ink/ink478.xml" ContentType="application/inkml+xml"/>
  <Override PartName="/ppt/ink/ink479.xml" ContentType="application/inkml+xml"/>
  <Override PartName="/ppt/ink/ink480.xml" ContentType="application/inkml+xml"/>
  <Override PartName="/ppt/ink/ink481.xml" ContentType="application/inkml+xml"/>
  <Override PartName="/ppt/ink/ink482.xml" ContentType="application/inkml+xml"/>
  <Override PartName="/ppt/ink/ink483.xml" ContentType="application/inkml+xml"/>
  <Override PartName="/ppt/ink/ink484.xml" ContentType="application/inkml+xml"/>
  <Override PartName="/ppt/ink/ink485.xml" ContentType="application/inkml+xml"/>
  <Override PartName="/ppt/ink/ink486.xml" ContentType="application/inkml+xml"/>
  <Override PartName="/ppt/ink/ink487.xml" ContentType="application/inkml+xml"/>
  <Override PartName="/ppt/ink/ink488.xml" ContentType="application/inkml+xml"/>
  <Override PartName="/ppt/ink/ink489.xml" ContentType="application/inkml+xml"/>
  <Override PartName="/ppt/ink/ink490.xml" ContentType="application/inkml+xml"/>
  <Override PartName="/ppt/ink/ink491.xml" ContentType="application/inkml+xml"/>
  <Override PartName="/ppt/ink/ink492.xml" ContentType="application/inkml+xml"/>
  <Override PartName="/ppt/ink/ink493.xml" ContentType="application/inkml+xml"/>
  <Override PartName="/ppt/ink/ink494.xml" ContentType="application/inkml+xml"/>
  <Override PartName="/ppt/ink/ink495.xml" ContentType="application/inkml+xml"/>
  <Override PartName="/ppt/ink/ink496.xml" ContentType="application/inkml+xml"/>
  <Override PartName="/ppt/ink/ink497.xml" ContentType="application/inkml+xml"/>
  <Override PartName="/ppt/ink/ink498.xml" ContentType="application/inkml+xml"/>
  <Override PartName="/ppt/ink/ink499.xml" ContentType="application/inkml+xml"/>
  <Override PartName="/ppt/ink/ink500.xml" ContentType="application/inkml+xml"/>
  <Override PartName="/ppt/ink/ink501.xml" ContentType="application/inkml+xml"/>
  <Override PartName="/ppt/ink/ink502.xml" ContentType="application/inkml+xml"/>
  <Override PartName="/ppt/ink/ink503.xml" ContentType="application/inkml+xml"/>
  <Override PartName="/ppt/ink/ink504.xml" ContentType="application/inkml+xml"/>
  <Override PartName="/ppt/ink/ink505.xml" ContentType="application/inkml+xml"/>
  <Override PartName="/ppt/ink/ink506.xml" ContentType="application/inkml+xml"/>
  <Override PartName="/ppt/ink/ink507.xml" ContentType="application/inkml+xml"/>
  <Override PartName="/ppt/ink/ink508.xml" ContentType="application/inkml+xml"/>
  <Override PartName="/ppt/ink/ink509.xml" ContentType="application/inkml+xml"/>
  <Override PartName="/ppt/ink/ink510.xml" ContentType="application/inkml+xml"/>
  <Override PartName="/ppt/ink/ink511.xml" ContentType="application/inkml+xml"/>
  <Override PartName="/ppt/ink/ink512.xml" ContentType="application/inkml+xml"/>
  <Override PartName="/ppt/ink/ink513.xml" ContentType="application/inkml+xml"/>
  <Override PartName="/ppt/ink/ink514.xml" ContentType="application/inkml+xml"/>
  <Override PartName="/ppt/ink/ink515.xml" ContentType="application/inkml+xml"/>
  <Override PartName="/ppt/ink/ink516.xml" ContentType="application/inkml+xml"/>
  <Override PartName="/ppt/ink/ink517.xml" ContentType="application/inkml+xml"/>
  <Override PartName="/ppt/ink/ink518.xml" ContentType="application/inkml+xml"/>
  <Override PartName="/ppt/ink/ink519.xml" ContentType="application/inkml+xml"/>
  <Override PartName="/ppt/ink/ink520.xml" ContentType="application/inkml+xml"/>
  <Override PartName="/ppt/ink/ink521.xml" ContentType="application/inkml+xml"/>
  <Override PartName="/ppt/ink/ink522.xml" ContentType="application/inkml+xml"/>
  <Override PartName="/ppt/ink/ink523.xml" ContentType="application/inkml+xml"/>
  <Override PartName="/ppt/ink/ink524.xml" ContentType="application/inkml+xml"/>
  <Override PartName="/ppt/ink/ink525.xml" ContentType="application/inkml+xml"/>
  <Override PartName="/ppt/ink/ink526.xml" ContentType="application/inkml+xml"/>
  <Override PartName="/ppt/ink/ink527.xml" ContentType="application/inkml+xml"/>
  <Override PartName="/ppt/ink/ink528.xml" ContentType="application/inkml+xml"/>
  <Override PartName="/ppt/ink/ink529.xml" ContentType="application/inkml+xml"/>
  <Override PartName="/ppt/ink/ink530.xml" ContentType="application/inkml+xml"/>
  <Override PartName="/ppt/ink/ink531.xml" ContentType="application/inkml+xml"/>
  <Override PartName="/ppt/ink/ink532.xml" ContentType="application/inkml+xml"/>
  <Override PartName="/ppt/ink/ink533.xml" ContentType="application/inkml+xml"/>
  <Override PartName="/ppt/ink/ink534.xml" ContentType="application/inkml+xml"/>
  <Override PartName="/ppt/ink/ink535.xml" ContentType="application/inkml+xml"/>
  <Override PartName="/ppt/ink/ink536.xml" ContentType="application/inkml+xml"/>
  <Override PartName="/ppt/ink/ink537.xml" ContentType="application/inkml+xml"/>
  <Override PartName="/ppt/ink/ink538.xml" ContentType="application/inkml+xml"/>
  <Override PartName="/ppt/ink/ink539.xml" ContentType="application/inkml+xml"/>
  <Override PartName="/ppt/ink/ink540.xml" ContentType="application/inkml+xml"/>
  <Override PartName="/ppt/ink/ink541.xml" ContentType="application/inkml+xml"/>
  <Override PartName="/ppt/ink/ink542.xml" ContentType="application/inkml+xml"/>
  <Override PartName="/ppt/ink/ink543.xml" ContentType="application/inkml+xml"/>
  <Override PartName="/ppt/ink/ink544.xml" ContentType="application/inkml+xml"/>
  <Override PartName="/ppt/ink/ink545.xml" ContentType="application/inkml+xml"/>
  <Override PartName="/ppt/ink/ink546.xml" ContentType="application/inkml+xml"/>
  <Override PartName="/ppt/ink/ink547.xml" ContentType="application/inkml+xml"/>
  <Override PartName="/ppt/ink/ink548.xml" ContentType="application/inkml+xml"/>
  <Override PartName="/ppt/ink/ink549.xml" ContentType="application/inkml+xml"/>
  <Override PartName="/ppt/ink/ink550.xml" ContentType="application/inkml+xml"/>
  <Override PartName="/ppt/ink/ink551.xml" ContentType="application/inkml+xml"/>
  <Override PartName="/ppt/ink/ink552.xml" ContentType="application/inkml+xml"/>
  <Override PartName="/ppt/ink/ink553.xml" ContentType="application/inkml+xml"/>
  <Override PartName="/ppt/ink/ink554.xml" ContentType="application/inkml+xml"/>
  <Override PartName="/ppt/ink/ink555.xml" ContentType="application/inkml+xml"/>
  <Override PartName="/ppt/ink/ink556.xml" ContentType="application/inkml+xml"/>
  <Override PartName="/ppt/ink/ink557.xml" ContentType="application/inkml+xml"/>
  <Override PartName="/ppt/ink/ink558.xml" ContentType="application/inkml+xml"/>
  <Override PartName="/ppt/ink/ink559.xml" ContentType="application/inkml+xml"/>
  <Override PartName="/ppt/ink/ink560.xml" ContentType="application/inkml+xml"/>
  <Override PartName="/ppt/ink/ink561.xml" ContentType="application/inkml+xml"/>
  <Override PartName="/ppt/ink/ink562.xml" ContentType="application/inkml+xml"/>
  <Override PartName="/ppt/ink/ink563.xml" ContentType="application/inkml+xml"/>
  <Override PartName="/ppt/ink/ink564.xml" ContentType="application/inkml+xml"/>
  <Override PartName="/ppt/ink/ink565.xml" ContentType="application/inkml+xml"/>
  <Override PartName="/ppt/ink/ink566.xml" ContentType="application/inkml+xml"/>
  <Override PartName="/ppt/ink/ink567.xml" ContentType="application/inkml+xml"/>
  <Override PartName="/ppt/ink/ink568.xml" ContentType="application/inkml+xml"/>
  <Override PartName="/ppt/ink/ink569.xml" ContentType="application/inkml+xml"/>
  <Override PartName="/ppt/ink/ink570.xml" ContentType="application/inkml+xml"/>
  <Override PartName="/ppt/ink/ink571.xml" ContentType="application/inkml+xml"/>
  <Override PartName="/ppt/ink/ink572.xml" ContentType="application/inkml+xml"/>
  <Override PartName="/ppt/ink/ink573.xml" ContentType="application/inkml+xml"/>
  <Override PartName="/ppt/ink/ink574.xml" ContentType="application/inkml+xml"/>
  <Override PartName="/ppt/ink/ink575.xml" ContentType="application/inkml+xml"/>
  <Override PartName="/ppt/ink/ink576.xml" ContentType="application/inkml+xml"/>
  <Override PartName="/ppt/ink/ink577.xml" ContentType="application/inkml+xml"/>
  <Override PartName="/ppt/ink/ink578.xml" ContentType="application/inkml+xml"/>
  <Override PartName="/ppt/ink/ink579.xml" ContentType="application/inkml+xml"/>
  <Override PartName="/ppt/ink/ink580.xml" ContentType="application/inkml+xml"/>
  <Override PartName="/ppt/ink/ink581.xml" ContentType="application/inkml+xml"/>
  <Override PartName="/ppt/ink/ink582.xml" ContentType="application/inkml+xml"/>
  <Override PartName="/ppt/ink/ink583.xml" ContentType="application/inkml+xml"/>
  <Override PartName="/ppt/ink/ink584.xml" ContentType="application/inkml+xml"/>
  <Override PartName="/ppt/ink/ink585.xml" ContentType="application/inkml+xml"/>
  <Override PartName="/ppt/ink/ink586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3" autoAdjust="0"/>
    <p:restoredTop sz="94660"/>
  </p:normalViewPr>
  <p:slideViewPr>
    <p:cSldViewPr snapToGrid="0">
      <p:cViewPr varScale="1">
        <p:scale>
          <a:sx n="85" d="100"/>
          <a:sy n="85" d="100"/>
        </p:scale>
        <p:origin x="76" y="4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20:15.3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0 488 0 0,'1'1'4135'0'0,"12"6"5279"0"0,3 7-103 0 0,-8-11-10496 0 0,-6-3 283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09:35.9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310 28 2288 0 0,'12'-27'15813'0'0,"-12"40"-15162"0"0,-30 149 614 0 0,10-72-1037 0 0,-155 635 202 0 0,165-688-488 0 0,-37 131-2627 0 0,12-58-5283 0 0,30-97 4717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09:36.2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1 189 1608 0 0,'20'-130'10161'0'0,"-20"126"-9835"0"0,1 1 0 0 0,-1-1 0 0 0,1 0 0 0 0,0 0 0 0 0,0 1 0 0 0,0-1-1 0 0,0 0 1 0 0,3-4 0 0 0,-3 6-179 0 0,0 1 0 0 0,1-1 0 0 0,-1 1 1 0 0,0-1-1 0 0,1 1 0 0 0,-1 0 0 0 0,1-1 0 0 0,-1 1 0 0 0,1 0 0 0 0,-1 0 0 0 0,1 0 0 0 0,0 0 0 0 0,0 0 0 0 0,0 1 0 0 0,-1-1 0 0 0,5 0 0 0 0,-3 1-42 0 0,0 0-1 0 0,0 0 1 0 0,-1 1-1 0 0,1-1 1 0 0,0 1-1 0 0,0 0 1 0 0,0 0-1 0 0,0 0 1 0 0,-1 0-1 0 0,1 0 1 0 0,0 1-1 0 0,-1-1 1 0 0,1 1-1 0 0,-1 0 1 0 0,3 2-1 0 0,-2-2 96 0 0,11 9 53 0 0,-1 0 0 0 0,-1 0 1 0 0,0 1-1 0 0,0 1 0 0 0,-1 0 0 0 0,13 22 1 0 0,48 92 260 0 0,-44-67-305 0 0,39 126 1 0 0,-5 71-21 0 0,-57-231-321 0 0,12 52-1081 0 0,-14-68 456 0 0,0-1 0 0 0,1 1-1 0 0,0-1 1 0 0,0 1-1 0 0,9 12 1 0 0,1-9-2350 0 0,-13-13 2819 0 0,-1 0-1 0 0,1 0 1 0 0,0 1 0 0 0,-1-1 0 0 0,1 0 0 0 0,0 0 0 0 0,0 0-1 0 0,-1 1 1 0 0,1-1 0 0 0,0 0 0 0 0,-1 0 0 0 0,1 0-1 0 0,0 0 1 0 0,-1-1 0 0 0,1 1 0 0 0,0 0 0 0 0,0 0 0 0 0,0-1-1 0 0,19-7-4804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09:36.5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177 197 304 0 0,'7'-61'9385'0'0,"-1"-73"0"0"0,-6 132-8195 0 0,-1 4-1119 0 0,0-1 0 0 0,0 1 0 0 0,0-1 0 0 0,0 1 0 0 0,1-1 0 0 0,-1 1 0 0 0,0 0 0 0 0,1-1 0 0 0,-1 1 0 0 0,1 0 0 0 0,0 0 0 0 0,-1 2 0 0 0,1-2 37 0 0,-127 627 2565 0 0,114-565-2743 0 0,-19 104-2268 0 0,28-132-405 0 0,0 40 0 0 0,5-41-263 0 0,4-11-2047 0 0,-1-10-558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09:36.9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117 126 2872 0 0,'3'-23'5197'0'0,"0"-1"-1"0"0,-1-38 0 0 0,-2 60-4141 0 0,-1 2-989 0 0,0 0 0 0 0,0 1-1 0 0,0-1 1 0 0,0 0 0 0 0,0 1-1 0 0,0-1 1 0 0,0 1 0 0 0,0-1-1 0 0,0 1 1 0 0,0 0-1 0 0,0-1 1 0 0,1 1 0 0 0,-1 0-1 0 0,0 0 1 0 0,0-1 0 0 0,1 1-1 0 0,-1 0 1 0 0,1 0 0 0 0,-2 2-1 0 0,-11 23 469 0 0,8-15-274 0 0,-11 20-28 0 0,2 1 0 0 0,1 1-1 0 0,1 0 1 0 0,2 0 0 0 0,-10 65-1 0 0,18-87-221 0 0,1 1-1 0 0,1-1 0 0 0,0 1 1 0 0,0-1-1 0 0,1 1 0 0 0,0-1 0 0 0,1 1 1 0 0,1-1-1 0 0,0 0 0 0 0,0 0 0 0 0,7 15 1 0 0,-7-21-5 0 0,-1 0 1 0 0,1 0-1 0 0,0 0 1 0 0,0 0-1 0 0,1-1 1 0 0,-1 0-1 0 0,1 1 1 0 0,0-2-1 0 0,0 1 1 0 0,1 0-1 0 0,-1-1 1 0 0,1 1-1 0 0,0-1 1 0 0,0-1-1 0 0,0 1 1 0 0,0-1-1 0 0,0 1 1 0 0,0-2-1 0 0,1 1 1 0 0,-1 0-1 0 0,1-1 1 0 0,-1 0-1 0 0,1-1 1 0 0,11 1-1 0 0,-8-1 17 0 0,0 0-1 0 0,0-1 1 0 0,0-1 0 0 0,0 1-1 0 0,-1-1 1 0 0,1-1 0 0 0,0 0-1 0 0,-1 0 1 0 0,0 0 0 0 0,1-1-1 0 0,-1-1 1 0 0,-1 1 0 0 0,1-1-1 0 0,8-7 1 0 0,-7 3-4 0 0,0 0 0 0 0,0 0 0 0 0,-1-1 0 0 0,0 0 0 0 0,-1 0 0 0 0,0-1 1 0 0,-1 0-1 0 0,0 0 0 0 0,7-18 0 0 0,-7 13-11 0 0,-1 0 1 0 0,0 0-1 0 0,-2 0 1 0 0,1 0-1 0 0,-2-1 1 0 0,0 0-1 0 0,-2 1 1 0 0,1-1-1 0 0,-2 0 1 0 0,0 1-1 0 0,-1-1 1 0 0,-1 1-1 0 0,0-1 1 0 0,-1 1-1 0 0,-12-28 1 0 0,12 36 3 0 0,0 0 1 0 0,-1 0-1 0 0,0 0 1 0 0,-1 0-1 0 0,0 1 1 0 0,-11-12-1 0 0,13 16-16 0 0,1 0 0 0 0,-1 0-1 0 0,0 0 1 0 0,0 1 0 0 0,0-1 0 0 0,0 1-1 0 0,0 0 1 0 0,-1 0 0 0 0,1 1 0 0 0,-1-1-1 0 0,1 1 1 0 0,-1 0 0 0 0,0 0 0 0 0,1 0-1 0 0,-1 1 1 0 0,-7 0 0 0 0,4 0-7 0 0,-1 1 1 0 0,1 0-1 0 0,0 1 1 0 0,0 0-1 0 0,0 0 1 0 0,0 1-1 0 0,0 0 1 0 0,0 0-1 0 0,1 1 1 0 0,-1 0-1 0 0,1 0 1 0 0,0 1-1 0 0,1 0 1 0 0,-1 0-1 0 0,1 1 1 0 0,0 0-1 0 0,-10 11 1 0 0,8-6-355 0 0,0 1 0 0 0,1 0 0 0 0,1 0 0 0 0,0 0 0 0 0,1 1 0 0 0,-8 25 0 0 0,12-32-105 0 0,0-1-1 0 0,0 1 0 0 0,1 0 0 0 0,-1-1 0 0 0,1 1 0 0 0,1 0 1 0 0,-1-1-1 0 0,3 10 0 0 0,-2-11-203 0 0,0 0 1 0 0,0 0-1 0 0,1 0 0 0 0,0 0 1 0 0,0 0-1 0 0,0-1 0 0 0,0 1 1 0 0,1-1-1 0 0,0 1 0 0 0,-1-1 1 0 0,1 0-1 0 0,6 5 0 0 0,5 3-5014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09:37.3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69 1292 0 0,'13'-66'13759'0'0,"-13"63"-13086"0"0,3 4-477 0 0,0 0-1 0 0,0 0 1 0 0,-1 1-1 0 0,1-1 1 0 0,0 1-1 0 0,-1-1 1 0 0,1 1-1 0 0,-1 0 1 0 0,1 0-1 0 0,-1 0 1 0 0,0 0-1 0 0,0 0 1 0 0,0 1 0 0 0,3 3-1 0 0,4 7 70 0 0,0 0-1 0 0,-1 1 1 0 0,0 0 0 0 0,-1 0 0 0 0,0 1-1 0 0,-1 0 1 0 0,4 17 0 0 0,-2-2-16 0 0,-2 0 0 0 0,5 54 1 0 0,-9-52 152 0 0,-2 44 1 0 0,-1-66-115 0 0,0 1 0 0 0,-1-1-1 0 0,1 0 1 0 0,-2 0 0 0 0,0-1 0 0 0,0 1 0 0 0,0 0-1 0 0,-7 11 1 0 0,9-20-231 0 0,0 0 1 0 0,-1-1-1 0 0,1 1 0 0 0,0 0 0 0 0,0 0 0 0 0,-1 0 1 0 0,1-1-1 0 0,0 1 0 0 0,-1-1 0 0 0,1 1 0 0 0,0-1 0 0 0,-1 1 1 0 0,1-1-1 0 0,-1 0 0 0 0,1 0 0 0 0,-1 1 0 0 0,1-1 0 0 0,-1 0 1 0 0,1-1-1 0 0,-1 1 0 0 0,1 0 0 0 0,-3-1 0 0 0,3 1-78 0 0,-1-1 46 0 0,0 0 0 0 0,0 0-1 0 0,0 0 1 0 0,0 0-1 0 0,0 0 1 0 0,0 0 0 0 0,1 0-1 0 0,-1-1 1 0 0,0 1 0 0 0,1-1-1 0 0,-1 1 1 0 0,1-1-1 0 0,0 0 1 0 0,-1 0 0 0 0,1 1-1 0 0,0-1 1 0 0,-2-4 0 0 0,0 1 51 0 0,0-1-81 0 0,0 1 0 0 0,0 0 0 0 0,1-1 0 0 0,-1 0 0 0 0,1 0 0 0 0,1 1 0 0 0,-1-1 0 0 0,1 0 0 0 0,0 0 0 0 0,0-1-1 0 0,1 1 1 0 0,0 0 0 0 0,0 0 0 0 0,0 0 0 0 0,1 0 0 0 0,0 0 0 0 0,0 0 0 0 0,0 0 0 0 0,1 0 0 0 0,0 0 0 0 0,2-5 0 0 0,0 3-392 0 0,0 1 0 0 0,0-1 0 0 0,1 1 0 0 0,0 1 0 0 0,0-1 0 0 0,0 1-1 0 0,1-1 1 0 0,0 2 0 0 0,0-1 0 0 0,1 1 0 0 0,-1 0 0 0 0,1 0 0 0 0,0 0 0 0 0,15-6 0 0 0,3 2-2925 0 0,1 0 0 0 0,32-5 0 0 0,-42 10 677 0 0,3-2-3005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09:37.9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 86 1068 0 0,'0'-5'1879'0'0,"0"0"-1"0"0,0 1 1 0 0,-1-1 0 0 0,1 0-1 0 0,-1 0 1 0 0,0 0 0 0 0,0 1-1 0 0,-1-1 1 0 0,-4-8-1 0 0,5 10-1175 0 0,1 9-412 0 0,-1 0 0 0 0,1 0 0 0 0,0 0 0 0 0,1 7 1 0 0,0 293 2316 0 0,-4-139-2283 0 0,3-161-294 0 0,2 26 128 0 0,-2-32-159 0 0,0 0 1 0 0,-1 0-1 0 0,1 0 1 0 0,0 0-1 0 0,0 1 0 0 0,0-1 1 0 0,0 0-1 0 0,0 0 0 0 0,0 0 1 0 0,0 0-1 0 0,0 0 1 0 0,0 0-1 0 0,0 0 0 0 0,0 1 1 0 0,1-1-1 0 0,-1 0 0 0 0,0 0 1 0 0,0 0-1 0 0,0 0 1 0 0,0 0-1 0 0,0 0 0 0 0,0 0 1 0 0,0 1-1 0 0,0-1 0 0 0,0 0 1 0 0,0 0-1 0 0,0 0 0 0 0,0 0 1 0 0,0 0-1 0 0,1 0 1 0 0,-1 0-1 0 0,0 0 0 0 0,0 0 1 0 0,0 0-1 0 0,0 0 0 0 0,0 0 1 0 0,0 0-1 0 0,0 0 1 0 0,0 1-1 0 0,1-1 0 0 0,-1 0 1 0 0,0 0-1 0 0,0 0 0 0 0,0 0 1 0 0,0 0-1 0 0,0 0 1 0 0,0 0-1 0 0,1 0 0 0 0,-1 0 1 0 0,0-1-1 0 0,0 1 0 0 0,7-13-65 0 0,19-80-505 0 0,-18 61 382 0 0,12-34 0 0 0,-7 33 56 0 0,23-42 0 0 0,-31 65 86 0 0,1 0 1 0 0,0 1 0 0 0,1 0 0 0 0,0 0-1 0 0,0 1 1 0 0,1 0 0 0 0,0 0-1 0 0,14-10 1 0 0,-19 16 31 0 0,0 1 1 0 0,-1-1-1 0 0,1 1 0 0 0,0 0 0 0 0,0-1 1 0 0,0 1-1 0 0,0 1 0 0 0,0-1 0 0 0,0 0 0 0 0,0 1 1 0 0,0-1-1 0 0,0 1 0 0 0,1 0 0 0 0,-1 0 1 0 0,0 0-1 0 0,3 1 0 0 0,-1 0 4 0 0,0 1 0 0 0,0-1 0 0 0,0 1 0 0 0,0 0 0 0 0,-1 1 0 0 0,1-1 0 0 0,-1 1 0 0 0,1-1 0 0 0,3 5 0 0 0,2 2 9 0 0,0 0-1 0 0,-1 0 1 0 0,-1 1-1 0 0,1 0 0 0 0,-2 1 1 0 0,1 0-1 0 0,5 12 0 0 0,-5-9 20 0 0,-1 1-1 0 0,0 0 0 0 0,-1 0 0 0 0,-1 1 0 0 0,-1 0 0 0 0,0 0 0 0 0,-1 0 1 0 0,0 0-1 0 0,0 32 0 0 0,-8-22 41 0 0,4-24 10 0 0,-1-3-68 0 0,0-1-6 0 0,1 1 0 0 0,-1-1 0 0 0,1 0 0 0 0,0 0 0 0 0,-1 0 0 0 0,1 0 0 0 0,0 0 0 0 0,0 0 0 0 0,1 0 0 0 0,-1 0 1 0 0,0-1-1 0 0,1 1 0 0 0,-1 0 0 0 0,1 0 0 0 0,0-1 0 0 0,0 1 0 0 0,0 0 0 0 0,0-1 0 0 0,0 1 0 0 0,0 0 0 0 0,1-3 0 0 0,11-58-94 0 0,-8 48 81 0 0,4-15-12 0 0,2-1 1 0 0,1 2 0 0 0,1 0-1 0 0,2 0 1 0 0,1 1 0 0 0,1 1-1 0 0,1 0 1 0 0,28-32-1 0 0,-39 51 15 0 0,0 1 0 0 0,0 1 0 0 0,0-1 0 0 0,1 1 0 0 0,0 0 0 0 0,0 1 0 0 0,0-1 0 0 0,1 1-1 0 0,0 1 1 0 0,0 0 0 0 0,13-6 0 0 0,-19 9 19 0 0,0 1 0 0 0,0-1-1 0 0,0 0 1 0 0,1 0 0 0 0,-1 1-1 0 0,0-1 1 0 0,0 1 0 0 0,0 0 0 0 0,1-1-1 0 0,-1 1 1 0 0,0 0 0 0 0,1 0-1 0 0,-1 1 1 0 0,2-1 0 0 0,2 2 16 0 0,-2-1 12 0 0,0 0-1 0 0,0 0 1 0 0,-1 0 0 0 0,1 0-1 0 0,0 1 1 0 0,-1-1 0 0 0,1 1-1 0 0,-1 0 1 0 0,0 0 0 0 0,0 0-1 0 0,0 1 1 0 0,0-1 0 0 0,0 1-1 0 0,0-1 1 0 0,-1 1 0 0 0,4 4-1 0 0,1 2 126 0 0,-1 1 0 0 0,0 0-1 0 0,9 19 1 0 0,-9-15-45 0 0,-1 1 0 0 0,0 0-1 0 0,-1 0 1 0 0,-1 0-1 0 0,3 23 1 0 0,-3 78 391 0 0,-3-75-2183 0 0,6 52 0 0 0,-6-92 1507 0 0,0 1 0 0 0,1-1-1 0 0,-1 1 1 0 0,0-1 0 0 0,1 0 0 0 0,-1 1 0 0 0,0-1-1 0 0,1 0 1 0 0,0 1 0 0 0,-1-1 0 0 0,1 0 0 0 0,0 0 0 0 0,0 1-1 0 0,-1-1 1 0 0,1 0 0 0 0,0 0 0 0 0,0 0 0 0 0,0 0-1 0 0,0 0 1 0 0,1 0 0 0 0,-1-1 0 0 0,0 1 0 0 0,0 0-1 0 0,0 0 1 0 0,1-1 0 0 0,-1 1 0 0 0,0-1 0 0 0,1 1-1 0 0,-1-1 1 0 0,0 0 0 0 0,1 0 0 0 0,-1 1 0 0 0,3-1 0 0 0,1 0-642 0 0,0-1 1 0 0,0 1 0 0 0,0-1 0 0 0,-1 0 0 0 0,1-1 0 0 0,0 1 0 0 0,0-1 0 0 0,6-3 0 0 0,17-9-5237 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09:38.5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296 696 1320 0 0,'43'-53'6364'0'0,"-40"47"-5598"0"0,1 1 1 0 0,-1-1 0 0 0,0 1 0 0 0,0-1 0 0 0,-1 0 0 0 0,0 0 0 0 0,0 0 0 0 0,1-8 0 0 0,-2 12-590 0 0,-1 0 0 0 0,0 0 1 0 0,0 0-1 0 0,0 0 0 0 0,0 0 0 0 0,0 0 1 0 0,0 0-1 0 0,-1 0 0 0 0,1 0 0 0 0,-1 1 0 0 0,1-1 1 0 0,-1 0-1 0 0,0 0 0 0 0,1 0 0 0 0,-1 1 1 0 0,0-1-1 0 0,0 0 0 0 0,0 1 0 0 0,-1-1 0 0 0,1 1 1 0 0,0-1-1 0 0,-1 1 0 0 0,1 0 0 0 0,-1-1 1 0 0,1 1-1 0 0,-1 0 0 0 0,1 0 0 0 0,-1 0 1 0 0,0 0-1 0 0,0 0 0 0 0,-2 0 0 0 0,-3 1-55 0 0,-1 0-1 0 0,1 1 0 0 0,0 0 1 0 0,-1 1-1 0 0,1 0 0 0 0,0 0 1 0 0,0 0-1 0 0,0 1 0 0 0,0 0 1 0 0,1 0-1 0 0,-1 1 0 0 0,1-1 1 0 0,0 2-1 0 0,0-1 1 0 0,0 1-1 0 0,-7 7 0 0 0,-9 9 40 0 0,1 1 0 0 0,-31 43 0 0 0,30-35-96 0 0,1 1 0 0 0,-17 36 1 0 0,32-55-59 0 0,0 0 0 0 0,1 0 1 0 0,1 0-1 0 0,0 0 1 0 0,1 1-1 0 0,0-1 1 0 0,1 1-1 0 0,1 0 0 0 0,-1 22 1 0 0,2-32-10 0 0,0-1-1 0 0,0 1 1 0 0,1 0 0 0 0,-1-1 0 0 0,1 1-1 0 0,-1 0 1 0 0,1-1 0 0 0,0 1 0 0 0,0-1-1 0 0,0 1 1 0 0,0-1 0 0 0,1 1 0 0 0,-1-1-1 0 0,0 0 1 0 0,1 0 0 0 0,0 0 0 0 0,0 0-1 0 0,-1 0 1 0 0,1 0 0 0 0,0 0 0 0 0,1 0 0 0 0,-1-1-1 0 0,0 1 1 0 0,0-1 0 0 0,1 0 0 0 0,-1 1-1 0 0,1-1 1 0 0,-1 0 0 0 0,1-1 0 0 0,-1 1-1 0 0,1 0 1 0 0,0-1 0 0 0,-1 1 0 0 0,1-1-1 0 0,0 0 1 0 0,-1 0 0 0 0,1 0 0 0 0,4-1 0 0 0,1 1-64 0 0,0-1 1 0 0,1-1 0 0 0,-1 0 0 0 0,0 0 0 0 0,0-1 0 0 0,0 1 0 0 0,0-2 0 0 0,0 1-1 0 0,-1-1 1 0 0,0-1 0 0 0,10-6 0 0 0,-3-1-71 0 0,0-2 1 0 0,0 0-1 0 0,-2 0 0 0 0,0-1 0 0 0,0 0 1 0 0,17-34-1 0 0,-12 15 70 0 0,-1 0-1 0 0,17-57 1 0 0,-18 38 830 0 0,-14 51-713 0 0,0 0-1 0 0,-1 0 1 0 0,1 0-1 0 0,-1 0 1 0 0,1-1-1 0 0,-1 1 1 0 0,0 0-1 0 0,0 0 1 0 0,0-3-1 0 0,-3 1 137 0 0,-5 11-121 0 0,4 0-3 0 0,0 1-1 0 0,0 0 1 0 0,1 0-1 0 0,0 0 1 0 0,1 0-1 0 0,0 1 1 0 0,0-1-1 0 0,-1 10 0 0 0,-3 12 157 0 0,-4 17 68 0 0,-7 59 1 0 0,15-84-268 0 0,1 0 0 0 0,1 0 1 0 0,1 0-1 0 0,1-1 0 0 0,5 24 1 0 0,-6-41-12 0 0,0 0-1 0 0,0 0 1 0 0,0-1 0 0 0,0 1 0 0 0,1-1 0 0 0,-1 1-1 0 0,1-1 1 0 0,0 0 0 0 0,0 1 0 0 0,0-1 0 0 0,1 0-1 0 0,-1 0 1 0 0,1-1 0 0 0,0 1 0 0 0,0 0-1 0 0,0-1 1 0 0,0 0 0 0 0,5 4 0 0 0,-3-4 3 0 0,-1 0-1 0 0,0-1 1 0 0,1 0 0 0 0,-1 0-1 0 0,1 0 1 0 0,0 0 0 0 0,-1-1-1 0 0,1 1 1 0 0,0-1 0 0 0,-1 0-1 0 0,1-1 1 0 0,0 1 0 0 0,-1-1 0 0 0,1 0-1 0 0,4-2 1 0 0,11-3-8 0 0,0-1 1 0 0,-1-1-1 0 0,0 0 0 0 0,0-2 1 0 0,-1 0-1 0 0,19-15 1 0 0,-12 6-74 0 0,-1-1 0 0 0,0-2 0 0 0,29-34 0 0 0,-15 7-110 0 0,-2 0 0 0 0,-2-2 0 0 0,41-86 0 0 0,-44 74 118 0 0,-3 0-1 0 0,-3-2 0 0 0,-3-1 1 0 0,-2-1-1 0 0,11-78 1 0 0,-28 127 207 0 0,-1 0 0 0 0,-1-20 0 0 0,-1 32-78 0 0,-1-1-1 0 0,0 0 0 0 0,0 0 1 0 0,0 0-1 0 0,-1 1 1 0 0,1-1-1 0 0,-2 1 1 0 0,-3-10-1 0 0,5 15-60 0 0,1 0 1 0 0,-1-1-1 0 0,0 1 0 0 0,1 0 0 0 0,-1 0 1 0 0,0 0-1 0 0,0 0 0 0 0,0 0 0 0 0,0 0 1 0 0,0 0-1 0 0,0 0 0 0 0,0 0 0 0 0,0 0 0 0 0,-1 0 1 0 0,1 1-1 0 0,0-1 0 0 0,0 0 0 0 0,-1 1 1 0 0,1-1-1 0 0,0 1 0 0 0,-1 0 0 0 0,1-1 0 0 0,0 1 1 0 0,-1 0-1 0 0,1 0 0 0 0,-1 0 0 0 0,1 0 1 0 0,0 0-1 0 0,-1 0 0 0 0,1 0 0 0 0,0 0 1 0 0,-1 1-1 0 0,1-1 0 0 0,-1 0 0 0 0,1 1 0 0 0,-2 0 1 0 0,-2 2-10 0 0,1-1 0 0 0,-1 1 1 0 0,0 0-1 0 0,1 1 1 0 0,0-1-1 0 0,-1 1 0 0 0,-4 6 1 0 0,-11 14 49 0 0,1 1 1 0 0,1 0-1 0 0,1 2 1 0 0,2 0-1 0 0,-21 49 1 0 0,9-6 76 0 0,-21 89 1 0 0,1 61 106 0 0,42-184-229 0 0,2 0 0 0 0,2 1 0 0 0,0-1 0 0 0,7 44 0 0 0,-3-62-239 0 0,0 0 0 0 0,1 0 0 0 0,1 0 1 0 0,0-1-1 0 0,2 1 0 0 0,0-1 0 0 0,1-1 1 0 0,13 21-1 0 0,-14-27-526 0 0,1 1-1 0 0,0-1 1 0 0,1 0 0 0 0,20 17 0 0 0,-19-19-613 0 0,1-1 1 0 0,0 0 0 0 0,1 0 0 0 0,-1-1-1 0 0,18 7 1 0 0,20 2-7211 0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09:40.1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649 1282 2520 0 0,'-8'3'1178'0'0,"-7"1"631"0"0,0 1 1 0 0,1 1-1 0 0,0 1 0 0 0,-14 8 0 0 0,24-13-1584 0 0,1 0-1 0 0,0 1 0 0 0,0-1 0 0 0,0 1 1 0 0,0-1-1 0 0,0 1 0 0 0,0 0 0 0 0,1 0 0 0 0,-1 1 1 0 0,1-1-1 0 0,0 0 0 0 0,0 1 0 0 0,0-1 1 0 0,1 1-1 0 0,-1 0 0 0 0,1 0 0 0 0,0-1 1 0 0,0 1-1 0 0,0 0 0 0 0,0 0 0 0 0,0 7 1 0 0,5 9 424 0 0,-4-19-611 0 0,0 0 0 0 0,0-1 0 0 0,1 1 0 0 0,-1 0 0 0 0,0 0 0 0 0,1-1 0 0 0,-1 1 0 0 0,1 0 1 0 0,-1-1-1 0 0,0 1 0 0 0,1-1 0 0 0,-1 1 0 0 0,1 0 0 0 0,0-1 0 0 0,-1 1 0 0 0,1-1 0 0 0,-1 1 0 0 0,1-1 1 0 0,0 0-1 0 0,-1 1 0 0 0,1-1 0 0 0,0 0 0 0 0,0 1 0 0 0,-1-1 0 0 0,1 0 0 0 0,0 0 0 0 0,0 1 0 0 0,0-1 1 0 0,-1 0-1 0 0,2 0 0 0 0,6-2 50 0 0,0 0 1 0 0,0-1 0 0 0,0 1-1 0 0,-1-2 1 0 0,1 1 0 0 0,-1-1-1 0 0,0 0 1 0 0,0 0 0 0 0,0-1-1 0 0,-1 0 1 0 0,1 0-1 0 0,-1-1 1 0 0,5-6 0 0 0,12-13 27 0 0,35-51 0 0 0,-36 42-90 0 0,-2 0 1 0 0,-1-2 0 0 0,-2 0 0 0 0,-1-1 0 0 0,11-41 0 0 0,-3-12-32 0 0,15-98-1 0 0,-24 71-28 0 0,-6 1-1 0 0,-4-2 1 0 0,-13-136-1 0 0,-4 156-103 0 0,8 72 2 0 0,0 16 36 0 0,-3 14 51 0 0,-2 14 34 0 0,-8 35 12 0 0,2 0 1 0 0,2 1-1 0 0,-7 76 0 0 0,11-65 2 0 0,-92 842 323 0 0,48 5 127 0 0,40-661-406 0 0,-21 182 49 0 0,3-64 48 0 0,27-323-111 0 0,2-31-14 0 0,0 0 0 0 0,1 0 0 0 0,1 0 1 0 0,0 0-1 0 0,5 29 0 0 0,-5-43-11 0 0,0 0-1 0 0,0 0 0 0 0,1 0 0 0 0,-1 0 0 0 0,0 0 0 0 0,1 0 1 0 0,-1-1-1 0 0,1 1 0 0 0,-1 0 0 0 0,1 0 0 0 0,-1 0 0 0 0,1 0 1 0 0,-1-1-1 0 0,1 1 0 0 0,0 0 0 0 0,-1-1 0 0 0,1 1 1 0 0,0-1-1 0 0,0 1 0 0 0,0-1 0 0 0,-1 1 0 0 0,1-1 0 0 0,0 1 1 0 0,2 0-1 0 0,-2-1-1 0 0,1 0 1 0 0,0 0-1 0 0,0 0 1 0 0,0 0-1 0 0,0 0 1 0 0,-1-1-1 0 0,1 1 1 0 0,0 0-1 0 0,0-1 0 0 0,0 1 1 0 0,-1-1-1 0 0,3-1 1 0 0,4-2-5 0 0,-1 0 0 0 0,1-1 0 0 0,-1 0 0 0 0,9-8 0 0 0,9-11 4 0 0,-1 0 1 0 0,-1-2-1 0 0,25-36 1 0 0,47-91 55 0 0,-76 117-41 0 0,-2-1 0 0 0,-1 0 0 0 0,-2-1 0 0 0,-1 0 0 0 0,8-47 0 0 0,-17 61 22 0 0,0 0-1 0 0,-2 0 0 0 0,-1 0 0 0 0,-1-1 0 0 0,-1 1 0 0 0,-1 0 0 0 0,-1 0 0 0 0,-1 0 1 0 0,-14-45-1 0 0,5 35 44 0 0,-2-1 1 0 0,-1 2-1 0 0,-1 0 1 0 0,-2 1-1 0 0,-34-44 1 0 0,20 36 148 0 0,-2 1 0 0 0,-2 1 0 0 0,-51-40-1 0 0,-141-84 690 0 0,-10 24-435 0 0,193 114-403 0 0,27 15-70 0 0,1-1 1 0 0,0 0 0 0 0,-22-18-1 0 0,38 26-39 0 0,0 0-1 0 0,0 1 0 0 0,0-1 1 0 0,0 0-1 0 0,1 0 0 0 0,-1 0 1 0 0,1 0-1 0 0,-1-1 1 0 0,1 1-1 0 0,0 0 0 0 0,0-1 1 0 0,0 1-1 0 0,0-1 0 0 0,0 1 1 0 0,0-1-1 0 0,1 1 0 0 0,0-1 1 0 0,-1-4-1 0 0,1 2-57 0 0,1 1 0 0 0,-1 0-1 0 0,1 0 1 0 0,0 0 0 0 0,1 0 0 0 0,-1 0-1 0 0,1 0 1 0 0,-1 0 0 0 0,1 0 0 0 0,4-5-1 0 0,4-5-289 0 0,0 2 0 0 0,1-1 0 0 0,0 2 0 0 0,24-20 0 0 0,22-13-1436 0 0,1 3 0 0 0,90-47-1 0 0,136-51-4141 0 0,-118 60 2579 0 0,-122 58 2682 0 0,80-42 171 0 0,-104 51 1533 0 0,0 0 0 0 0,-1-2 0 0 0,32-30 0 0 0,-48 42-627 0 0,0-1-1 0 0,-1 0 0 0 0,1 0 0 0 0,-1 0 1 0 0,0 0-1 0 0,0 0 0 0 0,0-1 1 0 0,0 1-1 0 0,-1 0 0 0 0,1-1 1 0 0,-1 1-1 0 0,0-1 0 0 0,0 0 0 0 0,1-7 1 0 0,-2 11-319 0 0,0-1 0 0 0,0 1 0 0 0,0-1 0 0 0,0 1 0 0 0,0-1 0 0 0,0 1 0 0 0,0-1 0 0 0,-1 1 0 0 0,1-1 0 0 0,0 1 0 0 0,0-1 0 0 0,0 1 0 0 0,0-1 0 0 0,-1 1 0 0 0,1-1 0 0 0,0 1 0 0 0,-1-1 0 0 0,1 1 0 0 0,0-1 0 0 0,-1 1 0 0 0,1 0 0 0 0,0-1 0 0 0,-1 1 0 0 0,1 0 0 0 0,-1-1 0 0 0,1 1 0 0 0,-1 0 0 0 0,1 0 0 0 0,-1-1 0 0 0,1 1 0 0 0,-1 0 0 0 0,1 0 0 0 0,-1 0 0 0 0,1 0 0 0 0,-1-1 0 0 0,1 1-1 0 0,-1 0 1 0 0,1 0 0 0 0,-2 0 0 0 0,-17 5 980 0 0,9 1-833 0 0,1-1 0 0 0,0 1 0 0 0,1 0 0 0 0,-1 1 0 0 0,1 0 0 0 0,1 1 0 0 0,-1-1-1 0 0,-8 14 1 0 0,-47 73 389 0 0,58-86-553 0 0,-7 14 34 0 0,0 0 1 0 0,1 1 0 0 0,-12 37-1 0 0,19-47-64 0 0,1 0 0 0 0,0 1 0 0 0,0 0 0 0 0,2-1 0 0 0,-1 1 0 0 0,2 0 0 0 0,2 28 0 0 0,-2-38-13 0 0,1 1 0 0 0,0-1 0 0 0,0 1 0 0 0,0-1 0 0 0,1 1 0 0 0,-1-1 0 0 0,1 0 1 0 0,0 0-1 0 0,0 0 0 0 0,1 0 0 0 0,-1 0 0 0 0,1 0 0 0 0,0-1 0 0 0,0 1 0 0 0,0-1 0 0 0,1 0 0 0 0,-1 0 1 0 0,1 0-1 0 0,-1 0 0 0 0,1-1 0 0 0,0 0 0 0 0,0 1 0 0 0,0-1 0 0 0,0-1 0 0 0,1 1 0 0 0,-1 0 0 0 0,0-1 1 0 0,1 0-1 0 0,-1 0 0 0 0,1-1 0 0 0,-1 1 0 0 0,6-1 0 0 0,6 1 18 0 0,0-2-1 0 0,0 0 1 0 0,-1-1-1 0 0,1 0 1 0 0,-1-2-1 0 0,1 1 1 0 0,-1-2 0 0 0,16-7-1 0 0,-10 3-19 0 0,-1-1 1 0 0,0 0-1 0 0,0-2 1 0 0,-1-1-1 0 0,-1 0 0 0 0,0-1 1 0 0,-1-1-1 0 0,16-18 0 0 0,-22 21-3 0 0,0-1 0 0 0,-1 0 0 0 0,-1-1 0 0 0,0 0 0 0 0,-1 0 0 0 0,0-1 0 0 0,-1 0 0 0 0,0-1 0 0 0,-2 0 0 0 0,0 0 0 0 0,5-27 0 0 0,-9 33-3 0 0,0 0 1 0 0,0 0-1 0 0,-1 0 0 0 0,-1 0 1 0 0,1 0-1 0 0,-2 0 1 0 0,1 0-1 0 0,-1 0 1 0 0,-1 1-1 0 0,0-1 0 0 0,0 1 1 0 0,-1 0-1 0 0,0-1 1 0 0,-1 2-1 0 0,-7-13 0 0 0,8 16 1 0 0,-1-1 0 0 0,0 1-1 0 0,1 0 1 0 0,-2 0-1 0 0,1 0 1 0 0,-1 1-1 0 0,1 0 1 0 0,-1 0-1 0 0,0 0 1 0 0,-1 1 0 0 0,1 0-1 0 0,0 0 1 0 0,-1 1-1 0 0,0-1 1 0 0,0 2-1 0 0,1-1 1 0 0,-1 1-1 0 0,0 0 1 0 0,0 0-1 0 0,-1 1 1 0 0,1-1 0 0 0,-10 3-1 0 0,6-1-3 0 0,1 1 1 0 0,-1 1-1 0 0,1 0 0 0 0,0 1 1 0 0,0-1-1 0 0,1 2 0 0 0,-1 0 1 0 0,1 0-1 0 0,0 0 0 0 0,-13 11 0 0 0,8-5-10 0 0,1 0-1 0 0,0 1 1 0 0,1 1-1 0 0,0 0 1 0 0,-16 25-1 0 0,23-31 16 0 0,1 0 0 0 0,0 0-1 0 0,1 1 1 0 0,0-1 0 0 0,0 1-1 0 0,0 0 1 0 0,1 0-1 0 0,0 0 1 0 0,1 0 0 0 0,-1 1-1 0 0,1 7 1 0 0,1-12-38 0 0,0-1-1 0 0,1 0 1 0 0,-1 0 0 0 0,1 0-1 0 0,-1 0 1 0 0,1 1 0 0 0,0-1-1 0 0,0 0 1 0 0,0 0 0 0 0,1 0-1 0 0,-1-1 1 0 0,1 1 0 0 0,0 0-1 0 0,-1 0 1 0 0,1-1 0 0 0,1 1-1 0 0,-1-1 1 0 0,0 0 0 0 0,0 0-1 0 0,1 1 1 0 0,-1-1 0 0 0,1-1-1 0 0,0 1 1 0 0,-1 0 0 0 0,1-1-1 0 0,0 1 1 0 0,0-1 0 0 0,0 0-1 0 0,0 0 1 0 0,6 1 0 0 0,3 0-151 0 0,-1 0-1 0 0,1-1 1 0 0,0 0 0 0 0,0-1 0 0 0,0-1 0 0 0,0 0 0 0 0,0 0 0 0 0,0-1 0 0 0,-1-1 0 0 0,1 0 0 0 0,15-6 0 0 0,-3 0-56 0 0,0-2 1 0 0,-1-1-1 0 0,0 0 1 0 0,24-19 0 0 0,-18 9 66 0 0,0-2 1 0 0,-2-1-1 0 0,27-30 1 0 0,66-92 80 0 0,-80 98 424 0 0,-40 48-312 0 0,1 0 0 0 0,-1 1 0 0 0,1-1-1 0 0,0 0 1 0 0,-1 1 0 0 0,1-1 0 0 0,0 1 0 0 0,0-1-1 0 0,0 1 1 0 0,-1-1 0 0 0,1 1 0 0 0,0 0 0 0 0,0-1-1 0 0,0 1 1 0 0,0 0 0 0 0,1-1 0 0 0,1 1 37 0 0,-2 0-28 0 0,-1-1 0 0 0,1 1 0 0 0,0 0 0 0 0,0 0 1 0 0,0 0-1 0 0,0 0 0 0 0,0 0 0 0 0,0 0 0 0 0,0 0 0 0 0,0 0 0 0 0,0 1 0 0 0,0-1 0 0 0,0 0 0 0 0,-1 0 0 0 0,1 1 0 0 0,0-1 0 0 0,0 0 0 0 0,0 1 0 0 0,0-1 0 0 0,-1 1 0 0 0,1 0 0 0 0,0-1 0 0 0,-1 1 0 0 0,2 1 0 0 0,12 15 442 0 0,-5-2-208 0 0,-2 0 0 0 0,0 1 0 0 0,0 0 0 0 0,4 19 1 0 0,13 71 353 0 0,-12-50-244 0 0,-6-34 72 0 0,-2 1 0 0 0,-1-1 0 0 0,0 1 0 0 0,-2 0 0 0 0,0 0 0 0 0,-4 26 0 0 0,3-47-368 0 0,-1 1 0 0 0,1-1 0 0 0,-1 0 0 0 0,1 0 0 0 0,-1 1 0 0 0,0-1 0 0 0,0 0 0 0 0,0 0 0 0 0,0 0 0 0 0,-1 0 0 0 0,1 0 0 0 0,0 0 0 0 0,-1-1 0 0 0,1 1 0 0 0,-1 0 0 0 0,0-1 0 0 0,1 1 0 0 0,-1-1 1 0 0,-4 3-1 0 0,2-2-2 0 0,0-1 0 0 0,0 1 1 0 0,0-1-1 0 0,0 0 1 0 0,-1 0-1 0 0,1 0 1 0 0,0 0-1 0 0,-1-1 1 0 0,-7 0-1 0 0,-5-1 53 0 0,1-1-1 0 0,0-1 1 0 0,-1-1 0 0 0,-21-7-1 0 0,-1-3-202 0 0,1-1 0 0 0,-49-26-1 0 0,84 40-324 0 0,5-2-733 0 0,1 1 889 0 0,0 0 0 0 0,-1 0 0 0 0,1 0 1 0 0,0 0-1 0 0,0 0 0 0 0,1 0 0 0 0,-1 1 0 0 0,0-1 0 0 0,1 1 0 0 0,-1 0 0 0 0,0 0 0 0 0,8-1 0 0 0,53-4-3050 0 0,-30 3 1315 0 0,120-18-7382 0 0,-114 15 4305 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09:40.7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59 148 332 0 0,'2'-5'1030'0'0,"1"0"0"0"0,-1 0-1 0 0,0 0 1 0 0,-1 0 0 0 0,1 0 0 0 0,-1 0-1 0 0,0-1 1 0 0,0 1 0 0 0,-1 0 0 0 0,0-7-1 0 0,-1-5 3746 0 0,-6-31 1 0 0,4 31-3583 0 0,3 15-646 0 0,-7 26 333 0 0,1 12-359 0 0,-3 50-1 0 0,4-22-313 0 0,-28 286 470 0 0,31-319-508 0 0,1-28-115 0 0,7-29-64 0 0,2-4-133 0 0,41-149-180 0 0,-38 147 253 0 0,1 1 0 0 0,1 1 0 0 0,26-44 0 0 0,-36 69 40 0 0,-2 2 18 0 0,1 0 0 0 0,-1 1 0 0 0,1-1 0 0 0,-1 1 0 0 0,1-1 0 0 0,0 1 0 0 0,0 0 0 0 0,0 0 1 0 0,0-1-1 0 0,0 1 0 0 0,1 1 0 0 0,-1-1 0 0 0,1 0 0 0 0,-1 1 0 0 0,1-1 0 0 0,-1 1 0 0 0,1-1 0 0 0,0 1 0 0 0,3-1 0 0 0,-3 2-1 0 0,1 0 0 0 0,0 0 0 0 0,-1 0 0 0 0,1 0 0 0 0,-1 0 0 0 0,1 1 0 0 0,-1 0 0 0 0,1-1 0 0 0,-1 1 0 0 0,1 0 0 0 0,-1 1 0 0 0,0-1 0 0 0,1 1 0 0 0,-1-1 0 0 0,0 1 0 0 0,3 3 0 0 0,4 4 9 0 0,-1 1 1 0 0,0 0-1 0 0,-1 0 1 0 0,0 1-1 0 0,-1 0 1 0 0,0 1 0 0 0,-1-1-1 0 0,0 1 1 0 0,-1 0-1 0 0,5 16 1 0 0,2 15 145 0 0,12 74 1 0 0,-23-111-69 0 0,0 0 0 0 0,0 0 1 0 0,-1 0-1 0 0,0 0 0 0 0,0 0 0 0 0,0-1 1 0 0,-1 1-1 0 0,0 0 0 0 0,0 0 0 0 0,-1 0 1 0 0,1-1-1 0 0,-1 1 0 0 0,-4 7 0 0 0,5-11 35 0 0,-7-9 60 0 0,7 7-166 0 0,1 0 0 0 0,-1 0 1 0 0,0-1-1 0 0,1 1 0 0 0,-1 0 1 0 0,1-1-1 0 0,-1 1 0 0 0,0-1 1 0 0,1 1-1 0 0,-1-1 0 0 0,1 1 1 0 0,-1-1-1 0 0,1 1 0 0 0,-1-1 1 0 0,1 1-1 0 0,0-1 0 0 0,-1 0 1 0 0,1 1-1 0 0,0-1 0 0 0,-1 0 1 0 0,1 0-1 0 0,-4-14 0 0 0,1 1-1 0 0,1-1 1 0 0,1 1 0 0 0,0-1-1 0 0,0 0 1 0 0,1 0 0 0 0,1 0-1 0 0,1 0 1 0 0,4-19 0 0 0,1 7 3 0 0,0 1 1 0 0,2 0 0 0 0,0 1 0 0 0,17-29 0 0 0,-18 38-32 0 0,1 1 1 0 0,1 0 0 0 0,0 0-1 0 0,1 1 1 0 0,21-20 0 0 0,-26 28 3 0 0,0 0 1 0 0,1 1 0 0 0,0 0-1 0 0,0 0 1 0 0,0 1 0 0 0,0-1-1 0 0,1 2 1 0 0,-1-1 0 0 0,1 1-1 0 0,0 0 1 0 0,0 1 0 0 0,0 0-1 0 0,17-2 1 0 0,-21 4 36 0 0,0-1 0 0 0,0 2 1 0 0,1-1-1 0 0,-1 0 0 0 0,0 1 0 0 0,1 0 0 0 0,-1 0 1 0 0,0 0-1 0 0,0 0 0 0 0,0 1 0 0 0,0 0 0 0 0,0 0 0 0 0,0 0 1 0 0,-1 0-1 0 0,1 0 0 0 0,3 4 0 0 0,-2-2 119 0 0,-1 1-1 0 0,1 0 0 0 0,-1 0 1 0 0,0 1-1 0 0,-1-1 0 0 0,1 1 1 0 0,-1 0-1 0 0,0 0 0 0 0,4 9 1 0 0,-2 2 259 0 0,-1 0 0 0 0,0-1-1 0 0,-1 2 1 0 0,-1-1 0 0 0,0 0 0 0 0,-2 0 0 0 0,-1 20 0 0 0,-28 246 1604 0 0,28-268-1998 0 0,5 4 0 0 0,-3-18 1 0 0,0 0 0 0 0,-1 0 1 0 0,1 0-1 0 0,0 0 0 0 0,0-1 0 0 0,0 1 0 0 0,1 0 0 0 0,-1 0 1 0 0,0-1-1 0 0,0 1 0 0 0,0 0 0 0 0,0-1 0 0 0,1 1 0 0 0,-1-1 1 0 0,0 0-1 0 0,1 1 0 0 0,-1-1 0 0 0,0 0 0 0 0,1 0 0 0 0,-1 0 1 0 0,0 0-1 0 0,1 0 0 0 0,-1 0 0 0 0,0 0 0 0 0,1 0 0 0 0,-1-1 1 0 0,0 1-1 0 0,2-1 0 0 0,44-15-77 0 0,-35 11-26 0 0,251-113-7604 0 0,-92 26-3540 0 0,-77 40-21 0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09:40.9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 17 9129 0 0,'-15'-4'23638'0'0,"13"-9"-23638"0"0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10:21.5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393 13 104 0 0,'0'0'1203'0'0,"-4"-1"-115"0"0,-67-5 3896 0 0,44 4-3683 0 0,-11 0 62 0 0,-1 1-1 0 0,1 2 1 0 0,0 1-1 0 0,-73 15 1 0 0,89-7-1059 0 0,22-10-287 0 0,0 0 0 0 0,0 0 0 0 0,-1 1 1 0 0,1-1-1 0 0,0 0 0 0 0,-1 0 0 0 0,1 0 1 0 0,0 0-1 0 0,0 1 0 0 0,-1-1 0 0 0,1 0 1 0 0,0 0-1 0 0,0 1 0 0 0,0-1 0 0 0,-1 0 1 0 0,1 0-1 0 0,0 1 0 0 0,0-1 0 0 0,0 0 0 0 0,0 0 1 0 0,-1 1-1 0 0,1-1 0 0 0,0 0 0 0 0,0 1 1 0 0,0-1-1 0 0,0 0 0 0 0,0 1 0 0 0,0-1 1 0 0,0 0-1 0 0,0 1 0 0 0,0-1 0 0 0,0 0 1 0 0,0 1-1 0 0,0-1 0 0 0,0 0 0 0 0,0 0 1 0 0,0 1-1 0 0,1-1 0 0 0,-1 0 0 0 0,0 1 1 0 0,0-1-1 0 0,0 0 0 0 0,0 0 0 0 0,1 1 1 0 0,-1-1-1 0 0,0 0 0 0 0,0 0 0 0 0,0 1 1 0 0,1-1-1 0 0,-1 0 0 0 0,0 0 0 0 0,0 0 1 0 0,1 1-1 0 0,-1-1 0 0 0,0 0 0 0 0,1 0 1 0 0,-1 0-1 0 0,0 0 0 0 0,1 0 0 0 0,-1 0 1 0 0,0 0-1 0 0,0 1 0 0 0,1-1 0 0 0,-1 0 1 0 0,1 0-1 0 0,16 4 282 0 0,1 1 1 0 0,-1-2-1 0 0,1-1 1 0 0,19 1-1 0 0,77-2 180 0 0,-57-2-300 0 0,636-2 663 0 0,934 11-321 0 0,868 90-372 0 0,-1514-58-130 0 0,-126-44 63 0 0,-678 0-108 0 0,-168 2 484 0 0,-7-3-4515 0 0,-2 5 3831 0 0,0 0 1 0 0,0-1-1 0 0,0 1 1 0 0,0 0-1 0 0,0-1 1 0 0,0 1 0 0 0,0 0-1 0 0,0 0 1 0 0,0-1-1 0 0,-1 1 1 0 0,1 0 0 0 0,0-1-1 0 0,0 1 1 0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10:22.4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75 288 964 0 0,'0'0'2149'0'0,"-4"0"-199"0"0,-31 2 3977 0 0,32-2-3916 0 0,0 0-1208 0 0,-20 5 1513 0 0,17-1-1010 0 0,21-3-1341 0 0,601-26 565 0 0,-606 24-534 0 0,105-12-841 0 0,-105 11 605 0 0,1 0-1 0 0,0-1 1 0 0,0 0-1 0 0,-1-1 0 0 0,0 0 1 0 0,0-1-1 0 0,0 0 0 0 0,11-8 1 0 0,-19 11 197 0 0,0 1 1 0 0,0-1-1 0 0,0 0 1 0 0,0 0-1 0 0,0 0 1 0 0,0 0-1 0 0,-1-1 1 0 0,1 1-1 0 0,-1 0 1 0 0,1-1-1 0 0,-1 1 1 0 0,0-1-1 0 0,0 1 1 0 0,0-1-1 0 0,0 0 1 0 0,-1 1-1 0 0,1-1 1 0 0,-1 0-1 0 0,0 0 1 0 0,1 1-1 0 0,-1-1 1 0 0,0 0-1 0 0,-1 0 1 0 0,1 1-1 0 0,0-1 1 0 0,-1 0-1 0 0,0 0 1 0 0,1 1-1 0 0,-2-4 1 0 0,-3-6 103 0 0,-1 0 1 0 0,0 0-1 0 0,-1 1 1 0 0,-13-19 0 0 0,17 26 30 0 0,-35-48 1821 0 0,36 50-1653 0 0,3 2-241 0 0,-1 0-1 0 0,0-1 0 0 0,0 1 0 0 0,0-1 0 0 0,1 1 1 0 0,-1-1-1 0 0,0 1 0 0 0,0 0 0 0 0,1-1 0 0 0,-1 1 1 0 0,0 0-1 0 0,1-1 0 0 0,-1 1 0 0 0,0 0 0 0 0,1-1 1 0 0,-1 1-1 0 0,1 0 0 0 0,-1 0 0 0 0,1-1 0 0 0,-1 1 1 0 0,0 0-1 0 0,1 0 0 0 0,-1 0 0 0 0,1 0 0 0 0,-1 0 0 0 0,1 0 1 0 0,-1 0-1 0 0,1 0 0 0 0,-1 0 0 0 0,1 0 0 0 0,-1 0 1 0 0,1 0-1 0 0,-1 0 0 0 0,1 0 0 0 0,-1 0 0 0 0,0 0 1 0 0,1 0-1 0 0,-1 0 0 0 0,1 1 0 0 0,-1-1 0 0 0,1 0 1 0 0,-1 0-1 0 0,1 1 0 0 0,23 8 326 0 0,-23-8-323 0 0,5 1 10 0 0,0 1 0 0 0,0 0 0 0 0,-1 0 0 0 0,1 1 0 0 0,-1 0 0 0 0,0 0 0 0 0,0 0 0 0 0,0 1 0 0 0,0-1 0 0 0,-1 1 0 0 0,0 0 0 0 0,0 1 0 0 0,0-1 0 0 0,-1 1 0 0 0,1-1 0 0 0,-1 1 0 0 0,-1 0 0 0 0,1 0 0 0 0,-1 0 1 0 0,0 1-1 0 0,0-1 0 0 0,-1 0 0 0 0,0 1 0 0 0,0-1 0 0 0,-1 1 0 0 0,1 0 0 0 0,-1-1 0 0 0,-1 1 0 0 0,1-1 0 0 0,-1 1 0 0 0,-1-1 0 0 0,1 1 0 0 0,-1-1 0 0 0,0 0 0 0 0,0 0 0 0 0,-4 7 0 0 0,-5 9-25 0 0,-2-1 0 0 0,0 0 0 0 0,-2-1 1 0 0,0-1-1 0 0,-1 0 0 0 0,-30 28 0 0 0,-122 87-3094 0 0,124-103-776 0 0,-51 26 1 0 0,50-33-1480 0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10:22.6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28 3744 0 0,'3'-1'6240'0'0,"1"0"-4762"0"0,0-1-1 0 0,-1 1 1 0 0,1-1-1 0 0,-1 0 1 0 0,1 0-1 0 0,4-3 1 0 0,4-5 29 0 0,-11 8-2060 0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10:24.1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348 189 1264 0 0,'18'-39'8185'0'0,"14"-46"0"0"0,-31 83-7479 0 0,-6 13-533 0 0,1 0-1 0 0,-5 18 0 0 0,-1 7-87 0 0,-189 450 290 0 0,116-293-281 0 0,-3 33 168 0 0,83-215-207 0 0,3-9 64 0 0,2-5-100 0 0,39-60-14 0 0,-2-2 0 0 0,48-110 0 0 0,-44 82-20 0 0,6-7-14 0 0,222-424-178 0 0,-244 487 121 0 0,-27 36 85 0 0,1 1 0 0 0,0-1 1 0 0,-1 0-1 0 0,1 1 0 0 0,0-1 0 0 0,-1 1 0 0 0,1 0 1 0 0,0-1-1 0 0,0 1 0 0 0,0-1 0 0 0,-1 1 1 0 0,1 0-1 0 0,0 0 0 0 0,0-1 0 0 0,0 1 1 0 0,0 0-1 0 0,-1 0 0 0 0,2 0 0 0 0,0 0 1 0 0,-1 0 0 0 0,0 0 1 0 0,-1-1-1 0 0,1 1 0 0 0,0 0 0 0 0,0 0 0 0 0,0 0 1 0 0,-1 1-1 0 0,1-1 0 0 0,0 0 0 0 0,0 0 1 0 0,0 0-1 0 0,-1 0 0 0 0,1 1 0 0 0,0-1 0 0 0,0 0 1 0 0,-1 1-1 0 0,1-1 0 0 0,0 1 0 0 0,-1-1 1 0 0,1 1-1 0 0,0-1 0 0 0,-1 1 0 0 0,1-1 0 0 0,-1 1 1 0 0,1 0-1 0 0,-1-1 0 0 0,1 1 0 0 0,-1 0 1 0 0,1 0-1 0 0,10 22 3 0 0,-10-21 0 0 0,3 11 7 0 0,-1 1 0 0 0,0-1 0 0 0,0 1 0 0 0,-1-1 0 0 0,0 23 0 0 0,-7 71 30 0 0,3-80-37 0 0,-18 182 50 0 0,-1 25 1 0 0,18-172-17 0 0,10 110 0 0 0,-4-151-132 0 0,9 37 0 0 0,-9-49-436 0 0,-1-1 0 0 0,2 1 0 0 0,-1-1 0 0 0,1 0 0 0 0,0 0 0 0 0,9 13 0 0 0,0-12-2272 0 0,-7-9-2060 0 0,6-3-986 0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10:24.4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93 40 64 0 0,'-64'-26'12468'0'0,"38"13"-9344"0"0,24 12-1698 0 0,16 5-1161 0 0,166 35-46 0 0,-146-34-2822 0 0,52 0 1 0 0,-45-9-2836 0 0,-21 2 919 0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10:24.8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48 2596 0 0,'11'-38'9990'0'0,"-10"36"-8914"0"0,1-4 72 0 0,-2 6-1118 0 0,0 0 0 0 0,0 1 0 0 0,0-1 0 0 0,0 0 0 0 0,0 0-1 0 0,0 0 1 0 0,0 0 0 0 0,0 0 0 0 0,1 0 0 0 0,-1 0 0 0 0,0 0-1 0 0,0 0 1 0 0,0 0 0 0 0,0 0 0 0 0,0 0 0 0 0,0 0 0 0 0,0 0-1 0 0,0 0 1 0 0,0 0 0 0 0,0 0 0 0 0,1 0 0 0 0,-1 0 0 0 0,0 0-1 0 0,0 0 1 0 0,0 0 0 0 0,0 0 0 0 0,0 0 0 0 0,0 0 0 0 0,0 0 0 0 0,0 0-1 0 0,0 0 1 0 0,0 0 0 0 0,0 0 0 0 0,1 0 0 0 0,-1 0 0 0 0,0 0-1 0 0,0 0 1 0 0,0 0 0 0 0,0 0 0 0 0,0 0 0 0 0,0 0 0 0 0,0 0-1 0 0,0 0 1 0 0,0-1 0 0 0,0 1 0 0 0,0 0 0 0 0,0 0 0 0 0,0 0-1 0 0,0 0 1 0 0,0 0 0 0 0,0 0 0 0 0,0 0 0 0 0,0 0 0 0 0,1 0-1 0 0,-1 0 1 0 0,0 0 0 0 0,0-1 0 0 0,0 1 0 0 0,0 0 0 0 0,0 0 0 0 0,0 0-1 0 0,0 0 1 0 0,0 0 0 0 0,0 0 0 0 0,-1 0 0 0 0,1 0 0 0 0,6 16 482 0 0,-2 0 1 0 0,0 0 0 0 0,3 34 0 0 0,-3 56 429 0 0,-3-66-770 0 0,0 49 591 0 0,-20 164 0 0 0,19-251-304 0 0,1-19-394 0 0,0 0 0 0 0,2 0 0 0 0,0 0 1 0 0,1 0-1 0 0,0 1 0 0 0,2-1 0 0 0,13-29 0 0 0,-9 26-95 0 0,1 1 0 0 0,0 0 0 0 0,2 0 0 0 0,0 1 0 0 0,26-26 0 0 0,-36 40 20 0 0,0 1-1 0 0,1 0 1 0 0,-1 0 0 0 0,1 1 0 0 0,0-1 0 0 0,0 1 0 0 0,0 0-1 0 0,0 0 1 0 0,0 0 0 0 0,0 0 0 0 0,1 1 0 0 0,-1 0 0 0 0,1 0-1 0 0,5-1 1 0 0,-7 2 7 0 0,1 0 1 0 0,-1 0-1 0 0,1 0 0 0 0,-1 1 0 0 0,0 0 0 0 0,1-1 0 0 0,-1 1 0 0 0,0 0 1 0 0,1 0-1 0 0,-1 1 0 0 0,0-1 0 0 0,0 1 0 0 0,0 0 0 0 0,0-1 1 0 0,0 1-1 0 0,-1 1 0 0 0,1-1 0 0 0,0 0 0 0 0,2 4 0 0 0,2 3 3 0 0,0-1 0 0 0,-1 1-1 0 0,0 0 1 0 0,0 1 0 0 0,-1-1-1 0 0,-1 1 1 0 0,0 0 0 0 0,6 19-1 0 0,-3 3-64 0 0,6 51 0 0 0,-11-57-1820 0 0,2-1 0 0 0,1 0 0 0 0,12 41 1 0 0,-4-46-4355 0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10:25.2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487 101 1148 0 0,'7'-22'5377'0'0,"0"-1"-1"0"0,4-30 1 0 0,-11 51-3843 0 0,8 130-575 0 0,-7-102-901 0 0,0-1 1 0 0,8 46-1 0 0,-8-63-38 0 0,1 1 0 0 0,1-1 0 0 0,-1 0 0 0 0,1 0 0 0 0,1 0 1 0 0,-1-1-1 0 0,1 1 0 0 0,1-1 0 0 0,-1 0 0 0 0,1 0 0 0 0,0 0 0 0 0,9 7 0 0 0,-12-12-11 0 0,0 0 1 0 0,0 0-1 0 0,1 0 0 0 0,-1 0 0 0 0,1-1 1 0 0,-1 1-1 0 0,1-1 0 0 0,0 0 0 0 0,-1 0 1 0 0,1 0-1 0 0,0 0 0 0 0,0 0 0 0 0,0 0 1 0 0,0-1-1 0 0,0 0 0 0 0,0 1 1 0 0,0-1-1 0 0,0 0 0 0 0,4-1 0 0 0,-3 0 0 0 0,0 0-1 0 0,1-1 0 0 0,-1 1 1 0 0,0-1-1 0 0,0 0 0 0 0,0 0 1 0 0,0 0-1 0 0,-1-1 0 0 0,1 1 1 0 0,-1-1-1 0 0,6-6 0 0 0,1-1 1 0 0,0-2-1 0 0,-1 0 1 0 0,-1 0-1 0 0,0 0 0 0 0,0-1 1 0 0,9-23-1 0 0,0-10-43 0 0,20-79-1 0 0,-36 122 16 0 0,-3 7-21 0 0,-30 100 449 0 0,-21 115-1 0 0,23-86-114 0 0,-38 177 99 0 0,-63 239 171 0 0,108-475-160 0 0,-34 75 1 0 0,44-120-19 0 0,-1-2 1 0 0,-1 0 0 0 0,-2-1 0 0 0,0-1 0 0 0,-36 40 0 0 0,46-57-202 0 0,-1-1 1 0 0,1-1-1 0 0,-1 1 0 0 0,0-1 1 0 0,-1-1-1 0 0,1 1 1 0 0,-16 5-1 0 0,20-9-108 0 0,-1 0-1 0 0,0 0 1 0 0,0-1-1 0 0,-1 0 1 0 0,1 0 0 0 0,0 0-1 0 0,0-1 1 0 0,0 0 0 0 0,-1 0-1 0 0,1 0 1 0 0,0-1-1 0 0,0 1 1 0 0,0-1 0 0 0,0-1-1 0 0,-1 1 1 0 0,-4-3 0 0 0,2 1-5 0 0,1 0 0 0 0,-1-1 0 0 0,1 0 0 0 0,0 0 0 0 0,0-1 0 0 0,1 0 0 0 0,0 0 0 0 0,-1-1 0 0 0,2 1 0 0 0,-1-1 0 0 0,1-1 0 0 0,0 1 0 0 0,-6-11 0 0 0,6 8-31 0 0,1 0 0 0 0,0 0-1 0 0,0-1 1 0 0,1 0-1 0 0,1 0 1 0 0,-1 0-1 0 0,2 0 1 0 0,-1 0-1 0 0,1-16 1 0 0,2 1-67 0 0,1 1 0 0 0,1 0 1 0 0,1 1-1 0 0,1-1 0 0 0,2 1 1 0 0,0-1-1 0 0,1 2 0 0 0,14-28 1 0 0,-1 10-608 0 0,2 1-1 0 0,2 1 1 0 0,1 1 0 0 0,2 1 0 0 0,64-63 0 0 0,42-21-3711 0 0,8 8-4384 0 0,-119 94 6745 0 0,22-18-6264 0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10:25.8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2 215 1060 0 0,'-1'-5'775'0'0,"1"-1"1"0"0,-1 1-1 0 0,1-1 0 0 0,1 1 0 0 0,-1-1 0 0 0,1 1 1 0 0,0-1-1 0 0,0 1 0 0 0,3-9 0 0 0,-1 6-261 0 0,1 1-1 0 0,-1 0 0 0 0,1 0 1 0 0,0 0-1 0 0,1 0 1 0 0,0 1-1 0 0,0-1 0 0 0,0 1 1 0 0,12-10-1 0 0,-17 16-485 0 0,1-1 0 0 0,0 0-1 0 0,0 1 1 0 0,0-1 0 0 0,0 0 0 0 0,0 1 0 0 0,0-1 0 0 0,0 1-1 0 0,0 0 1 0 0,0-1 0 0 0,0 1 0 0 0,0 0 0 0 0,0-1-1 0 0,0 1 1 0 0,1 0 0 0 0,-1 0 0 0 0,0 0 0 0 0,0 0 0 0 0,0 0-1 0 0,0 0 1 0 0,0 0 0 0 0,0 1 0 0 0,0-1 0 0 0,1 0 0 0 0,-1 1-1 0 0,0-1 1 0 0,0 0 0 0 0,0 1 0 0 0,0-1 0 0 0,0 1-1 0 0,0 0 1 0 0,-1-1 0 0 0,1 1 0 0 0,0 0 0 0 0,0 0 0 0 0,0-1-1 0 0,-1 1 1 0 0,2 2 0 0 0,2 1 84 0 0,-1 1 0 0 0,0 0 1 0 0,0-1-1 0 0,-1 1 0 0 0,4 11 0 0 0,-1-1-3 0 0,-2 0 0 0 0,0 0 0 0 0,0 1 0 0 0,-2-1 0 0 0,0 1 0 0 0,0-1 0 0 0,-2 1 0 0 0,-2 15 0 0 0,0-5 15 0 0,-2 0 0 0 0,-1-1 0 0 0,0 0 0 0 0,-12 26 0 0 0,18-50-111 0 0,-1 0 0 0 0,1 1 0 0 0,-1-1 0 0 0,0 0 0 0 0,1 1 0 0 0,-1-1 0 0 0,0 0 0 0 0,0 0 0 0 0,0 0 0 0 0,0 0 0 0 0,0 0 0 0 0,-1 2 0 0 0,2-3-11 0 0,-1 0 1 0 0,1 0-1 0 0,-1 0 0 0 0,1 0 0 0 0,-1 0 0 0 0,1 1 0 0 0,0-1 0 0 0,-1 0 0 0 0,1 0 1 0 0,-1 0-1 0 0,1 0 0 0 0,-1 0 0 0 0,1-1 0 0 0,-1 1 0 0 0,1 0 0 0 0,0 0 0 0 0,-1 0 0 0 0,1 0 1 0 0,-1 0-1 0 0,1 0 0 0 0,-1-1 0 0 0,1 1 0 0 0,0 0 0 0 0,-1 0 0 0 0,1-1 0 0 0,0 1 0 0 0,-1-1 1 0 0,-1-4-1 0 0,3-16-13 0 0,1 1-1 0 0,1-1 0 0 0,0 1 0 0 0,2 0 1 0 0,0 0-1 0 0,1 0 0 0 0,1 1 1 0 0,1 0-1 0 0,1 1 0 0 0,14-23 0 0 0,-13 24-1 0 0,1 1 0 0 0,1 0 0 0 0,0 1-1 0 0,1 0 1 0 0,1 1 0 0 0,0 1 0 0 0,1 0-1 0 0,1 0 1 0 0,-1 2 0 0 0,2 0 0 0 0,18-9-1 0 0,-28 17 10 0 0,0 0-1 0 0,1 0 0 0 0,-1 0 0 0 0,1 1 1 0 0,0 0-1 0 0,0 0 0 0 0,0 1 0 0 0,0 0 1 0 0,0 1-1 0 0,0 0 0 0 0,0 0 0 0 0,0 0 1 0 0,0 1-1 0 0,0 1 0 0 0,0-1 0 0 0,9 4 1 0 0,-11-3 8 0 0,0 1 1 0 0,0 0 0 0 0,0 0 0 0 0,-1 1-1 0 0,1 0 1 0 0,-1 0 0 0 0,0 0-1 0 0,0 0 1 0 0,0 1 0 0 0,0 0 0 0 0,-1 0-1 0 0,0 0 1 0 0,0 1 0 0 0,0-1 0 0 0,-1 1-1 0 0,0 0 1 0 0,0 0 0 0 0,0 0 0 0 0,2 12-1 0 0,-1-5 16 0 0,-1 0 0 0 0,-1 1 0 0 0,0-1-1 0 0,-1 1 1 0 0,-1 27 0 0 0,-13 67 137 0 0,0-11-2252 0 0,12-95 1855 0 0,1 0 1 0 0,0 0 0 0 0,0 0 0 0 0,0 0-1 0 0,1 0 1 0 0,-1 0 0 0 0,0 0 0 0 0,1 0-1 0 0,-1 0 1 0 0,1 0 0 0 0,0 0 0 0 0,0 0-1 0 0,0 0 1 0 0,0 0 0 0 0,2 3 0 0 0,-2-4 38 0 0,0-1 0 0 0,0 1 0 0 0,0 0 0 0 0,0-1 0 0 0,0 1 0 0 0,0 0 0 0 0,0-1 0 0 0,0 1 0 0 0,0-1 0 0 0,0 0 0 0 0,0 1 0 0 0,0-1 0 0 0,1 0 1 0 0,-1 0-1 0 0,0 0 0 0 0,0 0 0 0 0,0 0 0 0 0,0 0 0 0 0,1 0 0 0 0,-1 0 0 0 0,0 0 0 0 0,0-1 0 0 0,0 1 0 0 0,0 0 0 0 0,0-1 0 0 0,1 1 0 0 0,-1-1 0 0 0,0 1 0 0 0,1-2 1 0 0,13-7-2983 0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10:26.2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1 395 860 0 0,'28'-39'3652'0'0,"51"-83"7809"0"0,-60 95-8986 0 0,-19 27-2465 0 0,0 0 0 0 0,0 0 0 0 0,0 0 0 0 0,0 0-1 0 0,0 0 1 0 0,0 0 0 0 0,0 0 0 0 0,-1 0 0 0 0,1 1 0 0 0,0-1 0 0 0,0 0 0 0 0,0 0 0 0 0,0 0 0 0 0,1 0 0 0 0,-1 0 0 0 0,0 0-1 0 0,0 0 1 0 0,0 0 0 0 0,0 0 0 0 0,0 0 0 0 0,0 0 0 0 0,0 0 0 0 0,0 1 0 0 0,0-1 0 0 0,0 0 0 0 0,0 0 0 0 0,0 0-1 0 0,0 0 1 0 0,0 0 0 0 0,0 0 0 0 0,0 0 0 0 0,0 0 0 0 0,0 0 0 0 0,0 0 0 0 0,0 0 0 0 0,0 0 0 0 0,0 0 0 0 0,1 0-1 0 0,-1 0 1 0 0,0 0 0 0 0,0 0 0 0 0,0 0 0 0 0,0 0 0 0 0,0 0 0 0 0,0 0 0 0 0,0 0 0 0 0,0 0 0 0 0,0 0 0 0 0,0 0-1 0 0,0 0 1 0 0,0 0 0 0 0,1 0 0 0 0,-1 0 0 0 0,0 0 0 0 0,0 0 0 0 0,0 0 0 0 0,0 0 0 0 0,0 0 0 0 0,-7 19 219 0 0,-2 5-147 0 0,1 1 0 0 0,0-1 0 0 0,-4 30 0 0 0,10-40-59 0 0,0-1 0 0 0,1 1 0 0 0,1 0 0 0 0,0 0 0 0 0,0 0 0 0 0,2 0 0 0 0,4 21 0 0 0,-5-32-10 0 0,0 0 0 0 0,0 1 0 0 0,0-1 0 0 0,0 0 0 0 0,1 0 0 0 0,-1 0 0 0 0,1 0 0 0 0,0 0 0 0 0,0-1 0 0 0,0 1 0 0 0,1 0 0 0 0,-1-1 0 0 0,0 0 0 0 0,1 1 0 0 0,0-1 0 0 0,-1 0 0 0 0,4 2 0 0 0,-1-2 8 0 0,0 0-1 0 0,-1 0 0 0 0,1-1 0 0 0,0 1 1 0 0,0-1-1 0 0,0 0 0 0 0,0-1 0 0 0,0 1 0 0 0,0-1 1 0 0,8 0-1 0 0,-1-1 14 0 0,0-1-1 0 0,1 0 1 0 0,-1-1 0 0 0,0 0 0 0 0,0-1-1 0 0,-1 0 1 0 0,1-1 0 0 0,17-10 0 0 0,-15 6 1 0 0,-1-1 0 0 0,-1 0 0 0 0,1-1 0 0 0,-1 0 0 0 0,-1-1 0 0 0,0 0 0 0 0,-1-1 0 0 0,0-1 0 0 0,-1 1 0 0 0,-1-1 1 0 0,7-16-1 0 0,-8 17 41 0 0,-1-1 0 0 0,-1 0 1 0 0,0 0-1 0 0,-1 0 0 0 0,-1-1 0 0 0,0 1 1 0 0,-1-1-1 0 0,-1 0 0 0 0,0 1 1 0 0,0-1-1 0 0,-2 0 0 0 0,-3-21 0 0 0,3 28-68 0 0,-1 1-1 0 0,1 0 0 0 0,-2 0 1 0 0,1 0-1 0 0,-1 0 0 0 0,0 1 0 0 0,0-1 1 0 0,-1 1-1 0 0,0-1 0 0 0,0 1 1 0 0,-1 1-1 0 0,1-1 0 0 0,-1 1 1 0 0,0-1-1 0 0,-1 1 0 0 0,0 1 0 0 0,1-1 1 0 0,-1 1-1 0 0,-1 0 0 0 0,1 0 1 0 0,0 1-1 0 0,-1 0 0 0 0,0 0 1 0 0,0 0-1 0 0,0 1 0 0 0,0 0 0 0 0,0 1 1 0 0,0-1-1 0 0,-1 1 0 0 0,1 1 1 0 0,0-1-1 0 0,-1 1 0 0 0,1 1 1 0 0,0-1-1 0 0,0 1 0 0 0,-1 0 0 0 0,1 1 1 0 0,-13 4-1 0 0,7-1-3 0 0,1 1-1 0 0,0 0 1 0 0,1 1 0 0 0,0 0-1 0 0,0 1 1 0 0,0 0-1 0 0,1 1 1 0 0,0 0 0 0 0,1 0-1 0 0,0 1 1 0 0,0 0 0 0 0,-7 14-1 0 0,7-11-171 0 0,0 1 0 0 0,1 0 0 0 0,1 1 0 0 0,1 0 0 0 0,0 0 0 0 0,1 0 0 0 0,0 1 0 0 0,2 0 0 0 0,-4 26 0 0 0,6-35-94 0 0,1 0 0 0 0,0-1 1 0 0,0 1-1 0 0,1 0 1 0 0,-1 0-1 0 0,2-1 1 0 0,-1 1-1 0 0,1-1 1 0 0,0 1-1 0 0,0-1 1 0 0,1 1-1 0 0,-1-1 1 0 0,2 0-1 0 0,-1 0 0 0 0,0-1 1 0 0,1 1-1 0 0,0-1 1 0 0,7 8-1 0 0,-5-8-179 0 0,0 0-1 0 0,0 0 1 0 0,1-1 0 0 0,0 1-1 0 0,0-1 1 0 0,0-1-1 0 0,0 1 1 0 0,0-1 0 0 0,1-1-1 0 0,-1 1 1 0 0,1-1-1 0 0,0-1 1 0 0,0 1 0 0 0,-1-1-1 0 0,11 0 1 0 0,16-1-2275 0 0,-1-2-731 0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10:26.6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0 149 1832 0 0,'22'-46'7871'0'0,"17"-54"-1"0"0,-39 97-7363 0 0,12 14-172 0 0,-10-6-291 0 0,0 0 0 0 0,-1 0-1 0 0,0 1 1 0 0,0-1 0 0 0,0 0 0 0 0,0 1 0 0 0,-1 9-1 0 0,0-3 6 0 0,0 62 164 0 0,-9 78-1 0 0,4-85-58 0 0,4-49 177 0 0,1-14-50 0 0,0 1 1 0 0,0 0-1 0 0,-1 0 1 0 0,1-1-1 0 0,-1 1 1 0 0,-2 6-1 0 0,2-10-71 0 0,1-4-39 0 0,1-16-88 0 0,1 1 0 0 0,0-1-1 0 0,2 1 1 0 0,0 0 0 0 0,1 0-1 0 0,13-33 1 0 0,-4 21-94 0 0,1 0 0 0 0,1 1 0 0 0,23-30-1 0 0,-36 54-1 0 0,0 1 0 0 0,1 0 0 0 0,-1 0 0 0 0,1 0 0 0 0,0 0 0 0 0,0 1 0 0 0,0-1 0 0 0,1 1 0 0 0,-1 0 0 0 0,1 1 0 0 0,0-1 0 0 0,0 1 0 0 0,0 0-1 0 0,9-3 1 0 0,-12 5 11 0 0,-1 0-1 0 0,1 0 0 0 0,0 0 1 0 0,0 0-1 0 0,0 0 1 0 0,-1 1-1 0 0,1-1 0 0 0,0 0 1 0 0,0 1-1 0 0,-1 0 0 0 0,1-1 1 0 0,0 1-1 0 0,-1 0 0 0 0,1 0 1 0 0,-1 0-1 0 0,1 0 1 0 0,-1 0-1 0 0,1 0 0 0 0,-1 0 1 0 0,2 3-1 0 0,1 0 3 0 0,-1 0 1 0 0,0 0-1 0 0,0 0 1 0 0,0 0-1 0 0,3 7 1 0 0,-2-1-7 0 0,0 1 1 0 0,-1 0-1 0 0,0 0 1 0 0,0 0-1 0 0,-1 1 1 0 0,-1-1-1 0 0,1 17 1 0 0,-9 83 422 0 0,4-82-2403 0 0,1 1-1 0 0,2 40 1 0 0,0-68 1245 0 0,1 0-1 0 0,-1 0 1 0 0,1 0 0 0 0,-1 0 0 0 0,1 0 0 0 0,0 0-1 0 0,0 0 1 0 0,0 0 0 0 0,0 0 0 0 0,1 1-1 0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10:26.8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0 173 1204 0 0,'22'-24'9538'0'0,"1"1"-4191"0"0,-16 17-4668 0 0,0-1 0 0 0,1 1-1 0 0,10-6 1 0 0,4-1-606 0 0,1 1-1 0 0,0 1 1 0 0,1 1-1 0 0,45-11 0 0 0,-12 8-3525 0 0,2 3-3531 0 0,-30 5 659 0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10:27.6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49 210 1812 0 0,'-16'-29'4860'0'0,"11"20"-3610"0"0,0 0 0 0 0,0 0 1 0 0,1 0-1 0 0,0 0 0 0 0,-4-18 1 0 0,7 24-1168 0 0,1 0 0 0 0,0 1 0 0 0,0-1 0 0 0,0 0 0 0 0,0 0 0 0 0,0 0 1 0 0,0 0-1 0 0,1 0 0 0 0,0 1 0 0 0,-1-1 0 0 0,1 0 0 0 0,0 0 0 0 0,0 1 0 0 0,1-1 1 0 0,-1 1-1 0 0,0-1 0 0 0,1 1 0 0 0,0 0 0 0 0,-1-1 0 0 0,1 1 0 0 0,0 0 0 0 0,0 0 0 0 0,1 0 1 0 0,-1 0-1 0 0,3-1 0 0 0,3-3-49 0 0,1 1 1 0 0,-1 0 0 0 0,2 1-1 0 0,-1 0 1 0 0,0 0 0 0 0,1 1-1 0 0,-1 0 1 0 0,1 1 0 0 0,0 0-1 0 0,0 1 1 0 0,0 0 0 0 0,0 0-1 0 0,0 1 1 0 0,14 1 0 0 0,-13 0-23 0 0,1 0 1 0 0,-1 1 0 0 0,0 1 0 0 0,0-1-1 0 0,0 2 1 0 0,0-1 0 0 0,-1 2 0 0 0,1-1-1 0 0,-1 2 1 0 0,0-1 0 0 0,0 1-1 0 0,12 10 1 0 0,-18-12-2 0 0,1 0-1 0 0,-1 1 1 0 0,0-1 0 0 0,0 1-1 0 0,0 0 1 0 0,-1 0 0 0 0,0 0-1 0 0,0 1 1 0 0,0-1-1 0 0,-1 1 1 0 0,1-1 0 0 0,-1 1-1 0 0,-1 0 1 0 0,1 0 0 0 0,0 7-1 0 0,-1-5 5 0 0,-1 1 0 0 0,0-1 1 0 0,-1 1-1 0 0,0-1 0 0 0,0 0 0 0 0,-1 0 0 0 0,0 1 0 0 0,0-1 0 0 0,-7 15 0 0 0,-2-2 16 0 0,0-1 0 0 0,-1-1 0 0 0,-1 0-1 0 0,-1 0 1 0 0,-1-1 0 0 0,0-1 0 0 0,-20 17 0 0 0,-3 0 168 0 0,-2-2-1 0 0,-67 42 1 0 0,96-68 11 0 0,13-7-68 0 0,2 0-141 0 0,-1 0 0 0 0,0 0 0 0 0,0 0 0 0 0,1 0 0 0 0,-1 1 0 0 0,6-1 0 0 0,7 1 4 0 0,0 1-1 0 0,1 0 1 0 0,-1 2-1 0 0,-1 0 1 0 0,1 0-1 0 0,0 2 1 0 0,-1 0 0 0 0,0 1-1 0 0,0 0 1 0 0,-1 1-1 0 0,1 1 1 0 0,19 14-1 0 0,-14-7 0 0 0,0 1 0 0 0,-1 1 0 0 0,0 1 0 0 0,-2 1 0 0 0,0 0 0 0 0,18 27 1 0 0,-27-34 60 0 0,-1-1 1 0 0,-1 1 0 0 0,1 0 0 0 0,-2 1-1 0 0,0 0 1 0 0,0 0 0 0 0,-1 0 0 0 0,-1 0-1 0 0,0 0 1 0 0,-1 1 0 0 0,0-1 0 0 0,-1 1-1 0 0,-1 19 1 0 0,-1-24 124 0 0,0-1 0 0 0,-1 1-1 0 0,0 0 1 0 0,-1-1 0 0 0,0 1 0 0 0,0-1-1 0 0,0 0 1 0 0,-1 0 0 0 0,-1 0 0 0 0,1 0-1 0 0,-1-1 1 0 0,0 1 0 0 0,-1-1 0 0 0,0-1-1 0 0,0 1 1 0 0,0-1 0 0 0,-1 0 0 0 0,0-1-1 0 0,-14 10 1 0 0,14-11 12 0 0,0-1 0 0 0,0 0 0 0 0,0 0 0 0 0,0-1 0 0 0,0 0 0 0 0,0 0 0 0 0,-1 0-1 0 0,1-1 1 0 0,-1 0 0 0 0,1-1 0 0 0,-1 1 0 0 0,1-1 0 0 0,-1-1 0 0 0,0 0 0 0 0,1 0 0 0 0,0 0 0 0 0,-1-1-1 0 0,1 0 1 0 0,0 0 0 0 0,0-1 0 0 0,0 0 0 0 0,0 0 0 0 0,-11-8 0 0 0,14 9-154 0 0,0-1-1 0 0,0 0 1 0 0,0 0-1 0 0,0 0 1 0 0,1 0 0 0 0,-1-1-1 0 0,1 0 1 0 0,0 1-1 0 0,0-1 1 0 0,0 0 0 0 0,1-1-1 0 0,0 1 1 0 0,-1 0 0 0 0,1-1-1 0 0,1 1 1 0 0,-1-1-1 0 0,1 1 1 0 0,-1-1 0 0 0,1 0-1 0 0,1 0 1 0 0,-1 0-1 0 0,1 0 1 0 0,0 1 0 0 0,0-1-1 0 0,0 0 1 0 0,0 0-1 0 0,1 0 1 0 0,2-9 0 0 0,3-3-36 0 0,0 0 1 0 0,0 0 0 0 0,2 0 0 0 0,0 1-1 0 0,1 0 1 0 0,0 1 0 0 0,18-22 0 0 0,1 3-230 0 0,1 2 0 0 0,34-29 0 0 0,-19 23-2067 0 0,80-52 0 0 0,55-18-7367 0 0,-134 82 5516 0 0,6-3-4131 0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10:28.8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123 267 1864 0 0,'0'0'6982'0'0,"5"-13"130"0"0,8 14-6579 0 0,0 0-1 0 0,20 5 1 0 0,-15-4-336 0 0,0 0 1 0 0,0-2 0 0 0,0 0 0 0 0,0 0 0 0 0,30-6-1 0 0,-45 5-189 0 0,0 0-1 0 0,0 0 0 0 0,0 0 0 0 0,0-1 0 0 0,0 1 1 0 0,0-1-1 0 0,0 0 0 0 0,-1 1 0 0 0,1-1 0 0 0,-1 0 0 0 0,1-1 1 0 0,-1 1-1 0 0,0 0 0 0 0,0-1 0 0 0,0 1 0 0 0,0-1 1 0 0,-1 0-1 0 0,1 1 0 0 0,0-1 0 0 0,-1 0 0 0 0,0 0 1 0 0,0 0-1 0 0,0 0 0 0 0,0 0 0 0 0,0 0 0 0 0,0-4 0 0 0,0 3-15 0 0,-1-1 0 0 0,1 0 0 0 0,-1 0 0 0 0,0 0 0 0 0,0 0-1 0 0,0 1 1 0 0,-1-1 0 0 0,0 0 0 0 0,0 0 0 0 0,0 1 0 0 0,0-1-1 0 0,-1 0 1 0 0,1 1 0 0 0,-1-1 0 0 0,-5-6 0 0 0,6 10 2 0 0,0-1 1 0 0,0 1 0 0 0,-1-1-1 0 0,1 1 1 0 0,-1 0 0 0 0,1-1-1 0 0,-1 1 1 0 0,0 0 0 0 0,0 0-1 0 0,1 0 1 0 0,-1 0-1 0 0,0 1 1 0 0,0-1 0 0 0,0 0-1 0 0,0 1 1 0 0,0-1 0 0 0,0 1-1 0 0,0 0 1 0 0,-2-1 0 0 0,-1 2-4 0 0,0-1 0 0 0,0 0 0 0 0,1 1 0 0 0,-1 0 0 0 0,0 0 1 0 0,1 1-1 0 0,-10 3 0 0 0,2 1 3 0 0,0 0 1 0 0,0 1-1 0 0,1 1 0 0 0,0 0 0 0 0,-11 10 1 0 0,0 4 9 0 0,1 1 1 0 0,2 1-1 0 0,0 1 1 0 0,1 1-1 0 0,2 0 1 0 0,0 1-1 0 0,2 1 0 0 0,1 1 1 0 0,-18 57-1 0 0,28-73 9 0 0,0 0-1 0 0,0 0 0 0 0,1 0 0 0 0,1 0 0 0 0,0 1 1 0 0,1-1-1 0 0,0 0 0 0 0,4 21 0 0 0,-4-29 3 0 0,1 0 1 0 0,0 0-1 0 0,1 0 0 0 0,-1 0 0 0 0,1-1 0 0 0,0 1 0 0 0,0-1 1 0 0,0 1-1 0 0,1-1 0 0 0,-1 0 0 0 0,1 0 0 0 0,0 0 0 0 0,0 0 1 0 0,1-1-1 0 0,-1 1 0 0 0,1-1 0 0 0,0 0 0 0 0,0 0 0 0 0,0 0 0 0 0,0 0 1 0 0,0-1-1 0 0,1 0 0 0 0,-1 1 0 0 0,1-2 0 0 0,8 4 0 0 0,3-2 37 0 0,1-1 0 0 0,0 0 0 0 0,-1-2 0 0 0,1 1-1 0 0,0-2 1 0 0,-1 0 0 0 0,32-7 0 0 0,-7-2 14 0 0,78-30 0 0 0,-79 23-48 0 0,0-2-1 0 0,-2-1 1 0 0,0-3 0 0 0,-1 0-1 0 0,-1-3 1 0 0,-2-1-1 0 0,0-2 1 0 0,-2 0 0 0 0,-1-3-1 0 0,-2 0 1 0 0,31-45-1 0 0,-52 64-15 0 0,0 0 0 0 0,0 0 0 0 0,-2-1 0 0 0,0 1 0 0 0,0-1 0 0 0,6-27 0 0 0,-11 37-4 0 0,-1 0 0 0 0,1 0 0 0 0,-1 0 0 0 0,0 0-1 0 0,0 0 1 0 0,0 0 0 0 0,-1 0 0 0 0,1 0 0 0 0,-1 0 0 0 0,0 0 0 0 0,0 0-1 0 0,-3-7 1 0 0,2 8 0 0 0,0 0 0 0 0,0 1 0 0 0,0-1 0 0 0,0 0 0 0 0,-1 1 0 0 0,1 0 0 0 0,-1 0 0 0 0,1-1 0 0 0,-1 2 0 0 0,0-1 0 0 0,0 0 0 0 0,0 0-1 0 0,0 1 1 0 0,0 0 0 0 0,0-1 0 0 0,0 1 0 0 0,-7-1 0 0 0,1 0-1 0 0,0 1-1 0 0,0 0 1 0 0,-1 1 0 0 0,1 0-1 0 0,0 0 1 0 0,-1 1 0 0 0,1 0-1 0 0,0 1 1 0 0,0 0 0 0 0,0 0-1 0 0,-15 6 1 0 0,14-4-2 0 0,1 0 1 0 0,0 1-1 0 0,0 0 0 0 0,0 0 0 0 0,0 1 1 0 0,1 0-1 0 0,0 1 0 0 0,0 0 1 0 0,1 0-1 0 0,-10 11 0 0 0,16-16 4 0 0,-1 0 1 0 0,1 0-1 0 0,-1 0 0 0 0,1 0 0 0 0,0 1 1 0 0,0-1-1 0 0,0 0 0 0 0,0 0 0 0 0,0 1 0 0 0,1-1 1 0 0,-1 1-1 0 0,1-1 0 0 0,-1 1 0 0 0,1-1 1 0 0,0 1-1 0 0,0-1 0 0 0,0 1 0 0 0,1-1 0 0 0,-1 1 1 0 0,0-1-1 0 0,1 0 0 0 0,0 3 0 0 0,1-2 2 0 0,-1 0 0 0 0,1 0 0 0 0,0 0 0 0 0,0-1 0 0 0,0 1 0 0 0,0-1 0 0 0,0 1 0 0 0,0-1 0 0 0,1 0 0 0 0,-1 0 0 0 0,1 0 0 0 0,-1 0 0 0 0,1 0 0 0 0,0-1 0 0 0,0 1 0 0 0,0-1 0 0 0,3 1 0 0 0,10 3 9 0 0,0 0-1 0 0,0-1 1 0 0,1-1 0 0 0,-1-1 0 0 0,1-1-1 0 0,29 0 1 0 0,101-15-69 0 0,-128 10-28 0 0,1 0 1 0 0,-1-1-1 0 0,-1-1 0 0 0,1 0 0 0 0,-1-2 0 0 0,0 0 0 0 0,0-1 0 0 0,19-13 0 0 0,-26 14 49 0 0,0 0 1 0 0,-1 0-1 0 0,0-1 1 0 0,0-1 0 0 0,-1 1-1 0 0,0-2 1 0 0,-1 1 0 0 0,0-1-1 0 0,-1 0 1 0 0,0-1-1 0 0,-1 1 1 0 0,10-25 0 0 0,-15 33 31 0 0,-1 1 1 0 0,1-1-1 0 0,-1 1 1 0 0,1-1 0 0 0,-1 0-1 0 0,0 1 1 0 0,0-1-1 0 0,0 0 1 0 0,0 0-1 0 0,0 1 1 0 0,-1-1 0 0 0,1 1-1 0 0,-1-1 1 0 0,-1-3-1 0 0,2 6 5 0 0,-1-1-1 0 0,1 1 1 0 0,0-1-1 0 0,-1 0 1 0 0,1 1-1 0 0,-1-1 0 0 0,1 1 1 0 0,-1 0-1 0 0,1-1 1 0 0,-1 1-1 0 0,1-1 1 0 0,-1 1-1 0 0,1 0 0 0 0,-1-1 1 0 0,0 1-1 0 0,1 0 1 0 0,-1 0-1 0 0,1-1 1 0 0,-1 1-1 0 0,0 0 0 0 0,1 0 1 0 0,-1 0-1 0 0,0 0 1 0 0,1 0-1 0 0,-1 0 1 0 0,0 0-1 0 0,1 0 0 0 0,-1 0 1 0 0,0 0-1 0 0,1 0 1 0 0,-1 0-1 0 0,0 1 1 0 0,1-1-1 0 0,-1 0 0 0 0,-22 10-10 0 0,11-2 14 0 0,0 0 1 0 0,1 1-1 0 0,0 0 0 0 0,1 1 1 0 0,0 1-1 0 0,0-1 0 0 0,-10 17 1 0 0,-52 89 57 0 0,62-98-47 0 0,0 0 4 0 0,1 0 0 0 0,1 1-1 0 0,0 0 1 0 0,2 1 0 0 0,-7 28 0 0 0,11-41-4 0 0,1 0 1 0 0,0-1-1 0 0,0 1 1 0 0,1 0 0 0 0,-1 0-1 0 0,1 0 1 0 0,1 0-1 0 0,0 0 1 0 0,0 0 0 0 0,0 0-1 0 0,1 0 1 0 0,0-1-1 0 0,0 1 1 0 0,0-1 0 0 0,1 1-1 0 0,0-1 1 0 0,1 0 0 0 0,-1 0-1 0 0,7 8 1 0 0,-4-9-1 0 0,0 0 0 0 0,0 0 0 0 0,0-1 0 0 0,0 0 0 0 0,1 0 0 0 0,0 0 0 0 0,0-1 0 0 0,0 0 0 0 0,0-1 0 0 0,0 1 0 0 0,0-1 0 0 0,1-1 0 0 0,-1 1 0 0 0,1-1 0 0 0,0-1 0 0 0,-1 1 0 0 0,1-1 0 0 0,12-2 0 0 0,0 0-136 0 0,-1-1 1 0 0,1-1 0 0 0,-1-1 0 0 0,1-1-1 0 0,-1 0 1 0 0,18-9 0 0 0,-15 3-191 0 0,0 0-1 0 0,-1-1 1 0 0,-1-1 0 0 0,0-1 0 0 0,0 0-1 0 0,24-28 1 0 0,-22 19 177 0 0,-1-1 0 0 0,-1-1 0 0 0,-1 0 0 0 0,22-44-1 0 0,-33 54 574 0 0,9-33 0 0 0,4-7 456 0 0,-19 47-714 0 0,-8 9-55 0 0,4 1-115 0 0,1 0-1 0 0,-1 0 0 0 0,0 0 1 0 0,1 1-1 0 0,-1-1 0 0 0,1 0 1 0 0,-1 1-1 0 0,1-1 1 0 0,-2 3-1 0 0,-8 15 53 0 0,1 1 0 0 0,0 0 0 0 0,2 0 0 0 0,0 1 0 0 0,2 0 0 0 0,0 0 0 0 0,1 1 0 0 0,1-1 0 0 0,1 1 0 0 0,1 0 0 0 0,2 42 0 0 0,1-55 51 0 0,0-1 0 0 0,1 1 0 0 0,0 0 1 0 0,0-1-1 0 0,1 0 0 0 0,0 0 0 0 0,7 14 0 0 0,-7-18-28 0 0,-1 0 0 0 0,1 0-1 0 0,0 0 1 0 0,0 0 0 0 0,0 0-1 0 0,1-1 1 0 0,0 1 0 0 0,-1-1-1 0 0,1 0 1 0 0,0 0 0 0 0,0-1-1 0 0,1 1 1 0 0,-1-1 0 0 0,0 0 0 0 0,6 2-1 0 0,3 0 8 0 0,1-1-1 0 0,-1-1 1 0 0,1 0-1 0 0,0-1 1 0 0,0 0-1 0 0,0-1 1 0 0,0-1-1 0 0,0 0 1 0 0,0-1-1 0 0,-1 0 0 0 0,1-1 1 0 0,-1-1-1 0 0,1 0 1 0 0,-1 0-1 0 0,0-2 1 0 0,-1 0-1 0 0,1 0 1 0 0,17-13-1 0 0,-15 10-37 0 0,-2-1-1 0 0,1-1 1 0 0,-2 0 0 0 0,1-1-1 0 0,-1 0 1 0 0,-1-1-1 0 0,0 0 1 0 0,-1-1-1 0 0,-1 0 1 0 0,0-1 0 0 0,-1 1-1 0 0,0-2 1 0 0,-1 1-1 0 0,-1-1 1 0 0,4-17-1 0 0,-8 27-43 0 0,-1-1-1 0 0,0 0 0 0 0,0 1 0 0 0,-1-1 0 0 0,0 0 1 0 0,0 0-1 0 0,0 1 0 0 0,-1-1 0 0 0,0 0 0 0 0,-1 1 0 0 0,1-1 1 0 0,-1 1-1 0 0,-1 0 0 0 0,1-1 0 0 0,-1 1 0 0 0,0 0 1 0 0,0 0-1 0 0,-1 1 0 0 0,0-1 0 0 0,0 1 0 0 0,0-1 1 0 0,0 1-1 0 0,-1 1 0 0 0,0-1 0 0 0,0 1 0 0 0,-6-5 0 0 0,-1 1-11 0 0,1 1 0 0 0,-1 1 0 0 0,0 0 0 0 0,0 0 0 0 0,-1 1 0 0 0,1 0 0 0 0,-1 2 0 0 0,0-1 0 0 0,-1 1-1 0 0,1 1 1 0 0,0 1 0 0 0,-18-1 0 0 0,9 2-248 0 0,-1 2-1 0 0,0 0 0 0 0,0 1 1 0 0,1 1-1 0 0,-43 14 1 0 0,54-13-532 0 0,0-1 0 0 0,0 1 1 0 0,0 1-1 0 0,0 0 0 0 0,1 0 0 0 0,0 1 1 0 0,0 0-1 0 0,1 1 0 0 0,0 0 0 0 0,0 1 1 0 0,1 0-1 0 0,-13 18 0 0 0,12-10-2964 0 0,2-2-1611 0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10:29.6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1 233 2108 0 0,'41'-93'10045'0'0,"-35"81"-9230"0"0,1 0 1 0 0,1 0-1 0 0,0 0 1 0 0,19-20-1 0 0,-25 31-785 0 0,-1 0 1 0 0,1 0-1 0 0,0 0 0 0 0,0 1 0 0 0,0-1 0 0 0,-1 0 0 0 0,1 1 1 0 0,0 0-1 0 0,0-1 0 0 0,0 1 0 0 0,0 0 0 0 0,0 0 1 0 0,0 0-1 0 0,0 0 0 0 0,0 0 0 0 0,-1 0 0 0 0,4 1 0 0 0,-3-1-21 0 0,-1 0-2 0 0,0 1 1 0 0,0-1-1 0 0,0 0 1 0 0,0 0 0 0 0,0 1-1 0 0,0-1 1 0 0,0 0 0 0 0,0 1-1 0 0,0-1 1 0 0,0 1-1 0 0,0 0 1 0 0,0-1 0 0 0,-1 1-1 0 0,1 0 1 0 0,0-1-1 0 0,0 1 1 0 0,-1 0 0 0 0,2 1-1 0 0,1 1 17 0 0,3 2 1 0 0,-1 1 0 0 0,1 0 0 0 0,-1-1 0 0 0,0 2 1 0 0,0-1-1 0 0,-1 0 0 0 0,0 1 0 0 0,0 0 1 0 0,-1 0-1 0 0,0 0 0 0 0,0 1 0 0 0,0-1 0 0 0,2 15 1 0 0,-2-7 12 0 0,-1 0 1 0 0,-1 0-1 0 0,0 0 1 0 0,-1 0 0 0 0,-1 0-1 0 0,-2 16 1 0 0,2-24-6 0 0,0 0-1 0 0,-1-1 1 0 0,1 1 0 0 0,-2 0 0 0 0,1-1-1 0 0,-1 0 1 0 0,0 0 0 0 0,-5 8 0 0 0,7-12 19 0 0,0-2-52 0 0,1 0 1 0 0,-1 0-1 0 0,0 0 1 0 0,0 0-1 0 0,0-1 1 0 0,1 1 0 0 0,-1 0-1 0 0,0 0 1 0 0,0-1-1 0 0,1 1 1 0 0,-1 0-1 0 0,0-1 1 0 0,1 1 0 0 0,-1-1-1 0 0,0 1 1 0 0,1-1-1 0 0,-1 1 1 0 0,1-1-1 0 0,-1 0 1 0 0,1 1 0 0 0,-1-1-1 0 0,1 1 1 0 0,-1-1-1 0 0,1 0 1 0 0,0 0-1 0 0,-1 1 1 0 0,1-1 0 0 0,0 0-1 0 0,0 1 1 0 0,0-1-1 0 0,-1 0 1 0 0,1 0-1 0 0,0-1 1 0 0,1-26-16 0 0,3 6-1 0 0,1 0-1 0 0,2 0 0 0 0,0 1 0 0 0,1 0 1 0 0,0 1-1 0 0,2-1 0 0 0,18-27 0 0 0,-22 39 11 0 0,1 0-1 0 0,0 0 1 0 0,0 0-1 0 0,1 1 0 0 0,0 0 1 0 0,1 0-1 0 0,-1 1 0 0 0,2 0 1 0 0,-1 1-1 0 0,1 0 0 0 0,-1 0 1 0 0,2 1-1 0 0,-1 0 1 0 0,0 1-1 0 0,1 0 0 0 0,17-3 1 0 0,-20 6 4 0 0,-1 0 0 0 0,1 0 1 0 0,-1 1-1 0 0,1 0 0 0 0,-1 1 1 0 0,1 0-1 0 0,-1 0 0 0 0,0 0 1 0 0,1 1-1 0 0,-1 0 0 0 0,0 0 1 0 0,0 1-1 0 0,7 3 1 0 0,-5 0 6 0 0,0-1 0 0 0,0 2 0 0 0,0-1 0 0 0,0 1 0 0 0,-1 0 0 0 0,0 1 0 0 0,-1 0 0 0 0,9 11 0 0 0,-6-4 20 0 0,-1-1 0 0 0,0 2 0 0 0,-1-1 0 0 0,0 1-1 0 0,-1 0 1 0 0,-1 0 0 0 0,-1 1 0 0 0,0 0 0 0 0,-1 0 0 0 0,3 34 0 0 0,-6-38 27 0 0,-1-1-1 0 0,-1 1 1 0 0,1-1 0 0 0,-2 1 0 0 0,0-1 0 0 0,-6 22 0 0 0,8-35-50 0 0,0 1 0 0 0,0 0 0 0 0,0-1 0 0 0,0 1 1 0 0,-1-1-1 0 0,1 1 0 0 0,0 0 0 0 0,0 0 0 0 0,0-1 0 0 0,0 1 0 0 0,-1 0 0 0 0,1-1 1 0 0,0 1-1 0 0,0 0 0 0 0,0-1 0 0 0,-1 1 0 0 0,1 0 0 0 0,0 0 0 0 0,-1 0 0 0 0,1-1 1 0 0,0 1-1 0 0,0 0 0 0 0,-1 0 0 0 0,1 0 0 0 0,0 0 0 0 0,-1-1 0 0 0,1 1 0 0 0,-1 0 0 0 0,1 0 1 0 0,0 0-1 0 0,-1 0 0 0 0,1 0 0 0 0,0 0 0 0 0,-1 0 0 0 0,1 0 0 0 0,0 0 0 0 0,-1 0 1 0 0,1 0-1 0 0,0 0 0 0 0,-1 0 0 0 0,1 1 0 0 0,0-1 0 0 0,-1 0 0 0 0,1 0 0 0 0,0 0 0 0 0,-1 0 1 0 0,1 1-1 0 0,0-1 0 0 0,-1 0 0 0 0,1 0 0 0 0,0 0 0 0 0,0 1 0 0 0,-1-1 0 0 0,1 0 1 0 0,0 1-1 0 0,2-21-11 0 0,1 0 0 0 0,0 0 0 0 0,2 0 0 0 0,1 1 0 0 0,0 0 0 0 0,1 0 1 0 0,1 0-1 0 0,1 1 0 0 0,1 0 0 0 0,0 1 0 0 0,1 0 0 0 0,1 1 0 0 0,1 0 1 0 0,0 0-1 0 0,1 2 0 0 0,0 0 0 0 0,1 0 0 0 0,1 1 0 0 0,0 1 0 0 0,1 1 0 0 0,0 0 1 0 0,33-14-1 0 0,-46 23 8 0 0,0 1 1 0 0,1-1-1 0 0,-1 1 1 0 0,1 0-1 0 0,0 0 1 0 0,-1 0-1 0 0,1 1 1 0 0,0 0-1 0 0,0-1 1 0 0,-1 2-1 0 0,1-1 1 0 0,0 1-1 0 0,-1-1 1 0 0,1 1-1 0 0,0 0 1 0 0,6 3-1 0 0,-7-2 6 0 0,0 0-1 0 0,-1 0 1 0 0,1 1-1 0 0,-1-1 1 0 0,0 1-1 0 0,0-1 1 0 0,0 1-1 0 0,0 0 1 0 0,0 0-1 0 0,-1 0 1 0 0,1 1-1 0 0,-1-1 1 0 0,0 1-1 0 0,0-1 1 0 0,0 1 0 0 0,0 0-1 0 0,-1 0 1 0 0,3 7-1 0 0,-1 8 41 0 0,0-1 0 0 0,-2 0-1 0 0,0 1 1 0 0,-1 0 0 0 0,0-1 0 0 0,-2 1-1 0 0,-3 19 1 0 0,1-12-1181 0 0,2 0-1 0 0,1 44 0 0 0,1-67 725 0 0,0-1 0 0 0,1 1 0 0 0,-1 0 0 0 0,1-1 0 0 0,0 1 0 0 0,-1 0 0 0 0,1-1 0 0 0,1 1 0 0 0,-1-1 0 0 0,0 1 0 0 0,1-1 0 0 0,-1 0 0 0 0,1 0 0 0 0,-1 1 0 0 0,1-1 0 0 0,0 0 0 0 0,0 0 0 0 0,0-1 0 0 0,0 1 0 0 0,1 0 0 0 0,3 2 0 0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10:30.9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299 903 2616 0 0,'11'-14'1733'0'0,"-1"-1"0"0"0,0 0 0 0 0,-1 0 0 0 0,-1-1 0 0 0,9-23 0 0 0,-13 29-1187 0 0,-1 0 0 0 0,0-1 0 0 0,-1 1 0 0 0,0-1-1 0 0,0 0 1 0 0,-1 0 0 0 0,-1 0 0 0 0,0 0 0 0 0,0 0 0 0 0,-3-11-1 0 0,3 21-520 0 0,0 0-1 0 0,0 0 0 0 0,-1 0 1 0 0,1-1-1 0 0,0 1 0 0 0,-1 0 1 0 0,1 0-1 0 0,-1 0 0 0 0,1 0 1 0 0,-1 0-1 0 0,0 0 0 0 0,1 0 1 0 0,-1 1-1 0 0,0-1 0 0 0,0 0 1 0 0,1 0-1 0 0,-1 0 0 0 0,0 1 1 0 0,0-1-1 0 0,0 0 0 0 0,0 1 1 0 0,0-1-1 0 0,0 1 0 0 0,0-1 0 0 0,0 1 1 0 0,0 0-1 0 0,-1-1 0 0 0,1 1 1 0 0,0 0-1 0 0,0 0 0 0 0,0-1 1 0 0,0 1-1 0 0,0 0 0 0 0,-1 0 1 0 0,1 1-1 0 0,-2-1 0 0 0,-2 1-3 0 0,1 0-1 0 0,-1 0 0 0 0,1 1 0 0 0,-1-1 1 0 0,1 1-1 0 0,-1 0 0 0 0,-6 4 1 0 0,-16 13 2 0 0,1 0 1 0 0,1 2 0 0 0,1 1 0 0 0,1 0-1 0 0,1 2 1 0 0,1 1 0 0 0,1 0 0 0 0,1 2 0 0 0,2 0-1 0 0,0 1 1 0 0,2 1 0 0 0,-18 46 0 0 0,30-65-15 0 0,0 1 0 0 0,0-1 0 0 0,1 1-1 0 0,1-1 1 0 0,0 1 0 0 0,0-1 0 0 0,1 1 0 0 0,1 13 0 0 0,0-21-3 0 0,-1 1 1 0 0,0-1-1 0 0,1 0 0 0 0,0 1 1 0 0,0-1-1 0 0,0 0 0 0 0,0 1 1 0 0,1-1-1 0 0,-1 0 0 0 0,1 0 1 0 0,0 0-1 0 0,0 0 0 0 0,0 0 1 0 0,0-1-1 0 0,0 1 0 0 0,1 0 1 0 0,-1-1-1 0 0,1 0 0 0 0,0 0 1 0 0,0 1-1 0 0,-1-2 0 0 0,1 1 1 0 0,0 0-1 0 0,1-1 0 0 0,-1 1 1 0 0,0-1-1 0 0,0 0 1 0 0,7 2-1 0 0,-5-3 1 0 0,0 1-1 0 0,0-1 1 0 0,0 1 0 0 0,-1-1 0 0 0,1-1-1 0 0,0 1 1 0 0,0-1 0 0 0,0 0 0 0 0,0 0-1 0 0,0 0 1 0 0,-1 0 0 0 0,1-1 0 0 0,7-4 0 0 0,-5 2-4 0 0,0 0 0 0 0,0-1 0 0 0,-1 0 0 0 0,1-1-1 0 0,-1 1 1 0 0,-1-1 0 0 0,9-10 0 0 0,1-6 5 0 0,-1-1 0 0 0,-1 0-1 0 0,20-49 1 0 0,40-128 3 0 0,-69 188-78 0 0,-7 16 3 0 0,-8 19 22 0 0,2 7 27 0 0,1-1 0 0 0,-8 61 0 0 0,14-74 24 0 0,1-1 0 0 0,1 1 0 0 0,0 0 0 0 0,1 0 1 0 0,1-1-1 0 0,1 1 0 0 0,6 24 0 0 0,-6-33-2 0 0,0-1-1 0 0,0 1 1 0 0,0-1-1 0 0,1 0 1 0 0,0 0 0 0 0,0-1-1 0 0,0 1 1 0 0,1-1-1 0 0,-1 0 1 0 0,1 0-1 0 0,1 0 1 0 0,-1-1-1 0 0,1 0 1 0 0,-1 0 0 0 0,1 0-1 0 0,0-1 1 0 0,1 0-1 0 0,-1 0 1 0 0,1 0-1 0 0,-1-1 1 0 0,1 0-1 0 0,0 0 1 0 0,9 1-1 0 0,-4-2 2 0 0,0 1 0 0 0,0-2 0 0 0,0 1-1 0 0,0-2 1 0 0,0 0 0 0 0,0 0 0 0 0,0-1-1 0 0,-1 0 1 0 0,1-1 0 0 0,0-1 0 0 0,-1 0-1 0 0,22-10 1 0 0,-16 3-68 0 0,1-1 0 0 0,-2-1-1 0 0,0 0 1 0 0,0-1 0 0 0,-1-1-1 0 0,-1 0 1 0 0,-1-1 0 0 0,0 0-1 0 0,-1-1 1 0 0,0-1-1 0 0,9-21 1 0 0,7-18-184 0 0,-3-2-1 0 0,24-82 1 0 0,-13 10 137 0 0,-6-1 0 0 0,19-184 1 0 0,-48 313 119 0 0,9-126 412 0 0,-13 111-376 0 0,3 18-48 0 0,0 0-1 0 0,0 0 1 0 0,0-1-1 0 0,0 1 1 0 0,0 0-1 0 0,0 0 0 0 0,0 0 1 0 0,0 0-1 0 0,0 0 1 0 0,0 0-1 0 0,0 0 1 0 0,0 0-1 0 0,0 0 1 0 0,0-1-1 0 0,-1 1 1 0 0,1 0-1 0 0,0 0 1 0 0,0 0-1 0 0,0 0 0 0 0,0 0 1 0 0,0 0-1 0 0,0 0 1 0 0,0 0-1 0 0,-1 0 1 0 0,1 0-1 0 0,0 0 1 0 0,0 0-1 0 0,0 0 1 0 0,0 0-1 0 0,0 0 1 0 0,0 0-1 0 0,-1 0 0 0 0,1 0 1 0 0,0 0-1 0 0,0 0 1 0 0,0 0-1 0 0,0 0 1 0 0,0 0-1 0 0,0 0 1 0 0,-1 0-1 0 0,1 0 1 0 0,0 0-1 0 0,0 0 1 0 0,0 0-1 0 0,0 0 0 0 0,0 1 1 0 0,0-1-1 0 0,0 0 1 0 0,0 0-1 0 0,-9 14 8 0 0,9-14-8 0 0,-11 22 20 0 0,2 0-1 0 0,1 0 1 0 0,1 1-1 0 0,-7 31 0 0 0,3-7 0 0 0,0-8-3 0 0,-65 271 32 0 0,63-241-17 0 0,2 0-1 0 0,-1 108 0 0 0,12-146-1 0 0,2 1-1 0 0,0-1 1 0 0,11 46-1 0 0,-10-66-9 0 0,0 1 0 0 0,1-1 0 0 0,0 1 0 0 0,1-1 0 0 0,0 0 0 0 0,1-1 0 0 0,0 1 0 0 0,0-1 0 0 0,1 0 0 0 0,1-1 0 0 0,0 0 0 0 0,9 9 0 0 0,-14-15-9 0 0,1 0 0 0 0,0 0 0 0 0,0 0 1 0 0,1 0-1 0 0,-1-1 0 0 0,1 1 0 0 0,-1-1 0 0 0,1 0 1 0 0,-1-1-1 0 0,1 1 0 0 0,0-1 0 0 0,0 0 0 0 0,0 0 0 0 0,0-1 1 0 0,10 1-1 0 0,-8-2-4 0 0,-1 0 1 0 0,1 0 0 0 0,-1 0-1 0 0,1-1 1 0 0,-1 0-1 0 0,1-1 1 0 0,-1 1 0 0 0,0-1-1 0 0,0 0 1 0 0,10-8-1 0 0,-4 2-4 0 0,-1-1-1 0 0,1 0 1 0 0,-1-1-1 0 0,-1-1 1 0 0,0 1-1 0 0,-1-2 1 0 0,0 1 0 0 0,-1-1-1 0 0,12-25 1 0 0,-8 10 84 0 0,-2-1 1 0 0,0 0 0 0 0,-2 0-1 0 0,-2-1 1 0 0,0 0 0 0 0,-2 0 0 0 0,-1-1-1 0 0,-2 1 1 0 0,-1-1 0 0 0,-1 1 0 0 0,-6-34-1 0 0,7 56-73 0 0,0 6-11 0 0,0-1-1 0 0,0 0 0 0 0,0 0 1 0 0,0 1-1 0 0,-1-1 0 0 0,1 0 0 0 0,-1 1 1 0 0,0-1-1 0 0,0 1 0 0 0,0-1 1 0 0,-2-3-1 0 0,3 5-2 0 0,-1 0 1 0 0,0 1-1 0 0,1-1 1 0 0,-1 1-1 0 0,0-1 1 0 0,1 1-1 0 0,-1-1 1 0 0,0 1-1 0 0,1-1 0 0 0,-1 1 1 0 0,0-1-1 0 0,0 1 1 0 0,0 0-1 0 0,0 0 1 0 0,1-1-1 0 0,-1 1 0 0 0,0 0 1 0 0,0 0-1 0 0,-1 0 1 0 0,-7 6-4 0 0,7-2 4 0 0,0 0 1 0 0,0 0 0 0 0,0 0-1 0 0,1 0 1 0 0,0 0 0 0 0,-1 1 0 0 0,1-1-1 0 0,1 1 1 0 0,-1-1 0 0 0,1 0-1 0 0,-1 1 1 0 0,1-1 0 0 0,1 1 0 0 0,-1-1-1 0 0,1 1 1 0 0,-1-1 0 0 0,1 1-1 0 0,3 7 1 0 0,-1-5 1 0 0,1 1 0 0 0,0-1 0 0 0,0 0 0 0 0,0 0 0 0 0,1-1 1 0 0,0 0-1 0 0,10 11 0 0 0,-6-9-6 0 0,1 0 1 0 0,-1-1-1 0 0,1 0 1 0 0,0-1-1 0 0,1 0 1 0 0,0 0-1 0 0,0-2 1 0 0,17 7-1 0 0,-8-5-50 0 0,0-1 0 0 0,0-1 0 0 0,0-1 0 0 0,25 1 0 0 0,-36-3 39 0 0,1-2 0 0 0,-1 1 0 0 0,1-1 1 0 0,-1-1-1 0 0,1 0 0 0 0,-1 0 0 0 0,0-1 1 0 0,0 0-1 0 0,0 0 0 0 0,0-1 0 0 0,-1 0 0 0 0,13-9 1 0 0,-15 9 12 0 0,0 0 0 0 0,-1 0 0 0 0,1-1 0 0 0,-1 0 0 0 0,0 0 0 0 0,-1 0 0 0 0,1-1 0 0 0,-1 0 0 0 0,0 0 0 0 0,0 0 0 0 0,-1 0 1 0 0,0-1-1 0 0,0 1 0 0 0,0-1 0 0 0,-1 0 0 0 0,3-11 0 0 0,-5 15 3 0 0,0-1 0 0 0,0 1 0 0 0,0 0-1 0 0,-1-1 1 0 0,1 1 0 0 0,-1 0 0 0 0,1-1 0 0 0,-1 1 0 0 0,0 0 0 0 0,-1 0 0 0 0,1 0-1 0 0,0 0 1 0 0,-1 0 0 0 0,0 0 0 0 0,1 0 0 0 0,-1 0 0 0 0,0 0 0 0 0,-1 1 0 0 0,1-1 0 0 0,0 1-1 0 0,-5-4 1 0 0,5 5 0 0 0,0 1-1 0 0,1-1 1 0 0,-1 0-1 0 0,0 1 1 0 0,0-1-1 0 0,1 1 1 0 0,-1-1-1 0 0,0 1 0 0 0,0 0 1 0 0,0-1-1 0 0,0 1 1 0 0,0 0-1 0 0,1 1 1 0 0,-1-1-1 0 0,0 0 1 0 0,0 0-1 0 0,0 1 1 0 0,0-1-1 0 0,1 1 1 0 0,-4 1-1 0 0,-33 19-33 0 0,23-10 60 0 0,1 1 1 0 0,0 0-1 0 0,1 1 0 0 0,0 1 1 0 0,1 0-1 0 0,1 1 0 0 0,0 0 1 0 0,-10 19-1 0 0,9-11 24 0 0,1 0 0 0 0,0 1-1 0 0,2 0 1 0 0,1 1 0 0 0,-7 32 0 0 0,13-48-30 0 0,1 1 1 0 0,0-1-1 0 0,0 1 1 0 0,1-1-1 0 0,0 1 1 0 0,1-1-1 0 0,0 1 0 0 0,0-1 1 0 0,1 0-1 0 0,1 1 1 0 0,-1-1-1 0 0,1 0 1 0 0,9 17-1 0 0,-9-21-29 0 0,0 1 0 0 0,1-1 0 0 0,0 0 0 0 0,0 0 0 0 0,0 0 0 0 0,1 0 0 0 0,0-1 0 0 0,0 0 0 0 0,0 0 0 0 0,0 0 0 0 0,1-1 0 0 0,-1 1-1 0 0,1-1 1 0 0,0-1 0 0 0,0 1 0 0 0,0-1 0 0 0,0 0 0 0 0,1 0 0 0 0,-1-1 0 0 0,13 2 0 0 0,-7-3-165 0 0,0 0 0 0 0,0 0 0 0 0,0-1 0 0 0,0-1 0 0 0,-1 0 0 0 0,1-1 0 0 0,0 0 0 0 0,-1 0 0 0 0,0-1 0 0 0,0-1 0 0 0,0 0 0 0 0,0-1 0 0 0,-1 0 0 0 0,0 0 0 0 0,0-1 0 0 0,-1 0 0 0 0,11-11 0 0 0,1-2 52 0 0,-1-1 1 0 0,-1-1-1 0 0,-1-1 1 0 0,-1-1-1 0 0,26-48 1 0 0,-29 43 989 0 0,-1-2-1 0 0,-2 0 1 0 0,-1 0 0 0 0,7-38 0 0 0,-3 19 337 0 0,-14 47-937 0 0,-2 6-211 0 0,-10 12-26 0 0,0 1-1 0 0,1 1 0 0 0,1 0 1 0 0,1 1-1 0 0,-9 23 0 0 0,4-12-80 0 0,-2 5-42 0 0,2 1 1 0 0,2 0-1 0 0,1 1 1 0 0,-9 48-1 0 0,19-76-266 0 0,0 1 0 0 0,1-1-1 0 0,0 1 1 0 0,0-1 0 0 0,0 0 0 0 0,1 1-1 0 0,3 11 1 0 0,-3-16-130 0 0,1 0 0 0 0,-1 0 0 0 0,1 0 0 0 0,0 0 0 0 0,0-1 0 0 0,0 1 0 0 0,4 4 0 0 0,-5-6-128 0 0,1 0-1 0 0,0 0 0 0 0,0 0 1 0 0,0 0-1 0 0,1 0 1 0 0,-1-1-1 0 0,0 1 0 0 0,0-1 1 0 0,1 1-1 0 0,-1-1 1 0 0,1 0-1 0 0,3 1 0 0 0,10 1-5735 0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10:31.5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19 279 1160 0 0,'16'-59'8629'0'0,"-12"38"-4606"0"0,11-27 1 0 0,-14 46-3963 0 0,-1 1 1 0 0,1-1-1 0 0,-1 1 0 0 0,1-1 0 0 0,0 1 0 0 0,-1 0 0 0 0,1-1 0 0 0,0 1 1 0 0,0 0-1 0 0,0 0 0 0 0,0-1 0 0 0,0 1 0 0 0,1 0 0 0 0,-1 0 0 0 0,0 0 0 0 0,0 0 1 0 0,1 0-1 0 0,-1 1 0 0 0,0-1 0 0 0,1 0 0 0 0,-1 1 0 0 0,1-1 0 0 0,-1 1 1 0 0,1-1-1 0 0,-1 1 0 0 0,1 0 0 0 0,0-1 0 0 0,-1 1 0 0 0,1 0 0 0 0,-1 0 0 0 0,1 0 1 0 0,-1 0-1 0 0,1 1 0 0 0,0-1 0 0 0,-1 0 0 0 0,1 1 0 0 0,-1-1 0 0 0,2 2 1 0 0,1-1-36 0 0,0 1 1 0 0,0 0-1 0 0,0 0 1 0 0,-1 1 0 0 0,1-1-1 0 0,-1 1 1 0 0,0 0-1 0 0,0 0 1 0 0,0 0 0 0 0,0 0-1 0 0,0 0 1 0 0,3 7 0 0 0,-3-5-8 0 0,0 0 0 0 0,-1 0 1 0 0,0 1-1 0 0,0-1 1 0 0,0 1-1 0 0,-1-1 1 0 0,0 1-1 0 0,0 0 0 0 0,0-1 1 0 0,-1 1-1 0 0,1 0 1 0 0,-2 8-1 0 0,0-6 0 0 0,-1 1-1 0 0,0-1 1 0 0,0 1 0 0 0,-1-1 0 0 0,0 0-1 0 0,0 0 1 0 0,-7 12 0 0 0,-4 0 33 0 0,0-1 0 0 0,0 0 0 0 0,-2-1 1 0 0,0 0-1 0 0,-21 16 0 0 0,8-8 97 0 0,26-24-107 0 0,3-4-42 0 0,1 0 0 0 0,-1 0 0 0 0,0 0 1 0 0,0 1-1 0 0,1-1 0 0 0,-1 0 0 0 0,1 0 1 0 0,0 1-1 0 0,0-1 0 0 0,-1 0 0 0 0,1 1 1 0 0,0-1-1 0 0,0 1 0 0 0,2-3 0 0 0,21-20-14 0 0,-12 12-6 0 0,61-58-27 0 0,81-61 0 0 0,10-8 246 0 0,-77 63 716 0 0,-85 75-920 0 0,-24 25 8 0 0,10-11-3 0 0,-23 26-18 0 0,-35 48 0 0 0,62-75 22 0 0,0 0 0 0 0,1 1 0 0 0,0 0 0 0 0,0 0 0 0 0,2 0 0 0 0,0 1 0 0 0,0 0 1 0 0,1 0-1 0 0,-2 15 0 0 0,5-23 13 0 0,1 1 0 0 0,-1-1 1 0 0,1 0-1 0 0,1 0 0 0 0,-1 0 1 0 0,1 0-1 0 0,0 0 0 0 0,0 0 1 0 0,1 0-1 0 0,3 11 0 0 0,-3-13-1 0 0,0-1-1 0 0,1 1 0 0 0,-1-1 1 0 0,0 0-1 0 0,1 0 0 0 0,0 0 1 0 0,0 0-1 0 0,0 0 0 0 0,0-1 1 0 0,0 1-1 0 0,0-1 0 0 0,1 0 1 0 0,-1 0-1 0 0,1 0 0 0 0,0 0 1 0 0,-1-1-1 0 0,7 2 0 0 0,0 0-89 0 0,1-1 0 0 0,-1 0 0 0 0,1-1 0 0 0,0 0 0 0 0,0 0 0 0 0,0-1-1 0 0,-1-1 1 0 0,1 0 0 0 0,0 0 0 0 0,-1-1 0 0 0,1-1 0 0 0,-1 1 0 0 0,17-8-1 0 0,-15 5-684 0 0,0-1 0 0 0,-1 0 0 0 0,0 0-1 0 0,17-14 1 0 0,-19 13-630 0 0,-1-1 1 0 0,0 0-1 0 0,0 0 0 0 0,0-1 1 0 0,7-12-1 0 0,7-16-5972 0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10:31.7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350 129 1720 0 0,'-53'-21'8842'0'0,"-91"-48"0"0"0,95 44-6426 0 0,23 12-5404 0 0,22 13 2171 0 0,0 0 0 0 0,0 0 0 0 0,1 0-1 0 0,-1 1 1 0 0,0-1 0 0 0,1 1-1 0 0,-8 2 1 0 0,-9 1-3412 0 0,-1-2-1432 0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10:31.9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210 1 3524 0 0,'-198'24'12266'0'0,"187"-21"-11080"0"0,12 0-549 0 0,17 2-267 0 0,185 9 608 0 0,-41-5-781 0 0,155 24-1900 0 0,21 2-7095 0 0,-238-27 2545 0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10:32.7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 1044 1660 0 0,'-9'23'4937'0'0,"8"-21"-3921"0"0,0 4-271 0 0,1-1 0 0 0,0 1 0 0 0,0-1 0 0 0,0 1 0 0 0,1-1 0 0 0,0 1 0 0 0,0-1 0 0 0,0 0 0 0 0,1 0 0 0 0,0 1 1 0 0,3 6-1 0 0,-4-10 340 0 0,1-2-589 0 0,3 0-329 0 0,0 0 0 0 0,-1-1 0 0 0,1 1-1 0 0,0-1 1 0 0,0 0 0 0 0,-1 0 0 0 0,1-1 0 0 0,-1 1 0 0 0,1-1 0 0 0,-1 0 0 0 0,1 0-1 0 0,-1-1 1 0 0,8-5 0 0 0,9-7-13 0 0,25-24 0 0 0,-32 26-21 0 0,32-29-32 0 0,-2-3 1 0 0,44-59-1 0 0,63-108-29 0 0,6-36-61 0 0,72-107 155 0 0,-224 347-167 0 0,-3 5-5 0 0,0 0-1 0 0,0-1 1 0 0,0 1-1 0 0,1 0 1 0 0,-1 0-1 0 0,1 1 0 0 0,0-1 1 0 0,0 0-1 0 0,0 1 1 0 0,0 0-1 0 0,0 0 1 0 0,5-3-1 0 0,-6 5 5 0 0,-1 1-1 0 0,1-1 1 0 0,0 0-1 0 0,-1 1 0 0 0,1-1 1 0 0,-1 1-1 0 0,1 0 1 0 0,-1-1-1 0 0,1 1 1 0 0,-1 0-1 0 0,0 0 0 0 0,1 0 1 0 0,-1 0-1 0 0,0 0 1 0 0,0 0-1 0 0,1 0 1 0 0,-1 1-1 0 0,0-1 1 0 0,1 2-1 0 0,3 4 1 0 0,-1 1 1 0 0,0-1-1 0 0,-1 1 0 0 0,0-1 0 0 0,0 1 1 0 0,3 14-1 0 0,7 50 39 0 0,-8-1-41 0 0,-5 122 0 0 0,-2-138 20 0 0,-16 312 60 0 0,18-334-141 0 0,2 1 1 0 0,11 62-1 0 0,1-27-2420 0 0,-9-55 1007 0 0,6 1-6599 0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10:32.9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166 89 2076 0 0,'-16'-7'1944'0'0,"-114"-42"11410"0"0,110 40-11674 0 0,30-1-1029 0 0,-2 7-583 0 0,0 1-1 0 0,0 0 0 0 0,0 0 1 0 0,0 0-1 0 0,1 1 1 0 0,-1 0-1 0 0,0 1 0 0 0,14 0 1 0 0,8-1 23 0 0,392 3-1869 0 0,-166 5-9227 0 0,-215-9 5789 0 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10:35.2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419 114 1588 0 0,'4'-4'803'0'0,"0"0"0"0"0,1 0 0 0 0,-1 0 0 0 0,-1 0 0 0 0,1-1 0 0 0,-1 1 0 0 0,0-1 0 0 0,0 0 0 0 0,0 0 0 0 0,0-1 0 0 0,-1 1-1 0 0,2-7 1 0 0,-3 11-751 0 0,-1 0 0 0 0,1-1 0 0 0,-1 1 0 0 0,0 0 0 0 0,0-1 0 0 0,1 1 0 0 0,-1 0 0 0 0,0-1 0 0 0,0 1 0 0 0,0-1-1 0 0,-1 1 1 0 0,1 0 0 0 0,0-1 0 0 0,0 1 0 0 0,-1 0 0 0 0,1-1 0 0 0,-1 1 0 0 0,1 0 0 0 0,-1 0 0 0 0,1-1-1 0 0,-1 1 1 0 0,0 0 0 0 0,0 0 0 0 0,1 0 0 0 0,-1 0 0 0 0,0 0 0 0 0,0 0 0 0 0,0 0 0 0 0,0 0 0 0 0,0 0 0 0 0,-1 0-1 0 0,1 1 1 0 0,0-1 0 0 0,0 0 0 0 0,0 1 0 0 0,-1-1 0 0 0,1 1 0 0 0,0-1 0 0 0,-1 1 0 0 0,-1-1 0 0 0,-2 0-26 0 0,-1 1 0 0 0,1-1 0 0 0,0 1 0 0 0,-1 0 1 0 0,1 0-1 0 0,0 0 0 0 0,0 1 0 0 0,-1 0 0 0 0,-5 2 1 0 0,-10 4 8 0 0,1 1 1 0 0,0 1 0 0 0,0 1-1 0 0,0 1 1 0 0,-28 21-1 0 0,15-6 16 0 0,1 1-1 0 0,-30 33 0 0 0,46-43-28 0 0,0 1 0 0 0,-23 36 1 0 0,34-47-72 0 0,1 0 1 0 0,0 0 0 0 0,1 1-1 0 0,-1-1 1 0 0,1 1 0 0 0,1 0-1 0 0,0 0 1 0 0,0 0-1 0 0,0 0 1 0 0,1 0 0 0 0,0 16-1 0 0,1-21-23 0 0,1 1 0 0 0,-1-1 1 0 0,1 1-1 0 0,0-1 0 0 0,0 1 0 0 0,0-1 0 0 0,0 0 0 0 0,1 0 0 0 0,-1 1 0 0 0,1-1 0 0 0,0 0 0 0 0,0 0 0 0 0,0 0 0 0 0,0-1 0 0 0,4 4 0 0 0,-2-1-50 0 0,1-2 0 0 0,0 1-1 0 0,0 0 1 0 0,1-1-1 0 0,-1 0 1 0 0,1 0-1 0 0,0-1 1 0 0,6 3-1 0 0,9 1-431 0 0,1-1-1 0 0,1-1 0 0 0,37 2 0 0 0,-18-5-857 0 0,-1-1 0 0 0,1-2 0 0 0,74-14-1 0 0,-64 6-329 0 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10:35.6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181 255 2960 0 0,'4'-4'226'0'0,"15"-14"978"0"0,-1-1 0 0 0,-2 0 1 0 0,17-25-1 0 0,-29 38-905 0 0,0 0-1 0 0,-1 0 1 0 0,1-1 0 0 0,-2 0-1 0 0,1 1 1 0 0,-1-1 0 0 0,0 0-1 0 0,0 0 1 0 0,-1-1 0 0 0,1 1-1 0 0,-2 0 1 0 0,1 0 0 0 0,-1-1-1 0 0,0 1 1 0 0,-3-14 0 0 0,3 20-273 0 0,0-1 0 0 0,0 1 0 0 0,-1 0 1 0 0,1 0-1 0 0,0-1 0 0 0,-1 1 0 0 0,1 0 0 0 0,-1 0 1 0 0,0 0-1 0 0,1 0 0 0 0,-1 0 0 0 0,0-1 0 0 0,0 1 1 0 0,1 1-1 0 0,-1-1 0 0 0,0 0 0 0 0,0 0 0 0 0,0 0 1 0 0,0 0-1 0 0,0 1 0 0 0,0-1 0 0 0,-1 0 0 0 0,1 1 0 0 0,0-1 1 0 0,-2 0-1 0 0,1 1-3 0 0,-1 0 0 0 0,0-1 0 0 0,0 1 0 0 0,0 0 1 0 0,0 0-1 0 0,1 1 0 0 0,-1-1 0 0 0,0 1 0 0 0,0-1 0 0 0,0 1 1 0 0,-2 1-1 0 0,-7 3 5 0 0,1 0 1 0 0,-1 1 0 0 0,1 0 0 0 0,-12 8 0 0 0,4 0 21 0 0,1 1 0 0 0,0 0 1 0 0,1 1-1 0 0,1 1 0 0 0,-18 23 0 0 0,28-33-27 0 0,1 1 0 0 0,-1-1 0 0 0,2 2-1 0 0,-1-1 1 0 0,1 0 0 0 0,0 1 0 0 0,1 0-1 0 0,0 0 1 0 0,0 0 0 0 0,1 0-1 0 0,0 0 1 0 0,1 0 0 0 0,0 1 0 0 0,0-1-1 0 0,2 18 1 0 0,0-23-12 0 0,-1 0 1 0 0,1 0-1 0 0,0 0 1 0 0,0 0-1 0 0,1-1 0 0 0,-1 1 1 0 0,1 0-1 0 0,0-1 0 0 0,0 1 1 0 0,0-1-1 0 0,0 0 1 0 0,0 0-1 0 0,1 1 0 0 0,0-2 1 0 0,-1 1-1 0 0,6 4 0 0 0,-4-5 0 0 0,0 1 0 0 0,1 0 0 0 0,-1-1 0 0 0,1 0 0 0 0,0 0 0 0 0,0 0-1 0 0,0-1 1 0 0,0 1 0 0 0,0-1 0 0 0,0-1 0 0 0,7 2 0 0 0,-2-2-3 0 0,0 0 0 0 0,-1-1 1 0 0,1 0-1 0 0,0 0 1 0 0,-1-1-1 0 0,1 0 0 0 0,-1-1 1 0 0,0 0-1 0 0,0 0 1 0 0,0-1-1 0 0,0 0 0 0 0,15-11 1 0 0,-14 7-6 0 0,0 0 0 0 0,-1-1 0 0 0,0-1 0 0 0,-1 1 0 0 0,0-2 0 0 0,12-18 0 0 0,33-74 1122 0 0,-31 57-20 0 0,-16 31-945 0 0,-1 4-13 0 0,-3 11-104 0 0,0 7-26 0 0,-2-3-7 0 0,0-1 0 0 0,-1 1 0 0 0,1-1 0 0 0,-1 0-1 0 0,0 1 1 0 0,0-1 0 0 0,-2 6 0 0 0,-1 3-4 0 0,-3 21 86 0 0,-4 41-1 0 0,10-64-381 0 0,0 1-1 0 0,1-1 0 0 0,0 1 1 0 0,1-1-1 0 0,0 1 0 0 0,1-1 1 0 0,0 1-1 0 0,5 11 0 0 0,-7-19 16 0 0,1-1 0 0 0,0 0 0 0 0,0 0 0 0 0,0 1 0 0 0,1-1 0 0 0,-1 0 0 0 0,0 0 0 0 0,1 0 0 0 0,0-1 0 0 0,-1 1 0 0 0,1 0 0 0 0,0-1 0 0 0,0 1 0 0 0,0-1 0 0 0,0 1 0 0 0,0-1 0 0 0,0 0 0 0 0,0 0 0 0 0,0 0 0 0 0,1 0 0 0 0,-1 0 0 0 0,0 0 0 0 0,1-1 0 0 0,-1 1 0 0 0,0-1 0 0 0,1 1 0 0 0,-1-1 0 0 0,1 0 0 0 0,-1 0 0 0 0,0 0 0 0 0,1-1 0 0 0,-1 1 0 0 0,1 0 0 0 0,-1-1 0 0 0,0 0 0 0 0,1 1 0 0 0,2-3 0 0 0,12-3-2124 0 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10:36.1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1 303 3516 0 0,'20'-33'3152'0'0,"-2"-1"-1"0"0,26-64 0 0 0,-29 62-1253 0 0,-14 33-1471 0 0,2 4-273 0 0,-2-1-134 0 0,0 0 1 0 0,0 0-1 0 0,0 0 1 0 0,0 0-1 0 0,0 1 0 0 0,0-1 1 0 0,0 1-1 0 0,0-1 1 0 0,0 0-1 0 0,0 1 1 0 0,-1-1-1 0 0,1 1 1 0 0,0 0-1 0 0,0-1 0 0 0,-1 1 1 0 0,1 0-1 0 0,0-1 1 0 0,1 3-1 0 0,-1-1 47 0 0,0 0-1 0 0,0 1 0 0 0,0-1 1 0 0,0 1-1 0 0,0-1 1 0 0,-1 1-1 0 0,1-1 0 0 0,0 5 1 0 0,1 22 188 0 0,-2 1 1 0 0,-1-1 0 0 0,-1 0-1 0 0,-1 1 1 0 0,-2-1 0 0 0,-11 37-1 0 0,11-44-227 0 0,4-13 396 0 0,-1 0-1 0 0,-1 0 1 0 0,0 0-1 0 0,-7 16 1 0 0,9-24 101 0 0,1-3-506 0 0,-1 1-1 0 0,1-1 0 0 0,-1 0 1 0 0,1 0-1 0 0,0 0 1 0 0,0 1-1 0 0,0-1 0 0 0,0 0 1 0 0,0 0-1 0 0,0 0 0 0 0,0 0 1 0 0,1 0-1 0 0,0-3 1 0 0,11-26 29 0 0,-8 22-20 0 0,12-30-4 0 0,2 2 0 0 0,1 0-1 0 0,31-43 1 0 0,-35 59-18 0 0,2 0-1 0 0,0 0 1 0 0,1 2-1 0 0,1 0 1 0 0,1 1-1 0 0,25-17 1 0 0,-36 29-20 0 0,1 0 1 0 0,-1 0 0 0 0,1 2 0 0 0,0-1-1 0 0,0 1 1 0 0,1 0 0 0 0,-1 1 0 0 0,18-3-1 0 0,-25 6 11 0 0,1-1-1 0 0,-1 1 0 0 0,0 0 0 0 0,0 0 1 0 0,0 0-1 0 0,0 0 0 0 0,0 1 1 0 0,0-1-1 0 0,0 1 0 0 0,0 0 0 0 0,0 0 1 0 0,0 0-1 0 0,0 0 0 0 0,0 0 0 0 0,0 1 1 0 0,0-1-1 0 0,-1 1 0 0 0,1 0 1 0 0,-1-1-1 0 0,1 1 0 0 0,-1 1 0 0 0,0-1 1 0 0,0 0-1 0 0,0 0 0 0 0,0 1 0 0 0,0 0 1 0 0,0-1-1 0 0,-1 1 0 0 0,1 0 1 0 0,-1-1-1 0 0,0 1 0 0 0,0 0 0 0 0,2 5 1 0 0,-1 4 1 0 0,0 0 1 0 0,-1 0 0 0 0,-1 0 0 0 0,1 0 0 0 0,-2 0 0 0 0,0 0 0 0 0,0 0 0 0 0,-1 0 0 0 0,-4 15-1 0 0,3-16 10 0 0,0 1 0 0 0,1 0-1 0 0,1 0 1 0 0,0 0-1 0 0,0 0 1 0 0,1 0-1 0 0,1 1 1 0 0,0-1-1 0 0,3 12 1 0 0,-2-21-14 0 0,-1 1 1 0 0,1-1-1 0 0,0 1 1 0 0,0-1-1 0 0,0 0 1 0 0,0 0 0 0 0,1 0-1 0 0,0 0 1 0 0,-1 0-1 0 0,1-1 1 0 0,0 1 0 0 0,0-1-1 0 0,0 0 1 0 0,1 0-1 0 0,-1 0 1 0 0,0 0-1 0 0,1 0 1 0 0,-1-1 0 0 0,1 0-1 0 0,0 1 1 0 0,3 0-1 0 0,11 2-289 0 0,0-1-1 0 0,0 0 0 0 0,18 1 0 0 0,-3-3-951 0 0,0-1 0 0 0,0-2-1 0 0,35-5 1 0 0,40-14-4868 0 0,-35 4-255 0 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10:37.5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126 78 1920 0 0,'16'-43'9995'0'0,"-8"19"-6203"0"0,-7 22-3167 0 0,-1-7 949 0 0,-2 19-1218 0 0,-112 608 972 0 0,85-335-1126 0 0,25-234-62 0 0,14-62-143 0 0,0-8-1 0 0,12-40 0 0 0,-1 5-14 0 0,-14 40 4 0 0,0 0 1 0 0,2 0-1 0 0,0 1 0 0 0,1 0 0 0 0,14-17 0 0 0,-19 26 7 0 0,1-1 0 0 0,0 2 1 0 0,1-1-1 0 0,-1 1 0 0 0,1 0 0 0 0,0 0 0 0 0,0 1 0 0 0,1 0 0 0 0,-1 0 0 0 0,1 0 0 0 0,0 1 0 0 0,16-4 0 0 0,-11 5 4 0 0,0 1 0 0 0,0 0 1 0 0,0 0-1 0 0,0 2 0 0 0,0-1 1 0 0,0 2-1 0 0,0 0 0 0 0,0 0 1 0 0,-1 1-1 0 0,1 1 1 0 0,20 8-1 0 0,-26-9 12 0 0,0 0 0 0 0,-1 0 0 0 0,1 0 0 0 0,-1 1-1 0 0,0 0 1 0 0,0 1 0 0 0,0-1 0 0 0,-1 1 0 0 0,0 0 0 0 0,0 1 0 0 0,0-1 0 0 0,0 1 0 0 0,-1 0 0 0 0,0 0 0 0 0,0 0 0 0 0,-1 1 0 0 0,0-1 0 0 0,0 1-1 0 0,0 0 1 0 0,-1 0 0 0 0,0 0 0 0 0,2 9 0 0 0,-4-9 11 0 0,0 0-1 0 0,0 0 0 0 0,-1 0 1 0 0,0 0-1 0 0,0 0 1 0 0,-1 0-1 0 0,0-1 0 0 0,0 1 1 0 0,0 0-1 0 0,-1-1 1 0 0,0 1-1 0 0,0-1 1 0 0,-1 0-1 0 0,0 0 0 0 0,0-1 1 0 0,0 1-1 0 0,-1-1 1 0 0,-5 5-1 0 0,-6 6 30 0 0,0-1 0 0 0,-1-1-1 0 0,-1-1 1 0 0,-28 17 0 0 0,25-18-18 0 0,-1-1 1 0 0,-1 0-1 0 0,0-2 1 0 0,0 0 0 0 0,-29 5-1 0 0,37-10-58 0 0,0-2 0 0 0,-1 0 0 0 0,1 0 0 0 0,-1-2 0 0 0,1 0 0 0 0,-1 0 0 0 0,0-2 0 0 0,1 0 0 0 0,-17-4 0 0 0,31 5-29 0 0,0 1 0 0 0,0 0 0 0 0,0 0 0 0 0,-1-1 0 0 0,2 1 1 0 0,-1-1-1 0 0,0 1 0 0 0,0-1 0 0 0,0 1 0 0 0,0-1 0 0 0,0 1 1 0 0,0-1-1 0 0,0 0 0 0 0,1 0 0 0 0,-1 1 0 0 0,0-1 0 0 0,1 0 1 0 0,-1 0-1 0 0,0 0 0 0 0,1 0 0 0 0,-1 0 0 0 0,1 0 0 0 0,-1 0 1 0 0,1-1-1 0 0,-1 0-93 0 0,1 0-1 0 0,0 1 1 0 0,0-1 0 0 0,0 0 0 0 0,0 0 0 0 0,1 0-1 0 0,-1 0 1 0 0,0 1 0 0 0,1-1 0 0 0,0 0 0 0 0,-1 0-1 0 0,2-2 1 0 0,1-2-413 0 0,1 0 0 0 0,0 0 0 0 0,-1 1 0 0 0,2-1 0 0 0,-1 1 0 0 0,7-6 0 0 0,28-21-5044 0 0,-16 13 451 0 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10:38.0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96 66 744 0 0,'23'-14'5687'0'0,"-20"13"-4485"0"0,-1 0-207 0 0,-1 0-924 0 0,-1 0 1 0 0,1 1-1 0 0,0 0 0 0 0,0-1 0 0 0,-1 1 1 0 0,1-1-1 0 0,0 1 0 0 0,0 0 0 0 0,0-1 1 0 0,-1 1-1 0 0,1 0 0 0 0,0 0 0 0 0,0 0 1 0 0,0 0-1 0 0,0 0 0 0 0,0 0 0 0 0,0 0 1 0 0,-1 0-1 0 0,1 0 0 0 0,0 0 0 0 0,0 0 1 0 0,0 1-1 0 0,0-1 0 0 0,-1 0 0 0 0,1 1 1 0 0,0-1-1 0 0,0 0 0 0 0,0 1 0 0 0,-1-1 1 0 0,1 1-1 0 0,0-1 0 0 0,-1 1 0 0 0,1 0 1 0 0,0-1-1 0 0,-1 1 0 0 0,1 0 0 0 0,-1-1 1 0 0,1 1-1 0 0,-1 0 0 0 0,1-1 0 0 0,-1 1 1 0 0,0 0-1 0 0,1 0 0 0 0,-1 1 0 0 0,6 10 234 0 0,-2 1-94 0 0,1-1-1 0 0,1 0 1 0 0,0-1-1 0 0,1 1 1 0 0,9 11 0 0 0,-12-20-123 0 0,0 0 1 0 0,-1 0 0 0 0,1 0 0 0 0,1 0 0 0 0,-1-1 0 0 0,0 0-1 0 0,1 0 1 0 0,-1 0 0 0 0,1 0 0 0 0,-1-1 0 0 0,1 1 0 0 0,0-1 0 0 0,0 0-1 0 0,-1-1 1 0 0,1 1 0 0 0,0-1 0 0 0,0 0 0 0 0,0 0 0 0 0,0-1 0 0 0,0 1-1 0 0,0-1 1 0 0,-1 0 0 0 0,1 0 0 0 0,0-1 0 0 0,-1 0 0 0 0,6-2-1 0 0,-6 2-25 0 0,-1-1-1 0 0,0 0 0 0 0,0 1 0 0 0,0-1 0 0 0,0 0 0 0 0,0-1 0 0 0,-1 1 1 0 0,1 0-1 0 0,-1-1 0 0 0,0 0 0 0 0,0 1 0 0 0,0-1 0 0 0,2-7 1 0 0,-3 7-25 0 0,0 0 1 0 0,0 0 0 0 0,0 0 0 0 0,0-1 0 0 0,-1 1 0 0 0,1 0 0 0 0,-1-1-1 0 0,0 1 1 0 0,-1 0 0 0 0,1-1 0 0 0,-1 1 0 0 0,0 0 0 0 0,0 0 0 0 0,0 0 0 0 0,0-1-1 0 0,-1 1 1 0 0,0 1 0 0 0,1-1 0 0 0,-1 0 0 0 0,-1 0 0 0 0,1 1 0 0 0,-1-1 0 0 0,1 1-1 0 0,-1-1 1 0 0,0 1 0 0 0,0 0 0 0 0,-1 0 0 0 0,1 1 0 0 0,-6-4 0 0 0,7 5-37 0 0,0 0 1 0 0,0 1 0 0 0,0-1-1 0 0,0 1 1 0 0,0 0 0 0 0,0 0 0 0 0,-1 0-1 0 0,1 0 1 0 0,0 0 0 0 0,0 0-1 0 0,0 0 1 0 0,0 1 0 0 0,-4 0 0 0 0,-25 11-1 0 0,29-11 1 0 0,-12 5 0 0 0,1 1 0 0 0,1 1 0 0 0,-1 0 0 0 0,1 1 0 0 0,1 0 0 0 0,-18 19 0 0 0,-1 3-2 0 0,-24 37-1 0 0,41-51 3 0 0,1 0 0 0 0,1 1 0 0 0,-12 25 0 0 0,20-36 2 0 0,1-1 0 0 0,-1 1 0 0 0,1-1-1 0 0,0 1 1 0 0,0 0 0 0 0,1 0 0 0 0,0 0 0 0 0,0 0 0 0 0,1 0 0 0 0,0 0-1 0 0,0 0 1 0 0,1 0 0 0 0,2 13 0 0 0,-1-16 3 0 0,-1 0-1 0 0,1 1 1 0 0,0-1 0 0 0,1 0-1 0 0,-1-1 1 0 0,1 1 0 0 0,0 0-1 0 0,0-1 1 0 0,0 1 0 0 0,0-1-1 0 0,0 0 1 0 0,1 0 0 0 0,-1 0-1 0 0,1-1 1 0 0,0 1-1 0 0,0-1 1 0 0,0 0 0 0 0,0 0-1 0 0,0 0 1 0 0,1-1 0 0 0,-1 0-1 0 0,5 2 1 0 0,8 0-22 0 0,1 1-1 0 0,-1-2 1 0 0,1-1-1 0 0,21 0 1 0 0,1-2-768 0 0,-1-2 0 0 0,0-2 0 0 0,52-13 0 0 0,44-22-5624 0 0,-68 15 257 0 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10:38.9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32 580 1200 0 0,'0'0'2084'0'0,"-12"10"5611"0"0,11-9-7761 0 0,-13 9 5810 0 0,10-10-2863 0 0,7-10-3252 0 0,4-4 440 0 0,84-182 328 0 0,-76 158-415 0 0,-2-1 0 0 0,-1 0 1 0 0,8-55-1 0 0,-11 20-72 0 0,-9 67 58 0 0,0-1 0 0 0,0 0 0 0 0,0 0 0 0 0,-1 1 0 0 0,0-1 0 0 0,0 1 0 0 0,-4-11 0 0 0,5 17 19 0 0,-1-1-1 0 0,1 1 1 0 0,-1 0-1 0 0,1 0 1 0 0,-1-1-1 0 0,1 1 0 0 0,-1 0 1 0 0,1 0-1 0 0,-1 0 1 0 0,0 0-1 0 0,0 0 1 0 0,0 0-1 0 0,1 0 0 0 0,-1 0 1 0 0,0 0-1 0 0,0 0 1 0 0,0 0-1 0 0,-1 1 0 0 0,1-1 1 0 0,0 0-1 0 0,0 1 1 0 0,0-1-1 0 0,0 1 1 0 0,-1-1-1 0 0,1 1 0 0 0,0-1 1 0 0,-1 1-1 0 0,1 0 1 0 0,0 0-1 0 0,-1 0 1 0 0,1 0-1 0 0,0 0 0 0 0,-1 0 1 0 0,1 0-1 0 0,0 0 1 0 0,0 0-1 0 0,-1 1 1 0 0,1-1-1 0 0,0 0 0 0 0,-1 1 1 0 0,1-1-1 0 0,0 1 1 0 0,-2 0-1 0 0,0 2-8 0 0,-1-1-1 0 0,0 1 1 0 0,1 0 0 0 0,-1 0-1 0 0,1 1 1 0 0,0-1 0 0 0,0 1-1 0 0,0-1 1 0 0,0 1 0 0 0,1 0-1 0 0,-4 8 1 0 0,5-10 17 0 0,0 0-1 0 0,0 0 1 0 0,0 0 0 0 0,1 0 0 0 0,-1 1-1 0 0,1-1 1 0 0,-1 0 0 0 0,1 1-1 0 0,0-1 1 0 0,0 0 0 0 0,0 0 0 0 0,0 1-1 0 0,0-1 1 0 0,1 0 0 0 0,-1 1-1 0 0,1-1 1 0 0,-1 0 0 0 0,1 0-1 0 0,0 0 1 0 0,0 0 0 0 0,0 1 0 0 0,2 1-1 0 0,0 0 4 0 0,0 0-1 0 0,0-1 0 0 0,0 0 0 0 0,1 0 1 0 0,-1 0-1 0 0,1 0 0 0 0,0 0 0 0 0,0-1 1 0 0,0 0-1 0 0,0 0 0 0 0,6 2 0 0 0,25 9-5 0 0,2-3 0 0 0,60 11 0 0 0,-67-16 0 0 0,0 1 0 0 0,0 1 0 0 0,-1 2 1 0 0,0 1-1 0 0,29 14 0 0 0,-56-23 10 0 0,1 1-1 0 0,-1-1 1 0 0,1 1-1 0 0,-1-1 1 0 0,1 1 0 0 0,-1 0-1 0 0,0 0 1 0 0,0 0 0 0 0,0 0-1 0 0,0 0 1 0 0,0 1-1 0 0,-1-1 1 0 0,1 1 0 0 0,-1-1-1 0 0,1 1 1 0 0,-1-1 0 0 0,0 1-1 0 0,0 0 1 0 0,0 0-1 0 0,0-1 1 0 0,-1 1 0 0 0,1 3-1 0 0,-1 0 6 0 0,0-1 0 0 0,-1 1 1 0 0,1-1-1 0 0,-1 0 0 0 0,0 1 0 0 0,-1-1 0 0 0,0 0 0 0 0,1 0 0 0 0,-2 1 0 0 0,-4 8 0 0 0,-17 31 99 0 0,-39 55-1 0 0,62-99-102 0 0,0 0 1 0 0,1-1-1 0 0,-1 1 0 0 0,0 0 1 0 0,1 0-1 0 0,-1 0 0 0 0,1 0 0 0 0,-1 0 1 0 0,1 0-1 0 0,-1 0 0 0 0,1 1 1 0 0,0-1-1 0 0,0 0 0 0 0,-1 0 1 0 0,1 0-1 0 0,0 0 0 0 0,0 0 1 0 0,0 0-1 0 0,0 1 0 0 0,0-1 0 0 0,0 0 1 0 0,1 0-1 0 0,-1 0 0 0 0,0 0 1 0 0,1 0-1 0 0,-1 0 0 0 0,0 0 1 0 0,1 0-1 0 0,-1 0 0 0 0,2 2 1 0 0,-1-2-1 0 0,1 0 0 0 0,-1 0 0 0 0,0 0 0 0 0,1 0 0 0 0,-1 0 0 0 0,1 0 0 0 0,-1 0 0 0 0,1-1 0 0 0,-1 1 0 0 0,1 0 0 0 0,0-1 0 0 0,-1 0 0 0 0,1 1 0 0 0,0-1 0 0 0,-1 0 0 0 0,1 0 0 0 0,0 0 1 0 0,-1 0-1 0 0,1 0 0 0 0,2 0 0 0 0,26-5 13 0 0,-1-1 0 0 0,0-1 0 0 0,0-1 0 0 0,0-2 0 0 0,-1-1 0 0 0,33-18 0 0 0,-26 10-4 0 0,-1-2 1 0 0,0-2 0 0 0,-2-1 0 0 0,39-36 0 0 0,-63 52-6 0 0,1-1 1 0 0,-1 1-1 0 0,0-1 1 0 0,-1 0-1 0 0,0-1 1 0 0,-1 0-1 0 0,0 0 1 0 0,0 0 0 0 0,-1-1-1 0 0,-1 0 1 0 0,1 0-1 0 0,2-13 1 0 0,-7 22-8 0 0,0-1 0 0 0,1 0 0 0 0,-1 0 0 0 0,-1 0 1 0 0,1 0-1 0 0,0 1 0 0 0,-1-1 0 0 0,0-3 0 0 0,1 5 0 0 0,0 0 0 0 0,-1 1 0 0 0,1-1 0 0 0,0 0 0 0 0,-1 0 0 0 0,1 1 0 0 0,0-1 0 0 0,-1 0 0 0 0,1 1 0 0 0,-1-1 0 0 0,1 0 0 0 0,-1 1-1 0 0,1-1 1 0 0,-1 0 0 0 0,1 1 0 0 0,-1-1 0 0 0,0 1 0 0 0,1 0 0 0 0,-1-1 0 0 0,0 1 0 0 0,1-1 0 0 0,-1 1 0 0 0,0 0 0 0 0,0-1 0 0 0,1 1 0 0 0,-1 0-1 0 0,0 0 1 0 0,0 0 0 0 0,0 0 0 0 0,1 0 0 0 0,-1 0 0 0 0,-1 0 0 0 0,-8 2 0 0 0,-1 1-1 0 0,1 0 1 0 0,0 0 0 0 0,0 1 0 0 0,1 1-1 0 0,-1-1 1 0 0,1 2 0 0 0,0-1-1 0 0,0 1 1 0 0,1 1 0 0 0,-15 13-1 0 0,-3 5 1 0 0,1 2-1 0 0,-25 35 1 0 0,42-52 9 0 0,1 0 0 0 0,0 1 0 0 0,1 0 1 0 0,0 0-1 0 0,1 1 0 0 0,0-1 0 0 0,1 1 1 0 0,0 0-1 0 0,-4 22 0 0 0,7-30-8 0 0,1 1 0 0 0,0 0 0 0 0,0 0 0 0 0,0-1 0 0 0,0 1 0 0 0,1 0-1 0 0,-1-1 1 0 0,1 1 0 0 0,0 0 0 0 0,1-1 0 0 0,-1 1 0 0 0,1-1 0 0 0,0 0 0 0 0,0 1 0 0 0,0-1 0 0 0,1 0 0 0 0,0 0-1 0 0,-1-1 1 0 0,1 1 0 0 0,0 0 0 0 0,1-1 0 0 0,-1 0 0 0 0,1 0 0 0 0,-1 0 0 0 0,1 0 0 0 0,0 0 0 0 0,0-1-1 0 0,7 3 1 0 0,6 3-417 0 0,0-1-1 0 0,1-1 0 0 0,1-1 0 0 0,-1-1 0 0 0,0 0 0 0 0,1-1 0 0 0,33 0 1 0 0,3-3-2551 0 0,75-11 0 0 0,-74 3-175 0 0,1-4-1048 0 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10:39.8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414 708 2024 0 0,'-4'-4'623'0'0,"0"-1"-1"0"0,0 1 0 0 0,0 0 1 0 0,0 0-1 0 0,-1 0 1 0 0,1 1-1 0 0,-1 0 1 0 0,0 0-1 0 0,0 0 1 0 0,-1 0-1 0 0,1 1 0 0 0,-12-3 1 0 0,10 3-326 0 0,0 1 0 0 0,0 0 0 0 0,-1 0 0 0 0,1 1-1 0 0,-1 0 1 0 0,1 0 0 0 0,0 1 0 0 0,-1 0 0 0 0,-8 3 0 0 0,3-1-206 0 0,0 1 0 0 0,1 1 0 0 0,0 1 0 0 0,0-1 0 0 0,0 2-1 0 0,1 0 1 0 0,0 0 0 0 0,0 1 0 0 0,1 0 0 0 0,0 1 0 0 0,-9 10 0 0 0,4-2-20 0 0,1 1-1 0 0,1 0 1 0 0,0 1-1 0 0,-13 29 1 0 0,20-37-38 0 0,1 1 0 0 0,1-1 0 0 0,0 1 0 0 0,0 0 0 0 0,1 1 0 0 0,1-1 0 0 0,0 0 0 0 0,1 1 0 0 0,0 19 0 0 0,1-29-15 0 0,0 0 0 0 0,0 0-1 0 0,1 0 1 0 0,-1 0 0 0 0,1 0 0 0 0,0 0 0 0 0,0 0 0 0 0,0 0 0 0 0,0 0 0 0 0,0 0 0 0 0,1 0 0 0 0,-1 0 0 0 0,1-1 0 0 0,0 1 0 0 0,0-1-1 0 0,0 1 1 0 0,0-1 0 0 0,0 0 0 0 0,1 1 0 0 0,-1-1 0 0 0,0 0 0 0 0,1-1 0 0 0,0 1 0 0 0,-1 0 0 0 0,1-1 0 0 0,0 0 0 0 0,0 1-1 0 0,0-1 1 0 0,0 0 0 0 0,0 0 0 0 0,0-1 0 0 0,0 1 0 0 0,0-1 0 0 0,1 0 0 0 0,-1 1 0 0 0,6-2 0 0 0,2 1-1 0 0,0-1 1 0 0,0-1-1 0 0,-1 0 1 0 0,1 0-1 0 0,0-1 1 0 0,-1 0-1 0 0,1-1 1 0 0,-1-1-1 0 0,13-6 1 0 0,-9 2-112 0 0,0 0-1 0 0,0-1 1 0 0,-1-1 0 0 0,-1 0 0 0 0,0-1-1 0 0,0 0 1 0 0,-1 0 0 0 0,10-17 0 0 0,-7 7-49 0 0,-1 1 0 0 0,-1-2 0 0 0,-1 0 0 0 0,14-43 0 0 0,-10 9 58 0 0,-2-2 0 0 0,-3 0-1 0 0,5-106 1 0 0,-11 67 1119 0 0,-5 0 0 0 0,-18-134-1 0 0,15 220-912 0 0,-2 17-40 0 0,-3 19-34 0 0,-36 330 15 0 0,40-266-8 0 0,3 1-1 0 0,10 90 0 0 0,-6-157-15 0 0,1 1 1 0 0,1-1-1 0 0,1 0 1 0 0,1 0-1 0 0,1 0 1 0 0,1-1-1 0 0,15 30 1 0 0,-19-43-63 0 0,1 0 0 0 0,0-1 0 0 0,1 0 0 0 0,-1 0 0 0 0,1 0 0 0 0,1 0 1 0 0,-1-1-1 0 0,1 0 0 0 0,0-1 0 0 0,0 0 0 0 0,1 0 0 0 0,-1 0 0 0 0,1-1 0 0 0,0 0 0 0 0,1 0 0 0 0,-1-1 0 0 0,1 0 1 0 0,-1-1-1 0 0,1 0 0 0 0,0 0 0 0 0,14 1 0 0 0,-4-3-254 0 0,0-1 0 0 0,0 0 0 0 0,0-1 0 0 0,-1-1 0 0 0,1-1 0 0 0,-1 0-1 0 0,0-2 1 0 0,0 0 0 0 0,-1-1 0 0 0,0 0 0 0 0,0-2 0 0 0,0 0 0 0 0,-1-1 0 0 0,23-18 0 0 0,-24 15 274 0 0,0 0 1 0 0,0-1-1 0 0,-2-1 0 0 0,0 0 0 0 0,21-32 1 0 0,-26 33 427 0 0,0 0 0 0 0,-1-1 0 0 0,0 1 0 0 0,-1-2 0 0 0,-1 1 0 0 0,-1-1 0 0 0,5-24 0 0 0,-1-12 1019 0 0,-8 49-1144 0 0,-1 3-292 0 0,1 1 1 0 0,-1 0 0 0 0,0-1-1 0 0,1 1 1 0 0,-1-1 0 0 0,1 1 0 0 0,-1 0-1 0 0,1-1 1 0 0,-1 1 0 0 0,1 0-1 0 0,-1 0 1 0 0,1-1 0 0 0,0 1 0 0 0,-1 0-1 0 0,1 0 1 0 0,0 0 0 0 0,0-1-1 0 0,-1 3 1 0 0,-4 19 33 0 0,4-17-26 0 0,-9 37 35 0 0,2 2 1 0 0,-3 45 0 0 0,10-76-20 0 0,0 1 0 0 0,1-1-1 0 0,1 1 1 0 0,1-1 0 0 0,0 0 0 0 0,0 0-1 0 0,1 0 1 0 0,1 0 0 0 0,0 0 0 0 0,1-1-1 0 0,8 15 1 0 0,-11-23-19 0 0,0-1-1 0 0,0 1 1 0 0,0-1 0 0 0,1 0-1 0 0,-1 0 1 0 0,1 0 0 0 0,0 0-1 0 0,0 0 1 0 0,0-1 0 0 0,0 1-1 0 0,0-1 1 0 0,1 0 0 0 0,-1 0-1 0 0,1 0 1 0 0,0 0 0 0 0,-1-1-1 0 0,1 0 1 0 0,0 1 0 0 0,0-1-1 0 0,0 0 1 0 0,0-1-1 0 0,0 1 1 0 0,0-1 0 0 0,0 0-1 0 0,0 0 1 0 0,0 0 0 0 0,0 0-1 0 0,0-1 1 0 0,0 0 0 0 0,0 0-1 0 0,0 0 1 0 0,0 0 0 0 0,4-2-1 0 0,2-1-29 0 0,0-1-1 0 0,-1 0 0 0 0,0 0 1 0 0,0-1-1 0 0,0 0 0 0 0,-1-1 1 0 0,0 1-1 0 0,0-2 0 0 0,0 1 0 0 0,-1-1 1 0 0,10-14-1 0 0,6-17 6 0 0,-1-1 0 0 0,-2-1 1 0 0,18-55-1 0 0,-33 79 129 0 0,-2 8-44 0 0,0 0 0 0 0,0-1 0 0 0,8-11 0 0 0,-11 21-71 0 0,0 0 0 0 0,0 0 0 0 0,0 1-1 0 0,0-1 1 0 0,0 0 0 0 0,0 0-1 0 0,0 0 1 0 0,0 0 0 0 0,0 0-1 0 0,0 0 1 0 0,1 0 0 0 0,-1 0-1 0 0,0 0 1 0 0,0 1 0 0 0,0-1 0 0 0,0 0-1 0 0,0 0 1 0 0,0 0 0 0 0,1 0-1 0 0,-1 0 1 0 0,0 0 0 0 0,0 0-1 0 0,0 0 1 0 0,0 0 0 0 0,0 0 0 0 0,0 0-1 0 0,1 0 1 0 0,-1 0 0 0 0,0 0-1 0 0,0 0 1 0 0,0 0 0 0 0,0 0-1 0 0,0 0 1 0 0,1 0 0 0 0,-1 0-1 0 0,0 0 1 0 0,0-1 0 0 0,0 1 0 0 0,0 0-1 0 0,0 0 1 0 0,0 0 0 0 0,0 0-1 0 0,1 0 1 0 0,-1 0 0 0 0,0 0-1 0 0,0 0 1 0 0,0 0 0 0 0,0-1 0 0 0,0 1-1 0 0,0 0 1 0 0,0 0 0 0 0,0 0-1 0 0,0 0 1 0 0,0 0 0 0 0,0 0-1 0 0,0 0 1 0 0,0-1 0 0 0,0 1-1 0 0,0 0 1 0 0,0 0 0 0 0,0 0 0 0 0,0 0-1 0 0,0 0 1 0 0,0-1 0 0 0,0 1-1 0 0,0 0 1 0 0,0 0 0 0 0,0 0-1 0 0,2 16 28 0 0,-3 23 22 0 0,-1-26-142 0 0,-3 20 252 0 0,2 1 0 0 0,1-1 0 0 0,4 62 1 0 0,-1-87-384 0 0,0 1 1 0 0,1-1 0 0 0,0 0 0 0 0,0 0 0 0 0,0 0-1 0 0,1 0 1 0 0,1 0 0 0 0,-1 0 0 0 0,1-1 0 0 0,0 0 0 0 0,1 1-1 0 0,0-2 1 0 0,0 1 0 0 0,0 0 0 0 0,1-1 0 0 0,0 0-1 0 0,0-1 1 0 0,1 1 0 0 0,-1-1 0 0 0,14 7 0 0 0,-9-6-1960 0 0,0 0-1 0 0,23 7 1 0 0,-3-6-4212 0 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10:40.3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370 170 1132 0 0,'0'-10'1471'0'0,"-1"-1"0"0"0,0 1-1 0 0,0 0 1 0 0,-1-1 0 0 0,-1 1 0 0 0,-5-14-1 0 0,3 12-455 0 0,0 0-1 0 0,-2 0 0 0 0,1 1 0 0 0,-13-16 0 0 0,19 26-975 0 0,-1 0 0 0 0,0 1 0 0 0,0-1-1 0 0,0 0 1 0 0,0 0 0 0 0,0 1 0 0 0,0-1-1 0 0,0 1 1 0 0,0-1 0 0 0,0 1 0 0 0,0-1 0 0 0,0 1-1 0 0,0 0 1 0 0,0-1 0 0 0,-1 1 0 0 0,1 0 0 0 0,0 0-1 0 0,0 0 1 0 0,0 0 0 0 0,0 0 0 0 0,-1 0-1 0 0,1 0 1 0 0,-2 1 0 0 0,0 0-3 0 0,0-1 0 0 0,0 1 0 0 0,0 0 1 0 0,0 1-1 0 0,0-1 0 0 0,0 0 0 0 0,-4 4 0 0 0,-10 8 333 0 0,0 1 0 0 0,2 1-1 0 0,-1 0 1 0 0,-22 31 0 0 0,-44 77 917 0 0,67-98-1109 0 0,1 0 0 0 0,-11 30 1 0 0,22-47-145 0 0,0 0 0 0 0,0 0 0 0 0,1 0 0 0 0,0 0 0 0 0,0 0 0 0 0,1 0 0 0 0,0 1 0 0 0,1-1 0 0 0,-1 0 0 0 0,2 1 0 0 0,-1-1 0 0 0,3 9 0 0 0,-2-13-19 0 0,0-1 0 0 0,0 0 1 0 0,1 0-1 0 0,-1 1 1 0 0,1-1-1 0 0,0 0 1 0 0,0 0-1 0 0,0 0 0 0 0,0-1 1 0 0,0 1-1 0 0,1 0 1 0 0,0-1-1 0 0,-1 0 0 0 0,4 3 1 0 0,0-1-17 0 0,1 0 1 0 0,-1-1-1 0 0,1 0 0 0 0,-1 0 1 0 0,1-1-1 0 0,11 3 1 0 0,5-1-123 0 0,0 0-1 0 0,0-2 1 0 0,31-1 0 0 0,1-3-529 0 0,0-2-1 0 0,0-2 1 0 0,-1-3-1 0 0,55-16 1 0 0,-25 0-1271 0 0,143-65 0 0 0,-202 79 1806 0 0,-1-1 0 0 0,0-1 0 0 0,-1-1 0 0 0,-1-1-1 0 0,0-1 1 0 0,32-31 0 0 0,-50 43 236 0 0,-1 0-1 0 0,0 0 0 0 0,0 0 1 0 0,-1 0-1 0 0,1 0 1 0 0,-1-1-1 0 0,0 1 0 0 0,0-1 1 0 0,0 0-1 0 0,-1 1 1 0 0,0-1-1 0 0,0 0 0 0 0,0 0 1 0 0,0 0-1 0 0,-1 0 1 0 0,0 0-1 0 0,0-6 0 0 0,0 7-39 0 0,-1 1-1 0 0,0 0 1 0 0,1-1-1 0 0,-1 1 0 0 0,0 0 1 0 0,-1-1-1 0 0,1 1 1 0 0,-1 0-1 0 0,1 0 0 0 0,-1 0 1 0 0,0 1-1 0 0,0-1 1 0 0,0 0-1 0 0,0 1 0 0 0,-1-1 1 0 0,1 1-1 0 0,-1-1 1 0 0,1 1-1 0 0,-1 0 0 0 0,0 0 1 0 0,0 1-1 0 0,0-1 1 0 0,0 0-1 0 0,0 1 1 0 0,0 0-1 0 0,-4-1 0 0 0,2 1-49 0 0,0 0 0 0 0,0 0 0 0 0,0 0 0 0 0,0 1 0 0 0,-1 0 0 0 0,1 0 0 0 0,0 1 0 0 0,0-1 0 0 0,-1 1 0 0 0,1 0 0 0 0,0 1 0 0 0,0-1 0 0 0,0 1 0 0 0,0 0 0 0 0,1 0 0 0 0,-1 0 0 0 0,1 1 0 0 0,-1 0 0 0 0,1 0 0 0 0,0 0 0 0 0,0 0 0 0 0,-6 6 0 0 0,1 0-3 0 0,1 0-1 0 0,0 0 1 0 0,1 1 0 0 0,0 0 0 0 0,0 0-1 0 0,1 1 1 0 0,0-1 0 0 0,-7 20-1 0 0,10-21 0 0 0,1 0 0 0 0,-1 0 0 0 0,1 0 0 0 0,1 0-1 0 0,0 0 1 0 0,0 1 0 0 0,1-1 0 0 0,0 0 0 0 0,0 1 0 0 0,1-1-1 0 0,1 0 1 0 0,2 9 0 0 0,-3-11-16 0 0,2-1 1 0 0,-1 0-1 0 0,1 0 1 0 0,0 0-1 0 0,0 0 1 0 0,1-1-1 0 0,-1 1 1 0 0,1-1-1 0 0,1 0 1 0 0,-1 0-1 0 0,1-1 1 0 0,-1 1-1 0 0,1-1 1 0 0,1 0-1 0 0,-1 0 0 0 0,1 0 1 0 0,11 5-1 0 0,5 0-450 0 0,0-1-1 0 0,1 0 1 0 0,1-2 0 0 0,-1 0-1 0 0,43 3 1 0 0,-13-5-1782 0 0,82-5 0 0 0,-12-13-2941 0 0,-55 2 730 0 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10:40.8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312 982 1192 0 0,'3'-6'776'0'0,"-1"-1"1"0"0,0 0-1 0 0,0 0 0 0 0,-1 0 0 0 0,0-1 1 0 0,0 1-1 0 0,0 0 0 0 0,-1 0 0 0 0,0-1 1 0 0,-1 1-1 0 0,-1-10 0 0 0,1 12-484 0 0,-1 0 0 0 0,1 0 0 0 0,-1 0 0 0 0,0 0 0 0 0,0 1 0 0 0,-1-1 0 0 0,1 0 0 0 0,-1 1 0 0 0,0 0 0 0 0,0-1 0 0 0,-1 1 0 0 0,1 1 0 0 0,-1-1 0 0 0,0 0 0 0 0,0 1 0 0 0,-7-5 0 0 0,8 6-231 0 0,1 1 0 0 0,0-1-1 0 0,-1 1 1 0 0,0 0 0 0 0,1 0-1 0 0,-1 0 1 0 0,0 1-1 0 0,1-1 1 0 0,-1 1 0 0 0,0-1-1 0 0,1 1 1 0 0,-1 0 0 0 0,0 0-1 0 0,0 0 1 0 0,0 0 0 0 0,1 1-1 0 0,-6 0 1 0 0,3 1-9 0 0,0 0 0 0 0,0 0 0 0 0,0 0 0 0 0,0 1 0 0 0,1 0 0 0 0,-1 0 0 0 0,1 0 1 0 0,-7 7-1 0 0,-3 4 48 0 0,1 1 0 0 0,0 1 0 0 0,-19 31 0 0 0,17-21 74 0 0,0 1-1 0 0,-21 54 0 0 0,30-63-102 0 0,0 1 1 0 0,2-1-1 0 0,0 1 1 0 0,0 0-1 0 0,0 35 0 0 0,4-49-56 0 0,0 1 0 0 0,1-1 0 0 0,-1 1-1 0 0,1-1 1 0 0,0 0 0 0 0,1 1-1 0 0,-1-1 1 0 0,1 0 0 0 0,0 0 0 0 0,0 0-1 0 0,1 0 1 0 0,-1 0 0 0 0,1-1-1 0 0,0 1 1 0 0,0-1 0 0 0,1 1 0 0 0,-1-1-1 0 0,1 0 1 0 0,0-1 0 0 0,0 1 0 0 0,1-1-1 0 0,-1 1 1 0 0,1-1 0 0 0,-1-1-1 0 0,1 1 1 0 0,0-1 0 0 0,0 1 0 0 0,0-1-1 0 0,0-1 1 0 0,11 3 0 0 0,-2-1 0 0 0,0-1-1 0 0,1 0 1 0 0,-1-1 0 0 0,1-1 0 0 0,-1 0-1 0 0,1-1 1 0 0,-1-1 0 0 0,0 0 0 0 0,1 0-1 0 0,21-9 1 0 0,-19 4-41 0 0,0 0-1 0 0,-1-1 1 0 0,0-1 0 0 0,-1-1-1 0 0,0-1 1 0 0,0 0-1 0 0,-1 0 1 0 0,-1-1 0 0 0,0-1-1 0 0,0-1 1 0 0,17-25 0 0 0,-3 0-86 0 0,-2-1 1 0 0,-2-1 0 0 0,24-58 0 0 0,-11 7 92 0 0,-5-2 0 0 0,-3-1-1 0 0,-4-2 1 0 0,20-183 0 0 0,-37 128 847 0 0,-4 51 24 0 0,-3 95-804 0 0,0 1 0 0 0,0-1 0 0 0,-1 1 0 0 0,0-1 0 0 0,-2-5 0 0 0,-7 22 49 0 0,4 0-70 0 0,1 0 1 0 0,1 1 0 0 0,-1-1-1 0 0,-4 25 1 0 0,-5 51 4 0 0,11-62-6 0 0,-23 265 106 0 0,25-229-128 0 0,3-1-1 0 0,18 110 0 0 0,-13-136-860 0 0,21 61 0 0 0,-22-78-615 0 0,17 28 0 0 0,-18-36-208 0 0,1 1 1 0 0,1-2 0 0 0,14 17 0 0 0,2-6-5087 0 0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10:41.7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1245 2084 0 0,'2'11'3236'0'0,"-1"-3"-1447"0"0,0-1 1 0 0,1 0-1 0 0,4 13 0 0 0,-6-18-405 0 0,5-3-892 0 0,6-3-308 0 0,1-1 0 0 0,-1 0 0 0 0,1 0 0 0 0,-1-1 0 0 0,-1-1-1 0 0,1 0 1 0 0,-1 0 0 0 0,11-11 0 0 0,74-76 274 0 0,-92 91-444 0 0,30-34 49 0 0,-3-2 1 0 0,-1-1-1 0 0,43-78 1 0 0,51-141 44 0 0,-114 238-99 0 0,48-118 289 0 0,59-224 1 0 0,-86 244 157 0 0,-29 117-444 0 0,-6 22 38 0 0,-39 122 112 0 0,13-44-59 0 0,10-24-49 0 0,-15 102 1 0 0,30-131-20 0 0,2 0 0 0 0,2 1 0 0 0,7 75 0 0 0,-3-104-133 0 0,1 0 1 0 0,0 0 0 0 0,2 0-1 0 0,0-1 1 0 0,0 1 0 0 0,2-1-1 0 0,0 0 1 0 0,1-1 0 0 0,1 0-1 0 0,0 0 1 0 0,16 19 0 0 0,-19-27-111 0 0,0 0 0 0 0,0-1 1 0 0,1 0-1 0 0,-1 0 0 0 0,1-1 1 0 0,0 0-1 0 0,1 0 0 0 0,-1 0 1 0 0,1-1-1 0 0,0-1 1 0 0,0 1-1 0 0,0-1 0 0 0,1 0 1 0 0,-1-1-1 0 0,1 0 0 0 0,-1 0 1 0 0,1-1-1 0 0,0 0 0 0 0,0-1 1 0 0,-1 0-1 0 0,1 0 0 0 0,0-1 1 0 0,0 0-1 0 0,10-3 0 0 0,-7 1 200 0 0,0-2 0 0 0,0 0-1 0 0,0 0 1 0 0,-1-1-1 0 0,1 0 1 0 0,-1-1 0 0 0,-1 0-1 0 0,0-1 1 0 0,0 0 0 0 0,0 0-1 0 0,-1-1 1 0 0,0-1-1 0 0,10-14 1 0 0,6-10 1990 0 0,-2-2-1 0 0,32-65 1 0 0,-25 42 129 0 0,-28 57-1647 0 0,-1 3-442 0 0,0 1-1 0 0,-1-1 0 0 0,1 1 0 0 0,0-1 1 0 0,0 1-1 0 0,-1 0 0 0 0,1-1 1 0 0,0 1-1 0 0,-1 0 0 0 0,0-1 0 0 0,1 1 1 0 0,-1 0-1 0 0,0 0 0 0 0,0 2 1 0 0,-1 56 754 0 0,-1-19-408 0 0,3 0-1 0 0,8 71 1 0 0,-7-101-329 0 0,0 0 0 0 0,1-1 0 0 0,0 1 0 0 0,1-1 0 0 0,0 1 0 0 0,0-1 0 0 0,1 0 0 0 0,1-1 0 0 0,-1 1 0 0 0,2-1 0 0 0,-1 0 1 0 0,1-1-1 0 0,1 1 0 0 0,-1-1 0 0 0,10 7 0 0 0,-10-10 43 0 0,0-1 0 0 0,1 1 0 0 0,-1-1-1 0 0,1-1 1 0 0,0 1 0 0 0,0-2 0 0 0,0 1 0 0 0,0-1 0 0 0,0 0 0 0 0,1 0 0 0 0,-1-1 0 0 0,1 0 0 0 0,-1-1 0 0 0,1 0 0 0 0,-1 0 0 0 0,1-1-1 0 0,-1 0 1 0 0,1-1 0 0 0,-1 0 0 0 0,0 0 0 0 0,0 0 0 0 0,0-1 0 0 0,0 0 0 0 0,0-1 0 0 0,0 0 0 0 0,-1 0 0 0 0,0-1 0 0 0,0 0-1 0 0,11-9 1 0 0,-11 7 7 0 0,0 0 1 0 0,-1-1-1 0 0,0 1 0 0 0,-1-1 0 0 0,0 0 0 0 0,0 0 0 0 0,0-1 0 0 0,-1 0 0 0 0,0 0 0 0 0,-1 0 1 0 0,0 0-1 0 0,0 0 0 0 0,-1 0 0 0 0,0-1 0 0 0,-1 1 0 0 0,0-1 0 0 0,-1 0 0 0 0,0 1 0 0 0,-2-19 0 0 0,1 18-62 0 0,-1-1 0 0 0,-1 1 0 0 0,0-1 0 0 0,0 1 0 0 0,-1 0 0 0 0,-1 0 0 0 0,1 1 0 0 0,-1-1 0 0 0,-1 1 0 0 0,0 0 0 0 0,0 0 0 0 0,-1 1 0 0 0,0 0 0 0 0,0 0 0 0 0,-1 0 0 0 0,0 1 0 0 0,-14-9 0 0 0,-2 1 24 0 0,0 2 0 0 0,-1 1 1 0 0,-1 1-1 0 0,0 1 0 0 0,-41-10 1 0 0,-36-3-2671 0 0,4 8-6827 0 0,87 13 5418 0 0,5 2 2246 0 0,2-1 108 0 0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10:42.1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387 175 1740 0 0,'-106'-6'5158'0'0,"26"3"1236"0"0,-106-19-1 0 0,172 16-5291 0 0,14 6-1087 0 0,0 0 1 0 0,0 0 0 0 0,0-1-1 0 0,0 1 1 0 0,0 0-1 0 0,0 0 1 0 0,0-1 0 0 0,0 1-1 0 0,0 0 1 0 0,0 0-1 0 0,0-1 1 0 0,0 1 0 0 0,0 0-1 0 0,0 0 1 0 0,0 0 0 0 0,0-1-1 0 0,0 1 1 0 0,0 0-1 0 0,0 0 1 0 0,1-1 0 0 0,-1 1-1 0 0,0 0 1 0 0,0 0 0 0 0,0 0-1 0 0,0 0 1 0 0,0-1-1 0 0,1 1 1 0 0,-1 0 0 0 0,0 0-1 0 0,0 0 1 0 0,0 0-1 0 0,1-1 1 0 0,23-10 409 0 0,23-5-168 0 0,1 3 1 0 0,95-14-1 0 0,105 4-780 0 0,-209 20 323 0 0,309-13-2933 0 0,-29 2-6665 0 0,-223 7 3357 0 0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10:43.3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348 133 1184 0 0,'5'-25'4411'0'0,"-2"-1"0"0"0,0-43 0 0 0,-3 68-4366 0 0,0 1 0 0 0,0-1 0 0 0,0 1 0 0 0,0-1 1 0 0,0 1-1 0 0,0 0 0 0 0,0-1 0 0 0,0 1 0 0 0,0-1 0 0 0,0 1 1 0 0,0-1-1 0 0,0 1 0 0 0,0 0 0 0 0,0-1 0 0 0,-1 1 0 0 0,1-1 1 0 0,0 1-1 0 0,0 0 0 0 0,0-1 0 0 0,-1 1 0 0 0,1-1 1 0 0,0 1-1 0 0,0 0 0 0 0,-1-1 0 0 0,1 1 0 0 0,0 0 0 0 0,-1 0 1 0 0,1-1-1 0 0,-1 1 0 0 0,1 0 0 0 0,-1-1 0 0 0,-11 7 426 0 0,-15 23-380 0 0,25-27 49 0 0,-50 65 332 0 0,3 2 0 0 0,-67 128 1 0 0,99-165-397 0 0,1 1-1 0 0,-16 46 1 0 0,29-68-56 0 0,0 0 0 0 0,0 0-1 0 0,1 0 1 0 0,0 0 0 0 0,1 0 0 0 0,0 1-1 0 0,1-1 1 0 0,0 0 0 0 0,1 0 0 0 0,0 1-1 0 0,5 19 1 0 0,-5-27-8 0 0,1 1-1 0 0,0-1 0 0 0,0 0 1 0 0,0 0-1 0 0,0 0 1 0 0,1 0-1 0 0,0 0 1 0 0,0 0-1 0 0,0-1 1 0 0,0 1-1 0 0,0-1 1 0 0,1 0-1 0 0,-1 0 1 0 0,1 0-1 0 0,6 3 1 0 0,-4-3 3 0 0,1 0 0 0 0,-1 0 0 0 0,1-1 0 0 0,0 0 0 0 0,0 0 0 0 0,0 0 0 0 0,0-1 0 0 0,0 0 0 0 0,11-1 0 0 0,-7 0 1 0 0,-1 0 0 0 0,1-1 1 0 0,-1 0-1 0 0,1-1 0 0 0,-1-1 0 0 0,0 1 1 0 0,0-2-1 0 0,0 1 0 0 0,0-1 0 0 0,0-1 1 0 0,-1 0-1 0 0,0 0 0 0 0,16-12 0 0 0,-17 9-15 0 0,-1-1 0 0 0,0 0 0 0 0,0 0 0 0 0,-1 0 0 0 0,0-1 0 0 0,0 1 0 0 0,-1-2 0 0 0,-1 1 0 0 0,1 0 0 0 0,-2-1 0 0 0,0 0 0 0 0,0 0 0 0 0,-1 0 0 0 0,0 0 0 0 0,-1 0 0 0 0,1-12 0 0 0,-2-1-5 0 0,0 1 0 0 0,-2 0-1 0 0,-1 0 1 0 0,0 0 0 0 0,-2 0-1 0 0,-13-40 1 0 0,14 51 0 0 0,-1 0-1 0 0,-1 0 1 0 0,0 0 0 0 0,0 1 0 0 0,-1 0-1 0 0,0 1 1 0 0,-12-14 0 0 0,16 21 1 0 0,-1-1 0 0 0,1 1 0 0 0,-1 0 0 0 0,1 0 0 0 0,-1 0 1 0 0,0 0-1 0 0,0 1 0 0 0,0 0 0 0 0,0 0 0 0 0,-1 0 1 0 0,1 0-1 0 0,-1 0 0 0 0,1 1 0 0 0,-1 0 0 0 0,1 0 1 0 0,-1 0-1 0 0,0 1 0 0 0,1-1 0 0 0,-1 1 0 0 0,0 0 0 0 0,0 1 1 0 0,1-1-1 0 0,-7 2 0 0 0,2 1-1 0 0,-1 1-1 0 0,1-1 1 0 0,1 2 0 0 0,-1-1-1 0 0,1 1 1 0 0,-1 1 0 0 0,1-1-1 0 0,1 2 1 0 0,-1-1 0 0 0,1 1-1 0 0,0 0 1 0 0,-11 15 0 0 0,9-10 3 0 0,0 1 1 0 0,1 0 0 0 0,1 0 0 0 0,0 1-1 0 0,0 0 1 0 0,2 0 0 0 0,-8 26-1 0 0,12-33 6 0 0,0 0 0 0 0,0 0-1 0 0,0 0 1 0 0,1 1-1 0 0,0-1 1 0 0,0 0-1 0 0,1 0 1 0 0,0 0-1 0 0,0 0 1 0 0,1 0-1 0 0,3 11 1 0 0,-3-14-2 0 0,0 1-1 0 0,0-1 1 0 0,1 0 0 0 0,-1 0 0 0 0,1 0-1 0 0,0 0 1 0 0,0 0 0 0 0,0-1-1 0 0,1 1 1 0 0,-1-1 0 0 0,1 0-1 0 0,0 0 1 0 0,0 0 0 0 0,0 0 0 0 0,0-1-1 0 0,0 0 1 0 0,0 0 0 0 0,6 2-1 0 0,5 0 1 0 0,0 0-1 0 0,1-1 1 0 0,0-1-1 0 0,-1 0 1 0 0,1-1-1 0 0,0-1 0 0 0,0 0 1 0 0,0-1-1 0 0,-1-1 1 0 0,1-1-1 0 0,-1 0 1 0 0,1-1-1 0 0,-1 0 0 0 0,20-9 1 0 0,-4-1 6 0 0,-1-1-1 0 0,-1-1 1 0 0,0-1 0 0 0,-1-2-1 0 0,44-38 1 0 0,127-144-31 0 0,-198 199 18 0 0,0 1-1 0 0,0-1 1 0 0,1 1 0 0 0,-1 0-1 0 0,0 0 1 0 0,1-1-1 0 0,-1 1 1 0 0,0 0 0 0 0,1 0-1 0 0,0 1 1 0 0,-1-1-1 0 0,1 0 1 0 0,-1 0 0 0 0,1 1-1 0 0,0-1 1 0 0,0 1-1 0 0,-1-1 1 0 0,1 1 0 0 0,0 0-1 0 0,0 0 1 0 0,-1 0-1 0 0,4 0 1 0 0,-3 1 3 0 0,0 0 0 0 0,0-1 0 0 0,-1 1 0 0 0,1 1 0 0 0,0-1-1 0 0,-1 0 1 0 0,1 0 0 0 0,0 1 0 0 0,-1-1 0 0 0,0 1 0 0 0,1-1 0 0 0,-1 1 0 0 0,0-1 0 0 0,0 1 0 0 0,0 0 0 0 0,0 0-1 0 0,0 0 1 0 0,0-1 0 0 0,-1 1 0 0 0,2 3 0 0 0,4 14 27 0 0,-1 0 0 0 0,-1 1 0 0 0,0 0 0 0 0,-2-1 0 0 0,1 30 0 0 0,-9 103 200 0 0,3-99-163 0 0,-1 16 730 0 0,-16 84-1 0 0,15-124 727 0 0,4-26-714 0 0,1-5-758 0 0,-1-1 0 0 0,0 1 0 0 0,1-1 0 0 0,-1 1 0 0 0,1-1 0 0 0,0 1 0 0 0,0-1 0 0 0,0 0 0 0 0,0-2 0 0 0,5-36 67 0 0,3 1 0 0 0,0 0 0 0 0,26-67 0 0 0,-29 94-122 0 0,1-1-1 0 0,0 1 0 0 0,1 1 1 0 0,0-1-1 0 0,1 1 0 0 0,1 0 1 0 0,0 1-1 0 0,0 0 0 0 0,1 0 1 0 0,1 1-1 0 0,-1 0 0 0 0,2 1 1 0 0,-1 0-1 0 0,14-7 1 0 0,-21 14 4 0 0,0 0 1 0 0,0 0-1 0 0,0 0 0 0 0,1 0 1 0 0,-1 1-1 0 0,0 0 1 0 0,1 0-1 0 0,-1 0 1 0 0,1 0-1 0 0,-1 1 1 0 0,0 0-1 0 0,1 0 1 0 0,-1 0-1 0 0,1 0 1 0 0,-1 1-1 0 0,1 0 1 0 0,-1 0-1 0 0,1 0 1 0 0,-1 0-1 0 0,0 0 1 0 0,0 1-1 0 0,0 0 1 0 0,0 0-1 0 0,0 0 1 0 0,0 1-1 0 0,0-1 1 0 0,-1 1-1 0 0,1 0 1 0 0,5 6-1 0 0,-1 1 5 0 0,-1 1 0 0 0,-1 0 0 0 0,1 0 0 0 0,-2 0 0 0 0,0 1 0 0 0,0 0 0 0 0,-1 0 0 0 0,0 0 0 0 0,-1 0 0 0 0,2 16 0 0 0,-1 14-54 0 0,-3 80-1 0 0,-2-49 37 0 0,2-41 38 0 0,1-29-18 0 0,-2-2-2 0 0,1 0 0 0 0,-1 0 1 0 0,0 0-1 0 0,1 0 0 0 0,-1 0 1 0 0,1-1-1 0 0,-1 1 0 0 0,1 0 1 0 0,-1 0-1 0 0,1-1 0 0 0,-1 1 1 0 0,1 0-1 0 0,0-1 0 0 0,-1 1 1 0 0,1 0-1 0 0,0-1 0 0 0,-1 1 0 0 0,1-1 1 0 0,0 1-1 0 0,0-1 0 0 0,0 0 1 0 0,0 1-1 0 0,-1-1 0 0 0,2 0 1 0 0,24 1 24 0 0,-4-5-5 0 0,-1-1 0 0 0,0-1 0 0 0,-1-1 0 0 0,1 0 0 0 0,-2-2 0 0 0,1-1 1 0 0,-1 0-1 0 0,21-16 0 0 0,143-115 22 0 0,-158 121-36 0 0,-7 5-6 0 0,-1 0-1 0 0,-1-1 0 0 0,0 0 1 0 0,-1-1-1 0 0,-1-1 0 0 0,0-1 1 0 0,-1 0-1 0 0,10-21 1 0 0,-22 36-4 0 0,1 0 0 0 0,-1 0 1 0 0,0 0-1 0 0,0 0 0 0 0,0 0 1 0 0,0 0-1 0 0,0-7 0 0 0,-1 9 1 0 0,-1 0 0 0 0,1 0 0 0 0,0 1 0 0 0,0-1 0 0 0,-1 0 0 0 0,1 0 0 0 0,-1 0 0 0 0,1 1 0 0 0,-1-1 0 0 0,0 0 0 0 0,0 1 0 0 0,0-1 0 0 0,0 0 0 0 0,0 1 0 0 0,0-1 0 0 0,0 1 0 0 0,0 0 0 0 0,-2-2 0 0 0,2 2 1 0 0,0 1 1 0 0,0-1-1 0 0,0 1 0 0 0,0 0 1 0 0,0-1-1 0 0,0 1 0 0 0,0 0 0 0 0,0 0 1 0 0,0-1-1 0 0,0 1 0 0 0,0 0 0 0 0,0 0 1 0 0,-1 0-1 0 0,1 1 0 0 0,0-1 0 0 0,0 0 1 0 0,0 0-1 0 0,0 0 0 0 0,-1 1 0 0 0,0 0-2 0 0,-4 0 2 0 0,0 0 1 0 0,1 1-1 0 0,-1 0 0 0 0,1 0 0 0 0,-1 1 0 0 0,1-1 0 0 0,0 1 1 0 0,0 1-1 0 0,0-1 0 0 0,0 0 0 0 0,1 1 0 0 0,-7 7 1 0 0,-4 4-1 0 0,1 1 0 0 0,-12 18 0 0 0,20-25 3 0 0,0 0 0 0 0,0 0 0 0 0,1 1 0 0 0,0 0 0 0 0,0 0 0 0 0,1 0 0 0 0,1 0 0 0 0,0 1 0 0 0,0-1 0 0 0,1 1 0 0 0,-1 16 0 0 0,3-21 0 0 0,0 0 0 0 0,0 0-1 0 0,1 0 1 0 0,0 1 0 0 0,0-1 0 0 0,1 0-1 0 0,-1-1 1 0 0,1 1 0 0 0,1 0 0 0 0,-1 0-1 0 0,1-1 1 0 0,0 1 0 0 0,0-1 0 0 0,0 0-1 0 0,1 0 1 0 0,0 0 0 0 0,0-1 0 0 0,0 1-1 0 0,1-1 1 0 0,-1 0 0 0 0,10 6 0 0 0,-1-1-42 0 0,1-2 0 0 0,0 0 0 0 0,0 0 1 0 0,0-1-1 0 0,1-1 0 0 0,0 0 0 0 0,0-1 1 0 0,0-1-1 0 0,1 0 0 0 0,-1-1 0 0 0,19 0 1 0 0,-16-2-911 0 0,1-1 0 0 0,-1 0 0 0 0,31-7 0 0 0,-34 4-1050 0 0,0 0 0 0 0,0-1 0 0 0,-1-1 0 0 0,21-10 1 0 0,-8-1-5433 0 0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10:45.4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300 834 1324 0 0,'-21'-130'12021'0'0,"21"129"-12005"0"0,0 1 0 0 0,0 0-1 0 0,1-1 1 0 0,-1 1 0 0 0,0-1-1 0 0,0 1 1 0 0,-1 0 0 0 0,1-1 0 0 0,0 1-1 0 0,0 0 1 0 0,0-1 0 0 0,0 1-1 0 0,0 0 1 0 0,0-1 0 0 0,0 1-1 0 0,0 0 1 0 0,-1-1 0 0 0,1 1 0 0 0,0 0-1 0 0,0-1 1 0 0,-1 1 0 0 0,1 0-1 0 0,0 0 1 0 0,0-1 0 0 0,-1 1-1 0 0,1 0 1 0 0,0 0 0 0 0,0 0-1 0 0,-1-1 1 0 0,1 1 0 0 0,0 0 0 0 0,-1 0-1 0 0,1 0 1 0 0,0 0 0 0 0,-1 0-1 0 0,1-1 1 0 0,0 1 0 0 0,-1 0-1 0 0,1 0 1 0 0,-1 0 0 0 0,1 0 0 0 0,0 0-1 0 0,-1 0 1 0 0,1 0 0 0 0,0 0-1 0 0,-1 1 1 0 0,1-1 0 0 0,0 0-1 0 0,-1 0 1 0 0,1 0 0 0 0,0 0 0 0 0,-1 0-1 0 0,1 1 1 0 0,0-1 0 0 0,-1 0-1 0 0,1 0 1 0 0,0 0 0 0 0,0 1-1 0 0,-1-1 1 0 0,1 0 0 0 0,0 0 0 0 0,0 1-1 0 0,-1-1 1 0 0,1 0 0 0 0,0 1-1 0 0,-17 20 439 0 0,1 3-246 0 0,1 0 1 0 0,1 0-1 0 0,1 1 1 0 0,2 1-1 0 0,0 0 0 0 0,2 1 1 0 0,0 0-1 0 0,-8 54 1 0 0,16-76-171 0 0,1-1 1 0 0,0 1-1 0 0,0-1 1 0 0,0 1-1 0 0,0 0 0 0 0,1-1 1 0 0,0 1-1 0 0,-1-1 1 0 0,2 1-1 0 0,-1-1 1 0 0,1 1-1 0 0,-1-1 0 0 0,1 0 1 0 0,0 0-1 0 0,1 0 1 0 0,-1 0-1 0 0,1 0 0 0 0,-1 0 1 0 0,1-1-1 0 0,0 1 1 0 0,1-1-1 0 0,-1 0 1 0 0,1 0-1 0 0,-1 0 0 0 0,1 0 1 0 0,0-1-1 0 0,0 0 1 0 0,0 1-1 0 0,0-1 1 0 0,5 1-1 0 0,0 0 9 0 0,0 0 0 0 0,-1-1 0 0 0,1-1-1 0 0,0 1 1 0 0,0-2 0 0 0,1 1 0 0 0,-1-1 0 0 0,0 0 0 0 0,0-1 0 0 0,0 0 0 0 0,0 0-1 0 0,0-1 1 0 0,-1-1 0 0 0,15-4 0 0 0,-15 3-32 0 0,-1 1 0 0 0,0-1 0 0 0,1 0 0 0 0,-2-1 0 0 0,1 1 0 0 0,0-1-1 0 0,-1-1 1 0 0,0 1 0 0 0,0-1 0 0 0,-1 0 0 0 0,0 0 0 0 0,0-1 0 0 0,0 0 0 0 0,-1 0 0 0 0,5-8 0 0 0,-5 4-10 0 0,0 1 0 0 0,-1 0 1 0 0,0-1-1 0 0,0 0 1 0 0,-1 0-1 0 0,0 0 0 0 0,-1 0 1 0 0,-1 0-1 0 0,1 0 1 0 0,-4-20-1 0 0,1 12-6 0 0,-2 0-1 0 0,0 0 1 0 0,-1 1 0 0 0,-1-1 0 0 0,-1 2-1 0 0,0-1 1 0 0,-2 1 0 0 0,0 0-1 0 0,0 0 1 0 0,-2 1 0 0 0,-16-20-1 0 0,20 28-1 0 0,0 1-1 0 0,-1 0 0 0 0,0 0 1 0 0,0 0-1 0 0,0 1 0 0 0,-1 0 1 0 0,0 1-1 0 0,0 0 0 0 0,-18-7 1 0 0,19 10-2 0 0,-1 0 0 0 0,1 0 1 0 0,-1 0-1 0 0,1 1 0 0 0,-1 0 0 0 0,0 1 1 0 0,1 0-1 0 0,-1 0 0 0 0,0 1 0 0 0,1 0 1 0 0,-1 1-1 0 0,1 0 0 0 0,-9 3 0 0 0,7-1 1 0 0,1 0-1 0 0,-1 0 1 0 0,1 1-1 0 0,0 0 0 0 0,1 1 1 0 0,0 0-1 0 0,0 0 1 0 0,0 1-1 0 0,0 0 0 0 0,1 0 1 0 0,0 1-1 0 0,1 0 0 0 0,-11 16 1 0 0,14-20 4 0 0,1 0 0 0 0,0 0 0 0 0,0 0 0 0 0,0 0 0 0 0,0 1 0 0 0,1-1 1 0 0,0 1-1 0 0,0-1 0 0 0,0 1 0 0 0,0-1 0 0 0,1 1 0 0 0,-1-1 0 0 0,1 1 0 0 0,0 0 0 0 0,1-1 0 0 0,-1 1 1 0 0,1-1-1 0 0,0 1 0 0 0,0-1 0 0 0,1 1 0 0 0,-1-1 0 0 0,1 1 0 0 0,0-1 0 0 0,0 0 0 0 0,0 0 0 0 0,0 0 0 0 0,1 0 1 0 0,0-1-1 0 0,0 1 0 0 0,0-1 0 0 0,0 1 0 0 0,6 3 0 0 0,1 1 3 0 0,0-1 0 0 0,1-1-1 0 0,-1 0 1 0 0,1-1 0 0 0,1 0 0 0 0,-1 0 0 0 0,1-1-1 0 0,0-1 1 0 0,0 0 0 0 0,0-1 0 0 0,0 0 0 0 0,0-1-1 0 0,15 1 1 0 0,16-3 11 0 0,0-1 0 0 0,61-11 0 0 0,-41 3-9 0 0,-1-3 1 0 0,-1-2-1 0 0,0-4 1 0 0,-1-1-1 0 0,-1-4 1 0 0,76-41-1 0 0,-105 47 2 0 0,-1 0-1 0 0,0-2 0 0 0,-1-1 0 0 0,-1-2 1 0 0,-2 0-1 0 0,0-2 0 0 0,-1 0 0 0 0,-2-2 1 0 0,0 0-1 0 0,-2-2 0 0 0,-1 0 0 0 0,-2-1 1 0 0,16-36-1 0 0,-22 38-24 0 0,-1 0 1 0 0,-1-1-1 0 0,-1 0 1 0 0,-1-1 0 0 0,-2 0-1 0 0,2-58 1 0 0,-7 82 12 0 0,0 0 0 0 0,0 0 0 0 0,-1 1 0 0 0,0-1 0 0 0,-1 0 0 0 0,1 1 0 0 0,-3-7 0 0 0,4 12 4 0 0,0-1-1 0 0,-1 1 1 0 0,1-1 0 0 0,0 1 0 0 0,0-1-1 0 0,-1 1 1 0 0,1 0 0 0 0,0-1 0 0 0,-1 1 0 0 0,1-1-1 0 0,0 1 1 0 0,-1 0 0 0 0,1-1 0 0 0,-1 1-1 0 0,1 0 1 0 0,-1-1 0 0 0,1 1 0 0 0,-1 0 0 0 0,1-1-1 0 0,-1 1 1 0 0,1 0 0 0 0,-1 0 0 0 0,1 0-1 0 0,-1 0 1 0 0,1 0 0 0 0,-1 0 0 0 0,1-1 0 0 0,-2 1-1 0 0,-15 8-3 0 0,13-5 8 0 0,0 1 0 0 0,0 0-1 0 0,0 0 1 0 0,1 0 0 0 0,-5 5 0 0 0,-8 21 19 0 0,0 0 0 0 0,2 1 0 0 0,-14 44 0 0 0,-22 103 176 0 0,43-151-126 0 0,-139 681 1477 0 0,45 9-590 0 0,74-494-662 0 0,4 292-1 0 0,30-396-237 0 0,-5-106-40 0 0,0 0-1 0 0,1 1 1 0 0,0-1-1 0 0,1-1 1 0 0,1 1-1 0 0,11 21 1 0 0,-15-32-18 0 0,0 1 0 0 0,1-1 0 0 0,-1 0 0 0 0,1 0 0 0 0,0 0 0 0 0,0 0 0 0 0,0 0 0 0 0,0 0 0 0 0,0 0 0 0 0,0 0 0 0 0,0-1 0 0 0,1 1 0 0 0,-1-1 0 0 0,0 0 0 0 0,1 0 0 0 0,0 1 0 0 0,-1-2 0 0 0,5 2 0 0 0,-3-1 7 0 0,0-1 1 0 0,1 0-1 0 0,-1 0 0 0 0,0 0 1 0 0,0-1-1 0 0,0 1 0 0 0,1-1 1 0 0,-1 0-1 0 0,0 0 1 0 0,0-1-1 0 0,4-1 0 0 0,8-5 4 0 0,0-1 0 0 0,-1 0 0 0 0,0-2 0 0 0,21-17 0 0 0,-7 3-7 0 0,0-2 0 0 0,-2-1 0 0 0,-1-1 1 0 0,-2-1-1 0 0,25-37 0 0 0,-38 49 5 0 0,-1 1 0 0 0,0-2 0 0 0,-1 1 0 0 0,-1-1 0 0 0,-1-1 0 0 0,-1 1 0 0 0,0-1 0 0 0,-2 0 1 0 0,0-1-1 0 0,-1 1 0 0 0,0-30 0 0 0,-4 35-12 0 0,0 1 1 0 0,-1 0 0 0 0,-1 0-1 0 0,0 0 1 0 0,-1 0-1 0 0,-1 1 1 0 0,0-1-1 0 0,-9-16 1 0 0,4 11-1 0 0,-2 1 1 0 0,0 0-1 0 0,-1 0 0 0 0,-28-29 0 0 0,6 15-4 0 0,-2 1-1 0 0,0 2 1 0 0,-2 1-1 0 0,-53-28 1 0 0,-204-86-2 0 0,89 46-22 0 0,203 95-1 0 0,1-1 1 0 0,-1 1-1 0 0,1-1 1 0 0,0 0 0 0 0,0-1-1 0 0,0 1 1 0 0,0 0-1 0 0,0-1 1 0 0,1 0-1 0 0,-1 0 1 0 0,-3-4 0 0 0,6 5-29 0 0,-1 0 0 0 0,1 1 0 0 0,-1-1 1 0 0,1 0-1 0 0,-1 0 0 0 0,1 1 0 0 0,0-1 0 0 0,0 0 1 0 0,0 0-1 0 0,0 0 0 0 0,0 1 0 0 0,0-1 0 0 0,1 0 1 0 0,-1 0-1 0 0,1 1 0 0 0,-1-1 0 0 0,1 0 1 0 0,-1 1-1 0 0,1-1 0 0 0,0 0 0 0 0,0 1 0 0 0,0-1 1 0 0,0 1-1 0 0,0-1 0 0 0,2-1 0 0 0,10-10-836 0 0,-1 1 0 0 0,2 0 0 0 0,0 1-1 0 0,0 0 1 0 0,1 1 0 0 0,31-15 0 0 0,-30 16-57 0 0,45-25-3552 0 0,3-1-2107 0 0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10:46.7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80 994 48 0 0,'-9'9'1010'0'0,"0"0"-1"0"0,1 1 1 0 0,0 0 0 0 0,1 1-1 0 0,0 0 1 0 0,0 0-1 0 0,1 0 1 0 0,-6 16 0 0 0,11-23-836 0 0,0 0 0 0 0,0-1 0 0 0,0 1 0 0 0,0 0 1 0 0,1-1-1 0 0,-1 1 0 0 0,1 0 0 0 0,0 0 0 0 0,0 0 0 0 0,0-1 1 0 0,1 1-1 0 0,-1 0 0 0 0,1 0 0 0 0,0-1 0 0 0,0 1 0 0 0,0-1 0 0 0,1 1 1 0 0,-1-1-1 0 0,1 1 0 0 0,0-1 0 0 0,0 0 0 0 0,0 0 0 0 0,0 1 1 0 0,1-2-1 0 0,-1 1 0 0 0,1 0 0 0 0,0 0 0 0 0,0-1 0 0 0,0 0 1 0 0,0 1-1 0 0,0-1 0 0 0,5 2 0 0 0,1 0-43 0 0,0 0-1 0 0,0 0 1 0 0,0-1 0 0 0,1 0 0 0 0,0-1-1 0 0,-1 0 1 0 0,1 0 0 0 0,0-1-1 0 0,0-1 1 0 0,0 1 0 0 0,0-2-1 0 0,0 1 1 0 0,12-3 0 0 0,4-2 3 0 0,-1-1 1 0 0,0-1-1 0 0,46-19 1 0 0,-51 17-113 0 0,0-1 1 0 0,0-1 0 0 0,-1 0 0 0 0,-1-2 0 0 0,0 0 0 0 0,-1-1 0 0 0,0-1-1 0 0,-1 0 1 0 0,15-19 0 0 0,-14 11-16 0 0,0 0-1 0 0,-2-1 1 0 0,0-1 0 0 0,-2 0-1 0 0,-1-1 1 0 0,13-39 0 0 0,-11 18-9 0 0,-3-1 1 0 0,-2 0 0 0 0,-1 0-1 0 0,-3-1 1 0 0,-2 0-1 0 0,-2 0 1 0 0,-2 0 0 0 0,-8-50-1 0 0,7 91-7 0 0,1 0 0 0 0,-2 0 0 0 0,1 0 0 0 0,-1 0 0 0 0,0 0-1 0 0,-4-7 1 0 0,3 16-1 0 0,0 1 6 0 0,0 0 0 0 0,0 0 1 0 0,0 0-1 0 0,0 1 0 0 0,0-1 0 0 0,1 1 0 0 0,0 0 0 0 0,-1 1 0 0 0,1-1 0 0 0,0 0 0 0 0,1 1 0 0 0,-1 0 1 0 0,1-1-1 0 0,-1 1 0 0 0,1 0 0 0 0,0 0 0 0 0,-2 6 0 0 0,-7 16 2 0 0,-11 42-1 0 0,18-55 0 0 0,-14 51 15 0 0,2 0 0 0 0,-8 68 1 0 0,21-105 8 0 0,1-1 0 0 0,1 1 0 0 0,2 0 0 0 0,0-1 1 0 0,2 1-1 0 0,1 0 0 0 0,14 50 0 0 0,-16-70-14 0 0,1 0 0 0 0,0 1 0 0 0,0-2 0 0 0,1 1 0 0 0,0 0 0 0 0,0-1 0 0 0,1 1 0 0 0,0-1-1 0 0,0 0 1 0 0,0-1 0 0 0,1 1 0 0 0,-1-1 0 0 0,1 0 0 0 0,1-1 0 0 0,-1 1 0 0 0,1-1 0 0 0,-1 0 0 0 0,11 3-1 0 0,-7-3-5 0 0,1-1-1 0 0,-1 0 0 0 0,1-1 0 0 0,0 0 0 0 0,0-1 0 0 0,0 0 0 0 0,0-1 0 0 0,0 0 0 0 0,0-1 0 0 0,-1 0 0 0 0,1 0 0 0 0,16-5 0 0 0,-10 1-82 0 0,-1 0 0 0 0,0-2 0 0 0,0 1 1 0 0,0-2-1 0 0,-1 0 0 0 0,0-1 1 0 0,-1 0-1 0 0,18-15 0 0 0,-14 8-80 0 0,-1-1-1 0 0,-1-1 0 0 0,0 0 1 0 0,-1-1-1 0 0,16-27 1 0 0,-7 2-83 0 0,-1-2-1 0 0,-3 0 1 0 0,-1-1 0 0 0,-3-1 0 0 0,11-50 0 0 0,-12 23 370 0 0,-4 0 1 0 0,-2-1-1 0 0,-4 0 1 0 0,-7-111-1 0 0,-6 132 85 0 0,8 55-208 0 0,0-1 1 0 0,0 1 0 0 0,0-1-1 0 0,0 1 1 0 0,0-1 0 0 0,0 1-1 0 0,0-1 1 0 0,0 1-1 0 0,0-1 1 0 0,-1 1 0 0 0,1-1-1 0 0,0 1 1 0 0,0 0 0 0 0,-1-1-1 0 0,1 1 1 0 0,0-1-1 0 0,0 1 1 0 0,-1 0 0 0 0,1-1-1 0 0,0 1 1 0 0,-1 0 0 0 0,1-1-1 0 0,0 1 1 0 0,-1 0-1 0 0,1 0 1 0 0,-1-1 0 0 0,1 1-1 0 0,-1 0 1 0 0,0-1 0 0 0,-12 7 60 0 0,-8 18 21 0 0,10 1 42 0 0,1 2 0 0 0,1 0 0 0 0,-7 33-1 0 0,10-35-22 0 0,-24 101 221 0 0,6 1 0 0 0,6 1 0 0 0,-3 160 0 0 0,22-229-217 0 0,1 0 0 0 0,20 105 0 0 0,-21-157-83 0 0,0 1 1 0 0,1-1 0 0 0,0 0 0 0 0,0 0 0 0 0,1 1-1 0 0,0-2 1 0 0,0 1 0 0 0,1 0 0 0 0,7 11 0 0 0,-10-17-22 0 0,0 0 0 0 0,0-1 1 0 0,-1 1-1 0 0,1-1 1 0 0,0 1-1 0 0,0-1 1 0 0,0 1-1 0 0,0-1 0 0 0,0 0 1 0 0,0 1-1 0 0,-1-1 1 0 0,1 0-1 0 0,0 0 0 0 0,0 1 1 0 0,0-1-1 0 0,2 0 1 0 0,-1 0 4 0 0,6-1 5 0 0,-2-2-10 0 0,1-1 0 0 0,-1 0 0 0 0,0 0 0 0 0,0-1 0 0 0,-1 1 0 0 0,1-1-1 0 0,-1-1 1 0 0,0 1 0 0 0,0-1 0 0 0,-1 0 0 0 0,0 0 0 0 0,6-11 0 0 0,6-13-40 0 0,17-47 0 0 0,-20 45 0 0 0,36-96-62 0 0,53-113-46 0 0,-98 233 128 0 0,0 1 1 0 0,1 0-1 0 0,0 0 0 0 0,0 0 1 0 0,0 1-1 0 0,10-9 1 0 0,-14 14 14 0 0,0 0-1 0 0,0 0 1 0 0,1 0 0 0 0,-1 0-1 0 0,0 0 1 0 0,1 0 0 0 0,-1 0-1 0 0,0 0 1 0 0,1 1 0 0 0,-1-1-1 0 0,1 0 1 0 0,-1 1 0 0 0,1-1-1 0 0,0 1 1 0 0,-1 0 0 0 0,1 0-1 0 0,-1 0 1 0 0,1-1 0 0 0,0 1-1 0 0,-1 1 1 0 0,1-1 0 0 0,-1 0-1 0 0,1 0 1 0 0,0 1 0 0 0,-1-1-1 0 0,1 0 1 0 0,-1 1 0 0 0,1 0-1 0 0,-1-1 1 0 0,0 1 0 0 0,1 0-1 0 0,-1 0 1 0 0,1 0 0 0 0,-1 0-1 0 0,0 0 1 0 0,0 0 0 0 0,0 0-1 0 0,0 0 1 0 0,1 0 0 0 0,0 3-1 0 0,4 5 4 0 0,0 0-1 0 0,-1 0 1 0 0,0 0-1 0 0,-1 1 1 0 0,0-1-1 0 0,-1 1 1 0 0,4 16-1 0 0,10 77 62 0 0,-10-48-8 0 0,0 14-3 0 0,8 37 13 0 0,-13-95-36 0 0,1 0-1 0 0,1 1 1 0 0,0-1 0 0 0,0-1-1 0 0,1 1 1 0 0,11 19-1 0 0,-13-27-18 0 0,0 1 0 0 0,0 0 0 0 0,0-1-1 0 0,0 0 1 0 0,1 0 0 0 0,-1 0 0 0 0,1 0-1 0 0,0 0 1 0 0,0-1 0 0 0,0 1-1 0 0,0-1 1 0 0,0 0 0 0 0,0 0 0 0 0,6 1-1 0 0,-4-2 2 0 0,1 1 0 0 0,0-1-1 0 0,0-1 1 0 0,0 1-1 0 0,0-1 1 0 0,0 0-1 0 0,0-1 1 0 0,11-2-1 0 0,-3 0 1 0 0,0-1 0 0 0,0-1 0 0 0,-1-1 0 0 0,0 0 0 0 0,0 0 0 0 0,-1-2-1 0 0,25-16 1 0 0,-20 8 23 0 0,0 0-1 0 0,0-1 1 0 0,-2-1-1 0 0,0 0 0 0 0,-1-1 1 0 0,-1-1-1 0 0,-1 0 1 0 0,-1-1-1 0 0,-1 0 0 0 0,0-1 1 0 0,-2-1-1 0 0,0 1 0 0 0,-2-1 1 0 0,0-1-1 0 0,-2 1 1 0 0,3-28-1 0 0,-8 48-18 0 0,1 1 0 0 0,-1 0 1 0 0,0 0-1 0 0,0-1 0 0 0,0 1 0 0 0,0 0 0 0 0,-1 0 0 0 0,1-1 1 0 0,0 1-1 0 0,-1 0 0 0 0,0 0 0 0 0,1 0 0 0 0,-1 0 1 0 0,0 0-1 0 0,0 0 0 0 0,0 0 0 0 0,-1 0 0 0 0,-1-3 0 0 0,2 4 17 0 0,-3 2-11 0 0,2-1-17 0 0,0 1 0 0 0,0 0 0 0 0,0 0 0 0 0,0 0 0 0 0,0 0 0 0 0,0 0 0 0 0,0 0 1 0 0,0 0-1 0 0,1 1 0 0 0,-1-1 0 0 0,0 1 0 0 0,1-1 0 0 0,-1 1 0 0 0,-1 2 0 0 0,-1 1 12 0 0,1 1 1 0 0,-1-1-1 0 0,1 1 1 0 0,-4 10-1 0 0,1 5 94 0 0,0-1-1 0 0,-4 25 0 0 0,7-27-38 0 0,0-1 0 0 0,2 0 0 0 0,0 1 1 0 0,1 0-1 0 0,1-1 0 0 0,0 1 0 0 0,1-1 0 0 0,7 27 0 0 0,-6-35-49 0 0,0-1 0 0 0,0 0 0 0 0,0 0 0 0 0,1 0 1 0 0,0-1-1 0 0,0 1 0 0 0,1-1 0 0 0,0 0 0 0 0,0 0 0 0 0,1-1 0 0 0,0 0 0 0 0,0 0 0 0 0,1 0 0 0 0,-1 0 0 0 0,1-1 1 0 0,0 0-1 0 0,1-1 0 0 0,-1 0 0 0 0,12 5 0 0 0,-5-3-217 0 0,1-1 0 0 0,0-1 0 0 0,1 0 0 0 0,-1-1 0 0 0,0 0 1 0 0,22-1-1 0 0,-26-2-622 0 0,1 0 0 0 0,-1-1 0 0 0,19-4 0 0 0,-20 2-575 0 0,1 0 0 0 0,-1 0 0 0 0,0-1 0 0 0,11-6 0 0 0,8-8-5291 0 0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10:46.8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358 22 2332 0 0,'-24'2'1058'0'0,"-306"29"12259"0"0,327-31-12191 0 0,10 1-735 0 0,229-10 360 0 0,-127 1-1125 0 0,78-2-1214 0 0,128-8-6178 0 0,-183 8 923 0 0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10:47.6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507 1050 3044 0 0,'-104'52'8182'0'0,"40"-22"-2492"0"0,89-55-4870 0 0,5 5-763 0 0,-1-2 1 0 0,-1-1-1 0 0,0-1 1 0 0,-2-1-1 0 0,-1-1 1 0 0,-1-1 0 0 0,-1-2-1 0 0,-2 0 1 0 0,-1-1-1 0 0,-1-1 1 0 0,-2-1-1 0 0,-1-1 1 0 0,-1 0-1 0 0,12-44 1 0 0,-8 11-56 0 0,-3-2 0 0 0,-3 0 1 0 0,-3 0-1 0 0,-3-1 0 0 0,-4-136 0 0 0,-3 184-17 0 0,-1-24-5 0 0,1 42 17 0 0,0 0-1 0 0,0 1 1 0 0,-1-1 0 0 0,1 1-1 0 0,-1-1 1 0 0,0 1 0 0 0,0 0-1 0 0,0-1 1 0 0,0 1 0 0 0,0 0-1 0 0,0-1 1 0 0,-4-2 0 0 0,4 5 4 0 0,0 0-1 0 0,0 0 1 0 0,0 0 0 0 0,0 0 0 0 0,0 0 0 0 0,0 1 0 0 0,0-1 0 0 0,0 0 0 0 0,0 1-1 0 0,0-1 1 0 0,0 1 0 0 0,0-1 0 0 0,0 1 0 0 0,0 0 0 0 0,0-1 0 0 0,0 1 0 0 0,1 0-1 0 0,-2 1 1 0 0,2-2 0 0 0,-6 7 2 0 0,1 0 0 0 0,-1 0 0 0 0,1 1 0 0 0,1-1 0 0 0,0 1-1 0 0,0 1 1 0 0,0-1 0 0 0,1 0 0 0 0,1 1 0 0 0,-3 9 0 0 0,0-1-2 0 0,-105 426 509 0 0,37 11 591 0 0,-38 954 671 0 0,106-1019-1605 0 0,21-2 22 0 0,-15-379-176 0 0,0 8 24 0 0,1 1-1 0 0,6 24 0 0 0,-8-38-28 0 0,1 0 0 0 0,0 0-1 0 0,0 0 1 0 0,0-1 0 0 0,0 1-1 0 0,1 0 1 0 0,-1-1 0 0 0,1 1-1 0 0,0 0 1 0 0,-1-1 0 0 0,1 0-1 0 0,0 1 1 0 0,0-1 0 0 0,1 0-1 0 0,-1 0 1 0 0,0 0-1 0 0,1-1 1 0 0,-1 1 0 0 0,1 0-1 0 0,3 1 1 0 0,-3-3-5 0 0,0 1 0 0 0,0-1 0 0 0,0 0 1 0 0,0 0-1 0 0,0 0 0 0 0,0 0 0 0 0,0-1 0 0 0,0 1 0 0 0,0-1 0 0 0,0 0 0 0 0,0 0 0 0 0,-1 0 1 0 0,1 0-1 0 0,0 0 0 0 0,0 0 0 0 0,-1-1 0 0 0,1 0 0 0 0,3-3 0 0 0,4-2 3 0 0,-1-1 0 0 0,0 0 0 0 0,10-11 0 0 0,15-21-8 0 0,-3-1 0 0 0,-1-1-1 0 0,-2-2 1 0 0,-2 0-1 0 0,-2-2 1 0 0,-1-1-1 0 0,-3-1 1 0 0,-3 0 0 0 0,-1-2-1 0 0,17-94 1 0 0,-29 113-9 0 0,-1 1 0 0 0,-2-1 0 0 0,-1 0 0 0 0,-2 0 0 0 0,-1 0 0 0 0,-1 1 0 0 0,-15-56 0 0 0,7 50-1 0 0,-1 0 0 0 0,-2 0-1 0 0,-1 2 1 0 0,-2 0-1 0 0,-38-55 1 0 0,18 41 3 0 0,-1 1 1 0 0,-3 2-1 0 0,-1 3 0 0 0,-2 1 1 0 0,-2 2-1 0 0,-2 2 1 0 0,-97-56-1 0 0,56 45 15 0 0,43 25-77 0 0,-55-37-1 0 0,102 59 63 0 0,-1 1 0 0 0,0-1 0 0 0,0 1 0 0 0,1-1 0 0 0,-1 0 0 0 0,0 1 0 0 0,1-1 0 0 0,-1 0 0 0 0,0 1 0 0 0,1-1 0 0 0,-1 0 0 0 0,1 0 0 0 0,-1 0 0 0 0,1 1 0 0 0,-1-1 0 0 0,1 0 0 0 0,0 0 0 0 0,0 0 0 0 0,-1 0 0 0 0,1 0 0 0 0,0 0 0 0 0,0 0 0 0 0,0 0 0 0 0,0 0 0 0 0,0 0 0 0 0,0 0 0 0 0,0 0 0 0 0,0 1 0 0 0,0-1 0 0 0,1 0 0 0 0,-1 0 0 0 0,0 0 0 0 0,0 0 0 0 0,1 0 0 0 0,-1 0 0 0 0,1 0 0 0 0,-1 1 0 0 0,1-1 0 0 0,-1 0 0 0 0,1 0 0 0 0,-1 1 0 0 0,1-1 0 0 0,1-1 0 0 0,3-3-116 0 0,1 0 0 0 0,-1 1-1 0 0,1-1 1 0 0,10-5 0 0 0,35-17-1471 0 0,0 3 1 0 0,2 2 0 0 0,66-18 0 0 0,33-15-5385 0 0,-91 29 1472 0 0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10:48.6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309 1073 1800 0 0,'0'-6'738'0'0,"1"0"-1"0"0,-1 1 1 0 0,-1-1-1 0 0,1 0 1 0 0,-1 0-1 0 0,0 1 1 0 0,0-1-1 0 0,-1 1 1 0 0,-2-8-1 0 0,2 9-466 0 0,1 1 0 0 0,-1 0 0 0 0,0-1-1 0 0,0 1 1 0 0,0 0 0 0 0,0 0 0 0 0,0 0 0 0 0,-1 0-1 0 0,1 0 1 0 0,-1 0 0 0 0,0 1 0 0 0,0-1 0 0 0,0 1-1 0 0,-4-3 1 0 0,2 4-167 0 0,1-1-1 0 0,-1 1 1 0 0,1 0-1 0 0,-1 0 1 0 0,1 0-1 0 0,-1 1 1 0 0,1 0-1 0 0,-1 0 1 0 0,0 0-1 0 0,1 0 1 0 0,-1 1 0 0 0,1-1-1 0 0,-1 1 1 0 0,0 0-1 0 0,1 1 1 0 0,0-1-1 0 0,-1 1 1 0 0,1 0-1 0 0,0 0 1 0 0,-7 4-1 0 0,-4 4 36 0 0,1 0 1 0 0,0 0-1 0 0,1 1 0 0 0,-13 14 0 0 0,17-16-77 0 0,0 1 0 0 0,1 0-1 0 0,1 1 1 0 0,0 0 0 0 0,0 0 0 0 0,1 0 0 0 0,-6 15 0 0 0,9-21-37 0 0,1 1 0 0 0,0 0 1 0 0,1 0-1 0 0,-1 0 0 0 0,1 0 1 0 0,0 0-1 0 0,1 0 0 0 0,-1 1 0 0 0,1-1 1 0 0,0 0-1 0 0,1 0 0 0 0,-1 0 1 0 0,1 0-1 0 0,1 0 0 0 0,-1 0 0 0 0,1 0 1 0 0,3 7-1 0 0,-2-8 14 0 0,0-1-1 0 0,0 1 1 0 0,0-1 0 0 0,1 1-1 0 0,0-1 1 0 0,0-1 0 0 0,0 1-1 0 0,0 0 1 0 0,1-1 0 0 0,-1 0-1 0 0,1 0 1 0 0,0 0 0 0 0,0-1 0 0 0,0 0-1 0 0,0 1 1 0 0,1-2 0 0 0,-1 1-1 0 0,0-1 1 0 0,1 0 0 0 0,-1 0-1 0 0,1 0 1 0 0,-1-1 0 0 0,12 0-1 0 0,-6 0-7 0 0,0-1-1 0 0,1 0 0 0 0,-1-1 0 0 0,0 0 0 0 0,0-1 1 0 0,0 0-1 0 0,0 0 0 0 0,0-2 0 0 0,-1 1 0 0 0,18-11 1 0 0,-20 9-28 0 0,0 0 1 0 0,-1-1-1 0 0,0 1 1 0 0,0-1-1 0 0,0 0 1 0 0,-1-1-1 0 0,0 0 1 0 0,-1 0-1 0 0,0 0 1 0 0,0-1-1 0 0,-1 1 1 0 0,0-1-1 0 0,5-14 1 0 0,-6 11-4 0 0,0-1 1 0 0,0 0-1 0 0,-1 0 0 0 0,-1-1 1 0 0,0 1-1 0 0,-1 0 1 0 0,0 0-1 0 0,-1-1 1 0 0,-4-19-1 0 0,3 21-1 0 0,-1 1-1 0 0,0 0 0 0 0,-1 0 0 0 0,0 1 0 0 0,-1-1 1 0 0,0 1-1 0 0,-1 0 0 0 0,0 0 0 0 0,0 0 1 0 0,-1 1-1 0 0,-8-9 0 0 0,9 12 0 0 0,-1 0 0 0 0,1 1 0 0 0,-1 0 1 0 0,0 0-1 0 0,-1 0 0 0 0,1 1 0 0 0,-1 0 0 0 0,0 0 0 0 0,0 1 0 0 0,0 0 1 0 0,0 0-1 0 0,-1 1 0 0 0,1 0 0 0 0,-1 1 0 0 0,-13-2 0 0 0,13 4 0 0 0,1-1 1 0 0,0 1-1 0 0,-1 0 0 0 0,1 0 0 0 0,0 1 0 0 0,0 0 0 0 0,0 1 0 0 0,0 0 0 0 0,1 0 0 0 0,-1 1 0 0 0,1 0 0 0 0,-1 0 1 0 0,-6 5-1 0 0,11-7 3 0 0,0 1 0 0 0,0-1 0 0 0,0 0 1 0 0,0 1-1 0 0,1 0 0 0 0,-1 0 1 0 0,1 0-1 0 0,-1 0 0 0 0,1 0 0 0 0,0 0 1 0 0,0 1-1 0 0,1-1 0 0 0,-1 1 0 0 0,1-1 1 0 0,-1 1-1 0 0,1 0 0 0 0,0-1 0 0 0,1 1 1 0 0,-1 0-1 0 0,1 0 0 0 0,-1 0 1 0 0,1-1-1 0 0,0 1 0 0 0,0 0 0 0 0,1 0 1 0 0,-1 0-1 0 0,1 0 0 0 0,0-1 0 0 0,3 8 1 0 0,-2-5 8 0 0,2-1 0 0 0,-1 1 1 0 0,1-1-1 0 0,-1 0 0 0 0,1 0 0 0 0,1 0 1 0 0,-1-1-1 0 0,1 1 0 0 0,0-1 1 0 0,0 0-1 0 0,0-1 0 0 0,0 1 0 0 0,1-1 1 0 0,-1 0-1 0 0,1 0 0 0 0,0-1 1 0 0,8 3-1 0 0,8 2 11 0 0,-1-1 1 0 0,1-1-1 0 0,35 2 0 0 0,-28-4-5 0 0,-1-2-1 0 0,1 0 0 0 0,0-2 0 0 0,0-2 0 0 0,0 0 0 0 0,-1-2 1 0 0,0-1-1 0 0,34-12 0 0 0,-42 10-11 0 0,-1 0-1 0 0,-1 0 1 0 0,1-2-1 0 0,-2 0 1 0 0,1-1 0 0 0,-1-1-1 0 0,-1-1 1 0 0,0 0 0 0 0,-1-1-1 0 0,-1-1 1 0 0,0 0 0 0 0,16-23-1 0 0,-9 5-3 0 0,0-1 0 0 0,-3-1 0 0 0,-1-1-1 0 0,15-45 1 0 0,-9 9-2 0 0,17-95 0 0 0,-29 83-64 0 0,-3 1 0 0 0,-3-121 0 0 0,-5 187 47 0 0,0 17 18 0 0,0-1-1 0 0,0 1 1 0 0,0 0 0 0 0,0-1 0 0 0,0 1 0 0 0,0 0 0 0 0,0 0 0 0 0,0-1-1 0 0,0 1 1 0 0,0 0 0 0 0,0-1 0 0 0,0 1 0 0 0,0 0 0 0 0,0 0-1 0 0,0-1 1 0 0,-1 1 0 0 0,1 0 0 0 0,0 0 0 0 0,0-1 0 0 0,0 1 0 0 0,0 0-1 0 0,0 0 1 0 0,-1-1 0 0 0,1 1 0 0 0,0 0 0 0 0,0 0 0 0 0,0 0 0 0 0,-1-1-1 0 0,1 1 1 0 0,0 0 0 0 0,0 0 0 0 0,-1 0 0 0 0,1 0 0 0 0,0 0 0 0 0,0 0-1 0 0,-1-1 1 0 0,1 1 0 0 0,0 0 0 0 0,0 0 0 0 0,-1 0 0 0 0,1 0 0 0 0,0 0-1 0 0,-1 0 1 0 0,1 0 0 0 0,0 0 0 0 0,0 0 0 0 0,-1 0 0 0 0,1 0 0 0 0,0 0-1 0 0,0 0 1 0 0,-1 1 0 0 0,1-1 0 0 0,-12 7 5 0 0,6 1 2 0 0,0 0 1 0 0,0 0-1 0 0,1 0 1 0 0,-1 1-1 0 0,2 0 1 0 0,0 0-1 0 0,0 1 1 0 0,-3 11-1 0 0,0-2 5 0 0,-29 85 14 0 0,4 0 0 0 0,6 2 1 0 0,-23 181-1 0 0,40-200 50 0 0,1 98 0 0 0,8-155-45 0 0,2 1 0 0 0,1-1 0 0 0,2 0 1 0 0,0-1-1 0 0,2 1 0 0 0,22 55 0 0 0,-25-75-13 0 0,1-1-1 0 0,0 0 1 0 0,1 0-1 0 0,0 0 1 0 0,0-1-1 0 0,0 0 1 0 0,1 0-1 0 0,1 0 0 0 0,-1-1 1 0 0,1 0-1 0 0,1-1 1 0 0,14 10-1 0 0,-17-13-9 0 0,-1 0 0 0 0,1-1 1 0 0,0 1-1 0 0,1-1 0 0 0,-1 0 0 0 0,0-1 0 0 0,1 1 0 0 0,-1-1 1 0 0,0-1-1 0 0,1 1 0 0 0,-1-1 0 0 0,1 0 0 0 0,-1-1 0 0 0,1 1 1 0 0,-1-1-1 0 0,1-1 0 0 0,-1 1 0 0 0,0-1 0 0 0,0 0 0 0 0,0 0 1 0 0,10-6-1 0 0,2-3-38 0 0,-2 0 1 0 0,0-1 0 0 0,0 0-1 0 0,-1-1 1 0 0,-1-1 0 0 0,0-1-1 0 0,-1 0 1 0 0,16-22-1 0 0,0-8-245 0 0,45-91 0 0 0,-33 47 69 0 0,-4-2 1 0 0,-5-1 0 0 0,-3-2 0 0 0,29-170-1 0 0,-52 224 231 0 0,-3-1 0 0 0,-1 0 0 0 0,-2 0-1 0 0,-1 0 1 0 0,-9-44 0 0 0,9 80-17 0 0,0 0-1 0 0,-1 0 1 0 0,1 0 0 0 0,-1 0-1 0 0,-4-8 1 0 0,5 12 7 0 0,-2 1-10 0 0,0 1 0 0 0,0-1 1 0 0,0 1-1 0 0,0 0 0 0 0,0 0 0 0 0,0 0 0 0 0,0 1 1 0 0,1-1-1 0 0,-1 1 0 0 0,0-1 0 0 0,1 1 0 0 0,-1 0 1 0 0,1 0-1 0 0,0 0 0 0 0,-1 0 0 0 0,1 1 0 0 0,0-1 0 0 0,0 1 1 0 0,1-1-1 0 0,-3 4 0 0 0,-4 8 10 0 0,-1 1 0 0 0,-8 22 0 0 0,12-26-13 0 0,-24 65 108 0 0,-28 105-1 0 0,51-157-85 0 0,-13 45 52 0 0,3 1 1 0 0,3 1 0 0 0,4 0 0 0 0,-1 85-1 0 0,10-127-144 0 0,1-1-1 0 0,2 1 0 0 0,1-1 0 0 0,1 1 0 0 0,1-1 0 0 0,11 29 0 0 0,-13-45-352 0 0,1-1 0 0 0,0 0 0 0 0,0-1-1 0 0,1 1 1 0 0,0-1 0 0 0,1 0 0 0 0,0-1-1 0 0,0 1 1 0 0,1-2 0 0 0,1 1 0 0 0,-1-1-1 0 0,1 0 1 0 0,1-1 0 0 0,0 0 0 0 0,-1 0-1 0 0,2-1 1 0 0,13 6 0 0 0,-16-9-727 0 0,0-1 0 0 0,1 0 0 0 0,13 2 0 0 0,-2-1-2260 0 0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10:50.3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48 402 1976 0 0,'13'-29'2250'0'0,"-2"0"-1"0"0,-1-1 0 0 0,-1 0 1 0 0,-1-1-1 0 0,5-45 1 0 0,-7 34-9 0 0,2-18 178 0 0,-8 57-2098 0 0,-18 23 2 0 0,3 10-210 0 0,2 1 0 0 0,0 1 0 0 0,3 0 0 0 0,0 1 0 0 0,2 0 0 0 0,1 0 0 0 0,2 0 1 0 0,-1 35-1 0 0,6-59-92 0 0,1 0 0 0 0,0-1 0 0 0,0 1 0 0 0,0 0 0 0 0,1-1 0 0 0,1 1 0 0 0,-1-1 0 0 0,1 0 1 0 0,1 0-1 0 0,0 0 0 0 0,0 0 0 0 0,0-1 0 0 0,1 0 0 0 0,0 0 0 0 0,0 0 0 0 0,10 10 0 0 0,-10-13-12 0 0,0 0 0 0 0,1 0 0 0 0,-1 0 0 0 0,1 0 0 0 0,-1-1 0 0 0,1 0 0 0 0,0 0 0 0 0,1 0-1 0 0,-1-1 1 0 0,0 0 0 0 0,1-1 0 0 0,-1 1 0 0 0,1-1 0 0 0,-1 0 0 0 0,1-1 0 0 0,0 1 0 0 0,-1-1 0 0 0,1-1-1 0 0,0 1 1 0 0,-1-1 0 0 0,1 0 0 0 0,6-3 0 0 0,-3 1-3 0 0,-1 0 1 0 0,0 0-1 0 0,0-2 0 0 0,-1 1 0 0 0,1-1 1 0 0,-1 0-1 0 0,0 0 0 0 0,0-1 1 0 0,-1 0-1 0 0,10-11 0 0 0,-7 7-8 0 0,-1-1-1 0 0,-1-1 1 0 0,0 0 0 0 0,0 0-1 0 0,-1 0 1 0 0,9-24 0 0 0,-9 20-2 0 0,-2-1 0 0 0,0-1 0 0 0,-1 1 0 0 0,0-1 0 0 0,-2 0 0 0 0,0 0 0 0 0,-1 0 0 0 0,0 0 0 0 0,-2 0 0 0 0,0 0 0 0 0,-7-31 0 0 0,5 35 3 0 0,-1 1 0 0 0,-1 0-1 0 0,0 1 1 0 0,-1-1 0 0 0,0 1 0 0 0,-1 0 0 0 0,0 1 0 0 0,-1-1 0 0 0,0 2 0 0 0,-12-13 0 0 0,16 19 1 0 0,0 0 0 0 0,0 0 0 0 0,0 1 0 0 0,-1-1 0 0 0,0 1 0 0 0,0 0 0 0 0,0 0 0 0 0,0 1 0 0 0,0 0 1 0 0,-1-1-1 0 0,1 2 0 0 0,0-1 0 0 0,-1 1 0 0 0,0 0 0 0 0,1 0 0 0 0,-1 0 0 0 0,0 1 0 0 0,1 0 0 0 0,-1 0 0 0 0,0 0 0 0 0,1 1 0 0 0,-1 0 0 0 0,0 0 1 0 0,1 0-1 0 0,-1 1 0 0 0,-7 3 0 0 0,1 0-1 0 0,1 1 0 0 0,1 1 0 0 0,-1 0 0 0 0,1 0 0 0 0,0 0 0 0 0,1 2 0 0 0,0-1 0 0 0,0 1 0 0 0,-14 18 0 0 0,13-12-1 0 0,0-1 1 0 0,1 2-1 0 0,1-1 0 0 0,0 1 1 0 0,1 0-1 0 0,-7 24 0 0 0,11-30-135 0 0,1 0-1 0 0,0 1 0 0 0,0-1 0 0 0,1 0 1 0 0,1 1-1 0 0,0-1 0 0 0,0 1 1 0 0,1-1-1 0 0,4 19 0 0 0,-4-22 20 0 0,1 0 0 0 0,1-1-1 0 0,-1 1 1 0 0,1 0 0 0 0,1-1-1 0 0,-1 0 1 0 0,1 0 0 0 0,0 0-1 0 0,0 0 1 0 0,1 0 0 0 0,-1-1 0 0 0,1 0-1 0 0,1 0 1 0 0,10 8 0 0 0,3-1-436 0 0,1-1 0 0 0,0-1-1 0 0,1 0 1 0 0,0-2 0 0 0,1-1 0 0 0,-1 0 0 0 0,1-2 0 0 0,0 0 0 0 0,1-1 0 0 0,-1-2-1 0 0,1 0 1 0 0,0-1 0 0 0,-1-2 0 0 0,1 0 0 0 0,-1-1 0 0 0,1-2 0 0 0,-1 0 0 0 0,23-8-1 0 0,-30 7 651 0 0,1-2 0 0 0,-1 0 0 0 0,-1-1 0 0 0,1 0 0 0 0,-1-1 0 0 0,-1-1-1 0 0,0 0 1 0 0,0 0 0 0 0,-1-2 0 0 0,16-18 0 0 0,-20 20 402 0 0,0 0 0 0 0,-1-1 0 0 0,0 0 0 0 0,-1-1 0 0 0,0 1 0 0 0,-1-1 0 0 0,0 0 0 0 0,-1 0 1 0 0,0-1-1 0 0,-1 1 0 0 0,-1-1 0 0 0,0 0 0 0 0,1-24 0 0 0,-3-81 3540 0 0,0 114-3743 0 0,-3 7-184 0 0,-4 7-69 0 0,0-1 0 0 0,0 1 0 0 0,2 1 0 0 0,-1-1 0 0 0,1 1 0 0 0,0 0 0 0 0,-3 13 1 0 0,-20 88 50 0 0,23-90-70 0 0,2-5 4 0 0,0 2 0 0 0,1-1 0 0 0,0 0 1 0 0,2 0-1 0 0,0 0 0 0 0,1 1 0 0 0,1-1 0 0 0,6 29 0 0 0,-5-39-18 0 0,-1 0 1 0 0,1-1-1 0 0,0 1 0 0 0,1 0 0 0 0,0-1 1 0 0,0 0-1 0 0,0 0 0 0 0,1 0 0 0 0,6 7 0 0 0,-6-10-26 0 0,-1 0 0 0 0,1 0 0 0 0,-1-1 0 0 0,1 1 0 0 0,0-1-1 0 0,0 0 1 0 0,1 0 0 0 0,-1-1 0 0 0,1 1 0 0 0,-1-1 0 0 0,1 0-1 0 0,0-1 1 0 0,10 2 0 0 0,-10-2-37 0 0,1-1-1 0 0,-1-1 1 0 0,0 1-1 0 0,0-1 1 0 0,0 0-1 0 0,0 0 1 0 0,0-1 0 0 0,0 1-1 0 0,0-1 1 0 0,0-1-1 0 0,-1 1 1 0 0,1-1-1 0 0,-1 0 1 0 0,0 0 0 0 0,0-1-1 0 0,0 0 1 0 0,0 0-1 0 0,0 0 1 0 0,-1 0-1 0 0,7-8 1 0 0,6-9-61 0 0,0-1 0 0 0,-2 0 0 0 0,15-30 1 0 0,-28 49 108 0 0,26-52-79 0 0,-18 32 59 0 0,2 2 1 0 0,0-1 0 0 0,15-19-1 0 0,-26 40 43 0 0,1 3-31 0 0,-1-2 14 0 0,0 1 0 0 0,0-1 0 0 0,-1 1 0 0 0,1 0-1 0 0,0-1 1 0 0,0 1 0 0 0,-1 0 0 0 0,1 0 0 0 0,0-1-1 0 0,-1 1 1 0 0,1 0 0 0 0,-1 0 0 0 0,1 0-1 0 0,-1 0 1 0 0,0 0 0 0 0,1 0 0 0 0,-1 0 0 0 0,0 0-1 0 0,0 0 1 0 0,1 0 0 0 0,-1 0 0 0 0,0 0-1 0 0,0 0 1 0 0,0 0 0 0 0,0 0 0 0 0,0 0 0 0 0,-1 1-1 0 0,1 1 2 0 0,1 27 10 0 0,1-2 6 0 0,6 39 0 0 0,-6-57-2 0 0,0 0 1 0 0,1 0-1 0 0,1 0 1 0 0,0 0-1 0 0,0-1 1 0 0,1 1-1 0 0,7 9 1 0 0,-7-11 5 0 0,1 0 0 0 0,1-1 0 0 0,-1 1 0 0 0,1-1 0 0 0,0-1 0 0 0,1 0 1 0 0,0 0-1 0 0,0 0 0 0 0,0-1 0 0 0,0 0 0 0 0,1 0 0 0 0,0-1 0 0 0,15 5 0 0 0,-19-8-20 0 0,-1-1 0 0 0,0 1-1 0 0,1-1 1 0 0,-1 0 0 0 0,1 0-1 0 0,-1-1 1 0 0,1 1 0 0 0,-1-1 0 0 0,1 0-1 0 0,-1 0 1 0 0,0 0 0 0 0,0-1 0 0 0,1 0-1 0 0,-1 1 1 0 0,0-2 0 0 0,0 1-1 0 0,-1 0 1 0 0,1-1 0 0 0,0 1 0 0 0,-1-1-1 0 0,0 0 1 0 0,1 0 0 0 0,-1-1-1 0 0,0 1 1 0 0,3-6 0 0 0,3-4 1 0 0,0 0 0 0 0,-1-1 0 0 0,-1 1 0 0 0,0-2 0 0 0,8-25 1 0 0,-6 14-7 0 0,-2-1 1 0 0,-1 0-1 0 0,-2 0 1 0 0,3-38-1 0 0,-7 48 20 0 0,0 0 1 0 0,-1 0-1 0 0,0 0 0 0 0,-1 0 0 0 0,-1 0 0 0 0,-1 1 0 0 0,-1-1 0 0 0,-8-20 1 0 0,10 31-13 0 0,0-1 1 0 0,0 1-1 0 0,-1 0 1 0 0,-8-10-1 0 0,1 7 0 0 0,9 8-5 0 0,0 0 1 0 0,0 0 0 0 0,0 0 0 0 0,0 0 0 0 0,0 0 0 0 0,0 1 0 0 0,0-1 0 0 0,0 1-1 0 0,0-1 1 0 0,0 1 0 0 0,0 0 0 0 0,-1 0 0 0 0,1 0 0 0 0,0 0 0 0 0,0 0 0 0 0,0 0 0 0 0,0 1-1 0 0,0-1 1 0 0,0 1 0 0 0,0-1 0 0 0,0 1 0 0 0,0 0 0 0 0,0 0 0 0 0,0 0 0 0 0,0 0-1 0 0,0 0 1 0 0,-2 3 0 0 0,0-1 0 0 0,1 0 0 0 0,0 0 0 0 0,1 1 0 0 0,-1 0 0 0 0,0-1 1 0 0,1 1-1 0 0,0 0 0 0 0,0 0 0 0 0,0 0 0 0 0,0 0 0 0 0,1 1 0 0 0,-2 7 0 0 0,2-8-28 0 0,0 1 1 0 0,1 0 0 0 0,-1 0-1 0 0,1 0 1 0 0,1-1-1 0 0,-1 1 1 0 0,0 0 0 0 0,1 0-1 0 0,0-1 1 0 0,0 1-1 0 0,1 0 1 0 0,-1-1 0 0 0,4 7-1 0 0,-1-4-205 0 0,0 0 0 0 0,0-1 0 0 0,1 1 0 0 0,0-1 0 0 0,0 0-1 0 0,0-1 1 0 0,11 10 0 0 0,-3-6-248 0 0,-1 0 1 0 0,1-1-1 0 0,0-1 0 0 0,1 0 1 0 0,0 0-1 0 0,0-2 0 0 0,0 0 0 0 0,17 4 1 0 0,-14-5 208 0 0,-1-1 1 0 0,1-1-1 0 0,0-1 1 0 0,0 0-1 0 0,0-1 1 0 0,0-1-1 0 0,0 0 1 0 0,0-2-1 0 0,33-8 1 0 0,-41 8 415 0 0,0 0 1 0 0,0-1-1 0 0,-1 0 1 0 0,1 0-1 0 0,-1-1 1 0 0,0 0-1 0 0,0-1 1 0 0,-1 0-1 0 0,1 0 1 0 0,-1-1-1 0 0,-1 1 1 0 0,1-2-1 0 0,-1 1 0 0 0,0-1 1 0 0,-1 0-1 0 0,0 0 1 0 0,0 0-1 0 0,-1-1 1 0 0,5-10-1 0 0,-2-2 826 0 0,0-1 0 0 0,-1 1 0 0 0,-1-1-1 0 0,-1 0 1 0 0,2-43 0 0 0,-6 62-725 0 0,-4 5-214 0 0,1 1 0 0 0,0-1 0 0 0,1 1 1 0 0,-1-1-1 0 0,0 1 0 0 0,1 0 0 0 0,0 0 0 0 0,0 0 0 0 0,0 0 0 0 0,0 1 0 0 0,0-1 0 0 0,-2 7 0 0 0,-2 1 65 0 0,-10 17 66 0 0,2 1 0 0 0,1 0 1 0 0,1 1-1 0 0,1 0 1 0 0,2 0-1 0 0,1 2 1 0 0,-6 45-1 0 0,13-68-182 0 0,0 0 1 0 0,1 1-1 0 0,0-1 0 0 0,1 0 1 0 0,0 1-1 0 0,0-1 1 0 0,1 0-1 0 0,0 0 0 0 0,5 12 1 0 0,-5-16-151 0 0,1 0 0 0 0,-1-1 0 0 0,1 1 0 0 0,0-1 0 0 0,0 0 1 0 0,1 0-1 0 0,-1 0 0 0 0,1 0 0 0 0,0 0 0 0 0,0-1 1 0 0,0 0-1 0 0,0 0 0 0 0,1 0 0 0 0,-1 0 0 0 0,1-1 0 0 0,0 0 1 0 0,-1 0-1 0 0,7 2 0 0 0,-3-1-290 0 0,0-1-1 0 0,0-1 1 0 0,1 1 0 0 0,-1-1-1 0 0,1 0 1 0 0,-1-1 0 0 0,0 0-1 0 0,1-1 1 0 0,-1 1 0 0 0,1-2-1 0 0,11-2 1 0 0,-7 0 64 0 0,0-1 0 0 0,-1 0 0 0 0,0 0 0 0 0,0-2 0 0 0,0 1 0 0 0,18-15 1 0 0,-10 5 529 0 0,0-2 0 0 0,-1 0 0 0 0,-1-1 0 0 0,-1-1 0 0 0,-1-1 0 0 0,27-43 0 0 0,-23 26 1757 0 0,-2 0 0 0 0,-1-1-1 0 0,20-69 1 0 0,-32 92-1237 0 0,-3 21-250 0 0,-5 28-24 0 0,-43 154 1232 0 0,-2 3-858 0 0,48-181-566 0 0,4-10-81 0 0,11-17-61 0 0,15-30-105 0 0,76-119-41 0 0,-87 143 77 0 0,0 0 0 0 0,1 1-1 0 0,1 1 1 0 0,37-29 0 0 0,-46 42 9 0 0,0 0 0 0 0,1 1 1 0 0,0 0-1 0 0,1 1 1 0 0,0 1-1 0 0,0 0 0 0 0,24-7 1 0 0,-34 12 15 0 0,0 0 0 0 0,1 0 0 0 0,-1 1 0 0 0,1-1 0 0 0,-1 1 0 0 0,0 0 0 0 0,1 0 0 0 0,-1 1 0 0 0,0-1 0 0 0,1 1 0 0 0,-1 0 0 0 0,0 0 0 0 0,1 0 0 0 0,-1 1 0 0 0,0 0 0 0 0,0-1 0 0 0,0 1 0 0 0,0 1 0 0 0,-1-1 0 0 0,1 0 0 0 0,-1 1 0 0 0,1 0 0 0 0,-1 0 0 0 0,0 0 0 0 0,0 0 0 0 0,0 1 0 0 0,0-1 0 0 0,-1 1 0 0 0,1 0 0 0 0,2 6 0 0 0,-1-2 103 0 0,0 1-1 0 0,-1 0 1 0 0,0-1 0 0 0,0 2-1 0 0,-1-1 1 0 0,0 0-1 0 0,-1 0 1 0 0,0 1 0 0 0,-1-1-1 0 0,1 0 1 0 0,-2 1-1 0 0,-1 10 1 0 0,-3 9 53 0 0,-1 0 0 0 0,-15 41 0 0 0,-2 10-1993 0 0,23-79 1644 0 0,-1 0 0 0 0,1 1 0 0 0,0-1 0 0 0,0 0 0 0 0,0 1 0 0 0,0-1 0 0 0,0 0 0 0 0,0 1 0 0 0,0-1 0 0 0,0 0 0 0 0,1 1 0 0 0,-1-1 0 0 0,0 0 0 0 0,1 1 0 0 0,-1-1 0 0 0,1 0 0 0 0,-1 0 0 0 0,1 0 0 0 0,0 1 0 0 0,0-1 0 0 0,-1 0 0 0 0,1 0 0 0 0,0 0 0 0 0,0 0 0 0 0,0 0 0 0 0,0 0 0 0 0,0-1 0 0 0,0 1 0 0 0,0 0 0 0 0,0 0 0 0 0,1-1 0 0 0,-1 1 0 0 0,0-1 0 0 0,0 1 0 0 0,1-1 0 0 0,-1 1 0 0 0,0-1 0 0 0,1 0 0 0 0,1 1 0 0 0,5 0-767 0 0,1 0 0 0 0,-1-1 0 0 0,0 0 0 0 0,17-2 1 0 0,8-2-2375 0 0,9-2-1092 0 0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10:50.9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1094 296 2524 0 0,'13'-10'1214'0'0,"-1"0"0"0"0,-1-1 1 0 0,0 0-1 0 0,0-1 0 0 0,-1 0 0 0 0,-1-1 0 0 0,11-17 0 0 0,-17 25-908 0 0,0-1 0 0 0,-1 1 0 0 0,0-1 0 0 0,1 0 0 0 0,-2 0 0 0 0,1 0 0 0 0,-1 0 0 0 0,0 0 0 0 0,0 0 0 0 0,0 0 0 0 0,-1 0 0 0 0,0-1 0 0 0,-1 1 0 0 0,1 0 0 0 0,-1 0 0 0 0,0 0 0 0 0,0 0 0 0 0,-1 0 0 0 0,0 0-1 0 0,0 0 1 0 0,-4-8 0 0 0,4 11-242 0 0,0 0 0 0 0,-1-1 0 0 0,1 1 0 0 0,-1 0 0 0 0,1 0 0 0 0,-1 0 0 0 0,0 1 0 0 0,0-1 0 0 0,0 0 0 0 0,0 1 0 0 0,-1 0 0 0 0,1 0 0 0 0,-1 0 0 0 0,1 0 0 0 0,-1 1 0 0 0,0-1 0 0 0,1 1 0 0 0,-1 0 0 0 0,0 0 0 0 0,0 0 0 0 0,0 1 0 0 0,0-1 0 0 0,0 1-1 0 0,0 0 1 0 0,0 0 0 0 0,-8 2 0 0 0,-3 0 1 0 0,-1 2-1 0 0,0 0 0 0 0,1 0 1 0 0,0 1-1 0 0,-21 11 0 0 0,9-3-27 0 0,1 2-1 0 0,0 1 1 0 0,2 1-1 0 0,-1 0 1 0 0,2 2 0 0 0,1 1-1 0 0,0 1 1 0 0,1 1-1 0 0,2 1 1 0 0,-19 27-1 0 0,33-42-20 0 0,0 0-1 0 0,1 0 1 0 0,0 1 0 0 0,0-1-1 0 0,0 1 1 0 0,2 0-1 0 0,-1 0 1 0 0,1 0 0 0 0,0 1-1 0 0,1-1 1 0 0,-1 16-1 0 0,2-21-5 0 0,1-1 0 0 0,-1 1 0 0 0,0 0 0 0 0,1-1-1 0 0,0 1 1 0 0,0-1 0 0 0,0 1 0 0 0,0-1 0 0 0,1 1-1 0 0,-1-1 1 0 0,1 0 0 0 0,0 0 0 0 0,0 0 0 0 0,0 0 0 0 0,1 0-1 0 0,-1 0 1 0 0,1 0 0 0 0,-1-1 0 0 0,1 1 0 0 0,0-1-1 0 0,0 0 1 0 0,0 0 0 0 0,0 0 0 0 0,0 0 0 0 0,0 0-1 0 0,1-1 1 0 0,-1 1 0 0 0,1-1 0 0 0,-1 0 0 0 0,1 0-1 0 0,-1 0 1 0 0,6 0 0 0 0,-1 0 0 0 0,0-1-1 0 0,0 0 1 0 0,0 0-1 0 0,0-1 1 0 0,0 0 0 0 0,0-1-1 0 0,0 1 1 0 0,0-1-1 0 0,0-1 1 0 0,-1 0 0 0 0,1 0-1 0 0,-1 0 1 0 0,1-1-1 0 0,-1 0 1 0 0,7-5 0 0 0,9-8 8 0 0,0-1-1 0 0,38-38 1 0 0,42-47 473 0 0,-89 93-449 0 0,-14 10-41 0 0,0 0 0 0 0,0 0-1 0 0,1 0 1 0 0,-1 0 0 0 0,0 0 0 0 0,0 0 0 0 0,1 0-1 0 0,-1 0 1 0 0,0 0 0 0 0,0 0 0 0 0,0 0-1 0 0,1 0 1 0 0,-1 0 0 0 0,0 1 0 0 0,0-1-1 0 0,1 0 1 0 0,-1 0 0 0 0,0 0 0 0 0,0 0-1 0 0,0 0 1 0 0,0 0 0 0 0,1 0 0 0 0,-1 1-1 0 0,0-1 1 0 0,0 0 0 0 0,0 0 0 0 0,0 0-1 0 0,0 1 1 0 0,1-1 0 0 0,-1 0 0 0 0,0 0-1 0 0,0 0 1 0 0,0 1 0 0 0,0-1 0 0 0,0 0-1 0 0,1 3 4 0 0,-1 0-1 0 0,0 0 1 0 0,0 0-1 0 0,0 0 0 0 0,0-1 1 0 0,-1 1-1 0 0,1 0 1 0 0,-1 3-1 0 0,-9 29 180 0 0,-2-1-1 0 0,-1 0 1 0 0,-1 0 0 0 0,-20 33-1 0 0,6-12 161 0 0,-292 641 3445 0 0,296-640-3490 0 0,-67 148 671 0 0,70-163-412 0 0,-1-1 1 0 0,-52 67-1 0 0,65-96-480 0 0,-1 0-1 0 0,0-1 0 0 0,-1 0 0 0 0,0-1 0 0 0,0 0 0 0 0,-1-1 1 0 0,0 0-1 0 0,-1-1 0 0 0,0 0 0 0 0,0-1 0 0 0,0 0 0 0 0,-1-1 0 0 0,0-1 1 0 0,-18 4-1 0 0,23-7-39 0 0,-1 1 0 0 0,1-1 0 0 0,-1-1-1 0 0,1 0 1 0 0,-1 0 0 0 0,0-1 0 0 0,1 0 0 0 0,-1-1 0 0 0,1 0 0 0 0,0-1 0 0 0,-1 1 0 0 0,1-2 0 0 0,0 1 0 0 0,1-1 0 0 0,-1-1 0 0 0,1 0-1 0 0,0 0 1 0 0,0 0 0 0 0,0-1 0 0 0,1 0 0 0 0,0-1 0 0 0,-8-8 0 0 0,11 9-37 0 0,-1 1 0 0 0,2-1 0 0 0,-1 1 0 0 0,1-1 0 0 0,-1 0 0 0 0,2 0 0 0 0,-1-1 0 0 0,1 1 0 0 0,0-1 0 0 0,-2-12 0 0 0,2 8 0 0 0,1 0 0 0 0,1 0 0 0 0,0 0 0 0 0,1 0 0 0 0,0 0 0 0 0,3-12 0 0 0,2-2 0 0 0,1 1 0 0 0,1 0 0 0 0,1 1 0 0 0,2 0 0 0 0,14-25 0 0 0,-1 11-378 0 0,0 2 0 0 0,2 1 0 0 0,2 1 0 0 0,1 1-1 0 0,1 2 1 0 0,2 1 0 0 0,62-45 0 0 0,24-3-2191 0 0,131-64 0 0 0,-116 69 1333 0 0,-85 42-3155 0 0,-16 7-1556 0 0,7-8-4679 0 0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10:51.4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336 162 4124 0 0,'-54'-25'3621'0'0,"12"4"-825"0"0,0 0-568 0 0,10 6-372 0 0,3-2-376 0 0,2 3-283 0 0,6 1-293 0 0,2 1-344 0 0,2 5-604 0 0,2-1-628 0 0,3 4-548 0 0,-13-1-5333 0 0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10:59.5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681 822 1488 0 0,'5'-24'3223'0'0,"1"2"386"0"0,4-38 0 0 0,-9 54-3316 0 0,-1 0 0 0 0,0 1 0 0 0,0-1 0 0 0,0 1 0 0 0,-1-1 0 0 0,0 0 0 0 0,0 1 0 0 0,0-1 1 0 0,-1 1-1 0 0,0 0 0 0 0,0-1 0 0 0,-3-5 0 0 0,4 9-252 0 0,-1 0 1 0 0,0 0-1 0 0,0 0 0 0 0,0 0 1 0 0,0 0-1 0 0,0 0 1 0 0,0 0-1 0 0,0 0 1 0 0,-1 1-1 0 0,1 0 0 0 0,-1-1 1 0 0,1 1-1 0 0,-1 0 1 0 0,0 0-1 0 0,1 0 1 0 0,-1 0-1 0 0,0 1 0 0 0,0-1 1 0 0,1 1-1 0 0,-1-1 1 0 0,0 1-1 0 0,0 0 0 0 0,0 0 1 0 0,1 1-1 0 0,-1-1 1 0 0,-4 1-1 0 0,-5 2 0 0 0,0 0-1 0 0,1 0 1 0 0,-1 1 0 0 0,-20 11-1 0 0,-11 8 3 0 0,2 2 0 0 0,0 2 0 0 0,-42 37 0 0 0,28-16 16 0 0,-70 79 0 0 0,105-105-37 0 0,1 0 1 0 0,1 2 0 0 0,1 1-1 0 0,1 0 1 0 0,1 1 0 0 0,-15 37-1 0 0,27-54-25 0 0,0 0 1 0 0,0 1-1 0 0,1-1 0 0 0,0 1 0 0 0,1 0 0 0 0,0 0 0 0 0,1 0 1 0 0,0 0-1 0 0,2 18 0 0 0,0-20-23 0 0,0-1-1 0 0,0 0 1 0 0,0 1 0 0 0,1-1 0 0 0,0 0-1 0 0,1-1 1 0 0,0 1 0 0 0,0 0 0 0 0,0-1-1 0 0,1 0 1 0 0,0 0 0 0 0,0 0 0 0 0,0-1-1 0 0,8 7 1 0 0,0-3-154 0 0,-1-1 0 0 0,1 0-1 0 0,0-1 1 0 0,0 0 0 0 0,1-1-1 0 0,0 0 1 0 0,0-1 0 0 0,1-1-1 0 0,26 5 1 0 0,2-3-531 0 0,0-2 0 0 0,49-1 0 0 0,-19-5-68 0 0,0-2 0 0 0,0-4 1 0 0,103-25-1 0 0,-122 19 610 0 0,-1-2 1 0 0,-1-2 0 0 0,-1-3-1 0 0,-1-2 1 0 0,57-35 0 0 0,-78 39 321 0 0,0-1 1 0 0,-2-1-1 0 0,-1-1 1 0 0,0-1-1 0 0,-2-2 0 0 0,26-33 1 0 0,-39 44 145 0 0,-1 0-1 0 0,0 0 1 0 0,-2-1 0 0 0,1-1 0 0 0,-2 1 0 0 0,0-2-1 0 0,-1 1 1 0 0,-1 0 0 0 0,0-1 0 0 0,-1 0 0 0 0,-1 0-1 0 0,0 0 1 0 0,-2-1 0 0 0,0-21 0 0 0,-1 36-236 0 0,0-1 1 0 0,-1 0 0 0 0,1 1 0 0 0,-1-1-1 0 0,0 1 1 0 0,0-1 0 0 0,-1 1 0 0 0,1-1-1 0 0,-1 1 1 0 0,1 0 0 0 0,-1-1 0 0 0,0 1-1 0 0,0 0 1 0 0,-4-4 0 0 0,4 5-45 0 0,0 1 0 0 0,0-1 1 0 0,1 1-1 0 0,-1 0 1 0 0,0 0-1 0 0,0 0 0 0 0,0 0 1 0 0,0 0-1 0 0,0 0 0 0 0,-1 1 1 0 0,1-1-1 0 0,0 0 0 0 0,0 1 1 0 0,0 0-1 0 0,-1 0 1 0 0,1-1-1 0 0,0 1 0 0 0,0 1 1 0 0,-1-1-1 0 0,1 0 0 0 0,0 0 1 0 0,0 1-1 0 0,-1-1 0 0 0,1 1 1 0 0,-3 1-1 0 0,-17 7 68 0 0,0 2 1 0 0,1 0-1 0 0,0 1 0 0 0,0 2 0 0 0,-32 26 0 0 0,7 2 41 0 0,-43 48 0 0 0,75-74-104 0 0,1 0 0 0 0,1 0 0 0 0,-18 30 0 0 0,27-41-12 0 0,0 0 0 0 0,1 1 0 0 0,-1-1 0 0 0,1 1 0 0 0,0-1 0 0 0,0 1 0 0 0,1 0 0 0 0,0-1-1 0 0,0 1 1 0 0,0 0 0 0 0,1 0 0 0 0,0 0 0 0 0,0 0 0 0 0,0 0 0 0 0,1 0 0 0 0,0-1 0 0 0,2 9 0 0 0,-2-11-1 0 0,1 1-1 0 0,0 0 1 0 0,0-1-1 0 0,0 1 1 0 0,0-1-1 0 0,1 0 1 0 0,-1 1-1 0 0,1-1 1 0 0,0 0-1 0 0,0-1 1 0 0,0 1-1 0 0,0 0 1 0 0,5 2 0 0 0,-2-1 0 0 0,1-1 0 0 0,-1 0 0 0 0,1-1 0 0 0,0 1 0 0 0,-1-1 0 0 0,1-1 0 0 0,8 2 0 0 0,2-1 6 0 0,0-1 1 0 0,0-1-1 0 0,0 0 1 0 0,0-1-1 0 0,28-6 1 0 0,-34 4-19 0 0,0 0 1 0 0,0 0-1 0 0,-1-1 1 0 0,1-1-1 0 0,-1 0 1 0 0,0 0-1 0 0,0-1 1 0 0,-1 0-1 0 0,1-1 1 0 0,-2 0-1 0 0,1-1 1 0 0,-1 1-1 0 0,0-2 1 0 0,0 1-1 0 0,-1-1 1 0 0,0 0-1 0 0,9-17 1 0 0,1-7 76 0 0,-1-1 0 0 0,-1 0 1 0 0,-3-1-1 0 0,10-38 1 0 0,-18 59 48 0 0,5-16 127 0 0,-9 28-210 0 0,0 4-10 0 0,-4 19 1 0 0,1-6-18 0 0,-25 134 82 0 0,25-125-83 0 0,1-1 1 0 0,2 1 0 0 0,0 0 0 0 0,4 31 0 0 0,-3-50-10 0 0,-1 0 0 0 0,1 0 0 0 0,1-1 0 0 0,-1 1 0 0 0,1 0 0 0 0,0-1 0 0 0,0 1 0 0 0,0-1 0 0 0,0 1 0 0 0,1-1 0 0 0,0 0 0 0 0,0 0 1 0 0,0 0-1 0 0,0-1 0 0 0,1 1 0 0 0,6 5 0 0 0,-4-6 1 0 0,-1 0-1 0 0,1 1 1 0 0,0-2 0 0 0,0 1 0 0 0,1-1-1 0 0,-1 0 1 0 0,1 0 0 0 0,-1-1 0 0 0,1 1-1 0 0,-1-1 1 0 0,8-1 0 0 0,5 0 1 0 0,0-1 0 0 0,-1 0 0 0 0,1-2 0 0 0,-1 0 0 0 0,0-2 1 0 0,0 0-1 0 0,0 0 0 0 0,17-9 0 0 0,-18 6-11 0 0,0-1 1 0 0,0-1-1 0 0,-1 0 0 0 0,0-1 1 0 0,-1-1-1 0 0,0-1 0 0 0,22-24 1 0 0,-19 15-11 0 0,-1 0 0 0 0,-1-1 1 0 0,-1 0-1 0 0,21-45 1 0 0,-13 11-8 0 0,-2-1 1 0 0,-3-1 0 0 0,-2-1 0 0 0,8-67 0 0 0,-12 27 68 0 0,-2-184-1 0 0,-10 277-47 0 0,0 5 0 0 0,0 1 1 0 0,0 0-1 0 0,0-1 0 0 0,0 1 0 0 0,-1 0 0 0 0,1-1 0 0 0,0 1 0 0 0,0 0 0 0 0,-1-1 1 0 0,1 1-1 0 0,-1 0 0 0 0,-1-2 0 0 0,2 2 0 0 0,0 1 0 0 0,0 0 1 0 0,-1 0-1 0 0,1-1 0 0 0,0 1 0 0 0,0 0 1 0 0,-1 0-1 0 0,1 0 0 0 0,0-1 0 0 0,-1 1 0 0 0,1 0 1 0 0,0 0-1 0 0,-1 0 0 0 0,1 0 0 0 0,0 0 1 0 0,-1 0-1 0 0,1 0 0 0 0,0 0 0 0 0,-1 0 1 0 0,1 0-1 0 0,0 0 0 0 0,-1 0 0 0 0,1 0 1 0 0,0 0-1 0 0,-1 0 0 0 0,1 0 0 0 0,0 0 0 0 0,-1 0 1 0 0,1 1-1 0 0,-1-1 0 0 0,-1 2 1 0 0,0-1 0 0 0,-1 1 0 0 0,1 0 0 0 0,0 0 0 0 0,0 0 0 0 0,0 0 0 0 0,1 0 0 0 0,-1 0 0 0 0,0 1 0 0 0,1-1 0 0 0,-2 3 0 0 0,-14 31-6 0 0,2 1 0 0 0,-19 67-1 0 0,-10 82-4 0 0,39-164 12 0 0,-12 67 47 0 0,-8 97 0 0 0,22-145-27 0 0,2-1-1 0 0,2 1 1 0 0,1-1-1 0 0,15 76 0 0 0,-13-101-9 0 0,0-1-1 0 0,0 0 1 0 0,1 0-1 0 0,1 0 0 0 0,1-1 1 0 0,0 0-1 0 0,0 0 0 0 0,17 20 1 0 0,-18-26-5 0 0,0 0-1 0 0,1-1 1 0 0,-1 0 0 0 0,1 0 0 0 0,1-1 0 0 0,-1 1-1 0 0,1-2 1 0 0,0 1 0 0 0,0-1 0 0 0,0 0 0 0 0,1-1-1 0 0,-1 0 1 0 0,1 0 0 0 0,0-1 0 0 0,12 2 0 0 0,-5-3 0 0 0,1 0 0 0 0,-1-1 0 0 0,0-1-1 0 0,1-1 1 0 0,-1 0 0 0 0,0-1 0 0 0,0-1 0 0 0,0 0 0 0 0,0-1 0 0 0,-1-1 0 0 0,0 0 0 0 0,0-2 0 0 0,0 1 0 0 0,-1-2 0 0 0,17-12 0 0 0,-4 0-5 0 0,-2 0 0 0 0,0-2 0 0 0,-1-1 0 0 0,-1-1 0 0 0,-1-1 1 0 0,26-41-1 0 0,-12 8-23 0 0,-3 0 1 0 0,-2-3-1 0 0,42-122 0 0 0,-46 94 21 0 0,-4 0 1 0 0,16-125-1 0 0,-33 174 287 0 0,-2-1 0 0 0,-2 0 1 0 0,-1 0-1 0 0,-10-69 1 0 0,9 108-273 0 0,0-1 0 0 0,-1 1 0 0 0,0 0 0 0 0,0 0 0 0 0,0 1 0 0 0,0-1 0 0 0,0 0 0 0 0,-1 0 0 0 0,1 0 0 0 0,-1 1 0 0 0,-4-6 0 0 0,5 8-11 0 0,0 0 0 0 0,0-1 1 0 0,-1 1-1 0 0,1 0 1 0 0,0 0-1 0 0,0 0 1 0 0,-1 0-1 0 0,1 0 0 0 0,0 0 1 0 0,-1 0-1 0 0,1 0 1 0 0,0 0-1 0 0,0 1 1 0 0,-1-1-1 0 0,1 0 0 0 0,0 1 1 0 0,0-1-1 0 0,0 1 1 0 0,0-1-1 0 0,-1 1 1 0 0,1 0-1 0 0,0-1 0 0 0,0 1 1 0 0,-1 1-1 0 0,-5 5 7 0 0,1 0 0 0 0,-1 0 1 0 0,1 0-1 0 0,0 1 0 0 0,1 0 0 0 0,-8 15 0 0 0,-21 56 22 0 0,26-60-20 0 0,-30 82 84 0 0,-30 125 0 0 0,51-152-30 0 0,4 1-1 0 0,-7 115 1 0 0,18-159-33 0 0,2 1-1 0 0,2-1 1 0 0,1 0-1 0 0,10 48 1 0 0,-10-66-18 0 0,1 0 0 0 0,0 0-1 0 0,1 0 1 0 0,1 0 0 0 0,0 0 0 0 0,0-1 0 0 0,2 0 0 0 0,-1-1 0 0 0,1 1 0 0 0,1-2 0 0 0,0 1-1 0 0,17 15 1 0 0,-9-14-3 0 0,-1 0-1 0 0,2-1 1 0 0,0-1-1 0 0,0-1 1 0 0,1 0-1 0 0,0-1 1 0 0,0-2-1 0 0,1 1 1 0 0,0-2-1 0 0,0-1 1 0 0,0-1-1 0 0,1 0 1 0 0,-1-1-1 0 0,1-2 1 0 0,0 0-1 0 0,32-4 1 0 0,-31 1-12 0 0,-1-1 1 0 0,0 0 0 0 0,-1-2-1 0 0,1 0 1 0 0,-1-2-1 0 0,0 0 1 0 0,-1-1 0 0 0,0-1-1 0 0,0 0 1 0 0,-1-2-1 0 0,-1 0 1 0 0,1-1 0 0 0,-2-1-1 0 0,0 0 1 0 0,26-32-1 0 0,-26 25-5 0 0,-2-1 1 0 0,0 0-1 0 0,-1-1 0 0 0,-2 0 0 0 0,17-49 0 0 0,-23 59 28 0 0,-1-1 0 0 0,-1 1-1 0 0,-1-1 1 0 0,0 0 0 0 0,0 0 0 0 0,-1 0-1 0 0,-1 0 1 0 0,-1-1 0 0 0,0 1 0 0 0,0 0-1 0 0,-2 0 1 0 0,-5-21 0 0 0,7 32-19 0 0,0 0-1 0 0,0 0 1 0 0,0 0 0 0 0,-1 1 0 0 0,1-1 0 0 0,-1 0-1 0 0,1 1 1 0 0,-1-1 0 0 0,0 1 0 0 0,0-1 0 0 0,0 1-1 0 0,0 0 1 0 0,0 0 0 0 0,-1 0 0 0 0,1 0 0 0 0,-1 0-1 0 0,1 0 1 0 0,-4-1 0 0 0,-11 0 17 0 0,9 4-19 0 0,1 0 0 0 0,-1 1 1 0 0,1-1-1 0 0,0 2 0 0 0,0-1 0 0 0,0 1 0 0 0,0 0 0 0 0,0 0 1 0 0,0 1-1 0 0,1 0 0 0 0,0 0 0 0 0,0 1 0 0 0,0-1 1 0 0,0 1-1 0 0,1 1 0 0 0,0-1 0 0 0,-9 11 0 0 0,4-3 1 0 0,0 1 0 0 0,1 0 0 0 0,1 0-1 0 0,0 0 1 0 0,1 1 0 0 0,0 0 0 0 0,-5 23-1 0 0,9-29-57 0 0,1 0-1 0 0,1 0 1 0 0,-1 0-1 0 0,2 1 1 0 0,-1-1-1 0 0,1 1 1 0 0,1-1-1 0 0,-1 0 1 0 0,2 1-1 0 0,-1-1 1 0 0,1 0-1 0 0,1 0 1 0 0,0 0-1 0 0,0 0 1 0 0,0 0-1 0 0,1-1 1 0 0,1 0-1 0 0,0 0 1 0 0,0 0-1 0 0,0 0 1 0 0,1 0-1 0 0,0-1 1 0 0,0 0-1 0 0,1-1 1 0 0,0 1-1 0 0,0-1 1 0 0,0-1-1 0 0,15 9 1 0 0,8 2-636 0 0,1-3 1 0 0,0 0 0 0 0,1-2 0 0 0,0-1 0 0 0,1-2 0 0 0,66 8 0 0 0,-50-12-383 0 0,0-2 0 0 0,0-2 0 0 0,0-2 0 0 0,59-10 0 0 0,-80 7 747 0 0,-2-1 0 0 0,1-1 1 0 0,-1-1-1 0 0,0-1 0 0 0,0-2 0 0 0,-1 0 0 0 0,41-26 1 0 0,-56 30 539 0 0,1-1-1 0 0,-1 0 1 0 0,0 0 0 0 0,-1-1 0 0 0,0 0 0 0 0,0-1 0 0 0,-1 0 0 0 0,0 0 0 0 0,-1 0 0 0 0,0-1 0 0 0,-1-1 0 0 0,0 1 0 0 0,-1-1 0 0 0,0 0 0 0 0,0 0 0 0 0,-2 0 0 0 0,1-1 0 0 0,2-20 0 0 0,-6 27-43 0 0,0 1 0 0 0,0-1-1 0 0,0 1 1 0 0,0-1 0 0 0,-1 1-1 0 0,0 0 1 0 0,0-1 0 0 0,0 1-1 0 0,-1 0 1 0 0,0 0 0 0 0,0 0 0 0 0,0 0-1 0 0,-1 0 1 0 0,1 0 0 0 0,-1 1-1 0 0,0-1 1 0 0,0 1 0 0 0,-1 0 0 0 0,-7-8-1 0 0,7 9-95 0 0,0 0 0 0 0,0 0 0 0 0,0 1 0 0 0,0 0 0 0 0,0 0 0 0 0,0 0 0 0 0,-1 0 0 0 0,1 0 0 0 0,-1 1 0 0 0,1 0 0 0 0,-1 0 0 0 0,0 0 0 0 0,0 1 0 0 0,1-1 0 0 0,-1 1 0 0 0,0 0 0 0 0,1 1-1 0 0,-1-1 1 0 0,0 1 0 0 0,1 0 0 0 0,-1 0 0 0 0,0 0 0 0 0,-4 2 0 0 0,-8 5 69 0 0,0 0 0 0 0,1 1 1 0 0,0 0-1 0 0,1 2 0 0 0,0-1 0 0 0,0 2 0 0 0,-21 22 0 0 0,9-5 114 0 0,1 1 1 0 0,-33 52-1 0 0,47-64-184 0 0,1 1 1 0 0,1 0-1 0 0,1 0 0 0 0,0 1 0 0 0,-7 27 1 0 0,14-41-55 0 0,0 1 0 0 0,1 0 0 0 0,0 0 0 0 0,0 0 0 0 0,0 0 0 0 0,1 0 0 0 0,0 0 0 0 0,0 0 0 0 0,1 0 0 0 0,-1-1 0 0 0,2 1 0 0 0,-1 0 0 0 0,1 0 1 0 0,0 0-1 0 0,0-1 0 0 0,1 1 0 0 0,0-1 0 0 0,0 0 0 0 0,8 11 0 0 0,-7-12-9 0 0,0-1-1 0 0,0 0 1 0 0,0-1 0 0 0,1 1 0 0 0,-1-1-1 0 0,1 0 1 0 0,0 0 0 0 0,0 0-1 0 0,0-1 1 0 0,0 1 0 0 0,1-1 0 0 0,-1-1-1 0 0,0 1 1 0 0,1-1 0 0 0,-1 0 0 0 0,1 0-1 0 0,0 0 1 0 0,-1-1 0 0 0,1 0 0 0 0,0 0-1 0 0,-1-1 1 0 0,1 1 0 0 0,0-1 0 0 0,5-2-1 0 0,4-1 3 0 0,-1 0-1 0 0,0-1 0 0 0,0 0 0 0 0,0-2 0 0 0,0 1 1 0 0,-1-2-1 0 0,23-17 0 0 0,-9 4-40 0 0,-2-2 0 0 0,-1-1 0 0 0,-1-1-1 0 0,-1-2 1 0 0,36-55 0 0 0,-13 7-139 0 0,38-90 0 0 0,-39 68 108 0 0,-4-2 0 0 0,-5-2 0 0 0,-4-1 0 0 0,-4-1 0 0 0,13-112 0 0 0,-39 210 69 0 0,3-22 95 0 0,-2 1 0 0 0,0-1-1 0 0,-1 0 1 0 0,-5-42 0 0 0,4 69-105 0 0,-1-1 0 0 0,1 1 1 0 0,0 0-1 0 0,0-1 0 0 0,0 1 0 0 0,0 0 0 0 0,0-1 1 0 0,0 1-1 0 0,0 0 0 0 0,0-1 0 0 0,-1 1 1 0 0,1 0-1 0 0,0 0 0 0 0,0-1 0 0 0,0 1 1 0 0,-1 0-1 0 0,1 0 0 0 0,0-1 0 0 0,0 1 0 0 0,-1 0 1 0 0,1 0-1 0 0,0 0 0 0 0,-1-1 0 0 0,1 1 1 0 0,0 0-1 0 0,0 0 0 0 0,-1 0 0 0 0,1 0 1 0 0,0 0-1 0 0,-1 0 0 0 0,1 0 0 0 0,0 0 0 0 0,-1 0 1 0 0,1 0-1 0 0,0 0 0 0 0,-1 0 0 0 0,1 0 1 0 0,0 0-1 0 0,-1 0 0 0 0,1 0 0 0 0,0 0 1 0 0,-1 0-1 0 0,1 0 0 0 0,0 0 0 0 0,-1 0 0 0 0,1 1 1 0 0,0-1-1 0 0,-1 0 0 0 0,1 0 0 0 0,0 0 1 0 0,0 1-1 0 0,-1-1 0 0 0,1 0 0 0 0,0 0 1 0 0,0 1-1 0 0,0-1 0 0 0,-1 1 0 0 0,-11 11 27 0 0,5-1-15 0 0,1 0-1 0 0,1 0 0 0 0,0 1 1 0 0,1-1-1 0 0,-5 19 1 0 0,-9 63 19 0 0,15-74-28 0 0,-12 78 36 0 0,-2 184 0 0 0,19-206-81 0 0,3-1 1 0 0,3 0-1 0 0,19 80 0 0 0,-20-124-584 0 0,1 0 0 0 0,16 35 1 0 0,-18-52-367 0 0,1 0 1 0 0,12 17 0 0 0,-14-22-343 0 0,1-1 0 0 0,0 0 0 0 0,0 0 0 0 0,13 10 0 0 0,6 1-5198 0 0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11:00.8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106 1178 1220 0 0,'-5'0'2126'0'0,"4"0"-2083"0"0,-22 0 4129 0 0,-43 6-1 0 0,63-6-3616 0 0,2 1-421 0 0,1-1-1 0 0,-1 0 1 0 0,1 0-1 0 0,-1 0 0 0 0,1 1 1 0 0,0-1-1 0 0,-1 0 1 0 0,1 0-1 0 0,0 1 1 0 0,-1-1-1 0 0,1 0 1 0 0,0 1-1 0 0,-1-1 1 0 0,1 0-1 0 0,0 1 1 0 0,0-1-1 0 0,-1 1 1 0 0,1-1-1 0 0,0 0 0 0 0,0 1 1 0 0,0 0-1 0 0,1 0-51 0 0,1-1 0 0 0,0 1 0 0 0,0-1 0 0 0,-1 1 0 0 0,1-1 0 0 0,0 1-1 0 0,0-1 1 0 0,0 0 0 0 0,0 0 0 0 0,0 0 0 0 0,0 0 0 0 0,0 0 0 0 0,0 0-1 0 0,-1-1 1 0 0,1 1 0 0 0,4-2 0 0 0,37-13 290 0 0,-26 9-251 0 0,29-12-53 0 0,-1-1 0 0 0,-1-2 0 0 0,-1-2 0 0 0,-1-2 0 0 0,-1-2 0 0 0,-1-1 0 0 0,42-41 0 0 0,-55 44-65 0 0,-2-2 0 0 0,0-1 0 0 0,-2-1 0 0 0,-2-1 0 0 0,0-1 0 0 0,-2-1 1 0 0,-1 0-1 0 0,-2-1 0 0 0,-1-1 0 0 0,-2-1 0 0 0,-1 0 0 0 0,-2-1 0 0 0,-2 0 0 0 0,-1 0 0 0 0,-1-1 0 0 0,-2 1 0 0 0,-2-1 0 0 0,-1 0 0 0 0,-7-60 0 0 0,2 64 6 0 0,0 1 0 0 0,-3-1 0 0 0,-14-46 0 0 0,20 76-9 0 0,0 0 0 0 0,-1 0 0 0 0,1 0 0 0 0,-1 0 0 0 0,1 1 0 0 0,-1-1 1 0 0,0 0-1 0 0,0 1 0 0 0,0-1 0 0 0,0 1 0 0 0,-1 0 0 0 0,1 0 0 0 0,-1 0 0 0 0,-2-2 0 0 0,4 4 0 0 0,0-1-1 0 0,0 1 0 0 0,0 0 1 0 0,0 0-1 0 0,0-1 0 0 0,0 1 1 0 0,0 0-1 0 0,0 0 0 0 0,0 0 1 0 0,0 0-1 0 0,-1 1 0 0 0,1-1 1 0 0,0 0-1 0 0,0 0 0 0 0,0 1 1 0 0,0-1-1 0 0,0 0 0 0 0,0 1 1 0 0,1-1-1 0 0,-1 1 1 0 0,0-1-1 0 0,-1 2 0 0 0,-16 15-41 0 0,9-4 38 0 0,0 1 0 0 0,1 0-1 0 0,0 0 1 0 0,1 1 0 0 0,-9 30 0 0 0,-16 82-3 0 0,27-103 4 0 0,-11 58 34 0 0,3 0 0 0 0,4 1 1 0 0,2 89-1 0 0,8-124-12 0 0,1 0-1 0 0,3-1 0 0 0,2 1 0 0 0,2-1 0 0 0,2-1 1 0 0,31 82-1 0 0,-38-118-79 0 0,1 0 1 0 0,0 0-1 0 0,1 0 0 0 0,0-1 0 0 0,0 0 1 0 0,1 0-1 0 0,0 0 0 0 0,1-1 1 0 0,0 0-1 0 0,0-1 0 0 0,1 0 0 0 0,0 0 1 0 0,0-1-1 0 0,0 0 0 0 0,1 0 1 0 0,0-1-1 0 0,0 0 0 0 0,0-1 0 0 0,1 0 1 0 0,0-1-1 0 0,-1 0 0 0 0,1-1 0 0 0,0 0 1 0 0,0-1-1 0 0,1 0 0 0 0,-1 0 1 0 0,0-2-1 0 0,0 1 0 0 0,15-3 0 0 0,-10 0-127 0 0,0 0 0 0 0,0-2 0 0 0,-1 1 0 0 0,1-2-1 0 0,-1 0 1 0 0,0-1 0 0 0,-1 0 0 0 0,25-18 0 0 0,-21 12 55 0 0,0-2 1 0 0,-1-1 0 0 0,0 0 0 0 0,-2-1 0 0 0,23-30 0 0 0,-10 3 25 0 0,-1-1 1 0 0,-3-2-1 0 0,-1 0 1 0 0,28-92 0 0 0,-12 13 1166 0 0,-6-2 1 0 0,23-187-1 0 0,-56 296-760 0 0,0 19-297 0 0,0 0 0 0 0,0 0-1 0 0,0-1 1 0 0,0 1 0 0 0,0 0-1 0 0,0 0 1 0 0,0 0 0 0 0,0 0-1 0 0,0 0 1 0 0,0 0 0 0 0,-1 0 0 0 0,1 0-1 0 0,0 0 1 0 0,0 0 0 0 0,0 0-1 0 0,0 0 1 0 0,0 0 0 0 0,0 0-1 0 0,0-1 1 0 0,-1 1 0 0 0,1 0 0 0 0,0 0-1 0 0,0 0 1 0 0,0 0 0 0 0,0 0-1 0 0,0 0 1 0 0,0 0 0 0 0,-1 0-1 0 0,1 1 1 0 0,0-1 0 0 0,0 0 0 0 0,0 0-1 0 0,0 0 1 0 0,0 0 0 0 0,0 0-1 0 0,0 0 1 0 0,0 0 0 0 0,-1 0 0 0 0,1 0-1 0 0,0 0 1 0 0,0 0 0 0 0,0 0-1 0 0,0 0 1 0 0,0 1 0 0 0,0-1-1 0 0,0 0 1 0 0,0 0 0 0 0,0 0 0 0 0,0 0-1 0 0,0 0 1 0 0,0 0 0 0 0,-1 0-1 0 0,1 0 1 0 0,0 1 0 0 0,0-1-1 0 0,0 0 1 0 0,0 0 0 0 0,0 0 0 0 0,-13 31 76 0 0,-20 107 493 0 0,-28 270 1 0 0,60-401-545 0 0,-17 243 1038 0 0,18-247-937 0 0,8-1 23 0 0,-8-2-146 0 0,1 0 0 0 0,0 0-1 0 0,-1 1 1 0 0,1-1 0 0 0,0 0-1 0 0,0 0 1 0 0,-1 0-1 0 0,1 0 1 0 0,0 0 0 0 0,-1 0-1 0 0,1 0 1 0 0,0-1-1 0 0,-1 1 1 0 0,1 0 0 0 0,0 0-1 0 0,-1 0 1 0 0,1-1-1 0 0,-1 1 1 0 0,1 0 0 0 0,0-1-1 0 0,-1 1 1 0 0,1 0-1 0 0,-1-1 1 0 0,1 1 0 0 0,-1-1-1 0 0,1 1 1 0 0,0-2-1 0 0,78-82 118 0 0,-58 59-129 0 0,2 1 0 0 0,31-27 1 0 0,-42 40-10 0 0,1 2 0 0 0,-1 0 1 0 0,1 0-1 0 0,1 1 0 0 0,0 1 0 0 0,0 0 1 0 0,19-6-1 0 0,-30 12 14 0 0,0 0 0 0 0,0 1-1 0 0,0-1 1 0 0,0 1 0 0 0,0-1 0 0 0,0 1 0 0 0,0 0 0 0 0,0 0 0 0 0,0 1-1 0 0,0-1 1 0 0,0 1 0 0 0,0-1 0 0 0,0 1 0 0 0,0 0 0 0 0,0 0 0 0 0,0 0-1 0 0,0 0 1 0 0,-1 1 0 0 0,4 1 0 0 0,-4 0 17 0 0,1-1-1 0 0,0 1 1 0 0,0 0-1 0 0,-1 0 1 0 0,0 0 0 0 0,1 1-1 0 0,-1-1 1 0 0,0 1-1 0 0,-1-1 1 0 0,1 1-1 0 0,-1-1 1 0 0,2 8 0 0 0,1 6 118 0 0,-1 0 0 0 0,-1 1 1 0 0,-1-1-1 0 0,-1 1 1 0 0,-1 17-1 0 0,-6 36 204 0 0,4-50-260 0 0,1 1 1 0 0,1 1-1 0 0,1-1 1 0 0,3 29-1 0 0,-2-48-64 0 0,-1 0 0 0 0,1 0 0 0 0,0-1-1 0 0,0 1 1 0 0,1 0 0 0 0,-1-1 0 0 0,0 1 0 0 0,1-1 0 0 0,0 0 0 0 0,-1 1 0 0 0,1-1 0 0 0,0 0-1 0 0,0 0 1 0 0,0 0 0 0 0,1 0 0 0 0,-1-1 0 0 0,0 1 0 0 0,1-1 0 0 0,-1 1 0 0 0,1-1 0 0 0,-1 0-1 0 0,1 0 1 0 0,0 0 0 0 0,-1 0 0 0 0,1 0 0 0 0,0-1 0 0 0,0 1 0 0 0,0-1 0 0 0,3 1 0 0 0,8 0 18 0 0,0-1 1 0 0,0 0-1 0 0,0-1 1 0 0,21-3-1 0 0,-14 0-22 0 0,-1-1 0 0 0,0-1 0 0 0,0-1-1 0 0,-1-1 1 0 0,1 0 0 0 0,-2-1 0 0 0,1-1-1 0 0,-2-1 1 0 0,1-1 0 0 0,27-24 0 0 0,-23 16 0 0 0,-1-1 1 0 0,0-1-1 0 0,-2-1 1 0 0,-1 0 0 0 0,-1-2-1 0 0,28-50 1 0 0,-35 54 1 0 0,-1 0 0 0 0,-1 0 0 0 0,0 0 0 0 0,-2-1 0 0 0,-1 0 0 0 0,0 0 0 0 0,-1 0 0 0 0,0-31 0 0 0,-4 51-12 0 0,0 1-1 0 0,0-1 1 0 0,0 0-1 0 0,0 0 1 0 0,0 1-1 0 0,-1-1 1 0 0,1 0-1 0 0,-1 1 1 0 0,1-1-1 0 0,-1 0 1 0 0,0 1-1 0 0,1-1 1 0 0,-1 1-1 0 0,0-1 1 0 0,0 1-1 0 0,0 0 1 0 0,0-1-1 0 0,0 1 1 0 0,-2-2-1 0 0,2 3 0 0 0,0-1-1 0 0,0 1 0 0 0,-1-1 0 0 0,1 1 0 0 0,0-1 0 0 0,0 1 0 0 0,-1 0 0 0 0,1 0 0 0 0,0-1 0 0 0,-1 1 0 0 0,1 0 0 0 0,0 0 0 0 0,-1 0 0 0 0,1 1 0 0 0,0-1 0 0 0,0 0 0 0 0,-1 0 0 0 0,1 1 0 0 0,0-1 0 0 0,0 1 0 0 0,-1-1 0 0 0,1 1 0 0 0,0-1 0 0 0,0 1 1 0 0,0 0-1 0 0,0 0 0 0 0,-1 0 0 0 0,-5 4 1 0 0,1 1 1 0 0,0-1 0 0 0,0 1-1 0 0,0 0 1 0 0,1 1 0 0 0,0-1-1 0 0,-6 11 1 0 0,-26 53 55 0 0,36-68-52 0 0,-11 23 48 0 0,1 1 0 0 0,2-1 0 0 0,-8 33 0 0 0,14-45-25 0 0,1 0 0 0 0,0 0-1 0 0,1 0 1 0 0,0 0 0 0 0,1 0 0 0 0,0 0 0 0 0,1 0-1 0 0,1-1 1 0 0,3 15 0 0 0,-3-21-13 0 0,0 0 0 0 0,0-1 0 0 0,1 1 0 0 0,-1 0 0 0 0,1-1 0 0 0,1 0 0 0 0,-1 0 0 0 0,1 0 0 0 0,0 0 0 0 0,0 0 0 0 0,0-1 0 0 0,8 7 0 0 0,-5-6 14 0 0,1 1 1 0 0,1-1 0 0 0,-1 0-1 0 0,1-1 1 0 0,0 0 0 0 0,0 0 0 0 0,14 3-1 0 0,-8-4-70 0 0,0 0-1 0 0,0 0 0 0 0,0-2 1 0 0,0 0-1 0 0,0-1 0 0 0,1 0 1 0 0,-1-1-1 0 0,0-1 0 0 0,0 0 1 0 0,17-5-1 0 0,-22 3-317 0 0,1 0 0 0 0,0-1 0 0 0,-1 0 0 0 0,0 0 0 0 0,0-1 0 0 0,-1 0 0 0 0,0-1 0 0 0,13-12 0 0 0,-15 13-412 0 0,-1-1 0 0 0,0 0 0 0 0,-1 0 0 0 0,9-13 0 0 0,-11 14-277 0 0,0-1-1 0 0,0 1 0 0 0,-1 0 0 0 0,0-1 0 0 0,0 1 0 0 0,2-12 0 0 0,-2-7-4479 0 0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11:01.5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464 1 60 0 0,'-433'11'14245'0'0,"403"-5"-12355"0"0,280-3-2943 0 0,-142-4-1184 0 0,-8 0-1945 0 0,14-2-2137 0 0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11:02.8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44 191 1812 0 0,'-5'-4'643'0'0,"1"-1"0"0"0,0 0-1 0 0,0 0 1 0 0,1 0 0 0 0,-1-1 0 0 0,1 1-1 0 0,1-1 1 0 0,-1 0 0 0 0,1 1 0 0 0,-1-1 0 0 0,2 0-1 0 0,-1-1 1 0 0,0-7 0 0 0,1 10-486 0 0,1 1-1 0 0,0-1 1 0 0,0 0 0 0 0,0 0 0 0 0,1 1 0 0 0,-1-1 0 0 0,1 0-1 0 0,0 0 1 0 0,0 1 0 0 0,0-1 0 0 0,1 1 0 0 0,-1-1 0 0 0,1 1-1 0 0,0-1 1 0 0,0 1 0 0 0,0 0 0 0 0,0 0 0 0 0,0 0 0 0 0,1 0-1 0 0,0 1 1 0 0,-1-1 0 0 0,1 0 0 0 0,5-2 0 0 0,-5 2-127 0 0,0 1 1 0 0,0 0-1 0 0,1 0 1 0 0,-1 0-1 0 0,1 0 1 0 0,-1 0-1 0 0,1 0 1 0 0,0 1-1 0 0,0 0 1 0 0,0 0-1 0 0,0 0 1 0 0,0 0-1 0 0,0 1 1 0 0,0 0-1 0 0,0-1 1 0 0,0 1-1 0 0,0 1 1 0 0,0-1 0 0 0,0 1-1 0 0,0-1 1 0 0,0 1-1 0 0,0 0 1 0 0,0 1-1 0 0,-1-1 1 0 0,1 1-1 0 0,0-1 1 0 0,-1 1-1 0 0,1 0 1 0 0,-1 0-1 0 0,5 4 1 0 0,0 0 7 0 0,0 1 1 0 0,-1 0 0 0 0,1 0 0 0 0,-1 1-1 0 0,-1 0 1 0 0,1 0 0 0 0,-1 1-1 0 0,-1-1 1 0 0,0 1 0 0 0,0 1 0 0 0,5 13-1 0 0,-3-5 19 0 0,-1 0-1 0 0,-1 0 1 0 0,-1 0 0 0 0,-1 0-1 0 0,2 29 1 0 0,-5-34-27 0 0,0 0 1 0 0,-1-1-1 0 0,-1 1 0 0 0,0 0 1 0 0,-1 0-1 0 0,0-1 0 0 0,-1 0 1 0 0,0 0-1 0 0,-1 0 0 0 0,0 0 1 0 0,-13 20-1 0 0,5-16 96 0 0,12-16-122 0 0,0 1 0 0 0,1-1 0 0 0,-1 0 0 0 0,0 0 0 0 0,0 0 0 0 0,1 1 0 0 0,-1-1 0 0 0,0 0 0 0 0,0 0 1 0 0,0 0-1 0 0,1 0 0 0 0,-1-1 0 0 0,0 1 0 0 0,0 0 0 0 0,1 0 0 0 0,-1 0 0 0 0,-1-1 0 0 0,2-1-2 0 0,0 0-1 0 0,-1 0 0 0 0,1 1 1 0 0,0-1-1 0 0,0 0 0 0 0,0 0 1 0 0,0 0-1 0 0,0 0 0 0 0,1 0 1 0 0,-1 0-1 0 0,1 0 0 0 0,0-2 1 0 0,-1 3 7 0 0,9-24-9 0 0,0 1 0 0 0,2 0 0 0 0,0 0 0 0 0,2 1 0 0 0,24-33 0 0 0,-36 54 0 0 0,10-15-12 0 0,1 0-1 0 0,1 1 1 0 0,1 1-1 0 0,0 0 1 0 0,1 1 0 0 0,22-16-1 0 0,-29 24 11 0 0,0 1 0 0 0,0 0-1 0 0,1 1 1 0 0,-1 0 0 0 0,1 0-1 0 0,18-5 1 0 0,-22 8 4 0 0,1 0-1 0 0,0 0 1 0 0,0 1-1 0 0,0 0 1 0 0,0 0-1 0 0,0 0 1 0 0,0 1-1 0 0,-1-1 1 0 0,1 1 0 0 0,0 1-1 0 0,0-1 1 0 0,5 3-1 0 0,-4-1 7 0 0,-1 0 0 0 0,-1 0 1 0 0,1 0-1 0 0,0 1 0 0 0,-1 0 0 0 0,0 0 0 0 0,0 0 0 0 0,0 1 0 0 0,0 0 0 0 0,-1 0 1 0 0,6 7-1 0 0,-4-3 9 0 0,-1 1 0 0 0,1 0 1 0 0,-1 0-1 0 0,-1 0 0 0 0,0 1 1 0 0,3 12-1 0 0,-1 7 32 0 0,-1 1 1 0 0,-1 0-1 0 0,-1 58 0 0 0,-3-89-47 0 0,-1 20-577 0 0,1 0-1 0 0,1-1 1 0 0,1 1 0 0 0,1 0-1 0 0,0-1 1 0 0,8 23 0 0 0,-10-40 259 0 0,0 0 1 0 0,0 0 0 0 0,0 0-1 0 0,0 0 1 0 0,0 0 0 0 0,1-1 0 0 0,-1 1-1 0 0,1-1 1 0 0,-1 1 0 0 0,1-1 0 0 0,0 1-1 0 0,-1-1 1 0 0,1 0 0 0 0,0 0-1 0 0,0 0 1 0 0,0 0 0 0 0,0 0 0 0 0,0 0-1 0 0,0-1 1 0 0,0 1 0 0 0,4 0 0 0 0,-3-1-1568 0 0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11:03.6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0 543 3352 0 0,'11'-20'1008'0'0,"0"0"-1"0"0,-1 0 1 0 0,-2-1 0 0 0,8-26-1 0 0,16-89 5120 0 0,-22 85-3666 0 0,-4 6-746 0 0,-5 42-1033 0 0,-9 11-514 0 0,5 1-130 0 0,-1 1 1 0 0,1-1-1 0 0,1 0 0 0 0,0 1 0 0 0,0-1 1 0 0,0 19-1 0 0,1-26-33 0 0,-1 20 16 0 0,1 0 0 0 0,0 0 0 0 0,2 0 0 0 0,0 0 0 0 0,2 0 0 0 0,8 33 0 0 0,-9-47-10 0 0,0-1 0 0 0,1 1 0 0 0,0-1 0 0 0,0 0 0 0 0,1 0 1 0 0,0 0-1 0 0,0 0 0 0 0,0-1 0 0 0,1 0 0 0 0,0 0 0 0 0,1 0 0 0 0,-1 0 1 0 0,1-1-1 0 0,0 0 0 0 0,0 0 0 0 0,1-1 0 0 0,-1 1 0 0 0,1-2 0 0 0,0 1 1 0 0,0-1-1 0 0,14 5 0 0 0,-5-4 13 0 0,0 0 0 0 0,0-1 0 0 0,1 0 1 0 0,0-1-1 0 0,-1-1 0 0 0,1-1 0 0 0,0-1 1 0 0,0 0-1 0 0,-1-1 0 0 0,1-1 0 0 0,-1 0 0 0 0,28-10 1 0 0,-31 8-5 0 0,0 0 0 0 0,-1-1 0 0 0,1-1 0 0 0,-1 0 1 0 0,-1-1-1 0 0,0 0 0 0 0,0 0 0 0 0,0-1 0 0 0,-1-1 1 0 0,0 0-1 0 0,-1 0 0 0 0,0-1 0 0 0,-1 0 0 0 0,0 0 1 0 0,11-23-1 0 0,-12 19-17 0 0,-1 1 0 0 0,0-1 0 0 0,-1-1 1 0 0,-1 1-1 0 0,-1-1 0 0 0,0 1 0 0 0,-1-1 0 0 0,-1 0 0 0 0,0 0 0 0 0,-3-29 1 0 0,1 36-5 0 0,0-1 1 0 0,-1 1 0 0 0,0-1 0 0 0,-1 1 0 0 0,0 0 0 0 0,-1 0 0 0 0,0 0 0 0 0,0 1 0 0 0,-1-1 0 0 0,0 1 0 0 0,0 0 0 0 0,-1 0 0 0 0,0 1 0 0 0,0 0 0 0 0,-1 0 0 0 0,0 0-1 0 0,0 1 1 0 0,-1 0 0 0 0,-9-6 0 0 0,5 6-1 0 0,1 0 1 0 0,-1 1-1 0 0,-1 0 0 0 0,1 1 0 0 0,-1 1 0 0 0,1 0 1 0 0,-1 0-1 0 0,0 1 0 0 0,0 1 0 0 0,0 0 0 0 0,0 1 0 0 0,0 1 1 0 0,-1 0-1 0 0,2 0 0 0 0,-1 1 0 0 0,0 1 0 0 0,-19 6 0 0 0,15-3 5 0 0,-1 1-1 0 0,1 0 0 0 0,0 1 0 0 0,1 1 0 0 0,0 0 0 0 0,0 1 0 0 0,1 1 0 0 0,1 1 1 0 0,0 0-1 0 0,0 1 0 0 0,-21 25 0 0 0,30-32-2 0 0,1 1 0 0 0,0-1 0 0 0,0 1 0 0 0,0 0 0 0 0,1 0 0 0 0,0 0 0 0 0,1 0-1 0 0,-1 0 1 0 0,1 1 0 0 0,1-1 0 0 0,-1 1 0 0 0,1-1 0 0 0,0 11 0 0 0,1-13-55 0 0,1 1 0 0 0,0-1-1 0 0,0 1 1 0 0,0-1 0 0 0,0 1 0 0 0,1-1-1 0 0,0 0 1 0 0,0 0 0 0 0,0 0 0 0 0,1 0-1 0 0,-1 0 1 0 0,1 0 0 0 0,1-1 0 0 0,-1 1-1 0 0,1-1 1 0 0,-1 0 0 0 0,1 0 0 0 0,8 6-1 0 0,0-1-285 0 0,1-1-1 0 0,-1 0 0 0 0,2-1 0 0 0,-1 0 1 0 0,1-1-1 0 0,0 0 0 0 0,0-1 0 0 0,0-1 0 0 0,1-1 1 0 0,0 0-1 0 0,-1 0 0 0 0,1-2 0 0 0,0 0 0 0 0,0 0 1 0 0,0-2-1 0 0,0 1 0 0 0,0-2 0 0 0,0 0 0 0 0,0-1 1 0 0,-1-1-1 0 0,1 0 0 0 0,21-9 0 0 0,-24 7 252 0 0,0-1 0 0 0,0 1 0 0 0,0-2 0 0 0,-1 0 0 0 0,0 0-1 0 0,-1-1 1 0 0,1 0 0 0 0,-2-1 0 0 0,14-16 0 0 0,56-94 251 0 0,-57 82 576 0 0,2 2 0 0 0,46-55 0 0 0,-65 86-649 0 0,1-1 1 0 0,-1 2-1 0 0,1-1 1 0 0,0 1 0 0 0,0 0-1 0 0,1 0 1 0 0,-1 0-1 0 0,1 1 1 0 0,10-4 0 0 0,-13 6-40 0 0,0 1 0 0 0,0-1 0 0 0,0 1 0 0 0,0 0 0 0 0,0 0 0 0 0,0 0 0 0 0,0 1 0 0 0,0 0 0 0 0,-1-1 0 0 0,1 1 0 0 0,0 1 0 0 0,0-1 0 0 0,-1 0 0 0 0,1 1 0 0 0,0 0 0 0 0,-1 0 0 0 0,5 3 0 0 0,-1 0 58 0 0,0 0 1 0 0,0 1 0 0 0,-1-1-1 0 0,1 2 1 0 0,-1-1 0 0 0,7 11-1 0 0,-5-6 32 0 0,-1 0 0 0 0,-1 1-1 0 0,0-1 1 0 0,-1 2-1 0 0,0-1 1 0 0,0 0-1 0 0,-2 1 1 0 0,1 0-1 0 0,-2 0 1 0 0,0 0-1 0 0,1 14 1 0 0,-3-18-8 0 0,0-1 0 0 0,0 1 0 0 0,-1-1 1 0 0,0 1-1 0 0,-1-1 0 0 0,0 0 0 0 0,0 0 0 0 0,0 1 0 0 0,-1-2 1 0 0,-1 1-1 0 0,1 0 0 0 0,-1 0 0 0 0,0-1 0 0 0,-1 0 1 0 0,0 0-1 0 0,0 0 0 0 0,0-1 0 0 0,-9 8 0 0 0,8-8 124 0 0,-2-1-1 0 0,1 1 1 0 0,-1-1-1 0 0,1-1 1 0 0,-1 0-1 0 0,-12 5 1 0 0,17-8-43 0 0,-1-1-57 0 0,3 0-154 0 0,-23-6 210 0 0,23 6-207 0 0,0 0 1 0 0,0-1 0 0 0,0 1 0 0 0,1 0 0 0 0,-1-1 0 0 0,0 1-1 0 0,1-1 1 0 0,-1 1 0 0 0,0-1 0 0 0,1 1 0 0 0,-1-1-1 0 0,1 0 1 0 0,-1 1 0 0 0,1-1 0 0 0,-1 0 0 0 0,1 1 0 0 0,0-1-1 0 0,-1 0 1 0 0,1 0 0 0 0,0 0 0 0 0,-1 1 0 0 0,1-1-1 0 0,0 0 1 0 0,0 0 0 0 0,0 0 0 0 0,0 1 0 0 0,0-1 0 0 0,0 0-1 0 0,0 0 1 0 0,0 0 0 0 0,0 0 0 0 0,0 1 0 0 0,0-1-1 0 0,0 0 1 0 0,1-1 0 0 0,2-5-145 0 0,0 0 0 0 0,1 0 0 0 0,0 0 0 0 0,0 0 0 0 0,1 0 1 0 0,-1 1-1 0 0,1 0 0 0 0,1 0 0 0 0,-1 0 0 0 0,1 1 0 0 0,12-9 0 0 0,10-7-1805 0 0,44-22 0 0 0,-58 35 1323 0 0,84-41-3625 0 0,6-3-2825 0 0,-81 39 4114 0 0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11:04.2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56 76 2424 0 0,'1'-3'459'0'0,"1"1"0"0"0,-1-1 0 0 0,1 0-1 0 0,-1 0 1 0 0,0 0 0 0 0,0 0 0 0 0,0 0-1 0 0,-1 0 1 0 0,1 0 0 0 0,-1 0 0 0 0,0-1-1 0 0,0 1 1 0 0,0 0 0 0 0,0 0 0 0 0,0 0-1 0 0,0 0 1 0 0,-1 0 0 0 0,0 0 0 0 0,0 0 0 0 0,0 0-1 0 0,0 0 1 0 0,-2-5 0 0 0,2 6 838 0 0,-14 13-516 0 0,13-7-628 0 0,-1 0-1 0 0,1 1 1 0 0,0-1-1 0 0,0 0 1 0 0,1 1-1 0 0,-1 0 1 0 0,1-1-1 0 0,0 1 1 0 0,0 0-1 0 0,1 0 1 0 0,-1 5-1 0 0,-1 8 257 0 0,-5 24 605 0 0,0 57 0 0 0,4-49-613 0 0,-2 194 549 0 0,5-196-689 0 0,0-45-197 0 0,0-3-61 0 0,0 1-1 0 0,0-1 1 0 0,0 0 0 0 0,0 0-1 0 0,0 0 1 0 0,0 0-1 0 0,0 0 1 0 0,0 1-1 0 0,0-1 1 0 0,0 0 0 0 0,0 0-1 0 0,0 0 1 0 0,0 0-1 0 0,0 1 1 0 0,0-1 0 0 0,0 0-1 0 0,0 0 1 0 0,0 0-1 0 0,0 0 1 0 0,0 0-1 0 0,0 0 1 0 0,0 1 0 0 0,0-1-1 0 0,0 0 1 0 0,1 0-1 0 0,-1 0 1 0 0,0 0-1 0 0,0 0 1 0 0,0 0 0 0 0,0 1-1 0 0,0-1 1 0 0,0 0-1 0 0,1 0 1 0 0,-1 0 0 0 0,0 0-1 0 0,0 0 1 0 0,0 0-1 0 0,0 0 1 0 0,0 0-1 0 0,0 0 1 0 0,1 0 0 0 0,-1 0-1 0 0,0 0 1 0 0,0 0-1 0 0,0 0 1 0 0,0 0 0 0 0,1 0-1 0 0,-1 0 1 0 0,0 0-1 0 0,0 0 1 0 0,0 0-1 0 0,0 0 1 0 0,0 0 0 0 0,1 0-1 0 0,-1 0 1 0 0,0 0-1 0 0,9-11 41 0 0,10-24-88 0 0,-17 31 41 0 0,10-21-106 0 0,12-24-108 0 0,2 1 0 0 0,36-49 0 0 0,-54 85 189 0 0,1 0 0 0 0,1 1 0 0 0,0 0 0 0 0,0 1 0 0 0,1 0 0 0 0,0 0 0 0 0,1 2 0 0 0,0-1 0 0 0,0 1 0 0 0,1 1 0 0 0,0 0 0 0 0,0 1 0 0 0,15-5 1 0 0,-21 10 21 0 0,-1-1 0 0 0,1 1 0 0 0,-1 0 0 0 0,1 0 0 0 0,0 1 0 0 0,0 0 0 0 0,-1 0 0 0 0,1 1 1 0 0,0-1-1 0 0,-1 2 0 0 0,1-1 0 0 0,-1 1 0 0 0,1-1 0 0 0,-1 2 0 0 0,0-1 0 0 0,0 1 1 0 0,9 5-1 0 0,-8-3 9 0 0,-1 0 0 0 0,0 0 0 0 0,0 0 1 0 0,0 0-1 0 0,-1 1 0 0 0,0 0 0 0 0,0 0 1 0 0,0 1-1 0 0,-1-1 0 0 0,0 1 0 0 0,0 0 1 0 0,-1 0-1 0 0,0 0 0 0 0,4 14 0 0 0,-2-4 10 0 0,-1 0-1 0 0,-1 0 0 0 0,3 27 1 0 0,-6-35-2 0 0,0 0 0 0 0,-1 0 1 0 0,0 0-1 0 0,0 0 1 0 0,-1-1-1 0 0,0 1 1 0 0,0 0-1 0 0,-7 14 1 0 0,7-20 1 0 0,-1 0 0 0 0,1 0 0 0 0,0 0 0 0 0,-1 0 0 0 0,0 0 0 0 0,0-1-1 0 0,1 0 1 0 0,-1 1 0 0 0,-1-1 0 0 0,1 0 0 0 0,0-1 0 0 0,-6 3 0 0 0,7-3 0 0 0,-1-2 6 0 0,2 0-17 0 0,0 1-1 0 0,0-1 1 0 0,-1 1-1 0 0,1-1 0 0 0,0 0 1 0 0,0 0-1 0 0,0 0 1 0 0,0 1-1 0 0,0-1 1 0 0,0 0-1 0 0,0 0 1 0 0,1 0-1 0 0,-1-1 1 0 0,0 1-1 0 0,1 0 1 0 0,-1 0-1 0 0,0 0 1 0 0,1 0-1 0 0,-1-1 0 0 0,1 1 1 0 0,0 0-1 0 0,-1-3 1 0 0,0 0 0 0 0,1 0 0 0 0,0-1 1 0 0,0 1-1 0 0,0-1 0 0 0,1 1 1 0 0,-1-1-1 0 0,2-4 0 0 0,2-6-3 0 0,1 0 0 0 0,0 0 0 0 0,10-17 0 0 0,-3 8-8 0 0,2 1-1 0 0,1 0 1 0 0,0 1 0 0 0,2 1-1 0 0,0 0 1 0 0,31-27 0 0 0,-31 33-2 0 0,0 1 1 0 0,1 1-1 0 0,1 1 0 0 0,0 0 0 0 0,0 1 1 0 0,1 2-1 0 0,1 0 0 0 0,28-9 1 0 0,-44 16 9 0 0,1 1 0 0 0,0 0 0 0 0,-1 0 1 0 0,1 0-1 0 0,0 0 0 0 0,0 1 1 0 0,0 0-1 0 0,0 0 0 0 0,-1 1 0 0 0,1 0 1 0 0,0 0-1 0 0,-1 0 0 0 0,1 0 1 0 0,0 1-1 0 0,-1 0 0 0 0,8 4 0 0 0,-8-3 14 0 0,-1 0-1 0 0,0 0 0 0 0,0 1 0 0 0,0-1 0 0 0,0 1 0 0 0,0 0 1 0 0,-1 0-1 0 0,0 1 0 0 0,0-1 0 0 0,0 1 0 0 0,0-1 0 0 0,-1 1 1 0 0,0 0-1 0 0,0 0 0 0 0,0 0 0 0 0,0 0 0 0 0,1 11 1 0 0,-1-1 57 0 0,0 0 1 0 0,-1 0 0 0 0,-1 0-1 0 0,-3 30 1 0 0,-16 62 100 0 0,18-100-160 0 0,-1 3-3 0 0,-7 49 51 0 0,8-54-36 0 0,1 0 0 0 0,0-1 0 0 0,0 1 0 0 0,0 0 0 0 0,1 0 0 0 0,0 0 0 0 0,0-1-1 0 0,0 1 1 0 0,4 8 0 0 0,-4-11-13 0 0,1 0 0 0 0,-1 0 0 0 0,1 0-1 0 0,0 0 1 0 0,0 0 0 0 0,0 0 0 0 0,0-1 0 0 0,0 1-1 0 0,0-1 1 0 0,0 0 0 0 0,0 1 0 0 0,1-1 0 0 0,-1 0-1 0 0,0 0 1 0 0,1-1 0 0 0,-1 1 0 0 0,1 0 0 0 0,-1-1 0 0 0,1 1-1 0 0,-1-1 1 0 0,1 0 0 0 0,3 0 0 0 0,5 0-58 0 0,0-1 1 0 0,0 0 0 0 0,20-4 0 0 0,21-8-1630 0 0,-1-2 1 0 0,90-39-1 0 0,-90 29-2727 0 0,52-33 0 0 0,-55 28-381 0 0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11:05.6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481 1088 984 0 0,'2'-5'781'0'0,"0"0"-1"0"0,-1-1 1 0 0,0 1-1 0 0,0-1 1 0 0,0 1-1 0 0,-1-1 0 0 0,0 0 1 0 0,0 1-1 0 0,0-1 1 0 0,0 1-1 0 0,-1-1 1 0 0,-3-8-1 0 0,4 10-645 0 0,-2 1 0 0 0,1 0-1 0 0,0-1 1 0 0,-1 1 0 0 0,1 0-1 0 0,-1 0 1 0 0,0 0-1 0 0,0 0 1 0 0,0 1 0 0 0,0-1-1 0 0,-1 0 1 0 0,1 1-1 0 0,-1 0 1 0 0,0-1 0 0 0,1 1-1 0 0,-1 0 1 0 0,0 0 0 0 0,0 1-1 0 0,0-1 1 0 0,-1 1-1 0 0,1-1 1 0 0,0 1 0 0 0,-5-1-1 0 0,2 1-85 0 0,0 0 0 0 0,0 0 0 0 0,0 1 0 0 0,0 0-1 0 0,0 0 1 0 0,0 0 0 0 0,-1 1 0 0 0,1 0 0 0 0,0 0 0 0 0,0 1-1 0 0,-6 2 1 0 0,1 0 12 0 0,0 1 0 0 0,1 0 0 0 0,0 1 0 0 0,0 0 0 0 0,-13 11 0 0 0,1 2 3 0 0,1 0 0 0 0,1 2 0 0 0,1 0 0 0 0,-19 28 0 0 0,-50 87 81 0 0,77-114-131 0 0,0 1 1 0 0,1 0-1 0 0,1 0 1 0 0,-8 36-1 0 0,16-53-6 0 0,0 1 0 0 0,0 0 0 0 0,1-1-1 0 0,-1 1 1 0 0,2 0 0 0 0,-1 0 0 0 0,1-1 0 0 0,0 1 0 0 0,3 12-1 0 0,-3-17-2 0 0,0 1-1 0 0,0-1 0 0 0,0 1 0 0 0,0-1 0 0 0,1 1 0 0 0,-1-1 0 0 0,1 0 0 0 0,-1 0 0 0 0,1 1 0 0 0,0-1 0 0 0,0 0 0 0 0,0-1 0 0 0,0 1 0 0 0,0 0 0 0 0,0-1 0 0 0,0 1 0 0 0,1-1 1 0 0,-1 1-1 0 0,0-1 0 0 0,1 0 0 0 0,-1 0 0 0 0,1 0 0 0 0,0-1 0 0 0,-1 1 0 0 0,1 0 0 0 0,0-1 0 0 0,-1 0 0 0 0,5 0 0 0 0,3 0-1 0 0,0 0 0 0 0,-1-1 0 0 0,1-1 0 0 0,-1 0 0 0 0,0 0 0 0 0,0-1 0 0 0,1 0 0 0 0,-2 0 0 0 0,1-1 0 0 0,14-9 0 0 0,-10 5 7 0 0,0-2 0 0 0,-1 1 0 0 0,0-2 0 0 0,-1 0 0 0 0,20-24 0 0 0,-5-2 11 0 0,-1-2 0 0 0,-2 0 0 0 0,29-68 0 0 0,11-50 937 0 0,-61 151-928 0 0,4-14 151 0 0,-4 18-86 0 0,-4 12-34 0 0,2-6-54 0 0,-18 138 131 0 0,17-124-117 0 0,1 0 0 0 0,1 0 0 0 0,0 0 0 0 0,1-1-1 0 0,1 1 1 0 0,7 20 0 0 0,-8-31 19 0 0,1-1 0 0 0,0 0 1 0 0,0 0-1 0 0,0-1 0 0 0,1 1 0 0 0,-1-1 0 0 0,1 1 1 0 0,1-1-1 0 0,-1 0 0 0 0,1-1 0 0 0,0 1 0 0 0,0-1 1 0 0,0 0-1 0 0,1 0 0 0 0,-1-1 0 0 0,1 1 0 0 0,0-1 1 0 0,0 0-1 0 0,0-1 0 0 0,0 0 0 0 0,1 0 0 0 0,-1 0 0 0 0,8 1 1 0 0,11 1 53 0 0,1-1 1 0 0,-1-2 0 0 0,1 0-1 0 0,42-5 1 0 0,-18-1-46 0 0,-1-2 0 0 0,0-2 0 0 0,-1-2 0 0 0,0-3 0 0 0,-1-1 0 0 0,0-3-1 0 0,64-34 1 0 0,-72 30-40 0 0,0-2 0 0 0,-2-1 0 0 0,-1-2-1 0 0,-1-2 1 0 0,-1-1 0 0 0,-2-1 0 0 0,-1-2-1 0 0,40-55 1 0 0,-39 41-11 0 0,-2-2 0 0 0,-2-2 0 0 0,-2 0 0 0 0,-3-1 0 0 0,19-64 0 0 0,-23 50 5 0 0,-2 0 0 0 0,-4-2 0 0 0,-3 0 0 0 0,2-69 0 0 0,-11 116 12 0 0,0 1 1 0 0,-2-1-1 0 0,-1 0 1 0 0,0 1-1 0 0,-2 0 1 0 0,-8-29-1 0 0,12 47-14 0 0,-1 0-1 0 0,1 0 0 0 0,-1 0 0 0 0,0 0 1 0 0,0 0-1 0 0,0 0 0 0 0,0 0 0 0 0,-1 1 0 0 0,1-1 1 0 0,0 0-1 0 0,-1 1 0 0 0,1-1 0 0 0,-1 1 0 0 0,0-1 1 0 0,1 1-1 0 0,-1 0 0 0 0,0 0 0 0 0,0-1 0 0 0,0 1 1 0 0,0 1-1 0 0,0-1 0 0 0,0 0 0 0 0,0 0 0 0 0,0 1 1 0 0,0-1-1 0 0,0 1 0 0 0,0 0 0 0 0,0-1 0 0 0,0 1 1 0 0,0 0-1 0 0,-1 0 0 0 0,1 1 0 0 0,0-1 1 0 0,0 0-1 0 0,0 1 0 0 0,0-1 0 0 0,0 1 0 0 0,-3 1 1 0 0,-4 1 2 0 0,1 1 1 0 0,-1 1 0 0 0,1-1 0 0 0,0 1 0 0 0,1 0 0 0 0,-1 1-1 0 0,-11 11 1 0 0,-6 9 75 0 0,1 1-1 0 0,2 1 1 0 0,1 1-1 0 0,1 1 1 0 0,1 0-1 0 0,-16 39 0 0 0,15-25 44 0 0,2 1 0 0 0,3 1-1 0 0,1 1 1 0 0,-8 50 0 0 0,18-67-32 0 0,1 1 1 0 0,1 0-1 0 0,1 0 1 0 0,2 0-1 0 0,2 0 1 0 0,0-1-1 0 0,2 1 0 0 0,1-1 1 0 0,2 0-1 0 0,1 0 1 0 0,22 50-1 0 0,-15-47-44 0 0,1-1 0 0 0,2-1 0 0 0,1 0 0 0 0,1-2 0 0 0,1 0-1 0 0,2-2 1 0 0,1 0 0 0 0,1-2 0 0 0,49 37 0 0 0,-33-31-160 0 0,2-3 0 0 0,1-2 0 0 0,80 35-1 0 0,-89-47-856 0 0,1-2-1 0 0,0-1 0 0 0,41 6 0 0 0,-65-15-160 0 0,0-1 0 0 0,19 0 0 0 0,6-5-4388 0 0,-10-2-1415 0 0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11:08.4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709 473 1464 0 0,'56'-366'11851'0'0,"-42"294"-9970"0"0,-13 67-1824 0 0,-1 3 21 0 0,1-1 1 0 0,-1 0-1 0 0,1 0 0 0 0,-1 0 0 0 0,1 1 0 0 0,0-1 0 0 0,0 1 1 0 0,1-1-1 0 0,1-3 0 0 0,2 22 415 0 0,-3 33 124 0 0,-1-1 1 0 0,-7 58-1 0 0,1-37-210 0 0,-90 904 2259 0 0,6-114-1865 0 0,82-733-704 0 0,5 0 0 0 0,27 226 0 0 0,-24-344-85 0 0,1 1 0 0 0,0-1 0 0 0,0 0 1 0 0,0 0-1 0 0,1 0 0 0 0,5 10 0 0 0,-7-16-9 0 0,1 1 0 0 0,-1-1 0 0 0,1 0-1 0 0,0 1 1 0 0,0-1 0 0 0,0 0 0 0 0,0 0 0 0 0,0 0 0 0 0,0 0-1 0 0,0 0 1 0 0,1-1 0 0 0,-1 1 0 0 0,1-1 0 0 0,-1 1-1 0 0,1-1 1 0 0,-1 0 0 0 0,1 0 0 0 0,0 0 0 0 0,0 0 0 0 0,4 0-1 0 0,-5-1 1 0 0,0 0-1 0 0,-1 0 0 0 0,1 0 0 0 0,0 0 0 0 0,0 0 0 0 0,0 0 0 0 0,0-1 1 0 0,-1 1-1 0 0,1-1 0 0 0,0 1 0 0 0,0-1 0 0 0,-1 1 0 0 0,4-3 0 0 0,1 0 4 0 0,1 0-5 0 0,1 0 1 0 0,-1-1-1 0 0,0 0 1 0 0,-1 0 0 0 0,1-1-1 0 0,-1 0 1 0 0,0 0-1 0 0,0 0 1 0 0,0-1 0 0 0,-1 0-1 0 0,9-12 1 0 0,0-3 0 0 0,-1-1 1 0 0,14-31-1 0 0,-17 28-1 0 0,0 1-1 0 0,-2-2 1 0 0,-1 1-1 0 0,-1-1 0 0 0,-1 0 1 0 0,-1 0-1 0 0,-1 0 1 0 0,-2-1-1 0 0,0 1 0 0 0,-2-1 1 0 0,-1 1-1 0 0,-1 0 0 0 0,-2-1 1 0 0,0 1-1 0 0,-16-45 1 0 0,5 29-15 0 0,-2 0 0 0 0,-2 1 1 0 0,-1 1-1 0 0,-2 1 1 0 0,-2 1-1 0 0,-2 2 1 0 0,-1 0-1 0 0,-47-46 0 0 0,8 19-14 0 0,-79-58 0 0 0,-82-43 21 0 0,200 145 10 0 0,-21-12-18 0 0,34 23 3 0 0,1-1 0 0 0,0 0 0 0 0,1-1 0 0 0,0 0 1 0 0,-18-20-1 0 0,30 29-8 0 0,-1-1 0 0 0,1 1 1 0 0,1-1-1 0 0,-1 1 0 0 0,0-1 0 0 0,0 0 1 0 0,1 0-1 0 0,-1 0 0 0 0,1 1 0 0 0,-1-1 1 0 0,1 0-1 0 0,0 0 0 0 0,-1 0 0 0 0,1 0 1 0 0,0 0-1 0 0,1 1 0 0 0,-1-1 0 0 0,0 0 1 0 0,0 0-1 0 0,1 0 0 0 0,-1 0 1 0 0,1 1-1 0 0,-1-1 0 0 0,1 0 0 0 0,0 0 1 0 0,0 1-1 0 0,0-1 0 0 0,0 0 0 0 0,0 1 1 0 0,0-1-1 0 0,0 1 0 0 0,2-2 0 0 0,5-5-211 0 0,-1 0 0 0 0,2 1-1 0 0,-1 0 1 0 0,11-7-1 0 0,-16 12 172 0 0,40-27-1429 0 0,80-40 0 0 0,54-12-1439 0 0,-122 57 2105 0 0,174-90-2271 0 0,-201 98 3084 0 0,-2-2 1 0 0,0 0-1 0 0,-1-2 1 0 0,-1-1-1 0 0,-1-1 1 0 0,22-25-1 0 0,-35 32 649 0 0,0-1-1 0 0,-1 0 0 0 0,0 0 1 0 0,-2-1-1 0 0,8-20 0 0 0,-6 14 140 0 0,-9 21-533 0 0,-1 2-232 0 0,0 1 0 0 0,0-1 1 0 0,0 0-1 0 0,0 1 0 0 0,0-1 1 0 0,0 1-1 0 0,1 0 0 0 0,-1-1 1 0 0,0 1-1 0 0,0 0 0 0 0,0 0 0 0 0,1-1 1 0 0,-1 1-1 0 0,0 0 0 0 0,1 0 1 0 0,-1 0-1 0 0,0 0 0 0 0,1 0 1 0 0,-1 2-1 0 0,-10 23 111 0 0,9-22-83 0 0,-6 16 4 0 0,2-1 0 0 0,0 1-1 0 0,1 0 1 0 0,2 1 0 0 0,0-1 0 0 0,0 1 0 0 0,2-1-1 0 0,1 1 1 0 0,2 23 0 0 0,0-34-22 0 0,-1 0 0 0 0,1 0 0 0 0,1 0 1 0 0,0 0-1 0 0,1-1 0 0 0,0 1 0 0 0,0-1 0 0 0,10 16 0 0 0,-9-19 7 0 0,0 0 0 0 0,0 0 0 0 0,0 0 0 0 0,1-1-1 0 0,-1 0 1 0 0,2 0 0 0 0,-1 0 0 0 0,0-1-1 0 0,1 0 1 0 0,0 0 0 0 0,-1 0 0 0 0,15 4 0 0 0,-9-4-8 0 0,0-1 1 0 0,1 0 0 0 0,-1 0 0 0 0,1-1 0 0 0,0-1 0 0 0,0 0 0 0 0,0-1 0 0 0,0 0 0 0 0,0-1 0 0 0,-1 0 0 0 0,1-1 0 0 0,0-1 0 0 0,-1 0 0 0 0,1-1-1 0 0,13-5 1 0 0,-16 4-14 0 0,0-1 0 0 0,0 1 0 0 0,0-1 0 0 0,-1-1 0 0 0,0 0-1 0 0,0 0 1 0 0,0-1 0 0 0,-1 0 0 0 0,-1-1 0 0 0,1 1 0 0 0,-1-1 0 0 0,-1-1-1 0 0,0 1 1 0 0,0-1 0 0 0,-1 0 0 0 0,0-1 0 0 0,5-15 0 0 0,-5 8-12 0 0,0 0 0 0 0,-1-1 0 0 0,-1 0 1 0 0,0 1-1 0 0,-2-1 0 0 0,0-23 1 0 0,-2 33-3 0 0,1 0 1 0 0,-1 0-1 0 0,0 0 1 0 0,-1 0 0 0 0,0 0-1 0 0,-1 0 1 0 0,0 0-1 0 0,0 0 1 0 0,-1 1-1 0 0,0 0 1 0 0,0 0 0 0 0,-1 0-1 0 0,0 0 1 0 0,-11-12-1 0 0,14 18 2 0 0,-1 0 0 0 0,1 0-1 0 0,-1 0 1 0 0,1 0 0 0 0,-1 1-1 0 0,1-1 1 0 0,-1 1 0 0 0,0 0-1 0 0,0 0 1 0 0,0 0 0 0 0,0 0-1 0 0,0 0 1 0 0,0 1 0 0 0,0-1-1 0 0,0 1 1 0 0,0 0 0 0 0,0 0-1 0 0,0 0 1 0 0,0 0 0 0 0,0 1-1 0 0,0-1 1 0 0,0 1 0 0 0,0 0-1 0 0,0-1 1 0 0,0 1 0 0 0,0 1-1 0 0,0-1 1 0 0,0 0 0 0 0,1 1-1 0 0,-1-1 1 0 0,1 1 0 0 0,-5 4-1 0 0,-4 8 25 0 0,11-7-19 0 0,0-6 1 0 0,0 1-3 0 0,0-1 1 0 0,0 0-1 0 0,-1 0 0 0 0,1 1 1 0 0,0-1-1 0 0,0 0 1 0 0,0 1-1 0 0,0-1 1 0 0,1 0-1 0 0,-1 0 1 0 0,0 1-1 0 0,1-1 1 0 0,-1 0-1 0 0,0 0 1 0 0,1 1-1 0 0,0-1 1 0 0,-1 0-1 0 0,1 0 0 0 0,0 0 1 0 0,-1 0-1 0 0,1 0 1 0 0,0 0-1 0 0,0 0 1 0 0,0 0-1 0 0,0 0 1 0 0,0 0-1 0 0,0-1 1 0 0,0 1-1 0 0,0 0 1 0 0,0-1-1 0 0,0 1 0 0 0,1 0 1 0 0,-1-1-1 0 0,0 0 1 0 0,0 1-1 0 0,0-1 1 0 0,2 1-1 0 0,4 0 3 0 0,1 1-1 0 0,-1-1 1 0 0,0 0 0 0 0,0-1-1 0 0,11 0 1 0 0,23-5-19 0 0,-2-2 1 0 0,1-2-1 0 0,-1-1 1 0 0,43-17-1 0 0,-29 9 7 0 0,28-4-19 0 0,-74 21 20 0 0,1-1 0 0 0,0 2 1 0 0,0-1-1 0 0,1 1 1 0 0,-1 0-1 0 0,0 0 1 0 0,0 1-1 0 0,8 2 1 0 0,-11-1 5 0 0,0 0 1 0 0,0 0 0 0 0,0 1-1 0 0,0 0 1 0 0,-1-1 0 0 0,0 2 0 0 0,1-1-1 0 0,-1 0 1 0 0,0 1 0 0 0,0 0 0 0 0,-1 0-1 0 0,1 0 1 0 0,-1 0 0 0 0,4 8 0 0 0,2 2 9 0 0,-2 0 0 0 0,0 0 0 0 0,9 27 0 0 0,-12-29 16 0 0,-1 1 0 0 0,0 0 0 0 0,0 0-1 0 0,-2 0 1 0 0,1 1 0 0 0,-2 12 0 0 0,0-20 83 0 0,0 1 0 0 0,-1-1-1 0 0,0 0 1 0 0,0 0 0 0 0,0-1-1 0 0,-1 1 1 0 0,0 0 0 0 0,0 0 0 0 0,0-1-1 0 0,-1 1 1 0 0,0-1 0 0 0,0 0 0 0 0,0 1-1 0 0,-1-1 1 0 0,-5 6 0 0 0,6-9 33 0 0,0 1 0 0 0,0 0 0 0 0,0-1 1 0 0,-1 0-1 0 0,1 1 0 0 0,-1-1 0 0 0,-6 2 1 0 0,9-3-117 0 0,0-1 0 0 0,-1 1 0 0 0,1-1 0 0 0,0 0 1 0 0,-1 0-1 0 0,1 1 0 0 0,0-1 0 0 0,-1 0 0 0 0,1 0 0 0 0,0 0 1 0 0,-1 0-1 0 0,1-1 0 0 0,0 1 0 0 0,-1 0 0 0 0,1-1 1 0 0,0 1-1 0 0,-1 0 0 0 0,1-1 0 0 0,0 0 0 0 0,0 1 0 0 0,-1-1 1 0 0,1 0-1 0 0,0 1 0 0 0,0-1 0 0 0,0 0 0 0 0,0 0 1 0 0,0 0-1 0 0,0 0 0 0 0,0 0 0 0 0,0-2 0 0 0,-1 1-15 0 0,1 0-1 0 0,-1 0 1 0 0,1 0 0 0 0,0 0-1 0 0,0-1 1 0 0,0 1-1 0 0,1-1 1 0 0,-1 1 0 0 0,0 0-1 0 0,1-1 1 0 0,-1 1-1 0 0,1-1 1 0 0,0 0 0 0 0,0 1-1 0 0,0-1 1 0 0,1-4-1 0 0,0 3-67 0 0,0-1-1 0 0,1 1 0 0 0,0-1 1 0 0,-1 1-1 0 0,2-1 0 0 0,-1 1 1 0 0,0 0-1 0 0,5-6 0 0 0,6-5-475 0 0,0 1-1 0 0,1 0 1 0 0,24-17-1 0 0,-32 26 333 0 0,238-163-6205 0 0,-126 92 4829 0 0,-66 34 2786 0 0,-40 31-358 0 0,1 0-1 0 0,18-12 1 0 0,-29 22-737 0 0,0 15 249 0 0,-23 90 852 0 0,12-68-990 0 0,2-1 1 0 0,-3 39-1 0 0,4 76 422 0 0,6-147-451 0 0,0 4 57 0 0,0-7-246 0 0,0 0-1 0 0,0 0 0 0 0,0 0 0 0 0,0 0 0 0 0,-1 0 0 0 0,1 0 1 0 0,0 0-1 0 0,0 0 0 0 0,0 0 0 0 0,0 0 0 0 0,0 1 0 0 0,0-1 1 0 0,0 0-1 0 0,0 0 0 0 0,0 0 0 0 0,0 0 0 0 0,0 0 0 0 0,0 0 1 0 0,0 0-1 0 0,0 0 0 0 0,0 1 0 0 0,0-1 0 0 0,0 0 1 0 0,0 0-1 0 0,0 0 0 0 0,0 0 0 0 0,0 0 0 0 0,0 0 0 0 0,0 0 1 0 0,0 0-1 0 0,0 0 0 0 0,0 1 0 0 0,0-1 0 0 0,1 0 0 0 0,-1 0 1 0 0,0 0-1 0 0,0 0 0 0 0,0 0 0 0 0,0 0 0 0 0,0 0 0 0 0,0 0 1 0 0,0 0-1 0 0,0 0 0 0 0,0 0 0 0 0,0 0 0 0 0,0 0 1 0 0,1 0-1 0 0,-1 0 0 0 0,0 1 0 0 0,0-1 0 0 0,0 0 0 0 0,0 0 1 0 0,0 0-1 0 0,0 0 0 0 0,0 0 0 0 0,0 0 0 0 0,1 0 0 0 0,-1 0 1 0 0,0 0-1 0 0,0 0 0 0 0,0 0 0 0 0,0-1 0 0 0,0 1 0 0 0,0 0 1 0 0,0 0-1 0 0,1 0 0 0 0,7-10 32 0 0,1-2-1 0 0,-1 1 1 0 0,-1-1-1 0 0,12-23 1 0 0,-12 20-8 0 0,1 0 0 0 0,1 0 0 0 0,12-15 1 0 0,-12 20-31 0 0,-5 4-1 0 0,0 1-1 0 0,0 0 1 0 0,1 0 0 0 0,0 0 0 0 0,0 1-1 0 0,0-1 1 0 0,1 1 0 0 0,-1 0-1 0 0,7-2 1 0 0,-9 5 0 0 0,0 0 0 0 0,-1 1-1 0 0,1-1 1 0 0,0 1 0 0 0,0 0 0 0 0,0 0-1 0 0,0 0 1 0 0,-1 0 0 0 0,1 1 0 0 0,0-1-1 0 0,0 1 1 0 0,4 1 0 0 0,-5-1 2 0 0,1-1 2 0 0,-1 1-1 0 0,1 0 0 0 0,-1 0 1 0 0,1 0-1 0 0,-1 0 0 0 0,0 1 0 0 0,1-1 1 0 0,-1 1-1 0 0,0-1 0 0 0,0 1 1 0 0,0 0-1 0 0,0 0 0 0 0,-1 0 1 0 0,4 3-1 0 0,18 34 15 0 0,-19-30-9 0 0,3 5 5 0 0,-1 0-1 0 0,-1 0 0 0 0,6 25 1 0 0,1 6 76 0 0,-11-43-38 0 0,0 0-11 0 0,-1-2-36 0 0,0 1 0 0 0,0-1 1 0 0,0 0-1 0 0,0 0 1 0 0,0 0-1 0 0,0 1 0 0 0,0-1 1 0 0,0 0-1 0 0,0 0 0 0 0,0 0 1 0 0,0 1-1 0 0,0-1 0 0 0,0 0 1 0 0,0 0-1 0 0,1 0 1 0 0,-1 0-1 0 0,0 1 0 0 0,0-1 1 0 0,0 0-1 0 0,0 0 0 0 0,0 0 1 0 0,1 0-1 0 0,-1 1 1 0 0,0-1-1 0 0,0 0 0 0 0,0 0 1 0 0,0 0-1 0 0,1 0 0 0 0,-1 0 1 0 0,0 0-1 0 0,0 0 1 0 0,0 0-1 0 0,1 0 0 0 0,-1 0 1 0 0,0 0-1 0 0,0 0 0 0 0,0 0 1 0 0,1 0-1 0 0,-1 0 1 0 0,0 0-1 0 0,0 0 0 0 0,1 0 1 0 0,-1 0-1 0 0,9-10 43 0 0,13-28-42 0 0,-12 18 6 0 0,17-21-52 0 0,54-68 1 0 0,-68 96 37 0 0,-1-1 1 0 0,2 2-1 0 0,0 0 0 0 0,0 0 1 0 0,1 1-1 0 0,1 1 1 0 0,32-16-1 0 0,-43 24 3 0 0,-1 0 0 0 0,1 0 0 0 0,0 1 0 0 0,0 0 1 0 0,0 0-1 0 0,0 0 0 0 0,0 0 0 0 0,0 1 0 0 0,0 0 0 0 0,0 0 0 0 0,0 0 0 0 0,0 0 0 0 0,7 3 0 0 0,-9-2 6 0 0,0 0-1 0 0,0 0 0 0 0,0 0 1 0 0,0 1-1 0 0,0-1 0 0 0,-1 1 1 0 0,1 0-1 0 0,0 0 0 0 0,-1 0 1 0 0,1 0-1 0 0,-1 0 0 0 0,0 1 1 0 0,0-1-1 0 0,0 1 0 0 0,0-1 1 0 0,0 1-1 0 0,-1 0 0 0 0,1 0 1 0 0,-1 0-1 0 0,1 0 0 0 0,-1 0 1 0 0,1 4-1 0 0,3 18 63 0 0,-1 0-1 0 0,0 0 1 0 0,-2 0-1 0 0,-1 0 1 0 0,-2 26-1 0 0,0-24-729 0 0,1 0-1 0 0,1 1 1 0 0,1-1-1 0 0,7 27 0 0 0,-7-48-99 0 0,0-1 0 0 0,0 1 0 0 0,0-1-1 0 0,1 0 1 0 0,-1 1 0 0 0,2-1 0 0 0,-1-1-1 0 0,0 1 1 0 0,8 7 0 0 0,5 3-4583 0 0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11:09.2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468 504 3060 0 0,'6'-20'3510'0'0,"8"-36"-1"0"0,-13 50-3039 0 0,0 0-1 0 0,-1 0 0 0 0,1-1 1 0 0,-1 1-1 0 0,0 0 0 0 0,-1 0 0 0 0,0-1 1 0 0,0 1-1 0 0,0 0 0 0 0,-3-7 0 0 0,4 12-429 0 0,-1 0 0 0 0,1 0-1 0 0,0 0 1 0 0,-1 1-1 0 0,0-1 1 0 0,1 0 0 0 0,-1 0-1 0 0,1 0 1 0 0,-1 1-1 0 0,0-1 1 0 0,0 0 0 0 0,1 1-1 0 0,-1-1 1 0 0,0 1-1 0 0,0-1 1 0 0,0 1-1 0 0,0-1 1 0 0,1 1 0 0 0,-1-1-1 0 0,0 1 1 0 0,0 0-1 0 0,0-1 1 0 0,0 1 0 0 0,0 0-1 0 0,0 0 1 0 0,0 0-1 0 0,0 0 1 0 0,0 0 0 0 0,0 0-1 0 0,0 0 1 0 0,0 0-1 0 0,0 0 1 0 0,0 1 0 0 0,-2 0-1 0 0,-2 0 4 0 0,-1 1 0 0 0,1 1-1 0 0,0-1 1 0 0,-8 6 0 0 0,9-6 64 0 0,-20 14 19 0 0,0 1 1 0 0,1 1-1 0 0,2 1 1 0 0,-1 1 0 0 0,2 1-1 0 0,1 1 1 0 0,1 1 0 0 0,0 0-1 0 0,2 1 1 0 0,1 1-1 0 0,1 1 1 0 0,-16 38 0 0 0,27-56-93 0 0,0 0 1 0 0,1 0 0 0 0,0 0-1 0 0,0 0 1 0 0,1 0-1 0 0,0 0 1 0 0,0 1 0 0 0,1-1-1 0 0,0 0 1 0 0,0 0-1 0 0,3 11 1 0 0,-2-15 7 0 0,0 0-1 0 0,0 0 1 0 0,0 0-1 0 0,1-1 1 0 0,0 1-1 0 0,0 0 1 0 0,0-1-1 0 0,0 1 1 0 0,1-1-1 0 0,-1 0 1 0 0,1 0-1 0 0,0 0 1 0 0,0 0-1 0 0,0 0 1 0 0,0 0-1 0 0,0-1 1 0 0,0 0-1 0 0,1 1 1 0 0,0-1-1 0 0,-1-1 1 0 0,1 1-1 0 0,0 0 1 0 0,0-1-1 0 0,6 2 1 0 0,0-1 9 0 0,0-1 0 0 0,0 0 0 0 0,0 0 0 0 0,0-1 1 0 0,0-1-1 0 0,0 1 0 0 0,-1-2 0 0 0,1 1 0 0 0,0-1 1 0 0,0-1-1 0 0,-1 0 0 0 0,1 0 0 0 0,-1 0 0 0 0,0-2 1 0 0,15-8-1 0 0,-6 2-11 0 0,-1-1-1 0 0,0 0 1 0 0,0-2 0 0 0,-1 0 0 0 0,-1 0-1 0 0,18-23 1 0 0,-17 17-18 0 0,-1-1-1 0 0,-2 1 1 0 0,0-2-1 0 0,-1 0 1 0 0,-1-1 0 0 0,9-25-1 0 0,-17 36-11 0 0,1 0-1 0 0,-2 0 1 0 0,1 0 0 0 0,-2-1-1 0 0,1 1 1 0 0,-2-14-1 0 0,0 18-6 0 0,-1 0-1 0 0,0 0 0 0 0,0 1 0 0 0,-1-1 0 0 0,0 0 0 0 0,-1 1 0 0 0,1-1 1 0 0,-1 1-1 0 0,-1 0 0 0 0,-5-10 0 0 0,7 14-3 0 0,-1-1 1 0 0,1 1-1 0 0,-1 0 0 0 0,0 0 1 0 0,1 1-1 0 0,-1-1 0 0 0,0 1 0 0 0,-1-1 1 0 0,1 1-1 0 0,0 0 0 0 0,-1 0 1 0 0,1 0-1 0 0,-1 1 0 0 0,0-1 1 0 0,-4-1-1 0 0,2 2-1 0 0,0 0 0 0 0,-1 0 1 0 0,1 1-1 0 0,0-1 0 0 0,-1 1 0 0 0,1 1 0 0 0,-1-1 0 0 0,-10 3 1 0 0,4 1 1 0 0,0-1 1 0 0,1 2 0 0 0,-1 0 0 0 0,1 0-1 0 0,0 1 1 0 0,1 1 0 0 0,-1 0 0 0 0,-12 11-1 0 0,14-10 2 0 0,0 1-1 0 0,1 0 1 0 0,0 0 0 0 0,1 1-1 0 0,0 1 1 0 0,1-1-1 0 0,0 1 1 0 0,0 0 0 0 0,1 1-1 0 0,-8 23 1 0 0,12-30 2 0 0,0 1 1 0 0,1 0-1 0 0,0 0 0 0 0,0 0 1 0 0,0 0-1 0 0,1 0 1 0 0,0 1-1 0 0,0-1 0 0 0,0 0 1 0 0,1 0-1 0 0,0 0 0 0 0,0 0 1 0 0,1 0-1 0 0,0 0 1 0 0,0-1-1 0 0,0 1 0 0 0,0-1 1 0 0,1 1-1 0 0,0-1 0 0 0,0 0 1 0 0,1 0-1 0 0,-1 0 1 0 0,1 0-1 0 0,0 0 0 0 0,5 3 1 0 0,0-1-4 0 0,-1 0 0 0 0,1-1 1 0 0,1 0-1 0 0,0-1 0 0 0,-1 0 1 0 0,1 0-1 0 0,1-1 1 0 0,-1-1-1 0 0,1 0 0 0 0,-1 0 1 0 0,19 2-1 0 0,-3-2 14 0 0,0-1 0 0 0,0-1 1 0 0,48-6-1 0 0,-55 3-15 0 0,-1-1 0 0 0,-1-1 1 0 0,1-1-1 0 0,-1 0 0 0 0,1-1 0 0 0,-2-1 0 0 0,1-1 1 0 0,-1 0-1 0 0,0-2 0 0 0,-1 1 0 0 0,0-2 1 0 0,15-12-1 0 0,-11 4-3 0 0,0 0 1 0 0,-1-1 0 0 0,-1-1 0 0 0,-1 0-1 0 0,-1-1 1 0 0,-1-1 0 0 0,17-38 0 0 0,-8 11-5 0 0,-3-2-1 0 0,-2 0 1 0 0,-2-1 0 0 0,-3-1 0 0 0,7-57 0 0 0,-20 110 6 0 0,1-21 12 0 0,-1 22-11 0 0,-1 0 0 0 0,1-1 0 0 0,0 1 0 0 0,0 0 0 0 0,0-1 0 0 0,0 1 0 0 0,0 0 0 0 0,-1-1 0 0 0,1 1 0 0 0,0 0 0 0 0,0-1 0 0 0,-1 1 0 0 0,1 0 0 0 0,0 0 0 0 0,0 0 0 0 0,-1-1 0 0 0,1 1 0 0 0,0 0 1 0 0,-1 0-1 0 0,1 0 0 0 0,0-1 0 0 0,-1 1 0 0 0,1 0 0 0 0,0 0 0 0 0,-1 0 0 0 0,1 0 0 0 0,0 0 0 0 0,-1 0 0 0 0,1 0 0 0 0,0 0 0 0 0,-1 0 0 0 0,1 0 0 0 0,0 0 0 0 0,-1 0 0 0 0,1 0 0 0 0,0 0 0 0 0,-1 0 0 0 0,1 0 0 0 0,0 0 0 0 0,-1 1 0 0 0,1-1 0 0 0,0 0 0 0 0,-1 0 0 0 0,1 0 0 0 0,0 1 0 0 0,-1-1 0 0 0,1 0 0 0 0,-1 1 0 0 0,-2 1 0 0 0,1 0-1 0 0,-1 0 1 0 0,0 1 0 0 0,0-1-1 0 0,1 1 1 0 0,0-1-1 0 0,-1 1 1 0 0,1 0 0 0 0,-2 5-1 0 0,-19 32 0 0 0,18-30 4 0 0,-36 81 235 0 0,4 2-1 0 0,-40 159 1 0 0,-47 312 1648 0 0,37 11-635 0 0,70-454-1130 0 0,-25 254 374 0 0,-9 63 317 0 0,50-432-768 0 0,0-1 0 0 0,0 1-1 0 0,-1-1 1 0 0,0 1 0 0 0,0-1 0 0 0,-5 10-1 0 0,5-13-22 0 0,1 1-1 0 0,-1-1 1 0 0,0 0-1 0 0,1 0 1 0 0,-1 0 0 0 0,0 0-1 0 0,0-1 1 0 0,0 1-1 0 0,0 0 1 0 0,-1-1-1 0 0,1 0 1 0 0,0 1-1 0 0,-1-1 1 0 0,1 0-1 0 0,-4 1 1 0 0,4-1-8 0 0,1-1-1 0 0,-1 0 1 0 0,0 0 0 0 0,1 1 0 0 0,-1-1-1 0 0,0 0 1 0 0,1-1 0 0 0,-1 1 0 0 0,0 0 0 0 0,1 0-1 0 0,-1-1 1 0 0,1 1 0 0 0,-1-1 0 0 0,-2 0-1 0 0,-2-1 17 0 0,-7-2 11 0 0,1 0 1 0 0,-1-1-1 0 0,1 0 0 0 0,0-1 1 0 0,-16-10-1 0 0,-52-41 74 0 0,67 47-105 0 0,-18-13 91 0 0,2-1 1 0 0,0-2-1 0 0,2-1 0 0 0,-45-58 0 0 0,62 71-52 0 0,1 0-1 0 0,0 0 0 0 0,1-1 0 0 0,1 0 0 0 0,0 0 0 0 0,1-1 1 0 0,1 1-1 0 0,0-1 0 0 0,1-1 0 0 0,1 1 0 0 0,1-1 0 0 0,0 1 1 0 0,1-32-1 0 0,4 22-21 0 0,1 0 1 0 0,1 0 0 0 0,1 1-1 0 0,2 0 1 0 0,0 0 0 0 0,2 0-1 0 0,0 1 1 0 0,2 1 0 0 0,1 0 0 0 0,30-42-1 0 0,-6 19-140 0 0,1 1-1 0 0,3 2 1 0 0,81-68 0 0 0,-42 52-2355 0 0,120-70 0 0 0,-83 58-2382 0 0,-4-7-3601 0 0,-63 41 76 0 0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11:09.9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242 355 1916 0 0,'16'-21'7416'0'0,"15"-25"1"0"0,-14 18-3469 0 0,-16 26-3508 0 0,7-3 665 0 0,-30 76-146 0 0,-41 94 0 0 0,10-33-523 0 0,0 8-168 0 0,-41 120-265 0 0,80-228-363 0 0,11-28-134 0 0,1 0 0 0 0,0 1-1 0 0,0-1 1 0 0,1 0 0 0 0,-1 1 0 0 0,1 0 0 0 0,-1 5 0 0 0,3-21 250 0 0,1 0 0 0 0,1 0 0 0 0,0 0 0 0 0,0 0 0 0 0,7-13 1 0 0,2-8-5 0 0,91-236-478 0 0,-37 102 548 0 0,-17 41 1189 0 0,5 2 0 0 0,91-150 1 0 0,-144 271-992 0 0,1-1 0 0 0,-1 1 0 0 0,1 0 0 0 0,0 0 1 0 0,-1 0-1 0 0,1 1 0 0 0,0-1 0 0 0,0 0 1 0 0,0 1-1 0 0,1-1 0 0 0,-1 1 0 0 0,0-1 0 0 0,5 0 1 0 0,-6 1-10 0 0,0 1 1 0 0,0 0-1 0 0,0 0 1 0 0,0 0-1 0 0,0 0 1 0 0,0 0 0 0 0,0 0-1 0 0,0 0 1 0 0,1 0-1 0 0,-1 0 1 0 0,0 1 0 0 0,0-1-1 0 0,0 0 1 0 0,0 1-1 0 0,0-1 1 0 0,0 1-1 0 0,0-1 1 0 0,0 1 0 0 0,0 0-1 0 0,-1-1 1 0 0,1 1-1 0 0,0 0 1 0 0,0-1-1 0 0,0 1 1 0 0,-1 0 0 0 0,1 0-1 0 0,0 0 1 0 0,-1 0-1 0 0,1 0 1 0 0,-1 0 0 0 0,1 0-1 0 0,-1 0 1 0 0,1 0-1 0 0,-1 0 1 0 0,0 0-1 0 0,1 1 1 0 0,2 8 93 0 0,-1-1 0 0 0,1 1-1 0 0,-2 0 1 0 0,1 0 0 0 0,-1 0 0 0 0,-1 11 0 0 0,-5 65 575 0 0,3-59-479 0 0,-17 182 848 0 0,-10 148 183 0 0,29-356-1225 0 0,-1 129 596 0 0,2-129-588 0 0,-1 1-1 0 0,0-1 1 0 0,1 1-1 0 0,-1-1 1 0 0,1 1-1 0 0,0-1 1 0 0,-1 1-1 0 0,1-1 1 0 0,0 1-1 0 0,0-1 1 0 0,0 0-1 0 0,0 1 0 0 0,0-1 1 0 0,0 0-1 0 0,0 0 1 0 0,0 0-1 0 0,1 0 1 0 0,-1 0-1 0 0,0 0 1 0 0,1 0-1 0 0,-1 0 1 0 0,1-1-1 0 0,-1 1 1 0 0,1 0-1 0 0,-1-1 0 0 0,1 0 1 0 0,-1 1-1 0 0,1-1 1 0 0,0 0-1 0 0,-1 1 1 0 0,1-1-1 0 0,2 0 1 0 0,2 0-120 0 0,0 0 0 0 0,0-1 0 0 0,-1 1 0 0 0,1-1 0 0 0,0 0 0 0 0,0 0 0 0 0,8-4 0 0 0,-7 2-503 0 0,0-1-1 0 0,0 0 1 0 0,0 0-1 0 0,-1-1 0 0 0,1 0 1 0 0,-1 0-1 0 0,0 0 1 0 0,9-11-1 0 0,-9 9-1698 0 0,-1-1-1 0 0,1 0 1 0 0,7-16 0 0 0,-2-1-6411 0 0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11:10.9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122 29 3148 0 0,'-117'-27'11848'0'0,"113"26"-9508"0"0,11 1-2200 0 0,0 0 1 0 0,0 0 0 0 0,0 0 0 0 0,0 1 0 0 0,0 0 0 0 0,11 3 0 0 0,-2-1-11 0 0,168 33-956 0 0,-61-9-7711 0 0,-87-19 1852 0 0</inkml:trace>
  <inkml:trace contextRef="#ctx0" brushRef="#br0" timeOffset="1">1350 373 3768 0 0,'1'1'4430'0'0,"10"5"3536"0"0,7 1 3712 0 0,-10-4-8493 0 0,6-6-6172 0 0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11:11.8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70 50 800 0 0,'11'-26'11359'0'0,"-1"5"-3626"0"0,-6 19-6820 0 0,-1 1-211 0 0,-2 12-291 0 0,-20 552 8427 0 0,-31-50-6827 0 0,32-319-2011 0 0,11-105 0 0 0,5-71 0 0 0,1-2 0 0 0,0-2 0 0 0,1-12-197 0 0,2-5-331 0 0,4-12-1158 0 0,6-20-1626 0 0,9-29-2970 0 0,5-11-3968 0 0,-18 46 2142 0 0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11:12.9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28 421 1936 0 0,'-7'-25'3600'0'0,"1"0"-1"0"0,2 0 0 0 0,-3-31 1 0 0,4 24 573 0 0,2 29-3025 0 0,2-6 979 0 0,2 18-1507 0 0,66 172 3253 0 0,-28-66-2181 0 0,95 222 1105 0 0,-21-66-2794 0 0,-93-226-3 0 0,9 25 0 0 0,-26-58 0 0 0,4 2 0 0 0,-2 2 0 0 0,-1-3 0 0 0,-2-2 0 0 0,1-1 0 0 0,1 1 0 0 0,3-3 0 0 0,-8-8 0 0 0,0 0 0 0 0,0 0 0 0 0,0 0 0 0 0,-1 0 0 0 0,1 0 0 0 0,0 0 0 0 0,0 0 0 0 0,-1 0 0 0 0,1-1 0 0 0,0 1 0 0 0,0 0 0 0 0,-1 0 0 0 0,1-1 0 0 0,0 1 0 0 0,1-1 0 0 0,6-5 0 0 0,-1 0 0 0 0,1 0 0 0 0,-1-1 0 0 0,0 0 0 0 0,-1 0 0 0 0,1 0 0 0 0,9-16 0 0 0,33-66 0 0 0,-33 57 0 0 0,3-10 0 0 0,-1 0 0 0 0,-2-1 0 0 0,15-63 0 0 0,16-137 0 0 0,-46 241 0 0 0,15-124 0 0 0,1-241 0 0 0,-13 234 0 0 0,-4 114 0 0 0,0 5 0 0 0,0-1 0 0 0,0 1 0 0 0,-1 5 0 0 0,-2 15 0 0 0,-4 5 0 0 0,0 1 0 0 0,0-3 0 0 0,-1-2 0 0 0,1 1 0 0 0,-22 32-3162 0 0,15-19-5166 0 0,-15 33 0 0 0,19-33-2217 0 0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10:54.1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370 710 1280 0 0,'0'0'5811'0'0,"3"1"-4855"0"0,30 14 5111 0 0,-31-14-4674 0 0,-1 0-1238 0 0,1-1 0 0 0,0 1-1 0 0,-1-1 1 0 0,1 0 0 0 0,-1 0 0 0 0,1 1 0 0 0,0-1 0 0 0,0 0 0 0 0,-1 0 0 0 0,1 0 0 0 0,0-1 0 0 0,-1 1 0 0 0,1 0 0 0 0,-1-1-1 0 0,1 1 1 0 0,0-1 0 0 0,-1 1 0 0 0,1-1 0 0 0,-1 0 0 0 0,1 0 0 0 0,-1 1 0 0 0,1-1 0 0 0,-1 0 0 0 0,2-3 0 0 0,5-3-94 0 0,0 0 0 0 0,-1 0 1 0 0,6-10-1 0 0,-4 7 193 0 0,8-11-195 0 0,-1-2 1 0 0,0 0-1 0 0,-2 0 0 0 0,-1-1 0 0 0,-1-1 0 0 0,0-1 0 0 0,-2 1 1 0 0,-2-2-1 0 0,7-26 0 0 0,-7 12-57 0 0,-2 0-1 0 0,-1 0 1 0 0,-2-1 0 0 0,-2 1-1 0 0,-6-55 1 0 0,3 57-24 0 0,-2-19-168 0 0,-5 82 134 0 0,-18 376 140 0 0,23-269-48 0 0,-140 1745 614 0 0,74-1154-316 0 0,68-642 438 0 0,1-79-753 0 0,1-1 1 0 0,0 1 0 0 0,0 0 0 0 0,0-1-1 0 0,0 1 1 0 0,0 0 0 0 0,0-1 0 0 0,1 1-1 0 0,-1 0 1 0 0,0-1 0 0 0,0 1 0 0 0,0 0-1 0 0,1-1 1 0 0,-1 1 0 0 0,0-1 0 0 0,1 1-1 0 0,-1 0 1 0 0,0-1 0 0 0,1 1 0 0 0,-1-1-1 0 0,1 1 1 0 0,-1-1 0 0 0,1 1 0 0 0,-1-1-1 0 0,1 0 1 0 0,-1 1 0 0 0,1-1 0 0 0,1 1-7 0 0,-1-1 0 0 0,0 0 0 0 0,0 0 1 0 0,0 0-1 0 0,0 0 0 0 0,0 0 1 0 0,0 0-1 0 0,1 0 0 0 0,-1 0 0 0 0,0-1 1 0 0,0 1-1 0 0,0 0 0 0 0,0-1 1 0 0,1 0-1 0 0,4-1 15 0 0,0-1 0 0 0,-1-1-1 0 0,0 1 1 0 0,6-5 0 0 0,6-8 9 0 0,0 0 0 0 0,-2 0-1 0 0,0-2 1 0 0,12-19 0 0 0,45-81 52 0 0,-53 83-72 0 0,-2-1 1 0 0,-1 0-1 0 0,-2-1 0 0 0,-1-1 1 0 0,10-55-1 0 0,-19 66-16 0 0,0 0-1 0 0,-2-1 0 0 0,-1 1 1 0 0,-2-1-1 0 0,0 1 1 0 0,-2-1-1 0 0,0 1 0 0 0,-14-46 1 0 0,3 30-6 0 0,-2 1 0 0 0,-2 0 0 0 0,-1 1 0 0 0,-3 1-1 0 0,-1 1 1 0 0,-2 1 0 0 0,-2 1 0 0 0,-31-33 0 0 0,-3 5-11 0 0,-3 2-1 0 0,-3 3 0 0 0,-82-55 1 0 0,138 107 9 0 0,-4-2-3 0 0,0-1 1 0 0,1 0 0 0 0,1-1 0 0 0,0 0-1 0 0,0-1 1 0 0,-12-18 0 0 0,23 29-15 0 0,1-1 0 0 0,0 0 0 0 0,0 1-1 0 0,0-1 1 0 0,0 0 0 0 0,0 0 0 0 0,0 0 0 0 0,1 0 0 0 0,-1 0 0 0 0,1 0 0 0 0,0 0 0 0 0,0 1 0 0 0,0-1 0 0 0,1 0 0 0 0,-1 0 0 0 0,1 0-1 0 0,-1 0 1 0 0,1 0 0 0 0,0 0 0 0 0,0 0 0 0 0,0 1 0 0 0,0-1 0 0 0,1 0 0 0 0,-1 1 0 0 0,1-1 0 0 0,0 1 0 0 0,-1 0 0 0 0,3-3-1 0 0,6-5-212 0 0,-1 0 0 0 0,1 1 0 0 0,0 0 0 0 0,22-13 0 0 0,298-164-4998 0 0,-152 93 2669 0 0,-171 89 2510 0 0,42-23-545 0 0,60-43-1 0 0,-96 60 848 0 0,0-1-1 0 0,-1 1 0 0 0,0-2 0 0 0,-1 0 0 0 0,0 0 1 0 0,-1-1-1 0 0,0 0 0 0 0,-1-1 0 0 0,8-18 0 0 0,-15 28-96 0 0,0 0-1 0 0,-1 0 0 0 0,1-1 0 0 0,-1 1 0 0 0,0-1 0 0 0,-1 1 1 0 0,1-1-1 0 0,-1 1 0 0 0,0-1 0 0 0,0 1 0 0 0,0-6 1 0 0,0 10-139 0 0,0-1 1 0 0,0 1 0 0 0,0-1 0 0 0,0 1-1 0 0,-1-1 1 0 0,1 0 0 0 0,0 1 0 0 0,0-1-1 0 0,0 1 1 0 0,0-1 0 0 0,-1 1 0 0 0,1-1 0 0 0,0 1-1 0 0,0-1 1 0 0,-1 1 0 0 0,1-1 0 0 0,0 1-1 0 0,-1 0 1 0 0,1-1 0 0 0,-1 1 0 0 0,1 0 0 0 0,0-1-1 0 0,-1 1 1 0 0,1 0 0 0 0,-1-1 0 0 0,1 1-1 0 0,-1 0 1 0 0,1 0 0 0 0,-1-1 0 0 0,1 1 0 0 0,-1 0-1 0 0,1 0 1 0 0,-1 0 0 0 0,0 0 0 0 0,1 0-1 0 0,-1 0 1 0 0,1 0 0 0 0,-1 0 0 0 0,1 0 0 0 0,-1 0-1 0 0,1 0 1 0 0,-1 0 0 0 0,0 0 0 0 0,1 0-1 0 0,-1 1 1 0 0,1-1 0 0 0,-1 0 0 0 0,-21 14 58 0 0,10-3-32 0 0,2 0 0 0 0,-1 1 1 0 0,2 1-1 0 0,-1-1 1 0 0,2 2-1 0 0,0-1 0 0 0,-9 21 1 0 0,10-20-16 0 0,0 0 0 0 0,2 1 0 0 0,-1 0 0 0 0,2 0 1 0 0,0 1-1 0 0,1-1 0 0 0,-3 30 0 0 0,6-40-9 0 0,0 0 0 0 0,0 0 0 0 0,0 1 0 0 0,1-1 0 0 0,0 0 0 0 0,0 0 0 0 0,0 0 0 0 0,0 0 0 0 0,1 0 0 0 0,0 0 0 0 0,0 0-1 0 0,0-1 1 0 0,1 1 0 0 0,0-1 0 0 0,-1 1 0 0 0,2-1 0 0 0,-1 0 0 0 0,0 0 0 0 0,1 0 0 0 0,0-1 0 0 0,0 1 0 0 0,0-1 0 0 0,0 0 0 0 0,0 0 0 0 0,1 0 0 0 0,-1-1 0 0 0,7 3 0 0 0,1 0 5 0 0,0-1 0 0 0,0-1 0 0 0,1 0-1 0 0,-1 0 1 0 0,0-2 0 0 0,1 1 0 0 0,0-2 0 0 0,-1 1 0 0 0,1-2 0 0 0,-1 0-1 0 0,1 0 1 0 0,-1-1 0 0 0,24-7 0 0 0,-27 6-16 0 0,-1 0 0 0 0,1 0 0 0 0,-1-1 0 0 0,0 0 0 0 0,0 0 1 0 0,-1-1-1 0 0,1 0 0 0 0,-1-1 0 0 0,0 1 0 0 0,-1-1 0 0 0,1-1 0 0 0,-1 1 0 0 0,0-1 0 0 0,-1 0 0 0 0,0-1 1 0 0,0 1-1 0 0,0-1 0 0 0,-1 0 0 0 0,0 0 0 0 0,3-10 0 0 0,-3 4-4 0 0,-1 0 0 0 0,-1 0 0 0 0,0 0 0 0 0,0 0 0 0 0,-2-1 0 0 0,1 1 0 0 0,-2 0-1 0 0,0-1 1 0 0,-6-24 0 0 0,5 29-1 0 0,0 0-1 0 0,-1 0 1 0 0,-1 0-1 0 0,0 0 1 0 0,0 1-1 0 0,-1 0 1 0 0,0-1-1 0 0,0 2 1 0 0,-1-1-1 0 0,0 1 1 0 0,-1 0-1 0 0,0 0 1 0 0,0 1-1 0 0,-11-10 1 0 0,14 15 0 0 0,0-1 1 0 0,0 1 0 0 0,0-1 0 0 0,0 1-1 0 0,0 0 1 0 0,0 1 0 0 0,-1-1 0 0 0,1 1 0 0 0,-1 0-1 0 0,1 0 1 0 0,-1 0 0 0 0,1 1 0 0 0,-1-1-1 0 0,1 1 1 0 0,-1 0 0 0 0,0 1 0 0 0,-6 0-1 0 0,5 1 0 0 0,0 0 0 0 0,0 0-1 0 0,0 0 1 0 0,0 1-1 0 0,0-1 1 0 0,0 2-1 0 0,1-1 1 0 0,0 1-1 0 0,-1-1 1 0 0,1 1 0 0 0,-7 8-1 0 0,6-6 2 0 0,0 1 0 0 0,1 0 0 0 0,0 0 0 0 0,0 0 0 0 0,1 0 0 0 0,-1 1 0 0 0,2 0 0 0 0,-6 13 0 0 0,7-15 5 0 0,1-1-1 0 0,-1 1 0 0 0,1 0 1 0 0,0 0-1 0 0,1 0 1 0 0,-1 0-1 0 0,1 0 0 0 0,1 0 1 0 0,-1 0-1 0 0,1 0 0 0 0,0 0 1 0 0,2 9-1 0 0,0-9 4 0 0,-1 1-1 0 0,1-1 1 0 0,0 1-1 0 0,1-1 1 0 0,0 0-1 0 0,0 0 1 0 0,0 0-1 0 0,0-1 1 0 0,1 0-1 0 0,0 0 1 0 0,0 0-1 0 0,8 6 1 0 0,-3-5-26 0 0,-1 0 0 0 0,1-1 0 0 0,0 0 0 0 0,0-1 1 0 0,0 0-1 0 0,1 0 0 0 0,13 2 0 0 0,5-1-123 0 0,-1-1-1 0 0,1-2 1 0 0,0-1 0 0 0,-1-1 0 0 0,40-5-1 0 0,-45 2 36 0 0,1-1-1 0 0,-1 0 1 0 0,0-2-1 0 0,0-1 1 0 0,43-18-1 0 0,-56 20 136 0 0,-1 0 0 0 0,0 0 0 0 0,0-1 0 0 0,0 0 0 0 0,0-1 0 0 0,-1 0 0 0 0,0-1 0 0 0,-1 1 0 0 0,1-1 0 0 0,-2-1 0 0 0,1 1-1 0 0,-1-1 1 0 0,0 0 0 0 0,-1-1 0 0 0,7-15 0 0 0,16-67 1715 0 0,-26 84-1484 0 0,-7 16-203 0 0,-6 17-40 0 0,3 6 2 0 0,1 0 0 0 0,1 1 0 0 0,-2 57 0 0 0,7-75 4 0 0,1 1 0 0 0,1 0-1 0 0,1-1 1 0 0,0 1 0 0 0,0-1 0 0 0,1 1 0 0 0,1-1 0 0 0,1 0 0 0 0,0-1 0 0 0,10 21 0 0 0,-11-29-10 0 0,-1 0 0 0 0,1 0 0 0 0,0 0 1 0 0,0 0-1 0 0,1-1 0 0 0,-1 0 0 0 0,1 1 0 0 0,0-2 1 0 0,0 1-1 0 0,0-1 0 0 0,0 1 0 0 0,1-1 0 0 0,0-1 1 0 0,-1 1-1 0 0,1-1 0 0 0,0 0 0 0 0,0-1 0 0 0,0 1 1 0 0,0-1-1 0 0,0 0 0 0 0,1 0 0 0 0,-1-1 0 0 0,0 0 1 0 0,0 0-1 0 0,1-1 0 0 0,5-1 0 0 0,-1 1-14 0 0,1-2 0 0 0,-1 0-1 0 0,-1 0 1 0 0,1-1 0 0 0,0 0 0 0 0,-1 0-1 0 0,0-2 1 0 0,0 1 0 0 0,0-1 0 0 0,-1 0-1 0 0,0-1 1 0 0,0 0 0 0 0,12-13-1 0 0,-10 6-7 0 0,0 0 0 0 0,-1-1 0 0 0,-1 0 0 0 0,-1 0 0 0 0,0-1 0 0 0,0 0 0 0 0,-2-1 0 0 0,6-21 0 0 0,-1-6 520 0 0,10-88 0 0 0,-21 128-399 0 0,0 4-108 0 0,0 0 1 0 0,0-1 0 0 0,0 1 0 0 0,0 0 0 0 0,0-1-1 0 0,0 1 1 0 0,0-1 0 0 0,0 1 0 0 0,0 0-1 0 0,0-1 1 0 0,0 1 0 0 0,-1 0 0 0 0,1-1 0 0 0,0 1-1 0 0,0 0 1 0 0,-1-1 0 0 0,1 1 0 0 0,0 0 0 0 0,0 0-1 0 0,-1-1 1 0 0,1 1 0 0 0,0 0 0 0 0,-1 0 0 0 0,1-1-1 0 0,-1 1 1 0 0,-7 18 16 0 0,1 1-1 0 0,1 0 1 0 0,0 1-1 0 0,1-1 1 0 0,2 1 0 0 0,0 0-1 0 0,1 0 1 0 0,0 0-1 0 0,2 0 1 0 0,1 0-1 0 0,2 21 1 0 0,-1-33-206 0 0,0 0 1 0 0,0-1-1 0 0,1 1 0 0 0,0-1 1 0 0,0 0-1 0 0,1 0 1 0 0,-1 0-1 0 0,2 0 0 0 0,-1 0 1 0 0,1-1-1 0 0,0 0 1 0 0,0 0-1 0 0,1 0 0 0 0,-1-1 1 0 0,1 0-1 0 0,1 0 0 0 0,-1 0 1 0 0,9 4-1 0 0,-8-6-547 0 0,-1 1 0 0 0,0-2 1 0 0,1 1-1 0 0,0-1 0 0 0,-1 0 0 0 0,1 0 0 0 0,0-1 0 0 0,0 1 0 0 0,0-2 0 0 0,0 1 1 0 0,0-1-1 0 0,0 0 0 0 0,9-1 0 0 0,5-3-3864 0 0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10:54.4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0 232 2368 0 0,'7'-56'5686'0'0,"3"-52"2793"0"0,-10 107-8435 0 0,0 0 0 0 0,0 0 0 0 0,-1 0 0 0 0,1 0 0 0 0,0 0 0 0 0,1 0 0 0 0,-1 0 0 0 0,0-1 0 0 0,0 1 0 0 0,0 0 0 0 0,1 0 0 0 0,-1 0 1 0 0,0 0-1 0 0,1 0 0 0 0,-1 0 0 0 0,1 0 0 0 0,-1 1 0 0 0,1-1 0 0 0,0 0 0 0 0,-1 0 0 0 0,1 0 0 0 0,0 0 0 0 0,-1 1 0 0 0,1-1 0 0 0,0 0 0 0 0,0 1 0 0 0,0-1 0 0 0,0 0 0 0 0,0 1 0 0 0,0-1 0 0 0,0 1 0 0 0,0 0 1 0 0,0-1-1 0 0,0 1 0 0 0,0 0 0 0 0,0 0 0 0 0,0-1 0 0 0,0 1 0 0 0,0 0 0 0 0,0 0 0 0 0,0 0 0 0 0,2 1 0 0 0,1-1 34 0 0,-1 1 0 0 0,1 0-1 0 0,-1 0 1 0 0,1 0 0 0 0,-1 0 0 0 0,0 1 0 0 0,1 0-1 0 0,-1-1 1 0 0,0 1 0 0 0,0 0 0 0 0,3 4-1 0 0,2 2 71 0 0,-1 0 0 0 0,0 1 0 0 0,0 0-1 0 0,-1 0 1 0 0,0 1 0 0 0,-1 0-1 0 0,0 0 1 0 0,0 0 0 0 0,-1 0 0 0 0,-1 1-1 0 0,1 0 1 0 0,-2-1 0 0 0,0 1 0 0 0,0 0-1 0 0,-1 1 1 0 0,0 13 0 0 0,-1-11 57 0 0,0 1 0 0 0,-1-1 0 0 0,-1 1 1 0 0,0-1-1 0 0,-1 0 0 0 0,-1 1 0 0 0,0-1 0 0 0,-1-1 1 0 0,0 1-1 0 0,-1-1 0 0 0,0 0 0 0 0,-9 12 1 0 0,12-20 33 0 0,0 0 1 0 0,-1-1 0 0 0,1 0 0 0 0,-1 1 0 0 0,0-2 0 0 0,0 1 0 0 0,0 0 0 0 0,0-1 0 0 0,-1 1 0 0 0,-8 4-1 0 0,11-7 58 0 0,-14-7 181 0 0,16 6-473 0 0,0 0-1 0 0,0 0 0 0 0,0 0 1 0 0,-1 0-1 0 0,1 0 0 0 0,0 0 1 0 0,0 0-1 0 0,0 0 0 0 0,0 0 1 0 0,0 0-1 0 0,-1 0 0 0 0,1 0 1 0 0,0 0-1 0 0,0 0 0 0 0,0-1 1 0 0,0 1-1 0 0,0 0 1 0 0,0 0-1 0 0,-1 0 0 0 0,1 0 1 0 0,0 0-1 0 0,0 0 0 0 0,0-1 1 0 0,0 1-1 0 0,0 0 0 0 0,0 0 1 0 0,0 0-1 0 0,0 0 0 0 0,0 0 1 0 0,0-1-1 0 0,0 1 0 0 0,0 0 1 0 0,0 0-1 0 0,0 0 0 0 0,0 0 1 0 0,0-1-1 0 0,0 1 1 0 0,0 0-1 0 0,0 0 0 0 0,0 0 1 0 0,0 0-1 0 0,0-1 0 0 0,0 1 1 0 0,1-10 30 0 0,1 0 1 0 0,0 0 0 0 0,0 0 0 0 0,1 0 0 0 0,0 0-1 0 0,1 1 1 0 0,0-1 0 0 0,1 1 0 0 0,0 0 0 0 0,0 0-1 0 0,7-8 1 0 0,8-10-271 0 0,1 1 1 0 0,29-28-1 0 0,-18 23-1231 0 0,1 2 0 0 0,2 1 0 0 0,54-32 0 0 0,54-16-10389 0 0,-102 56 4108 0 0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10:55.7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298 1424 804 0 0,'-77'29'6928'0'0,"-80"45"1"0"0,149-68-5685 0 0,12-2-125 0 0,11-3-547 0 0,-6-3-466 0 0,1-1 0 0 0,0 0 0 0 0,-1 0 0 0 0,1-1 0 0 0,-1 0 0 0 0,0 0 0 0 0,-1-1 0 0 0,1-1 0 0 0,15-11 0 0 0,-8 6-20 0 0,4-4-36 0 0,-1 0-1 0 0,0-1 1 0 0,-1-1 0 0 0,-1-1 0 0 0,0-1 0 0 0,23-34-1 0 0,-21 23-25 0 0,-1-1-1 0 0,-1-1 1 0 0,-2-1-1 0 0,11-36 1 0 0,-6 1-25 0 0,-2-2 0 0 0,-4 0 1 0 0,-3 0-1 0 0,2-81 0 0 0,-9-15-79 0 0,-36-313 0 0 0,22 426-57 0 0,-4 71 138 0 0,9-7-1 0 0,1 0 0 0 0,0 0 1 0 0,1 0-1 0 0,0 0 0 0 0,1 1 0 0 0,-2 14 1 0 0,1 0-1 0 0,-116 1232 144 0 0,103 10 120 0 0,16-1082-214 0 0,2-149 34 0 0,6 43 0 0 0,-7-79-81 0 0,-1 0 1 0 0,1 0-1 0 0,-1-1 0 0 0,1 1 0 0 0,-1-1 0 0 0,1 1 0 0 0,0 0 0 0 0,-1-1 0 0 0,1 1 0 0 0,0-1 0 0 0,-1 0 0 0 0,1 1 0 0 0,0-1 0 0 0,0 1 0 0 0,-1-1 0 0 0,1 0 0 0 0,0 0 0 0 0,0 1 0 0 0,1-1 0 0 0,4 0 36 0 0,4-4-29 0 0,-1-1 1 0 0,0 0 0 0 0,0 0-1 0 0,-1 0 1 0 0,0-1-1 0 0,11-10 1 0 0,45-48 5 0 0,-53 51-8 0 0,31-32-4 0 0,-2-2 0 0 0,-2-2-1 0 0,55-93 1 0 0,-80 120-10 0 0,-1-1 1 0 0,-2-1-1 0 0,0 0 0 0 0,-1-1 1 0 0,-2 0-1 0 0,0 0 0 0 0,-2 0 1 0 0,0-1-1 0 0,-2 0 0 0 0,-1 0 1 0 0,-2-41-1 0 0,-3 41 1 0 0,-2 0-1 0 0,0 0 1 0 0,-2 1-1 0 0,-1-1 1 0 0,0 2 0 0 0,-2-1-1 0 0,-1 1 1 0 0,-1 0-1 0 0,-1 1 1 0 0,-29-38-1 0 0,21 35 5 0 0,-1 0 0 0 0,-2 2 0 0 0,0 1-1 0 0,-2 0 1 0 0,0 2 0 0 0,-1 1-1 0 0,-1 1 1 0 0,-31-15 0 0 0,-220-85 65 0 0,254 110-56 0 0,12 4-21 0 0,0 0-18 0 0,1 1 1 0 0,0-2 0 0 0,0 0 0 0 0,-11-7 0 0 0,22 13 15 0 0,1-1-1 0 0,-1 1 1 0 0,1-1 0 0 0,-1 1 0 0 0,1-1 0 0 0,-1 1 0 0 0,1-1-1 0 0,-1 0 1 0 0,1 1 0 0 0,0-1 0 0 0,-1 0 0 0 0,1 1 0 0 0,0-1-1 0 0,0 0 1 0 0,-1 1 0 0 0,1-1 0 0 0,0 0 0 0 0,0 1 0 0 0,0-1-1 0 0,0 0 1 0 0,0 1 0 0 0,0-1 0 0 0,0 0 0 0 0,0 0 0 0 0,0 1-1 0 0,0-1 1 0 0,0 0 0 0 0,1 1 0 0 0,-1-1 0 0 0,0 0 0 0 0,0 1-1 0 0,1-1 1 0 0,-1 0 0 0 0,1 1 0 0 0,0-2 0 0 0,0 0-63 0 0,1-1 1 0 0,0 1 0 0 0,1-1-1 0 0,-1 1 1 0 0,0 0 0 0 0,5-4-1 0 0,48-30-1959 0 0,94-47-1 0 0,68-15-509 0 0,-121 56 1641 0 0,-50 22 570 0 0,88-42-525 0 0,-113 51 1078 0 0,-1-1-1 0 0,1-2 1 0 0,-2 0-1 0 0,18-17 1 0 0,-30 25 49 0 0,-2 0 0 0 0,1-1 0 0 0,-1 0 0 0 0,0-1 0 0 0,0 1 0 0 0,0-1 0 0 0,-1 0 0 0 0,-1 0 0 0 0,4-10 0 0 0,-6 15-147 0 0,0 0 1 0 0,-1 0-1 0 0,1 0 0 0 0,-1 0 0 0 0,1 0 0 0 0,-1-1 1 0 0,0 1-1 0 0,0 0 0 0 0,-1 0 0 0 0,1 0 0 0 0,-1 0 1 0 0,-1-5-1 0 0,2 6-68 0 0,-1 0 0 0 0,-1 0 0 0 0,1 0 0 0 0,0 0 0 0 0,0 0 0 0 0,-1 0-1 0 0,1 1 1 0 0,-1-1 0 0 0,0 0 0 0 0,1 1 0 0 0,-1 0 0 0 0,0-1 0 0 0,0 1 0 0 0,0 0 0 0 0,0 0 0 0 0,0 0 0 0 0,0 0 0 0 0,0 0 0 0 0,-3-1 0 0 0,0 1-17 0 0,0 0 0 0 0,-1 0 0 0 0,1 1 1 0 0,0 0-1 0 0,-1-1 0 0 0,1 2 0 0 0,0-1 0 0 0,-1 1 0 0 0,1-1 1 0 0,0 2-1 0 0,0-1 0 0 0,0 0 0 0 0,0 1 0 0 0,0 0 0 0 0,0 0 1 0 0,0 1-1 0 0,0-1 0 0 0,1 1 0 0 0,-5 4 0 0 0,-9 5 34 0 0,2 2 1 0 0,-1 0-1 0 0,-15 20 0 0 0,20-22-28 0 0,2 1 1 0 0,-1 0-1 0 0,2 1 1 0 0,0 0-1 0 0,1 0 0 0 0,-10 22 1 0 0,14-27-19 0 0,1 1-1 0 0,0 0 1 0 0,0 0 0 0 0,1 0 0 0 0,0 0 0 0 0,1 1 0 0 0,0-1 0 0 0,0 0 0 0 0,1 1 0 0 0,1-1-1 0 0,2 15 1 0 0,-2-20-5 0 0,0 0 0 0 0,0 0-1 0 0,1 0 1 0 0,0 0 0 0 0,0 0 0 0 0,0 0-1 0 0,1-1 1 0 0,0 1 0 0 0,0-1-1 0 0,0 0 1 0 0,0 0 0 0 0,0 0 0 0 0,1 0-1 0 0,7 5 1 0 0,-5-5 12 0 0,1 1 0 0 0,0-1 0 0 0,0-1 0 0 0,0 1 0 0 0,0-1-1 0 0,0-1 1 0 0,1 1 0 0 0,14 2 0 0 0,-4-3 13 0 0,-1 0-1 0 0,1-1 1 0 0,-1-1 0 0 0,1-1-1 0 0,-1 0 1 0 0,1-1-1 0 0,-1-1 1 0 0,18-6 0 0 0,-27 7-33 0 0,0-1 0 0 0,0 0 1 0 0,0-1-1 0 0,-1 1 0 0 0,1-1 0 0 0,-1-1 1 0 0,0 0-1 0 0,0 0 0 0 0,-1 0 0 0 0,1-1 1 0 0,-1 1-1 0 0,0-2 0 0 0,-1 1 1 0 0,1-1-1 0 0,7-12 0 0 0,-9 11-6 0 0,1-2 0 0 0,-2 1-1 0 0,1 0 1 0 0,-1-1 0 0 0,0 1-1 0 0,-1-1 1 0 0,0 0 0 0 0,-1 0-1 0 0,0 0 1 0 0,-1 0 0 0 0,0 0-1 0 0,0 0 1 0 0,-2-11 0 0 0,0 10 1 0 0,0 1 0 0 0,-1-1 0 0 0,0 0 1 0 0,0 1-1 0 0,-1 0 0 0 0,-1 0 0 0 0,1 0 0 0 0,-2 1 1 0 0,1-1-1 0 0,-1 1 0 0 0,-1 0 0 0 0,0 1 1 0 0,-11-12-1 0 0,13 15-7 0 0,0 1 0 0 0,0 0 0 0 0,-1 0 0 0 0,1 0 0 0 0,-1 1 0 0 0,0 0 1 0 0,0 0-1 0 0,0 0 0 0 0,0 1 0 0 0,0 0 0 0 0,0 0 0 0 0,-1 0 0 0 0,1 1 0 0 0,-1 0 1 0 0,1 1-1 0 0,-1-1 0 0 0,0 1 0 0 0,1 0 0 0 0,-1 1 0 0 0,1-1 0 0 0,-1 1 0 0 0,1 1 1 0 0,-10 2-1 0 0,13-3-66 0 0,-1 0-1 0 0,1 0 1 0 0,0 1 0 0 0,0-1 0 0 0,0 1 0 0 0,0 0 0 0 0,0-1 0 0 0,0 1 0 0 0,0 0 0 0 0,1 1 0 0 0,-1-1-1 0 0,1 1 1 0 0,0-1 0 0 0,-1 1 0 0 0,1-1 0 0 0,0 1 0 0 0,0 0 0 0 0,1 0 0 0 0,-1 0 0 0 0,1 0-1 0 0,-1 1 1 0 0,1-1 0 0 0,0 0 0 0 0,0 1 0 0 0,1-1 0 0 0,-1 0 0 0 0,1 1 0 0 0,-1-1 0 0 0,1 1 0 0 0,0-1-1 0 0,0 1 1 0 0,1-1 0 0 0,-1 0 0 0 0,1 1 0 0 0,0-1 0 0 0,0 0 0 0 0,0 1 0 0 0,0-1 0 0 0,0 0 0 0 0,1 0-1 0 0,-1 0 1 0 0,1 0 0 0 0,0 0 0 0 0,0 0 0 0 0,0 0 0 0 0,0-1 0 0 0,1 1 0 0 0,-1-1 0 0 0,1 1-1 0 0,4 3 1 0 0,0-2-310 0 0,1 0-1 0 0,-1 0 0 0 0,1-1 0 0 0,0 0 0 0 0,0 0 1 0 0,0-1-1 0 0,1 0 0 0 0,-1 0 0 0 0,0-1 0 0 0,1 0 0 0 0,9 0 1 0 0,6-1-1448 0 0,0-1 1 0 0,40-8 0 0 0,-26 3-789 0 0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10:56.6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0 302 3436 0 0,'24'-20'3119'0'0,"0"-1"1"0"0,-2-2-1 0 0,31-37 0 0 0,-52 58-3068 0 0,0 1 0 0 0,1-1 0 0 0,-1 1 1 0 0,0 0-1 0 0,1 0 0 0 0,-1-1 0 0 0,1 1 1 0 0,0 0-1 0 0,-1 1 0 0 0,1-1 0 0 0,0 0 1 0 0,-1 0-1 0 0,1 1 0 0 0,0-1 0 0 0,0 1 0 0 0,0-1 1 0 0,0 1-1 0 0,-1 0 0 0 0,1 0 0 0 0,0 0 1 0 0,0 0-1 0 0,0 0 0 0 0,0 0 0 0 0,0 0 0 0 0,0 1 1 0 0,-1-1-1 0 0,1 1 0 0 0,0-1 0 0 0,0 1 1 0 0,0 0-1 0 0,-1 0 0 0 0,1-1 0 0 0,0 1 1 0 0,-1 0-1 0 0,3 3 0 0 0,4 1-2 0 0,0 1 0 0 0,0 1 0 0 0,-1-1 0 0 0,0 2 0 0 0,9 9 0 0 0,-8-6 80 0 0,0 0-1 0 0,-1 0 1 0 0,0 1-1 0 0,-1 0 1 0 0,0 1-1 0 0,-1-1 1 0 0,0 1-1 0 0,-1 0 1 0 0,-1 0 0 0 0,0 0-1 0 0,0 1 1 0 0,0 20-1 0 0,-3-27 26 0 0,0 0 0 0 0,0 0-1 0 0,0 0 1 0 0,-1 0 0 0 0,0-1 0 0 0,-1 1-1 0 0,0 0 1 0 0,0-1 0 0 0,0 1 0 0 0,0-1-1 0 0,-1 0 1 0 0,0 0 0 0 0,-1 0 0 0 0,1 0-1 0 0,-1 0 1 0 0,0-1 0 0 0,-1 1 0 0 0,1-1-1 0 0,-1 0 1 0 0,0-1 0 0 0,0 1 0 0 0,-1-1-1 0 0,1 0 1 0 0,-1 0 0 0 0,0-1 0 0 0,-10 5 0 0 0,10-5 6 0 0,-1-1 0 0 0,1 0 0 0 0,-1 0 0 0 0,1 0 0 0 0,-1-1 0 0 0,0 0 0 0 0,1-1 0 0 0,-1 1 0 0 0,0-1 0 0 0,0 0 1 0 0,0-1-1 0 0,1 0 0 0 0,-1 0 0 0 0,0 0 0 0 0,1-1 0 0 0,-1 0 0 0 0,1 0 0 0 0,-1 0 0 0 0,1-1 0 0 0,0 0 1 0 0,0-1-1 0 0,0 1 0 0 0,1-1 0 0 0,-6-5 0 0 0,9 8-147 0 0,2 0 0 0 0,-1-1 0 0 0,0 1-1 0 0,0 0 1 0 0,0-1 0 0 0,1 1 0 0 0,-1-1 0 0 0,0 1 0 0 0,1-1 0 0 0,0 0 0 0 0,-1 1 0 0 0,1-1-1 0 0,0 1 1 0 0,0-1 0 0 0,0 0 0 0 0,0 1 0 0 0,0-1 0 0 0,0 0 0 0 0,0 1 0 0 0,1-3 0 0 0,0 0-4 0 0,0 0 0 0 0,1 0 0 0 0,-1 0 0 0 0,1 0 0 0 0,0 0 0 0 0,0 1 0 0 0,2-5 0 0 0,4-2-132 0 0,0 1 1 0 0,1 0-1 0 0,0 0 0 0 0,1 1 1 0 0,14-11-1 0 0,59-33-1619 0 0,-60 39 1198 0 0,308-157-6681 0 0,-260 137 5904 0 0,-60 27 1203 0 0,0 0-1 0 0,0-1 1 0 0,-1 0 0 0 0,1 0-1 0 0,-2-1 1 0 0,17-17 0 0 0,-18 17 558 0 0,-1-1-1 0 0,-1 0 1 0 0,1-1 0 0 0,6-13 0 0 0,-12 21-226 0 0,1-6 452 0 0,-6 18-442 0 0,-1-1 0 0 0,1 1 1 0 0,1 0-1 0 0,0 0 0 0 0,-3 17 0 0 0,-4 58 508 0 0,5-32-446 0 0,-4 140 393 0 0,9-189-653 0 0,2 22 241 0 0,-1-25-147 0 0,10-5-46 0 0,-7 0-64 0 0,-1 0-1 0 0,0 1 1 0 0,0-1-1 0 0,0 0 1 0 0,0 0-1 0 0,-1-1 1 0 0,1 1-1 0 0,2-8 1 0 0,3-4-3 0 0,11-18 15 0 0,69-109-28 0 0,-77 128-2 0 0,1 0 0 0 0,0 1 0 0 0,1 0 0 0 0,1 1 0 0 0,0 1-1 0 0,28-20 1 0 0,-38 30 6 0 0,1-1 0 0 0,-1 1 0 0 0,1 0 0 0 0,-1 0 0 0 0,1 0 0 0 0,0 0 0 0 0,0 1 0 0 0,0 0 0 0 0,0 0 0 0 0,0 0-1 0 0,0 1 1 0 0,0-1 0 0 0,0 1 0 0 0,0 1 0 0 0,0-1 0 0 0,5 2 0 0 0,-2-1 0 0 0,-1 2 1 0 0,0-1-1 0 0,-1 1 0 0 0,1 0 1 0 0,0 1-1 0 0,-1-1 1 0 0,0 1-1 0 0,0 0 0 0 0,11 10 1 0 0,1 5-4 0 0,0 0 0 0 0,-2 2 0 0 0,0-1 1 0 0,-2 2-1 0 0,14 25 0 0 0,-20-35 14 0 0,-2 1-1 0 0,1 0 1 0 0,-1 0-1 0 0,-1 0 0 0 0,-1 1 1 0 0,0 0-1 0 0,0-1 1 0 0,-2 2-1 0 0,3 18 0 0 0,-5-30-1 0 0,-1 1 1 0 0,1-1-1 0 0,0 0 0 0 0,-1 1 0 0 0,0-1 0 0 0,1 0 0 0 0,-1 0 0 0 0,-1 1 0 0 0,1-1 0 0 0,0 0 0 0 0,-1 0 1 0 0,0 0-1 0 0,1-1 0 0 0,-1 1 0 0 0,0 0 0 0 0,-5 4 0 0 0,5-5 43 0 0,-12-9-37 0 0,14 7-13 0 0,0 0 0 0 0,0 0 0 0 0,0 0 0 0 0,0 0-1 0 0,0 0 1 0 0,-1-1 0 0 0,1 1 0 0 0,0 0 0 0 0,0 0-1 0 0,0 0 1 0 0,0 0 0 0 0,0 0 0 0 0,0 0 0 0 0,-1 0-1 0 0,1 0 1 0 0,0 0 0 0 0,0-1 0 0 0,0 1-1 0 0,0 0 1 0 0,0 0 0 0 0,0 0 0 0 0,0 0 0 0 0,0 0-1 0 0,0 0 1 0 0,0-1 0 0 0,0 1 0 0 0,0 0 0 0 0,0 0-1 0 0,0 0 1 0 0,0 0 0 0 0,0 0 0 0 0,0-1 0 0 0,0 1-1 0 0,0 0 1 0 0,0 0 0 0 0,0 0 0 0 0,0 0 0 0 0,0 0-1 0 0,0-1 1 0 0,0 1 0 0 0,0 0 0 0 0,2-12-1 0 0,1 1 1 0 0,0-1 0 0 0,0 1-1 0 0,1 0 1 0 0,1 0 0 0 0,0 0 0 0 0,0 0-1 0 0,1 1 1 0 0,9-12 0 0 0,8-8-17 0 0,43-45 1 0 0,-47 55 8 0 0,1 0-1 0 0,1 2 0 0 0,1 1 0 0 0,0 1 1 0 0,2 0-1 0 0,-1 2 0 0 0,2 1 0 0 0,42-17 1 0 0,-64 29 7 0 0,0 0 1 0 0,1 0 0 0 0,-1 0-1 0 0,0 0 1 0 0,0 1 0 0 0,1-1-1 0 0,-1 1 1 0 0,0 0 0 0 0,0 0-1 0 0,1 0 1 0 0,-1 1 0 0 0,0-1-1 0 0,1 1 1 0 0,-1 0 0 0 0,0 0-1 0 0,0 0 1 0 0,0 0 0 0 0,0 0-1 0 0,0 1 1 0 0,0-1 0 0 0,0 1 0 0 0,0 0-1 0 0,3 3 1 0 0,-2-1 0 0 0,0 0 1 0 0,-1 0 0 0 0,1 1-1 0 0,-1-1 1 0 0,0 1 0 0 0,0 0-1 0 0,-1 0 1 0 0,1 0 0 0 0,-1 0-1 0 0,-1 0 1 0 0,1 0 0 0 0,0 1-1 0 0,0 7 1 0 0,0 9 18 0 0,-1-1-1 0 0,-1 1 1 0 0,-1-1 0 0 0,-4 23-1 0 0,3-23-555 0 0,0 1 0 0 0,1-1 0 0 0,1 0 0 0 0,3 26 0 0 0,-2-43 283 0 0,0 0 0 0 0,-1-1 0 0 0,2 1 0 0 0,-1-1 0 0 0,0 1 0 0 0,1-1 0 0 0,-1 0 0 0 0,1 0 0 0 0,0 0 0 0 0,0 1 0 0 0,1-2 0 0 0,-1 1 0 0 0,0 0 0 0 0,1 0 0 0 0,0-1 0 0 0,-1 1 0 0 0,1-1 0 0 0,0 0 0 0 0,0 0 0 0 0,1 0 0 0 0,-1 0 0 0 0,0-1-1 0 0,1 1 1 0 0,-1-1 0 0 0,1 0 0 0 0,6 1 0 0 0,1 0-654 0 0,1 0 1 0 0,-1-1-1 0 0,0-1 0 0 0,1 0 0 0 0,-1-1 0 0 0,1 0 0 0 0,17-4 1 0 0,8-3-2526 0 0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10:57.4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223 349 3776 0 0,'23'-21'1236'0'0,"90"-94"5119"0"0,-103 104-5667 0 0,0-2 1 0 0,-1 1-1 0 0,-1-1 0 0 0,0 0 0 0 0,-1-1 1 0 0,0 0-1 0 0,-1 0 0 0 0,5-19 1 0 0,-10 29-536 0 0,-1 0 0 0 0,1-1 1 0 0,-1 1-1 0 0,1-1 0 0 0,-1 1 1 0 0,-1 0-1 0 0,1-1 1 0 0,-1 1-1 0 0,-1-6 0 0 0,2 9-125 0 0,0-1 0 0 0,-1 1 0 0 0,1 0-1 0 0,-1-1 1 0 0,0 1 0 0 0,1 0 0 0 0,-1-1-1 0 0,0 1 1 0 0,0 0 0 0 0,0 0 0 0 0,0 0 0 0 0,0 0-1 0 0,0 0 1 0 0,0 0 0 0 0,0 0 0 0 0,0 0-1 0 0,0 0 1 0 0,-1 0 0 0 0,1 0 0 0 0,0 1-1 0 0,-1-1 1 0 0,1 1 0 0 0,0-1 0 0 0,-1 1 0 0 0,1-1-1 0 0,-1 1 1 0 0,1 0 0 0 0,-1 0 0 0 0,1-1-1 0 0,-1 1 1 0 0,1 0 0 0 0,-1 1 0 0 0,1-1-1 0 0,-4 0 1 0 0,-3 2-1 0 0,0 0-1 0 0,0 0 0 0 0,0 0 1 0 0,0 1-1 0 0,1 0 1 0 0,-1 0-1 0 0,1 1 1 0 0,-1 0-1 0 0,-11 10 1 0 0,15-12-23 0 0,1 1 0 0 0,0 0 0 0 0,0 0 0 0 0,1 0 1 0 0,-1 1-1 0 0,1-1 0 0 0,-1 0 0 0 0,1 1 1 0 0,0 0-1 0 0,0-1 0 0 0,1 1 0 0 0,-1 0 1 0 0,1 0-1 0 0,0 0 0 0 0,0 0 0 0 0,0 0 1 0 0,0 0-1 0 0,1 0 0 0 0,0 0 0 0 0,-1 1 0 0 0,2-1 1 0 0,-1 0-1 0 0,1 6 0 0 0,2 3 17 0 0,0-1-1 0 0,1 0 1 0 0,0 0 0 0 0,1 0-1 0 0,9 17 1 0 0,38 52 206 0 0,-37-61 180 0 0,-2 0 1 0 0,-1 0-1 0 0,0 2 0 0 0,12 32 1 0 0,-23-52-287 0 0,0 1 1 0 0,0-1-1 0 0,-1 1 1 0 0,1-1-1 0 0,-1 1 1 0 0,1-1-1 0 0,-1 1 1 0 0,0-1-1 0 0,0 1 1 0 0,-1-1-1 0 0,1 1 1 0 0,0 0-1 0 0,-1-1 1 0 0,1 1-1 0 0,-1-1 1 0 0,0 0-1 0 0,0 1 1 0 0,0-1-1 0 0,-2 3 1 0 0,1-2-37 0 0,0 0 0 0 0,-1 0 1 0 0,0 0-1 0 0,0 0 0 0 0,0-1 1 0 0,0 1-1 0 0,0-1 0 0 0,0 0 1 0 0,-1 0-1 0 0,1 0 0 0 0,-5 2 1 0 0,-5 1 10 0 0,0-1 0 0 0,0 0 0 0 0,-1-1 1 0 0,1 0-1 0 0,-1-1 0 0 0,-15 0 0 0 0,5-1-123 0 0,-1-2 0 0 0,1 0-1 0 0,-1-2 1 0 0,-24-6 0 0 0,29 4-1679 0 0,1 0 1 0 0,-35-16 0 0 0,42 14 271 0 0,-11-13-9537 0 0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10:58.3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145 0 164 0 0,'38'4'4170'0'0,"-22"-3"-2437"0"0,0 1-1 0 0,0 0 1 0 0,0 1 0 0 0,-1 0-1 0 0,24 10 1 0 0,-36-12-1447 0 0,-1 0 0 0 0,0 0-1 0 0,0 0 1 0 0,0 1 0 0 0,1-1 0 0 0,-2 1 0 0 0,1 0 0 0 0,0 0-1 0 0,0-1 1 0 0,0 1 0 0 0,-1 0 0 0 0,1 0 0 0 0,-1 1-1 0 0,0-1 1 0 0,1 0 0 0 0,-1 0 0 0 0,1 5 0 0 0,-1-3-27 0 0,0 1-1 0 0,0-1 1 0 0,0 1 0 0 0,-1-1 0 0 0,0 1 0 0 0,0-1 0 0 0,0 1 0 0 0,-1 0-1 0 0,-1 5 1 0 0,-1 5 65 0 0,-2 0-1 0 0,0 0 1 0 0,-1-1-1 0 0,-13 25 1 0 0,-125 192-790 0 0,89-159-3190 0 0,-3-3-3775 0 0,18-28-2693 0 0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11:21.5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554 143 2056 0 0,'21'-32'6541'0'0,"-14"23"-4922"0"0,-2 0 1 0 0,1 0 0 0 0,7-18-1 0 0,-12 25-1070 0 0,-1-1-55 0 0,0 2-420 0 0,1-1 0 0 0,-1 1 0 0 0,0 0-1 0 0,0-1 1 0 0,0 1 0 0 0,0 0 0 0 0,0-1 0 0 0,0 1 0 0 0,0 0-1 0 0,-1-1 1 0 0,1 1 0 0 0,0 0 0 0 0,-1-1 0 0 0,1 1 0 0 0,-1 0-1 0 0,1 0 1 0 0,-1 0 0 0 0,0-1 0 0 0,0 1 0 0 0,1 0 0 0 0,-1 0-1 0 0,0 0 1 0 0,0 0 0 0 0,0 0 0 0 0,0 0 0 0 0,-2-1 0 0 0,-2-1 3 0 0,1 1 1 0 0,-1 0-1 0 0,-1 0 0 0 0,1 0 1 0 0,0 0-1 0 0,0 1 1 0 0,-1 0-1 0 0,1 0 1 0 0,0 0-1 0 0,-1 1 1 0 0,-8 0-1 0 0,0 1-69 0 0,0 1 0 0 0,0 1-1 0 0,1 0 1 0 0,-1 1 0 0 0,1 0 0 0 0,0 1-1 0 0,0 1 1 0 0,1 0 0 0 0,-1 0 0 0 0,1 2 0 0 0,1-1-1 0 0,-1 1 1 0 0,1 1 0 0 0,1 0 0 0 0,0 1-1 0 0,0 0 1 0 0,1 0 0 0 0,0 1 0 0 0,-10 16-1 0 0,3 2 61 0 0,0 0-1 0 0,2 1 0 0 0,1 1 1 0 0,1 0-1 0 0,2 1 0 0 0,2 0 1 0 0,-6 36-1 0 0,-14 238 729 0 0,24-234-703 0 0,-10 165 713 0 0,-73 869 4052 0 0,51-762-2809 0 0,35-325-1975 0 0,-2 57 196 0 0,3-68-227 0 0,0-1 0 0 0,1 1 0 0 0,0-1 0 0 0,0 1 0 0 0,1-1 0 0 0,0 0 0 0 0,5 12 0 0 0,-4-15-31 0 0,-1-1 0 0 0,1 1 0 0 0,0-1 0 0 0,0 0 1 0 0,0 0-1 0 0,0 0 0 0 0,0 0 0 0 0,1 0 0 0 0,-1-1 0 0 0,1 1 1 0 0,0-1-1 0 0,-1 0 0 0 0,1 0 0 0 0,0-1 0 0 0,1 1 1 0 0,-1-1-1 0 0,0 0 0 0 0,0 0 0 0 0,0 0 0 0 0,1 0 0 0 0,6-1 1 0 0,11 1-73 0 0,0-1 0 0 0,-1-1 0 0 0,23-4 0 0 0,-33 4-5 0 0,32-5-935 0 0,0-2 0 0 0,0-2 0 0 0,-1-2 0 0 0,0-1 0 0 0,56-27 0 0 0,-66 24-1961 0 0,0-2 0 0 0,-2-1 0 0 0,57-45 0 0 0,-38 20-5779 0 0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11:21.9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61 101 948 0 0,'6'-47'10199'0'0,"-4"38"-7944"0"0,0 0 1 0 0,-1 0-1 0 0,0-17 1 0 0,1 56-911 0 0,-1 0 0 0 0,-6 53 1 0 0,1-22-937 0 0,-2-5-148 0 0,-2 1 1 0 0,-18 62-1 0 0,16-79-158 0 0,-7 33-5958 0 0,17-71 5256 0 0,0 0 0 0 0,1 0 0 0 0,-1-1-1 0 0,1 1 1 0 0,-1 0 0 0 0,1 0 0 0 0,-1 0-1 0 0,1 0 1 0 0,0 0 0 0 0,0-1 0 0 0,0 1-1 0 0,0 0 1 0 0,0-1 0 0 0,0 1 0 0 0,3 2-1 0 0,-3-3-325 0 0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11:22.7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120 221 1160 0 0,'2'-2'1977'0'0,"26"-18"4181"0"0,-26 19-5355 0 0,8-10 1535 0 0,-2 3 2192 0 0,-8 8-4352 0 0,1-1 0 0 0,-1 1 0 0 0,0 0 0 0 0,1-1 0 0 0,-1 1 0 0 0,0-1 0 0 0,1 1 0 0 0,-1-1 0 0 0,0 0 0 0 0,0 1 1 0 0,1-1-1 0 0,-1 1 0 0 0,0-1 0 0 0,0 1 0 0 0,0-1 0 0 0,0 0 0 0 0,0 1 0 0 0,0-1 0 0 0,0 1 0 0 0,0-1 0 0 0,0 0 1 0 0,0 1-1 0 0,0-1 0 0 0,0 1 0 0 0,0-1 0 0 0,-1-2 2188 0 0,-3 4-2359 0 0,1 0 2 0 0,0 0 0 0 0,0 1 0 0 0,0-1 0 0 0,0 1 1 0 0,0 0-1 0 0,0 0 0 0 0,1 0 0 0 0,-1 0 0 0 0,0 1 0 0 0,1-1 1 0 0,0 1-1 0 0,0-1 0 0 0,0 1 0 0 0,0 0 0 0 0,0 0 0 0 0,0 0 0 0 0,-1 3 1 0 0,-6 13 70 0 0,-11 32 1 0 0,15-37 0 0 0,-3 8-20 0 0,1 0 1 0 0,1 0-1 0 0,1 1 0 0 0,-4 44 1 0 0,9-59-12 0 0,-1 1 0 0 0,1-1 0 0 0,1 0 0 0 0,-1 0 0 0 0,1 0 0 0 0,1 1 0 0 0,0-1 1 0 0,0-1-1 0 0,0 1 0 0 0,1 0 0 0 0,0 0 0 0 0,1-1 0 0 0,-1 0 0 0 0,2 0 1 0 0,-1 0-1 0 0,1 0 0 0 0,6 7 0 0 0,-5-9 9 0 0,-1-1 1 0 0,1 0-1 0 0,-1 0 0 0 0,1-1 1 0 0,1 1-1 0 0,-1-1 0 0 0,0-1 1 0 0,1 1-1 0 0,-1-1 1 0 0,1 0-1 0 0,0-1 0 0 0,0 0 1 0 0,0 0-1 0 0,-1 0 0 0 0,1-1 1 0 0,0 0-1 0 0,0 0 0 0 0,0 0 1 0 0,8-3-1 0 0,2 1 41 0 0,-2-2-1 0 0,1 0 1 0 0,0-1 0 0 0,-1 0 0 0 0,0-1-1 0 0,0-1 1 0 0,17-10 0 0 0,-18 8-58 0 0,1-2 0 0 0,-1 1-1 0 0,-1-2 1 0 0,0 1 0 0 0,-1-2 0 0 0,0 0 0 0 0,-1 0 0 0 0,0-1-1 0 0,-1 0 1 0 0,-1-1 0 0 0,0 0 0 0 0,-1-1 0 0 0,0 0 0 0 0,-2 0 0 0 0,0-1-1 0 0,0 1 1 0 0,-2-1 0 0 0,0 0 0 0 0,-1-1 0 0 0,1-30 0 0 0,-4 35-15 0 0,-1 0 1 0 0,0 0 0 0 0,-1 0 0 0 0,-1 0 0 0 0,0 0 0 0 0,-1 1 0 0 0,0-1-1 0 0,-1 1 1 0 0,0 0 0 0 0,-1 0 0 0 0,-7-11 0 0 0,9 16-52 0 0,-1 1 0 0 0,0 0-1 0 0,0 0 1 0 0,0 0 0 0 0,0 1 0 0 0,-1 0 0 0 0,0 0-1 0 0,0 0 1 0 0,-1 0 0 0 0,1 1 0 0 0,-1 0 0 0 0,0 1 0 0 0,0 0-1 0 0,0 0 1 0 0,0 0 0 0 0,-1 1 0 0 0,1 0 0 0 0,-1 0 0 0 0,0 1-1 0 0,-8-1 1 0 0,3 2-467 0 0,0 1-1 0 0,0 0 0 0 0,0 1 1 0 0,0 0-1 0 0,0 2 1 0 0,0-1-1 0 0,1 1 0 0 0,-1 1 1 0 0,1 0-1 0 0,0 1 1 0 0,1 0-1 0 0,-1 1 0 0 0,-16 13 1 0 0,-8 9-3364 0 0,1 1 0 0 0,-45 53 0 0 0,40-40-3569 0 0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11:24.5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41 308 748 0 0,'0'0'4372'0'0,"-2"-3"-2664"0"0,-2-3-704 0 0,-4-14 8643 0 0,7 13-9607 0 0,1 5 1620 0 0,0 0-67 0 0,-4-16 8647 0 0,2 19-10155 0 0,1 0-1 0 0,-1 1 0 0 0,1-1 1 0 0,-1 0-1 0 0,1 1 1 0 0,-1-1-1 0 0,1 1 1 0 0,0 0-1 0 0,0-1 0 0 0,0 1 1 0 0,0 0-1 0 0,-1 2 1 0 0,1-2 193 0 0,-1 23-194 0 0,1-16-74 0 0,3 11-2 0 0,-1-14-6 0 0,0 5 39 0 0,1-1 0 0 0,0 0 0 0 0,0 0-1 0 0,1-1 1 0 0,6 16 0 0 0,-4-13-22 0 0,1 2-18 0 0,0 0 0 0 0,1 0-1 0 0,1-1 1 0 0,0 0-1 0 0,1 0 1 0 0,1-1-1 0 0,0 0 1 0 0,17 16 0 0 0,-18-20-1 0 0,0-1 0 0 0,0-1 1 0 0,0 0-1 0 0,1 0 1 0 0,-1 0-1 0 0,2-1 1 0 0,-1-1-1 0 0,0 0 0 0 0,1 0 1 0 0,0-1-1 0 0,0-1 1 0 0,15 3-1 0 0,-5-4 0 0 0,-1 0 0 0 0,1-1 0 0 0,0-1 0 0 0,-1-1 0 0 0,1-1 0 0 0,-1-1 0 0 0,0-1 0 0 0,0 0 0 0 0,0-2 0 0 0,-1 0 0 0 0,0-1 0 0 0,26-16 0 0 0,-33 18 0 0 0,-1-2 0 0 0,0 1 0 0 0,-1-1 0 0 0,0-1 0 0 0,0 0 0 0 0,-1 0 0 0 0,0-1 0 0 0,0 0 0 0 0,-1 0 0 0 0,-1-1 0 0 0,0 0 0 0 0,0-1 0 0 0,-1 1 0 0 0,0-1 0 0 0,-1-1 0 0 0,-1 1 0 0 0,0-1 0 0 0,0 1 0 0 0,-2-1 0 0 0,3-19 0 0 0,-4 19 0 0 0,-1 1 0 0 0,0-1 0 0 0,-1 0 0 0 0,0 0 0 0 0,-1 1 0 0 0,-1-1 0 0 0,0 1 0 0 0,0 0 0 0 0,-1 0 0 0 0,-1 0 0 0 0,0 0 0 0 0,-1 1 0 0 0,0-1 0 0 0,0 2 0 0 0,-1-1 0 0 0,-1 1 0 0 0,0 0 0 0 0,0 0 0 0 0,-1 1 0 0 0,0 0 0 0 0,-1 1 0 0 0,0 0 0 0 0,0 0 0 0 0,0 1 0 0 0,-1 0 0 0 0,0 1 0 0 0,-1 0 0 0 0,-16-5 0 0 0,17 7-148 0 0,0 1 0 0 0,0 0 0 0 0,-1 1 0 0 0,1 1 0 0 0,0-1 1 0 0,-1 2-1 0 0,1-1 0 0 0,-1 2 0 0 0,1 0 0 0 0,-1 0 0 0 0,-11 3 0 0 0,13-2-18 0 0,1 1-1 0 0,0 0 1 0 0,0 1-1 0 0,0-1 1 0 0,1 2-1 0 0,-1-1 1 0 0,1 1-1 0 0,0 0 1 0 0,1 1-1 0 0,-1 0 1 0 0,1 0-1 0 0,0 1 1 0 0,-11 12-1 0 0,16-15-181 0 0,0-1 0 0 0,-1 0-1 0 0,1 0 1 0 0,1 1 0 0 0,-1-1-1 0 0,0 1 1 0 0,1 0 0 0 0,0 0-1 0 0,-1-1 1 0 0,2 1 0 0 0,-1 0-1 0 0,0 0 1 0 0,1 0 0 0 0,0 0-1 0 0,0 0 1 0 0,0 0 0 0 0,0 0-1 0 0,0 0 1 0 0,1-1 0 0 0,0 1-1 0 0,0 0 1 0 0,0 0 0 0 0,0 0 0 0 0,3 4-1 0 0,-2-4-452 0 0,0 0 0 0 0,1 0 0 0 0,0 0 0 0 0,0 0 0 0 0,0-1 0 0 0,0 1 0 0 0,0-1 0 0 0,1 0 0 0 0,0 1 0 0 0,-1-2 0 0 0,1 1 0 0 0,7 3 0 0 0,10 3-6335 0 0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11:25.4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195 2018 1832 0 0,'31'-65'16496'0'0,"-30"63"-15540"0"0,-1 1-703 0 0,0 0 0 0 0,0 0 1 0 0,1 0-1 0 0,-1 0 0 0 0,0 0 0 0 0,1 0 1 0 0,-1 1-1 0 0,1-1 0 0 0,-1 0 1 0 0,1 0-1 0 0,-1 0 0 0 0,1 0 0 0 0,0 1 1 0 0,0-2-1 0 0,5 1 1974 0 0,-2 10-1037 0 0,-1 30 520 0 0,-2 61-1 0 0,-1-10-1251 0 0,0 95 90 0 0,-2-77-5103 0 0,3-93 2858 0 0,-1 10-3870 0 0,-1-10-3439 0 0</inkml:trace>
  <inkml:trace contextRef="#ctx0" brushRef="#br0" timeOffset="1">447 168 1764 0 0,'-39'-141'19337'0'0,"38"139"-18233"0"0,1 0-825 0 0,-1 1-125 0 0,0 0 1 0 0,1 0 0 0 0,-1-1-1 0 0,1 1 1 0 0,-1 0 0 0 0,1 0-1 0 0,0-1 1 0 0,0 1 0 0 0,-1 0-1 0 0,1-1 1 0 0,0 1 0 0 0,0 0-1 0 0,0-1 1 0 0,1-1 0 0 0,47 1 119 0 0,87 10 0 0 0,-42-1-255 0 0,77 5 48 0 0,-167-12-57 0 0,0 1 0 0 0,0 0 0 0 0,1 0 1 0 0,-1 0-1 0 0,0 0 0 0 0,0 1 0 0 0,0-1 1 0 0,-1 1-1 0 0,1 0 0 0 0,0 0 0 0 0,0 0 1 0 0,-1 0-1 0 0,1 0 0 0 0,-1 1 0 0 0,0-1 1 0 0,0 1-1 0 0,0-1 0 0 0,0 1 0 0 0,0 0 1 0 0,0 0-1 0 0,-1 0 0 0 0,2 4 0 0 0,3 6 155 0 0,-2 1 0 0 0,0-1 0 0 0,4 24 0 0 0,32 343 1840 0 0,-32-262-1804 0 0,39 582 749 0 0,9 144-1014 0 0,-49-743 224 0 0,-7 156-1 0 0,-5-199-93 0 0,-2 0 0 0 0,-2-1 0 0 0,-3 0 1 0 0,-23 64-1 0 0,11-60 155 0 0,-40 71 1 0 0,-8 17-160 0 0,57-118 886 0 0,-36 58 0 0 0,51-89-939 0 0,-9 13 219 0 0,-4 0-174 0 0,-4-5-54 0 0,-4-5 0 0 0,1-4-134 0 0,1-1 0 0 0,-1-1 1 0 0,1-1-1 0 0,0 0 0 0 0,0-2 0 0 0,-20-8 1 0 0,-14-3-476 0 0,-314-80-13881 0 0,289 78 8769 0 0,-3-1-2886 0 0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11:27.6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52 2344 0 0,'13'-24'10481'0'0,"-12"24"-10398"0"0,7-20 4305 0 0,-3 13-1269 0 0,-2 15-662 0 0,-1 156-1346 0 0,-1 105-890 0 0,-5-176 0 0 0,-1-3-1941 0 0,4-31-5012 0 0,4-48 1317 0 0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11:27.9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0 112 3356 0 0,'10'-25'6261'0'0,"0"0"-1"0"0,15-26 1 0 0,-24 49-5385 0 0,1-3 39 0 0,-2 5-873 0 0,0-1-1 0 0,0 1 1 0 0,0 0-1 0 0,0 0 1 0 0,0 0-1 0 0,0 0 1 0 0,0 0-1 0 0,0 0 1 0 0,0 0-1 0 0,0 0 1 0 0,0-1-1 0 0,0 1 1 0 0,0 0-1 0 0,0 0 1 0 0,0 0-1 0 0,0 0 0 0 0,0 0 1 0 0,0 0-1 0 0,0 0 1 0 0,0 0-1 0 0,0 0 1 0 0,0-1-1 0 0,1 1 1 0 0,-1 0-1 0 0,0 0 1 0 0,0 0-1 0 0,0 0 1 0 0,0 0-1 0 0,0 0 1 0 0,0 0-1 0 0,0 0 1 0 0,0 0-1 0 0,0 0 1 0 0,0 0-1 0 0,0 0 1 0 0,1 0-1 0 0,-1 0 1 0 0,0 0-1 0 0,0 0 1 0 0,0 0-1 0 0,0 0 1 0 0,0 0-1 0 0,0 0 1 0 0,0 0-1 0 0,0 0 1 0 0,1 0-1 0 0,-1 0 1 0 0,0 0-1 0 0,0 0 1 0 0,0 0-1 0 0,0 0 1 0 0,0 0-1 0 0,0 0 1 0 0,0 0-1 0 0,0 0 1 0 0,0 0-1 0 0,1 0 1 0 0,-1 0-1 0 0,0 0 1 0 0,0 0-1 0 0,0 0 1 0 0,0 0-1 0 0,2 4 78 0 0,-1 0 0 0 0,1 1 0 0 0,-1-1 0 0 0,0 0 0 0 0,0 0 0 0 0,-1 1 0 0 0,1-1 0 0 0,-1 8 0 0 0,-2 43 271 0 0,0-33-255 0 0,-23 168 51 0 0,15-125-4231 0 0,1-1-6132 0 0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11:29.0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198 107 1560 0 0,'-37'-105'16451'0'0,"36"103"-15074"0"0,12 35 565 0 0,24 53 1 0 0,-12-30-944 0 0,12 36-379 0 0,-5 1 0 0 0,-3 1 1 0 0,-5 2-1 0 0,-4 0 0 0 0,-4 1 0 0 0,3 175 1 0 0,-18-207-744 0 0,-3 0 1 0 0,-3-1 0 0 0,-3 1-1 0 0,-2-1 1 0 0,-4-1 0 0 0,-2-1-1 0 0,-2 0 1 0 0,-4-1 0 0 0,-2-2-1 0 0,-2 0 1 0 0,-43 64 0 0 0,-6-16-3716 0 0,49-74 47 0 0,-1-1-3314 0 0,9-13-2903 0 0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11:30.7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78 57 1384 0 0,'-3'-2'2056'0'0,"-39"-33"6984"0"0,41 34-8166 0 0,-14-6 2101 0 0,13 6-3028 0 0,-13-9 5693 0 0,87 18-5264 0 0,206 2 5 0 0,-275-10-351 0 0,1 0-3 0 0,13 0 26 0 0,-13 0-15 0 0,0 0-32 0 0,11 0 23 0 0,-11 0-1 0 0,0 0-56 0 0,9-2-47 0 0,-9 2-145 0 0,2-2-2361 0 0,-1 1-310 0 0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11:31.9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521 0 600 0 0,'-3'1'2624'0'0,"-53"14"7934"0"0,54-14-9631 0 0,-15 4 2314 0 0,7-1-2378 0 0,7-3-619 0 0,1 0 0 0 0,0 0 0 0 0,-1 0 0 0 0,1 0 1 0 0,0 0-1 0 0,0 1 0 0 0,0-1 0 0 0,0 0 0 0 0,0 1 0 0 0,0 0 0 0 0,-3 2 0 0 0,4-2 240 0 0,0 0-395 0 0,1-1 1 0 0,-1 1-1 0 0,0-1 1 0 0,1 1-1 0 0,-1-1 1 0 0,1 1-1 0 0,0-1 1 0 0,-1 1-1 0 0,1 0 1 0 0,0 2-1 0 0,7 22 367 0 0,-2-1-1 0 0,-1 1 1 0 0,2 41-1 0 0,-6 84 339 0 0,-2-63-592 0 0,-13 292 473 0 0,14-370-1401 0 0,0 0 0 0 0,0 0 0 0 0,-6 16 0 0 0,7-23-422 0 0,0-3 885 0 0,-1 1-1 0 0,1-1 0 0 0,0 1 0 0 0,0-1 1 0 0,0 1-1 0 0,-1 0 0 0 0,1-1 1 0 0,0 1-1 0 0,-1-1 0 0 0,1 1 0 0 0,0-1 1 0 0,-1 0-1 0 0,1 1 0 0 0,-1-1 0 0 0,1 1 1 0 0,-1-1-1 0 0,1 0 0 0 0,-1 1 1 0 0,1-1-1 0 0,-1 0 0 0 0,1 0 0 0 0,-1 1 1 0 0,1-1-1 0 0,-1 0 0 0 0,1 0 0 0 0,-2 1 1 0 0,-19 2-7489 0 0,6-3 2377 0 0</inkml:trace>
  <inkml:trace contextRef="#ctx0" brushRef="#br0" timeOffset="1">63 986 1280 0 0,'-12'5'2742'0'0,"1"1"-1"0"0,-1-1 0 0 0,-16 13 2042 0 0,30-12-3266 0 0,-2-6-1481 0 0,0 0 1 0 0,0 1-1 0 0,0-1 0 0 0,0 0 0 0 0,0 1 1 0 0,0-1-1 0 0,0 0 0 0 0,0 1 0 0 0,0-1 0 0 0,0 0 1 0 0,0 0-1 0 0,0 1 0 0 0,0-1 0 0 0,0 0 0 0 0,0 1 1 0 0,0-1-1 0 0,0 0 0 0 0,1 0 0 0 0,-1 1 0 0 0,0-1 1 0 0,0 0-1 0 0,0 1 0 0 0,0-1 0 0 0,1 0 1 0 0,-1 0-1 0 0,0 0 0 0 0,0 1 0 0 0,1-1 0 0 0,-1 0 1 0 0,0 0-1 0 0,0 0 0 0 0,1 0 0 0 0,-1 1 0 0 0,0-1 1 0 0,0 0-1 0 0,1 0 0 0 0,-1 0 0 0 0,0 0 1 0 0,1 0-1 0 0,-1 0 0 0 0,25 2 567 0 0,0-2 0 0 0,-1 0 0 0 0,1-2 0 0 0,-1 0 0 0 0,30-8 0 0 0,-4 2-254 0 0,163-23 390 0 0,141-19-109 0 0,-285 38-521 0 0,-67 11-144 0 0</inkml:trace>
  <inkml:trace contextRef="#ctx0" brushRef="#br0" timeOffset="2">1148 797 1504 0 0,'2'-2'3264'0'0,"15"-17"4634"0"0,-14 16-6974 0 0,0 0 0 0 0,0 0 0 0 0,0 1 0 0 0,0 0 0 0 0,0-1 0 0 0,0 1 0 0 0,6-2 0 0 0,-7 3-398 0 0,13 8 473 0 0,-12-5-851 0 0,0 1 1 0 0,0 0 0 0 0,-1-1-1 0 0,1 1 1 0 0,0 0 0 0 0,-1 0 0 0 0,0 1-1 0 0,0-1 1 0 0,0 0 0 0 0,0 1-1 0 0,2 6 1 0 0,12 41 931 0 0,-16-48-1016 0 0,9 35 497 0 0,-2 0 1 0 0,-2 0-1 0 0,-2 1 0 0 0,-1 0 0 0 0,-2 0 1 0 0,-2 0-1 0 0,-1-1 0 0 0,-13 59 1 0 0,14-84-62 0 0,-3 15 1194 0 0,2-24-978 0 0,1-14-422 0 0,3 1-294 0 0,0-1 0 0 0,0 1 0 0 0,1-1 0 0 0,0 1 0 0 0,1 0 0 0 0,0 0 0 0 0,6-11 0 0 0,-6 12 0 0 0,31-69-679 0 0,75-121 0 0 0,-61 117 95 0 0,-47 79-33 0 0,0 0 0 0 0,-1 1 0 0 0,1-1-1 0 0,1 0 1 0 0,-1 1 0 0 0,0-1 0 0 0,0 1-1 0 0,1-1 1 0 0,-1 1 0 0 0,1-1 0 0 0,-1 1-1 0 0,1 0 1 0 0,-1 0 0 0 0,1 0 0 0 0,0 0-1 0 0,0 0 1 0 0,-1 0 0 0 0,1 0 0 0 0,2 0-1 0 0</inkml:trace>
  <inkml:trace contextRef="#ctx0" brushRef="#br0" timeOffset="3">2585 332 1992 0 0,'2'-18'3135'0'0,"-1"1"-1"0"0,-2-32 0 0 0,0 43-2479 0 0,0 0-1 0 0,0-1 1 0 0,-1 1-1 0 0,1 0 1 0 0,-2-1-1 0 0,1 1 1 0 0,0 0-1 0 0,-1 0 0 0 0,0 1 1 0 0,-5-7-1 0 0,7 11-591 0 0,0 0 0 0 0,0 0 0 0 0,0 0 0 0 0,0 0-1 0 0,0 0 1 0 0,0 1 0 0 0,0-1 0 0 0,0 0 0 0 0,-1 1-1 0 0,1-1 1 0 0,0 1 0 0 0,0-1 0 0 0,-1 1 0 0 0,1-1-1 0 0,0 1 1 0 0,-1 0 0 0 0,1 0 0 0 0,-1 0 0 0 0,1 0-1 0 0,0 0 1 0 0,-3 0 0 0 0,1 0-8 0 0,0 1 0 0 0,-1 0 0 0 0,1-1 0 0 0,0 1-1 0 0,0 0 1 0 0,0 1 0 0 0,-5 1 0 0 0,-8 8 92 0 0,0 1 1 0 0,0 0-1 0 0,1 1 0 0 0,1 1 0 0 0,1 0 1 0 0,-1 1-1 0 0,-16 25 0 0 0,10-9-14 0 0,1 1 0 0 0,1 0 0 0 0,-15 40 0 0 0,19-37-52 0 0,1 1 0 0 0,3 1 0 0 0,0 0 0 0 0,2 0 0 0 0,-3 54 0 0 0,10-72-12 0 0,1 1 0 0 0,1 0 0 0 0,0-1 0 0 0,2 1 1 0 0,5 23-1 0 0,-4-31 9 0 0,0 0 1 0 0,0 0 0 0 0,1-1 0 0 0,0 1 0 0 0,1-1-1 0 0,1 0 1 0 0,0 0 0 0 0,16 18 0 0 0,-19-24 5 0 0,1 0 0 0 0,0-1 1 0 0,1 0-1 0 0,-1 0 0 0 0,1 0 0 0 0,0 0 1 0 0,0-1-1 0 0,0 0 0 0 0,0 0 0 0 0,1 0 1 0 0,-1-1-1 0 0,1 0 0 0 0,-1-1 0 0 0,1 1 1 0 0,0-1-1 0 0,0 0 0 0 0,0-1 0 0 0,0 0 1 0 0,-1 0-1 0 0,1 0 0 0 0,0-1 0 0 0,0 0 1 0 0,0 0-1 0 0,8-4 0 0 0,-2 1 72 0 0,0 0 0 0 0,0-2 1 0 0,-1 1-1 0 0,1-2 0 0 0,-2 1 0 0 0,1-2 0 0 0,-1 1 0 0 0,0-2 1 0 0,0 1-1 0 0,-1-2 0 0 0,11-12 0 0 0,-4 0-85 0 0,0-1 0 0 0,-2 0 0 0 0,0-1 0 0 0,-2-1 0 0 0,-1 0 0 0 0,0-1 0 0 0,-2 0 0 0 0,-2-1 0 0 0,0 0 0 0 0,-1 0 0 0 0,-2 0 0 0 0,3-37 0 0 0,-8 45-47 0 0,0 0 0 0 0,-1 0 0 0 0,-1 0 0 0 0,-1 0 0 0 0,0 0-1 0 0,-2 1 1 0 0,0-1 0 0 0,-1 1 0 0 0,0 1 0 0 0,-2-1 0 0 0,0 1 0 0 0,-1 0 0 0 0,-1 1 0 0 0,0 0 0 0 0,-1 0 0 0 0,-1 1-1 0 0,-1 1 1 0 0,-21-20 0 0 0,20 21-493 0 0,0 2 0 0 0,-1 0-1 0 0,-1 1 1 0 0,0 0 0 0 0,0 1-1 0 0,-1 1 1 0 0,-18-7 0 0 0,25 11-1010 0 0,-10-3-968 0 0,13 6-2131 0 0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11:32.9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981 165 1984 0 0,'-127'-143'19932'0'0,"127"142"-19907"0"0,0 1 0 0 0,-1 0 1 0 0,1 0-1 0 0,0 0 0 0 0,-1-1 0 0 0,1 1 1 0 0,0 0-1 0 0,-1 0 0 0 0,1-1 0 0 0,0 1 1 0 0,0 0-1 0 0,-1 0 0 0 0,1-1 0 0 0,0 1 1 0 0,0 0-1 0 0,0-1 0 0 0,-1 1 0 0 0,1 0 0 0 0,0-1 1 0 0,0 1-1 0 0,0-1 0 0 0,0 1 0 0 0,0 0 1 0 0,0-1-1 0 0,0 1 0 0 0,0-1 0 0 0,0 1 1 0 0,0 0-1 0 0,0-1 0 0 0,0 1 0 0 0,0 0 1 0 0,0-1-1 0 0,0 1 0 0 0,0-1 0 0 0,0 1 0 0 0,0 0 1 0 0,0-1-1 0 0,1 1 0 0 0,-1 0 0 0 0,0-1 1 0 0,0 1-1 0 0,0 0 0 0 0,1-1 0 0 0,-1 1 1 0 0,0 0-1 0 0,1 0 0 0 0,-1-1 0 0 0,0 1 1 0 0,0 0-1 0 0,1 0 0 0 0,-1-1 0 0 0,0 1 0 0 0,1 0 1 0 0,-1 0-1 0 0,1 0 0 0 0,-1 0 0 0 0,1-1 1 0 0,17-2 515 0 0,-18 3-584 0 0,30-1 403 0 0,-1 2 0 0 0,1 0 0 0 0,-1 2 0 0 0,31 7 0 0 0,-20-3-156 0 0,34 4 159 0 0,75 23 0 0 0,-144-32-253 0 0,1 0 0 0 0,-1 1-1 0 0,0-1 1 0 0,0 1 0 0 0,-1 0-1 0 0,1 0 1 0 0,0 1 0 0 0,-1-1-1 0 0,0 1 1 0 0,0 0-1 0 0,0 0 1 0 0,0 1 0 0 0,-1-1-1 0 0,0 1 1 0 0,0 0 0 0 0,0 0-1 0 0,0 0 1 0 0,-1 0-1 0 0,0 0 1 0 0,0 1 0 0 0,0-1-1 0 0,1 6 1 0 0,2 13 446 0 0,-1 1 0 0 0,-1-1 1 0 0,0 42-1 0 0,-2-48-431 0 0,-1 99 19 0 0,-16 133 1 0 0,-34 115 340 0 0,-16 243 28 0 0,64-488-513 0 0,-8 147 0 0 0,6-231 0 0 0,-1-1 0 0 0,-2 0 0 0 0,-2 0 0 0 0,-1 0 0 0 0,-20 45 0 0 0,19-55 0 0 0,-2-1 0 0 0,0 0 0 0 0,-1-1 0 0 0,-31 38 0 0 0,35-50 0 0 0,0-1 0 0 0,-1 0 0 0 0,-1 0 0 0 0,1-1 0 0 0,-1 0 0 0 0,-1-1 0 0 0,1-1 0 0 0,-2 0 0 0 0,1-1 0 0 0,-23 8 0 0 0,0-4-635 0 0,0-2-1 0 0,-1-2 1 0 0,0-1-1 0 0,0-2 1 0 0,0-1-1 0 0,-64-6 1 0 0,-222-44-5273 0 0,314 47 5834 0 0,-216-52-11818 0 0,146 30 3851 0 0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11:34.0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537 79 816 0 0,'1'-2'1811'0'0,"11"-19"2203"0"0,-10 19-2989 0 0,5-11 1991 0 0,0-6-87 0 0,-7 17-2489 0 0,-6-7 450 0 0,-5 6-827 0 0,-1 0 0 0 0,0 1 0 0 0,1 1 0 0 0,-1 0 0 0 0,0 0 0 0 0,0 1 0 0 0,0 1 0 0 0,0 0 0 0 0,1 0 0 0 0,-1 1 0 0 0,0 1 0 0 0,1 0 0 0 0,0 0-1 0 0,0 1 1 0 0,0 1 0 0 0,-20 11 0 0 0,17-9-65 0 0,1 2-1 0 0,0 0 0 0 0,1 0 1 0 0,0 1-1 0 0,0 1 0 0 0,1 0 1 0 0,1 0-1 0 0,0 1 0 0 0,0 0 1 0 0,1 1-1 0 0,1 0 0 0 0,-11 22 1 0 0,5 2 7 0 0,1 0 0 0 0,2 0 1 0 0,1 1-1 0 0,-7 66 0 0 0,2 159 204 0 0,17 139 639 0 0,0 24 539 0 0,-33-1 190 0 0,-36 17 72 0 0,58-369-1315 0 0,1 146-1 0 0,8-215-322 0 0,0 0 0 0 0,1 0 1 0 0,-1 0-1 0 0,1 0 0 0 0,0 1 0 0 0,0-1 1 0 0,0 0-1 0 0,1 0 0 0 0,-1-1 0 0 0,1 1 0 0 0,0 0 1 0 0,0 0-1 0 0,1-1 0 0 0,-1 1 0 0 0,1-1 0 0 0,-1 0 1 0 0,1 0-1 0 0,0 0 0 0 0,0 0 0 0 0,1 0 0 0 0,3 2 1 0 0,0-1 1 0 0,0-1 1 0 0,0 0 0 0 0,1 0 0 0 0,-1-1 0 0 0,1 0 0 0 0,-1 0-1 0 0,1-1 1 0 0,0 0 0 0 0,-1 0 0 0 0,14-1 0 0 0,5-1-59 0 0,-1-1 0 0 0,0-1 1 0 0,40-11-1 0 0,75-29-1339 0 0,-65 19 12 0 0,94-36-3238 0 0,-59 14-1635 0 0,-41 15-300 0 0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11:35.1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0 103 476 0 0,'0'0'14155'0'0,"14"-4"-13576"0"0,524-73 613 0 0,-440 62-953 0 0,-95 15-221 0 0,32-6-327 0 0,-32 6-274 0 0,-7 11-2595 0 0,-1-5-1448 0 0,-7 6-933 0 0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11:37.7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 11 2216 0 0,'0'0'2135'0'0,"3"-10"7301"0"0,0 29-8612 0 0,-1 0 1 0 0,-1 0-1 0 0,-2 35 0 0 0,-12 62-523 0 0,4-41-146 0 0,-2 7-1543 0 0,0 6-6569 0 0,9-65 2166 0 0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11:38.0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89 101 3076 0 0,'19'-43'7114'0'0,"8"-15"5504"0"0,-25 60-12230 0 0,-1 0-300 0 0,0 0 0 0 0,1 0 0 0 0,-1 1 0 0 0,0-1 0 0 0,0 0 0 0 0,0 1 0 0 0,-1-1 0 0 0,1 1 0 0 0,-1-1 0 0 0,1 0 0 0 0,-1 1 0 0 0,0-1 0 0 0,0 1 0 0 0,0-1 0 0 0,0 4 0 0 0,-6 46 613 0 0,4-37-486 0 0,-16 87 174 0 0,-4-2-1 0 0,-42 117 0 0 0,52-172-1622 0 0,1 0-2812 0 0,-1-16-6565 0 0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11:39.3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206 97 848 0 0,'4'-94'14577'0'0,"-4"91"-12571"0"0,2 5-1816 0 0,0 0-1 0 0,0-1 1 0 0,0 1 0 0 0,-1 0 0 0 0,1 0 0 0 0,-1 0-1 0 0,1 0 1 0 0,-1 0 0 0 0,0 0 0 0 0,0 0-1 0 0,2 4 1 0 0,-3-6-189 0 0,36 81 1648 0 0,-4 0 1 0 0,30 116-1 0 0,-44-122-1397 0 0,-3 1 0 0 0,-4 1 0 0 0,-3 0 0 0 0,-3 0 0 0 0,-8 108 0 0 0,-5-98-199 0 0,-4 0 1 0 0,-4-1-1 0 0,-3-1 1 0 0,-4 0-1 0 0,-58 138 0 0 0,-20-22-4534 0 0,-24-16-6861 0 0,97-148 3080 0 0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11:40.9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101 178 268 0 0,'-68'-53'15908'0'0,"47"39"-10579"0"0,9 4-1599 0 0,12 10-3673 0 0,1-1 0 0 0,-1 1 0 0 0,0-1 0 0 0,1 0 0 0 0,-1 1 0 0 0,1-1 0 0 0,-1 1 0 0 0,1-1 0 0 0,-1 1 0 0 0,1-1 0 0 0,-1 1 0 0 0,1 0 0 0 0,-1-1 0 0 0,1 1 0 0 0,0 0 1 0 0,-1-1-1 0 0,1 1 0 0 0,0 0 0 0 0,-1 0 0 0 0,1 0 0 0 0,0-1 0 0 0,-1 1 0 0 0,1 0 0 0 0,1 0 0 0 0,11-3 267 0 0,1 0 0 0 0,-1 1 0 0 0,24 0-1 0 0,-3 0 39 0 0,348-46 835 0 0,-247 30-2640 0 0,-79 8-3878 0 0,-52 10 3624 0 0,-1-1-163 0 0,0 0 1001 0 0,3-1 215 0 0</inkml:trace>
  <inkml:trace contextRef="#ctx0" brushRef="#br0" timeOffset="1">615 17 556 0 0,'-5'0'2578'0'0,"-5"0"-1131"0"0,-28 3 9143 0 0,30-3-10198 0 0,6 1 1583 0 0,-1 0-1219 0 0,0 1-456 0 0,0 0-1 0 0,0 0 0 0 0,0 0 1 0 0,1 0-1 0 0,-1 0 0 0 0,1 1 1 0 0,-1-1-1 0 0,1 1 1 0 0,0 0-1 0 0,0 0 0 0 0,0 0 1 0 0,1 0-1 0 0,-1 0 0 0 0,1 0 1 0 0,-1 0-1 0 0,0 6 0 0 0,-5 13 1016 0 0,-6 31 0 0 0,8-30-816 0 0,-87 438 2105 0 0,89-436-3023 0 0,-12 57-2129 0 0,12-71 594 0 0,0-1-1 0 0,-9 19 1 0 0,10-26 670 0 0,0 0 0 0 0,0 0 1 0 0,-1-1-1 0 0,1 1 0 0 0,-1-1 0 0 0,-5 4 0 0 0,4-2-1121 0 0</inkml:trace>
  <inkml:trace contextRef="#ctx0" brushRef="#br0" timeOffset="2">126 873 1968 0 0,'-5'0'2464'0'0,"-110"12"17532"0"0,119-12-19459 0 0,111-23 1056 0 0,95-15-1029 0 0,-170 32-618 0 0,105-18-1027 0 0,-50 2-5344 0 0,-82 19 4734 0 0,-10 2 550 0 0,1 0 0 0 0,0 0 0 0 0,-1 0 0 0 0,1 0-1 0 0,-1 0 1 0 0,4-3 0 0 0,4-4-6338 0 0</inkml:trace>
  <inkml:trace contextRef="#ctx0" brushRef="#br0" timeOffset="3">904 573 3000 0 0,'17'-53'15166'0'0,"-17"53"-15079"0"0,0-1 0 0 0,1 1 0 0 0,-1-1 0 0 0,0 1 0 0 0,1-1 0 0 0,-1 1 0 0 0,0 0 0 0 0,1-1 0 0 0,-1 1 0 0 0,1 0 0 0 0,-1-1 0 0 0,0 1 0 0 0,1 0 0 0 0,-1-1 0 0 0,1 1 0 0 0,-1 0 0 0 0,1 0 0 0 0,-1-1 0 0 0,1 1 0 0 0,-1 0 0 0 0,1 0 0 0 0,-1 0 0 0 0,1 0 0 0 0,-1 0 0 0 0,1 0 0 0 0,0 0 0 0 0,-1 0 0 0 0,1 0 0 0 0,-1 0 0 0 0,1 0 0 0 0,0 0 0 0 0,21 7 1206 0 0,-15-3-1071 0 0,1 1 0 0 0,-1 0 0 0 0,-1 1 0 0 0,1 0-1 0 0,-1 0 1 0 0,0 0 0 0 0,0 0 0 0 0,-1 1-1 0 0,0 0 1 0 0,0 0 0 0 0,-1 1 0 0 0,0-1 0 0 0,0 1-1 0 0,0 0 1 0 0,-1 0 0 0 0,0 1 0 0 0,2 14 0 0 0,0 2 138 0 0,-1-1 1 0 0,-1 0 0 0 0,-1 1 0 0 0,-1 0 0 0 0,-4 28 0 0 0,0-17 44 0 0,-3-1 1 0 0,0 1-1 0 0,-20 56 0 0 0,-52 95 1535 0 0,75-177-1617 0 0,3-7-283 0 0,-1-1 1 0 0,1 0-1 0 0,-1 0 0 0 0,0 0 0 0 0,0 0 0 0 0,0 0 0 0 0,0 0 0 0 0,0 0 1 0 0,0 0-1 0 0,-1 0 0 0 0,-2 3 0 0 0,-2 0-40 0 0,4-11 0 0 0,3-8 0 0 0,5-2 0 0 0,2 0 0 0 0,0 0 0 0 0,0 1 0 0 0,2 0 0 0 0,17-22 0 0 0,-15 21 0 0 0,39-50-1176 0 0,4 2 1 0 0,2 3-1 0 0,2 2 0 0 0,4 3 1 0 0,130-90-1 0 0,-140 114-3748 0 0,-16 15-4153 0 0,-22 12-231 0 0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11:42.0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208 2618 872 0 0,'-1'-2'2165'0'0,"-4"-8"-143"0"0,-10-26 9445 0 0,-2 41-10427 0 0,13-1-881 0 0,0 0-1 0 0,0 0 1 0 0,1 0 0 0 0,-1 0 0 0 0,1 1 0 0 0,0-1 0 0 0,0 1 0 0 0,-3 8 0 0 0,-1-1 65 0 0,-19 36 623 0 0,-28 75-1 0 0,44-98-751 0 0,1 0-1 0 0,2 0 0 0 0,0 0 0 0 0,2 1 1 0 0,1 0-1 0 0,1 0 0 0 0,0 39 1 0 0,3-53-57 0 0,1-1 0 0 0,1 1 0 0 0,0-1 1 0 0,1 1-1 0 0,0-1 0 0 0,0 0 1 0 0,1 0-1 0 0,8 14 0 0 0,-8-18 7 0 0,0 0 0 0 0,1 0 1 0 0,0 0-1 0 0,1 0 0 0 0,-1-1 0 0 0,1 0 0 0 0,1 0 0 0 0,-1-1 0 0 0,1 0 0 0 0,0 0 1 0 0,0 0-1 0 0,12 5 0 0 0,-8-5 66 0 0,1-1 0 0 0,-1-1 0 0 0,1 1 0 0 0,-1-2 0 0 0,1 0 0 0 0,0 0 0 0 0,0-1 0 0 0,-1-1 0 0 0,1 0 0 0 0,0 0 0 0 0,0-1 0 0 0,0-1 0 0 0,0 0 0 0 0,-1 0 0 0 0,1-1-1 0 0,-1-1 1 0 0,0 0 0 0 0,17-8 0 0 0,-10 3 54 0 0,-1-1-1 0 0,0 0 0 0 0,-1-1 1 0 0,0-1-1 0 0,0-1 0 0 0,-1 0 0 0 0,-1-1 1 0 0,0 0-1 0 0,-1-1 0 0 0,14-22 0 0 0,-15 18-116 0 0,-1 0 0 0 0,-1 0 0 0 0,-1-1 0 0 0,-1-1 0 0 0,-1 1 0 0 0,0-1-1 0 0,-2 0 1 0 0,0-1 0 0 0,-2 1 0 0 0,3-38 0 0 0,-6 46-38 0 0,0 1-1 0 0,-1-1 1 0 0,0 1 0 0 0,-1-1 0 0 0,0 1 0 0 0,-1 0 0 0 0,-1 0 0 0 0,0 0-1 0 0,0 0 1 0 0,-1 0 0 0 0,0 1 0 0 0,-1 0 0 0 0,-1 0 0 0 0,0 1 0 0 0,0 0-1 0 0,-1 0 1 0 0,0 0 0 0 0,-1 1 0 0 0,-18-16 0 0 0,12 15-55 0 0,0 1 0 0 0,0 0 0 0 0,-1 1 0 0 0,0 0 1 0 0,-25-7-1 0 0,-41-7-5252 0 0,79 22 3750 0 0,-9-3-1907 0 0</inkml:trace>
  <inkml:trace contextRef="#ctx0" brushRef="#br0" timeOffset="1">1404 128 156 0 0,'-52'-91'17552'0'0,"51"89"-16927"0"0,0 1-200 0 0,0 0-268 0 0,0 0 1 0 0,0 0-1 0 0,0 0 0 0 0,0 0 0 0 0,0 0 1 0 0,0 0-1 0 0,1-1 0 0 0,-1 1 1 0 0,0 0-1 0 0,1 0 0 0 0,-1-1 0 0 0,1 1 1 0 0,-1 0-1 0 0,1-1 0 0 0,-1-1 1 0 0,4 1-130 0 0,-1 0 1 0 0,1 1 0 0 0,-1 0-1 0 0,1 0 1 0 0,-1-1 0 0 0,1 1-1 0 0,0 1 1 0 0,0-1 0 0 0,0 0-1 0 0,-1 1 1 0 0,1-1 0 0 0,0 1-1 0 0,0 0 1 0 0,0 0 0 0 0,0 0-1 0 0,0 0 1 0 0,3 2-1 0 0,7-2 39 0 0,323 6 1395 0 0,-316-4-1113 0 0,-17-2-229 0 0,1 0 22 0 0,11 0-61 0 0,-11 0 18 0 0,28 6 117 0 0,-30-5-204 0 0,-1-1-1 0 0,0 1 1 0 0,0 0-1 0 0,0 0 1 0 0,0 0-1 0 0,0 0 1 0 0,0 0-1 0 0,0 0 1 0 0,0 0-1 0 0,0 0 1 0 0,0 0 0 0 0,-1 1-1 0 0,1-1 1 0 0,0 0-1 0 0,0 2 1 0 0,7 20 108 0 0,1 12 395 0 0,-2 2 0 0 0,-2-1 0 0 0,1 62 0 0 0,-3-43 81 0 0,0 562 3480 0 0,-4-580-3893 0 0,-37 444 215 0 0,-31-1 115 0 0,-9 75-203 0 0,30 10-310 0 0,42-403 0 0 0,-8 154 0 0 0,-21-3 0 0 0,31-286 0 0 0,-2-1 0 0 0,-1 1 0 0 0,-19 49 0 0 0,20-64 0 0 0,0-1 0 0 0,0 0 0 0 0,-1 0 0 0 0,0 0 0 0 0,-1-1 0 0 0,0 0 0 0 0,0-1 0 0 0,-1 0 0 0 0,0 0 0 0 0,-19 13 0 0 0,6-9 0 0 0,-2 0 0 0 0,1-1 0 0 0,-2-1 0 0 0,0-1 0 0 0,0-2 0 0 0,0 0 0 0 0,-46 7 0 0 0,20-8 0 0 0,-1-2 0 0 0,1-3 0 0 0,-54-4 0 0 0,40-3-1458 0 0,0-3-1 0 0,1-3 1 0 0,0-3-1 0 0,-62-22 1 0 0,46 7-2529 0 0,0-3 1 0 0,-118-67 0 0 0,116 48-7126 0 0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11:43.5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1012 102 1536 0 0,'29'-47'14116'0'0,"-28"47"-13886"0"0,-1-1-1 0 0,1 0 0 0 0,-1 0 1 0 0,1 0-1 0 0,-1 0 1 0 0,1 0-1 0 0,-1 0 0 0 0,0 0 1 0 0,0 0-1 0 0,1 0 1 0 0,-1 0-1 0 0,0 0 0 0 0,0-1 1 0 0,-2-1-116 0 0,0 0 0 0 0,0 1 1 0 0,-1 0-1 0 0,1-1 0 0 0,-1 1 1 0 0,1 0-1 0 0,-1 0 0 0 0,0 0 0 0 0,0 0 1 0 0,0 1-1 0 0,0-1 0 0 0,0 1 1 0 0,0 0-1 0 0,0 0 0 0 0,0 0 1 0 0,-1 0-1 0 0,-3 0 0 0 0,-12-2 239 0 0,-32-2 1 0 0,50 5-330 0 0,-16 0 36 0 0,0 0 1 0 0,0 1-1 0 0,1 1 0 0 0,-1 1 1 0 0,0 0-1 0 0,1 1 1 0 0,0 0-1 0 0,0 2 0 0 0,0 0 1 0 0,0 1-1 0 0,1 0 0 0 0,0 1 1 0 0,1 1-1 0 0,0 0 1 0 0,0 1-1 0 0,1 1 0 0 0,0 0 1 0 0,1 1-1 0 0,-19 22 0 0 0,13-10-49 0 0,1 0-1 0 0,1 1 1 0 0,1 0-1 0 0,1 1 1 0 0,2 1-1 0 0,0 0 0 0 0,2 1 1 0 0,1 0-1 0 0,1 1 1 0 0,-6 43-1 0 0,2 53 214 0 0,5 167 0 0 0,7-142 356 0 0,-14 259 376 0 0,-19-1-1 0 0,-91 436 1 0 0,23-387-580 0 0,-46 267 1491 0 0,139-661-1687 0 0,0 82 0 0 0,9-116-109 0 0,0 0 0 0 0,2 0 0 0 0,1 0 0 0 0,2 0 1 0 0,9 30-1 0 0,-12-52-50 0 0,0 0-1 0 0,0 0 1 0 0,0 0 0 0 0,1 0 0 0 0,0 0 0 0 0,0-1-1 0 0,1 1 1 0 0,0-1 0 0 0,0 0 0 0 0,0-1-1 0 0,1 1 1 0 0,0-1 0 0 0,9 6 0 0 0,-5-5-20 0 0,0 0 0 0 0,1-1 0 0 0,-1 0 0 0 0,1-1 0 0 0,0 0 0 0 0,1-1 0 0 0,-1 0 0 0 0,13 1 0 0 0,16-1-402 0 0,1-1 1 0 0,0-3 0 0 0,80-10 0 0 0,240-53-5358 0 0,-128-4-4728 0 0,-129 29 536 0 0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11:45.5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66 867 1316 0 0,'6'-4'1759'0'0,"12"-7"11989"0"0,-13 7-11361 0 0,-4 5-2321 0 0,-1-1 0 0 0,1 0 0 0 0,-1 1 0 0 0,1-1 0 0 0,-1 0 0 0 0,0 1 0 0 0,1-1 0 0 0,-1 1-1 0 0,1-1 1 0 0,-1 1 0 0 0,0-1 0 0 0,0 1 0 0 0,1-1 0 0 0,-1 1 0 0 0,0-1 0 0 0,0 1 0 0 0,1-1 0 0 0,-1 2 0 0 0,1 19 507 0 0,0 1-1 0 0,-2 0 1 0 0,0 0-1 0 0,-6 23 1 0 0,-22 92-66 0 0,18-88-346 0 0,-4 13-191 0 0,-16 80-1545 0 0,27-114-1880 0 0,0 41 0 0 0,4-52-1689 0 0,4-4-2787 0 0</inkml:trace>
  <inkml:trace contextRef="#ctx0" brushRef="#br0" timeOffset="1">404 1129 124 0 0,'30'-107'19756'0'0,"-29"105"-19205"0"0,3-6 1350 0 0,-3 17-1040 0 0,-1 16-68 0 0,-4 13-193 0 0,-2-1 0 0 0,-13 48 0 0 0,-1 2-370 0 0,11-46-649 0 0,3-12-188 0 0,-5 41 0 0 0,13-22-2868 0 0,-1-42 2268 0 0,0 0 0 0 0,0 0 0 0 0,1 0 0 0 0,0 0-1 0 0,4 8 1 0 0,13-5-10054 0 0</inkml:trace>
  <inkml:trace contextRef="#ctx0" brushRef="#br0" timeOffset="2">754 1104 1428 0 0,'14'-45'6970'0'0,"-12"33"-3513"0"0,1 1 1 0 0,9-20-1 0 0,-3 0 3004 0 0,-8 21-2397 0 0,-6 21-2794 0 0,-71 234 932 0 0,63-198-4512 0 0,3 0 0 0 0,-6 69 1 0 0,16-110 737 0 0,0-1 1 0 0,0 1-1 0 0,1-1 1 0 0,0 1-1 0 0,2 5 1 0 0</inkml:trace>
  <inkml:trace contextRef="#ctx0" brushRef="#br0" timeOffset="3">1044 99 2620 0 0,'0'-14'2516'0'0,"-1"2"102"0"0,1-1 0 0 0,1 1 1 0 0,0-1-1 0 0,3-15 1 0 0,-3 27-2575 0 0,-1 1 1 0 0,0-1-1 0 0,1 1 1 0 0,-1 0-1 0 0,0-1 1 0 0,1 1-1 0 0,-1 0 1 0 0,1-1 0 0 0,-1 1-1 0 0,0 0 1 0 0,1-1-1 0 0,-1 1 1 0 0,1 0-1 0 0,-1 0 1 0 0,1-1-1 0 0,-1 1 1 0 0,1 0-1 0 0,0 0 1 0 0,-1 0-1 0 0,1 0 1 0 0,-1 0-1 0 0,1 0 1 0 0,-1 0 0 0 0,1 0-1 0 0,-1 0 1 0 0,1 0-1 0 0,-1 0 1 0 0,1 0-1 0 0,0 1 1 0 0,15 3 520 0 0,5 5 27 0 0,-1 2 0 0 0,-1 0 0 0 0,0 1 0 0 0,-1 1 0 0 0,0 0 0 0 0,24 25 0 0 0,-10-5 209 0 0,-1 2-1 0 0,29 43 1 0 0,-31-37-426 0 0,-3 2 0 0 0,-1 1 0 0 0,-2 0 1 0 0,-2 2-1 0 0,-3 1 0 0 0,-1 0 0 0 0,19 93 0 0 0,-28-95-285 0 0,-2 0 1 0 0,-2 0-1 0 0,-2 0 1 0 0,-2 1-1 0 0,-2-1 0 0 0,-2 0 1 0 0,-2 0-1 0 0,-23 85 0 0 0,11-76-2 0 0,-2-1 0 0 0,-2-1-1 0 0,-3-2 1 0 0,-2 0-1 0 0,-1-2 1 0 0,-46 58-1 0 0,29-50-1024 0 0,-65 64-1 0 0,-66 32-6834 0 0,149-134 3985 0 0,7-9-2097 0 0,2-2-3496 0 0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11:46.8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58 108 984 0 0,'-15'-7'5644'0'0,"-21"-9"5280"0"0,34 16-10307 0 0,-2-1 2812 0 0,9 1-1546 0 0,23 1-986 0 0,8 0-477 0 0,298-40 921 0 0,-129 11-2298 0 0,-158 20-111 0 0,-4 0-2588 0 0,-15 6-7420 0 0</inkml:trace>
  <inkml:trace contextRef="#ctx0" brushRef="#br0" timeOffset="1">509 69 2644 0 0,'-73'12'13978'0'0,"70"-12"-12920"0"0,2 0-938 0 0,0 0 0 0 0,0 1 0 0 0,1-1 0 0 0,-1 0 0 0 0,0 0 0 0 0,0 1 0 0 0,0-1 0 0 0,0 0 0 0 0,0 1 0 0 0,0-1 0 0 0,1 1 0 0 0,-1-1 0 0 0,0 1 0 0 0,0 0 0 0 0,1-1 0 0 0,-1 1 0 0 0,0 0 0 0 0,1-1 0 0 0,-1 1 0 0 0,1 0 0 0 0,-1 0 0 0 0,1-1 0 0 0,-1 1 0 0 0,0 2 0 0 0,-9 23 2073 0 0,-30 259 3328 0 0,18-94-4578 0 0,-2 129-8083 0 0,16-261-836 0 0,5-45 3299 0 0,1-3-2463 0 0</inkml:trace>
  <inkml:trace contextRef="#ctx0" brushRef="#br0" timeOffset="2">165 1071 732 0 0,'-5'0'3008'0'0,"-102"0"13844"0"0,103 0-15633 0 0,1 0-774 0 0,-11 0-55 0 0,10 0 885 0 0,10 0-838 0 0,523-50 1227 0 0,-405 32-3219 0 0,-121 17 1042 0 0,0 1 0 0 0,0-1 1 0 0,0 0-1 0 0,-1 0 0 0 0,1 0 0 0 0,0 0 0 0 0,0 0 1 0 0,-1-1-1 0 0,6-3 0 0 0,6-8-8473 0 0</inkml:trace>
  <inkml:trace contextRef="#ctx0" brushRef="#br0" timeOffset="3">973 830 2528 0 0,'0'-1'3645'0'0,"7"-12"1527"0"0,-7 12-4889 0 0,0 0-1 0 0,0 1 1 0 0,0-1 0 0 0,0 0-1 0 0,1 1 1 0 0,-1-1 0 0 0,0 0-1 0 0,1 1 1 0 0,-1-1 0 0 0,0 0-1 0 0,1 1 1 0 0,-1-1 0 0 0,1 1-1 0 0,-1-1 1 0 0,1 1 0 0 0,-1-1-1 0 0,1 1 1 0 0,-1-1 0 0 0,1 1-1 0 0,0 0 1 0 0,-1-1 0 0 0,1 1-1 0 0,0 0 1 0 0,-1-1 0 0 0,1 1-1 0 0,0 0 1 0 0,-1 0 0 0 0,1 0-1 0 0,0 0 1 0 0,0-1 0 0 0,1 2-106 0 0,-1-1-1 0 0,0 1 1 0 0,0 0 0 0 0,1-1 0 0 0,-1 1 0 0 0,0 0 0 0 0,0 0 0 0 0,0-1-1 0 0,0 1 1 0 0,0 0 0 0 0,0 0 0 0 0,0 0 0 0 0,0 1 0 0 0,1 0 0 0 0,4 7 174 0 0,-1 0 1 0 0,0 1 0 0 0,5 11 0 0 0,0 4 170 0 0,-2 1 0 0 0,-1 0 0 0 0,-1 0 0 0 0,-1 0-1 0 0,-2 0 1 0 0,2 42 0 0 0,-6-19 221 0 0,-2 1 0 0 0,-16 78 0 0 0,18-121-441 0 0,-1-1 1 0 0,0 0-1 0 0,-1 1 0 0 0,1-1 0 0 0,-1 0 0 0 0,-7 9 1 0 0,8-13 249 0 0,-10-10-503 0 0,11 6-49 0 0,0 0 0 0 0,1 0 0 0 0,-1-1 0 0 0,0 1 0 0 0,1 0 0 0 0,0 0 0 0 0,-1 0 0 0 0,1 0 0 0 0,0-1 0 0 0,0 1 0 0 0,0 0 0 0 0,1 0 0 0 0,-1 0 0 0 0,0 0 0 0 0,1-1 0 0 0,0-2 0 0 0,1-4 0 0 0,5-25-377 0 0,1 1 0 0 0,1 0 0 0 0,2 0 0 0 0,1 1 1 0 0,2 1-1 0 0,0 0 0 0 0,3 1 0 0 0,33-47 0 0 0,-12 26-705 0 0,1 3-1 0 0,3 1 0 0 0,89-76 1 0 0,-53 65-4208 0 0,-23 26-2899 0 0,-20 17-973 0 0</inkml:trace>
  <inkml:trace contextRef="#ctx0" brushRef="#br0" timeOffset="4">2916 100 844 0 0,'-12'-9'3142'0'0,"1"-1"1"0"0,-16-20-1 0 0,26 29-2397 0 0,-1-1-6 0 0,1 1-797 0 0,-1-1 739 0 0,-1-1-1 0 0,1 1 1 0 0,0 0-1 0 0,-1 0 1 0 0,0 0 0 0 0,1 1-1 0 0,-1-1 1 0 0,0 1 0 0 0,0-1-1 0 0,-4 0 1 0 0,1 5-369 0 0,1 1 0 0 0,-1 0 0 0 0,1 0 0 0 0,0 1 0 0 0,0-1 0 0 0,1 1 1 0 0,-1 0-1 0 0,1 0 0 0 0,-5 8 0 0 0,-33 58 1081 0 0,22-32-947 0 0,3 1-1 0 0,1 1 1 0 0,-17 66 0 0 0,26-79-319 0 0,2 0 0 0 0,1 0 1 0 0,1 0-1 0 0,2 1 1 0 0,0 0-1 0 0,6 43 0 0 0,-3-60-71 0 0,0 0 0 0 0,0-1-1 0 0,2 1 1 0 0,-1-1 0 0 0,2 1 0 0 0,-1-1-1 0 0,2-1 1 0 0,-1 1 0 0 0,1-1-1 0 0,1 0 1 0 0,0 0 0 0 0,0-1-1 0 0,1 0 1 0 0,0 0 0 0 0,1-1 0 0 0,0 0-1 0 0,0 0 1 0 0,0-1 0 0 0,1 0-1 0 0,0-1 1 0 0,1 0 0 0 0,-1-1-1 0 0,1 0 1 0 0,0 0 0 0 0,1-1-1 0 0,-1-1 1 0 0,1 0 0 0 0,-1 0 0 0 0,23 1-1 0 0,-16-4 142 0 0,-1 0 1 0 0,1-1-1 0 0,-1-1 0 0 0,0 0 0 0 0,0-2 1 0 0,0 0-1 0 0,0-1 0 0 0,0 0 0 0 0,-1-1 0 0 0,0-1 1 0 0,0-1-1 0 0,-1 0 0 0 0,0-1 0 0 0,0-1 0 0 0,-1 0 1 0 0,18-17-1 0 0,-6 2-84 0 0,-1-1 1 0 0,-2-1 0 0 0,0-1-1 0 0,-2-1 1 0 0,-1-1-1 0 0,32-63 1 0 0,-42 73-79 0 0,-2 0-1 0 0,0-1 1 0 0,-1 0 0 0 0,-1 0-1 0 0,0-1 1 0 0,-2 1 0 0 0,-1-1-1 0 0,1-28 1 0 0,-4 40-22 0 0,0 0 0 0 0,-1 0 1 0 0,0 0-1 0 0,-1 0 0 0 0,0 0 0 0 0,0 0 0 0 0,-1 0 1 0 0,-1 1-1 0 0,1-1 0 0 0,-2 1 0 0 0,1 0 0 0 0,-1 0 1 0 0,0 0-1 0 0,-1 1 0 0 0,0 0 0 0 0,-1 0 0 0 0,1 0 1 0 0,-1 1-1 0 0,-16-12 0 0 0,9 9-110 0 0,0 1 0 0 0,-1 0 0 0 0,0 1 0 0 0,0 0 0 0 0,-1 2 0 0 0,0 0 0 0 0,-27-7 0 0 0,19 9-258 0 0,-1 0 0 0 0,1 1 0 0 0,-1 1 0 0 0,-43 3 0 0 0,24 4-180 0 0,1 2 0 0 0,0 1-1 0 0,1 3 1 0 0,0 1 0 0 0,-67 29-1 0 0,67-21-319 0 0,1 2-1 0 0,0 2 1 0 0,2 1-1 0 0,-37 32 1 0 0,-133 135-9688 0 0,122-102 763 0 0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11:48.1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405 339 1360 0 0,'0'-3'1912'0'0,"0"-6"-788"0"0,0 0 0 0 0,0 0 0 0 0,-1 0 0 0 0,-1 0 0 0 0,1 1 0 0 0,-1-1 0 0 0,-1 0 0 0 0,0 1-1 0 0,-6-13 1 0 0,9 19-1004 0 0,-1 1-1 0 0,0-1 0 0 0,0 1 0 0 0,0-1 0 0 0,0 1 0 0 0,0 0 1 0 0,0 0-1 0 0,0-1 0 0 0,0 1 0 0 0,-1 0 0 0 0,1 0 0 0 0,0 0 1 0 0,-1 0-1 0 0,1 0 0 0 0,-1 1 0 0 0,1-1 0 0 0,-1 0 0 0 0,1 1 1 0 0,-1-1-1 0 0,0 1 0 0 0,1-1 0 0 0,-1 1 0 0 0,0 0 0 0 0,1 0 1 0 0,-1 0-1 0 0,0 0 0 0 0,1 0 0 0 0,-1 0 0 0 0,0 0 1 0 0,1 1-1 0 0,-1-1 0 0 0,0 0 0 0 0,1 1 0 0 0,-1-1 0 0 0,1 1 1 0 0,-1 0-1 0 0,1 0 0 0 0,-3 1 0 0 0,-6 5 185 0 0,0 1 1 0 0,1 0-1 0 0,0 0 0 0 0,1 1 1 0 0,-1 1-1 0 0,2-1 0 0 0,-1 1 1 0 0,-8 16-1 0 0,8-14-51 0 0,-30 46 761 0 0,3 2 0 0 0,-37 86 0 0 0,53-99-649 0 0,2 1-1 0 0,2 0 0 0 0,-17 97 0 0 0,30-133-273 0 0,1 0 1 0 0,0 1 0 0 0,1-1-1 0 0,0 0 1 0 0,1 1 0 0 0,0-1-1 0 0,1 0 1 0 0,1 0 0 0 0,6 19-1 0 0,-7-25-38 0 0,1 0 0 0 0,0 0 0 0 0,0 0-1 0 0,0-1 1 0 0,1 1 0 0 0,0-1 0 0 0,0 0-1 0 0,0 0 1 0 0,1 0 0 0 0,0-1 0 0 0,0 1-1 0 0,0-1 1 0 0,0 0 0 0 0,1-1 0 0 0,-1 1-1 0 0,1-1 1 0 0,0 0 0 0 0,0-1 0 0 0,9 3-1 0 0,-3-2-28 0 0,1-1 0 0 0,-1 0-1 0 0,0 0 1 0 0,1-2 0 0 0,-1 0-1 0 0,0 0 1 0 0,1-1 0 0 0,-1 0 0 0 0,0-1-1 0 0,0-1 1 0 0,0 0 0 0 0,0 0-1 0 0,14-7 1 0 0,2-2-14 0 0,1-2-1 0 0,-2-1 1 0 0,0-1 0 0 0,26-20-1 0 0,-31 19 1 0 0,-1-2-1 0 0,-1 0 1 0 0,-1-1 0 0 0,-1 0-1 0 0,0-2 1 0 0,18-31-1 0 0,-17 22-4 0 0,-1-1-1 0 0,-2 0 1 0 0,-1-2-1 0 0,14-46 1 0 0,-22 53-6 0 0,-1 1 0 0 0,-1-1 0 0 0,-2-1 0 0 0,0 1 0 0 0,-2 0 1 0 0,-1-1-1 0 0,-1 1 0 0 0,-9-52 0 0 0,6 57-10 0 0,-2 1-1 0 0,0 0 0 0 0,-1 0 1 0 0,-1 0-1 0 0,-1 1 1 0 0,-1 0-1 0 0,0 1 1 0 0,-2 0-1 0 0,0 1 1 0 0,-1 0-1 0 0,-25-25 1 0 0,32 36-108 0 0,-1 1 0 0 0,-1-1 0 0 0,1 2 1 0 0,-1-1-1 0 0,0 1 0 0 0,0 0 0 0 0,-1 1 1 0 0,0 0-1 0 0,1 0 0 0 0,-1 1 0 0 0,0 0 0 0 0,-1 1 1 0 0,1 0-1 0 0,0 0 0 0 0,-14 0 0 0 0,14 2-175 0 0,0 1 0 0 0,1-1 0 0 0,-1 1 0 0 0,1 1-1 0 0,-1 0 1 0 0,1 0 0 0 0,0 1 0 0 0,0 0 0 0 0,0 0-1 0 0,0 1 1 0 0,0 0 0 0 0,1 0 0 0 0,0 1-1 0 0,0 0 1 0 0,0 0 0 0 0,0 1 0 0 0,-8 8 0 0 0,7-4-444 0 0,-1 0 1 0 0,1 0 0 0 0,1 1 0 0 0,0 0-1 0 0,-7 15 1 0 0,8-13-1688 0 0,1 1-1 0 0,-6 20 1 0 0,2 3-5220 0 0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11:49.5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259 111 1408 0 0,'-5'-15'3866'0'0,"-1"-43"2017"0"0,6 56-5410 0 0,-6-20 3315 0 0,2 25-3639 0 0,0 0 0 0 0,0 1-1 0 0,0 0 1 0 0,1-1 0 0 0,-1 1 0 0 0,1 1-1 0 0,0-1 1 0 0,-4 8 0 0 0,-23 47 650 0 0,18-33-508 0 0,-5 10-20 0 0,1 1 0 0 0,2 1 0 0 0,-14 61 0 0 0,22-74-222 0 0,2 0 1 0 0,1 1-1 0 0,0-1 0 0 0,2 1 0 0 0,2 0 0 0 0,4 43 0 0 0,-3-58-36 0 0,1 0-1 0 0,0 0 1 0 0,0 0 0 0 0,1 0-1 0 0,0-1 1 0 0,1 1-1 0 0,0-1 1 0 0,1 0 0 0 0,0 0-1 0 0,1-1 1 0 0,0 0-1 0 0,9 9 1 0 0,-11-12 9 0 0,1-1 0 0 0,0 0 1 0 0,1 0-1 0 0,-1 0 0 0 0,1-1 0 0 0,0 0 1 0 0,0-1-1 0 0,1 0 0 0 0,-1 0 0 0 0,1 0 0 0 0,-1-1 1 0 0,1 0-1 0 0,0 0 0 0 0,0-1 0 0 0,0 0 1 0 0,-1 0-1 0 0,1-1 0 0 0,9-1 0 0 0,-2-1 34 0 0,0 0-1 0 0,-1-1 1 0 0,1-1-1 0 0,-1 0 1 0 0,0-2-1 0 0,-1 1 1 0 0,1-1-1 0 0,-1-1 1 0 0,0-1-1 0 0,0 0 1 0 0,-1 0 0 0 0,22-20-1 0 0,-10 5-12 0 0,-1-1-1 0 0,-2-1 1 0 0,0 0 0 0 0,30-50 0 0 0,-40 56-33 0 0,0 0 1 0 0,-2 0-1 0 0,0-1 1 0 0,-1 0 0 0 0,-1 0-1 0 0,-1-1 1 0 0,-1 0-1 0 0,-1 0 1 0 0,3-35-1 0 0,-7 46-13 0 0,0 0-1 0 0,0 0 0 0 0,-1 1 1 0 0,0-1-1 0 0,-1 0 0 0 0,0 1 1 0 0,0-1-1 0 0,-1 1 0 0 0,-1 0 1 0 0,1 0-1 0 0,-1 0 1 0 0,-1 0-1 0 0,0 0 0 0 0,0 1 1 0 0,0 0-1 0 0,-1 0 0 0 0,-1 1 1 0 0,1 0-1 0 0,-1 0 0 0 0,0 0 1 0 0,-1 1-1 0 0,1 0 0 0 0,-11-7 1 0 0,0 4-236 0 0,0 0 0 0 0,0 1 0 0 0,0 1 1 0 0,-1 1-1 0 0,0 0 0 0 0,-1 1 1 0 0,1 1-1 0 0,-1 1 0 0 0,0 1 1 0 0,1 1-1 0 0,-1 0 0 0 0,-21 3 0 0 0,4 2-1337 0 0,-1 1 0 0 0,2 2-1 0 0,-1 1 1 0 0,1 2 0 0 0,-51 21-1 0 0,25-4-4272 0 0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11:50.6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5249 0 1432 0 0,'0'0'11941'0'0,"0"0"-11831"0"0,0 0 1 0 0,-1 0 0 0 0,1 0 0 0 0,0 1 0 0 0,0-1-1 0 0,-1 0 1 0 0,1 0 0 0 0,0 0 0 0 0,-1 0 0 0 0,1 0-1 0 0,0 1 1 0 0,0-1 0 0 0,0 0 0 0 0,-1 0 0 0 0,1 0-1 0 0,0 1 1 0 0,0-1 0 0 0,0 0 0 0 0,-1 0 0 0 0,1 1-1 0 0,0-1 1 0 0,0 0 0 0 0,0 0 0 0 0,0 1 0 0 0,0-1-1 0 0,0 0 1 0 0,-1 0 0 0 0,1 1 0 0 0,0-1 0 0 0,0 0-1 0 0,0 1 1 0 0,0-1 0 0 0,139 31 1685 0 0,24 6-1548 0 0,-131-28-125 0 0,-21-7 42 0 0,-1 0 0 0 0,1 2 0 0 0,-1-1 0 0 0,11 6-1 0 0,-16-6-25 0 0,0 1-1 0 0,0-1 1 0 0,-1 0-1 0 0,0 1 0 0 0,1 0 1 0 0,-1 0-1 0 0,-1 1 1 0 0,1-1-1 0 0,-1 1 0 0 0,1-1 1 0 0,-1 1-1 0 0,-1 0 1 0 0,1 0-1 0 0,-1 1 0 0 0,0-1 1 0 0,0 0-1 0 0,0 1 1 0 0,-1 0-1 0 0,2 6 0 0 0,0 15 514 0 0,0-1 0 0 0,-2 52-1 0 0,-1-50-156 0 0,-26 893 5003 0 0,-177 621-3467 0 0,82-966-2031 0 0,42-211 0 0 0,-2 9 0 0 0,72-333 0 0 0,-3-2 0 0 0,-1 0 0 0 0,-1 0 0 0 0,-27 48 0 0 0,29-67 0 0 0,0 0 0 0 0,-2-1 0 0 0,0 0 0 0 0,-1-1 0 0 0,-1 0 0 0 0,0-2 0 0 0,-2 0 0 0 0,0 0 0 0 0,-21 12 0 0 0,-8 2-952 0 0,-2-3-1 0 0,-1-2 1 0 0,-1-2-1 0 0,-1-2 1 0 0,-102 25 0 0 0,71-28-1114 0 0,-1-3 0 0 0,0-5 0 0 0,-103 1 0 0 0,109-12-4438 0 0,-1-3-3377 0 0</inkml:trace>
  <inkml:trace contextRef="#ctx0" brushRef="#br0" timeOffset="1">946 279 1392 0 0,'2'-1'2065'0'0,"1"-2"-1008"0"0,1 1 1 0 0,-1-1-1 0 0,1 0 0 0 0,-1 0 1 0 0,0 0-1 0 0,0 0 0 0 0,0-1 0 0 0,-1 1 1 0 0,1-1-1 0 0,3-7 0 0 0,-2 4 517 0 0,-3 4-964 0 0,1 1 0 0 0,-1-1 0 0 0,0 0 0 0 0,1 0 0 0 0,-1 0 0 0 0,1-5 0 0 0,-2 7-581 0 0,0 0 0 0 0,0 0-1 0 0,0 1 1 0 0,0-1 0 0 0,0 0 0 0 0,0 1-1 0 0,0-1 1 0 0,0 0 0 0 0,-1 1-1 0 0,1-1 1 0 0,0 0 0 0 0,0 0 0 0 0,0 1-1 0 0,-1-1 1 0 0,1 1 0 0 0,0-1 0 0 0,-1 0-1 0 0,1 1 1 0 0,-1-1 0 0 0,1 1-1 0 0,-1-1 1 0 0,1 1 0 0 0,-1-1 0 0 0,1 1-1 0 0,-1-1 1 0 0,1 1 0 0 0,-1-1 0 0 0,0 1-1 0 0,1 0 1 0 0,-1-1 0 0 0,1 1-1 0 0,-1 0 1 0 0,0 0 0 0 0,1 0 0 0 0,-1-1-1 0 0,0 1 1 0 0,0 0 0 0 0,1 0 0 0 0,-1 0-1 0 0,0 0 1 0 0,1 0 0 0 0,-1 0-1 0 0,0 0 1 0 0,0 0 0 0 0,1 0 0 0 0,-1 1-1 0 0,-1-1 1 0 0,-12 2-18 0 0,0 1 0 0 0,0 0-1 0 0,0 1 1 0 0,0 1 0 0 0,1 0 0 0 0,0 1-1 0 0,0 0 1 0 0,0 1 0 0 0,1 0 0 0 0,0 1-1 0 0,0 0 1 0 0,1 1 0 0 0,-19 20 0 0 0,0 2 3 0 0,1 2 1 0 0,2 1 0 0 0,-33 53-1 0 0,33-40 16 0 0,2 1-1 0 0,2 1 0 0 0,2 1 1 0 0,2 1-1 0 0,-12 55 1 0 0,-43 269 957 0 0,70-351-882 0 0,-44 373 1227 0 0,20 6 138 0 0,-17 171 312 0 0,-86 278-348 0 0,49-360-1035 0 0,63-372-323 0 0,-33 284 376 0 0,51-385-417 0 0,0 1-1 0 0,1-1 0 0 0,1 0 0 0 0,1 1 0 0 0,1-1 1 0 0,6 23-1 0 0,-7-35-24 0 0,1 1 0 0 0,0-1 0 0 0,1 0 0 0 0,-1 0 0 0 0,1 0 0 0 0,0-1 1 0 0,1 1-1 0 0,0-1 0 0 0,0 0 0 0 0,0 0 0 0 0,1-1 0 0 0,0 1 0 0 0,0-1 0 0 0,0 0 0 0 0,1-1 1 0 0,-1 0-1 0 0,15 7 0 0 0,6 0-79 0 0,0-2 0 0 0,0 0 0 0 0,1-2 0 0 0,53 7 0 0 0,118 0-2130 0 0,-192-14 2075 0 0,279 2-5770 0 0,-97-8-3610 0 0,-67 0-1181 0 0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11:58.2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15 1292 0 0,'0'0'1288'0'0,"11"-8"992"0"0,-3 1-1471 0 0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12:02.2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126 74 1884 0 0,'0'0'1560'0'0,"-3"-1"-108"0"0,3 1-1446 0 0,-5-2 1019 0 0,0 0 1 0 0,1 0 0 0 0,-1 0 0 0 0,1-1-1 0 0,0 0 1 0 0,0 1 0 0 0,0-2 0 0 0,-5-4 1755 0 0,-30-8 3233 0 0,22 4-9173 0 0,5 5-247 0 0,2-3-3979 0 0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11:55.5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134 91 372 0 0,'1'-3'2041'0'0,"37"-84"11818"0"0,-37 98-13444 0 0,0 0-1 0 0,-1 0 1 0 0,0 0-1 0 0,-1 0 1 0 0,-1 0-1 0 0,0 0 1 0 0,-5 18-1 0 0,1-2 87 0 0,-30 137 1144 0 0,-37 212 352 0 0,39-158-688 0 0,34-216-1198 0 0,-5 5 99 0 0,-4-11-6206 0 0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11:57.6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 24 196 0 0,'-8'-7'5353'0'0,"1"-1"-2573"0"0,3 0-2516 0 0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11:57.0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89 144 20 0 0,'0'0'1423'0'0,"-9"-25"3281"0"0,-3 4-1471 0 0,12 21-3202 0 0,0-1-1 0 0,0 1 1 0 0,0 0 0 0 0,0 0 0 0 0,-1 0 0 0 0,1-1 0 0 0,0 1 0 0 0,0 0 0 0 0,0 0-1 0 0,-1 0 1 0 0,1 0 0 0 0,0 0 0 0 0,0-1 0 0 0,-1 1 0 0 0,1 0 0 0 0,0 0-1 0 0,0 0 1 0 0,-1 0 0 0 0,1 0 0 0 0,0 0 0 0 0,0 0 0 0 0,-1 0 0 0 0,1 0-1 0 0,0 0 1 0 0,0 0 0 0 0,-1 0 0 0 0,1 0 0 0 0,0 0 0 0 0,-1 0 0 0 0,-6 13 715 0 0,-5 30 235 0 0,2 1-1 0 0,-5 49 0 0 0,12-63-669 0 0,1 0 1 0 0,2 1-1 0 0,1-1 0 0 0,5 37 0 0 0,-4-60-232 0 0,-1 1 0 0 0,2 0-1 0 0,-1 0 1 0 0,1-1-1 0 0,0 1 1 0 0,0-1 0 0 0,1 0-1 0 0,0 0 1 0 0,0 0 0 0 0,1 0-1 0 0,-1-1 1 0 0,1 0-1 0 0,1 0 1 0 0,0 0 0 0 0,-1-1-1 0 0,2 1 1 0 0,-1-2-1 0 0,0 1 1 0 0,1-1 0 0 0,13 7-1 0 0,-5-5 32 0 0,0 0 0 0 0,0-1 0 0 0,1-1 0 0 0,0 0 0 0 0,0-2 0 0 0,0 1 0 0 0,0-2 0 0 0,0 0 0 0 0,23-2 0 0 0,-18-1 53 0 0,0 0-1 0 0,0-1 1 0 0,-1-1 0 0 0,1-2 0 0 0,-1 0 0 0 0,0 0 0 0 0,0-2 0 0 0,-1-1-1 0 0,0 0 1 0 0,22-16 0 0 0,-27 16-98 0 0,-1-1 0 0 0,0-1-1 0 0,-1 0 1 0 0,0 0 0 0 0,-1-1-1 0 0,-1-1 1 0 0,0 0 0 0 0,0 0-1 0 0,-1-1 1 0 0,-1 0 0 0 0,0-1-1 0 0,-1 0 1 0 0,9-27 0 0 0,-11 25-46 0 0,-1-1 1 0 0,0 1 0 0 0,-1-1 0 0 0,-1 0 0 0 0,-1 1 0 0 0,0-1 0 0 0,-2 0-1 0 0,-3-30 1 0 0,2 39-19 0 0,1 1 0 0 0,-2 0 1 0 0,1-1-1 0 0,-1 1 0 0 0,0 0 0 0 0,-1 0 0 0 0,0 1 0 0 0,0-1 0 0 0,-1 1 0 0 0,0 0 0 0 0,0 0 0 0 0,0 0 1 0 0,-1 1-1 0 0,0 0 0 0 0,0 0 0 0 0,-1 0 0 0 0,0 1 0 0 0,0 0 0 0 0,-15-8 0 0 0,10 8-137 0 0,1 1 0 0 0,-1 0 0 0 0,0 0 0 0 0,-1 1 0 0 0,1 1 0 0 0,-1 0-1 0 0,1 0 1 0 0,-1 2 0 0 0,1-1 0 0 0,-1 2 0 0 0,0 0 0 0 0,1 0 0 0 0,-1 1 0 0 0,1 0-1 0 0,0 1 1 0 0,-15 6 0 0 0,-4 3-611 0 0,1 1-1 0 0,1 1 1 0 0,0 1 0 0 0,2 2-1 0 0,-31 23 1 0 0,24-12-1597 0 0,0 2 0 0 0,-36 41 0 0 0,28-24-2619 0 0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11:59.8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91 201 1680 0 0,'2'-25'6357'0'0,"-2"15"-5689"0"0,0 8-96 0 0,1 1-497 0 0,-1 1 0 0 0,0-1-1 0 0,0 1 1 0 0,0-1 0 0 0,0 1 0 0 0,0-1 0 0 0,0 1 0 0 0,0 0-1 0 0,0-1 1 0 0,-1 1 0 0 0,1-1 0 0 0,0 1 0 0 0,0-1 0 0 0,0 1-1 0 0,0 0 1 0 0,-1-1 0 0 0,1 1 0 0 0,0-1 0 0 0,0 1 0 0 0,-1 0-1 0 0,1-1 1 0 0,0 1 0 0 0,-1 0 0 0 0,1-1 0 0 0,-6 7 86 0 0,0 1 0 0 0,1 0 0 0 0,0 0 0 0 0,1 1 0 0 0,0-1 1 0 0,0 1-1 0 0,-4 9 0 0 0,-17 64 480 0 0,13-40-488 0 0,9-33-72 0 0,1 0 1 0 0,0 0-1 0 0,1 0 1 0 0,0 0-1 0 0,0 1 1 0 0,1-1-1 0 0,0 0 1 0 0,0 1-1 0 0,1-1 1 0 0,0 0-1 0 0,0 0 1 0 0,4 11-1 0 0,-3-13-10 0 0,1 0 0 0 0,0 0 0 0 0,0 0 0 0 0,0 0 0 0 0,1 0 0 0 0,-1-1 0 0 0,1 0 0 0 0,1 1 0 0 0,-1-2 0 0 0,1 1 0 0 0,0 0 0 0 0,0-1 0 0 0,0 0 0 0 0,0 0 0 0 0,1 0 0 0 0,6 2 0 0 0,11 5 5 0 0,-1-2 1 0 0,2-1 0 0 0,-1-1-1 0 0,1-1 1 0 0,0-1 0 0 0,0-1-1 0 0,1-1 1 0 0,-1-1-1 0 0,1-1 1 0 0,-1-1 0 0 0,1-1-1 0 0,0-2 1 0 0,-1 0 0 0 0,0-2-1 0 0,0 0 1 0 0,0-2 0 0 0,30-12-1 0 0,-46 15-53 0 0,0 0 0 0 0,-1 0-1 0 0,1 0 1 0 0,-1-1 0 0 0,0 0 0 0 0,-1-1-1 0 0,1 0 1 0 0,-1 0 0 0 0,0 0 0 0 0,0-1-1 0 0,-1 1 1 0 0,0-1 0 0 0,0-1-1 0 0,-1 1 1 0 0,0-1 0 0 0,0 1 0 0 0,-1-1-1 0 0,0 0 1 0 0,0-1 0 0 0,-1 1 0 0 0,0 0-1 0 0,0-1 1 0 0,-1 1 0 0 0,0-1 0 0 0,0 0-1 0 0,-1 1 1 0 0,-1-1 0 0 0,1 0-1 0 0,-1 1 1 0 0,-4-15 0 0 0,1 6-9 0 0,-1 0-1 0 0,-1 0 1 0 0,0 1-1 0 0,-1 0 1 0 0,-1 0 0 0 0,-1 1-1 0 0,0 0 1 0 0,-1 0 0 0 0,0 1-1 0 0,-1 0 1 0 0,-1 1-1 0 0,0 1 1 0 0,-1-1 0 0 0,-16-11-1 0 0,14 13-291 0 0,-1 0-1 0 0,0 1 0 0 0,-1 1 0 0 0,0 0 1 0 0,0 1-1 0 0,-1 1 0 0 0,0 1 1 0 0,0 0-1 0 0,0 1 0 0 0,-1 2 0 0 0,0-1 1 0 0,-37 0-1 0 0,51 4-2 0 0,0 0 0 0 0,0 1 0 0 0,0-1 1 0 0,0 1-1 0 0,0 0 0 0 0,0 1 0 0 0,-5 1 0 0 0,7-2-249 0 0,1 0 0 0 0,0 1 0 0 0,0-1 0 0 0,0 0 0 0 0,0 1 0 0 0,0-1 0 0 0,0 1 0 0 0,0 0 0 0 0,-3 3 0 0 0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12:00.9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1 135 40 0 0,'107'-128'15887'0'0,"-107"128"-15802"0"0,1-1 0 0 0,-1 1 0 0 0,1-1 0 0 0,-1 1 0 0 0,1-1 0 0 0,-1 1 0 0 0,1-1 0 0 0,-1 1 0 0 0,1-1 0 0 0,0 1 0 0 0,-1 0 0 0 0,1-1 0 0 0,0 1 0 0 0,-1 0 0 0 0,1 0 0 0 0,0 0 0 0 0,-1-1 0 0 0,1 1 0 0 0,0 0 0 0 0,0 0 0 0 0,-1 0 0 0 0,1 0 0 0 0,0 0 0 0 0,0 0 0 0 0,-1 0 0 0 0,1 0 0 0 0,0 1 0 0 0,-1-1 0 0 0,1 0 0 0 0,0 0 0 0 0,-1 1 0 0 0,1-1 0 0 0,0 0 0 0 0,0 1 0 0 0,1 0-280 0 0,0 3 572 0 0,-11 211 1943 0 0,-1 2-4219 0 0,17-73-8352 0 0,-3-115 3401 0 0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12:03.6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0 96 0 0,'0'0'796'0'0,"-6"9"-1308"0"0</inkml:trace>
  <inkml:trace contextRef="#ctx0" brushRef="#br0" timeOffset="1">1431 980 1376 0 0,'0'0'1892'0'0,"23"0"-768"0"0,-4 5-900 0 0,-2 1-684 0 0,2 0-1292 0 0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11:14.9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90 119 1988 0 0,'-17'-103'16499'0'0,"17"101"-15961"0"0,-5-11 2256 0 0,2 25-2013 0 0,1 0 0 0 0,0 0 0 0 0,1 0 0 0 0,0 23 0 0 0,1-12-163 0 0,-26 309 2793 0 0,10-156-2991 0 0,1-33-1808 0 0,15-109-3114 0 0,0-32 2825 0 0,-2-28-11723 0 0,4 8 6598 0 0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11:15.2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20 309 1608 0 0,'7'-97'5984'0'0,"-2"33"301"0"0,-2-84-1 0 0,-2 156-5758 0 0,0-1 0 0 0,1 1-1 0 0,0-1 1 0 0,6 12 0 0 0,1 5 269 0 0,18 60 798 0 0,119 406 2730 0 0,-119-379-3931 0 0,-5 1 1 0 0,11 168 0 0 0,-31-232-327 0 0,-3 0 1 0 0,-1 0 0 0 0,-3-1-1 0 0,-2 1 1 0 0,-17 62-1 0 0,14-73-182 0 0,-3 0 0 0 0,-1-1 0 0 0,-1-1 0 0 0,-2 0 0 0 0,-2-2 0 0 0,-1 0 0 0 0,-28 35 0 0 0,29-43-825 0 0,-38 44-2652 0 0,49-61 486 0 0,0 0 0 0 0,-19 13-1 0 0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11:16.3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129 330 2780 0 0,'-55'-48'8795'0'0,"38"35"-5092"0"0,1-1 0 0 0,-23-25 0 0 0,39 38-3652 0 0,0 0-1 0 0,-1 1 0 0 0,1-1 1 0 0,0 0-1 0 0,0 0 1 0 0,-1 0-1 0 0,1 0 1 0 0,0 0-1 0 0,0 0 0 0 0,0 0 1 0 0,0 0-1 0 0,0 0 1 0 0,1 0-1 0 0,-1 0 1 0 0,0 0-1 0 0,0 0 0 0 0,0 0 1 0 0,1 1-1 0 0,-1-1 1 0 0,1 0-1 0 0,-1 0 0 0 0,1 0 1 0 0,-1 0-1 0 0,1 1 1 0 0,-1-1-1 0 0,1 0 1 0 0,0 0-1 0 0,-1 1 0 0 0,1-1 1 0 0,1 0-1 0 0,-2 1-49 0 0,8-7 138 0 0,0 1 1 0 0,1 0-1 0 0,0 1 1 0 0,0 0-1 0 0,0 1 1 0 0,1-1-1 0 0,14-3 1 0 0,-1-1 11 0 0,63-22 40 0 0,2 4-1 0 0,0 4 1 0 0,144-19-1 0 0,-213 39-523 0 0,7 0-2785 0 0,33-2-1 0 0,-55 5 1592 0 0,4 9-1187 0 0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11:17.3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490 0 1912 0 0,'-4'0'2472'0'0,"-45"6"7291"0"0,47-6-8365 0 0,-2 1-191 0 0,-1 0-917 0 0,3-1-79 0 0,1 0 1 0 0,-1 0 0 0 0,0 0-1 0 0,1 1 1 0 0,-1-1-1 0 0,0 0 1 0 0,1 1 0 0 0,-1 0-1 0 0,1-1 1 0 0,-1 1 0 0 0,1 0-1 0 0,-1 0 1 0 0,1-1 0 0 0,0 1-1 0 0,-1 0 1 0 0,1 1 0 0 0,0-1-1 0 0,0 0 1 0 0,0 0 0 0 0,0 0-1 0 0,0 1 1 0 0,0-1-1 0 0,0 0 1 0 0,0 1 0 0 0,0-1-1 0 0,0 3 1 0 0,-8 24 1932 0 0,1 1-1 0 0,-7 57 1 0 0,1 67-50 0 0,12-114-1658 0 0,-27 476 611 0 0,28-496-1044 0 0,-4 81-3 0 0,4-75-2035 0 0,-2-4-5769 0 0,1 5-2324 0 0</inkml:trace>
  <inkml:trace contextRef="#ctx0" brushRef="#br0" timeOffset="1">200 1072 2920 0 0,'-4'0'1907'0'0,"-167"6"15383"0"0,168-5-16511 0 0,-1-1-149 0 0,-10 0-50 0 0,11 0 1763 0 0,7-1-2025 0 0,227-38 1350 0 0,89-13-1243 0 0,-293 48-399 0 0,3 1 59 0 0,55-15 1 0 0,-77 16-231 0 0,0 0 1 0 0,0 0 0 0 0,-1 1 0 0 0,10 0 0 0 0,-7 1-4423 0 0</inkml:trace>
  <inkml:trace contextRef="#ctx0" brushRef="#br0" timeOffset="2">1142 980 1848 0 0,'-1'-3'3544'0'0,"-4"-11"1522"0"0,-2 0-1 0 0,-8-14 0 0 0,-2-4 1310 0 0,16 31-5767 0 0,-2-5 796 0 0,8 11-1050 0 0,3 9-177 0 0,0 0 0 0 0,-1 0 0 0 0,-1 1 0 0 0,8 25 0 0 0,11 63 294 0 0,-24-96-441 0 0,9 45-17 0 0,-2 0-1 0 0,-3 0 0 0 0,-1 56 0 0 0,-5-73 272 0 0,-1 1 1 0 0,-2-1-1 0 0,-2 1 0 0 0,-1-2 1 0 0,-17 52-1 0 0,23-81-107 0 0,-9 14-57 0 0,1-11-120 0 0,8-8 0 0 0,1 0 0 0 0,-1 0 0 0 0,1 0 0 0 0,-1 0 0 0 0,1 0 0 0 0,0 0 0 0 0,-1-1 0 0 0,1 1 0 0 0,-1 0 0 0 0,1 0 0 0 0,0 0 0 0 0,-1 0 0 0 0,1-1 0 0 0,0 1 0 0 0,-1 0 0 0 0,1 0 0 0 0,0-1 0 0 0,-1 1 0 0 0,1 0 0 0 0,0-1 0 0 0,0 1 0 0 0,-1 0 0 0 0,1-1 0 0 0,0 1 0 0 0,0-1 0 0 0,0 1 0 0 0,-1-1 0 0 0,0-2 0 0 0,0 0 0 0 0,0-1 0 0 0,0 1 0 0 0,1-1 0 0 0,0 1 0 0 0,-1 0 0 0 0,1-1 0 0 0,0 1 0 0 0,0-1 0 0 0,1 1 0 0 0,-1 0 0 0 0,2-5 0 0 0,13-45 0 0 0,-9 37 0 0 0,3-11 0 0 0,2 1 0 0 0,0 1 0 0 0,2 0 0 0 0,20-29 0 0 0,72-85 0 0 0,-77 107-1965 0 0,1 0-1 0 0,2 2 1 0 0,51-40 0 0 0,-57 55-1362 0 0,11-2-8686 0 0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12:04.5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1 127 804 0 0,'0'0'1860'0'0,"4"-11"-1704"0"0,8 3-1800 0 0</inkml:trace>
  <inkml:trace contextRef="#ctx0" brushRef="#br0" timeOffset="1">450 167 1296 0 0,'12'6'3444'0'0,"-3"2"-2135"0"0,-3 1-913 0 0,0-1-672 0 0</inkml:trace>
  <inkml:trace contextRef="#ctx0" brushRef="#br0" timeOffset="2">970 1 728 0 0,'0'0'2240'0'0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12:05.6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11 996 0 0,'0'0'2528'0'0,"-2"-11"-2516"0"0</inkml:trace>
  <inkml:trace contextRef="#ctx0" brushRef="#br0" timeOffset="1">36 15 296 0 0,'0'0'1260'0'0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12:06.5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60 0 0,'0'0'2912'0'0,"11"6"-2352"0"0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12:07.1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11 4 0 0,'0'0'4956'0'0,"4"-11"-4464"0"0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12:08.2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 1540 0 0,'0'0'5393'0'0,"6"-8"-5445"0"0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12:09.9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9 552 0 0,'0'0'3592'0'0,"6"-9"-3564"0"0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12:39.0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566 138 792 0 0,'9'-12'2680'0'0,"-1"2"-429"0"0,0-1 0 0 0,8-14 0 0 0,-15 22-1884 0 0,1-1-1 0 0,-1 1 0 0 0,1 0 1 0 0,-1-1-1 0 0,0 0 1 0 0,0 1-1 0 0,-1-1 0 0 0,1 1 1 0 0,-1-1-1 0 0,0 0 0 0 0,1 0 1 0 0,-2-6-1 0 0,0 9-314 0 0,1-1 0 0 0,0 1 0 0 0,-1 0 0 0 0,1-1 0 0 0,-1 1-1 0 0,1 0 1 0 0,-1 0 0 0 0,0-1 0 0 0,0 1 0 0 0,1 0 0 0 0,-1 0 0 0 0,0 0 0 0 0,0 0 0 0 0,0 0 0 0 0,0 0 0 0 0,0 0-1 0 0,0 1 1 0 0,-1-1 0 0 0,1 0 0 0 0,0 0 0 0 0,0 1 0 0 0,-1-1 0 0 0,1 1 0 0 0,0-1 0 0 0,0 1 0 0 0,-1 0 0 0 0,1-1-1 0 0,-1 1 1 0 0,1 0 0 0 0,-2 0 0 0 0,-2 0 3 0 0,0 0 0 0 0,0 0 0 0 0,0 0 0 0 0,0 1-1 0 0,-8 2 1 0 0,6-1-25 0 0,-1 1 0 0 0,1 0 0 0 0,0 0 0 0 0,1 1 0 0 0,-1-1 0 0 0,1 2 0 0 0,-12 8 0 0 0,-36 40 48 0 0,50-48-68 0 0,-41 46 48 0 0,3 1 0 0 0,-70 113 1 0 0,61-73 16 0 0,-47 115 1 0 0,82-166-45 0 0,1 0 0 0 0,2 1-1 0 0,-9 55 1 0 0,18-78-22 0 0,2 0 1 0 0,0 0-1 0 0,1 0 1 0 0,1 0 0 0 0,1 0-1 0 0,1 0 1 0 0,0-1-1 0 0,1 1 1 0 0,1 0-1 0 0,7 18 1 0 0,-7-27 23 0 0,0-1 1 0 0,1 1 0 0 0,0-2 0 0 0,0 1 0 0 0,1 0 0 0 0,0-1-1 0 0,1 0 1 0 0,-1 0 0 0 0,2-1 0 0 0,-1 0 0 0 0,1 0 0 0 0,0-1-1 0 0,0 0 1 0 0,1 0 0 0 0,0-1 0 0 0,0 0 0 0 0,0-1-1 0 0,0 0 1 0 0,1 0 0 0 0,0-1 0 0 0,-1 0 0 0 0,1 0 0 0 0,0-2-1 0 0,1 1 1 0 0,-1-1 0 0 0,0 0 0 0 0,0-1 0 0 0,1-1 0 0 0,12-1-1 0 0,0-1 8 0 0,-1-1-1 0 0,0-1 0 0 0,1-1 0 0 0,-2-1 1 0 0,1-1-1 0 0,-1-1 0 0 0,0-1 0 0 0,-1-1 0 0 0,-1 0 1 0 0,1-2-1 0 0,-2 0 0 0 0,0-1 0 0 0,0-1 1 0 0,-1-1-1 0 0,-1 0 0 0 0,-1-1 0 0 0,0-1 0 0 0,-2 0 1 0 0,0-1-1 0 0,0 0 0 0 0,-2-1 0 0 0,-1 0 1 0 0,0-1-1 0 0,-2 0 0 0 0,0-1 0 0 0,5-24 0 0 0,-6 11-28 0 0,-1 0-1 0 0,-1-1 0 0 0,-3 0 0 0 0,-1 0 0 0 0,-1 0 0 0 0,-2 0 1 0 0,-2 1-1 0 0,-1-1 0 0 0,-1 1 0 0 0,-2 0 0 0 0,-19-50 1 0 0,19 65 0 0 0,-1 1 1 0 0,0 0 0 0 0,-1 0 0 0 0,-2 1-1 0 0,-25-33 1 0 0,31 44-11 0 0,-1 0-1 0 0,1 0 0 0 0,-1 0 1 0 0,0 1-1 0 0,-1 0 0 0 0,0 0 1 0 0,0 1-1 0 0,0 0 0 0 0,0 1 1 0 0,-1-1-1 0 0,0 2 0 0 0,0-1 1 0 0,0 1-1 0 0,0 1 0 0 0,-15-3 1 0 0,15 5-4 0 0,0 0 1 0 0,0 1-1 0 0,0 0 1 0 0,1 0-1 0 0,-1 1 1 0 0,0 0 0 0 0,0 1-1 0 0,1 0 1 0 0,0 0-1 0 0,-1 1 1 0 0,1 0 0 0 0,1 0-1 0 0,-1 1 1 0 0,0 0-1 0 0,1 0 1 0 0,0 1 0 0 0,-7 8-1 0 0,-4 3-2 0 0,2 2 0 0 0,0-1 0 0 0,1 2-1 0 0,1 0 1 0 0,-13 26 0 0 0,17-27 8 0 0,0 1 0 0 0,2 0 1 0 0,0 0-1 0 0,2 1 0 0 0,0 0 0 0 0,1 1 1 0 0,1-1-1 0 0,-2 42 0 0 0,6-46 0 0 0,0 0-1 0 0,1 1 0 0 0,1-1 1 0 0,1 0-1 0 0,1 0 0 0 0,0 0 1 0 0,1-1-1 0 0,1 1 0 0 0,0-1 1 0 0,1 0-1 0 0,15 24 1 0 0,4-2 2 0 0,2-1 1 0 0,1-1-1 0 0,62 58 1 0 0,-28-39 56 0 0,84 57 0 0 0,-58-43 152 0 0,-55-40-1756 0 0,51 32 0 0 0,-80-59-550 0 0,3 3 1298 0 0,1-5-4736 0 0,7-2-1108 0 0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12:39.2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 89 1408 0 0,'-14'-32'11584'0'0,"2"5"-5255"0"0,7 0-3307 0 0,5 24-2416 0 0,0 4-667 0 0,1-1 0 0 0,0 0-1 0 0,-1 0 1 0 0,1 0 0 0 0,-1 1-1 0 0,1-1 1 0 0,0 0 0 0 0,-1 0-1 0 0,1 1 1 0 0,-1-1 0 0 0,1 1-1 0 0,-1-1 1 0 0,1 0 0 0 0,-1 1-1 0 0,0-1 1 0 0,1 1-1 0 0,-1-1 1 0 0,1 1 0 0 0,-1-1-1 0 0,0 1 1 0 0,1 0 0 0 0,-1-1-1 0 0,0 1 1 0 0,0-1 0 0 0,0 1-1 0 0,1 0 1 0 0,-1-1 0 0 0,0 1-1 0 0,0-1 1 0 0,0 1 0 0 0,0 0-1 0 0,0 0 1 0 0,0 0 98 0 0,0 1-1082 0 0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12:40.3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302 70 2388 0 0,'-4'-27'7450'0'0,"-4"-5"-2015"0"0,8 30-4773 0 0,0 1-534 0 0,0 1 0 0 0,0-1 1 0 0,0 1-1 0 0,0 0 0 0 0,-1-1 0 0 0,1 1 1 0 0,0-1-1 0 0,0 1 0 0 0,0 0 0 0 0,0-1 0 0 0,-1 1 1 0 0,1-1-1 0 0,0 1 0 0 0,0 0 0 0 0,-1-1 1 0 0,1 1-1 0 0,0 0 0 0 0,-1-1 0 0 0,1 1 1 0 0,0 0-1 0 0,-1 0 0 0 0,1-1 0 0 0,-5 12 121 0 0,1 0-1 0 0,0 0 1 0 0,1 0-1 0 0,0 0 1 0 0,-2 19-1 0 0,0-1 6 0 0,-190 867 2787 0 0,141-599-3388 0 0,47-238-4466 0 0,7-57 3307 0 0,8-14-6401 0 0,-3-3 1214 0 0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12:42.0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184 259 1848 0 0,'2'-48'5008'0'0,"-2"32"-3467"0"0,1-1 0 0 0,0 1 0 0 0,1 0 0 0 0,6-21 1 0 0,-6 32-1362 0 0,0 0 0 0 0,0 0 1 0 0,0 0-1 0 0,1 0 0 0 0,0 0 1 0 0,0 0-1 0 0,0 1 0 0 0,1 0 1 0 0,-1-1-1 0 0,1 1 0 0 0,0 0 1 0 0,0 1-1 0 0,0-1 1 0 0,1 1-1 0 0,-1 0 0 0 0,10-5 1 0 0,-2 2-83 0 0,1 1 0 0 0,-1 1 0 0 0,1 0 0 0 0,1 0 0 0 0,-1 1 0 0 0,0 1 0 0 0,1 0 0 0 0,-1 1 1 0 0,1 1-1 0 0,-1 0 0 0 0,1 1 0 0 0,0 0 0 0 0,-1 1 0 0 0,0 0 0 0 0,1 1 0 0 0,-1 1 0 0 0,0 0 0 0 0,-1 1 0 0 0,1 0 1 0 0,-1 1-1 0 0,22 13 0 0 0,-30-16-74 0 0,0 0 0 0 0,0 0 0 0 0,0 1 0 0 0,-1-1-1 0 0,1 1 1 0 0,-1 0 0 0 0,0 0 0 0 0,0 0 0 0 0,-1 0 0 0 0,1 0 0 0 0,-1 1 0 0 0,0-1 0 0 0,0 1 0 0 0,0-1 0 0 0,1 8 0 0 0,-2-6-3 0 0,0 1 0 0 0,-1-1 0 0 0,0 1 0 0 0,0-1 0 0 0,0 1 1 0 0,-1 0-1 0 0,0-1 0 0 0,0 0 0 0 0,-1 1 0 0 0,-2 7 0 0 0,-4 5 6 0 0,-1 0-1 0 0,-1-1 0 0 0,0-1 0 0 0,-1 0 1 0 0,-1 0-1 0 0,-19 20 0 0 0,-2 0 10 0 0,-1-3-1 0 0,-75 59 1 0 0,81-73-13 0 0,0-2 1 0 0,-1 0 0 0 0,-1-2-1 0 0,0-1 1 0 0,-36 11-1 0 0,58-23-22 0 0,0-1 0 0 0,0 0 0 0 0,0 0 0 0 0,-1-1 0 0 0,1 0 0 0 0,0-1 0 0 0,0 0 0 0 0,-1 0-1 0 0,1-1 1 0 0,-10-1 0 0 0,16 1-1 0 0,0 1-1 0 0,1 0 1 0 0,-1-1 0 0 0,0 0-1 0 0,0 1 1 0 0,1-1-1 0 0,-1 0 1 0 0,0 0-1 0 0,1 0 1 0 0,-1 0 0 0 0,1 0-1 0 0,-1-1 1 0 0,1 1-1 0 0,0 0 1 0 0,0 0 0 0 0,-1-1-1 0 0,1 1 1 0 0,0-1-1 0 0,0 0 1 0 0,0 1 0 0 0,0-1-1 0 0,1 0 1 0 0,-2-3-1 0 0,1 4 15 0 0,1 0-5 0 0,0 1 0 0 0,0-1-1 0 0,0 0 1 0 0,0 1 0 0 0,0-1 0 0 0,0 1-1 0 0,0-1 1 0 0,0 1 0 0 0,0-1 0 0 0,0 1-1 0 0,0-1 1 0 0,0 1 0 0 0,0-1 0 0 0,0 1-1 0 0,1-1 1 0 0,-1 1 0 0 0,0-1 0 0 0,0 1-1 0 0,1-1 1 0 0,-1 1 0 0 0,0-1 0 0 0,1 1-1 0 0,-1-1 1 0 0,0 1 0 0 0,1 0 0 0 0,-1-1-1 0 0,1 1 1 0 0,-1 0 0 0 0,0-1 0 0 0,1 1-1 0 0,-1 0 1 0 0,1 0 0 0 0,-1-1-1 0 0,1 1 1 0 0,-1 0 0 0 0,1 0 0 0 0,-1 0-1 0 0,1 0 1 0 0,0 0 0 0 0,-1-1 0 0 0,1 1-1 0 0,-1 0 1 0 0,1 0 0 0 0,-1 0 0 0 0,1 1-1 0 0,-1-1 1 0 0,1 0 0 0 0,-1 0 0 0 0,1 0-1 0 0,-1 0 1 0 0,1 0 0 0 0,-1 1 0 0 0,1-1-1 0 0,0 0 1 0 0,2 2 87 0 0,1 0 0 0 0,-1 0 1 0 0,1 0-1 0 0,-1 0 0 0 0,0 0 0 0 0,5 5 0 0 0,4 7 151 0 0,-1 1 0 0 0,0 0 0 0 0,-1 1 0 0 0,15 33 1 0 0,0-3-28 0 0,24 44 79 0 0,-19-33-149 0 0,53 76 1 0 0,-71-117-130 0 0,0-1-1 0 0,1-1 1 0 0,0 0 0 0 0,1-1 0 0 0,0 0-1 0 0,1-1 1 0 0,1 0 0 0 0,0-2-1 0 0,22 12 1 0 0,-26-17-24 0 0,1 0-1 0 0,-1-1 0 0 0,1 0 0 0 0,0-1 1 0 0,0-1-1 0 0,0 0 0 0 0,0 0 1 0 0,1-2-1 0 0,-1 1 0 0 0,0-2 1 0 0,0 0-1 0 0,1 0 0 0 0,-1-1 0 0 0,0-1 1 0 0,-1 0-1 0 0,1-1 0 0 0,0-1 1 0 0,-1 0-1 0 0,0 0 0 0 0,0-1 0 0 0,20-14 1 0 0,-18 11-6 0 0,-1-1 0 0 0,0 0 1 0 0,-1-1-1 0 0,0-1 0 0 0,-1 0 0 0 0,0 0 1 0 0,-1-1-1 0 0,0 0 0 0 0,-1-1 0 0 0,0 0 1 0 0,-1-1-1 0 0,-1 0 0 0 0,-1 0 0 0 0,0 0 1 0 0,-1-1-1 0 0,0 0 0 0 0,3-20 1 0 0,-6 19-21 0 0,-1 0 1 0 0,0 0 0 0 0,-2 0-1 0 0,-2-20 1 0 0,2 29 25 0 0,0 0 1 0 0,-1 0-1 0 0,0 0 0 0 0,0 1 1 0 0,-1-1-1 0 0,0 1 0 0 0,0-1 1 0 0,-1 1-1 0 0,0 0 1 0 0,-7-10-1 0 0,10 16 4 0 0,0-1 1 0 0,0 1-1 0 0,-1 0 1 0 0,1-1-1 0 0,0 1 1 0 0,-1 0-1 0 0,1 0 1 0 0,0 0-1 0 0,-1 0 1 0 0,1 0-1 0 0,-1 0 1 0 0,0 1-1 0 0,1-1 0 0 0,-1 0 1 0 0,0 1-1 0 0,1-1 1 0 0,-1 1-1 0 0,0 0 1 0 0,0 0-1 0 0,1-1 1 0 0,-1 1-1 0 0,0 0 1 0 0,0 1-1 0 0,0-1 1 0 0,1 0-1 0 0,-1 0 1 0 0,0 1-1 0 0,1-1 1 0 0,-1 1-1 0 0,0-1 1 0 0,1 1-1 0 0,-1 0 1 0 0,0 0-1 0 0,1 0 0 0 0,-1-1 1 0 0,1 2-1 0 0,-2 0 1 0 0,-3 3 4 0 0,0 0 0 0 0,1 1-1 0 0,-1-1 1 0 0,1 1 0 0 0,1 0 0 0 0,-1 1 0 0 0,-3 7 0 0 0,-2 2 6 0 0,1 1 0 0 0,1 1 1 0 0,1 0-1 0 0,1 0 1 0 0,0 0-1 0 0,1 1 0 0 0,1-1 1 0 0,1 1-1 0 0,-1 21 1 0 0,4-33-45 0 0,0 0 1 0 0,0 1 0 0 0,0-1 0 0 0,1 1-1 0 0,0-1 1 0 0,1 0 0 0 0,-1 0-1 0 0,2 1 1 0 0,-1-1 0 0 0,1 0 0 0 0,0-1-1 0 0,0 1 1 0 0,0 0 0 0 0,1-1-1 0 0,0 0 1 0 0,1 0 0 0 0,-1 0-1 0 0,1 0 1 0 0,0-1 0 0 0,1 0 0 0 0,-1 0-1 0 0,1 0 1 0 0,0-1 0 0 0,0 0-1 0 0,13 7 1 0 0,-2-5-399 0 0,0 1 0 0 0,1-2 0 0 0,-1 0 0 0 0,1-2 0 0 0,0 1 0 0 0,0-2 0 0 0,0-1 0 0 0,0 0 0 0 0,32-3 0 0 0,-3-3-1245 0 0,-1-3 0 0 0,72-19 0 0 0,-76 14-51 0 0,0-1 0 0 0,79-40 0 0 0,-100 42 1693 0 0,0 0 0 0 0,-1-1 0 0 0,0-1 0 0 0,-2-1 0 0 0,1-1 0 0 0,-2-1 0 0 0,19-21 0 0 0,-31 31 370 0 0,0-1 0 0 0,0 1 0 0 0,-1-1-1 0 0,0 0 1 0 0,0-1 0 0 0,-1 1 0 0 0,0-1 0 0 0,0 1 0 0 0,-1-1 0 0 0,0 0 0 0 0,-1 0 0 0 0,0 0 0 0 0,0-13 0 0 0,-1 17-104 0 0,0 0 1 0 0,-1 0 0 0 0,1-1-1 0 0,-1 1 1 0 0,0 0 0 0 0,0 0-1 0 0,-1 0 1 0 0,1 0-1 0 0,-1 0 1 0 0,-1 0 0 0 0,1 1-1 0 0,0-1 1 0 0,-1 1 0 0 0,0-1-1 0 0,0 1 1 0 0,-1 0 0 0 0,1 0-1 0 0,-1 0 1 0 0,1 1-1 0 0,-1-1 1 0 0,-1 1 0 0 0,1 0-1 0 0,-8-4 1 0 0,10 6-148 0 0,0 1 0 0 0,-1-1 0 0 0,1 1 1 0 0,-1 0-1 0 0,1-1 0 0 0,-1 1 0 0 0,1 0 0 0 0,-1 1 0 0 0,1-1 0 0 0,-1 0 0 0 0,1 1 0 0 0,0-1 1 0 0,-1 1-1 0 0,-4 2 0 0 0,-29 15 670 0 0,18-5-597 0 0,0 1 1 0 0,1 1 0 0 0,1 1 0 0 0,0 0 0 0 0,2 1 0 0 0,-1 1 0 0 0,2 0 0 0 0,1 1-1 0 0,0 0 1 0 0,1 1 0 0 0,1 0 0 0 0,1 1 0 0 0,-11 39 0 0 0,18-55-149 0 0,1 1-1 0 0,0-1 1 0 0,1 0 0 0 0,-1 1 0 0 0,1-1 0 0 0,0 1 0 0 0,0-1 0 0 0,1 0-1 0 0,0 1 1 0 0,0-1 0 0 0,0 0 0 0 0,0 1 0 0 0,5 8 0 0 0,-5-11-8 0 0,1 1 0 0 0,0-1 0 0 0,0 0 0 0 0,1 0 0 0 0,-1 0 0 0 0,1 0 0 0 0,0 0 0 0 0,-1-1 0 0 0,1 1 0 0 0,0-1 0 0 0,0 0 1 0 0,1 0-1 0 0,-1 0 0 0 0,0 0 0 0 0,1 0 0 0 0,-1-1 0 0 0,1 1 0 0 0,0-1 0 0 0,7 1 0 0 0,-1 0-105 0 0,0 0-1 0 0,0-2 1 0 0,0 1-1 0 0,1-1 1 0 0,-1-1-1 0 0,0 1 1 0 0,0-2 0 0 0,0 0-1 0 0,0 0 1 0 0,19-7-1 0 0,-14 3-87 0 0,-1-1-1 0 0,0 0 1 0 0,0-1 0 0 0,-1-1-1 0 0,0 0 1 0 0,17-15 0 0 0,-4-2-125 0 0,-1-1 0 0 0,-1-1 0 0 0,-1-1-1 0 0,-2-1 1 0 0,23-43 0 0 0,-18 25 66 0 0,-2-2 0 0 0,-3-1 0 0 0,24-82 0 0 0,-26 58 217 0 0,17-150 0 0 0,-35 215 131 0 0,0-1 97 0 0,0 1 1 0 0,-1-1-1 0 0,-1-21 0 0 0,1 30 80 0 0,-2 4-164 0 0,0 0 1 0 0,0-1 0 0 0,0 2-1 0 0,1-1 1 0 0,-1 0 0 0 0,1 0-1 0 0,-1 0 1 0 0,-1 6 0 0 0,-15 33 475 0 0,3 2-1 0 0,1 0 1 0 0,-9 52 0 0 0,20-83-525 0 0,-9 40 66 0 0,3 0 1 0 0,2 1-1 0 0,2-1 0 0 0,2 1 0 0 0,7 77 0 0 0,-3-113-133 0 0,1-1 0 0 0,1 0 0 0 0,1 0 0 0 0,0 0 0 0 0,1-1 0 0 0,1 0 0 0 0,0 0 0 0 0,1 0 0 0 0,1 0 0 0 0,14 19 0 0 0,-16-26-126 0 0,0 0 0 0 0,1-1 0 0 0,-1-1 0 0 0,1 1 0 0 0,1-1-1 0 0,-1 0 1 0 0,1 0 0 0 0,1-1 0 0 0,-1 0 0 0 0,0-1-1 0 0,1 0 1 0 0,0 0 0 0 0,0-1 0 0 0,0 0 0 0 0,1 0 0 0 0,-1-1-1 0 0,1 0 1 0 0,-1-1 0 0 0,11 0 0 0 0,-9-1-90 0 0,1 0 0 0 0,-1-1 1 0 0,1 0-1 0 0,-1-1 0 0 0,1-1 0 0 0,-1 0 1 0 0,0 0-1 0 0,0-1 0 0 0,0 0 1 0 0,11-7-1 0 0,-7 2-16 0 0,0 0 1 0 0,-1-1-1 0 0,0 0 0 0 0,-1-1 1 0 0,0-1-1 0 0,14-17 1 0 0,-8 5 321 0 0,-1 0 0 0 0,-1-2 0 0 0,-1 0 0 0 0,-1 0 0 0 0,-1-2 0 0 0,-2 0 0 0 0,13-41 0 0 0,-14 30 2078 0 0,8-72 1 0 0,-18 108-1269 0 0,-14 31 158 0 0,-2 16-89 0 0,-15 72 0 0 0,26-94-877 0 0,1 1 0 0 0,1-1 0 0 0,0 1 0 0 0,2-1 1 0 0,4 33-1 0 0,-3-49-90 0 0,0 0 1 0 0,0 1-1 0 0,1-1 1 0 0,0 0 0 0 0,0 0-1 0 0,1 0 1 0 0,0 0-1 0 0,0-1 1 0 0,0 1-1 0 0,0-1 1 0 0,1 0 0 0 0,0 0-1 0 0,0 0 1 0 0,0 0-1 0 0,1-1 1 0 0,0 1-1 0 0,0-1 1 0 0,0 0-1 0 0,0-1 1 0 0,0 1 0 0 0,10 3-1 0 0,-6-3-117 0 0,0-1-1 0 0,0 0 0 0 0,0-1 1 0 0,0 0-1 0 0,1 0 0 0 0,-1-1 1 0 0,1 0-1 0 0,-1-1 0 0 0,1 0 1 0 0,-1 0-1 0 0,1-1 0 0 0,-1-1 1 0 0,0 1-1 0 0,11-4 1 0 0,-4-1-77 0 0,-1 1 0 0 0,0-2 1 0 0,0 0-1 0 0,-1-1 1 0 0,1 0-1 0 0,-2-1 0 0 0,1-1 1 0 0,-2 0-1 0 0,1-1 1 0 0,13-14-1 0 0,-13 10 103 0 0,0 0-1 0 0,-1-1 0 0 0,-1-1 1 0 0,-1 1-1 0 0,0-2 0 0 0,-1 1 1 0 0,-1-1-1 0 0,8-22 0 0 0,-12 21 326 0 0,0 1-1 0 0,-1-1 0 0 0,0-24 1 0 0,0 15 408 0 0,-3 24-438 0 0,0 4-145 0 0,0-1 0 0 0,0 1 0 0 0,0-1 0 0 0,0 1 0 0 0,0-1 0 0 0,0 1 0 0 0,0-1 0 0 0,0 1 0 0 0,0-1-1 0 0,0 1 1 0 0,0-1 0 0 0,0 1 0 0 0,-1-1 0 0 0,1 1 0 0 0,0-1 0 0 0,0 1 0 0 0,-1-1 0 0 0,1 1 0 0 0,0-1 0 0 0,-1 1-1 0 0,1 0 1 0 0,-1-1 0 0 0,-2 4 103 0 0,-1 1-1 0 0,1 0 0 0 0,0 0 1 0 0,1 0-1 0 0,-1 0 0 0 0,1 1 1 0 0,-1-1-1 0 0,1 0 0 0 0,-2 7 1 0 0,-15 51 535 0 0,14-44-549 0 0,-4 12-99 0 0,1-2 237 0 0,-11 54 0 0 0,18-75-465 0 0,0 0 1 0 0,1 0-1 0 0,-1 0 0 0 0,2 0 0 0 0,-1 0 0 0 0,1 0 0 0 0,0 0 0 0 0,0 0 1 0 0,1 0-1 0 0,-1 0 0 0 0,2-1 0 0 0,-1 1 0 0 0,5 8 0 0 0,-4-10-211 0 0,1 0-1 0 0,0-1 0 0 0,0 1 0 0 0,1-1 1 0 0,-1 1-1 0 0,1-1 0 0 0,0-1 1 0 0,0 1-1 0 0,0-1 0 0 0,1 0 0 0 0,-1 0 1 0 0,1 0-1 0 0,0-1 0 0 0,0 0 1 0 0,0 0-1 0 0,12 2 0 0 0,0-1-1468 0 0,1 0 0 0 0,0-2 0 0 0,-1 0 0 0 0,27-3 0 0 0,-1-2-4518 0 0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12:42.4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309 188 1988 0 0,'5'-7'1134'0'0,"-1"-1"1"0"0,0 0-1 0 0,0-1 0 0 0,0 1 0 0 0,-1 0 0 0 0,-1-1 0 0 0,0 0 1 0 0,3-15-1 0 0,-5 20-732 0 0,0-1-1 0 0,0 0 1 0 0,0 1 0 0 0,0-1-1 0 0,-1 1 1 0 0,1-1 0 0 0,-1 1 0 0 0,0-1-1 0 0,-1 1 1 0 0,1-1 0 0 0,-1 1-1 0 0,0 0 1 0 0,0 0 0 0 0,0 0 0 0 0,0 0-1 0 0,-1 0 1 0 0,0 0 0 0 0,-4-5-1 0 0,6 8-329 0 0,0 1-1 0 0,0-1 0 0 0,0 0 0 0 0,1 1 0 0 0,-1-1 0 0 0,0 1 0 0 0,0-1 0 0 0,0 1 1 0 0,0-1-1 0 0,0 1 0 0 0,0-1 0 0 0,0 1 0 0 0,0 0 0 0 0,-2-1 0 0 0,0 1 117 0 0,2-1-138 0 0,0 1 1 0 0,-1 0 0 0 0,1-1-1 0 0,0 1 1 0 0,0 0 0 0 0,0 0 0 0 0,0 0-1 0 0,-1 0 1 0 0,1 0 0 0 0,0 0-1 0 0,0 0 1 0 0,0 0 0 0 0,0 1 0 0 0,0-1-1 0 0,-1 0 1 0 0,1 1 0 0 0,0-1 0 0 0,-1 1-1 0 0,-2 1 123 0 0,-2-1 5 0 0,0 1 1 0 0,0 0-1 0 0,1 1 0 0 0,-1 0 1 0 0,1-1-1 0 0,0 2 1 0 0,-1-1-1 0 0,1 1 1 0 0,1-1-1 0 0,-1 1 0 0 0,-6 7 1 0 0,-3 6 352 0 0,-23 31-1 0 0,31-38-407 0 0,-21 28 361 0 0,-38 76 1 0 0,57-96-431 0 0,0 0 0 0 0,1 0 1 0 0,1 1-1 0 0,1-1 1 0 0,0 1-1 0 0,2 1 0 0 0,-2 19 1 0 0,5-33-49 0 0,0-1 1 0 0,0 0 0 0 0,0 1-1 0 0,1-1 1 0 0,-1 0-1 0 0,2 1 1 0 0,-1-1-1 0 0,0 0 1 0 0,1 0 0 0 0,0 0-1 0 0,0 0 1 0 0,1 0-1 0 0,-1 0 1 0 0,1-1-1 0 0,0 1 1 0 0,0-1 0 0 0,0 0-1 0 0,1 0 1 0 0,0 0-1 0 0,5 5 1 0 0,-2-5 1 0 0,0 1 0 0 0,-1-1 0 0 0,2-1 0 0 0,-1 1 1 0 0,0-1-1 0 0,1-1 0 0 0,-1 1 0 0 0,1-1 0 0 0,0 0 0 0 0,-1-1 0 0 0,1 0 1 0 0,0 0-1 0 0,11-1 0 0 0,5-1-61 0 0,1-1 1 0 0,0-1-1 0 0,0-2 1 0 0,-1 0-1 0 0,0-2 1 0 0,29-11-1 0 0,-12 1-113 0 0,-2-1 0 0 0,63-40-1 0 0,-64 34 4 0 0,-2-2 0 0 0,-1-1 0 0 0,-1-2-1 0 0,-2-1 1 0 0,0-2 0 0 0,36-49 0 0 0,-63 74 144 0 0,-1 1 1 0 0,0-1-1 0 0,-1 0 1 0 0,1-1-1 0 0,-1 1 0 0 0,-1 0 1 0 0,0-1-1 0 0,3-15 1 0 0,-4 21 25 0 0,-1 0-1 0 0,0 0 1 0 0,0 0 0 0 0,0 0 0 0 0,0 0 0 0 0,0 0 0 0 0,0 0 0 0 0,0 0 0 0 0,0 0-1 0 0,-1 0 1 0 0,1 0 0 0 0,-1 0 0 0 0,0 1 0 0 0,1-1 0 0 0,-1 0 0 0 0,0 0 0 0 0,0 1-1 0 0,0-1 1 0 0,0 0 0 0 0,-1 1 0 0 0,1-1 0 0 0,0 1 0 0 0,-1-1 0 0 0,1 1 0 0 0,0 0 0 0 0,-1 0-1 0 0,0-1 1 0 0,1 1 0 0 0,-1 0 0 0 0,0 0 0 0 0,0 1 0 0 0,1-1 0 0 0,-1 0 0 0 0,0 1-1 0 0,0-1 1 0 0,0 1 0 0 0,0-1 0 0 0,0 1 0 0 0,0 0 0 0 0,-4 0 0 0 0,-4 0 109 0 0,0 1 1 0 0,0 0-1 0 0,0 1 0 0 0,0 0 1 0 0,1 0-1 0 0,-1 1 1 0 0,0 0-1 0 0,1 1 0 0 0,0 0 1 0 0,0 1-1 0 0,0 0 1 0 0,-10 7-1 0 0,1 1 77 0 0,1-1-1 0 0,1 2 1 0 0,0 0-1 0 0,-25 31 1 0 0,36-38-146 0 0,-1 0 0 0 0,1 1 1 0 0,0-1-1 0 0,1 1 0 0 0,-1 0 0 0 0,2 1 1 0 0,-6 16-1 0 0,8-21-36 0 0,0 0 0 0 0,0 0 1 0 0,1 0-1 0 0,-1 0 0 0 0,1 0 0 0 0,0 0 1 0 0,1-1-1 0 0,-1 1 0 0 0,1 0 1 0 0,-1 0-1 0 0,1 0 0 0 0,0 0 0 0 0,1-1 1 0 0,-1 1-1 0 0,1 0 0 0 0,-1-1 1 0 0,1 1-1 0 0,0-1 0 0 0,0 0 0 0 0,1 0 1 0 0,2 4-1 0 0,3 0-172 0 0,0 0 1 0 0,0 0-1 0 0,1-1 0 0 0,0 0 0 0 0,0-1 1 0 0,0 1-1 0 0,1-2 0 0 0,0 1 1 0 0,0-2-1 0 0,0 1 0 0 0,0-1 0 0 0,15 2 1 0 0,13 2-1470 0 0,0-3 0 0 0,40 1 0 0 0,125-8-9663 0 0,-125-7 3561 0 0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12:43.3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80 937 1808 0 0,'-6'1'645'0'0,"1"0"-1"0"0,0 1 1 0 0,0 0-1 0 0,0 0 0 0 0,1 1 1 0 0,-1-1-1 0 0,0 1 1 0 0,1 0-1 0 0,0 0 1 0 0,-1 1-1 0 0,1-1 1 0 0,1 1-1 0 0,-1 0 0 0 0,0 0 1 0 0,1 0-1 0 0,-3 6 1 0 0,5-9-536 0 0,1 0 0 0 0,0 1 0 0 0,-1-1 0 0 0,1 0 1 0 0,0 0-1 0 0,0 1 0 0 0,0-1 0 0 0,0 0 0 0 0,0 1 0 0 0,0-1 1 0 0,0 0-1 0 0,0 0 0 0 0,0 1 0 0 0,1-1 0 0 0,-1 0 0 0 0,1 0 1 0 0,-1 1-1 0 0,1-1 0 0 0,-1 0 0 0 0,1 0 0 0 0,0 0 0 0 0,-1 0 0 0 0,1 0 1 0 0,0 0-1 0 0,1 1 0 0 0,1 2 151 0 0,0-1 0 0 0,0 0 0 0 0,0 0 0 0 0,1 0 0 0 0,6 3 0 0 0,-4-2-116 0 0,0-1 1 0 0,1 0-1 0 0,0-1 1 0 0,-1 1 0 0 0,1-1-1 0 0,0 0 1 0 0,0-1 0 0 0,0 0-1 0 0,1 0 1 0 0,-1 0 0 0 0,0-1-1 0 0,9-1 1 0 0,-6 0-65 0 0,1-1 0 0 0,-1 0 0 0 0,0-1 0 0 0,1 0 0 0 0,-1 0 0 0 0,-1-1 0 0 0,17-9 0 0 0,-9 3-62 0 0,0-2 1 0 0,-1 0-1 0 0,0 0 1 0 0,-1-2-1 0 0,-1 0 0 0 0,0 0 1 0 0,-1-1-1 0 0,15-23 1 0 0,-1-5-57 0 0,-2-1 0 0 0,-3-1 0 0 0,-1-1 0 0 0,-2-1 0 0 0,-3 0 0 0 0,15-66 0 0 0,-12 18-58 0 0,-5-1-1 0 0,4-130 0 0 0,-17 216 103 0 0,0-1 0 0 0,-1 1 0 0 0,-1 0 0 0 0,0 0 0 0 0,0 0 0 0 0,-1 0 0 0 0,-4-12 0 0 0,6 22-3 0 0,-1 0-1 0 0,1 0 0 0 0,-1 0 0 0 0,0 0 0 0 0,1 0 0 0 0,-1 0 1 0 0,1 0-1 0 0,-1 0 0 0 0,1 0 0 0 0,-1 0 0 0 0,1 1 0 0 0,-1-1 1 0 0,0 0-1 0 0,1 0 0 0 0,-1 0 0 0 0,1 1 0 0 0,-1-1 0 0 0,1 0 1 0 0,0 1-1 0 0,-1-1 0 0 0,1 1 0 0 0,-1-1 0 0 0,0 1 0 0 0,-6 8 44 0 0,0 0 0 0 0,0 0-1 0 0,1 1 1 0 0,0 0 0 0 0,1 0-1 0 0,0 0 1 0 0,0 1 0 0 0,-4 17-1 0 0,0-4 59 0 0,-31 86 475 0 0,-34 145 0 0 0,58-183-425 0 0,4 1 1 0 0,3 0-1 0 0,0 88 1 0 0,9-133-119 0 0,2 0 0 0 0,1 0 0 0 0,10 43 1 0 0,-9-56-20 0 0,0-1 0 0 0,1 0 0 0 0,0 0 0 0 0,1-1 0 0 0,1 1 1 0 0,0-1-1 0 0,1-1 0 0 0,14 19 0 0 0,-18-26-12 0 0,1 0-1 0 0,1 0 1 0 0,-1 0-1 0 0,0-1 1 0 0,1 1 0 0 0,0-2-1 0 0,0 1 1 0 0,0 0-1 0 0,1-1 1 0 0,-1 0 0 0 0,1-1-1 0 0,0 1 1 0 0,8 0-1 0 0,-6-1-4 0 0,0-1 0 0 0,0 0-1 0 0,1-1 1 0 0,-1 0 0 0 0,0 0-1 0 0,1-1 1 0 0,-1-1 0 0 0,0 1 0 0 0,10-4-1 0 0,-1-1-3 0 0,-1-1-1 0 0,0-1 0 0 0,0 0 1 0 0,0-1-1 0 0,-1-1 0 0 0,-1 0 1 0 0,0-1-1 0 0,0-1 0 0 0,18-19 1 0 0,-9 4 69 0 0,-1-2 1 0 0,-1 0 0 0 0,-1-1 0 0 0,-2-2 0 0 0,-1 0-1 0 0,-2-1 1 0 0,0 0 0 0 0,-3-1 0 0 0,-1-1-1 0 0,9-41 1 0 0,-20 72-21 0 0,-1 1 1 0 0,1-1-1 0 0,-1 0 0 0 0,1 1 0 0 0,-1-1 1 0 0,0 0-1 0 0,-1 0 0 0 0,0-5 0 0 0,0 7 83 0 0,-2 3-93 0 0,1 0 0 0 0,-1 0 0 0 0,0 0 0 0 0,1 1 0 0 0,-1-1 0 0 0,1 1 0 0 0,-1 0 0 0 0,1 0 1 0 0,0 0-1 0 0,0 0 0 0 0,0 0 0 0 0,0 0 0 0 0,0 0 0 0 0,0 1 0 0 0,-1 3 0 0 0,-22 46 666 0 0,17-32-486 0 0,-1-1-60 0 0,2 0 1 0 0,0 0-1 0 0,2 1 0 0 0,0 0 0 0 0,1 0 0 0 0,-2 22 1 0 0,5-33-122 0 0,1 0 0 0 0,0 0 1 0 0,0 0-1 0 0,1 0 0 0 0,0 0 0 0 0,0 0 1 0 0,1 0-1 0 0,1 0 0 0 0,-1 0 1 0 0,1-1-1 0 0,1 1 0 0 0,-1-1 1 0 0,1 0-1 0 0,1 0 0 0 0,10 14 1 0 0,-12-19-22 0 0,0 1 1 0 0,0-1 0 0 0,0 0-1 0 0,1-1 1 0 0,-1 1-1 0 0,1-1 1 0 0,-1 1 0 0 0,1-1-1 0 0,0 0 1 0 0,0 0-1 0 0,0-1 1 0 0,0 1 0 0 0,0-1-1 0 0,0 0 1 0 0,0 0-1 0 0,6 1 1 0 0,-4-2 1 0 0,0 0 1 0 0,0-1-1 0 0,0 1 1 0 0,0-1-1 0 0,0 0 0 0 0,0-1 1 0 0,-1 1-1 0 0,1-1 1 0 0,-1 0-1 0 0,10-5 0 0 0,-4 0 2 0 0,-1 1-1 0 0,0-1 1 0 0,-1 0-1 0 0,1-1 1 0 0,-1 0-1 0 0,-1-1 0 0 0,0 1 1 0 0,0-2-1 0 0,0 1 1 0 0,11-21-1 0 0,-14 19-9 0 0,1-1 0 0 0,-2 0 0 0 0,1 0 0 0 0,-2-1 1 0 0,0 1-1 0 0,0-1 0 0 0,-1 0 0 0 0,-1 0 0 0 0,0 0 0 0 0,-1-17 0 0 0,-1 19-21 0 0,0 1-1 0 0,0-1 1 0 0,-2 1 0 0 0,1 0 0 0 0,-1 0-1 0 0,-1 0 1 0 0,0 0 0 0 0,0 1 0 0 0,-1-1-1 0 0,0 1 1 0 0,0 0 0 0 0,-1 1-1 0 0,-8-9 1 0 0,1 2-476 0 0,-1 2 0 0 0,-1 0-1 0 0,-1 1 1 0 0,0 0 0 0 0,0 1-1 0 0,-1 1 1 0 0,0 1 0 0 0,-1 0 0 0 0,-31-10-1 0 0,-9 1-6014 0 0,-108-19-1 0 0,116 28-3 0 0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12:43.5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78 227 508 0 0,'-74'5'13639'0'0,"71"-15"-11808"0"0,3 10-1635 0 0,1-2-113 0 0,0 0-1 0 0,1 1 1 0 0,-1-1-1 0 0,1 1 1 0 0,-1-1 0 0 0,1 1-1 0 0,-1 0 1 0 0,1 0-1 0 0,0 0 1 0 0,0 0 0 0 0,-1 0-1 0 0,1 0 1 0 0,4-1-1 0 0,0-1 68 0 0,42-19 330 0 0,2 2 0 0 0,92-24 0 0 0,108-7-1169 0 0,91 10-5284 0 0,-239 31 2163 0 0,11-1-2234 0 0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12:44.1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1 329 2028 0 0,'0'-8'798'0'0,"0"1"0"0"0,1-1 0 0 0,0 1-1 0 0,1-1 1 0 0,-1 1 0 0 0,1 0 0 0 0,1 0-1 0 0,0 0 1 0 0,-1 0 0 0 0,8-10 0 0 0,-6 10-361 0 0,1 0 1 0 0,0 1-1 0 0,0-1 0 0 0,1 1 1 0 0,0 1-1 0 0,0-1 1 0 0,0 1-1 0 0,1 0 1 0 0,7-4-1 0 0,-7 4-276 0 0,0 2 1 0 0,1-1 0 0 0,-1 1-1 0 0,1 0 1 0 0,0 1-1 0 0,0-1 1 0 0,0 2 0 0 0,0-1-1 0 0,0 1 1 0 0,0 0-1 0 0,0 1 1 0 0,1 0-1 0 0,-1 0 1 0 0,0 1 0 0 0,0 0-1 0 0,0 0 1 0 0,0 1-1 0 0,0 0 1 0 0,0 1-1 0 0,11 4 1 0 0,-6-1-69 0 0,-2 1-1 0 0,1 0 1 0 0,-1 1 0 0 0,0 0-1 0 0,-1 1 1 0 0,0 0 0 0 0,0 0-1 0 0,-1 1 1 0 0,0 0 0 0 0,-1 1-1 0 0,0 0 1 0 0,9 16 0 0 0,-12-17-57 0 0,0 1 0 0 0,-1-1 1 0 0,0 0-1 0 0,0 1 0 0 0,-1 0 1 0 0,-1 0-1 0 0,0 0 0 0 0,0 0 1 0 0,-1 0-1 0 0,-1 1 0 0 0,0-1 1 0 0,0 0-1 0 0,-1 0 0 0 0,-1 0 1 0 0,-3 15-1 0 0,1-10 18 0 0,-2 1-1 0 0,0-1 1 0 0,-1 0-1 0 0,-10 18 1 0 0,9-26-24 0 0,2-10-4 0 0,5 1-26 0 0,1 0 1 0 0,-1 0 0 0 0,1 0-1 0 0,-1 0 1 0 0,1 0-1 0 0,0 0 1 0 0,-1 0 0 0 0,1 0-1 0 0,0 0 1 0 0,0 0-1 0 0,0 0 1 0 0,0 0 0 0 0,0 0-1 0 0,0-2 1 0 0,8-38-9 0 0,1 0 0 0 0,3 1-1 0 0,1 1 1 0 0,1 0 0 0 0,3 1 0 0 0,1 1 0 0 0,1 0 0 0 0,3 1 0 0 0,29-38 0 0 0,-36 56 2 0 0,0-1 0 0 0,2 2 0 0 0,0 0 1 0 0,29-22-1 0 0,-39 34 13 0 0,0 1 1 0 0,0-1-1 0 0,0 1 1 0 0,1 0-1 0 0,0 0 0 0 0,-1 1 1 0 0,1 0-1 0 0,0 1 0 0 0,0 0 1 0 0,1 0-1 0 0,-1 0 0 0 0,0 1 1 0 0,1 1-1 0 0,-1-1 1 0 0,1 1-1 0 0,10 2 0 0 0,-15-2 34 0 0,0 1 0 0 0,0 0 0 0 0,0 1 0 0 0,0-1-1 0 0,0 1 1 0 0,0 0 0 0 0,0 0 0 0 0,0 0 0 0 0,0 0 0 0 0,-1 1 0 0 0,1 0-1 0 0,-1-1 1 0 0,0 1 0 0 0,4 4 0 0 0,-3-1 14 0 0,0-1-1 0 0,0 1 1 0 0,-1 0-1 0 0,0 0 1 0 0,0 0 0 0 0,0 1-1 0 0,-1-1 1 0 0,2 9-1 0 0,1 6 55 0 0,-2 1-1 0 0,-1-1 0 0 0,0 1 0 0 0,-3 32 1 0 0,-4 4-43 0 0,-21 100 0 0 0,7-56-2891 0 0,17-60-750 0 0,2-39 2746 0 0,1 0-1 0 0,-1-1 1 0 0,1 0-1 0 0,-1 1 1 0 0,1-1-1 0 0,0 1 1 0 0,0-1-1 0 0,1 3 0 0 0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12:44.6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201 132 2680 0 0,'1'-2'297'0'0,"5"-9"1482"0"0,0 0 0 0 0,0-1 0 0 0,-2 1 0 0 0,1-1 0 0 0,-2 0-1 0 0,1 0 1 0 0,-2-1 0 0 0,3-23 0 0 0,-20 45-880 0 0,8-3-685 0 0,2 1-1 0 0,-1-1 0 0 0,1 1 1 0 0,0 0-1 0 0,0 1 0 0 0,1-1 0 0 0,-7 16 1 0 0,5-10-32 0 0,-63 141 1036 0 0,61-134-1129 0 0,2 0 0 0 0,0 0-1 0 0,2 1 1 0 0,0 0 0 0 0,-2 40-1 0 0,6-52-72 0 0,1 0-1 0 0,-1 0 1 0 0,2 0-1 0 0,-1 0 1 0 0,1 0-1 0 0,1-1 0 0 0,0 1 1 0 0,0-1-1 0 0,0 1 1 0 0,1-1-1 0 0,0 0 0 0 0,1-1 1 0 0,0 1-1 0 0,0-1 1 0 0,1 0-1 0 0,0 0 0 0 0,12 11 1 0 0,-12-13-5 0 0,-1-1-1 0 0,2 0 1 0 0,-1 0 0 0 0,0 0 0 0 0,1-1 0 0 0,-1 0-1 0 0,1 0 1 0 0,0-1 0 0 0,0 0 0 0 0,0 0 0 0 0,1-1 0 0 0,-1 1-1 0 0,0-2 1 0 0,0 1 0 0 0,1-1 0 0 0,-1 0 0 0 0,0 0-1 0 0,1-1 1 0 0,-1 0 0 0 0,0-1 0 0 0,0 1 0 0 0,10-5 0 0 0,-8 3-3 0 0,-1-1 1 0 0,1 0 0 0 0,-1 0 0 0 0,0-1 0 0 0,0 0-1 0 0,0-1 1 0 0,0 0 0 0 0,-1 0 0 0 0,0 0 0 0 0,8-10 0 0 0,-7 5-3 0 0,0 0 0 0 0,-1 0 0 0 0,0-1 1 0 0,0 0-1 0 0,-1 0 0 0 0,7-22 1 0 0,-7 12 28 0 0,0 0 1 0 0,-2 0-1 0 0,0-1 1 0 0,-2 0 0 0 0,0 0-1 0 0,-2 0 1 0 0,0 0-1 0 0,-5-30 1 0 0,4 43-25 0 0,-2-1 0 0 0,1 1 0 0 0,-1-1 0 0 0,0 1 0 0 0,-1 0 0 0 0,0 0 0 0 0,-1 1 0 0 0,0-1 0 0 0,-1 1 0 0 0,-11-14 0 0 0,13 17-10 0 0,-1 1 0 0 0,0 0 0 0 0,0 1 0 0 0,-1-1 0 0 0,1 1 0 0 0,-1 0 0 0 0,0 0 0 0 0,0 1 0 0 0,0 0 0 0 0,-1 0 0 0 0,1 0 0 0 0,-1 1 0 0 0,0 0 0 0 0,1 0 0 0 0,-1 1 0 0 0,0-1 0 0 0,-10 1 0 0 0,3 1 2 0 0,1 1 0 0 0,0 1 0 0 0,-1 0 0 0 0,1 1 1 0 0,0 0-1 0 0,0 1 0 0 0,1 0 0 0 0,-1 1 0 0 0,1 1 1 0 0,0 0-1 0 0,-18 12 0 0 0,18-10-60 0 0,0 0 0 0 0,0 1 0 0 0,1 1 0 0 0,0 0-1 0 0,1 0 1 0 0,0 1 0 0 0,1 0 0 0 0,0 1 0 0 0,1-1 0 0 0,-12 24 0 0 0,18-30-115 0 0,0 0 1 0 0,0 0 0 0 0,1 0 0 0 0,-1 0 0 0 0,1 0 0 0 0,0 0 0 0 0,1 0 0 0 0,-1 1-1 0 0,1-1 1 0 0,0 0 0 0 0,0 0 0 0 0,1 0 0 0 0,-1 1 0 0 0,1-1 0 0 0,0 0 0 0 0,1 0 0 0 0,-1 0-1 0 0,1 0 1 0 0,0 0 0 0 0,3 4 0 0 0,-2-4-268 0 0,0 0 0 0 0,1 0 1 0 0,0 0-1 0 0,0-1 0 0 0,0 0 0 0 0,1 0 0 0 0,-1 0 0 0 0,1 0 1 0 0,0-1-1 0 0,0 0 0 0 0,0 0 0 0 0,0 0 0 0 0,1 0 0 0 0,-1-1 1 0 0,1 0-1 0 0,0 0 0 0 0,8 1 0 0 0,13 2-3646 0 0,-2-3-1995 0 0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12:44.9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0 111 1368 0 0,'26'-43'5890'0'0,"-19"29"-3065"0"0,1 0 0 0 0,13-16 0 0 0,-21 29-2740 0 0,1 1-1 0 0,0-1 1 0 0,0 0 0 0 0,0 0 0 0 0,0 0-1 0 0,0 1 1 0 0,0-1 0 0 0,0 0 0 0 0,1 1-1 0 0,-1-1 1 0 0,0 1 0 0 0,0-1 0 0 0,0 1-1 0 0,1 0 1 0 0,-1 0 0 0 0,0-1 0 0 0,0 1-1 0 0,1 0 1 0 0,-1 0 0 0 0,0 0 0 0 0,0 0-1 0 0,1 0 1 0 0,-1 1 0 0 0,0-1 0 0 0,0 0-1 0 0,0 1 1 0 0,1-1 0 0 0,-1 0 0 0 0,0 1-1 0 0,0 0 1 0 0,0-1 0 0 0,0 1 0 0 0,0-1-1 0 0,0 1 1 0 0,0 0 0 0 0,0 0 0 0 0,0 0-1 0 0,0 0 1 0 0,1 1 0 0 0,3 3 136 0 0,0 0 0 0 0,0 1 0 0 0,-1-1 0 0 0,0 1 0 0 0,5 8 0 0 0,1 5 99 0 0,-2 1 0 0 0,0-1 0 0 0,0 2 0 0 0,-2-1 0 0 0,-1 1 0 0 0,4 33 0 0 0,-6-26-124 0 0,-1 1 0 0 0,-1-1 0 0 0,-2 0 0 0 0,-6 43 0 0 0,4-59-89 0 0,0 1 1 0 0,0-1-1 0 0,-1 1 0 0 0,-7 13 1 0 0,9-20-2 0 0,-1-1 0 0 0,0 0 0 0 0,0 0 1 0 0,0 0-1 0 0,0 0 0 0 0,-1 0 0 0 0,0-1 1 0 0,0 0-1 0 0,0 0 0 0 0,-1 0 0 0 0,-4 3 0 0 0,8-6-86 0 0,-1 0 0 0 0,1 0 0 0 0,0-1 0 0 0,0 1 0 0 0,0-1 0 0 0,-1 1 0 0 0,1-1 0 0 0,0 0 0 0 0,0 1-1 0 0,-1-1 1 0 0,1 0 0 0 0,0 0 0 0 0,-1 0 0 0 0,1 0 0 0 0,0 0 0 0 0,-1 0 0 0 0,1 0 0 0 0,0-1 0 0 0,-1 1 0 0 0,1 0 0 0 0,0-1-1 0 0,-2 0 1 0 0,1 0-2 0 0,0-1-1 0 0,0 1 0 0 0,0-1 1 0 0,0 1-1 0 0,0-1 0 0 0,0 0 0 0 0,0 0 1 0 0,1 0-1 0 0,-1 0 0 0 0,-1-4 1 0 0,-2-3 2 0 0,0 0 1 0 0,2-1-1 0 0,-1 1 1 0 0,-3-15-1 0 0,6 18-58 0 0,0-1 0 0 0,1 1 0 0 0,-1-1 0 0 0,1 1 0 0 0,0-1-1 0 0,1 1 1 0 0,0 0 0 0 0,0-1 0 0 0,0 1 0 0 0,1 0 0 0 0,0 0 0 0 0,0 0 0 0 0,1 0-1 0 0,-1 0 1 0 0,1 0 0 0 0,0 0 0 0 0,6-6 0 0 0,-3 3-403 0 0,1 0 0 0 0,1 0 0 0 0,0 1 0 0 0,0 0 0 0 0,0 0 0 0 0,1 1 0 0 0,0 0 0 0 0,20-11 0 0 0,5 3-2220 0 0,-1 1 0 0 0,2 2 1 0 0,52-11-1 0 0,-59 16-497 0 0,1-1-2213 0 0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12:45.5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105 99 408 0 0,'1'-3'2511'0'0,"-1"-3"-1638"0"0,0 1 1 0 0,0-1-1 0 0,0 1 0 0 0,-1-1 0 0 0,0 1 1 0 0,0-1-1 0 0,0 1 0 0 0,-1 0 1 0 0,0-1-1 0 0,0 1 0 0 0,0 0 0 0 0,0 0 1 0 0,-1 0-1 0 0,0 1 0 0 0,0-1 1 0 0,-5-5-1 0 0,7 8-330 0 0,0 3-451 0 0,0-1 1 0 0,0 0-1 0 0,1 1 1 0 0,-1-1-1 0 0,0 0 1 0 0,1 1-1 0 0,-1-1 1 0 0,0 1-1 0 0,1-1 1 0 0,-1 1-1 0 0,1-1 1 0 0,-1 1 0 0 0,1-1-1 0 0,-1 1 1 0 0,1 0-1 0 0,-1-1 1 0 0,0 2-1 0 0,-6 42 1107 0 0,2 1-1 0 0,1 50 1 0 0,0-12-656 0 0,1-22-258 0 0,0-1 85 0 0,-3 1 0 0 0,-15 69 1 0 0,21-127-319 0 0,-1-3-61 0 0,1 0-1 0 0,-1-1 1 0 0,0 1 0 0 0,1 0 0 0 0,0-1 0 0 0,-1 1 0 0 0,1 0 0 0 0,-1-1 0 0 0,1 1 0 0 0,-1-1 0 0 0,1 1 0 0 0,0-1 0 0 0,-1 1-1 0 0,1-1 1 0 0,0 1 0 0 0,0-1 0 0 0,-1 1 0 0 0,1-1 0 0 0,0 1 0 0 0,0-1 0 0 0,0 1 0 0 0,0-1 0 0 0,0 0 0 0 0,0 1-1 0 0,-1-1 1 0 0,2 0 0 0 0,1-25-125 0 0,2 0-1 0 0,0 1 1 0 0,2 0-1 0 0,1 0 0 0 0,1 0 1 0 0,1 1-1 0 0,1 0 1 0 0,1 1-1 0 0,18-29 1 0 0,-21 41 110 0 0,-1 1 0 0 0,2-1 0 0 0,-1 1 0 0 0,1 1 0 0 0,1 0 0 0 0,0 0 0 0 0,0 1 0 0 0,23-14 0 0 0,-24 18 5 0 0,0 0 1 0 0,0 0-1 0 0,0 1 1 0 0,0 0-1 0 0,1 0 0 0 0,0 1 1 0 0,-1 1-1 0 0,1-1 1 0 0,0 2-1 0 0,0-1 1 0 0,0 1-1 0 0,0 1 0 0 0,11 1 1 0 0,-11 0 15 0 0,0 1 1 0 0,0 0 0 0 0,0 1-1 0 0,0-1 1 0 0,0 2-1 0 0,-1 0 1 0 0,0 0-1 0 0,0 0 1 0 0,0 1 0 0 0,-1 0-1 0 0,0 1 1 0 0,0 0-1 0 0,-1 0 1 0 0,1 1 0 0 0,-2 0-1 0 0,9 13 1 0 0,-7-10 28 0 0,0 1 0 0 0,-2 0 0 0 0,1 0 0 0 0,-1 1 0 0 0,-1 0 0 0 0,-1 0 0 0 0,0 0 0 0 0,0 1 0 0 0,-1-1 0 0 0,-1 1 0 0 0,1 23 0 0 0,-3-36-19 0 0,1 0 0 0 0,-1 1 0 0 0,0-1 0 0 0,0 0 0 0 0,0 0 0 0 0,-1 0 0 0 0,1 0 0 0 0,0 1 1 0 0,0-1-1 0 0,-1 0 0 0 0,1 0 0 0 0,0 0 0 0 0,-1 0 0 0 0,1 0 0 0 0,-1 0 0 0 0,1 0 0 0 0,-1 0 1 0 0,0 0-1 0 0,0 0 0 0 0,1 0 0 0 0,-1 0 0 0 0,0-1 0 0 0,-1 2 0 0 0,1-3-5 0 0,0-1-1 0 0,0 1 0 0 0,0-1 1 0 0,1 0-1 0 0,-1 1 0 0 0,1-1 1 0 0,-1 0-1 0 0,1 0 0 0 0,0 1 1 0 0,-1-1-1 0 0,1 0 0 0 0,0-3 1 0 0,2-15-27 0 0,1 0 0 0 0,1 0 1 0 0,1 0-1 0 0,0 1 1 0 0,2 0-1 0 0,16-35 1 0 0,-14 36 6 0 0,1 0 0 0 0,1 0 1 0 0,0 1-1 0 0,2 0 1 0 0,0 1-1 0 0,0 0 1 0 0,2 1-1 0 0,0 1 1 0 0,0 0-1 0 0,22-13 1 0 0,-28 21 0 0 0,1 0 1 0 0,0 0-1 0 0,0 1 1 0 0,1 1-1 0 0,-1-1 0 0 0,1 2 1 0 0,0 0-1 0 0,0 0 1 0 0,0 1-1 0 0,1 0 1 0 0,11 0-1 0 0,-20 2 23 0 0,0 0-1 0 0,0 0 1 0 0,0 1 0 0 0,0-1-1 0 0,0 1 1 0 0,0 0 0 0 0,0 0-1 0 0,0 0 1 0 0,-1 0-1 0 0,1 0 1 0 0,0 0 0 0 0,-1 1-1 0 0,1 0 1 0 0,-1-1 0 0 0,1 1-1 0 0,-1 0 1 0 0,0 0 0 0 0,0 0-1 0 0,0 0 1 0 0,0 1-1 0 0,0-1 1 0 0,0 0 0 0 0,-1 1-1 0 0,1 0 1 0 0,-1-1 0 0 0,1 1-1 0 0,1 5 1 0 0,0 2 12 0 0,-1 0 1 0 0,1 0-1 0 0,-2 1 0 0 0,1-1 1 0 0,-1 0-1 0 0,-1 13 0 0 0,-2 22-1034 0 0,1-28-353 0 0,0-1-1 0 0,3 28 1 0 0,-1-39 539 0 0,0 1 1 0 0,0-1-1 0 0,0 1 1 0 0,1-1-1 0 0,0 0 1 0 0,0 1-1 0 0,1-1 1 0 0,-1 0-1 0 0,1-1 1 0 0,0 1-1 0 0,7 8 0 0 0,6 2-5361 0 0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12:46.2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455 903 3240 0 0,'3'-7'787'0'0,"0"0"-1"0"0,-1 0 1 0 0,0-1-1 0 0,0 1 0 0 0,-1 0 1 0 0,0-1-1 0 0,0 1 1 0 0,-1-1-1 0 0,0 1 1 0 0,0-1-1 0 0,-1 0 0 0 0,0 1 1 0 0,0 0-1 0 0,-2-8 1 0 0,1 10-552 0 0,0 0 1 0 0,0 0 0 0 0,0 0 0 0 0,0 0 0 0 0,0 1-1 0 0,-1-1 1 0 0,0 1 0 0 0,0-1 0 0 0,0 1-1 0 0,-1 0 1 0 0,0 0 0 0 0,1 1 0 0 0,-1-1 0 0 0,0 1-1 0 0,-1 0 1 0 0,1 0 0 0 0,-1 0 0 0 0,1 1 0 0 0,-1-1-1 0 0,0 1 1 0 0,-5-2 0 0 0,6 4-178 0 0,0-1 0 0 0,-1 1-1 0 0,1-1 1 0 0,-1 1 0 0 0,1 0 0 0 0,-1 1 0 0 0,1-1 0 0 0,-1 1-1 0 0,1 0 1 0 0,-1 0 0 0 0,1 0 0 0 0,0 1 0 0 0,-7 2 0 0 0,-2 3 49 0 0,0 0 0 0 0,-22 15 0 0 0,7 0-37 0 0,1 1-1 0 0,1 2 1 0 0,1 0-1 0 0,1 2 0 0 0,1 1 1 0 0,2 1-1 0 0,-35 61 1 0 0,52-84-61 0 0,1 1 1 0 0,0 0 0 0 0,0 1 0 0 0,1-1 0 0 0,-1 0-1 0 0,1 1 1 0 0,1-1 0 0 0,0 1 0 0 0,0-1 0 0 0,0 1-1 0 0,1 12 1 0 0,1-17-5 0 0,-1 0 0 0 0,1 0 0 0 0,-1 1-1 0 0,1-1 1 0 0,0 0 0 0 0,0 0 0 0 0,0 0 0 0 0,1-1-1 0 0,-1 1 1 0 0,1 0 0 0 0,-1 0 0 0 0,1-1 0 0 0,0 1-1 0 0,0-1 1 0 0,0 1 0 0 0,1-1 0 0 0,-1 0-1 0 0,0 0 1 0 0,1 0 0 0 0,-1 0 0 0 0,1-1 0 0 0,0 1-1 0 0,0-1 1 0 0,0 1 0 0 0,-1-1 0 0 0,1 0 0 0 0,1 0-1 0 0,-1 0 1 0 0,0 0 0 0 0,4 0 0 0 0,0 0 5 0 0,0 0 0 0 0,1-1-1 0 0,-1 0 1 0 0,0 0 0 0 0,1 0 0 0 0,-1-1 0 0 0,0 0 0 0 0,1-1 0 0 0,-1 1 0 0 0,0-1 0 0 0,10-5 0 0 0,-7 2-5 0 0,0 0 0 0 0,0-1 1 0 0,0 0-1 0 0,0-1 0 0 0,-1 0 1 0 0,13-13-1 0 0,2-8-23 0 0,0 0 0 0 0,-2-2 0 0 0,27-47 0 0 0,-47 74 15 0 0,12-21 12 0 0,-5 8-12 0 0,19-25 0 0 0,-26 39 0 0 0,-3 20 187 0 0,-1-1-1 0 0,-1 0 1 0 0,-7 25-1 0 0,-2 11 125 0 0,9-34-228 0 0,1 0-1 0 0,0 0 1 0 0,1 0 0 0 0,1 0-1 0 0,1 0 1 0 0,4 24-1 0 0,-4-38-64 0 0,0 0-1 0 0,0 0 0 0 0,0 0 0 0 0,1 0 0 0 0,0-1 1 0 0,0 1-1 0 0,0 0 0 0 0,0-1 0 0 0,1 0 0 0 0,0 1 0 0 0,0-1 1 0 0,0 0-1 0 0,0-1 0 0 0,0 1 0 0 0,1 0 0 0 0,0-1 1 0 0,0 0-1 0 0,0 0 0 0 0,0 0 0 0 0,0 0 0 0 0,1-1 1 0 0,-1 0-1 0 0,1 0 0 0 0,-1 0 0 0 0,1 0 0 0 0,0-1 0 0 0,0 1 1 0 0,7 0-1 0 0,1-1 3 0 0,0-1 0 0 0,0 0 1 0 0,-1-1-1 0 0,1 0 0 0 0,0-1 0 0 0,-1 0 0 0 0,0-1 1 0 0,1-1-1 0 0,-1 0 0 0 0,0 0 0 0 0,15-9 1 0 0,1-2 20 0 0,0-2 1 0 0,0-1-1 0 0,29-25 1 0 0,-24 14-42 0 0,-2-1 1 0 0,-1-1-1 0 0,-2-2 1 0 0,39-56-1 0 0,76-154-40 0 0,-108 175 55 0 0,48-135 1 0 0,-70 160 8 0 0,-1 0 0 0 0,-2-1 0 0 0,-3 0 0 0 0,5-69 0 0 0,-12 101-21 0 0,0-1 0 0 0,-1 0 0 0 0,0 0 0 0 0,-5-25 0 0 0,5 35-2 0 0,0 1 1 0 0,0-1-1 0 0,0 1 0 0 0,0-1 0 0 0,0 1 0 0 0,-1-1 0 0 0,1 1 0 0 0,-1-1 1 0 0,0 1-1 0 0,1 0 0 0 0,-1 0 0 0 0,-4-3 0 0 0,4 4 0 0 0,1 0 0 0 0,-1 0 1 0 0,0 0-1 0 0,0 1 0 0 0,1-1 0 0 0,-1 0 0 0 0,0 1 0 0 0,0 0 1 0 0,0-1-1 0 0,0 1 0 0 0,0 0 0 0 0,0 0 0 0 0,0 0 0 0 0,0 0 1 0 0,0 0-1 0 0,1 0 0 0 0,-1 1 0 0 0,0-1 0 0 0,0 1 0 0 0,-3 1 1 0 0,-5 2-17 0 0,0 0 0 0 0,0 1 0 0 0,0 1 0 0 0,1 0 1 0 0,-1 0-1 0 0,1 1 0 0 0,1 0 0 0 0,-9 9 0 0 0,-9 10-30 0 0,-22 32-1 0 0,19-19 144 0 0,2 0 0 0 0,2 2-1 0 0,1 0 1 0 0,-31 78 0 0 0,41-81-15 0 0,1 0 0 0 0,3 1 1 0 0,0 0-1 0 0,3 1 0 0 0,1 0 0 0 0,0 40 1 0 0,6-59-72 0 0,1 1 0 0 0,1-1 0 0 0,1 0 1 0 0,0 0-1 0 0,2 0 0 0 0,0 0 1 0 0,2-1-1 0 0,0 0 0 0 0,1 0 0 0 0,1-1 1 0 0,1 0-1 0 0,1 0 0 0 0,20 26 0 0 0,-14-24-402 0 0,1-1-1 0 0,0-1 0 0 0,1-1 0 0 0,2-1 1 0 0,-1 0-1 0 0,2-2 0 0 0,0 0 0 0 0,1-1 0 0 0,1-2 1 0 0,37 15-1 0 0,-18-11-1645 0 0,47 10-1 0 0,1-8-4095 0 0,-11-8-2465 0 0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12:47.1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143 1026 2456 0 0,'-3'1'1847'0'0,"-1"1"-1089"0"0,0 0 0 0 0,0 0 0 0 0,0 1 0 0 0,1-1 0 0 0,-1 1 0 0 0,1 0 0 0 0,0 0 0 0 0,0 0 0 0 0,-4 4 0 0 0,6-5-464 0 0,-1 1 0 0 0,1-1 0 0 0,0 0 0 0 0,-1 1 0 0 0,1-1 1 0 0,0 0-1 0 0,0 1 0 0 0,0 0 0 0 0,1-1 0 0 0,-1 1 0 0 0,1-1 0 0 0,-1 1 0 0 0,1 0 0 0 0,0-1 0 0 0,0 1 0 0 0,0 0 0 0 0,0-1 0 0 0,1 5 0 0 0,0-5-159 0 0,-1 1 0 0 0,1 0 0 0 0,-1-1-1 0 0,1 1 1 0 0,0-1 0 0 0,0 1 0 0 0,0-1 0 0 0,1 1-1 0 0,-1-1 1 0 0,1 0 0 0 0,-1 0 0 0 0,1 0 0 0 0,0 1-1 0 0,-1-2 1 0 0,1 1 0 0 0,0 0 0 0 0,0 0 0 0 0,1 0-1 0 0,-1-1 1 0 0,0 0 0 0 0,0 1 0 0 0,6 1 0 0 0,-1-2-59 0 0,0 1 1 0 0,0-2 0 0 0,0 1-1 0 0,0-1 1 0 0,0 0 0 0 0,0-1-1 0 0,0 1 1 0 0,0-1 0 0 0,0-1-1 0 0,0 1 1 0 0,10-5 0 0 0,-6 1-27 0 0,0 0 0 0 0,-1 0 0 0 0,0-1 1 0 0,0-1-1 0 0,0 1 0 0 0,12-13 0 0 0,-3 1-22 0 0,-1-1 0 0 0,-1-1-1 0 0,-1 0 1 0 0,-1-1-1 0 0,23-43 1 0 0,-10 7-26 0 0,-3-1 0 0 0,-3-1 0 0 0,-2-1-1 0 0,21-111 1 0 0,14-254-56 0 0,-55 423 54 0 0,6-90-156 0 0,-6 80 33 0 0,-4 24 86 0 0,-5 25 39 0 0,-51 285 133 0 0,-78 236 241 0 0,-34 165 11 0 0,65-142-192 0 0,27 6 68 0 0,78-570-270 0 0,-2 49-2 0 0,4-60 14 0 0,1 0 1 0 0,-1 0 0 0 0,1-1-1 0 0,0 1 1 0 0,0 0 0 0 0,1-1-1 0 0,0 1 1 0 0,0-1 0 0 0,3 7-1 0 0,-4-11 2 0 0,1 1-1 0 0,-1 0 0 0 0,0-1 0 0 0,1 1 0 0 0,0-1 0 0 0,-1 0 0 0 0,1 1 1 0 0,0-1-1 0 0,-1 0 0 0 0,1 0 0 0 0,0 0 0 0 0,0 0 0 0 0,0-1 0 0 0,0 1 1 0 0,0 0-1 0 0,0-1 0 0 0,0 1 0 0 0,0-1 0 0 0,0 0 0 0 0,0 0 0 0 0,0 0 1 0 0,0 0-1 0 0,1 0 0 0 0,-1 0 0 0 0,0 0 0 0 0,0-1 0 0 0,0 1 1 0 0,2-2-1 0 0,8-1 5 0 0,0-1 1 0 0,-1 0-1 0 0,19-10 0 0 0,-6 1-24 0 0,-1-1 0 0 0,-1-1 0 0 0,-1-1 0 0 0,0-1 0 0 0,21-22-1 0 0,2-7-29 0 0,37-52 0 0 0,-58 68 33 0 0,-2-2-1 0 0,-1 0 1 0 0,-1-1-1 0 0,-2 0 1 0 0,23-68-1 0 0,-31 73 10 0 0,-2 0 0 0 0,0-1 0 0 0,-2 0 0 0 0,-2 0 0 0 0,0-1 1 0 0,-2 1-1 0 0,-1-1 0 0 0,-5-31 0 0 0,-1 15 0 0 0,-3 0 0 0 0,-1 0-1 0 0,-3 1 1 0 0,-1 1 0 0 0,-3 0 0 0 0,-26-50 0 0 0,25 61-5 0 0,-1 1 1 0 0,-2 0 0 0 0,-1 2-1 0 0,-2 0 1 0 0,0 2-1 0 0,-2 1 1 0 0,-2 0 0 0 0,-36-26-1 0 0,24 25-10 0 0,-73-35-1 0 0,-9-7-217 0 0,120 69 183 0 0,2 0 30 0 0,0 0 1 0 0,0 1-1 0 0,0-1 0 0 0,0 0 1 0 0,1 0-1 0 0,-1 1 0 0 0,0-1 0 0 0,0 0 1 0 0,0 0-1 0 0,1 1 0 0 0,-1-1 1 0 0,0 0-1 0 0,1 1 0 0 0,-1-1 0 0 0,0 0 1 0 0,1 1-1 0 0,-1-1 0 0 0,1 0 1 0 0,-1 1-1 0 0,1-1 0 0 0,0 1 0 0 0,0-1 1 0 0,16-12-582 0 0,44-20-3086 0 0,2 3-1 0 0,130-43 1 0 0,-143 55 699 0 0,10-3-2133 0 0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12:48.4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274 254 1260 0 0,'2'-3'423'0'0,"-1"0"0"0"0,-1 0 0 0 0,1 0 0 0 0,0 0 0 0 0,-1 0 0 0 0,0-1 0 0 0,1 1 0 0 0,-1 0 0 0 0,-1-1 0 0 0,1 1 0 0 0,0 0 0 0 0,-1 0 0 0 0,1 0-1 0 0,-1-1 1 0 0,0 1 0 0 0,0 0 0 0 0,-1 0 0 0 0,1 0 0 0 0,-1 0 0 0 0,1 1 0 0 0,-1-1 0 0 0,0 0 0 0 0,0 0 0 0 0,0 1 0 0 0,0 0 0 0 0,0-1 0 0 0,-1 1 0 0 0,1 0 0 0 0,-5-3 0 0 0,4 3-254 0 0,-1-1 0 0 0,1 1 0 0 0,-1 0 1 0 0,0 0-1 0 0,0 0 0 0 0,1 1 0 0 0,-1-1 0 0 0,-1 1 1 0 0,1 0-1 0 0,0 0 0 0 0,0 0 0 0 0,0 1 0 0 0,0-1 1 0 0,-1 1-1 0 0,1 0 0 0 0,0 0 0 0 0,0 1 0 0 0,0-1 1 0 0,0 1-1 0 0,-1 0 0 0 0,1 0 0 0 0,0 1 0 0 0,-6 2 1 0 0,-1 3-66 0 0,1 0 1 0 0,0 1 0 0 0,0 0 0 0 0,0 1-1 0 0,1 0 1 0 0,0 1 0 0 0,1 0-1 0 0,0 0 1 0 0,1 1 0 0 0,0 0 0 0 0,0 0-1 0 0,1 0 1 0 0,1 1 0 0 0,0 0 0 0 0,0 0-1 0 0,2 1 1 0 0,-4 15 0 0 0,5-19-83 0 0,1 0 1 0 0,0 1-1 0 0,0-1 1 0 0,1 0-1 0 0,0 1 1 0 0,1-1-1 0 0,0 0 1 0 0,0 1-1 0 0,1-1 1 0 0,6 17-1 0 0,-6-19-8 0 0,2-1-1 0 0,-1 1 0 0 0,0-1 0 0 0,1 0 0 0 0,1-1 0 0 0,-1 1 0 0 0,1-1 0 0 0,-1 1 1 0 0,1-1-1 0 0,1-1 0 0 0,-1 1 0 0 0,1-1 0 0 0,0 0 0 0 0,0 0 0 0 0,11 5 1 0 0,-5-4 0 0 0,1 0 0 0 0,0-1 1 0 0,0 0-1 0 0,0-1 1 0 0,1-1-1 0 0,-1 0 1 0 0,1-1-1 0 0,0 0 1 0 0,-1-1-1 0 0,1 0 1 0 0,-1-1-1 0 0,20-4 1 0 0,-22 3-6 0 0,0-1 0 0 0,0 0-1 0 0,0-1 1 0 0,0 0 0 0 0,-1 0 0 0 0,0-1 0 0 0,0-1 0 0 0,0 0 0 0 0,0 0 0 0 0,-1-1 0 0 0,0 0 0 0 0,0 0 0 0 0,-1-1-1 0 0,0 0 1 0 0,7-10 0 0 0,-8 7 0 0 0,-1 1-1 0 0,0-1 1 0 0,0-1-1 0 0,-1 1 0 0 0,-1-1 1 0 0,0 0-1 0 0,-1 0 1 0 0,0 0-1 0 0,-1 0 1 0 0,0-1-1 0 0,-1 1 1 0 0,0 0-1 0 0,-1-1 1 0 0,-2-17-1 0 0,2 24-3 0 0,-1 0-1 0 0,0 0 1 0 0,0 0 0 0 0,-1 0 0 0 0,1 1-1 0 0,-1-1 1 0 0,-1 0 0 0 0,1 1 0 0 0,-1 0-1 0 0,0-1 1 0 0,0 1 0 0 0,-1 0 0 0 0,1 1-1 0 0,-1-1 1 0 0,0 0 0 0 0,0 1 0 0 0,-1 0-1 0 0,1 0 1 0 0,-1 0 0 0 0,0 1 0 0 0,0 0-1 0 0,0 0 1 0 0,-1 0 0 0 0,1 0 0 0 0,-1 1-1 0 0,1 0 1 0 0,-1 0 0 0 0,0 1 0 0 0,0-1-1 0 0,0 1 1 0 0,-7 0 0 0 0,2 0-3 0 0,1 1-1 0 0,-1 1 1 0 0,1-1 0 0 0,-1 2-1 0 0,1-1 1 0 0,0 2 0 0 0,0-1-1 0 0,-12 6 1 0 0,15-6-3 0 0,1 1-1 0 0,-1 0 1 0 0,1 0 0 0 0,-1 1-1 0 0,1 0 1 0 0,0 0 0 0 0,0 0-1 0 0,1 1 1 0 0,-1 0 0 0 0,1 0 0 0 0,0 1-1 0 0,-6 8 1 0 0,9-12 0 0 0,1 0 1 0 0,0 0 0 0 0,-1 1-1 0 0,1-1 1 0 0,0 0-1 0 0,0 0 1 0 0,1 1-1 0 0,-1-1 1 0 0,0 0 0 0 0,1 1-1 0 0,-1-1 1 0 0,1 1-1 0 0,0-1 1 0 0,0 1-1 0 0,0-1 1 0 0,0 1 0 0 0,0-1-1 0 0,0 1 1 0 0,2 3-1 0 0,-1-4-1 0 0,0 0 0 0 0,0 0 1 0 0,1 0-1 0 0,-1 0 0 0 0,1 0 0 0 0,-1-1 0 0 0,1 1 0 0 0,0 0 0 0 0,-1-1 0 0 0,1 1 0 0 0,0-1 0 0 0,0 0 0 0 0,0 1 0 0 0,0-1 1 0 0,0 0-1 0 0,4 1 0 0 0,3 1-40 0 0,1-1 1 0 0,-1 0-1 0 0,1 0 0 0 0,-1-1 1 0 0,1 0-1 0 0,-1-1 1 0 0,1 0-1 0 0,15-2 1 0 0,2-3-143 0 0,-1-1 0 0 0,0-2 0 0 0,-1 0 0 0 0,1-2 0 0 0,-2-1 1 0 0,45-26-1 0 0,130-103-307 0 0,-141 96 444 0 0,-57 42 57 0 0,1 1 0 0 0,0 0 1 0 0,-1 0-1 0 0,1-1 0 0 0,0 2 0 0 0,0-1 0 0 0,0 0 0 0 0,0 0 0 0 0,0 0 0 0 0,0 1 0 0 0,0-1 0 0 0,0 1 0 0 0,0 0 0 0 0,0-1 0 0 0,0 1 0 0 0,0 0 0 0 0,0 0 0 0 0,0 1 0 0 0,0-1 1 0 0,0 0-1 0 0,4 2 0 0 0,-4-1 25 0 0,1 0 1 0 0,-1 1 0 0 0,1-1-1 0 0,-1 1 1 0 0,0 0-1 0 0,1 0 1 0 0,-1 0 0 0 0,0 0-1 0 0,0 0 1 0 0,-1 0 0 0 0,1 0-1 0 0,0 1 1 0 0,-1-1 0 0 0,1 1-1 0 0,1 3 1 0 0,3 10 99 0 0,0 1 1 0 0,-1-1 0 0 0,0 1-1 0 0,3 29 1 0 0,3 73 180 0 0,-8-72-218 0 0,-2 67 202 0 0,-2-66 597 0 0,1-47-882 0 0,0 0-1 0 0,0-1 1 0 0,0 1 0 0 0,0 0-1 0 0,0-1 1 0 0,0 1-1 0 0,0-1 1 0 0,0 1-1 0 0,0 0 1 0 0,0-1-1 0 0,0 1 1 0 0,-1-1-1 0 0,1 1 1 0 0,0 0 0 0 0,-1-1-1 0 0,1 1 1 0 0,0-1-1 0 0,-1 1 1 0 0,1-1-1 0 0,0 1 1 0 0,-1-1-1 0 0,1 1 1 0 0,-1-1-1 0 0,1 0 1 0 0,-1 1 0 0 0,1-1-1 0 0,-1 1 1 0 0,0-1-1 0 0,1 0 1 0 0,-1 0-1 0 0,1 1 1 0 0,-1-1-1 0 0,0 0 1 0 0,1 0-1 0 0,-1 0 1 0 0,1 0 0 0 0,-1 0-1 0 0,-1 0 1 0 0,1 0-3 0 0,0 0 1 0 0,-1 0 0 0 0,1 0-1 0 0,0-1 1 0 0,0 1 0 0 0,0 0-1 0 0,-1-1 1 0 0,1 1 0 0 0,0-1-1 0 0,0 1 1 0 0,0-1 0 0 0,0 0-1 0 0,0 0 1 0 0,0 1 0 0 0,0-1-1 0 0,0 0 1 0 0,0 0 0 0 0,-1-1-1 0 0,-5-9-9 0 0,1-1-1 0 0,1 1 0 0 0,0-1 0 0 0,0 0 1 0 0,1 0-1 0 0,1 0 0 0 0,0-1 0 0 0,1 1 1 0 0,0-1-1 0 0,1 0 0 0 0,0 0 0 0 0,1 1 1 0 0,3-25-1 0 0,-2 32-34 0 0,0 0 0 0 0,1 0-1 0 0,0 1 1 0 0,0-1 0 0 0,0 0 0 0 0,1 1 0 0 0,-1-1 0 0 0,1 1 0 0 0,0 0 0 0 0,1 0 0 0 0,-1 0 0 0 0,1 0 0 0 0,-1 0-1 0 0,1 1 1 0 0,0 0 0 0 0,1-1 0 0 0,-1 2 0 0 0,0-1 0 0 0,1 0 0 0 0,0 1 0 0 0,-1 0 0 0 0,1 0 0 0 0,0 0-1 0 0,7-1 1 0 0,11-2-640 0 0,1 1 1 0 0,0 0-1 0 0,48 1 0 0 0,-38 1-129 0 0,-16 2 464 0 0,0-1 1 0 0,0-1-1 0 0,0-1 1 0 0,23-7 0 0 0,-36 8 312 0 0,1 0 0 0 0,-1 0 0 0 0,0 0 1 0 0,0-1-1 0 0,-1 0 0 0 0,1 0 0 0 0,0-1 1 0 0,-1 1-1 0 0,0-1 0 0 0,0 0 1 0 0,0 0-1 0 0,0 0 0 0 0,-1 0 0 0 0,1-1 1 0 0,-1 0-1 0 0,0 1 0 0 0,-1-1 1 0 0,3-6-1 0 0,1-5 392 0 0,-1 1 1 0 0,4-29-1 0 0,-2 12 976 0 0,-4 9-499 0 0,-3 20-321 0 0,-3 16-160 0 0,-76 382 1204 0 0,65-331-1444 0 0,8-24 96 0 0,5-37-120 0 0,2-3-99 0 0,0-1 1 0 0,1 1-1 0 0,-1 0 1 0 0,0-1-1 0 0,0 1 1 0 0,1 0 0 0 0,-1-1-1 0 0,0 0 1 0 0,0 1-1 0 0,0-1 1 0 0,0 0-1 0 0,0 1 1 0 0,0-1-1 0 0,0 0 1 0 0,0 0-1 0 0,0 0 1 0 0,0 0 0 0 0,0 0-1 0 0,1-2 1 0 0,14-20-4 0 0,-3 2-6 0 0,16-27-21 0 0,43-53-1 0 0,-62 88 8 0 0,1 1 0 0 0,0 0 0 0 0,0 0-1 0 0,2 2 1 0 0,-1-1 0 0 0,2 2-1 0 0,-1 0 1 0 0,28-14 0 0 0,-38 21 20 0 0,1 1 1 0 0,0 0 0 0 0,-1 0 0 0 0,1 0-1 0 0,0 0 1 0 0,0 0 0 0 0,0 1 0 0 0,0-1-1 0 0,-1 1 1 0 0,1 0 0 0 0,0 0 0 0 0,0 1-1 0 0,0-1 1 0 0,0 1 0 0 0,7 2 0 0 0,-6-1-4 0 0,0 1 1 0 0,0-1-1 0 0,0 1 1 0 0,-1 0 0 0 0,1 0-1 0 0,-1 1 1 0 0,1 0 0 0 0,-1-1-1 0 0,0 1 1 0 0,3 5-1 0 0,5 7 2 0 0,-2 1 0 0 0,0 0 0 0 0,0 0 0 0 0,-2 1 0 0 0,8 22 0 0 0,-15-37 3 0 0,14 34 131 0 0,15 64-1 0 0,-30-100-126 0 0,0-1 0 0 0,0 1 0 0 0,0 0 0 0 0,0-1 0 0 0,0 1 0 0 0,0-1 0 0 0,1 1 0 0 0,-1-1 0 0 0,0 1 0 0 0,0-1 0 0 0,0 1 0 0 0,1-1 0 0 0,-1 1 0 0 0,0-1 0 0 0,1 1 0 0 0,-1-1 0 0 0,0 1 0 0 0,1-1 0 0 0,-1 1 0 0 0,1-1 0 0 0,0 1 0 0 0,6-7 38 0 0,6-25-16 0 0,-11 26-16 0 0,6-15-13 0 0,78-179-45 0 0,-70 168 20 0 0,1 0-1 0 0,2 1 1 0 0,1 1-1 0 0,27-28 0 0 0,-40 49 10 0 0,1 1 0 0 0,-1 0 0 0 0,1 1-1 0 0,1 0 1 0 0,-1 0 0 0 0,18-8 0 0 0,-22 12 12 0 0,1 0 1 0 0,-1 0 0 0 0,0 1 0 0 0,0-1-1 0 0,1 1 1 0 0,-1 0 0 0 0,0 0 0 0 0,1 1-1 0 0,-1-1 1 0 0,1 1 0 0 0,-1 0 0 0 0,1 0-1 0 0,-1 1 1 0 0,1-1 0 0 0,-1 1 0 0 0,1 0-1 0 0,5 2 1 0 0,-7-2 45 0 0,0 1 0 0 0,0 0 1 0 0,-1 1-1 0 0,1-1 0 0 0,0 0 0 0 0,-1 1 1 0 0,1-1-1 0 0,-1 1 0 0 0,0 0 0 0 0,0 0 0 0 0,0 0 1 0 0,0 0-1 0 0,-1 0 0 0 0,1 0 0 0 0,-1 1 0 0 0,0-1 1 0 0,0 0-1 0 0,0 1 0 0 0,0-1 0 0 0,0 1 1 0 0,-1-1-1 0 0,0 1 0 0 0,0 6 0 0 0,0 9 279 0 0,-1-1 0 0 0,-1 0 0 0 0,-5 24 0 0 0,5-32-184 0 0,-30 121 742 0 0,4-18-510 0 0,27-112-365 0 0,1 0 0 0 0,0 1 0 0 0,0-1-1 0 0,-1 0 1 0 0,1 0 0 0 0,0 0 0 0 0,0 0 0 0 0,0 0-1 0 0,0 0 1 0 0,0 0 0 0 0,1 0 0 0 0,-1 1 0 0 0,0-1 0 0 0,0 0-1 0 0,1 0 1 0 0,-1 0 0 0 0,1 0 0 0 0,-1 0 0 0 0,1 0 0 0 0,-1 0-1 0 0,1 0 1 0 0,-1 0 0 0 0,1-1 0 0 0,1 2 0 0 0,-1-1-40 0 0,0 0 1 0 0,1-1 0 0 0,-1 1-1 0 0,1 0 1 0 0,-1-1 0 0 0,1 0-1 0 0,-1 1 1 0 0,1-1 0 0 0,-1 0-1 0 0,1 0 1 0 0,-1 1 0 0 0,1-1-1 0 0,-1-1 1 0 0,1 1 0 0 0,1 0-1 0 0,6-2-406 0 0,-1 0 0 0 0,0 0-1 0 0,0 0 1 0 0,15-8-1 0 0,87-48-4883 0 0,-37 16-1422 0 0,-68 39 6013 0 0,45-25-6881 0 0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12:49.7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78 898 2020 0 0,'-8'5'1355'0'0,"0"1"0"0"0,1 0 0 0 0,-1 0-1 0 0,1 0 1 0 0,-7 10 0 0 0,11-13-956 0 0,0 0 0 0 0,1 0-1 0 0,-1 1 1 0 0,1-1 0 0 0,0 1 0 0 0,1 0 0 0 0,-1 0-1 0 0,0 0 1 0 0,1 0 0 0 0,0 0 0 0 0,0 0 0 0 0,0 0-1 0 0,0 8 1 0 0,1-9-270 0 0,0 0 0 0 0,1 0-1 0 0,-1 0 1 0 0,1 1 0 0 0,0-1 0 0 0,0 0-1 0 0,0 0 1 0 0,0-1 0 0 0,1 1-1 0 0,-1 0 1 0 0,1 0 0 0 0,0-1 0 0 0,0 1-1 0 0,0-1 1 0 0,0 1 0 0 0,0-1 0 0 0,0 0-1 0 0,1 0 1 0 0,-1 0 0 0 0,1 0 0 0 0,-1 0-1 0 0,1 0 1 0 0,0-1 0 0 0,0 1-1 0 0,-1-1 1 0 0,7 2 0 0 0,3 1 4 0 0,0-1 0 0 0,-1 0 0 0 0,1-1 0 0 0,1 0 0 0 0,17 0 0 0 0,-10-1-81 0 0,0-2 0 0 0,1 0 1 0 0,-1-1-1 0 0,0-1 0 0 0,0-1 1 0 0,0-1-1 0 0,0-1 0 0 0,-1-1 1 0 0,0 0-1 0 0,0-1 0 0 0,-1-1 1 0 0,31-20-1 0 0,-25 11-52 0 0,-1-1 0 0 0,-1-1-1 0 0,0 0 1 0 0,-2-2 0 0 0,0-1 0 0 0,-1 0 0 0 0,-2-1 0 0 0,18-31 0 0 0,-3-2-86 0 0,-3-2 1 0 0,-2-1 0 0 0,-3-1 0 0 0,-2-1 0 0 0,-4 0 0 0 0,-2-2 0 0 0,10-79 0 0 0,-26 141 84 0 0,5-35-43 0 0,-1-1 1 0 0,-2 0 0 0 0,-4-43 0 0 0,2 81 39 0 0,0-1 1 0 0,0 0-1 0 0,0 1 1 0 0,0-1 0 0 0,0 0-1 0 0,0 0 1 0 0,0 1-1 0 0,0-1 1 0 0,0 0-1 0 0,-1 1 1 0 0,1-1-1 0 0,0 0 1 0 0,-1 1 0 0 0,1-1-1 0 0,0 1 1 0 0,-1-1-1 0 0,1 0 1 0 0,-1 1-1 0 0,1-1 1 0 0,0 1-1 0 0,-1-1 1 0 0,0 1-1 0 0,1 0 1 0 0,-1-1 0 0 0,1 1-1 0 0,-2-1 1 0 0,2 1 1 0 0,-1 0 1 0 0,0 0 0 0 0,0 0-1 0 0,0 1 1 0 0,1-1-1 0 0,-1 0 1 0 0,0 0 0 0 0,0 1-1 0 0,0-1 1 0 0,1 0 0 0 0,-1 1-1 0 0,0-1 1 0 0,1 1 0 0 0,-1-1-1 0 0,0 1 1 0 0,1-1-1 0 0,-2 2 1 0 0,-22 29 6 0 0,9-2 63 0 0,1 1-1 0 0,-18 58 1 0 0,23-60-38 0 0,-21 68 79 0 0,4 1 1 0 0,5 1-1 0 0,-14 150 1 0 0,32-201-74 0 0,1 0-1 0 0,5 58 1 0 0,-1-86-16 0 0,0 0 0 0 0,2 0 1 0 0,0 0-1 0 0,1-1 0 0 0,1 0 0 0 0,0 0 0 0 0,2 0 0 0 0,12 23 1 0 0,-16-36-15 0 0,0 1 0 0 0,-1-1 0 0 0,2 0 0 0 0,-1 0 0 0 0,1 0 0 0 0,-1-1 0 0 0,1 0 0 0 0,0 1 0 0 0,1-2 0 0 0,-1 1 0 0 0,1-1 0 0 0,0 0 0 0 0,0 0 0 0 0,0 0 0 0 0,0-1 0 0 0,0 0 0 0 0,0 0 0 0 0,14 2 0 0 0,-11-3-14 0 0,1-1 1 0 0,-1 0-1 0 0,0-1 1 0 0,1 0 0 0 0,-1 0-1 0 0,1-1 1 0 0,-1 0-1 0 0,0 0 1 0 0,0-1-1 0 0,0 0 1 0 0,0-1-1 0 0,14-8 1 0 0,1-4-94 0 0,-1-1 0 0 0,0 0-1 0 0,-1-2 1 0 0,-1-1 0 0 0,0-1 0 0 0,-2 0 0 0 0,-1-2-1 0 0,0 0 1 0 0,20-36 0 0 0,11-29-175 0 0,49-124 0 0 0,-97 210 276 0 0,43-112 169 0 0,-4-1 0 0 0,39-193 1 0 0,-74 258 90 0 0,-5 48-239 0 0,-5 4-11 0 0,1 1-1 0 0,0 0 1 0 0,0 0-1 0 0,1 0 1 0 0,-1 1 0 0 0,1-1-1 0 0,0 1 1 0 0,-1 0-1 0 0,2 0 1 0 0,-1 0-1 0 0,-4 8 1 0 0,-2 6 31 0 0,-10 30 0 0 0,10-25-10 0 0,-22 61 98 0 0,4 2 1 0 0,3 0-1 0 0,4 2 1 0 0,4 0-1 0 0,-7 120 1 0 0,22-200-120 0 0,-1 93 78 0 0,3-88-59 0 0,0 1-1 0 0,1 0 0 0 0,0-1 1 0 0,1 0-1 0 0,5 16 1 0 0,-8-27-23 0 0,1 0 0 0 0,-1 0 0 0 0,1 0 0 0 0,0 0 1 0 0,0 0-1 0 0,0 0 0 0 0,0 0 0 0 0,0 0 1 0 0,0-1-1 0 0,1 1 0 0 0,-1 0 0 0 0,1-1 0 0 0,-1 1 1 0 0,1-1-1 0 0,-1 1 0 0 0,1-1 0 0 0,0 0 1 0 0,0 0-1 0 0,0 1 0 0 0,-1-1 0 0 0,1-1 0 0 0,0 1 1 0 0,0 0-1 0 0,0 0 0 0 0,1-1 0 0 0,-1 1 1 0 0,0-1-1 0 0,0 0 0 0 0,0 0 0 0 0,0 1 0 0 0,0-1 1 0 0,4-1-1 0 0,-1 0 0 0 0,1-1 0 0 0,-1 0 0 0 0,0 0-1 0 0,0 0 1 0 0,0-1 0 0 0,-1 1 0 0 0,1-1 0 0 0,-1 0 0 0 0,1-1 0 0 0,-1 1 0 0 0,0-1 0 0 0,4-4 0 0 0,25-31 8 0 0,-2 0 0 0 0,29-50 0 0 0,33-43-180 0 0,-92 130 157 0 0,1 1 1 0 0,-1-1 0 0 0,1 0-1 0 0,-1 1 1 0 0,1 0 0 0 0,-1-1 0 0 0,1 1-1 0 0,0 0 1 0 0,-1 0 0 0 0,1 0-1 0 0,0 0 1 0 0,0 0 0 0 0,0 0 0 0 0,0 0-1 0 0,2 0 1 0 0,-3 1 14 0 0,1 0-1 0 0,-1 0 1 0 0,0 1-1 0 0,0-1 1 0 0,0 0-1 0 0,0 1 1 0 0,0-1 0 0 0,0 1-1 0 0,0-1 1 0 0,0 1-1 0 0,0-1 1 0 0,0 1 0 0 0,0 0-1 0 0,0-1 1 0 0,-1 1-1 0 0,1 0 1 0 0,0 0 0 0 0,0 0-1 0 0,-1 0 1 0 0,1 0-1 0 0,0 0 1 0 0,-1 0 0 0 0,1 0-1 0 0,-1 0 1 0 0,0 0-1 0 0,1 0 1 0 0,-1 0 0 0 0,0 0-1 0 0,1 0 1 0 0,-1 2-1 0 0,8 32 324 0 0,-1 0 0 0 0,-2 1 0 0 0,2 55-1 0 0,2 22-7 0 0,-7-101-286 0 0,-1-1 0 0 0,2 0-1 0 0,0 0 1 0 0,0 0 0 0 0,7 14 0 0 0,-9-21-24 0 0,1-1 0 0 0,0 0 0 0 0,0 0-1 0 0,0 0 1 0 0,0 0 0 0 0,0 0 0 0 0,1-1 0 0 0,-1 1 0 0 0,1-1-1 0 0,0 1 1 0 0,-1-1 0 0 0,1 0 0 0 0,0 0 0 0 0,1 0-1 0 0,-1 0 1 0 0,0-1 0 0 0,0 0 0 0 0,1 1 0 0 0,-1-1 0 0 0,7 1-1 0 0,0-1 13 0 0,0 0 0 0 0,1-1 0 0 0,-1-1 0 0 0,1 0 0 0 0,-1 0 0 0 0,0-1 0 0 0,0 0-1 0 0,0-1 1 0 0,0 0 0 0 0,0 0 0 0 0,0-1 0 0 0,15-9 0 0 0,-1-1 20 0 0,0-1 0 0 0,-1-1-1 0 0,31-28 1 0 0,-25 16 7 0 0,0-1 0 0 0,-2-1 0 0 0,-1-1 0 0 0,-2-2 0 0 0,-1 0 0 0 0,-2-2 0 0 0,33-70 0 0 0,-53 101-5 0 0,3-3 3 0 0,-1 1 0 0 0,0-1-1 0 0,-1 0 1 0 0,0 0 0 0 0,0-1 0 0 0,0 1 0 0 0,-1 0-1 0 0,0-1 1 0 0,0-10 0 0 0,-1 17-47 0 0,-1 1 0 0 0,1-1 0 0 0,0 1 0 0 0,0-1 0 0 0,-1 1 0 0 0,1-1 0 0 0,0 1 1 0 0,-1 0-1 0 0,1-1 0 0 0,0 1 0 0 0,-1-1 0 0 0,1 1 0 0 0,-1 0 0 0 0,1-1 0 0 0,0 1 0 0 0,-1 0 0 0 0,1-1 0 0 0,-1 1 0 0 0,1 0 0 0 0,-1 0 1 0 0,1 0-1 0 0,-1-1 0 0 0,1 1 0 0 0,-1 0 0 0 0,0 0 0 0 0,1 0 0 0 0,-1 0 0 0 0,1 0 0 0 0,-1 0 0 0 0,1 0 0 0 0,-1 0 0 0 0,1 0 1 0 0,-1 0-1 0 0,1 0 0 0 0,-1 0 0 0 0,1 1 0 0 0,-1-1 0 0 0,0 0 0 0 0,0 1 0 0 0,-21 8-3 0 0,14-4 23 0 0,1 1 1 0 0,0-1-1 0 0,0 1 1 0 0,1 1 0 0 0,-1-1-1 0 0,2 1 1 0 0,-1 0-1 0 0,1 1 1 0 0,0-1-1 0 0,-4 9 1 0 0,-7 15 210 0 0,-14 40-1 0 0,29-67-208 0 0,-4 11 36 0 0,0-1 0 0 0,1 1 0 0 0,0 0 0 0 0,2 0 0 0 0,-1 0-1 0 0,2 0 1 0 0,0 1 0 0 0,2 21 0 0 0,-1-31-42 0 0,1 0 0 0 0,0 0 0 0 0,0 0 0 0 0,0-1-1 0 0,1 1 1 0 0,0-1 0 0 0,0 1 0 0 0,0-1 0 0 0,1 0-1 0 0,0 0 1 0 0,0 0 0 0 0,0 0 0 0 0,0 0 0 0 0,1 0 0 0 0,0-1-1 0 0,0 0 1 0 0,0 0 0 0 0,0 0 0 0 0,1 0 0 0 0,-1-1-1 0 0,1 1 1 0 0,0-1 0 0 0,0-1 0 0 0,11 5 0 0 0,-5-3-203 0 0,0-1 1 0 0,0 0 0 0 0,0-1 0 0 0,0 0-1 0 0,1 0 1 0 0,-1-2 0 0 0,1 1-1 0 0,-1-1 1 0 0,1-1 0 0 0,18-4 0 0 0,-20 3-479 0 0,0 0 1 0 0,-1-1 0 0 0,0-1 0 0 0,0 0 0 0 0,0 0 0 0 0,0 0 0 0 0,-1-1-1 0 0,1-1 1 0 0,-1 1 0 0 0,-1-2 0 0 0,1 1 0 0 0,12-14 0 0 0,1-7-4673 0 0,-2 0-2835 0 0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12:49.9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471 34 3472 0 0,'-210'-10'7478'0'0,"-47"-1"2386"0"0,254 11-8451 0 0,6-1-876 0 0,9-2-392 0 0,1 1 1 0 0,-1 0-1 0 0,1 1 0 0 0,0 0 0 0 0,15 1 1 0 0,3 0-86 0 0,430-2-3935 0 0,-152 12-5989 0 0,-191-6 2311 0 0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12:51.2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369 957 1776 0 0,'-3'1'604'0'0,"-2"0"146"0"0,1 0 0 0 0,0 0 0 0 0,0 1 0 0 0,0-1 0 0 0,0 1 0 0 0,0 0 0 0 0,0 0-1 0 0,1 0 1 0 0,-1 1 0 0 0,-3 3 0 0 0,4-2-373 0 0,0 1 0 0 0,1-1 0 0 0,0 1 0 0 0,0 0 0 0 0,0 0 0 0 0,0 0 0 0 0,1 0 0 0 0,0 0 0 0 0,0 0 0 0 0,0 0 0 0 0,1 0 0 0 0,0 0 0 0 0,0 1 0 0 0,0-1 0 0 0,1 0 1 0 0,-1 0-1 0 0,2 5 0 0 0,-1-7-284 0 0,0 1 0 0 0,0-1 1 0 0,0 0-1 0 0,0-1 0 0 0,1 1 1 0 0,-1 0-1 0 0,1 0 0 0 0,0-1 1 0 0,0 1-1 0 0,0 0 0 0 0,0-1 1 0 0,0 0-1 0 0,0 0 0 0 0,1 1 1 0 0,-1-1-1 0 0,1-1 0 0 0,-1 1 1 0 0,1 0-1 0 0,0-1 0 0 0,-1 1 1 0 0,1-1-1 0 0,0 0 0 0 0,0 0 1 0 0,0 0-1 0 0,0 0 0 0 0,1 0 1 0 0,-1-1-1 0 0,0 1 0 0 0,0-1 1 0 0,5 0-1 0 0,7-1-5 0 0,0-1 1 0 0,0 0-1 0 0,0-1 0 0 0,0-1 0 0 0,0 0 1 0 0,-1-1-1 0 0,25-11 0 0 0,-7 0-31 0 0,-1-2 0 0 0,34-25-1 0 0,-43 27-40 0 0,-2 0-1 0 0,-1-2 1 0 0,0 0-1 0 0,-1-2 0 0 0,-1 0 1 0 0,0 0-1 0 0,17-31 1 0 0,-17 22-12 0 0,-2-1 1 0 0,-1-1 0 0 0,-2 0-1 0 0,0-1 1 0 0,8-40 0 0 0,-10 20-7 0 0,-2-1 0 0 0,-3 0 0 0 0,-2 0 0 0 0,-2 0 0 0 0,-2-1 0 0 0,-3 1 0 0 0,-13-64 0 0 0,15 105 1 0 0,0-1-18 0 0,0-1 1 0 0,-1 1 0 0 0,-1 0-1 0 0,0-1 1 0 0,-1 1 0 0 0,-7-14-1 0 0,12 27 18 0 0,-1-1 0 0 0,1 1-1 0 0,-1-1 1 0 0,1 1-1 0 0,-1-1 1 0 0,1 1 0 0 0,-1-1-1 0 0,1 1 1 0 0,-1-1 0 0 0,0 1-1 0 0,1-1 1 0 0,-1 1-1 0 0,0 0 1 0 0,1-1 0 0 0,-1 1-1 0 0,0 0 1 0 0,1 0 0 0 0,-1 0-1 0 0,0-1 1 0 0,0 1 0 0 0,1 0-1 0 0,-1 0 1 0 0,0 0-1 0 0,1 0 1 0 0,-1 0 0 0 0,0 0-1 0 0,0 1 1 0 0,1-1 0 0 0,-1 0-1 0 0,0 0 1 0 0,0 0-1 0 0,1 1 1 0 0,-1-1 0 0 0,0 0-1 0 0,1 1 1 0 0,-1-1 0 0 0,1 0-1 0 0,-1 1 1 0 0,0-1 0 0 0,1 1-1 0 0,-1-1 1 0 0,1 1-1 0 0,-1-1 1 0 0,1 1 0 0 0,-1 1-1 0 0,-3 2 0 0 0,1 0-1 0 0,-1 0 0 0 0,1 0 1 0 0,0 1-1 0 0,-3 6 1 0 0,-16 40 0 0 0,-31 105 0 0 0,-1 61 66 0 0,47-186-52 0 0,-123 624 699 0 0,22 4-245 0 0,90-544-427 0 0,-95 945 314 0 0,111-1029-347 0 0,0 2-6 0 0,2 1 1 0 0,4 45 0 0 0,-3-75 1 0 0,0 0 0 0 0,0 1 0 0 0,0-1 0 0 0,1 0 0 0 0,0 0 0 0 0,-1 0 1 0 0,1 0-1 0 0,1 0 0 0 0,2 4 0 0 0,-3-7-2 0 0,-1 0 0 0 0,1-1 1 0 0,0 1-1 0 0,0 0 0 0 0,0-1 0 0 0,0 1 1 0 0,0-1-1 0 0,0 0 0 0 0,0 1 1 0 0,0-1-1 0 0,0 0 0 0 0,0 0 0 0 0,-1 0 1 0 0,1-1-1 0 0,0 1 0 0 0,0 0 1 0 0,0-1-1 0 0,3 0 0 0 0,2-2 0 0 0,0-1 1 0 0,-1 1-1 0 0,1-1 0 0 0,-1-1 0 0 0,0 1 1 0 0,0-1-1 0 0,0 0 0 0 0,0 0 0 0 0,6-8 1 0 0,41-57-1 0 0,-53 70 0 0 0,20-29-23 0 0,-2-1 1 0 0,-1-1-1 0 0,-2 0 0 0 0,-1-1 1 0 0,-1 0-1 0 0,-2-1 1 0 0,-1-1-1 0 0,-1 0 0 0 0,-3 0 1 0 0,0 0-1 0 0,-2-1 1 0 0,-2 0-1 0 0,-1 0 0 0 0,-2 1 1 0 0,-1-1-1 0 0,-2 0 1 0 0,-10-45-1 0 0,-3 22-8 0 0,-2 0-1 0 0,-2 2 1 0 0,-3 1 0 0 0,-2 0-1 0 0,-3 2 1 0 0,-2 2 0 0 0,-2 0-1 0 0,-74-84 1 0 0,67 94 13 0 0,-1 1 1 0 0,-75-53-1 0 0,25 22-78 0 0,89 69 58 0 0,0 0 1 0 0,-1 0 0 0 0,1 0-1 0 0,0 0 1 0 0,0 0-1 0 0,0-1 1 0 0,1 1 0 0 0,-1-1-1 0 0,0 1 1 0 0,1-1-1 0 0,0 0 1 0 0,0 1 0 0 0,0-1-1 0 0,0 0 1 0 0,0 0 0 0 0,0 0-1 0 0,0 0 1 0 0,1-3-1 0 0,0 3-36 0 0,0-1 0 0 0,1 0-1 0 0,0 0 1 0 0,0 0 0 0 0,0 1-1 0 0,0-1 1 0 0,0 0-1 0 0,1 1 1 0 0,-1-1 0 0 0,1 1-1 0 0,0 0 1 0 0,0 0 0 0 0,5-6-1 0 0,3-3-230 0 0,1 1-1 0 0,-1 1 1 0 0,2-1-1 0 0,0 2 0 0 0,19-14 1 0 0,72-35-1703 0 0,-72 42 1357 0 0,209-95-4293 0 0,-57 30-938 0 0,-136 59 3403 0 0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12:52.1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190 870 3880 0 0,'6'-6'413'0'0,"3"-1"689"0"0,0-1 0 0 0,-1 0 1 0 0,15-19-1 0 0,-22 26-927 0 0,0-1 0 0 0,0 0 1 0 0,1 0-1 0 0,-1 0 0 0 0,0 1 0 0 0,-1-1 1 0 0,1 0-1 0 0,0 0 0 0 0,0 0 1 0 0,-1-1-1 0 0,1 1 0 0 0,-1 0 0 0 0,0 0 1 0 0,0 0-1 0 0,0 0 0 0 0,0 0 0 0 0,0 0 1 0 0,0-1-1 0 0,0 1 0 0 0,-1 0 0 0 0,1 0 1 0 0,-1 0-1 0 0,1 0 0 0 0,-1 0 1 0 0,0 0-1 0 0,0 0 0 0 0,0 0 0 0 0,-2-2 1 0 0,2 2-70 0 0,0 1 0 0 0,0-1 0 0 0,-1 1 0 0 0,1 0 0 0 0,0 0 0 0 0,-1-1 0 0 0,0 1 0 0 0,1 0 0 0 0,-1 0 0 0 0,1 0 0 0 0,-1 1 0 0 0,0-1 0 0 0,0 0 0 0 0,0 1 0 0 0,1-1 0 0 0,-1 1 0 0 0,0 0 0 0 0,0-1 0 0 0,0 1 0 0 0,0 0 0 0 0,0 0 0 0 0,0 0 0 0 0,1 0 0 0 0,-1 1 0 0 0,0-1 0 0 0,0 0 0 0 0,0 1 0 0 0,0-1 0 0 0,0 1 0 0 0,-2 1 0 0 0,-4 2 70 0 0,1 0 1 0 0,-1 0-1 0 0,1 1 1 0 0,0 0-1 0 0,-9 8 1 0 0,1 1 12 0 0,0 1 0 0 0,1 0 0 0 0,1 1 0 0 0,-22 34 1 0 0,29-39-160 0 0,-1 0 1 0 0,1 1-1 0 0,1-1 1 0 0,0 2-1 0 0,1-1 0 0 0,1 0 1 0 0,-1 1-1 0 0,2 0 1 0 0,-2 14-1 0 0,4-21-20 0 0,0 0 0 0 0,0 0 0 0 0,0 0 0 0 0,1 0 0 0 0,0 0 0 0 0,0 0 0 0 0,1 0 0 0 0,-1 0 0 0 0,1 0 0 0 0,1 0 0 0 0,-1-1 0 0 0,1 1 0 0 0,0-1 0 0 0,6 8 0 0 0,-6-9-4 0 0,1 0 0 0 0,-1 0 0 0 0,1-1 0 0 0,0 1 0 0 0,0-1 0 0 0,1 0 0 0 0,-1 0 0 0 0,1-1 0 0 0,-1 1 0 0 0,1-1 1 0 0,0 0-1 0 0,0 0 0 0 0,0-1 0 0 0,0 1 0 0 0,0-1 0 0 0,0 0 0 0 0,7 0 0 0 0,0-1-5 0 0,1 1 1 0 0,0-2-1 0 0,0 0 0 0 0,-1 0 1 0 0,1-1-1 0 0,0-1 0 0 0,-1 0 1 0 0,0-1-1 0 0,0 0 0 0 0,0-1 1 0 0,0 0-1 0 0,-1-1 0 0 0,1 0 1 0 0,-2-1-1 0 0,1 0 1 0 0,-1 0-1 0 0,0-1 0 0 0,10-11 1 0 0,-10 9-32 0 0,-1-1 1 0 0,0 0 0 0 0,0-1-1 0 0,-1 1 1 0 0,-1-2-1 0 0,0 1 1 0 0,-1-1 0 0 0,0 0-1 0 0,-1-1 1 0 0,0 1 0 0 0,-1-1-1 0 0,-1 0 1 0 0,0 0 0 0 0,-1 0-1 0 0,1-27 1 0 0,-3 28 10 0 0,-1 0-1 0 0,0 0 1 0 0,-1 0 0 0 0,0 1-1 0 0,-1-1 1 0 0,-1 1 0 0 0,-9-25-1 0 0,11 33 12 0 0,-1-1 0 0 0,1 0 0 0 0,-1 1 0 0 0,0-1-1 0 0,0 1 1 0 0,0 0 0 0 0,-1 0 0 0 0,1 0-1 0 0,-1 0 1 0 0,0 1 0 0 0,0-1 0 0 0,0 1-1 0 0,-1 0 1 0 0,1 1 0 0 0,-1-1 0 0 0,0 1-1 0 0,0 0 1 0 0,1 0 0 0 0,-1 0 0 0 0,0 0-1 0 0,-9 0 1 0 0,9 1 7 0 0,1 2 1 0 0,-1-1-1 0 0,1 0 0 0 0,-1 1 0 0 0,1 0 1 0 0,-1 0-1 0 0,1 0 0 0 0,0 1 0 0 0,0-1 1 0 0,0 1-1 0 0,0 0 0 0 0,0 0 0 0 0,-6 5 1 0 0,0-1 5 0 0,1 1 1 0 0,1 0 0 0 0,-1 1-1 0 0,-7 9 1 0 0,11-11-4 0 0,1 0 1 0 0,-1 0-1 0 0,1 0 0 0 0,0 1 0 0 0,1-1 1 0 0,-1 1-1 0 0,1 0 0 0 0,1 0 1 0 0,-1 1-1 0 0,1-1 0 0 0,1 0 0 0 0,-1 1 1 0 0,1-1-1 0 0,0 11 0 0 0,1-13 3 0 0,0 0 0 0 0,1 0 0 0 0,-1 0 0 0 0,1 0 0 0 0,0 0 0 0 0,1 0 0 0 0,-1 0 0 0 0,1 0 0 0 0,0-1 0 0 0,0 1 1 0 0,1 0-1 0 0,-1-1 0 0 0,1 0 0 0 0,0 0 0 0 0,0 1 0 0 0,1-2 0 0 0,-1 1 0 0 0,1 0 0 0 0,0-1 0 0 0,0 0 0 0 0,7 6 0 0 0,-1-4 1 0 0,0-1 0 0 0,0 1 1 0 0,0-2-1 0 0,0 1 0 0 0,0-1 0 0 0,1-1 1 0 0,0 0-1 0 0,-1-1 0 0 0,1 1 1 0 0,0-2-1 0 0,0 0 0 0 0,-1 0 0 0 0,1-1 1 0 0,15-3-1 0 0,9-3-24 0 0,0-2 0 0 0,65-24 0 0 0,-67 19 7 0 0,-1-1 0 0 0,-1-1 0 0 0,0-2 0 0 0,-1 0 0 0 0,-1-3-1 0 0,-1 0 1 0 0,-1-2 0 0 0,0-1 0 0 0,-2-1 0 0 0,-1-1 0 0 0,-1-1 0 0 0,-2-1-1 0 0,0-1 1 0 0,-2 0 0 0 0,-1-2 0 0 0,-2 0 0 0 0,0-2 0 0 0,17-57-1 0 0,-20 50 12 0 0,12-76-1 0 0,-22 96 45 0 0,-1 0-1 0 0,-1 0 0 0 0,-1 0 1 0 0,-1 0-1 0 0,-6-39 0 0 0,6 55-33 0 0,1 1-1 0 0,-1-1 1 0 0,0 1 0 0 0,1-1-1 0 0,-2 1 1 0 0,1 0-1 0 0,0-1 1 0 0,-1 1 0 0 0,1 0-1 0 0,-1 0 1 0 0,0 0-1 0 0,0 0 1 0 0,0 0 0 0 0,-1 1-1 0 0,1-1 1 0 0,-1 1-1 0 0,1-1 1 0 0,-1 1 0 0 0,0 0-1 0 0,0 0 1 0 0,-5-3-1 0 0,1 6 17 0 0,0 4-12 0 0,0 0-1 0 0,0 1 0 0 0,1-1 0 0 0,-1 1 0 0 0,1 1 0 0 0,1-1 1 0 0,-1 1-1 0 0,1 0 0 0 0,0 0 0 0 0,1 1 0 0 0,0-1 0 0 0,-4 11 1 0 0,-10 22 128 0 0,-12 45 1 0 0,27-77-119 0 0,-30 104 212 0 0,4 1 1 0 0,5 1-1 0 0,5 1 0 0 0,-5 151 1 0 0,23-225-210 0 0,2 1 1 0 0,2-1 0 0 0,1 0 0 0 0,18 68 0 0 0,-20-101-24 0 0,0 1 0 0 0,1-1 0 0 0,1 0-1 0 0,-1 0 1 0 0,1-1 0 0 0,1 1 0 0 0,-1-1 0 0 0,1 0 0 0 0,0 0 0 0 0,10 10-1 0 0,-10-13-6 0 0,-1 0-1 0 0,1 0 1 0 0,0-1-1 0 0,0 1 1 0 0,0-1-1 0 0,1 0 0 0 0,-1-1 1 0 0,1 1-1 0 0,-1-1 1 0 0,1 0-1 0 0,0-1 1 0 0,0 1-1 0 0,0-1 0 0 0,0 0 1 0 0,11 0-1 0 0,0-2-89 0 0,-1-1 0 0 0,1 0 0 0 0,-1-2 0 0 0,0 0 0 0 0,0 0 0 0 0,0-2 0 0 0,-1 0 0 0 0,1 0 0 0 0,-1-1 0 0 0,-1-1 0 0 0,0-1 0 0 0,0 0 0 0 0,0-1 0 0 0,14-14 0 0 0,-3 1-147 0 0,0-2-1 0 0,-1-1 0 0 0,-2-1 1 0 0,0-1-1 0 0,29-52 0 0 0,-15 13 167 0 0,-3-1 0 0 0,-3-1 0 0 0,-3-2 0 0 0,-3-1 0 0 0,-4-1 0 0 0,-2 0 0 0 0,-4-1 0 0 0,5-81 0 0 0,-16 50 927 0 0,-4 93-733 0 0,0 1-1 0 0,-1-1 1 0 0,0 0 0 0 0,0 1-1 0 0,-1-1 1 0 0,-8-18-1 0 0,10 28-105 0 0,1 0 0 0 0,-1 1 0 0 0,0-1-1 0 0,0 1 1 0 0,1-1 0 0 0,-1 1-1 0 0,0 0 1 0 0,0-1 0 0 0,-1 1 0 0 0,1 0-1 0 0,0 0 1 0 0,0 0 0 0 0,-1 0-1 0 0,1 0 1 0 0,0 0 0 0 0,-1 0 0 0 0,1 0-1 0 0,-1 0 1 0 0,1 1 0 0 0,-1-1 0 0 0,1 1-1 0 0,-1-1 1 0 0,-2 0 0 0 0,2 1 1 0 0,0 1 0 0 0,0-1 0 0 0,0 0 0 0 0,0 1 0 0 0,0-1 0 0 0,0 1 0 0 0,0 0 0 0 0,0 0 0 0 0,0-1 0 0 0,0 1 0 0 0,0 1 0 0 0,0-1 0 0 0,0 0 0 0 0,1 0 0 0 0,-1 1 0 0 0,0-1 0 0 0,-1 3 0 0 0,-7 7 103 0 0,1 0-1 0 0,0 1 1 0 0,0 0-1 0 0,-10 20 1 0 0,-23 57 483 0 0,31-64-461 0 0,-24 56 143 0 0,3 2 0 0 0,4 1-1 0 0,3 1 1 0 0,5 1 0 0 0,-11 91-1 0 0,28-145-238 0 0,2 0 0 0 0,1 0-1 0 0,4 37 1 0 0,-1-52-155 0 0,0 1 0 0 0,0 0 0 0 0,2-1 0 0 0,0 0 0 0 0,1 0 0 0 0,1 0 0 0 0,8 15 0 0 0,-10-25-115 0 0,-1 0 0 0 0,1 0-1 0 0,1-1 1 0 0,-1 1 0 0 0,1-1-1 0 0,0-1 1 0 0,0 1 0 0 0,1-1 0 0 0,-1 0-1 0 0,1-1 1 0 0,0 1 0 0 0,1-1 0 0 0,-1-1-1 0 0,1 1 1 0 0,-1-2 0 0 0,1 1 0 0 0,0-1-1 0 0,0 0 1 0 0,16 2 0 0 0,-8-3-782 0 0,-1 0 0 0 0,0-2 1 0 0,1 1-1 0 0,-1-2 0 0 0,0 0 0 0 0,0-1 1 0 0,0 0-1 0 0,0-1 0 0 0,26-12 0 0 0,-2-4-4215 0 0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12:52.5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195 171 1660 0 0,'3'-9'1038'0'0,"-1"0"0"0"0,0 0 1 0 0,-1 0-1 0 0,0-1 0 0 0,-1 1 0 0 0,0 0 0 0 0,0 0 0 0 0,-1-1 0 0 0,0 1 1 0 0,-1 0-1 0 0,0 0 0 0 0,0 0 0 0 0,-1 0 0 0 0,0 1 0 0 0,-5-11 0 0 0,7 16-625 0 0,1 3-393 0 0,-1 0-1 0 0,1 0 1 0 0,0-1-1 0 0,0 1 1 0 0,0 0-1 0 0,0 0 1 0 0,-1-1-1 0 0,1 1 1 0 0,0 0-1 0 0,0 0 1 0 0,0 0-1 0 0,-1-1 1 0 0,1 1-1 0 0,0 0 1 0 0,0 0 0 0 0,-1 0-1 0 0,1 0 1 0 0,0-1-1 0 0,0 1 1 0 0,-1 0-1 0 0,1 0 1 0 0,0 0-1 0 0,-1 0 1 0 0,1 0-1 0 0,0 0 1 0 0,-1 0-1 0 0,1 0 1 0 0,0 0-1 0 0,0 0 1 0 0,-1 0-1 0 0,1 0 1 0 0,0 0-1 0 0,-1 0 1 0 0,1 0 0 0 0,0 0-1 0 0,-1 1 1 0 0,1-1-1 0 0,0 0 1 0 0,0 0-1 0 0,-1 0 1 0 0,1 0-1 0 0,0 1 1 0 0,0-1-1 0 0,-1 0 1 0 0,1 0-1 0 0,0 1 1 0 0,-12 7 316 0 0,12-8-328 0 0,-5 7 157 0 0,0 1-1 0 0,1-1 0 0 0,0 1 1 0 0,1 0-1 0 0,0 1 1 0 0,0-1-1 0 0,1 0 1 0 0,0 1-1 0 0,-2 15 0 0 0,2-8 62 0 0,-25 161 776 0 0,26-158-952 0 0,0 1-1 0 0,1-1 1 0 0,2 1-1 0 0,-1-1 1 0 0,2 0-1 0 0,1 1 1 0 0,6 20-1 0 0,-8-34-38 0 0,1 0 0 0 0,-1 0 0 0 0,1-1 0 0 0,0 1 0 0 0,0-1 0 0 0,1 0 0 0 0,-1 0 0 0 0,1 0 0 0 0,0 0 0 0 0,1-1-1 0 0,-1 0 1 0 0,1 1 0 0 0,0-2 0 0 0,0 1 0 0 0,8 5 0 0 0,-9-7-4 0 0,1-1 0 0 0,-1 1 0 0 0,1-1 0 0 0,-1 1 0 0 0,1-1 0 0 0,0-1 0 0 0,-1 1 0 0 0,1-1 0 0 0,0 1 0 0 0,0-1 0 0 0,-1-1 0 0 0,1 1 0 0 0,0-1 0 0 0,0 0 0 0 0,-1 0 0 0 0,1 0 0 0 0,-1 0 0 0 0,1-1 0 0 0,-1 0 0 0 0,9-4 0 0 0,-5 1-16 0 0,-1 0-1 0 0,1 0 0 0 0,-1-1 1 0 0,1 0-1 0 0,-2-1 0 0 0,1 1 0 0 0,-1-1 1 0 0,0-1-1 0 0,0 1 0 0 0,5-11 1 0 0,-4 6-25 0 0,-1 0 0 0 0,0-1 0 0 0,-1 0 1 0 0,-1 0-1 0 0,0 0 0 0 0,3-21 0 0 0,-4 15 2 0 0,-1 0 0 0 0,-1 1 0 0 0,-1-1 0 0 0,-1 0 0 0 0,-1 0 0 0 0,0 0 0 0 0,-1 1 0 0 0,-1-1 0 0 0,-1 1 0 0 0,-10-26 0 0 0,11 34 30 0 0,-1 1 0 0 0,0-1 0 0 0,-1 1 1 0 0,0 0-1 0 0,-1 0 0 0 0,1 1 0 0 0,-2 0 0 0 0,1 0 0 0 0,-1 1 0 0 0,0 0 0 0 0,-1 0 1 0 0,1 1-1 0 0,-17-9 0 0 0,19 11 0 0 0,-1 1-1 0 0,1 1 1 0 0,-1 0 0 0 0,0-1 0 0 0,1 2-1 0 0,-1-1 1 0 0,0 1 0 0 0,0 0-1 0 0,0 1 1 0 0,0-1 0 0 0,0 1 0 0 0,0 1-1 0 0,0 0 1 0 0,0 0 0 0 0,0 0 0 0 0,0 0-1 0 0,1 1 1 0 0,-1 0 0 0 0,0 1 0 0 0,1 0-1 0 0,-12 6 1 0 0,10-4-44 0 0,0 1-1 0 0,0 1 1 0 0,1-1-1 0 0,0 1 1 0 0,0 0-1 0 0,0 1 1 0 0,1-1-1 0 0,0 1 1 0 0,1 1-1 0 0,-1-1 1 0 0,2 1-1 0 0,-1 0 1 0 0,1 0 0 0 0,1 0-1 0 0,0 0 1 0 0,-4 16-1 0 0,6-20-212 0 0,0 1 1 0 0,0 0-1 0 0,1 0 0 0 0,-1 0 1 0 0,1-1-1 0 0,1 1 0 0 0,-1 0 0 0 0,1 0 1 0 0,0 0-1 0 0,0-1 0 0 0,0 1 0 0 0,1 0 1 0 0,0-1-1 0 0,0 1 0 0 0,1-1 1 0 0,-1 0-1 0 0,1 0 0 0 0,0 0 0 0 0,1 0 1 0 0,-1 0-1 0 0,1-1 0 0 0,0 0 1 0 0,0 1-1 0 0,0-1 0 0 0,1-1 0 0 0,-1 1 1 0 0,1-1-1 0 0,10 6 0 0 0,-5-4-757 0 0,-1-1 0 0 0,1 0 1 0 0,1-1-1 0 0,-1 0 0 0 0,0 0 0 0 0,1-1 0 0 0,14 1 0 0 0,0-3-2924 0 0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12:54.3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61 332 2164 0 0,'2'-5'1350'0'0,"-1"0"0"0"0,0 0 0 0 0,0 0 0 0 0,0 0 0 0 0,-1 0 0 0 0,0-7-1 0 0,0 4-110 0 0,-1 1-1 0 0,-1-1 0 0 0,1 0 0 0 0,-1 1 0 0 0,-5-14 0 0 0,6 19-500 0 0,-2 8-200 0 0,-6 4-45 0 0,-1 21-84 0 0,2 0 0 0 0,0 0 0 0 0,2 1 0 0 0,2 0 0 0 0,1 0 0 0 0,2 64 0 0 0,2-81-364 0 0,0-1 0 0 0,1 1 1 0 0,0-1-1 0 0,1 1 0 0 0,8 21 1 0 0,-9-31-32 0 0,-1-1 1 0 0,1 1 0 0 0,1-1 0 0 0,-1 0 0 0 0,1 0 0 0 0,-1 0 0 0 0,1 0-1 0 0,0 0 1 0 0,1 0 0 0 0,-1-1 0 0 0,1 0 0 0 0,-1 0 0 0 0,1 0 0 0 0,0 0-1 0 0,0 0 1 0 0,0-1 0 0 0,0 0 0 0 0,1 1 0 0 0,-1-2 0 0 0,7 3 0 0 0,-7-3-29 0 0,0-1 1 0 0,0 1 0 0 0,0-1 0 0 0,0 0 0 0 0,0-1 0 0 0,0 1 0 0 0,-1 0 0 0 0,1-1-1 0 0,0 0 1 0 0,0 0 0 0 0,-1 0 0 0 0,1-1 0 0 0,0 1 0 0 0,-1-1 0 0 0,1 0 0 0 0,-1 0-1 0 0,0 0 1 0 0,0 0 0 0 0,0 0 0 0 0,4-4 0 0 0,2-3-85 0 0,0 0 0 0 0,-1 0 0 0 0,0-1 0 0 0,11-17 0 0 0,-6 4-13 0 0,0-1 0 0 0,-2 0 0 0 0,0-1 0 0 0,7-31-1 0 0,21-104 191 0 0,-42 184 202 0 0,0 36-1 0 0,1-24-176 0 0,2-25-80 0 0,0 0-1 0 0,0 0 1 0 0,2 0-1 0 0,-1-1 1 0 0,1 1 0 0 0,0 0-1 0 0,1-1 1 0 0,6 15-1 0 0,-6-19-13 0 0,-1-1 0 0 0,1 0 1 0 0,-1 0-1 0 0,1 0 0 0 0,1 0 0 0 0,-1-1 0 0 0,1 1 0 0 0,0-1 0 0 0,0 0 0 0 0,0 0 0 0 0,0 0 1 0 0,1-1-1 0 0,0 1 0 0 0,-1-1 0 0 0,1 0 0 0 0,1-1 0 0 0,6 4 0 0 0,-3-3-30 0 0,0-1-1 0 0,0 0 0 0 0,0-1 0 0 0,0 0 1 0 0,0 0-1 0 0,0-1 0 0 0,0 0 1 0 0,0 0-1 0 0,0-1 0 0 0,0 0 0 0 0,0-1 1 0 0,0 0-1 0 0,0-1 0 0 0,0 1 1 0 0,-1-2-1 0 0,1 1 0 0 0,-1-1 1 0 0,0 0-1 0 0,0-1 0 0 0,-1 0 0 0 0,1 0 1 0 0,-1-1-1 0 0,0 0 0 0 0,-1 0 1 0 0,1-1-1 0 0,5-7 0 0 0,-4 5-12 0 0,0-2 0 0 0,-1 1 0 0 0,0-1-1 0 0,-1 1 1 0 0,0-2 0 0 0,-1 1 0 0 0,0-1 0 0 0,-1 0 0 0 0,0 0-1 0 0,-1 0 1 0 0,0 0 0 0 0,-1-1 0 0 0,-1 1 0 0 0,0-1-1 0 0,0 1 1 0 0,-1-1 0 0 0,-1 1 0 0 0,-3-19 0 0 0,2 20 47 0 0,-1 1 0 0 0,0 0 0 0 0,-1 0 0 0 0,0 0-1 0 0,-1 1 1 0 0,0-1 0 0 0,0 1 0 0 0,-1 0 0 0 0,0 0 0 0 0,0 1 0 0 0,-16-15 0 0 0,22 22-16 0 0,-1 1 0 0 0,0-1-1 0 0,0 0 1 0 0,1 1 0 0 0,-1-1 0 0 0,0 1-1 0 0,0-1 1 0 0,0 1 0 0 0,0 0 0 0 0,1-1-1 0 0,-1 1 1 0 0,0 0 0 0 0,0 0 0 0 0,0-1-1 0 0,0 1 1 0 0,0 0 0 0 0,0 0 0 0 0,0 0 0 0 0,0 0-1 0 0,0 0 1 0 0,0 0 0 0 0,0 0 0 0 0,0 1-1 0 0,1-1 1 0 0,-1 0 0 0 0,0 0 0 0 0,0 1-1 0 0,0-1 1 0 0,0 1 0 0 0,0-1 0 0 0,0 1-1 0 0,1-1 1 0 0,-1 1 0 0 0,0-1 0 0 0,0 1-1 0 0,1 0 1 0 0,-2 0 0 0 0,1 1-1 0 0,-1 0 0 0 0,1 0 0 0 0,0 0-1 0 0,0-1 1 0 0,-1 1 0 0 0,1 0 0 0 0,1 0 0 0 0,-1 1 0 0 0,0-1 0 0 0,0 0 0 0 0,1 0 0 0 0,-1 0 0 0 0,1 3-1 0 0,0-1 3 0 0,0-1-1 0 0,0 1 0 0 0,1-1 1 0 0,0 0-1 0 0,-1 1 0 0 0,1-1 0 0 0,0 0 1 0 0,1 1-1 0 0,-1-1 0 0 0,0 0 1 0 0,1 0-1 0 0,0 0 0 0 0,0 0 0 0 0,0 0 1 0 0,3 3-1 0 0,-1-2-116 0 0,1 0 0 0 0,0 0 1 0 0,-1 0-1 0 0,2 0 0 0 0,-1-1 0 0 0,0 0 1 0 0,12 5-1 0 0,-2-2-403 0 0,1-1 0 0 0,-1-1 1 0 0,1-1-1 0 0,0 0 0 0 0,31 2 1 0 0,-22-5-188 0 0,0 0 1 0 0,0-1 0 0 0,0-2-1 0 0,0 0 1 0 0,26-8 0 0 0,-41 9 624 0 0,-1-1 1 0 0,1-1-1 0 0,-1 0 1 0 0,1 0-1 0 0,-1 0 0 0 0,0-2 1 0 0,-1 1-1 0 0,0-1 1 0 0,1 0-1 0 0,-2 0 0 0 0,1-1 1 0 0,-1 0-1 0 0,0-1 1 0 0,0 1-1 0 0,6-12 1 0 0,-10 13 378 0 0,-1-1 1 0 0,1 0 0 0 0,-2 0 0 0 0,1 1-1 0 0,-1-1 1 0 0,0 0 0 0 0,0 0 0 0 0,-1 0 0 0 0,0-1-1 0 0,0 1 1 0 0,0 0 0 0 0,-1 0 0 0 0,0 0-1 0 0,-1 0 1 0 0,-2-8 0 0 0,3 13-61 0 0,-3-1 45 0 0,4 3-274 0 0,-1 0 0 0 0,1 0 1 0 0,0-1-1 0 0,0 1 0 0 0,0 0 0 0 0,0 0 0 0 0,0 0 0 0 0,-1-1 0 0 0,1 1 0 0 0,0 0 0 0 0,0 0 0 0 0,0 0 0 0 0,-1 0 0 0 0,1 0 0 0 0,0-1 0 0 0,0 1 0 0 0,0 0 0 0 0,-1 0 0 0 0,1 0 1 0 0,0 0-1 0 0,0 0 0 0 0,-1 0 0 0 0,1 0 0 0 0,0 0 0 0 0,0 0 0 0 0,-1 0 0 0 0,1 0 0 0 0,0 0 0 0 0,0 0 0 0 0,-1 0 0 0 0,1 0 0 0 0,0 0 0 0 0,0 0 0 0 0,0 0 0 0 0,-1 0 0 0 0,1 1 1 0 0,0-1-1 0 0,0 0 0 0 0,-1 0 0 0 0,1 0 0 0 0,-4 4 102 0 0,0 0 1 0 0,0 0-1 0 0,1 0 0 0 0,-1 1 1 0 0,1-1-1 0 0,0 1 0 0 0,0 0 1 0 0,0 0-1 0 0,1 0 1 0 0,0 0-1 0 0,-3 8 0 0 0,-15 68 625 0 0,15-60-615 0 0,-3 16-48 0 0,2 1 1 0 0,1 0-1 0 0,2 0 1 0 0,2 1-1 0 0,4 53 1 0 0,-2-87-182 0 0,-1-1-1 0 0,1 1 1 0 0,1-1-1 0 0,-1 1 1 0 0,0-1-1 0 0,1 1 1 0 0,0-1-1 0 0,3 5 1 0 0,-4-7-58 0 0,0 0 0 0 0,0 0 0 0 0,1-1 1 0 0,-1 1-1 0 0,1-1 0 0 0,-1 1 0 0 0,1-1 0 0 0,-1 1 0 0 0,1-1 1 0 0,0 0-1 0 0,0 0 0 0 0,0 0 0 0 0,-1 0 0 0 0,1 0 0 0 0,0 0 0 0 0,0 0 1 0 0,1-1-1 0 0,1 1 0 0 0,-2-1 78 0 0,-1 0 1 0 0,0 0-1 0 0,0 0 0 0 0,0 0 0 0 0,0 0 1 0 0,0 0-1 0 0,0-1 0 0 0,0 1 1 0 0,0 0-1 0 0,0-1 0 0 0,0 1 1 0 0,0-1-1 0 0,0 1 0 0 0,0-1 0 0 0,0 0 1 0 0,0 1-1 0 0,1-2 0 0 0,0 0-187 0 0,4-3-174 0 0,1 1 1 0 0,-1-1-1 0 0,-1 0 0 0 0,1-1 1 0 0,-1 1-1 0 0,0-1 1 0 0,5-8-1 0 0,27-46-1059 0 0,-29 47 1290 0 0,34-64-132 0 0,79-126 4266 0 0,-118 198-3714 0 0,1 0 0 0 0,0 0 1 0 0,0 1-1 0 0,0-1 0 0 0,1 1 0 0 0,0 0 1 0 0,-1 0-1 0 0,2 1 0 0 0,-1-1 0 0 0,0 1 1 0 0,0 0-1 0 0,1 1 0 0 0,6-3 0 0 0,-11 5-146 0 0,1 0-1 0 0,-1 0 0 0 0,1 0 0 0 0,-1 0 1 0 0,1 1-1 0 0,-1-1 0 0 0,1 0 0 0 0,-1 1 1 0 0,0-1-1 0 0,1 1 0 0 0,-1 0 0 0 0,0-1 0 0 0,1 1 1 0 0,-1 0-1 0 0,0 0 0 0 0,0 0 0 0 0,0 0 1 0 0,1 0-1 0 0,-1 0 0 0 0,0 0 0 0 0,1 1 0 0 0,-1 0 76 0 0,4 3 38 0 0,-1 1 0 0 0,0 0 1 0 0,0 0-1 0 0,0 0 0 0 0,-1 0 0 0 0,0 1 1 0 0,0-1-1 0 0,-1 1 0 0 0,3 9 0 0 0,11 66 613 0 0,-15-72-712 0 0,3 19 184 0 0,1 58 1 0 0,-5-74-200 0 0,-1-1 0 0 0,0 1 0 0 0,-1-1-1 0 0,0 0 1 0 0,-1 1 0 0 0,-1-1 0 0 0,-5 13 0 0 0,-5-2 98 0 0,13-22-149 0 0,1-1 1 0 0,0 1-1 0 0,-1-1 1 0 0,1 1-1 0 0,0-1 0 0 0,-1 1 1 0 0,1-1-1 0 0,-1 1 1 0 0,1-1-1 0 0,-1 0 0 0 0,1 1 1 0 0,-1-1-1 0 0,1 0 1 0 0,-1 0-1 0 0,1 1 0 0 0,-1-1 1 0 0,1 0-1 0 0,-1 0 1 0 0,1 0-1 0 0,-1 1 1 0 0,0-1-1 0 0,1 0 0 0 0,-1 0 1 0 0,1 0-1 0 0,-1 0 1 0 0,1 0-1 0 0,-1 0 0 0 0,0 0 1 0 0,1 0-1 0 0,-1 0 1 0 0,1-1-1 0 0,-1 1 0 0 0,1 0 1 0 0,-1 0-1 0 0,0 0 1 0 0,1-1-1 0 0,-1 1 0 0 0,1 0 1 0 0,-1-1-1 0 0,1 1 1 0 0,-1 0-1 0 0,1-1 0 0 0,0 1 1 0 0,-1-1-1 0 0,1 1 1 0 0,-1-1-1 0 0,1 1 1 0 0,0-1-1 0 0,0 1 0 0 0,-1-1 1 0 0,1 0-1 0 0,-2-1 2 0 0,0 0-1 0 0,1-1 0 0 0,-1 1 1 0 0,1-1-1 0 0,0 0 0 0 0,-1 1 1 0 0,1-1-1 0 0,-1-5 0 0 0,2-2-20 0 0,0 0-1 0 0,1 0 0 0 0,1 0 0 0 0,-1 0 1 0 0,1 1-1 0 0,1-1 0 0 0,0 0 1 0 0,0 1-1 0 0,1 0 0 0 0,6-12 0 0 0,2 0-33 0 0,1-1 0 0 0,31-36 0 0 0,-29 40 47 0 0,0 2 0 0 0,2 0 0 0 0,-1 0-1 0 0,2 2 1 0 0,0 0 0 0 0,1 1 0 0 0,0 1-1 0 0,1 0 1 0 0,0 2 0 0 0,29-11 0 0 0,-43 20 46 0 0,0-1 1 0 0,0 1 0 0 0,-1 0 0 0 0,1 0 0 0 0,1 0 0 0 0,-1 1 0 0 0,0 0 0 0 0,0 0 0 0 0,0 1 0 0 0,0-1-1 0 0,9 3 1 0 0,-13-2 4 0 0,0 0-1 0 0,0 0 1 0 0,1 0-1 0 0,-1 0 1 0 0,0 0-1 0 0,0 1 1 0 0,0-1-1 0 0,-1 1 1 0 0,1-1 0 0 0,0 1-1 0 0,0 0 1 0 0,-1-1-1 0 0,1 1 1 0 0,-1 0-1 0 0,0 0 1 0 0,1 0-1 0 0,-1 0 1 0 0,0 0-1 0 0,0 0 1 0 0,0 1-1 0 0,-1-1 1 0 0,1 0-1 0 0,0 0 1 0 0,-1 1-1 0 0,0-1 1 0 0,1 0-1 0 0,-1 1 1 0 0,0-1-1 0 0,0 1 1 0 0,0-1-1 0 0,-1 0 1 0 0,1 1-1 0 0,-1 1 1 0 0,-6 30 138 0 0,-1 0 0 0 0,-2-1 1 0 0,-1 0-1 0 0,-18 36 1 0 0,14-27-1568 0 0,14-39 1183 0 0,1-1 1 0 0,-1 1-1 0 0,1 0 0 0 0,-1 0 0 0 0,1 0 1 0 0,0 0-1 0 0,0 0 0 0 0,0 0 0 0 0,1 0 1 0 0,-1 0-1 0 0,1 0 0 0 0,0 2 1 0 0,1-3 49 0 0,0 0 1 0 0,0-1-1 0 0,-1 0 1 0 0,1 1-1 0 0,0-1 1 0 0,0 0-1 0 0,1 0 1 0 0,-1 0-1 0 0,0 0 1 0 0,0 0 0 0 0,0-1-1 0 0,1 1 1 0 0,-1 0-1 0 0,0-1 1 0 0,3 0-1 0 0,-4 0 57 0 0,11 2-471 0 0,0-1-1 0 0,-1-1 1 0 0,1 0-1 0 0,0-1 1 0 0,0-1-1 0 0,-1 1 1 0 0,16-5 0 0 0,78-29-1871 0 0,-68 20 2096 0 0,0-1-1 0 0,-1-2 0 0 0,55-38 0 0 0,-68 40 876 0 0,-1-1-1 0 0,0-1 0 0 0,-2-1 1 0 0,0 0-1 0 0,-1-2 0 0 0,17-25 1 0 0,-29 36-21 0 0,-1-1 1 0 0,0 1-1 0 0,-1-1 1 0 0,0 0-1 0 0,-1 0 1 0 0,4-12-1 0 0,-7 17-237 0 0,1-1 0 0 0,-1 1-1 0 0,0 0 1 0 0,-1 0-1 0 0,0-1 1 0 0,0 1 0 0 0,0 0-1 0 0,0-1 1 0 0,-1 1-1 0 0,0 0 1 0 0,-1-1 0 0 0,-3-10-1 0 0,4 15-219 0 0,0 0-1 0 0,0 0 1 0 0,0 0 0 0 0,0 0-1 0 0,0 0 1 0 0,0 0-1 0 0,-1 0 1 0 0,1 0 0 0 0,-1 1-1 0 0,1-1 1 0 0,-1 1-1 0 0,1-1 1 0 0,-1 1 0 0 0,0-1-1 0 0,0 1 1 0 0,0 0-1 0 0,0 0 1 0 0,0 0 0 0 0,0 0-1 0 0,-3 0 1 0 0,2 0-7 0 0,0 1 0 0 0,0 0 0 0 0,0 0 1 0 0,-1 0-1 0 0,1 0 0 0 0,0 0 0 0 0,0 1 1 0 0,0-1-1 0 0,0 1 0 0 0,0 0 0 0 0,0 0 0 0 0,-5 3 1 0 0,-4 2 36 0 0,1 1 1 0 0,0 0 0 0 0,0 0 0 0 0,1 2 0 0 0,-16 15-1 0 0,4-2 8 0 0,2 1 0 0 0,1 1-1 0 0,1 0 1 0 0,1 2 0 0 0,-20 40-1 0 0,29-49-67 0 0,0 0 0 0 0,1 1 0 0 0,1 0 0 0 0,1 0 0 0 0,0 1 0 0 0,1 0 0 0 0,1 0 0 0 0,1 0 0 0 0,1 37 0 0 0,2-48-20 0 0,0 0 0 0 0,0-1 0 0 0,0 1 0 0 0,1-1-1 0 0,0 1 1 0 0,1-1 0 0 0,0 0 0 0 0,0 0-1 0 0,0 0 1 0 0,6 7 0 0 0,-6-10-5 0 0,0 1 1 0 0,1-1-1 0 0,0 0 1 0 0,0 0-1 0 0,0 0 1 0 0,0-1-1 0 0,1 0 1 0 0,-1 0-1 0 0,1 0 1 0 0,0 0-1 0 0,0 0 1 0 0,0-1-1 0 0,0 0 1 0 0,6 2 0 0 0,-8-4-2 0 0,1 1 0 0 0,-1-1 0 0 0,1 0 0 0 0,-1 0 0 0 0,1 0 0 0 0,-1 0 0 0 0,1-1 1 0 0,-1 1-1 0 0,1-1 0 0 0,-1 0 0 0 0,1 0 0 0 0,-1 0 0 0 0,0 0 0 0 0,1-1 0 0 0,-1 0 1 0 0,0 1-1 0 0,0-1 0 0 0,0 0 0 0 0,0 0 0 0 0,-1-1 0 0 0,4-2 0 0 0,3-3 27 0 0,-1-1-1 0 0,0 0 0 0 0,0-1 1 0 0,10-16-1 0 0,-1-8-141 0 0,-1-1-1 0 0,-1-1 1 0 0,18-70-1 0 0,-112 482 3048 0 0,50-217-2038 0 0,5-32-346 0 0,-45 213 640 0 0,-27-8-360 0 0,84-299-711 0 0,-2 0-1 0 0,-1-2 1 0 0,-33 53-1 0 0,43-75-45 0 0,-1-1-1 0 0,-1 0 1 0 0,0 1-1 0 0,0-2 1 0 0,0 1 0 0 0,-1-1-1 0 0,0-1 1 0 0,-1 1-1 0 0,1-1 1 0 0,-1-1-1 0 0,0 1 1 0 0,-1-1 0 0 0,1-1-1 0 0,-1 0 1 0 0,0-1-1 0 0,-17 5 1 0 0,22-8-41 0 0,-1 0 0 0 0,1 0-1 0 0,-1 0 1 0 0,0 0 0 0 0,1-1 0 0 0,-1 0 0 0 0,1 0 0 0 0,-1-1 0 0 0,1 1-1 0 0,0-1 1 0 0,0 0 0 0 0,0-1 0 0 0,0 1 0 0 0,0-1 0 0 0,0 0 0 0 0,0 0-1 0 0,1-1 1 0 0,0 1 0 0 0,0-1 0 0 0,-6-6 0 0 0,2 1 2 0 0,0-1 0 0 0,0 0-1 0 0,1-1 1 0 0,0 1 0 0 0,1-1 0 0 0,0 0 0 0 0,1-1-1 0 0,-4-12 1 0 0,5 9-31 0 0,0 0 0 0 0,1-1 0 0 0,0 0 0 0 0,1 1-1 0 0,1-1 1 0 0,1 0 0 0 0,0 0 0 0 0,4-28-1 0 0,0 22 11 0 0,1 1-1 0 0,1-1 0 0 0,1 2 0 0 0,1-1 0 0 0,18-33 0 0 0,-4 16-451 0 0,2 2 1 0 0,2 1 0 0 0,1 1-1 0 0,1 1 1 0 0,63-55 0 0 0,100-57-4976 0 0,-69 56-1895 0 0,-87 60 1414 0 0,-3 0-3276 0 0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12:54.6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340 34 4156 0 0,'-59'-4'3625'0'0,"7"-1"-833"0"0,10-1-656 0 0,0 2-328 0 0,13 0-364 0 0,-1 2-299 0 0,3-3-277 0 0,8 3 316 0 0,-8 0-1008 0 0,14 11-2488 0 0,22 1-4473 0 0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12:55.4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4 269 2108 0 0,'-1'-4'441'0'0,"0"0"0"0"0,0 0 0 0 0,1 0 0 0 0,0 0 0 0 0,-1 0-1 0 0,1 0 1 0 0,0 0 0 0 0,1 0 0 0 0,-1 0 0 0 0,1 0 0 0 0,0 0 0 0 0,0 0 0 0 0,0 0 0 0 0,0 0-1 0 0,1 0 1 0 0,0 1 0 0 0,0-1 0 0 0,0 0 0 0 0,0 1 0 0 0,0 0 0 0 0,5-6 0 0 0,-1 2-63 0 0,0-1 0 0 0,1 1 0 0 0,0 0 1 0 0,0 1-1 0 0,1 0 0 0 0,0 0 0 0 0,17-9 0 0 0,-17 11-263 0 0,1 1-1 0 0,0 0 0 0 0,-1 1 1 0 0,1 0-1 0 0,1 1 0 0 0,-1-1 1 0 0,0 2-1 0 0,0-1 1 0 0,0 1-1 0 0,0 1 0 0 0,0 0 1 0 0,1 0-1 0 0,-1 1 0 0 0,0 0 1 0 0,-1 0-1 0 0,1 1 0 0 0,0 0 1 0 0,-1 1-1 0 0,12 6 0 0 0,-7-3-68 0 0,-1 0 0 0 0,1 1-1 0 0,-1 0 1 0 0,-1 1-1 0 0,0 1 1 0 0,0 0 0 0 0,-1 0-1 0 0,0 1 1 0 0,-1 0-1 0 0,0 1 1 0 0,12 20 0 0 0,-18-26-27 0 0,0 1 0 0 0,-1 0 1 0 0,1 0-1 0 0,-1 0 0 0 0,-1 0 1 0 0,1 0-1 0 0,-1 0 0 0 0,-1 0 1 0 0,1 0-1 0 0,-1 1 0 0 0,0-1 1 0 0,-1 0-1 0 0,0 0 0 0 0,-1 8 1 0 0,1-11-11 0 0,-1 1 0 0 0,1-1 1 0 0,0 0-1 0 0,-1 0 0 0 0,0 1 0 0 0,0-1 0 0 0,0-1 1 0 0,-1 1-1 0 0,1 0 0 0 0,-1 0 0 0 0,0-1 1 0 0,0 0-1 0 0,0 1 0 0 0,-1-1 0 0 0,1 0 1 0 0,-1-1-1 0 0,1 1 0 0 0,-1 0 0 0 0,0-1 1 0 0,0 0-1 0 0,0 0 0 0 0,-8 2 0 0 0,9-3-6 0 0,1 0 0 0 0,-1 0 0 0 0,0-1 0 0 0,1 0 0 0 0,-1 1 0 0 0,0-1 0 0 0,1 0 0 0 0,-1 0 0 0 0,0 0 0 0 0,1-1 0 0 0,-1 1 0 0 0,0-1 0 0 0,1 1 0 0 0,-1-1 0 0 0,1 0 0 0 0,-1 0 0 0 0,1 0 0 0 0,-1 0 0 0 0,1 0 0 0 0,0-1 0 0 0,-1 1 0 0 0,1-1 0 0 0,0 0 0 0 0,0 1 0 0 0,0-1 0 0 0,0 0 0 0 0,1 0 0 0 0,-1 0 0 0 0,0-1 0 0 0,1 1 0 0 0,0 0 0 0 0,-1-1 0 0 0,1 1 0 0 0,-1-3 0 0 0,-2-5 3 0 0,1 0 0 0 0,0 1 0 0 0,1-1 0 0 0,-1 0 0 0 0,2-1-1 0 0,0 1 1 0 0,0-15 0 0 0,1 15-15 0 0,1-1-1 0 0,0 0 0 0 0,1 1 0 0 0,0-1 0 0 0,1 1 0 0 0,0 0 1 0 0,0 0-1 0 0,1 0 0 0 0,1 0 0 0 0,-1 0 0 0 0,2 1 0 0 0,-1 0 1 0 0,1 0-1 0 0,1 1 0 0 0,10-12 0 0 0,-7 9-5 0 0,2 1 0 0 0,-1 0 0 0 0,1 1 0 0 0,1 0 0 0 0,-1 1 1 0 0,1 1-1 0 0,1 0 0 0 0,-1 0 0 0 0,1 2 0 0 0,22-7 0 0 0,-22 8 16 0 0,-1 1-1 0 0,1 1 1 0 0,-1 0-1 0 0,1 1 1 0 0,0 0 0 0 0,-1 1-1 0 0,1 1 1 0 0,0 0 0 0 0,0 1-1 0 0,-1 0 1 0 0,20 7 0 0 0,-23-6 20 0 0,-1 1 0 0 0,0 0 0 0 0,0 1 0 0 0,0-1 0 0 0,-1 2 0 0 0,1-1 1 0 0,-1 1-1 0 0,-1 1 0 0 0,1-1 0 0 0,-1 2 0 0 0,0-1 0 0 0,-1 0 0 0 0,0 1 0 0 0,0 0 0 0 0,0 1 1 0 0,7 16-1 0 0,-10-18 20 0 0,0 0 0 0 0,-1 1 0 0 0,1 0 0 0 0,-2-1-1 0 0,1 1 1 0 0,-1 0 0 0 0,0 0 0 0 0,-1 0 0 0 0,1 0 0 0 0,-2 0 0 0 0,1-1 0 0 0,-1 1 0 0 0,0 0 0 0 0,-1 0 0 0 0,0 0 0 0 0,0-1 0 0 0,-1 1 0 0 0,0-1 0 0 0,0 0 0 0 0,-1 0 0 0 0,1 0 0 0 0,-2 0 0 0 0,1 0 0 0 0,-1-1 0 0 0,0 0 0 0 0,0 0 0 0 0,-1 0 0 0 0,1-1 0 0 0,-1 1 0 0 0,0-2-1 0 0,-13 9 1 0 0,16-12-17 0 0,-1-1 4 0 0,-11-3-20 0 0,14 2-8 0 0,0 0-1 0 0,0 0 1 0 0,0 0-1 0 0,0 0 1 0 0,0 0-1 0 0,0 0 1 0 0,1 0-1 0 0,-1 0 1 0 0,0 0-1 0 0,1 0 1 0 0,-1 0-1 0 0,1 0 1 0 0,-1 0-1 0 0,1-1 1 0 0,0 1-1 0 0,-1 0 1 0 0,1 0-1 0 0,0-1 1 0 0,0 1-1 0 0,0 0 1 0 0,0-1-1 0 0,0 0 1 0 0,0 0 0 0 0,0-6 5 0 0,0-1 0 0 0,1 1 0 0 0,0-1-1 0 0,0 0 1 0 0,1 1 0 0 0,0 0 0 0 0,1-1 0 0 0,-1 1 0 0 0,6-9-1 0 0,3-6-12 0 0,26-39-1 0 0,-24 44-10 0 0,1 0 0 0 0,1 1 0 0 0,0 1 1 0 0,1 0-1 0 0,1 1 0 0 0,1 1 0 0 0,0 0 0 0 0,1 1 1 0 0,0 2-1 0 0,37-18 0 0 0,-44 24 11 0 0,0 0-1 0 0,1 1 0 0 0,-1 1 1 0 0,1 0-1 0 0,-1 1 0 0 0,21-1 1 0 0,-30 2 10 0 0,0 1 1 0 0,0 0-1 0 0,0 0 1 0 0,0 0-1 0 0,0 1 1 0 0,0-1-1 0 0,0 1 0 0 0,0 0 1 0 0,0-1-1 0 0,0 1 1 0 0,0 1-1 0 0,-1-1 1 0 0,1 0-1 0 0,0 1 1 0 0,-1-1-1 0 0,1 1 1 0 0,-1 0-1 0 0,1 0 0 0 0,-1 0 1 0 0,0 0-1 0 0,0 0 1 0 0,0 1-1 0 0,0-1 1 0 0,0 0-1 0 0,0 1 1 0 0,-1 0-1 0 0,1-1 1 0 0,-1 1-1 0 0,0 0 0 0 0,0 0 1 0 0,0 0-1 0 0,1 4 1 0 0,-1 5-34 0 0,0 0 0 0 0,0 0 0 0 0,-1 0 0 0 0,-1 0-1 0 0,0 0 1 0 0,-1 0 0 0 0,-5 20 0 0 0,3-19-595 0 0,2 1 0 0 0,-1-1 0 0 0,2 1 0 0 0,0 0 0 0 0,1 26 0 0 0,1-38 425 0 0,-1 1 0 0 0,1 0-1 0 0,0 0 1 0 0,0 0 0 0 0,0-1 0 0 0,0 1-1 0 0,0 0 1 0 0,1-1 0 0 0,-1 1-1 0 0,1-1 1 0 0,0 1 0 0 0,0-1-1 0 0,0 0 1 0 0,0 0 0 0 0,0 0-1 0 0,0 0 1 0 0,0 0 0 0 0,0 0-1 0 0,1-1 1 0 0,-1 1 0 0 0,1-1-1 0 0,0 0 1 0 0,-1 1 0 0 0,1-1-1 0 0,5 1 1 0 0,2 0-619 0 0,-1 0 0 0 0,1 0-1 0 0,0-1 1 0 0,0-1 0 0 0,0 1-1 0 0,13-3 1 0 0,4-1-1367 0 0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12:56.8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204 917 3812 0 0,'25'-17'1373'0'0,"-2"-2"-1"0"0,0 0 0 0 0,-1-2 0 0 0,36-43 1 0 0,-51 55-898 0 0,-1 0 1 0 0,0 0 0 0 0,0 0-1 0 0,-1-1 1 0 0,0 0 0 0 0,0 0-1 0 0,-1 0 1 0 0,-1-1 0 0 0,0 0-1 0 0,0 1 1 0 0,-1-1-1 0 0,0 0 1 0 0,-1 0 0 0 0,0 0-1 0 0,-1 0 1 0 0,-2-18 0 0 0,2 27-418 0 0,0 0 0 0 0,-1 0 0 0 0,1 0 0 0 0,0 0 1 0 0,-1 0-1 0 0,0 0 0 0 0,0 0 0 0 0,1 0 0 0 0,-1 0 0 0 0,0 0 1 0 0,0 0-1 0 0,-1 0 0 0 0,1 0 0 0 0,0 1 0 0 0,-1-1 0 0 0,1 1 1 0 0,-1-1-1 0 0,1 1 0 0 0,-1-1 0 0 0,-3-1 0 0 0,3 2-14 0 0,0 0-1 0 0,-1 1 1 0 0,1-1 0 0 0,-1 1-1 0 0,1-1 1 0 0,-1 1-1 0 0,1 0 1 0 0,-1 0 0 0 0,1 0-1 0 0,-1 0 1 0 0,1 1-1 0 0,-1-1 1 0 0,1 0 0 0 0,-5 3-1 0 0,-5 1 52 0 0,0 1 0 0 0,1 1 0 0 0,-1 0 0 0 0,2 0 0 0 0,-19 15 0 0 0,2 0 19 0 0,2 2-1 0 0,0 1 0 0 0,2 0 1 0 0,-36 49-1 0 0,44-51-86 0 0,1 0 1 0 0,1 0-1 0 0,1 1 0 0 0,1 1 1 0 0,1 0-1 0 0,-12 46 0 0 0,21-63-18 0 0,-1-1 0 0 0,1 1 0 0 0,1 0 0 0 0,-1-1 0 0 0,1 1 0 0 0,0 0 0 0 0,1-1 0 0 0,0 1 0 0 0,0-1 0 0 0,3 10 0 0 0,-3-12-21 0 0,0-1 1 0 0,1 0-1 0 0,-1 1 0 0 0,1-1 0 0 0,0 0 1 0 0,0 0-1 0 0,0-1 0 0 0,0 1 1 0 0,0 0-1 0 0,1-1 0 0 0,0 1 0 0 0,-1-1 1 0 0,1 0-1 0 0,0 0 0 0 0,0 0 0 0 0,0 0 1 0 0,0 0-1 0 0,0 0 0 0 0,0-1 0 0 0,1 0 1 0 0,3 2-1 0 0,1-1-93 0 0,0-1-1 0 0,-1 1 1 0 0,1-1 0 0 0,0-1-1 0 0,0 1 1 0 0,0-2 0 0 0,-1 1-1 0 0,1-1 1 0 0,0 0-1 0 0,0 0 1 0 0,-1-1 0 0 0,11-3-1 0 0,-7 1-20 0 0,-1-1 0 0 0,0-1 0 0 0,0 1-1 0 0,0-1 1 0 0,-1-1 0 0 0,0 0 0 0 0,15-13 0 0 0,-5-1-1 0 0,-1-1 1 0 0,-1 0-1 0 0,-1-1 1 0 0,0-1 0 0 0,-2-1-1 0 0,11-26 1 0 0,-11 19 75 0 0,10-41 0 0 0,3-8 365 0 0,-21 66-254 0 0,-9 18 102 0 0,-10 22 118 0 0,-7 41 171 0 0,3 0-1 0 0,-15 116 1 0 0,29-164-422 0 0,2 0 1 0 0,0 0 0 0 0,1 0-1 0 0,0 0 1 0 0,2 0-1 0 0,7 32 1 0 0,-8-44-23 0 0,1-1 0 0 0,-1 1 0 0 0,1-1 0 0 0,0 1 0 0 0,1-1-1 0 0,0 0 1 0 0,-1 0 0 0 0,2 0 0 0 0,-1-1 0 0 0,0 1 0 0 0,1-1 0 0 0,0 0 0 0 0,0 0 0 0 0,0 0 0 0 0,1 0 0 0 0,-1-1 0 0 0,1 1 0 0 0,0-1 0 0 0,0-1 0 0 0,0 1 0 0 0,0-1-1 0 0,0 1 1 0 0,1-1 0 0 0,-1-1 0 0 0,8 2 0 0 0,-4-1-33 0 0,1-1 0 0 0,0-1 0 0 0,0 1 0 0 0,-1-2 0 0 0,1 1 0 0 0,0-2 0 0 0,0 1 0 0 0,17-6 0 0 0,-12 2-30 0 0,0-1 0 0 0,0 0 0 0 0,-1-1 1 0 0,26-17-1 0 0,-12 3-28 0 0,-1-1 1 0 0,-1-1 0 0 0,-1-2-1 0 0,28-34 1 0 0,-16 10 8 0 0,-1-1 1 0 0,-3-2-1 0 0,-2-2 0 0 0,-3 0 0 0 0,33-87 1 0 0,-21 24 157 0 0,44-210 1 0 0,-74 283 143 0 0,-3 11 128 0 0,0 1-1 0 0,3-60 1 0 0,-10 90-256 0 0,-4 4-78 0 0,1 1-14 0 0,0-1 0 0 0,0 0 0 0 0,1 1-1 0 0,-1 0 1 0 0,1 0 0 0 0,-1-1-1 0 0,1 1 1 0 0,0 1 0 0 0,-3 5 0 0 0,-16 39 41 0 0,13-27-32 0 0,-96 292 487 0 0,90-267-412 0 0,-7 30 65 0 0,-15 107-1 0 0,31-148-116 0 0,2-1 0 0 0,2 0 0 0 0,0 1 0 0 0,3-1 0 0 0,10 60 0 0 0,-10-81-28 0 0,2 1 0 0 0,0-1 0 0 0,1 0 0 0 0,0 0 0 0 0,1 0 0 0 0,0-1 0 0 0,1 1 0 0 0,0-2 0 0 0,1 1 0 0 0,17 18 0 0 0,-18-23-8 0 0,1 1 1 0 0,1-1-1 0 0,-1-1 0 0 0,1 0 0 0 0,0 0 0 0 0,1 0 0 0 0,-1-1 0 0 0,1-1 0 0 0,0 0 0 0 0,0 0 0 0 0,0-1 0 0 0,1 0 0 0 0,-1-1 0 0 0,17 2 0 0 0,-14-3-33 0 0,-1 0 0 0 0,1-1 1 0 0,0-1-1 0 0,-1 0 0 0 0,1-1 1 0 0,-1 0-1 0 0,1-1 0 0 0,-1 0 1 0 0,0-1-1 0 0,0 0 0 0 0,0-1 0 0 0,-1-1 1 0 0,12-6-1 0 0,-9 3 1 0 0,-1-1 1 0 0,0 0-1 0 0,0-1 0 0 0,-1-1 0 0 0,0 0 0 0 0,-1 0 1 0 0,0-1-1 0 0,-1-1 0 0 0,10-18 0 0 0,-10 14 41 0 0,0 0 0 0 0,-2-2 0 0 0,0 1 0 0 0,0-1 0 0 0,-2 0 0 0 0,-1 0 0 0 0,-1-1 0 0 0,0 1 0 0 0,-1-1 0 0 0,-2 0 0 0 0,0 0 0 0 0,-1 0 0 0 0,-1 0 0 0 0,-1 0 0 0 0,-1 0 0 0 0,-6-25 0 0 0,4 32 38 0 0,0-1 0 0 0,-8-16 0 0 0,10 27-38 0 0,1-1 0 0 0,-1 1 0 0 0,1 0 0 0 0,-1 0 0 0 0,0 0 0 0 0,-1 1 0 0 0,1-1 0 0 0,-1 1 0 0 0,1-1 0 0 0,-7-3 0 0 0,5 5-4 0 0,-15-4-28 0 0,15 7 27 0 0,2 0-4 0 0,2 0 0 0 0,0-1-1 0 0,0 1 1 0 0,0-1-1 0 0,1 1 1 0 0,-1-1-1 0 0,0 1 1 0 0,0-1-1 0 0,0 1 1 0 0,0 0-1 0 0,1-1 1 0 0,-1 1 0 0 0,0 0-1 0 0,1 0 1 0 0,-1 0-1 0 0,1-1 1 0 0,-1 1-1 0 0,1 0 1 0 0,-1 0-1 0 0,1 0 1 0 0,-1 0-1 0 0,1 0 1 0 0,0 0-1 0 0,0 0 1 0 0,-1 0-1 0 0,1 0 1 0 0,0 0-1 0 0,0 0 1 0 0,0 2-1 0 0,2 26 97 0 0,-1-24-93 0 0,1 1 1 0 0,1-1-1 0 0,-1 0 1 0 0,1 0-1 0 0,0 0 0 0 0,0 0 1 0 0,0 0-1 0 0,1 0 1 0 0,-1-1-1 0 0,1 1 1 0 0,1-1-1 0 0,-1 0 1 0 0,0-1-1 0 0,1 1 1 0 0,5 3-1 0 0,8 3-73 0 0,-1 0 0 0 0,37 14 0 0 0,-30-15-77 0 0,0-1-1 0 0,1-1 1 0 0,0-2 0 0 0,0 0 0 0 0,0-1 0 0 0,0-2-1 0 0,1-1 1 0 0,-1 0 0 0 0,1-2 0 0 0,28-5 0 0 0,-46 5 110 0 0,0-1 0 0 0,0 0 0 0 0,-1-1 0 0 0,1 0 0 0 0,0 0 0 0 0,-1-1 0 0 0,0 1 0 0 0,0-2 0 0 0,0 1 0 0 0,0-1 0 0 0,7-7 0 0 0,-10 8 39 0 0,0 0 0 0 0,-1 0 0 0 0,0 0 0 0 0,0-1 0 0 0,0 0 0 0 0,0 1 0 0 0,-1-1 0 0 0,0 0 0 0 0,0 0 0 0 0,0 0 1 0 0,-1 0-1 0 0,1-1 0 0 0,-1 1 0 0 0,-1 0 0 0 0,1-1 0 0 0,-1 1 0 0 0,0 0 0 0 0,0-7 0 0 0,-1 4 101 0 0,0 0 0 0 0,-1 0 0 0 0,1 1 0 0 0,-2-1 0 0 0,1 1 0 0 0,-1-1 0 0 0,0 1 0 0 0,0 0 0 0 0,-1 0 0 0 0,0 0 0 0 0,0 0 0 0 0,-1 1 0 0 0,-6-7 0 0 0,10 12-82 0 0,0 0 1 0 0,0 0-1 0 0,-1 0 1 0 0,1 0-1 0 0,0 0 1 0 0,-1 0-1 0 0,1 1 1 0 0,-1-1-1 0 0,1 0 1 0 0,-1 1-1 0 0,1-1 1 0 0,-1 1-1 0 0,0 0 1 0 0,1-1-1 0 0,-1 1 1 0 0,1 0-1 0 0,-1 0 1 0 0,0 0-1 0 0,1 0 1 0 0,-1 0-1 0 0,0 0 1 0 0,1 1-1 0 0,-4 0 1 0 0,0 0 61 0 0,1 0 1 0 0,-1 1 0 0 0,0 0 0 0 0,0 0 0 0 0,1 0 0 0 0,-6 4 0 0 0,-1 3 163 0 0,0 0 0 0 0,0 1 1 0 0,1 0-1 0 0,0 1 0 0 0,1 0 0 0 0,0 0 1 0 0,0 1-1 0 0,2 0 0 0 0,-13 25 0 0 0,4-1 214 0 0,2 0-1 0 0,-14 56 0 0 0,21-66-311 0 0,2 1-1 0 0,1-1 1 0 0,-2 45-1 0 0,6-58-114 0 0,0 0-1 0 0,1 0 1 0 0,1-1-1 0 0,0 1 0 0 0,0-1 1 0 0,1 1-1 0 0,1-1 1 0 0,0 0-1 0 0,11 22 0 0 0,-11-27-109 0 0,0-1 0 0 0,1 0 0 0 0,0 0 0 0 0,0 0 0 0 0,0-1 0 0 0,1 1 0 0 0,0-1 0 0 0,0-1 0 0 0,0 1-1 0 0,1-1 1 0 0,-1 0 0 0 0,1-1 0 0 0,0 1 0 0 0,0-1 0 0 0,0-1 0 0 0,0 1 0 0 0,1-1 0 0 0,-1-1 0 0 0,1 1 0 0 0,-1-1 0 0 0,1 0-1 0 0,0-1 1 0 0,9 0 0 0 0,-3-1-163 0 0,-1 0 1 0 0,1-1-1 0 0,-1 0 0 0 0,0-1 0 0 0,0-1 0 0 0,0 0 0 0 0,0 0 0 0 0,0-2 0 0 0,-1 1 0 0 0,0-2 1 0 0,0 1-1 0 0,13-12 0 0 0,-6 3 109 0 0,-2-1 0 0 0,1-1 0 0 0,-2-1 0 0 0,0-1 0 0 0,-2 0 0 0 0,0-1 0 0 0,-1 0 0 0 0,-1-1 0 0 0,11-24 0 0 0,-8 10 737 0 0,-2-1 0 0 0,-1 0 0 0 0,13-74-1 0 0,-11 37 1293 0 0,-13 70-1498 0 0,-4 27 415 0 0,-9 37-113 0 0,-5 76 0 0 0,9-65-661 0 0,6-57-482 0 0,1-1 0 0 0,1 1-1 0 0,0 0 1 0 0,1 0 0 0 0,1 0 0 0 0,5 25 0 0 0,-5-33-296 0 0,0 0-1 0 0,1 1 1 0 0,0-1 0 0 0,1 0 0 0 0,-1 0 0 0 0,7 7 0 0 0,-7-9-349 0 0,1-1 1 0 0,0 1 0 0 0,0-1 0 0 0,0 0 0 0 0,1 0 0 0 0,-1-1 0 0 0,1 1 0 0 0,0-1-1 0 0,6 3 1 0 0,9 1-6571 0 0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12:57.2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116 289 1324 0 0,'0'0'398'0'0,"1"-23"3887"0"0,2 1 1 0 0,1 1-1 0 0,8-28 1 0 0,-12 49-4215 0 0,1-1 0 0 0,-1 0 0 0 0,1 0-1 0 0,0 1 1 0 0,0-1 0 0 0,-1 0 0 0 0,1 1 0 0 0,0-1 0 0 0,0 1 0 0 0,0-1 0 0 0,0 1 0 0 0,0-1 0 0 0,0 1 0 0 0,0 0 0 0 0,-1-1 0 0 0,1 1 0 0 0,0 0-1 0 0,0 0 1 0 0,0 0 0 0 0,0 0 0 0 0,0 0 0 0 0,0 0 0 0 0,0 0 0 0 0,0 0 0 0 0,0 0 0 0 0,0 0 0 0 0,0 1 0 0 0,0-1 0 0 0,0 0 0 0 0,0 1 0 0 0,0-1-1 0 0,0 0 1 0 0,0 1 0 0 0,1 0 0 0 0,2 0 77 0 0,0 1-1 0 0,0 0 1 0 0,-1 0-1 0 0,1 0 1 0 0,0 0-1 0 0,4 5 1 0 0,-3-1-28 0 0,0-1 1 0 0,-1 1-1 0 0,0 0 1 0 0,0 1-1 0 0,0-1 0 0 0,-1 1 1 0 0,0-1-1 0 0,0 1 1 0 0,0 0-1 0 0,-1 0 1 0 0,0 0-1 0 0,-1 1 1 0 0,2 10-1 0 0,-3-7-27 0 0,0 0-1 0 0,-1 0 1 0 0,0 0-1 0 0,0 0 1 0 0,-1 0-1 0 0,-1 0 1 0 0,0 0-1 0 0,-6 13 1 0 0,0-3-15 0 0,-2 0 1 0 0,0-1 0 0 0,-1 0-1 0 0,-1-1 1 0 0,-1-1 0 0 0,0 0-1 0 0,-2-1 1 0 0,-18 17 0 0 0,23-23-13 0 0,-1-1 1 0 0,0-1 0 0 0,-1 0 0 0 0,0 0 0 0 0,-14 6-1 0 0,24-14-46 0 0,3-3-38 0 0,0 0 1 0 0,1 0-1 0 0,-1 0 0 0 0,1 0 0 0 0,-1 0 0 0 0,1 0 0 0 0,-1 0 0 0 0,1 0 0 0 0,2-4 0 0 0,9-11-97 0 0,0 1 0 0 0,1 0 0 0 0,26-24 0 0 0,-12 12 17 0 0,154-156-133 0 0,-47 48 86 0 0,-88 92 172 0 0,-30 30 128 0 0,0-1 1 0 0,-1-1 0 0 0,0 0 0 0 0,-2-1 0 0 0,21-33 0 0 0,-33 49-152 0 0,-1 1 1 0 0,0 0-1 0 0,1-1 0 0 0,-1 1 0 0 0,0-1 1 0 0,1 1-1 0 0,-1 0 0 0 0,0-1 0 0 0,0 1 1 0 0,1-1-1 0 0,-1 1 0 0 0,0-1 0 0 0,0 1 1 0 0,0-1-1 0 0,0 1 0 0 0,0-1 0 0 0,0 1 1 0 0,0-1-1 0 0,1 1 0 0 0,-1-1 0 0 0,-1 1 1 0 0,1 0-1 0 0,0-1 0 0 0,0 1 0 0 0,0-1 1 0 0,0 1-1 0 0,0-1 0 0 0,0 1 0 0 0,0-1 1 0 0,-1 1-1 0 0,1-1 0 0 0,0 1 0 0 0,0-1 1 0 0,-1 1-1 0 0,1 0 0 0 0,0-1 0 0 0,-1 1 1 0 0,1 0-1 0 0,0-1 0 0 0,-1 1 0 0 0,1 0 1 0 0,-1-1-1 0 0,1 1 0 0 0,0 0 0 0 0,-1 0 1 0 0,1-1-1 0 0,-1 1 0 0 0,-1 0-6 0 0,0 0 0 0 0,0 0 0 0 0,1 0 0 0 0,-1 0 0 0 0,0 0 0 0 0,1 0 0 0 0,-1 1 0 0 0,0-1 0 0 0,1 0-1 0 0,-4 2 1 0 0,-4 3 43 0 0,-1 0-1 0 0,1 1 1 0 0,1 0-1 0 0,-1 0 0 0 0,1 1 1 0 0,0 0-1 0 0,1 0 1 0 0,-12 16-1 0 0,2 0 260 0 0,1 1-1 0 0,-13 25 1 0 0,18-30-147 0 0,1 0 0 0 0,1 1 0 0 0,1 0 0 0 0,1 0 0 0 0,1 1 0 0 0,1 0 0 0 0,0 0 0 0 0,2 0 0 0 0,0 1 0 0 0,2-1 0 0 0,0 1 0 0 0,1-1 0 0 0,4 25 0 0 0,-3-40-131 0 0,0 1 0 0 0,1-1 0 0 0,0 1 0 0 0,0-1 1 0 0,1 0-1 0 0,-1 0 0 0 0,1 0 0 0 0,0-1 0 0 0,1 1 0 0 0,0-1 0 0 0,0 1 0 0 0,0-1 0 0 0,0 0 0 0 0,1-1 0 0 0,0 1 0 0 0,0-1 0 0 0,0 0 0 0 0,0 0 0 0 0,1-1 0 0 0,-1 1 0 0 0,1-1 0 0 0,0 0 0 0 0,0-1 0 0 0,0 1 0 0 0,0-1 0 0 0,11 1 0 0 0,-9-1-215 0 0,-1-1-1 0 0,1 0 0 0 0,0-1 1 0 0,0 0-1 0 0,0 0 1 0 0,0-1-1 0 0,0 0 0 0 0,-1 0 1 0 0,14-4-1 0 0,-14 2-347 0 0,0 0-1 0 0,0 0 0 0 0,0 0 0 0 0,-1 0 1 0 0,1-1-1 0 0,-1-1 0 0 0,0 1 1 0 0,0-1-1 0 0,0 0 0 0 0,9-10 0 0 0,-8 6-1827 0 0,-1 0 0 0 0,0 0 0 0 0,8-14-1 0 0,-1-8-7910 0 0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12:57.5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342 141 2004 0 0,'-217'-82'19875'0'0,"208"78"-19298"0"0,2 2-224 0 0,0-1 1 0 0,0 0-1 0 0,1-1 0 0 0,-1 1 1 0 0,1-1-1 0 0,0 0 1 0 0,0-1-1 0 0,-6-5 0 0 0,11 8-1071 0 0,-2-1-583 0 0,-1-2 663 0 0,-1 2-2757 0 0,3 2 2566 0 0,-4-1-121 0 0,-4 2-5645 0 0,-11 0-2211 0 0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12:57.8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428 114 3568 0 0,'-400'23'20338'0'0,"373"-23"-18213"0"0,27 0-2100 0 0,0 0 0 0 0,0 0 1 0 0,0 0-1 0 0,0 0 0 0 0,0 0 0 0 0,0 0 1 0 0,0 0-1 0 0,0 0 0 0 0,0 0 0 0 0,0 0 1 0 0,0 0-1 0 0,0-1 0 0 0,0 1 0 0 0,0 0 1 0 0,0 0-1 0 0,0 0 0 0 0,0 0 0 0 0,0 0 1 0 0,0 0-1 0 0,0 0 0 0 0,0 0 0 0 0,0 0 1 0 0,0 0-1 0 0,0 0 0 0 0,0-1 1 0 0,0 1-1 0 0,0 0 0 0 0,0 0 0 0 0,0 0 1 0 0,0 0-1 0 0,0 0 0 0 0,0 0 0 0 0,0 0 1 0 0,0 0-1 0 0,0 0 0 0 0,0 0 0 0 0,0 0 1 0 0,0 0-1 0 0,0 0 0 0 0,-1 0 0 0 0,1-1 1 0 0,0 1-1 0 0,45-10 659 0 0,365-48-897 0 0,7 30-4098 0 0,-330 24 3091 0 0,54-3-1207 0 0,116-8-6335 0 0,-127 4 298 0 0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12:59.4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442 295 2496 0 0,'18'-87'13205'0'0,"-18"83"-10918"0"0,-3 10-1317 0 0,-6 18-228 0 0,-10 34-329 0 0,-280 846 2333 0 0,171-542-2168 0 0,127-360-387 0 0,1-5-80 0 0,4-14-51 0 0,8-27-71 0 0,133-355-331 0 0,158-385-299 0 0,-156 488 334 0 0,-147 295 300 0 0,1 0 1 0 0,-1 0-1 0 0,1 0 0 0 0,-1 1 1 0 0,1-1-1 0 0,-1 0 0 0 0,1 0 1 0 0,-1 0-1 0 0,1 0 0 0 0,0 1 0 0 0,-1-1 1 0 0,1 0-1 0 0,0 1 0 0 0,0-1 1 0 0,0 1-1 0 0,-1-1 0 0 0,1 0 1 0 0,0 1-1 0 0,0 0 0 0 0,0-1 1 0 0,0 1-1 0 0,0 0 0 0 0,0-1 0 0 0,0 1 1 0 0,1 0-1 0 0,-1 0 4 0 0,0 1 0 0 0,0-1 0 0 0,0 1 0 0 0,0-1-1 0 0,0 1 1 0 0,0 0 0 0 0,-1-1 0 0 0,1 1 0 0 0,0 0 0 0 0,0 0 0 0 0,-1 0-1 0 0,1 0 1 0 0,0-1 0 0 0,-1 1 0 0 0,1 0 0 0 0,-1 0 0 0 0,1 0-1 0 0,0 2 1 0 0,2 5-5 0 0,-1 1 0 0 0,1-1 0 0 0,-1 1 0 0 0,1 10 0 0 0,25 325 62 0 0,16 123 508 0 0,-24-305-417 0 0,28 171 132 0 0,-42-304-298 0 0,-3-9-38 0 0,1-1 1 0 0,1 0-1 0 0,0 0 1 0 0,9 20-1 0 0,-13-37-424 0 0,1-2 287 0 0,0 0-1 0 0,-1 0 1 0 0,1-1-1 0 0,-1 1 0 0 0,1 0 1 0 0,-1-1-1 0 0,1 1 1 0 0,-1-1-1 0 0,1 1 0 0 0,-1-1 1 0 0,1 0-1 0 0,-1 0 1 0 0,0 1-1 0 0,1-1 0 0 0,-1 0 1 0 0,0 0-1 0 0,0 0 1 0 0,0-1-1 0 0,0 1 1 0 0,0 0-1 0 0,0 0 0 0 0,0 0 1 0 0,0-1-1 0 0,0 1 1 0 0,0-1-1 0 0,-1 1 0 0 0,1-1 1 0 0,0-2-1 0 0,3-3-1529 0 0,-1-1 0 0 0,-1 0 0 0 0,1 0 0 0 0,2-15 0 0 0,-3 0-4004 0 0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12:59.7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311 136 1676 0 0,'-85'-4'6010'0'0,"-89"-8"3689"0"0,123 10-7489 0 0,64-11-1895 0 0,-2 7-282 0 0,0 1-1 0 0,1 1 1 0 0,-1 0-1 0 0,1 1 0 0 0,21-4 1 0 0,-21 5-85 0 0,224-42-3841 0 0,-77 21-3964 0 0,-101 16 1958 0 0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13:00.1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139 12 1744 0 0,'-3'1'2874'0'0,"-56"4"10054"0"0,47-7-8580 0 0,41-4-4369 0 0,2 1-455 0 0,1 2-1 0 0,-1 1 1 0 0,34 3 0 0 0,-12 5-3634 0 0,-2 7-3724 0 0,-40-9 2214 0 0</inkml:trace>
  <inkml:trace contextRef="#ctx0" brushRef="#br0" timeOffset="1">156 306 2636 0 0,'-52'30'5398'0'0,"31"-19"-2571"0"0,2 0 0 0 0,-35 27 1 0 0,53-37-2755 0 0,1-1 0 0 0,-1 1 1 0 0,0-1-1 0 0,0 1 1 0 0,1 0-1 0 0,-1-1 1 0 0,1 1-1 0 0,-1 0 1 0 0,1 0-1 0 0,-1 0 1 0 0,1-1-1 0 0,-1 1 1 0 0,1 0-1 0 0,-1 0 1 0 0,1 0-1 0 0,0 0 1 0 0,-1 1-1 0 0,2-2-39 0 0,-1 0 1 0 0,0 1-1 0 0,0-1 0 0 0,0 1 0 0 0,0-1 0 0 0,0 0 1 0 0,1 1-1 0 0,-1-1 0 0 0,0 1 0 0 0,0-1 0 0 0,1 0 1 0 0,-1 1-1 0 0,0-1 0 0 0,1 0 0 0 0,-1 0 0 0 0,0 1 0 0 0,1-1 1 0 0,-1 0-1 0 0,0 0 0 0 0,1 1 0 0 0,-1-1 0 0 0,0 0 1 0 0,1 0-1 0 0,-1 0 0 0 0,1 0 0 0 0,32 5 627 0 0,-30-5-668 0 0,42-1-272 0 0,1-2 1 0 0,51-9-1 0 0,-44 5-910 0 0,137-23-7698 0 0,-118 16 2822 0 0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13:01.1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974 72 1896 0 0,'3'-2'1518'0'0,"49"-39"7012"0"0,-50 40-7077 0 0,4-4-201 0 0,8-7 6438 0 0,-15 11-7680 0 0,0 0 1 0 0,1 1 0 0 0,-1-1 0 0 0,0 0-1 0 0,0 0 1 0 0,0 1 0 0 0,0-1-1 0 0,0 0 1 0 0,0 1 0 0 0,0-1-1 0 0,0 1 1 0 0,0-1 0 0 0,0 1 0 0 0,0 0-1 0 0,-1-1 1 0 0,1 1 0 0 0,0 0-1 0 0,-2 0 1 0 0,0-1 24 0 0,-1 1-17 0 0,-39 1 28 0 0,-144 17-49 0 0,142-12-72 0 0,43-5 57 0 0,-1-1-6 0 0,-2 2 1 0 0,0-1 1 0 0,-1 1-1 0 0,1 0 0 0 0,0 1 0 0 0,0-1 0 0 0,1 1 0 0 0,-1 0 0 0 0,1 0 0 0 0,-9 8 0 0 0,10-7 37 0 0,0 1-1 0 0,1-1 1 0 0,-1 1-1 0 0,1 0 1 0 0,-3 8-1 0 0,3-7 7 0 0,-20 61 656 0 0,3 0-1 0 0,-20 127 1 0 0,-65 480 2457 0 0,60-141-1259 0 0,32 5-298 0 0,6-155-1223 0 0,-14 160-51 0 0,-33-4 418 0 0,-33-79-550 0 0,-22-6 4 0 0,35-155-129 0 0,67-271-45 0 0,-41 188 0 0 0,36-154 0 0 0,-4 94 0 0 0,14-140 0 0 0,2 0 0 0 0,-1 1 0 0 0,2-1 0 0 0,0 0 0 0 0,9 31 0 0 0,-9-40 0 0 0,1 1 0 0 0,0-1 0 0 0,0-1 0 0 0,1 1 0 0 0,0 0 0 0 0,0-1 0 0 0,0 0 0 0 0,1 0 0 0 0,0 0 0 0 0,0-1 0 0 0,1 1 0 0 0,-1-1 0 0 0,1-1 0 0 0,0 1 0 0 0,8 4 0 0 0,3-1 2 0 0,-1-1 0 0 0,1-1 0 0 0,0 0 1 0 0,0-1-1 0 0,1-1 0 0 0,0 0 0 0 0,-1-2 0 0 0,1 0 0 0 0,0-1 0 0 0,18-1 0 0 0,28-3-60 0 0,88-16-1 0 0,-48 0-2030 0 0,-2-5-1 0 0,152-56 1 0 0,39-46-9054 0 0,-120 36-1715 0 0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13:01.9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50 20 344 0 0,'5'-3'1168'0'0,"9"-9"10325"0"0,-3 8-3518 0 0,-10 11-7645 0 0,0-1 1 0 0,0 1-1 0 0,-1 0 0 0 0,0 0 1 0 0,0 0-1 0 0,0-1 0 0 0,-1 1 1 0 0,0 0-1 0 0,0 0 0 0 0,-4 8 1 0 0,-1 19 468 0 0,-23 149 905 0 0,9-59-1759 0 0,4 0-3448 0 0,13-71-427 0 0,4-19-5003 0 0,1-23 641 0 0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13:02.5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86 90 1484 0 0,'-16'-20'8236'0'0,"15"19"-8045"0"0,0 0-1 0 0,0 1 1 0 0,1-1 0 0 0,-1 0 0 0 0,0 0 0 0 0,0 0 0 0 0,1 0 0 0 0,-1 0 0 0 0,0 0 0 0 0,1 0 0 0 0,-1 0 0 0 0,1 0 0 0 0,0 0 0 0 0,-1 0 0 0 0,1 0 0 0 0,0-1 0 0 0,-1 1 0 0 0,1 0 0 0 0,0 0 0 0 0,0 0-1 0 0,0 0 1 0 0,0-1 0 0 0,0 1 0 0 0,0 0 0 0 0,1 0 0 0 0,-1 0 0 0 0,0 0 0 0 0,1 0 0 0 0,-1 0 0 0 0,0-1 0 0 0,1 1 0 0 0,-1 0 0 0 0,1 0 0 0 0,0 0 0 0 0,-1 0 0 0 0,1 0 0 0 0,1-1 0 0 0,2-1-82 0 0,0 0 0 0 0,1 0 1 0 0,-1 0-1 0 0,1 0 0 0 0,0 1 1 0 0,0 0-1 0 0,0 0 0 0 0,0 0 1 0 0,0 1-1 0 0,0-1 0 0 0,0 1 1 0 0,0 0-1 0 0,1 1 0 0 0,9-1 1 0 0,-10 2-92 0 0,0-1 0 0 0,1 1 1 0 0,-1 0-1 0 0,0 1 0 0 0,0-1 0 0 0,1 1 1 0 0,-1 0-1 0 0,0 0 0 0 0,-1 1 0 0 0,1 0 1 0 0,0-1-1 0 0,-1 2 0 0 0,6 3 1 0 0,-8-4-8 0 0,1 0 0 0 0,0 0 0 0 0,-1 0 0 0 0,1 0 0 0 0,-1 0 0 0 0,0 1 0 0 0,0-1 1 0 0,-1 1-1 0 0,1-1 0 0 0,0 1 0 0 0,-1 0 0 0 0,0 0 0 0 0,0 0 0 0 0,0 0 0 0 0,-1 0 0 0 0,1 0 1 0 0,-1-1-1 0 0,0 1 0 0 0,0 0 0 0 0,-1 5 0 0 0,-1 4 11 0 0,0 0 0 0 0,-2 0 0 0 0,1-1 0 0 0,-1 1 0 0 0,-1-1 0 0 0,0 0 0 0 0,-1 0 0 0 0,-1 0 0 0 0,-8 12 0 0 0,-11 11 139 0 0,-43 46 0 0 0,18-24 50 0 0,38-44-187 0 0,-21 27 27 0 0,28-30-24 0 0,6-9-23 0 0,0-1 0 0 0,1 1-1 0 0,-1 0 1 0 0,0-1-1 0 0,1 1 1 0 0,-1 0 0 0 0,1-1-1 0 0,-1 1 1 0 0,1-1-1 0 0,-1 1 1 0 0,1-1 0 0 0,-1 1-1 0 0,1-1 1 0 0,-1 1-1 0 0,1-1 1 0 0,0 1 0 0 0,-1-1-1 0 0,1 0 1 0 0,0 1-1 0 0,-1-1 1 0 0,1 0-1 0 0,0 0 1 0 0,0 1 0 0 0,-1-1-1 0 0,2 0 1 0 0,35-2 17 0 0,0-3 1 0 0,50-11-1 0 0,-14 2-33 0 0,179-31-3240 0 0,-85 10-4893 0 0,-112 22 1840 0 0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13:05.9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34 169 788 0 0,'-2'-15'3626'0'0,"1"4"-2290"0"0,0 1 0 0 0,1-1 0 0 0,0 1 0 0 0,1-1-1 0 0,2-10 1 0 0,-3 19-766 0 0,1 0-50 0 0,0-48 5286 0 0,0 49-5798 0 0,0 0 1 0 0,0 0-1 0 0,-1 0 0 0 0,1 0 1 0 0,0 1-1 0 0,0-1 0 0 0,0 0 0 0 0,0 1 1 0 0,0-1-1 0 0,0 0 0 0 0,0 1 1 0 0,0-1-1 0 0,0 1 0 0 0,0-1 0 0 0,0 1 1 0 0,1 0-1 0 0,1-1 0 0 0,24-6 34 0 0,-25 7-45 0 0,14-3 3 0 0,0 1 0 0 0,-1 1 0 0 0,1 1 0 0 0,0 0 0 0 0,-1 1 0 0 0,1 0 0 0 0,0 1 0 0 0,-1 1 0 0 0,0 1 0 0 0,1 0 0 0 0,-1 1 0 0 0,-1 0 0 0 0,1 1 0 0 0,-1 1 0 0 0,0 0 0 0 0,0 1 0 0 0,-1 1-1 0 0,13 11 1 0 0,-23-18 5 0 0,0 0 0 0 0,-1 1-1 0 0,1-1 1 0 0,-1 1 0 0 0,0 0-1 0 0,1 0 1 0 0,-1 0 0 0 0,-1 0-1 0 0,1 0 1 0 0,0 0 0 0 0,-1 0-1 0 0,0 0 1 0 0,1 1-1 0 0,-1-1 1 0 0,0 1 0 0 0,-1-1-1 0 0,1 7 1 0 0,-1-4 2 0 0,0-1 0 0 0,-1 0-1 0 0,0 0 1 0 0,0 0 0 0 0,0 0 0 0 0,-1 0 0 0 0,1 0-1 0 0,-1 0 1 0 0,-1-1 0 0 0,1 1 0 0 0,-3 4 0 0 0,-7 7 17 0 0,0 0 1 0 0,-1-1-1 0 0,0-1 1 0 0,-1 0 0 0 0,-21 15-1 0 0,-18 11 148 0 0,-65 35-1 0 0,-4 4 789 0 0,120-78-815 0 0,5 0-23 0 0,12-1-68 0 0,0 0 1 0 0,0-1-1 0 0,0-1 1 0 0,26-5-1 0 0,1-1-36 0 0,440-46-261 0 0,-320 41-3194 0 0,0 1-4869 0 0,-120 8 1011 0 0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13:06.4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130 105 1464 0 0,'-2'-6'1223'0'0,"0"0"1"0"0,1-1-1 0 0,-1 1 0 0 0,1 0 1 0 0,1-1-1 0 0,-1 1 0 0 0,1-1 1 0 0,0 1-1 0 0,2-8 0 0 0,-1-5 1227 0 0,-1 17-1554 0 0,-1-11 2591 0 0,-9 32-2835 0 0,2 0-1 0 0,1 1 1 0 0,0 0 0 0 0,-5 28-1 0 0,-4 12-295 0 0,-4 2-942 0 0,-16 96 1 0 0,33-133-862 0 0,0 1 0 0 0,2 37 0 0 0,2-47-469 0 0,1 0 0 0 0,0 0 0 0 0,1-1 0 0 0,10 31-1 0 0,-1-16-4730 0 0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13:09.3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164 156 1288 0 0,'-2'-2'1788'0'0,"-23"-15"2152"0"0,3 2 473 0 0,-34-29 0 0 0,56 44-4351 0 0,-1-1 1 0 0,0 0-1 0 0,0 0 1 0 0,0 1-1 0 0,1-1 0 0 0,-1 0 1 0 0,0 0-1 0 0,1 0 0 0 0,-1 0 1 0 0,1 0-1 0 0,-1 0 0 0 0,1 0 1 0 0,-1 0-1 0 0,1-1 1 0 0,0 1-1 0 0,0 0 0 0 0,-1 0 1 0 0,1 0-1 0 0,0 0 0 0 0,0 0 1 0 0,0-1-1 0 0,0 1 0 0 0,0 0 1 0 0,1 0-1 0 0,-1-2 1 0 0,1 2-18 0 0,0-1 0 0 0,0 0 0 0 0,0 0 1 0 0,0 0-1 0 0,1 1 0 0 0,-1-1 1 0 0,1 1-1 0 0,-1-1 0 0 0,1 1 1 0 0,-1-1-1 0 0,1 1 0 0 0,3-2 1 0 0,2-1-10 0 0,0 0 1 0 0,0 1 0 0 0,1 0 0 0 0,-1 0 0 0 0,1 1 0 0 0,8-2 0 0 0,1 2-15 0 0,0 1-1 0 0,1 0 1 0 0,-1 1 0 0 0,1 1-1 0 0,-1 1 1 0 0,0 0 0 0 0,19 6-1 0 0,-26-6-15 0 0,0 1-1 0 0,-1 0 0 0 0,0 0 0 0 0,1 1 1 0 0,-1 1-1 0 0,-1-1 0 0 0,1 1 1 0 0,-1 1-1 0 0,1 0 0 0 0,-2 0 1 0 0,1 0-1 0 0,-1 1 0 0 0,11 13 0 0 0,-15-16 4 0 0,-1 0 1 0 0,0 0-1 0 0,0 1 0 0 0,0-1 0 0 0,0 0 0 0 0,-1 1 0 0 0,1-1 0 0 0,-1 1 0 0 0,-1-1 0 0 0,1 1 1 0 0,0 0-1 0 0,-1-1 0 0 0,0 1 0 0 0,0 0 0 0 0,-1-1 0 0 0,1 1 0 0 0,-1-1 0 0 0,0 1 1 0 0,0 0-1 0 0,-1-1 0 0 0,1 0 0 0 0,-1 1 0 0 0,-3 5 0 0 0,-5 8 9 0 0,0-1-1 0 0,-1 1 1 0 0,-27 29 0 0 0,30-37-19 0 0,-7 6 31 0 0,0-1 0 0 0,-1 0 0 0 0,-1-2 0 0 0,0 0 0 0 0,-24 14-1 0 0,40-26-26 0 0,1-1 0 0 0,-1 1 0 0 0,1-1 0 0 0,-1 0 0 0 0,1 1 0 0 0,-1-1 0 0 0,1 0 0 0 0,-1 0 0 0 0,1 1 0 0 0,-1-1 0 0 0,0 0 0 0 0,1 0 0 0 0,-1 0 0 0 0,1 1 0 0 0,-1-1 0 0 0,0 0 0 0 0,1 0 0 0 0,-1 0 0 0 0,1 0 0 0 0,-1 0 0 0 0,-1-1-1 0 0,0-7 141 0 0,3 7-135 0 0,-1 0 0 0 0,1 0-1 0 0,-1 1 1 0 0,1-1 0 0 0,0 0-1 0 0,-1 0 1 0 0,1 1-1 0 0,0-1 1 0 0,-1 1 0 0 0,1-1-1 0 0,0 1 1 0 0,0-1 0 0 0,0 1-1 0 0,-1-1 1 0 0,1 1 0 0 0,0-1-1 0 0,1 1 1 0 0,8-5 50 0 0,0 1 1 0 0,0 0 0 0 0,0 1-1 0 0,0 0 1 0 0,0 1 0 0 0,1 0-1 0 0,-1 0 1 0 0,1 1 0 0 0,13 1-1 0 0,-9 0 34 0 0,0 1 0 0 0,-1 1 0 0 0,1 0 0 0 0,0 1 0 0 0,-1 1 0 0 0,0 0-1 0 0,1 1 1 0 0,-2 1 0 0 0,1 0 0 0 0,-1 1 0 0 0,0 0 0 0 0,0 1-1 0 0,-1 0 1 0 0,0 1 0 0 0,0 1 0 0 0,-1-1 0 0 0,0 2 0 0 0,-1 0-1 0 0,11 15 1 0 0,-19-23-56 0 0,0 0 0 0 0,0 1 0 0 0,0-1 0 0 0,-1 0 1 0 0,0 0-1 0 0,1 1 0 0 0,-1-1 0 0 0,-1 1 0 0 0,1-1 0 0 0,0 1 0 0 0,-1 0 0 0 0,0-1 0 0 0,0 1 0 0 0,0-1 0 0 0,0 1 0 0 0,-1 4 0 0 0,0-2 11 0 0,-1 0 1 0 0,0-1-1 0 0,0 1 1 0 0,-1-1-1 0 0,1 1 0 0 0,-1-1 1 0 0,0 0-1 0 0,0 0 0 0 0,-5 5 1 0 0,-3 2 40 0 0,-1 0 0 0 0,0 0 1 0 0,0-1-1 0 0,-1-1 0 0 0,-1 0 0 0 0,-16 8 0 0 0,3-3-48 0 0,-1-2-1 0 0,0-1 0 0 0,-1-1 0 0 0,0-2 0 0 0,-1 0 0 0 0,0-2 0 0 0,0-2 0 0 0,-1-1 0 0 0,0-1 0 0 0,0-1 0 0 0,-55-5 0 0 0,78 2-344 0 0,1 0-1 0 0,-1 0 0 0 0,1-1 1 0 0,-14-6-1 0 0,19 8 32 0 0,0-1 0 0 0,0 0-1 0 0,0 0 1 0 0,1 0 0 0 0,-1 0 0 0 0,0 0 0 0 0,0-1-1 0 0,1 1 1 0 0,-1 0 0 0 0,1-1 0 0 0,-1 0 0 0 0,1 1-1 0 0,0-1 1 0 0,-1 0 0 0 0,1 1 0 0 0,0-1-1 0 0,0 0 1 0 0,0 0 0 0 0,0 0 0 0 0,0-3 0 0 0,0 4-156 0 0,1-1 1 0 0,0 1-1 0 0,0-1 1 0 0,0 1-1 0 0,0 0 1 0 0,0-1-1 0 0,0 1 1 0 0,1-1-1 0 0,-1 1 1 0 0,0 0-1 0 0,1-1 1 0 0,0-1-1 0 0,1-2-1171 0 0,4-12-5492 0 0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13:09.9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365 86 1508 0 0,'-14'-20'3894'0'0,"12"15"-3444"0"0,-1 1 1 0 0,1-1-1 0 0,-1 1 1 0 0,0 0-1 0 0,-1 0 1 0 0,1 0-1 0 0,-1 0 1 0 0,0 1-1 0 0,0-1 1 0 0,0 1-1 0 0,0 0 1 0 0,0 0-1 0 0,-1 0 1 0 0,0 1-1 0 0,1 0 1 0 0,-10-4 0 0 0,10 5-294 0 0,-1 1 0 0 0,1-1 0 0 0,0 1 0 0 0,-1 0 0 0 0,1 0 0 0 0,0 0 0 0 0,-1 0 0 0 0,1 1 0 0 0,0 0 1 0 0,0 0-1 0 0,-1 0 0 0 0,1 0 0 0 0,0 1 0 0 0,0-1 0 0 0,-4 3 0 0 0,-8 6 220 0 0,1 1-1 0 0,-1 0 1 0 0,2 0 0 0 0,0 2-1 0 0,0-1 1 0 0,1 2 0 0 0,1 0-1 0 0,0 1 1 0 0,1 0-1 0 0,-15 25 1 0 0,20-27-276 0 0,-1-1-1 0 0,2 1 1 0 0,-1 0 0 0 0,2 0-1 0 0,0 0 1 0 0,0 1 0 0 0,2 0 0 0 0,-1 0-1 0 0,2-1 1 0 0,0 1 0 0 0,0 0-1 0 0,1 0 1 0 0,1 0 0 0 0,5 27-1 0 0,-4-34-56 0 0,0 1 0 0 0,1 0-1 0 0,0-1 1 0 0,0 0-1 0 0,1 1 1 0 0,0-1 0 0 0,0-1-1 0 0,1 1 1 0 0,0-1 0 0 0,0 1-1 0 0,0-1 1 0 0,13 10 0 0 0,-9-9-6 0 0,1 0 0 0 0,0 0 0 0 0,1-2 0 0 0,-1 1 0 0 0,1-1 0 0 0,0 0 0 0 0,0-1 0 0 0,14 3 0 0 0,-5-3-10 0 0,0-1 1 0 0,0 0-1 0 0,0-1 0 0 0,0-2 1 0 0,1 0-1 0 0,-1-1 0 0 0,0 0 1 0 0,0-2-1 0 0,0-1 0 0 0,23-7 1 0 0,-32 8-17 0 0,0-2 0 0 0,0 1 1 0 0,0-2-1 0 0,0 1 0 0 0,-1-1 1 0 0,1-1-1 0 0,-2 0 0 0 0,1-1 1 0 0,-1 0-1 0 0,0 0 0 0 0,12-15 1 0 0,-14 14-10 0 0,-2 1 0 0 0,1-1 0 0 0,-1 1 1 0 0,-1-2-1 0 0,0 1 0 0 0,0 0 0 0 0,-1-1 0 0 0,0 0 1 0 0,0 1-1 0 0,-1-1 0 0 0,-1 0 0 0 0,1 0 0 0 0,-2-1 1 0 0,0-12-1 0 0,0 10-10 0 0,-1 0 1 0 0,-1 0 0 0 0,0-1 0 0 0,-1 2-1 0 0,0-1 1 0 0,-1 0 0 0 0,-1 0 0 0 0,0 1-1 0 0,0 0 1 0 0,-1 0 0 0 0,-1 1-1 0 0,0-1 1 0 0,-1 2 0 0 0,0-1 0 0 0,0 1-1 0 0,-1 0 1 0 0,0 0 0 0 0,-15-10-1 0 0,14 12-306 0 0,-1 2-1 0 0,1-1 0 0 0,-1 1 1 0 0,0 1-1 0 0,-1 0 0 0 0,1 0 1 0 0,-17-3-1 0 0,4 6-1786 0 0,23 2 1886 0 0,-1 0 0 0 0,1 0 0 0 0,-1 1-1 0 0,1-1 1 0 0,0 1 0 0 0,-1-1 0 0 0,1 1 0 0 0,0 0 0 0 0,0-1 0 0 0,0 1 0 0 0,-1 0 0 0 0,0 1 0 0 0,2-2-78 0 0,-1 0 0 0 0,1 1 0 0 0,-1-1 0 0 0,1 0 0 0 0,-1 0 0 0 0,1 1 0 0 0,0-1 0 0 0,-1 0 0 0 0,1 1 0 0 0,-1-1 0 0 0,1 1 0 0 0,0-1 0 0 0,0 0 0 0 0,-1 1-1 0 0,1-1 1 0 0,0 1 0 0 0,-1-1 0 0 0,1 1 0 0 0,0-1 0 0 0,0 1 0 0 0,0-1 0 0 0,0 1 0 0 0,0-1 0 0 0,0 1 0 0 0,-1 0 0 0 0,10 6-4844 0 0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13:03.2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91 97 864 0 0,'-17'-19'9594'0'0,"16"16"-8960"0"0,1 2-411 0 0,-1-1 0 0 0,1 0 1 0 0,-1 1-1 0 0,1-1 0 0 0,0 0 0 0 0,0 1 0 0 0,0-1 0 0 0,0 0 0 0 0,0 0 0 0 0,0 1 0 0 0,0-1 1 0 0,0 0-1 0 0,1 1 0 0 0,-1-1 0 0 0,1 0 0 0 0,-1 1 0 0 0,1-1 0 0 0,0 0 0 0 0,0 1 0 0 0,-1-1 1 0 0,1 1-1 0 0,0 0 0 0 0,0-1 0 0 0,0 1 0 0 0,1 0 0 0 0,1-3 0 0 0,4 0-125 0 0,0 0 1 0 0,0 1-1 0 0,0-1 0 0 0,0 1 0 0 0,1 1 0 0 0,-1 0 0 0 0,1 0 1 0 0,0 0-1 0 0,-1 1 0 0 0,1 0 0 0 0,0 0 0 0 0,0 1 0 0 0,0 0 1 0 0,0 0-1 0 0,-1 1 0 0 0,10 2 0 0 0,-9-2-79 0 0,0 1 1 0 0,0 0-1 0 0,-1 1 0 0 0,1 0 0 0 0,0 0 1 0 0,-1 0-1 0 0,0 1 0 0 0,0 0 0 0 0,12 9 1 0 0,-17-11-12 0 0,1 1 0 0 0,-1-1 0 0 0,0 0 0 0 0,0 1 1 0 0,0-1-1 0 0,0 1 0 0 0,0 0 0 0 0,-1-1 1 0 0,1 1-1 0 0,-1 0 0 0 0,0 0 0 0 0,0 0 0 0 0,0 0 1 0 0,0 0-1 0 0,0 0 0 0 0,-1 1 0 0 0,1-1 1 0 0,-1 0-1 0 0,0 0 0 0 0,0 0 0 0 0,0 1 0 0 0,0-1 1 0 0,-1 0-1 0 0,1 0 0 0 0,-1 0 0 0 0,0 0 1 0 0,-1 5-1 0 0,-6 7 15 0 0,1 0-1 0 0,-2-1 1 0 0,0 0 0 0 0,0 0 0 0 0,-2-1 0 0 0,1-1 0 0 0,-18 16-1 0 0,0 4 46 0 0,27-30-64 0 0,1-1-42 0 0,0-1 36 0 0,0 1-1 0 0,1 0 0 0 0,-1 0 1 0 0,0-1-1 0 0,1 1 0 0 0,-1 0 1 0 0,1 0-1 0 0,-1-1 0 0 0,1 1 1 0 0,-1-1-1 0 0,1 1 0 0 0,0 0 0 0 0,-1-1 1 0 0,1 1-1 0 0,0-1 0 0 0,-1 1 1 0 0,1-1-1 0 0,0 0 0 0 0,0 1 1 0 0,-1-1-1 0 0,1 0 0 0 0,0 1 1 0 0,0-1-1 0 0,-1 0 0 0 0,1 0 1 0 0,0 0-1 0 0,0 0 0 0 0,0 0 0 0 0,0 0 1 0 0,-1 0-1 0 0,3 0 0 0 0,3 1-1 0 0,13 4 24 0 0,0 1 0 0 0,0 1 0 0 0,-1 0 0 0 0,0 2-1 0 0,0 0 1 0 0,-1 0 0 0 0,-1 2 0 0 0,1 0 0 0 0,-2 1-1 0 0,1 1 1 0 0,-2 0 0 0 0,15 17 0 0 0,-27-28 49 0 0,0 1 1 0 0,0-1 0 0 0,-1 1-1 0 0,0-1 1 0 0,1 1 0 0 0,-1-1-1 0 0,0 1 1 0 0,0 0 0 0 0,0-1-1 0 0,0 1 1 0 0,-1 0 0 0 0,1 0-1 0 0,-1 0 1 0 0,0 0 0 0 0,0 0-1 0 0,0-1 1 0 0,0 1 0 0 0,0 0-1 0 0,-2 5 1 0 0,1-3 34 0 0,-1 0 1 0 0,0-1-1 0 0,0 1 0 0 0,0-1 0 0 0,-1 1 1 0 0,1-1-1 0 0,-1 0 0 0 0,0 0 0 0 0,0 0 1 0 0,-1-1-1 0 0,-4 5 0 0 0,-5 3 86 0 0,0-1 1 0 0,-1 0-1 0 0,0-1 0 0 0,-1-1 0 0 0,0 0 1 0 0,0-1-1 0 0,0 0 0 0 0,-1-1 0 0 0,0-1 1 0 0,-1-1-1 0 0,-21 4 0 0 0,23-6-159 0 0,1 0 0 0 0,-1-1 0 0 0,0-1 0 0 0,1 0 0 0 0,-1-1 0 0 0,0-1 0 0 0,1 0 0 0 0,0-1 0 0 0,-1 0 0 0 0,1-1 1 0 0,0-1-1 0 0,1 0 0 0 0,-19-10 0 0 0,30 14-170 0 0,0 0 0 0 0,-1-1 0 0 0,1 1 0 0 0,0-1 0 0 0,0 1 0 0 0,1-1 0 0 0,-1 0 0 0 0,0 0 0 0 0,1 0 0 0 0,-1 0 1 0 0,1 0-1 0 0,-1 0 0 0 0,1 0 0 0 0,0 0 0 0 0,0 0 0 0 0,0-1 0 0 0,0 1 0 0 0,0 0 0 0 0,1-1 0 0 0,-1 1 0 0 0,1-1 1 0 0,-1 1-1 0 0,1-1 0 0 0,0 1 0 0 0,0-1 0 0 0,0 1 0 0 0,0-1 0 0 0,0 1 0 0 0,1-1 0 0 0,0-2 0 0 0,1-1-1004 0 0,1-1 0 0 0,-1 1-1 0 0,1 0 1 0 0,0 0-1 0 0,1 0 1 0 0,0 0 0 0 0,0 0-1 0 0,0 1 1 0 0,9-9 0 0 0,4-3-5667 0 0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13:03.7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33 116 504 0 0,'6'-17'2690'0'0,"14"-42"7861"0"0,-13 33-6252 0 0,-4 12-2071 0 0,-10 30-1591 0 0,-11 28-219 0 0,-13 55 0 0 0,27-85-398 0 0,1 1 0 0 0,1-1 0 0 0,0 1 0 0 0,1 0 0 0 0,0-1 0 0 0,1 1 0 0 0,1 0 0 0 0,3 18 0 0 0,-2-26-7 0 0,1 1 1 0 0,-1-1 0 0 0,1 0 0 0 0,1 0-1 0 0,-1 0 1 0 0,1 0 0 0 0,0-1-1 0 0,0 1 1 0 0,1-1 0 0 0,0 0 0 0 0,0-1-1 0 0,1 1 1 0 0,-1-1 0 0 0,1 0 0 0 0,0 0-1 0 0,1-1 1 0 0,-1 0 0 0 0,1 0-1 0 0,0 0 1 0 0,0-1 0 0 0,0 0 0 0 0,0 0-1 0 0,12 2 1 0 0,-10-3 0 0 0,0 0-1 0 0,0 0 1 0 0,0-1 0 0 0,0 0-1 0 0,0-1 1 0 0,0 0-1 0 0,0 0 1 0 0,1-1 0 0 0,-1 0-1 0 0,0 0 1 0 0,0-1 0 0 0,0-1-1 0 0,-1 1 1 0 0,1-2 0 0 0,-1 1-1 0 0,1-1 1 0 0,-1 0-1 0 0,0-1 1 0 0,11-7 0 0 0,-5-2 370 0 0,0 1 1 0 0,-1-1 0 0 0,0-1-1 0 0,-1-1 1 0 0,15-23 0 0 0,-6 2 3055 0 0,22-54 1 0 0,-36 80-3058 0 0,-6 12-374 0 0,-1-1-1 0 0,0 0 1 0 0,1 0 0 0 0,-1 1-1 0 0,0-1 1 0 0,1 0-1 0 0,-1 0 1 0 0,0 1 0 0 0,0-1-1 0 0,1 0 1 0 0,-1 1-1 0 0,0-1 1 0 0,0 0 0 0 0,0 1-1 0 0,1-1 1 0 0,-1 0-1 0 0,0 1 1 0 0,0-1 0 0 0,0 1-1 0 0,0-1 1 0 0,0 0-1 0 0,0 1 1 0 0,0-1 0 0 0,0 1-1 0 0,0-1 1 0 0,0 0-1 0 0,0 1 1 0 0,0-1 0 0 0,0 1-1 0 0,0-1 1 0 0,0 0-1 0 0,0 1 1 0 0,-1 0 0 0 0,1 145-270 0 0,1 186-5806 0 0,13-109-6855 0 0,-8-148 2184 0 0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13:07.1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116 146 1680 0 0,'-4'-118'14970'0'0,"3"111"-14279"0"0,-1-11 805 0 0,-1 16-837 0 0,-4 10-65 0 0,-12 34-71 0 0,2 1-1 0 0,1 1 0 0 0,-13 65 0 0 0,23-84-454 0 0,2-13-38 0 0,2 0 1 0 0,0 0-1 0 0,0 1 1 0 0,1-1-1 0 0,1 0 1 0 0,0 1-1 0 0,3 20 1 0 0,-3-29-28 0 0,1-1 1 0 0,0 1-1 0 0,0 0 1 0 0,0-1 0 0 0,0 1-1 0 0,0-1 1 0 0,1 0-1 0 0,0 1 1 0 0,-1-1-1 0 0,1 0 1 0 0,0 0-1 0 0,1 0 1 0 0,-1 0 0 0 0,1 0-1 0 0,-1-1 1 0 0,1 1-1 0 0,0-1 1 0 0,0 1-1 0 0,0-1 1 0 0,0 0-1 0 0,0 0 1 0 0,0-1 0 0 0,1 1-1 0 0,-1 0 1 0 0,0-1-1 0 0,1 0 1 0 0,0 0-1 0 0,-1 0 1 0 0,6 0-1 0 0,0 0-10 0 0,0 0 0 0 0,0-1 0 0 0,0 0-1 0 0,-1-1 1 0 0,1 0 0 0 0,0 0 0 0 0,-1-1 0 0 0,1 0-1 0 0,-1-1 1 0 0,1 0 0 0 0,9-5 0 0 0,-7 2 0 0 0,0 0 1 0 0,0-1-1 0 0,-1-1 1 0 0,0 0 0 0 0,0 0-1 0 0,-1-1 1 0 0,9-10 0 0 0,4-9-7 0 0,-2-2 0 0 0,0 0 0 0 0,-2-2 0 0 0,22-50 0 0 0,-35 69-72 0 0,4-7 786 0 0,-6 18-277 0 0,0 10-155 0 0,-3 1-108 0 0,0 0 0 0 0,-1 1 0 0 0,0-1 0 0 0,0 0 0 0 0,-1 0 0 0 0,-5 17 0 0 0,0 2 6 0 0,-15 66 26 0 0,-12 62-459 0 0,31-136-571 0 0,2-1 0 0 0,0 0 0 0 0,1 1 0 0 0,0-1 0 0 0,2 0 0 0 0,4 21 0 0 0,-5-34 86 0 0,1 0 1 0 0,0 0-1 0 0,0 0 1 0 0,5 8 0 0 0,8 8-4972 0 0,1-7-1466 0 0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13:07.7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7 282 720 0 0,'-2'-8'988'0'0,"1"0"0"0"0,-1 0 0 0 0,2 0-1 0 0,-1-1 1 0 0,1 1 0 0 0,0 0 0 0 0,0 0 0 0 0,1-1-1 0 0,0 1 1 0 0,1 0 0 0 0,5-15 0 0 0,-3 12-368 0 0,0 1 1 0 0,1 0-1 0 0,0 0 0 0 0,1 0 1 0 0,0 1-1 0 0,1 0 1 0 0,-1 0-1 0 0,14-12 0 0 0,-14 14-488 0 0,1 1 1 0 0,0-1-1 0 0,0 2 0 0 0,0-1 0 0 0,1 1 0 0 0,0 0 0 0 0,0 1 0 0 0,0 0 0 0 0,1 0 0 0 0,0 0 0 0 0,-1 1 0 0 0,1 1 0 0 0,0 0 0 0 0,0 0 1 0 0,0 0-1 0 0,1 1 0 0 0,-1 1 0 0 0,0-1 0 0 0,0 2 0 0 0,1-1 0 0 0,-1 1 0 0 0,0 1 0 0 0,11 2 0 0 0,-14-2-110 0 0,-1 0 1 0 0,1 0-1 0 0,-1 1 0 0 0,0 0 0 0 0,0 0 0 0 0,0 0 0 0 0,0 1 0 0 0,0-1 1 0 0,-1 1-1 0 0,1 0 0 0 0,-1 1 0 0 0,0-1 0 0 0,0 1 0 0 0,-1-1 1 0 0,1 1-1 0 0,-1 0 0 0 0,0 1 0 0 0,-1-1 0 0 0,1 0 0 0 0,-1 1 0 0 0,0 0 1 0 0,0-1-1 0 0,-1 1 0 0 0,1 0 0 0 0,-1 0 0 0 0,-1 0 0 0 0,1 0 0 0 0,-1 0 1 0 0,0 0-1 0 0,-1 0 0 0 0,1 0 0 0 0,-1 0 0 0 0,0-1 0 0 0,0 1 1 0 0,-4 7-1 0 0,-1 4-3 0 0,-1-1 0 0 0,-1 1 1 0 0,-1-2-1 0 0,-17 25 0 0 0,-52 53 62 0 0,40-57 47 0 0,37-35-63 0 0,7-16-48 0 0,4 7 6 0 0,-1 1 1 0 0,2 0-1 0 0,-1 1 0 0 0,1 0 0 0 0,-1 0 1 0 0,2 1-1 0 0,-1 1 0 0 0,0 0 1 0 0,22-4-1 0 0,-15 5 40 0 0,0 0 1 0 0,0 2-1 0 0,0 0 1 0 0,0 2 0 0 0,0-1-1 0 0,18 5 1 0 0,-1 2 84 0 0,0 1 0 0 0,-1 2 0 0 0,0 2 0 0 0,0 1 0 0 0,-2 1 0 0 0,39 23 0 0 0,-59-30 20 0 0,1 1-1 0 0,-1 0 1 0 0,-1 0-1 0 0,1 2 0 0 0,-2-1 1 0 0,12 14-1 0 0,-19-21-105 0 0,-1 0 0 0 0,0 1 0 0 0,-1-1 0 0 0,1 1 0 0 0,0 0 0 0 0,-1-1 0 0 0,1 1 0 0 0,-1 0 0 0 0,0 0 0 0 0,0 0 0 0 0,0 0-1 0 0,0 0 1 0 0,0 0 0 0 0,-1 0 0 0 0,1 0 0 0 0,-1 0 0 0 0,0 0 0 0 0,0 1 0 0 0,0-1 0 0 0,-1 0 0 0 0,1 0 0 0 0,-1 0 0 0 0,1 0 0 0 0,-1 0 0 0 0,0 0-1 0 0,0 0 1 0 0,-1 0 0 0 0,1 0 0 0 0,0 0 0 0 0,-1-1 0 0 0,0 1 0 0 0,0-1 0 0 0,1 1 0 0 0,-5 3 0 0 0,-5 5 40 0 0,-2 0 0 0 0,1-1-1 0 0,-1-1 1 0 0,0 0 0 0 0,-1 0 0 0 0,0-2 0 0 0,-1 1 0 0 0,1-2-1 0 0,-1 0 1 0 0,-30 7 0 0 0,2-3-446 0 0,0-3 0 0 0,-77 5 1 0 0,44-13-5745 0 0,31 0-4663 0 0,19 1 2339 0 0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13:10.2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81 77 1716 0 0,'-2'-2'2350'0'0,"-21"-9"4161"0"0,-25-9 0 0 0,46 19-5822 0 0,-1-3 96 0 0,1-1-260 0 0,10-2 128 0 0,14 1-531 0 0,-1 1 1 0 0,1 1-1 0 0,0 0 1 0 0,0 2-1 0 0,24 0 1 0 0,6-1-479 0 0,33 2-3115 0 0,-40 2-5748 0 0</inkml:trace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13:10.8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234 1 2320 0 0,'-22'2'2326'0'0,"1"1"0"0"0,0 1 0 0 0,-21 7-1 0 0,35-9-2033 0 0,0 1-1 0 0,0 0 1 0 0,0 0-1 0 0,0 1 1 0 0,1 0-1 0 0,-1 0 0 0 0,1 1 1 0 0,1-1-1 0 0,-1 1 1 0 0,0 1-1 0 0,1-1 1 0 0,-6 9-1 0 0,6-6-174 0 0,-1 0 0 0 0,2 1 1 0 0,-1 0-1 0 0,1 0 0 0 0,1 0 0 0 0,-1 1 0 0 0,2-1 0 0 0,-1 1 1 0 0,1 0-1 0 0,1-1 0 0 0,0 1 0 0 0,0 0 0 0 0,1 16 0 0 0,1-21-87 0 0,-1 0-1 0 0,1 0 1 0 0,-1-1-1 0 0,1 1 1 0 0,1 0-1 0 0,-1-1 1 0 0,1 1-1 0 0,0-1 1 0 0,0 1-1 0 0,0-1 1 0 0,0 0-1 0 0,1 0 1 0 0,0 0-1 0 0,-1 0 1 0 0,2 0 0 0 0,-1-1-1 0 0,0 1 1 0 0,1-1-1 0 0,-1 0 1 0 0,1 0-1 0 0,0 0 1 0 0,0-1-1 0 0,0 1 1 0 0,1-1-1 0 0,-1 0 1 0 0,0 0-1 0 0,1-1 1 0 0,-1 1-1 0 0,10 1 1 0 0,2-1 109 0 0,-1 0 0 0 0,1-2 1 0 0,-1 1-1 0 0,1-2 0 0 0,15-2 1 0 0,78-17 755 0 0,-31 4-375 0 0,-73 16-453 0 0,1-1 0 0 0,-1 1 0 0 0,0 0 0 0 0,1 1 0 0 0,-1-1 0 0 0,8 2 0 0 0,-9-1-20 0 0,-2 0 6 0 0,1 0 0 0 0,0-1 1 0 0,0 1-1 0 0,-1 1 0 0 0,1-1 1 0 0,0 0-1 0 0,-1 1 0 0 0,0-1 1 0 0,1 1-1 0 0,-1 0 0 0 0,0 0 1 0 0,0 0-1 0 0,0 0 0 0 0,0 0 1 0 0,0 0-1 0 0,0 0 0 0 0,0 1 1 0 0,2 3-1 0 0,-1 0 72 0 0,-1 0 0 0 0,1 1 0 0 0,-1-1 0 0 0,0 0-1 0 0,-1 1 1 0 0,2 9 0 0 0,-2-7-24 0 0,-1 0-1 0 0,0 0 1 0 0,-1 1 0 0 0,0-1-1 0 0,-1 0 1 0 0,1 0 0 0 0,-2 0-1 0 0,1 0 1 0 0,-1-1 0 0 0,-1 1 0 0 0,0-1-1 0 0,0 1 1 0 0,0-1 0 0 0,-1 0-1 0 0,-10 13 1 0 0,-3 0 131 0 0,-1 0 0 0 0,0-1 0 0 0,-43 33 1 0 0,47-42-203 0 0,0 0 0 0 0,-1-1 0 0 0,0-1 0 0 0,-1-1 1 0 0,0 0-1 0 0,0-1 0 0 0,-1-1 0 0 0,0 0 0 0 0,-29 4 1 0 0,40-9-263 0 0,-1-1-1 0 0,1 0 1 0 0,0 0 0 0 0,-1 0 0 0 0,1-1 0 0 0,-8-2 0 0 0,-20-9-4527 0 0,34 11 4353 0 0,0 1-1 0 0,0-1 0 0 0,0 0 0 0 0,0 0 0 0 0,0 0 0 0 0,0 0 0 0 0,0 0 0 0 0,1 0 0 0 0,-1 0 0 0 0,0 0 0 0 0,1-1 0 0 0,-1 1 1 0 0,1 0-1 0 0,-1 0 0 0 0,1 0 0 0 0,0-1 0 0 0,-1 1 0 0 0,1 0 0 0 0,0-2 0 0 0</inkml:trace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13:11.6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63 98 2532 0 0,'-3'0'1984'0'0,"-5"-1"-1260"0"0,-5-1 3401 0 0,-13-3 4651 0 0,13 4-5928 0 0,17-2-2360 0 0,-4 2-476 0 0,0 1 0 0 0,0-1 1 0 0,0 1-1 0 0,0 0 0 0 0,1-1 1 0 0,-1 1-1 0 0,0-1 0 0 0,0 1 0 0 0,0 0 1 0 0,1-1-1 0 0,-1 1 0 0 0,0 0 1 0 0,0-1-1 0 0,1 1 0 0 0,-1 0 1 0 0,0 0-1 0 0,1-1 0 0 0,-1 1 1 0 0,0 0-1 0 0,1 0 0 0 0,-1-1 1 0 0,1 1-1 0 0,-1 0 0 0 0,0 0 0 0 0,1 0 1 0 0,-1 0-1 0 0,1 0 0 0 0,-1 0 1 0 0,1-1-1 0 0,266-59 814 0 0,-202 47-820 0 0,-62 12-180 0 0,6 0 245 0 0,-3-1-1838 0 0</inkml:trace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13:12.2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 70 1936 0 0,'4'-9'3049'0'0,"0"1"0"0"0,-1-1-1 0 0,3-15 1 0 0,-4 5 5527 0 0,-14 179-4063 0 0,3-69-4021 0 0,-3 37-238 0 0,-1 19-257 0 0,9-52-4016 0 0,4-87 3003 0 0,0 16-4162 0 0,0-23 4947 0 0,-1-1 0 0 0,1 0 0 0 0,0 1 0 0 0,0-1 1 0 0,1 1-1 0 0,-1-1 0 0 0,0 0 0 0 0,0 1 1 0 0,0-1-1 0 0,0 1 0 0 0,0-1 0 0 0,0 0 1 0 0,0 1-1 0 0,1-1 0 0 0,-1 0 0 0 0,0 1 1 0 0,0-1-1 0 0,0 0 0 0 0,1 1 0 0 0,-1-1 1 0 0,0 0-1 0 0,1 1 0 0 0,-1-1 0 0 0,0 0 0 0 0,1 0 1 0 0,-1 1-1 0 0,0-1 0 0 0,1 0 0 0 0,-1 0 1 0 0,0 0-1 0 0,1 0 0 0 0,-1 1 0 0 0,0-1 1 0 0,1 0-1 0 0,-1 0 0 0 0,1 0 0 0 0,-1 0 1 0 0,0 0-1 0 0,1 0 0 0 0,-1 0 0 0 0,1 0 0 0 0,0 0 1 0 0,11-4-5193 0 0</inkml:trace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13:12.8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80 104 1220 0 0,'15'-26'7518'0'0,"21"-51"2952"0"0,-39 79-10272 0 0,1 0 0 0 0,0 0 0 0 0,1 0-1 0 0,-1 0 1 0 0,0 0 0 0 0,0 1 0 0 0,1-1-1 0 0,0 1 1 0 0,-3 4 0 0 0,4-6-171 0 0,-11 18 349 0 0,2 1 0 0 0,0 1 1 0 0,2-1-1 0 0,-11 42 0 0 0,15-47-333 0 0,1 1-1 0 0,0-1 1 0 0,1 1 0 0 0,1-1-1 0 0,0 1 1 0 0,1 0-1 0 0,4 23 1 0 0,-3-32-10 0 0,0 1 0 0 0,0-1 0 0 0,1 0 0 0 0,0 0 0 0 0,0 0 0 0 0,1-1-1 0 0,-1 1 1 0 0,2-1 0 0 0,-1 0 0 0 0,1 0 0 0 0,0 0 0 0 0,0-1 0 0 0,0 1 0 0 0,1-1 0 0 0,0-1 0 0 0,0 1 0 0 0,0-1 0 0 0,0 0 0 0 0,1 0 0 0 0,0-1 0 0 0,-1 0 0 0 0,1 0 0 0 0,1 0 0 0 0,-1-1 0 0 0,0 0-1 0 0,0-1 1 0 0,1 1 0 0 0,-1-2 0 0 0,1 1 0 0 0,9-1 0 0 0,-9 0 24 0 0,0 0 0 0 0,0-1 1 0 0,0 0-1 0 0,0 0 0 0 0,0-1 0 0 0,0 0 0 0 0,-1-1 0 0 0,1 1 0 0 0,-1-1 0 0 0,0-1 0 0 0,0 0 0 0 0,0 0 1 0 0,0 0-1 0 0,0 0 0 0 0,-1-1 0 0 0,0 0 0 0 0,0-1 0 0 0,0 0 0 0 0,-1 1 0 0 0,0-2 0 0 0,0 1 0 0 0,0 0 1 0 0,-1-1-1 0 0,5-11 0 0 0,-5 9-52 0 0,0-1 1 0 0,0 1-1 0 0,-1-1 1 0 0,-1 0-1 0 0,0 1 1 0 0,0-1-1 0 0,-1-1 1 0 0,0 1-1 0 0,-1 0 0 0 0,0 0 1 0 0,-1 0-1 0 0,0 0 1 0 0,0 0-1 0 0,-1 0 1 0 0,0 0-1 0 0,-1 0 1 0 0,0 1-1 0 0,-8-16 1 0 0,6 15-7 0 0,-2 1 1 0 0,1 0-1 0 0,-1 0 1 0 0,0 1-1 0 0,-1 0 1 0 0,0 0-1 0 0,0 1 1 0 0,-1 0-1 0 0,0 0 0 0 0,0 1 1 0 0,-1 0-1 0 0,0 0 1 0 0,0 1-1 0 0,-14-5 1 0 0,6 4-675 0 0,0 0-1 0 0,0 1 1 0 0,0 0 0 0 0,-1 2-1 0 0,0 0 1 0 0,0 1 0 0 0,-32 2-1 0 0,45 0-218 0 0,-1 1 0 0 0,0 0 0 0 0,1 1 0 0 0,-1-1 0 0 0,-9 5 0 0 0,-3 1-5878 0 0,4-2 735 0 0</inkml:trace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13:13.6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22 115 924 0 0,'0'0'2208'0'0,"-6"-14"2641"0"0,3 11-4403 0 0,-9-12 6540 0 0,12 15-6920 0 0,0-1 0 0 0,0 1 0 0 0,0-1 0 0 0,0 1 0 0 0,0-1 0 0 0,0 0 0 0 0,0 1 0 0 0,0-1 0 0 0,0 1 0 0 0,0-1 0 0 0,0 1 0 0 0,0-1 0 0 0,0 1 0 0 0,0-1 0 0 0,0 1 0 0 0,0-1 0 0 0,1 1 0 0 0,-1-1 0 0 0,0 1 0 0 0,0-1 0 0 0,1 1 0 0 0,-1 0 0 0 0,0-1 0 0 0,1 1 0 0 0,-1-1 0 0 0,1 1 0 0 0,-1 0 0 0 0,0-1 0 0 0,1 1 0 0 0,-1 0 0 0 0,1-1 0 0 0,-1 1 1 0 0,1 0-1 0 0,-1 0 0 0 0,1-1 0 0 0,-1 1 0 0 0,1 0 0 0 0,18-7 304 0 0,1 0 0 0 0,-1 2 0 0 0,36-6 1 0 0,-16 3-64 0 0,-7 1-98 0 0,65-12 230 0 0,-84 17-409 0 0,0 2 0 0 0,0-1 0 0 0,0 1 0 0 0,0 1 0 0 0,20 3 0 0 0,-28-2-14 0 0,-1-1 1 0 0,1 1-1 0 0,0 0 0 0 0,-1 0 1 0 0,1 1-1 0 0,-1-1 0 0 0,0 1 1 0 0,0 0-1 0 0,0 0 0 0 0,0 0 1 0 0,-1 1-1 0 0,1-1 0 0 0,-1 1 1 0 0,0 0-1 0 0,0 0 0 0 0,3 5 1 0 0,3 7 90 0 0,0 0-1 0 0,12 32 1 0 0,-21-47-104 0 0,14 43 106 0 0,-2 1 0 0 0,-2 0-1 0 0,7 75 1 0 0,-8-53-41 0 0,15 229 355 0 0,-21 3 202 0 0,-3-214-441 0 0,71 2361 3291 0 0,-51-2162-2902 0 0,20 359 602 0 0,-36-504-204 0 0,1-30 630 0 0,-5-107-1580 0 0,0 1-1 0 0,-3 37 367 0 0,2-30-341 0 0,-9 51 41 0 0,7-55-70 0 0,1 0 0 0 0,-1-1 0 0 0,0 1 0 0 0,0 0 0 0 0,-7 7 0 0 0,-7 10-60 0 0,-35 33 1 0 0,43-47 36 0 0,-1 0 0 0 0,0-1 0 0 0,0 0 1 0 0,-1-1-1 0 0,0 0 0 0 0,-15 6 0 0 0,6-4 44 0 0,13-6 13 0 0,0 1-1 0 0,0-1 1 0 0,-1-1-1 0 0,1 0 1 0 0,-1 0 0 0 0,0 0-1 0 0,1-1 1 0 0,-1 0 0 0 0,-13-1-1 0 0,-54-2-560 0 0,-50 8-6701 0 0,44 1-4507 0 0,47-5 1811 0 0</inkml:trace>
</inkml:ink>
</file>

<file path=ppt/ink/ink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13:22.3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1866 740 0 0,'137'-595'2618'0'0,"-116"461"-2388"0"0,-5 0 0 0 0,-2-206 0 0 0,-17 236-675 0 0,-4 0 1 0 0,-5 1-1 0 0,-43-175 0 0 0,34 204-308 0 0</inkml:trace>
</inkml:ink>
</file>

<file path=ppt/ink/ink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13:29.6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165 66 180 0 0,'-10'-26'7121'0'0,"5"6"-4697"0"0,5 18-1465 0 0,0 1-737 0 0,-1 0 1 0 0,1 0 0 0 0,0-1 0 0 0,-1 1-1 0 0,1 0 1 0 0,-1 0 0 0 0,0 0-1 0 0,1 0 1 0 0,-1 0 0 0 0,0 0 0 0 0,1 1-1 0 0,-1-1 1 0 0,0 0 0 0 0,0 0 0 0 0,0 0-1 0 0,-1 0 1 0 0,0 2-151 0 0,0 1-1 0 0,1 0 1 0 0,0 0 0 0 0,-1 0 0 0 0,1 0-1 0 0,0 0 1 0 0,0 1 0 0 0,0-1 0 0 0,0 0-1 0 0,0 1 1 0 0,1-1 0 0 0,-1 0 0 0 0,0 3-1 0 0,-4 41 604 0 0,2-14-292 0 0,-49 305 1400 0 0,32-192-1534 0 0,-6 102 273 0 0,19-141-2677 0 0,3-38-1706 0 0,3-59 3065 0 0,0 0-3995 0 0,-1 5-288 0 0</inkml:trace>
</inkml:ink>
</file>

<file path=ppt/ink/ink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13:30.1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88 2252 0 0,'0'-6'802'0'0,"1"-1"230"0"0,0-1-1 0 0,0 1 0 0 0,0 0 1 0 0,1 0-1 0 0,0 0 0 0 0,1 0 1 0 0,3-8-1 0 0,-4 13-857 0 0,0 1 0 0 0,0 0-1 0 0,0-1 1 0 0,0 1 0 0 0,0 0 0 0 0,1 0 0 0 0,-1 0-1 0 0,0 0 1 0 0,0 0 0 0 0,1 0 0 0 0,-1 1 0 0 0,1-1-1 0 0,-1 1 1 0 0,1 0 0 0 0,4 0 0 0 0,-7 0-162 0 0,10-1 209 0 0,0 0 1 0 0,1 1-1 0 0,-1 0 0 0 0,0 1 1 0 0,0 0-1 0 0,19 5 1 0 0,-4 1 84 0 0,32 13 0 0 0,-43-14-230 0 0,0 0 0 0 0,-1 1 1 0 0,1 1-1 0 0,-1 0 0 0 0,-1 0 0 0 0,0 2 0 0 0,19 17 0 0 0,-27-23-35 0 0,0 1 0 0 0,0-1 0 0 0,0 1-1 0 0,-1 0 1 0 0,1 0 0 0 0,-1 1 0 0 0,0-1-1 0 0,-1 1 1 0 0,1-1 0 0 0,-1 1 0 0 0,0 0-1 0 0,-1 0 1 0 0,1 0 0 0 0,-1 0-1 0 0,-1 0 1 0 0,1 0 0 0 0,-1 0 0 0 0,0 0-1 0 0,0 0 1 0 0,0 0 0 0 0,-3 10 0 0 0,-1-4-3 0 0,0 0 0 0 0,-1 0 1 0 0,-1 0-1 0 0,0 0 0 0 0,0-1 0 0 0,-1 0 1 0 0,0-1-1 0 0,-1 1 0 0 0,-1-2 1 0 0,-15 16-1 0 0,-2-1 7 0 0,0-2-1 0 0,-54 33 1 0 0,51-38-7 0 0,-43 17 0 0 0,19-10 356 0 0,50-23 1002 0 0,23 3-824 0 0,-11 2-354 0 0,0 0 1 0 0,0 1 0 0 0,-1 1 0 0 0,0-1 0 0 0,13 17 0 0 0,36 51 327 0 0,-32-39-365 0 0,246 318 167 0 0,-265-347-1051 0 0,0 1-1 0 0,1-1 1 0 0,11 9-1 0 0,-15-14-45 0 0,0 1 0 0 0,1-1 0 0 0,-1-1 0 0 0,0 1 0 0 0,1 0 0 0 0,-1-1 0 0 0,1 0 0 0 0,0 0 0 0 0,-1 0 0 0 0,8 1 0 0 0,-3-2-3226 0 0,13-6-1740 0 0</inkml:trace>
</inkml:ink>
</file>

<file path=ppt/ink/ink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13:50.7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65 52 2248 0 0,'1'-8'6150'0'0,"2"-4"768"0"0,2 2-3887 0 0,-2 8-3001 0 0,-1 0 1 0 0,0 0-1 0 0,1 0 1 0 0,0 1-1 0 0,-1-1 1 0 0,1 1-1 0 0,0 0 1 0 0,0-1-1 0 0,0 1 1 0 0,3 0-1 0 0,-2-1-33 0 0,1 2-1 0 0,-1-1 0 0 0,1 0 1 0 0,-1 1-1 0 0,1 0 0 0 0,0 0 1 0 0,-1 0-1 0 0,1 1 0 0 0,-1-1 1 0 0,1 1-1 0 0,-1 0 0 0 0,0 1 1 0 0,1-1-1 0 0,-1 1 1 0 0,0-1-1 0 0,6 5 0 0 0,0-1-6 0 0,-1 1 0 0 0,0 1 0 0 0,0-1-1 0 0,0 2 1 0 0,11 11 0 0 0,-11-9 14 0 0,1 1 0 0 0,-2 0 0 0 0,0 1 0 0 0,0-1 0 0 0,-1 1 1 0 0,0 1-1 0 0,-1-1 0 0 0,-1 1 0 0 0,6 18 0 0 0,-9-22-1 0 0,0-1-1 0 0,-1 1 1 0 0,0 0 0 0 0,0 0 0 0 0,-1 0-1 0 0,0 0 1 0 0,-1 0 0 0 0,0 0 0 0 0,0 0-1 0 0,-1-1 1 0 0,0 1 0 0 0,0 0-1 0 0,-1-1 1 0 0,0 0 0 0 0,-8 14 0 0 0,0-2 2 0 0,-2-1 0 0 0,0-1 1 0 0,-1 0-1 0 0,-19 19 0 0 0,-69 56 102 0 0,45-42-13 0 0,-10 4 86 0 0,67-55-175 0 0,0 1 0 0 0,-1-1 1 0 0,1 0-1 0 0,0 0 0 0 0,0 0 0 0 0,-1 1 0 0 0,1-1 1 0 0,0 0-1 0 0,0 0 0 0 0,-1 1 0 0 0,1-1 0 0 0,0 0 1 0 0,0 0-1 0 0,0 1 0 0 0,0-1 0 0 0,0 0 0 0 0,-1 1 1 0 0,1-1-1 0 0,0 0 0 0 0,0 1 0 0 0,0-1 0 0 0,0 0 1 0 0,0 0-1 0 0,0 1 0 0 0,0-1 0 0 0,0 0 0 0 0,0 1 1 0 0,0-1-1 0 0,0 0 0 0 0,0 1 0 0 0,0-1 0 0 0,0 0 1 0 0,1 1-1 0 0,-1-1 0 0 0,0 0 0 0 0,0 1 0 0 0,0-1 1 0 0,0 0-1 0 0,0 0 0 0 0,1 1 0 0 0,-1-1 0 0 0,0 0 1 0 0,0 0-1 0 0,1 1 0 0 0,-1-1 0 0 0,1 1 27 0 0,0 0 0 0 0,1-1 0 0 0,-1 1 0 0 0,0-1 0 0 0,0 1-1 0 0,0-1 1 0 0,0 1 0 0 0,1-1 0 0 0,-1 0 0 0 0,0 0 0 0 0,0 1 0 0 0,3-1-1 0 0,36-3 359 0 0,-1-2-1 0 0,62-14 1 0 0,-50 8-242 0 0,-51 11-148 0 0,228-52 309 0 0,-185 44-210 0 0,-27 4-86 0 0,0 0 0 0 0,16-1 0 0 0,-29 5-168 0 0,6-4-814 0 0</inkml:trace>
</inkml:ink>
</file>

<file path=ppt/ink/ink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13:51.2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99 444 836 0 0,'-34'-21'9708'0'0,"-14"-12"-730"0"0,46 32-8226 0 0,1 1-676 0 0,0 0 0 0 0,1-1 0 0 0,-1 1 0 0 0,0-1 0 0 0,0 0 0 0 0,0 1 0 0 0,0-1 0 0 0,0 0 0 0 0,0 1 0 0 0,1-1 0 0 0,-1 0 0 0 0,0 0-1 0 0,1 0 1 0 0,-1 0 0 0 0,1 0 0 0 0,-1 0 0 0 0,1 0 0 0 0,-2-1 0 0 0,16-4-32 0 0,0 0-1 0 0,1 2 1 0 0,-1 0-1 0 0,1 0 1 0 0,22-2-1 0 0,4-1-1 0 0,70-15 17 0 0,166-44 2 0 0,-274 65-145 0 0,0 0 0 0 0,-1 0-1 0 0,1 0 1 0 0,0-1 0 0 0,-1 1 0 0 0,1-1 0 0 0,-1 0-1 0 0,0 0 1 0 0,0 0 0 0 0,1 0 0 0 0,-1 0 0 0 0,0 0-1 0 0,-1 0 1 0 0,1-1 0 0 0,0 1 0 0 0,-1-1 0 0 0,1 0-1 0 0,-1 1 1 0 0,0-1 0 0 0,0 0 0 0 0,0 0 0 0 0,0 1-1 0 0,0-1 1 0 0,-1 0 0 0 0,1 0 0 0 0,-1 0 0 0 0,0-6-1 0 0,0-2-85 0 0,-1-1-1 0 0,0 1 1 0 0,-1-1-1 0 0,0 1 1 0 0,-6-17-1 0 0,-14-42 1348 0 0,21 68-1078 0 0,-2-22 159 0 0,10 28-250 0 0,0 1 0 0 0,0-1 0 0 0,0 1 0 0 0,0 1 1 0 0,-1-1-1 0 0,1 1 0 0 0,-2 0 0 0 0,1 1 1 0 0,-1-1-1 0 0,1 1 0 0 0,5 12 0 0 0,0-1 11 0 0,-2 1 0 0 0,0-1 0 0 0,10 37 0 0 0,-14-37-46 0 0,-2 1 0 0 0,0 0-1 0 0,-1 0 1 0 0,0 0 0 0 0,-2 0 0 0 0,-1 0-1 0 0,0 0 1 0 0,-1 0 0 0 0,-1 0 0 0 0,-1-1-1 0 0,0 1 1 0 0,-2-1 0 0 0,0 0 0 0 0,-10 21-1 0 0,2-10-872 0 0,0-2-1 0 0,-2 0 0 0 0,-20 26 0 0 0,14-24-1975 0 0,-2 0 0 0 0,-31 28 0 0 0,21-26-2547 0 0</inkml:trace>
</inkml:ink>
</file>

<file path=ppt/ink/ink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13:51.9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188 144 920 0 0,'16'-95'11668'0'0,"-9"49"-8345"0"0,-7 44-3007 0 0,-4 38 1206 0 0,-45 244 1964 0 0,-44 132-2473 0 0,75-339-1219 0 0,-7 29-2940 0 0,3-37-7454 0 0</inkml:trace>
</inkml:ink>
</file>

<file path=ppt/ink/ink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13:52.6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229 299 400 0 0,'13'-121'10685'0'0,"-11"107"-9861"0"0,1 0 0 0 0,0 0 0 0 0,1 1 0 0 0,1-1 0 0 0,0 1-1 0 0,11-19 1 0 0,-13 27-743 0 0,0 1 0 0 0,1-1 0 0 0,-1 1 0 0 0,1 0-1 0 0,0-1 1 0 0,0 2 0 0 0,0-1 0 0 0,1 1 0 0 0,-1-1 0 0 0,1 1 0 0 0,0 0-1 0 0,0 1 1 0 0,0-1 0 0 0,0 1 0 0 0,1 0 0 0 0,-1 0 0 0 0,7-1 0 0 0,-4 2-45 0 0,1 0 0 0 0,-1 1 0 0 0,0-1 0 0 0,0 2 1 0 0,0-1-1 0 0,1 1 0 0 0,-1 0 0 0 0,0 1 0 0 0,0 0 1 0 0,0 0-1 0 0,9 4 0 0 0,-8-2-29 0 0,0 0 1 0 0,0 1-1 0 0,0 0 1 0 0,-1 1-1 0 0,0-1 0 0 0,0 2 1 0 0,0-1-1 0 0,-1 1 0 0 0,9 9 1 0 0,-12-10 18 0 0,0-1 1 0 0,0 1 0 0 0,0-1-1 0 0,-1 1 1 0 0,0 0-1 0 0,0 0 1 0 0,-1 1 0 0 0,1-1-1 0 0,-1 0 1 0 0,0 1 0 0 0,-1 0-1 0 0,0-1 1 0 0,1 14-1 0 0,-3-7 2 0 0,0 1-1 0 0,-1-1 0 0 0,-1 0 1 0 0,0 0-1 0 0,-1 0 0 0 0,0-1 0 0 0,-1 1 1 0 0,0-1-1 0 0,-1 0 0 0 0,-1-1 0 0 0,-12 19 1 0 0,-1-3 0 0 0,-1-1 0 0 0,-1-1 0 0 0,-37 32 0 0 0,25-27-33 0 0,-2-2 0 0 0,-71 44 0 0 0,80-57 328 0 0,-1-1 0 0 0,-1-1 0 0 0,0-2 0 0 0,-58 15 0 0 0,69-23 54 0 0,14-3-111 0 0,1 0-160 0 0,-11-2-22 0 0,10 2 193 0 0,4 0-275 0 0,0-1-1 0 0,0 1 1 0 0,1 0-1 0 0,-1-1 1 0 0,0 1-1 0 0,0 0 1 0 0,0-1-1 0 0,0 1 1 0 0,0 0-1 0 0,0-1 1 0 0,1 1-1 0 0,-1 0 1 0 0,0-1 0 0 0,0 1-1 0 0,0 0 1 0 0,1-1-1 0 0,-1 1 1 0 0,0 0-1 0 0,0 0 1 0 0,1-1-1 0 0,-1 1 1 0 0,0 0-1 0 0,1 0 1 0 0,-1 0-1 0 0,0-1 1 0 0,1 1-1 0 0,-1 0 1 0 0,0 0 0 0 0,1 0-1 0 0,-1 0 1 0 0,0 0-1 0 0,1 0 1 0 0,9 1 1 0 0,-1 0 0 0 0,0 0 0 0 0,1 2 1 0 0,-1-1-1 0 0,0 1 0 0 0,0 0 0 0 0,-1 1 1 0 0,14 7-1 0 0,69 45 19 0 0,-77-46-24 0 0,93 63-456 0 0,131 120-1 0 0,-216-170-1163 0 0,4 4-2407 0 0,-3-11-4160 0 0,-11-9 2912 0 0</inkml:trace>
</inkml:ink>
</file>

<file path=ppt/ink/ink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13:53.6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147 187 3028 0 0,'7'-16'3449'0'0,"1"-1"1"0"0,1 1-1 0 0,19-27 0 0 0,-15 27-1907 0 0,0 0 1 0 0,21-19-1 0 0,-20 22-1280 0 0,-10 10-226 0 0,0 1 1 0 0,0 1-1 0 0,0-1 1 0 0,0 0-1 0 0,0 1 1 0 0,0 0-1 0 0,0 0 0 0 0,0 0 1 0 0,1 1-1 0 0,-1-1 1 0 0,0 1-1 0 0,1 0 1 0 0,7 1-1 0 0,-8 0-30 0 0,0 0 1 0 0,0 0-1 0 0,0 0 1 0 0,-1 0-1 0 0,1 1 0 0 0,0 0 1 0 0,-1 0-1 0 0,1 0 1 0 0,-1 0-1 0 0,0 0 0 0 0,0 0 1 0 0,0 1-1 0 0,0 0 1 0 0,0 0-1 0 0,0 0 0 0 0,-1 0 1 0 0,1 0-1 0 0,-1 0 1 0 0,0 0-1 0 0,0 1 0 0 0,0-1 1 0 0,-1 1-1 0 0,1 0 1 0 0,-1-1-1 0 0,0 1 0 0 0,0 0 1 0 0,0 0-1 0 0,0 0 1 0 0,-1 0-1 0 0,1 0 0 0 0,-1 0 1 0 0,0 0-1 0 0,0 0 1 0 0,-2 6-1 0 0,1-1 7 0 0,-2 1-1 0 0,1 0 0 0 0,-1 0 1 0 0,-1-1-1 0 0,0 0 1 0 0,0 0-1 0 0,-1 0 1 0 0,-9 14-1 0 0,-4 2 16 0 0,-32 34 1 0 0,0-9 371 0 0,-90 68-1 0 0,83-72 655 0 0,2 1 26 0 0,53-46-987 0 0,1 1 23 0 0,1-2-111 0 0,0 0 1 0 0,0 1-1 0 0,0-1 0 0 0,0 0 1 0 0,-1 1-1 0 0,1-1 1 0 0,0 0-1 0 0,0 1 1 0 0,0-1-1 0 0,0 0 0 0 0,0 1 1 0 0,0-1-1 0 0,0 0 1 0 0,0 1-1 0 0,0-1 0 0 0,0 0 1 0 0,0 1-1 0 0,0-1 1 0 0,0 0-1 0 0,0 1 0 0 0,1-1 1 0 0,-1 0-1 0 0,0 1 1 0 0,0-1-1 0 0,0 0 0 0 0,0 1 1 0 0,0-1-1 0 0,1 1 1 0 0,6 0 12 0 0,1 0 0 0 0,-1 0 0 0 0,0 0 0 0 0,1-1 0 0 0,-1 0 0 0 0,11-2 0 0 0,50-9 36 0 0,-41 6-62 0 0,17-3 60 0 0,277-54 416 0 0,-290 53-332 0 0,-28 9-152 0 0,2-4 107 0 0,6-3-1312 0 0,-5 1-2340 0 0,-4 0 2857 0 0,2-8-5253 0 0,2-5-1152 0 0,0 7 1246 0 0</inkml:trace>
</inkml:ink>
</file>

<file path=ppt/ink/ink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13:54.0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99 191 3456 0 0,'-31'-24'7086'0'0,"-27"-26"7332"0"0,48 36-12144 0 0,12 5-1291 0 0,0 8-958 0 0,0 0 1 0 0,0 0-1 0 0,0 0 0 0 0,0 0 1 0 0,0 0-1 0 0,0 0 1 0 0,0 0-1 0 0,1 1 1 0 0,1-1-1 0 0,4-1 76 0 0,31-7 66 0 0,53-5 1 0 0,-14 3-98 0 0,42-6-11 0 0,49-10 102 0 0,-167 27-163 0 0,31-4-3479 0 0,-30 3 1879 0 0</inkml:trace>
</inkml:ink>
</file>

<file path=ppt/ink/ink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13:58.3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171 141 1572 0 0,'9'-23'5753'0'0,"11"-38"558"0"0,-20 59-6023 0 0,12-25 742 0 0,-11 25-1013 0 0,-1 1-8 0 0,1-1-1 0 0,-1 1 1 0 0,1 0-1 0 0,-1 0 1 0 0,1-1-1 0 0,0 1 1 0 0,0 0-1 0 0,0 0 1 0 0,-1 0-1 0 0,1 0 1 0 0,0 0-1 0 0,0 0 1 0 0,0 0-1 0 0,1 0 1 0 0,-1 0-1 0 0,0 1 1 0 0,0-1-1 0 0,0 0 0 0 0,1 1 1 0 0,-1-1-1 0 0,0 1 1 0 0,1-1-1 0 0,-1 1 1 0 0,2 0-1 0 0,0-1-6 0 0,0 0 0 0 0,-1 1-1 0 0,1-1 1 0 0,0 1 0 0 0,0 0-1 0 0,0 0 1 0 0,0 0 0 0 0,0 0-1 0 0,-1 0 1 0 0,1 1 0 0 0,0-1-1 0 0,0 1 1 0 0,-1 0-1 0 0,1 0 1 0 0,0 0 0 0 0,-1 0-1 0 0,1 0 1 0 0,-1 1 0 0 0,1-1-1 0 0,-1 1 1 0 0,1 0 0 0 0,-1-1-1 0 0,0 1 1 0 0,0 0 0 0 0,0 0-1 0 0,0 1 1 0 0,2 2 0 0 0,1 2-9 0 0,1 0 1 0 0,-1 1-1 0 0,0 0 1 0 0,-1 0-1 0 0,0 0 1 0 0,0 1-1 0 0,3 12 1 0 0,0 6 5 0 0,-2 1 0 0 0,-1 0 0 0 0,-1 0 0 0 0,-2 0 0 0 0,0 0 1 0 0,-2 0-1 0 0,-1 0 0 0 0,-2 0 0 0 0,0 0 0 0 0,-2-1 0 0 0,-12 38 0 0 0,4-28 77 0 0,0 0 1 0 0,-3-1-1 0 0,-1-1 1 0 0,-1 0-1 0 0,-2-1 1 0 0,-2-2-1 0 0,-39 46 1 0 0,14-22 408 0 0,-27 28 376 0 0,71-80-717 0 0,0 0-1 0 0,0 0 1 0 0,1 1 0 0 0,0-1 0 0 0,-5 11 0 0 0,7-14 187 0 0,3 0-4 0 0,3 1-217 0 0,0-1 1 0 0,0 0 0 0 0,0 0-1 0 0,0-1 1 0 0,0 1 0 0 0,0-1-1 0 0,0 0 1 0 0,0 0 0 0 0,7-2-1 0 0,53-10 325 0 0,-33 5-267 0 0,-10 3-84 0 0,200-44 399 0 0,-190 40-453 0 0,10-3-224 0 0,-18-1-3033 0 0,-23 11 2888 0 0,-1 0 0 0 0,1 0 0 0 0,0 1-1 0 0,-1-1 1 0 0,1 0 0 0 0,-1 0 0 0 0,1 0 0 0 0,-1 0 0 0 0,1 0 0 0 0,-1 0 0 0 0,0 0 0 0 0,1 0-1 0 0,-1 0 1 0 0,0 0 0 0 0,0 0 0 0 0,0 0 0 0 0,1 0 0 0 0,-2-2 0 0 0,2-2-3223 0 0,1-9-1560 0 0</inkml:trace>
</inkml:ink>
</file>

<file path=ppt/ink/ink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13:59.1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133 91 2120 0 0,'12'-29'5457'0'0,"-6"13"-933"0"0,16-29 2012 0 0,-13 61-5321 0 0,-6-3-811 0 0,-1 0-1 0 0,0 1 0 0 0,-1-1 0 0 0,0 0 1 0 0,-1 1-1 0 0,-2 20 0 0 0,0-7 6 0 0,-49 418 2010 0 0,48-426-2372 0 0,-61 304 639 0 0,63-321-575 0 0,-1 1-50 0 0,2-3-59 0 0,0 0 1 0 0,0 0-1 0 0,0 1 1 0 0,0-1 0 0 0,0 0-1 0 0,-1 0 1 0 0,1 0-1 0 0,0 0 1 0 0,0 1-1 0 0,0-1 1 0 0,0 0 0 0 0,0 0-1 0 0,0 0 1 0 0,0 0-1 0 0,0 1 1 0 0,-1-1-1 0 0,1 0 1 0 0,0 0 0 0 0,0 0-1 0 0,0 0 1 0 0,0 0-1 0 0,-1 0 1 0 0,1 1-1 0 0,0-1 1 0 0,0 0 0 0 0,0 0-1 0 0,0 0 1 0 0,-1 0-1 0 0,1 0 1 0 0,0 0-1 0 0,0 0 1 0 0,0 0 0 0 0,-1 0-1 0 0,1 0 1 0 0,0 0-1 0 0,0 0 1 0 0,0 0-1 0 0,-1 0 1 0 0,1 0 0 0 0,0 0-1 0 0,0 0 1 0 0,-4-4-5 0 0,1 0 0 0 0,0 0 0 0 0,0-1 0 0 0,0 1 0 0 0,0 0 0 0 0,1-1 0 0 0,0 0 0 0 0,0 0 0 0 0,0 1 0 0 0,1-1 0 0 0,-2-6 0 0 0,-11-64-401 0 0,12 62 276 0 0,-4-30-81 0 0,2 1 1 0 0,2-1-1 0 0,1 1 1 0 0,3-1-1 0 0,1 0 1 0 0,2 1-1 0 0,13-50 1 0 0,-11 67 159 0 0,1 1 0 0 0,1 0 0 0 0,1 0 1 0 0,1 1-1 0 0,21-34 0 0 0,-20 41 35 0 0,-1 1-1 0 0,2 0 1 0 0,0 0-1 0 0,1 1 1 0 0,0 1-1 0 0,1 0 1 0 0,0 1-1 0 0,18-10 1 0 0,-9 8-3 0 0,0 1 0 0 0,1 1 0 0 0,1 1 0 0 0,0 2 0 0 0,0 0 0 0 0,1 1 0 0 0,41-5 0 0 0,-53 11 4 0 0,0 1 0 0 0,0 1 0 0 0,0 0 0 0 0,0 1 0 0 0,0 1 0 0 0,24 5 0 0 0,-28-4 14 0 0,-1 0 0 0 0,0 1 0 0 0,0 0 0 0 0,-1 1 0 0 0,1 0 0 0 0,-1 1 0 0 0,0 0 0 0 0,0 0 0 0 0,-1 0 0 0 0,10 10 0 0 0,-15-12 4 0 0,0-1 1 0 0,1 1 0 0 0,-1 0-1 0 0,-1 0 1 0 0,1 0 0 0 0,0 0 0 0 0,-1 0-1 0 0,0 1 1 0 0,0-1 0 0 0,0 1 0 0 0,-1-1-1 0 0,0 1 1 0 0,0 0 0 0 0,0 0 0 0 0,1 6-1 0 0,-2-4 0 0 0,-1 0 0 0 0,1 0-1 0 0,-1 0 1 0 0,-1 0 0 0 0,1 0-1 0 0,-1 0 1 0 0,0-1 0 0 0,-1 1-1 0 0,-5 10 1 0 0,-2 0 2 0 0,0-1 0 0 0,-1 0 1 0 0,-1-1-1 0 0,-1 0 0 0 0,0-1 0 0 0,-27 23 1 0 0,8-12 9 0 0,-66 41 1 0 0,78-55 8 0 0,0 0 1 0 0,0-2-1 0 0,-1-1 0 0 0,0 0 1 0 0,-24 4-1 0 0,32-9 2 0 0,1-1 0 0 0,-1 0 0 0 0,0-2 0 0 0,-22 0 0 0 0,16-3 3 0 0,1 0 0 0 0,-31-11 0 0 0,47 13-30 0 0,5 2-86 0 0,6 2 83 0 0,1 0 1 0 0,-1 0-1 0 0,0 1 1 0 0,0 1-1 0 0,-1-1 1 0 0,1 1-1 0 0,-1 1 1 0 0,0-1-1 0 0,0 2 1 0 0,7 6-1 0 0,15 17-12 0 0,27 34-1 0 0,-32-34-20 0 0,52 72 80 0 0,-52-65-632 0 0,34 36 0 0 0,-53-67-162 0 0,0 0-1 0 0,1 0 0 0 0,0 0 1 0 0,1-1-1 0 0,-1 0 0 0 0,15 7 1 0 0,-14-8-1253 0 0,1-1 0 0 0,0 0 1 0 0,15 3-1 0 0,5-1-5445 0 0</inkml:trace>
</inkml:ink>
</file>

<file path=ppt/ink/ink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13:59.5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0 107 4256 0 0,'8'-13'2235'0'0,"47"-81"23435"0"0,-46 107-25064 0 0,-8-6-606 0 0,0 0 0 0 0,-1 0 0 0 0,0 0 0 0 0,0 0 0 0 0,0 1 0 0 0,-3 12 0 0 0,1-9 0 0 0,-9 108-3289 0 0,5 126 1 0 0,26 120-8363 0 0,-14-304-484 0 0</inkml:trace>
</inkml:ink>
</file>

<file path=ppt/ink/ink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14:00.6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150 301 1964 0 0,'1'-2'2603'0'0,"19"-63"12294"0"0,-18 74-14574 0 0,6 36 593 0 0,-13 585 756 0 0,4-609-1726 0 0,1 0-342 0 0,-1 0 0 0 0,-1 0 0 0 0,-1 0 0 0 0,-6 26 0 0 0,9-46 351 0 0,-1-1 1 0 0,1 1 0 0 0,0-1 0 0 0,0 1-1 0 0,0-1 1 0 0,0 1 0 0 0,-1-1 0 0 0,1 1-1 0 0,0-1 1 0 0,0 1 0 0 0,-1-1 0 0 0,1 0 0 0 0,0 1-1 0 0,-1-1 1 0 0,1 0 0 0 0,0 1 0 0 0,-1-1-1 0 0,1 0 1 0 0,-1 1 0 0 0,1-1 0 0 0,0 0-1 0 0,-1 0 1 0 0,1 1 0 0 0,-1-1 0 0 0,1 0 0 0 0,-1 0-1 0 0,1 0 1 0 0,-1 0 0 0 0,1 0 0 0 0,-1 1-1 0 0,1-1 1 0 0,-1 0 0 0 0,1 0 0 0 0,-1 0 0 0 0,1-1-1 0 0,-1 1 1 0 0,1 0 0 0 0,-1 0 0 0 0,1 0-1 0 0,-1 0 1 0 0,1 0 0 0 0,-1-1 0 0 0,-15-12-1024 0 0,6-1 387 0 0,1-2-1 0 0,1 1 1 0 0,0-1 0 0 0,-10-31-1 0 0,-14-72-459 0 0,27 99 1018 0 0,-6-25 430 0 0,2-2-1 0 0,2 1 1 0 0,1-1 0 0 0,3 0-1 0 0,2 0 1 0 0,8-78 0 0 0,-4 104-117 0 0,1 0-1 0 0,1 0 1 0 0,0 0 0 0 0,2 0 0 0 0,0 1-1 0 0,1 0 1 0 0,1 0 0 0 0,1 1-1 0 0,1 1 1 0 0,1 0 0 0 0,0 0 0 0 0,1 1-1 0 0,1 0 1 0 0,1 1 0 0 0,0 1 0 0 0,30-23-1 0 0,-31 29-138 0 0,0 0 0 0 0,1 0 0 0 0,0 2-1 0 0,0 0 1 0 0,0 0 0 0 0,1 2 0 0 0,0 0-1 0 0,1 0 1 0 0,-1 2 0 0 0,23-3 0 0 0,-30 5-37 0 0,0 1 0 0 0,0 0 0 0 0,1 0 0 0 0,-1 0 0 0 0,0 1-1 0 0,0 1 1 0 0,0 0 0 0 0,0 0 0 0 0,-1 0 0 0 0,1 1 0 0 0,0 1 0 0 0,-1 0 0 0 0,0 0 0 0 0,0 0 0 0 0,0 1 0 0 0,0 0 0 0 0,-1 0 0 0 0,0 1 0 0 0,0 0 0 0 0,8 9 0 0 0,-11-10-1 0 0,-1 0-1 0 0,1 0 1 0 0,-1 0 0 0 0,0 1 0 0 0,-1-1-1 0 0,1 1 1 0 0,-1-1 0 0 0,0 1 0 0 0,-1 0-1 0 0,1 0 1 0 0,0 10 0 0 0,-1-7 3 0 0,-1 1 0 0 0,0-1 1 0 0,-1 1-1 0 0,0 0 0 0 0,0-1 0 0 0,-5 17 1 0 0,0-8 2 0 0,-1 0 0 0 0,-1 0 0 0 0,0-1 1 0 0,-1 0-1 0 0,-1 0 0 0 0,-22 27 1 0 0,17-26-18 0 0,-1-1 0 0 0,0 0 0 0 0,-2-2 0 0 0,-33 25 1 0 0,8-13 833 0 0,-54 25 0 0 0,47-27 336 0 0,48-24-1118 0 0,3 1-43 0 0,-1 1 0 0 0,1-1-1 0 0,-1 0 1 0 0,1 1 0 0 0,0-1-1 0 0,0 0 1 0 0,0 0 0 0 0,1 0-1 0 0,-1 1 1 0 0,0-1 0 0 0,1-1-1 0 0,-1 1 1 0 0,4 3 0 0 0,29 27 16 0 0,-19-19-9 0 0,12 12-53 0 0,143 130-2224 0 0,-116-110-3142 0 0,74 47 1 0 0,-85-65-1531 0 0</inkml:trace>
</inkml:ink>
</file>

<file path=ppt/ink/ink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14:01.6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78 187 2072 0 0,'-4'-4'1155'0'0,"0"-1"-1"0"0,0 0 1 0 0,0 0-1 0 0,1 0 1 0 0,0-1-1 0 0,0 1 1 0 0,1-1-1 0 0,-3-7 1 0 0,4 11-902 0 0,1-1 0 0 0,-1 0 0 0 0,1 0 1 0 0,0 0-1 0 0,0 0 0 0 0,0 0 0 0 0,0 0 0 0 0,0 1 0 0 0,1-1 0 0 0,-1 0 1 0 0,1 0-1 0 0,0 0 0 0 0,0 1 0 0 0,0-1 0 0 0,0 0 0 0 0,0 1 0 0 0,1-1 1 0 0,-1 1-1 0 0,1-1 0 0 0,2-1 0 0 0,2-3-65 0 0,0 0 0 0 0,1 1-1 0 0,0 0 1 0 0,0 1 0 0 0,0-1 0 0 0,1 1 0 0 0,0 1 0 0 0,0-1-1 0 0,0 1 1 0 0,1 1 0 0 0,-1 0 0 0 0,1 0 0 0 0,0 0-1 0 0,0 1 1 0 0,0 0 0 0 0,13 0 0 0 0,-18 2-177 0 0,-1 0 1 0 0,1 0 0 0 0,-1 0-1 0 0,0 0 1 0 0,1 1-1 0 0,-1 0 1 0 0,0-1-1 0 0,1 1 1 0 0,-1 1 0 0 0,0-1-1 0 0,0 0 1 0 0,0 1-1 0 0,0-1 1 0 0,0 1-1 0 0,0 0 1 0 0,0 0-1 0 0,-1 0 1 0 0,1 1 0 0 0,-1-1-1 0 0,1 0 1 0 0,-1 1-1 0 0,0 0 1 0 0,0-1-1 0 0,0 1 1 0 0,0 0 0 0 0,-1 0-1 0 0,1 0 1 0 0,-1 0-1 0 0,0 1 1 0 0,1-1-1 0 0,-2 0 1 0 0,1 0-1 0 0,0 1 1 0 0,-1-1 0 0 0,1 1-1 0 0,-1-1 1 0 0,0 0-1 0 0,0 1 1 0 0,0-1-1 0 0,-2 7 1 0 0,0 1-5 0 0,-1 0 0 0 0,0 1-1 0 0,-1-1 1 0 0,-1-1 0 0 0,0 1 0 0 0,0 0 0 0 0,-1-1-1 0 0,-11 15 1 0 0,-6 5-13 0 0,-37 34-1 0 0,4-2 198 0 0,54-60-143 0 0,2-2-47 0 0,0 1 0 0 0,0-1 0 0 0,0 0 0 0 0,0 1 0 0 0,0-1 0 0 0,1 1 0 0 0,-1-1 0 0 0,0 1 0 0 0,0-1 0 0 0,0 0 0 0 0,1 1 0 0 0,-1-1 0 0 0,0 0 0 0 0,0 1 0 0 0,1-1 0 0 0,-1 0 0 0 0,0 1 0 0 0,1-1 0 0 0,-1 0 0 0 0,0 0 0 0 0,1 1 0 0 0,-1-1 0 0 0,0 0 0 0 0,1 0 0 0 0,-1 1 0 0 0,1-1 0 0 0,-1 0 0 0 0,0 0 0 0 0,1 0 0 0 0,-1 0 0 0 0,1 0 0 0 0,-1 0 0 0 0,1 0 0 0 0,19 1 24 0 0,-15-1-15 0 0,7 1-13 0 0,1 0 0 0 0,-1 0-1 0 0,0 1 1 0 0,0 0 0 0 0,0 2 0 0 0,0-1 0 0 0,-1 1-1 0 0,1 1 1 0 0,-1 0 0 0 0,17 10 0 0 0,-20-10 54 0 0,1 1 1 0 0,-1 0-1 0 0,-1 0 1 0 0,1 1 0 0 0,-1 0-1 0 0,0 1 1 0 0,-1-1-1 0 0,0 1 1 0 0,0 0-1 0 0,0 1 1 0 0,-1-1 0 0 0,-1 1-1 0 0,8 18 1 0 0,-11-23 53 0 0,0 0 1 0 0,0 0-1 0 0,0 1 1 0 0,-1-1-1 0 0,1 0 1 0 0,-1 0 0 0 0,0 0-1 0 0,0 1 1 0 0,0-1-1 0 0,-1 0 1 0 0,0 0-1 0 0,1 0 1 0 0,-2 0-1 0 0,1 0 1 0 0,-3 6-1 0 0,1-4 39 0 0,0 1-1 0 0,-1-1 1 0 0,0 0-1 0 0,-1-1 0 0 0,1 1 1 0 0,-1-1-1 0 0,0 1 1 0 0,-9 5-1 0 0,1-1 6 0 0,0 0 0 0 0,-1-2 1 0 0,-1 0-1 0 0,1 0 0 0 0,-1-1 0 0 0,-1-1 1 0 0,-20 6-1 0 0,24-9-190 0 0,-1-1 0 0 0,0 0 0 0 0,1-1 0 0 0,-1 0 1 0 0,0-1-1 0 0,0 0 0 0 0,0-1 0 0 0,-13-3 0 0 0,22 4-188 0 0,0-1 1 0 0,1 0-1 0 0,-1-1 0 0 0,0 1 1 0 0,1-1-1 0 0,-1 1 0 0 0,1-1 1 0 0,0 0-1 0 0,-1-1 0 0 0,1 1 1 0 0,0 0-1 0 0,0-1 0 0 0,-3-3 1 0 0,4 3-128 0 0,1 1 1 0 0,-1-1 0 0 0,1 0 0 0 0,-1 0-1 0 0,1 0 1 0 0,0 0 0 0 0,0 0 0 0 0,0 0 0 0 0,1 0-1 0 0,-1 0 1 0 0,1 0 0 0 0,-1 0 0 0 0,1-1 0 0 0,0 1-1 0 0,1 0 1 0 0,-1 0 0 0 0,0 0 0 0 0,2-6 0 0 0,0 0-1479 0 0,0 0 0 0 0,1 0 0 0 0,5-12 0 0 0,8-7-4770 0 0</inkml:trace>
</inkml:ink>
</file>

<file path=ppt/ink/ink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14:02.8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0 621 2132 0 0,'3'-1'2952'0'0,"118"-50"10518"0"0,5 14-8335 0 0,136-15-6924 0 0,-132 29 1336 0 0,-124 22 324 0 0,8-2-756 0 0,-1 0 0 0 0,18-6 0 0 0,-28 8 583 0 0,-1 0-1 0 0,0 0 1 0 0,1 0-1 0 0,-1 0 1 0 0,0 0 0 0 0,0 0-1 0 0,0-1 1 0 0,0 1 0 0 0,0 0-1 0 0,0-1 1 0 0,-1 0-1 0 0,1 1 1 0 0,0-1 0 0 0,-1 0-1 0 0,1 0 1 0 0,-1 0 0 0 0,0 0-1 0 0,0 0 1 0 0,0-1-1 0 0,2-3 1 0 0,-3 3-65 0 0,0 0 0 0 0,0-1 0 0 0,0 1 1 0 0,0-1-1 0 0,-1 1 0 0 0,1-1 0 0 0,-1 1 0 0 0,0-1 0 0 0,0 1 0 0 0,-1-4 0 0 0,-18-34-1580 0 0,14 29 1398 0 0,-72-126 1879 0 0,0-1 4763 0 0,78 138-6034 0 0,-1 0 1 0 0,1 0-1 0 0,0 0 1 0 0,-1 0-1 0 0,1 0 1 0 0,0 0-1 0 0,0 0 0 0 0,0 0 1 0 0,0 0-1 0 0,0 0 1 0 0,0 0-1 0 0,0 0 1 0 0,0 0-1 0 0,0 0 1 0 0,0 0-1 0 0,1 0 0 0 0,-1 1 1 0 0,0-1-1 0 0,1 0 1 0 0,-1 0-1 0 0,1 0 1 0 0,-1 0-1 0 0,1 0 1 0 0,-1 1-1 0 0,1-1 1 0 0,0 0-1 0 0,-1 0 0 0 0,1 1 1 0 0,0-1-1 0 0,-1 0 1 0 0,1 1-1 0 0,0-1 1 0 0,0 1-1 0 0,0-1 1 0 0,0 1-1 0 0,0-1 0 0 0,-1 1 1 0 0,1 0-1 0 0,0-1 1 0 0,0 1-1 0 0,0 0 1 0 0,0 0-1 0 0,0 0 1 0 0,0 0-1 0 0,0 0 0 0 0,0 0 1 0 0,0 0-1 0 0,0 0 1 0 0,0 0-1 0 0,0 0 1 0 0,0 0-1 0 0,0 1 1 0 0,0-1-1 0 0,1 1 1 0 0,5 1 35 0 0,0 1 0 0 0,-1 0 1 0 0,1 0-1 0 0,-1 1 0 0 0,0 0 1 0 0,0 0-1 0 0,0 0 1 0 0,-1 1-1 0 0,1 0 0 0 0,-1 0 1 0 0,0 0-1 0 0,-1 1 1 0 0,1-1-1 0 0,-1 1 0 0 0,0 0 1 0 0,-1 0-1 0 0,1 1 1 0 0,-1-1-1 0 0,0 1 0 0 0,2 11 1 0 0,1-1-21 0 0,-2 0 0 0 0,0 0 0 0 0,-1 1 1 0 0,-1-1-1 0 0,-1 1 0 0 0,0-1 0 0 0,-3 28 0 0 0,-3-10-218 0 0,-1-1 0 0 0,-2 0 0 0 0,-1 0 0 0 0,-17 40 0 0 0,-20 27-2711 0 0,-6-10-3537 0 0,24-49-323 0 0</inkml:trace>
</inkml:ink>
</file>

<file path=ppt/ink/ink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14:03.4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252 137 2428 0 0,'0'-3'2442'0'0,"-16"-51"6528"0"0,15 52-8314 0 0,2 4-342 0 0,5 42 594 0 0,-1 0 0 0 0,-2 0-1 0 0,-2 0 1 0 0,-8 76 0 0 0,-7-6-465 0 0,-26 156 181 0 0,39-266-537 0 0,0 1 1 0 0,0-1-1 0 0,0 0 1 0 0,-1 0-1 0 0,0 0 1 0 0,1 1-1 0 0,-1-1 1 0 0,-5 6-1 0 0,5-8 33 0 0,-2-2-18 0 0,0-1-81 0 0,1 0 0 0 0,-1 0 1 0 0,1 0-1 0 0,-1 0 0 0 0,1 0 0 0 0,-1-1 1 0 0,1 0-1 0 0,0 1 0 0 0,0-1 1 0 0,0 0-1 0 0,0-1 0 0 0,0 1 1 0 0,1 0-1 0 0,-1-1 0 0 0,0 0 0 0 0,1 0 1 0 0,-4-5-1 0 0,-5-9 19 0 0,0-1 0 0 0,1 0 0 0 0,0-1 0 0 0,2-1 0 0 0,-10-29 0 0 0,6 5-49 0 0,-10-67 0 0 0,20 90 2 0 0,0 0-1 0 0,1 0 1 0 0,1 0-1 0 0,1 1 1 0 0,1-1 0 0 0,1 0-1 0 0,1 1 1 0 0,0-1-1 0 0,2 1 1 0 0,0 0-1 0 0,1 1 1 0 0,13-24 0 0 0,-14 30 3 0 0,2 1 0 0 0,-1 0 1 0 0,2 0-1 0 0,0 0 0 0 0,0 1 1 0 0,1 0-1 0 0,0 1 1 0 0,0 1-1 0 0,2-1 0 0 0,-1 1 1 0 0,1 1-1 0 0,0 0 0 0 0,1 1 1 0 0,-1 0-1 0 0,2 1 1 0 0,-1 1-1 0 0,0 0 0 0 0,21-5 1 0 0,-23 9 6 0 0,0-1 1 0 0,0 1 0 0 0,0 1-1 0 0,0 0 1 0 0,0 0 0 0 0,0 2-1 0 0,0-1 1 0 0,-1 1 0 0 0,1 0-1 0 0,0 1 1 0 0,-1 1 0 0 0,0-1-1 0 0,0 2 1 0 0,0-1 0 0 0,0 1-1 0 0,-1 1 1 0 0,0 0 0 0 0,12 9-1 0 0,-15-10 5 0 0,-1 0 0 0 0,1 0 0 0 0,-1 1 0 0 0,0-1 0 0 0,-1 1 0 0 0,1 0 0 0 0,-1 0 0 0 0,0 1 0 0 0,-1-1 0 0 0,1 1-1 0 0,-1 0 1 0 0,-1 0 0 0 0,1 0 0 0 0,-1 0 0 0 0,-1 1 0 0 0,1-1 0 0 0,-1 1 0 0 0,0-1 0 0 0,-1 0 0 0 0,0 1 0 0 0,0-1 0 0 0,-1 1-1 0 0,1-1 1 0 0,-2 1 0 0 0,1-1 0 0 0,-1 0 0 0 0,-4 11 0 0 0,0-3 6 0 0,-2 1 0 0 0,0-1 0 0 0,-1 0 0 0 0,-1 0-1 0 0,0-1 1 0 0,-1-1 0 0 0,0 0 0 0 0,-1 0 0 0 0,-1-1 0 0 0,1 0 0 0 0,-2-1 0 0 0,-24 15 0 0 0,6-7 43 0 0,-1-1 0 0 0,-1-2 0 0 0,0-1 0 0 0,-65 19 0 0 0,46-14-149 0 0,51-19 69 0 0,-6 7-19 0 0,8-6 41 0 0,1 0 1 0 0,0 0-1 0 0,0 0 0 0 0,1 0 0 0 0,-1 0 0 0 0,0 0 0 0 0,1 0 0 0 0,-1-1 0 0 0,1 1 0 0 0,-1 0 0 0 0,4 2 0 0 0,27 19 66 0 0,-15-11-17 0 0,313 224-407 0 0,-184-142-2992 0 0,-76-54-69 0 0,-21-17-2393 0 0,-13-10-1407 0 0</inkml:trace>
  <inkml:trace contextRef="#ctx0" brushRef="#br0" timeOffset="1">1079 804 1796 0 0,'-3'-49'8523'0'0,"3"41"-7549"0"0,1 1 0 0 0,-1-1-1 0 0,2 1 1 0 0,2-9 0 0 0,-3 10-705 0 0,1 1 0 0 0,1 0 0 0 0,-1-1 0 0 0,1 1 0 0 0,0 0 1 0 0,1 0-1 0 0,-1 0 0 0 0,1 1 0 0 0,0-1 0 0 0,0 1 0 0 0,0 0 1 0 0,0 0-1 0 0,1 0 0 0 0,6-4 0 0 0,-4 4-169 0 0,1 0 0 0 0,-1 0 0 0 0,1 1-1 0 0,0 0 1 0 0,-1 0 0 0 0,2 1 0 0 0,-1 0 0 0 0,0 1-1 0 0,0-1 1 0 0,0 2 0 0 0,1-1 0 0 0,-1 1 0 0 0,9 1-1 0 0,-13-1-83 0 0,0 0 0 0 0,0 1 0 0 0,0 0 0 0 0,0 0 0 0 0,0 0-1 0 0,0 0 1 0 0,0 0 0 0 0,-1 1 0 0 0,1 0 0 0 0,0 0-1 0 0,-1 0 1 0 0,1 0 0 0 0,-1 0 0 0 0,0 1 0 0 0,0 0 0 0 0,0-1-1 0 0,0 1 1 0 0,0 0 0 0 0,-1 1 0 0 0,1-1 0 0 0,-1 0 0 0 0,0 1-1 0 0,0-1 1 0 0,0 1 0 0 0,0 0 0 0 0,0-1 0 0 0,-1 1-1 0 0,2 6 1 0 0,-3-4-4 0 0,1-1-1 0 0,-1 0 0 0 0,0 1 1 0 0,-1-1-1 0 0,1 0 0 0 0,-1 1 1 0 0,0-1-1 0 0,0 0 1 0 0,-1 0-1 0 0,0 0 0 0 0,1 0 1 0 0,-2 0-1 0 0,1 0 0 0 0,-1 0 1 0 0,1-1-1 0 0,-5 6 1 0 0,-2 3 11 0 0,-1-1 1 0 0,0 0 0 0 0,-1-1 0 0 0,-16 14 0 0 0,5-8 26 0 0,9-7 17 0 0,1 0-1 0 0,0 1 1 0 0,-16 18 0 0 0,27-27-51 0 0,1-1-11 0 0,0 0 1 0 0,1 0-1 0 0,-1 0 0 0 0,0 0 0 0 0,1 0 0 0 0,-1 0 0 0 0,0 0 1 0 0,1 0-1 0 0,0 0 0 0 0,-1 0 0 0 0,1 0 0 0 0,-1 0 0 0 0,1-1 1 0 0,0 1-1 0 0,-1 0 0 0 0,1 0 0 0 0,0-1 0 0 0,0 1 0 0 0,0 0 0 0 0,0-1 1 0 0,1 1-1 0 0,25 12 54 0 0,-13-7-38 0 0,14 9-25 0 0,0 2 0 0 0,-2 0 0 0 0,41 35 0 0 0,-56-41 171 0 0,0 0 0 0 0,-1 0 0 0 0,0 1 0 0 0,0 0 0 0 0,-2 0 0 0 0,1 1 0 0 0,-2 1-1 0 0,0-1 1 0 0,10 26 0 0 0,-15-33 30 0 0,0 1 0 0 0,-1-1 0 0 0,0 1 1 0 0,0-1-1 0 0,0 1 0 0 0,-1-1 0 0 0,0 1 0 0 0,0 0 0 0 0,-1-1 0 0 0,1 1 0 0 0,-1-1 0 0 0,-1 1 1 0 0,0-1-1 0 0,1 0 0 0 0,-4 7 0 0 0,1-5-5 0 0,0 0 0 0 0,-1-1 0 0 0,0 1 0 0 0,0-1 0 0 0,0 0 0 0 0,-1-1 0 0 0,0 1 0 0 0,0-1 0 0 0,-1 0 0 0 0,-10 7 0 0 0,8-7-123 0 0,0 0 0 0 0,0 0 0 0 0,-1-2 0 0 0,1 1 0 0 0,-1-1 0 0 0,0 0 0 0 0,0-1 1 0 0,0 0-1 0 0,-1-1 0 0 0,1 0 0 0 0,-1-1 0 0 0,1 0 0 0 0,-1 0 0 0 0,1-1 0 0 0,-1 0 1 0 0,0-1-1 0 0,1-1 0 0 0,-1 1 0 0 0,-12-5 0 0 0,16 3-406 0 0,0 0-1 0 0,1 0 1 0 0,0 0 0 0 0,0-1 0 0 0,0 0-1 0 0,0 0 1 0 0,0 0 0 0 0,1-1-1 0 0,0 0 1 0 0,-6-6 0 0 0,9 8-47 0 0,0 0 0 0 0,0 0 0 0 0,0 0-1 0 0,0-1 1 0 0,0 1 0 0 0,1 0 0 0 0,-1-1 0 0 0,1 1 0 0 0,0-1 0 0 0,0 0 0 0 0,0 1 0 0 0,1-1 0 0 0,-1 0 0 0 0,1 1 0 0 0,0-1 0 0 0,0 0 0 0 0,0 1 0 0 0,0-1 0 0 0,1 0-1 0 0,0 1 1 0 0,1-6 0 0 0,3-6-2386 0 0,0 1-1 0 0,9-16 1 0 0,9-7-4577 0 0</inkml:trace>
  <inkml:trace contextRef="#ctx0" brushRef="#br0" timeOffset="2">2038 655 3972 0 0,'29'-26'12048'0'0,"2"2"-4789"0"0,10 0-3196 0 0,-24 16-3632 0 0,33-11 1 0 0,170-34 524 0 0,-125 35-2986 0 0,15-3-5649 0 0,-105 20 6716 0 0,1 0-152 0 0,2-3-5457 0 0,7-5-1826 0 0</inkml:trace>
</inkml:ink>
</file>

<file path=ppt/ink/ink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14:04.3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252 161 408 0 0,'-1'-3'2595'0'0,"1"-4"-1271"0"0,-1 0 0 0 0,1-1 0 0 0,1 1 1 0 0,-1 0-1 0 0,3-8 0 0 0,-2 9-658 0 0,1-1 1 0 0,0 1 0 0 0,0 0-1 0 0,1 0 1 0 0,5-10 0 0 0,-5 11-537 0 0,0 1 1 0 0,0 0-1 0 0,0 0 1 0 0,1 0-1 0 0,-1 0 1 0 0,1 0-1 0 0,0 1 1 0 0,0-1-1 0 0,1 1 1 0 0,-1 0-1 0 0,1 1 0 0 0,-1-1 1 0 0,1 1-1 0 0,0 0 1 0 0,0 0-1 0 0,0 0 1 0 0,10-1-1 0 0,-7 2-110 0 0,0 0 0 0 0,-1 1 0 0 0,1 0-1 0 0,0 1 1 0 0,0 0 0 0 0,-1 0 0 0 0,1 0-1 0 0,-1 1 1 0 0,1 0 0 0 0,-1 1 0 0 0,0 0 0 0 0,1 0-1 0 0,-2 0 1 0 0,1 1 0 0 0,0 0 0 0 0,-1 0-1 0 0,1 1 1 0 0,-1 0 0 0 0,0 0 0 0 0,-1 0-1 0 0,0 1 1 0 0,1-1 0 0 0,-2 2 0 0 0,1-1 0 0 0,-1 0-1 0 0,0 1 1 0 0,0 0 0 0 0,0 0 0 0 0,-1 0-1 0 0,0 0 1 0 0,-1 0 0 0 0,0 1 0 0 0,0-1 0 0 0,0 1-1 0 0,-1-1 1 0 0,0 1 0 0 0,-1 15 0 0 0,-2-6 53 0 0,-1 1 1 0 0,-1-1 0 0 0,-1-1-1 0 0,-1 1 1 0 0,0-1 0 0 0,-1 0-1 0 0,0 0 1 0 0,-2-1 0 0 0,0 0-1 0 0,0 0 1 0 0,-1-1 0 0 0,-19 20-1 0 0,0-3 366 0 0,-2 0-1 0 0,-1-2 0 0 0,-69 47 1 0 0,-3-11 640 0 0,55-37-365 0 0,-52 42 0 0 0,100-70-709 0 0,1 0-1 0 0,0 0 0 0 0,0 0 1 0 0,-1 0-1 0 0,1 1 1 0 0,0-1-1 0 0,0 0 1 0 0,0 0-1 0 0,-1 0 0 0 0,1 1 1 0 0,0-1-1 0 0,0 0 1 0 0,0 0-1 0 0,0 1 1 0 0,0-1-1 0 0,0 0 0 0 0,-1 0 1 0 0,1 1-1 0 0,0-1 1 0 0,0 0-1 0 0,0 0 1 0 0,0 1-1 0 0,0-1 0 0 0,0 0 1 0 0,0 1-1 0 0,0-1 1 0 0,0 0-1 0 0,0 0 0 0 0,0 1 1 0 0,0-1-1 0 0,0 0 1 0 0,0 0-1 0 0,0 1 1 0 0,1-1-1 0 0,-1 0 0 0 0,0 0 1 0 0,0 1-1 0 0,12 7 132 0 0,13-1 20 0 0,44-3 2 0 0,0-4 1 0 0,122-15-1 0 0,-137 10-117 0 0,196-20 3786 0 0,-248 24-3627 0 0,14 0 108 0 0,-13 0-122 0 0,6-1-100 0 0,4 1 68 0 0,-2-1-127 0 0,-8 1 71 0 0,-1 0-76 0 0,21-4-2780 0 0,-21 5 1459 0 0</inkml:trace>
</inkml:ink>
</file>

<file path=ppt/ink/ink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14:05.8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552 49 644 0 0,'0'0'5627'0'0,"-1"-15"-1153"0"0,2-4-651 0 0,-1 17-2670 0 0,11-7-555 0 0,-1 6-534 0 0,-8 3 32 0 0,2 0-50 0 0,3 0 4 0 0,-1 0 1 0 0,0 1-1 0 0,1 0 0 0 0,-1 0 1 0 0,0 1-1 0 0,0 0 0 0 0,0 0 1 0 0,0 0-1 0 0,0 1 0 0 0,0 0 1 0 0,0 0-1 0 0,9 7 0 0 0,-7-3 124 0 0,0 0 1 0 0,-1 0-1 0 0,0 0 0 0 0,0 1 0 0 0,-1 0 0 0 0,0 1 0 0 0,9 15 0 0 0,-9-12 89 0 0,0 0 0 0 0,-1 0 0 0 0,0 1 1 0 0,-1-1-1 0 0,-1 1 0 0 0,0 0 0 0 0,0 0 0 0 0,-2 0 0 0 0,1 0 0 0 0,-2 1 1 0 0,0-1-1 0 0,0 0 0 0 0,-4 18 0 0 0,0-16-34 0 0,0-1 0 0 0,-1 1 0 0 0,-1-1 0 0 0,-1 1 0 0 0,0-2 0 0 0,0 1 0 0 0,-2-1 0 0 0,0 0 0 0 0,0-1 0 0 0,-1 0 0 0 0,0 0 0 0 0,-1-1 0 0 0,-1-1 0 0 0,1 0 1 0 0,-2 0-1 0 0,1-1 0 0 0,-25 13 0 0 0,19-13-14 0 0,-1 0 1 0 0,0-1-1 0 0,0-1 1 0 0,-1 0-1 0 0,0-2 1 0 0,0 0-1 0 0,0-2 1 0 0,0 0 0 0 0,-1-1-1 0 0,1-1 1 0 0,-1-1-1 0 0,-39-4 1 0 0,42 0-203 0 0,0 0 0 0 0,0 0 0 0 0,1-2 0 0 0,-1 0-1 0 0,1-1 1 0 0,1-1 0 0 0,-1-1 0 0 0,1 0 0 0 0,1-1 0 0 0,0-1 0 0 0,0 0 0 0 0,1-1 0 0 0,0 0 0 0 0,1-2 0 0 0,-14-18 0 0 0,25 29-398 0 0,0 1 0 0 0,0-1 0 0 0,0 0 0 0 0,1 0 0 0 0,-1 0 0 0 0,1 0 0 0 0,0 0-1 0 0,0 0 1 0 0,0 0 0 0 0,0 0 0 0 0,1 0 0 0 0,-1-1 0 0 0,1 1 0 0 0,0 0 0 0 0,0 0 0 0 0,0-1 0 0 0,0 1 0 0 0,1-3 0 0 0,0 1-1090 0 0,1 1 0 0 0,-1 0 0 0 0,1 0 0 0 0,0 0 0 0 0,0 0 0 0 0,1 0 0 0 0,3-5 0 0 0,1-3-6393 0 0</inkml:trace>
</inkml:ink>
</file>

<file path=ppt/ink/ink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14:06.6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99 213 172 0 0,'1'-2'3063'0'0,"8"-46"12168"0"0,-8 48-15159 0 0,0 1-1 0 0,0-1 0 0 0,-1 0 1 0 0,1 1-1 0 0,0-1 1 0 0,-1 1-1 0 0,1-1 0 0 0,0 1 1 0 0,-1-1-1 0 0,1 1 0 0 0,-1 0 1 0 0,1-1-1 0 0,-1 1 0 0 0,1 0 1 0 0,-1-1-1 0 0,1 1 0 0 0,-1 0 1 0 0,0-1-1 0 0,1 1 1 0 0,-1 0-1 0 0,0 0 0 0 0,0 0 1 0 0,1-1-1 0 0,-1 3 0 0 0,5 23 701 0 0,-4-20-499 0 0,11 81 220 0 0,-4 0 0 0 0,-4 0 0 0 0,-4 1 0 0 0,-3 0 0 0 0,-5-1 0 0 0,-19 95 0 0 0,0-50-872 0 0,27-132 331 0 0,0 1 0 0 0,0-1 1 0 0,0 1-1 0 0,0-1 0 0 0,0 1 0 0 0,0-1 0 0 0,0 1 1 0 0,0-1-1 0 0,-1 1 0 0 0,1-1 0 0 0,0 1 1 0 0,0-1-1 0 0,0 0 0 0 0,-1 1 0 0 0,1-1 1 0 0,0 1-1 0 0,0-1 0 0 0,-1 1 0 0 0,1-1 0 0 0,0 0 1 0 0,-1 1-1 0 0,1-1 0 0 0,-1 0 0 0 0,1 1 1 0 0,0-1-1 0 0,-1 0 0 0 0,1 0 0 0 0,-1 1 1 0 0,1-1-1 0 0,-1 0 0 0 0,1 0 0 0 0,-1 0 0 0 0,1 0 1 0 0,-1 0-1 0 0,1 1 0 0 0,-1-1 0 0 0,1 0 1 0 0,-1 0-1 0 0,1 0 0 0 0,-1 0 0 0 0,1 0 0 0 0,-1-1 1 0 0,1 1-1 0 0,-1 0 0 0 0,1 0 0 0 0,-1 0 1 0 0,1 0-1 0 0,-1 0 0 0 0,1-1 0 0 0,0 1 1 0 0,-1 0-1 0 0,1-1 0 0 0,-1 1 0 0 0,0 0 0 0 0,-1-2-189 0 0,0 0-1 0 0,0 0 1 0 0,0 0-1 0 0,0 0 1 0 0,0 0-1 0 0,0 0 1 0 0,-2-5-1 0 0,-4-11-262 0 0,2 0-1 0 0,0 0 0 0 0,1-1 1 0 0,1 0-1 0 0,1 0 0 0 0,-1-21 1 0 0,-3-26 217 0 0,3-1 0 0 0,3 0 0 0 0,10-93 0 0 0,-5 125 646 0 0,2 0 0 0 0,2 0 0 0 0,1 1-1 0 0,2-1 1 0 0,1 2 0 0 0,1 0 0 0 0,2 1 0 0 0,21-35 0 0 0,-25 51-150 0 0,0 0 1 0 0,1 0-1 0 0,0 2 0 0 0,1-1 1 0 0,1 2-1 0 0,0-1 0 0 0,1 2 1 0 0,0 0-1 0 0,1 1 1 0 0,1 1-1 0 0,0 0 0 0 0,18-7 1 0 0,-29 14-171 0 0,1 1 1 0 0,-1 0 0 0 0,1 0 0 0 0,0 1 0 0 0,0 0-1 0 0,-1 0 1 0 0,1 1 0 0 0,0 0 0 0 0,0 0 0 0 0,0 0-1 0 0,0 1 1 0 0,0 0 0 0 0,-1 1 0 0 0,1-1 0 0 0,0 1-1 0 0,-1 1 1 0 0,1-1 0 0 0,-1 1 0 0 0,0 0 0 0 0,0 0-1 0 0,0 1 1 0 0,0 0 0 0 0,-1 0 0 0 0,0 0 0 0 0,1 1-1 0 0,-1-1 1 0 0,-1 1 0 0 0,7 9 0 0 0,-4-6 12 0 0,-2 1 1 0 0,1 0 0 0 0,-1 0-1 0 0,0 0 1 0 0,-1 0 0 0 0,0 1-1 0 0,-1 0 1 0 0,0 0 0 0 0,0 0-1 0 0,-1 0 1 0 0,0 0 0 0 0,-1 0-1 0 0,0 0 1 0 0,-1 1 0 0 0,0-1-1 0 0,-1 0 1 0 0,0 1 0 0 0,-3 14-1 0 0,-4 0 19 0 0,-1-1 0 0 0,0 0 0 0 0,-2-1 0 0 0,-1 0-1 0 0,-1-1 1 0 0,0 0 0 0 0,-2-1 0 0 0,0-1-1 0 0,-2 0 1 0 0,-22 21 0 0 0,-2-2 551 0 0,-2-3-1 0 0,-2-2 1 0 0,-76 46-1 0 0,83-62 724 0 0,30-15-979 0 0,6-2-174 0 0,-2 1 21 0 0,3-2-203 0 0,1 0 1 0 0,0 0-1 0 0,-1 1 0 0 0,1-1 0 0 0,0 0 1 0 0,0 0-1 0 0,-1 0 0 0 0,1 0 1 0 0,0 0-1 0 0,-1 0 0 0 0,1 0 1 0 0,0 1-1 0 0,0-1 0 0 0,-1 0 0 0 0,1 0 1 0 0,0 0-1 0 0,0 1 0 0 0,-1-1 1 0 0,1 0-1 0 0,0 0 0 0 0,0 1 1 0 0,0-1-1 0 0,-1 0 0 0 0,1 1 0 0 0,0-1 1 0 0,0 0-1 0 0,0 0 0 0 0,0 1 1 0 0,11 12 22 0 0,25 20 1 0 0,10 10-29 0 0,253 361-1590 0 0,-279-375-72 0 0,34 47-3069 0 0,-47-67 2156 0 0,1 0 1 0 0,1-1-1 0 0,9 8 0 0 0,1-3-6356 0 0</inkml:trace>
</inkml:ink>
</file>

<file path=ppt/ink/ink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14:07.3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70 5541 0 0,'10'-34'12768'0'0,"-1"1"-5753"0"0,-9 31-6315 0 0,4 6 119 0 0,-4-3-796 0 0,1-1 1 0 0,-1 0 0 0 0,1 0-1 0 0,-1 1 1 0 0,1-1 0 0 0,-1 0-1 0 0,1 1 1 0 0,-1-1 0 0 0,1 1-1 0 0,-1-1 1 0 0,0 0 0 0 0,1 1-1 0 0,-1-1 1 0 0,0 1 0 0 0,1-1-1 0 0,-1 1 1 0 0,0-1 0 0 0,1 1-1 0 0,-1-1 1 0 0,0 1 0 0 0,0 0-1 0 0,11 37 388 0 0,-2-1 0 0 0,5 40-1 0 0,4 84-37 0 0,-8-58-723 0 0,9 56-3642 0 0,-12-107-135 0 0,0 1-3416 0 0,-2-23-3009 0 0</inkml:trace>
</inkml:ink>
</file>

<file path=ppt/ink/ink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14:08.4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354 157 1040 0 0,'16'-6'2602'0'0,"0"-2"0"0"0,0 0 0 0 0,-1-1 0 0 0,24-19 0 0 0,-30 20-730 0 0,-4 4-1112 0 0,0 0 0 0 0,0-1 0 0 0,-1 0 0 0 0,1 0 0 0 0,3-5 0 0 0,-7 9-691 0 0,-1 0 0 0 0,1 0 0 0 0,0 0 0 0 0,-1 0 0 0 0,1-1 0 0 0,-1 1 0 0 0,1 0 0 0 0,-1 0 0 0 0,0 0 0 0 0,1 0 0 0 0,-1-1 0 0 0,0 1 0 0 0,0 0-1 0 0,0 0 1 0 0,0 0 0 0 0,0-1 0 0 0,0 1 0 0 0,0 0 0 0 0,-1 0 0 0 0,1 0 0 0 0,0-1 0 0 0,0 1 0 0 0,-1 0 0 0 0,1 0 0 0 0,-1 0 0 0 0,1 0 0 0 0,-1 0 0 0 0,0 0 0 0 0,1 0 0 0 0,-1 0 0 0 0,0 0 0 0 0,0 0 0 0 0,0 0 0 0 0,0 0 0 0 0,0 0 0 0 0,0 1 0 0 0,0-1 0 0 0,0 0 0 0 0,0 1 0 0 0,0-1 0 0 0,0 1 0 0 0,0-1 0 0 0,0 1 0 0 0,-2-1 0 0 0,-2-1-26 0 0,-1 0 1 0 0,1 0 0 0 0,-1 0 0 0 0,0 1-1 0 0,0 0 1 0 0,0 0 0 0 0,0 1 0 0 0,-8-1 0 0 0,-11 3-22 0 0,1 1 0 0 0,0 1 0 0 0,0 1 0 0 0,0 1 0 0 0,1 1 0 0 0,-23 11 0 0 0,33-13-19 0 0,-1 2 1 0 0,2 0-1 0 0,-1 0 0 0 0,1 1 1 0 0,0 1-1 0 0,0 0 0 0 0,1 0 0 0 0,1 1 1 0 0,0 1-1 0 0,0 0 0 0 0,-15 21 1 0 0,14-11 7 0 0,0 0 1 0 0,1 1 0 0 0,2-1 0 0 0,0 2 0 0 0,1-1 0 0 0,2 1 0 0 0,0 0 0 0 0,-2 37 0 0 0,3 20-65 0 0,7 94 0 0 0,0-43 64 0 0,1 78 404 0 0,-4 146 1172 0 0,3 1564 3458 0 0,110-903-3511 0 0,77-174-1534 0 0,-86-410 0 0 0,118 637 0 0 0,-172-762 0 0 0,56 283 0 0 0,-99-558 0 0 0,22 81 0 0 0,-25-100 0 0 0,1-1 0 0 0,0 0 0 0 0,1 0 0 0 0,0 0 0 0 0,1-1 0 0 0,12 17 0 0 0,-15-24 0 0 0,-1-1 0 0 0,1 1 0 0 0,0-1 0 0 0,0 0 0 0 0,0 0 0 0 0,1 0 0 0 0,-1-1 0 0 0,0 1 0 0 0,1-1 0 0 0,0 0 0 0 0,-1-1 0 0 0,1 1 0 0 0,0-1 0 0 0,0 0 0 0 0,0 0 0 0 0,0 0 0 0 0,0-1 0 0 0,0 0 0 0 0,0 0 0 0 0,1 0 0 0 0,-1 0 0 0 0,0-1 0 0 0,5-1 0 0 0,7-2 0 0 0,1-1 0 0 0,-1-1 0 0 0,0 0 0 0 0,0-1 0 0 0,17-11 0 0 0,-2-1-172 0 0,-1-1 0 0 0,0-2 0 0 0,-2-1 0 0 0,0-1 0 0 0,44-49 0 0 0,107-157-2109 0 0,-39 23-4855 0 0,-52 66-2047 0 0,-31 49-1548 0 0</inkml:trace>
</inkml:ink>
</file>

<file path=ppt/ink/ink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14:09.6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96 1604 0 0,'9'-36'7606'0'0,"-4"13"-4468"0"0,-3 10-1106 0 0,3-9 2558 0 0,-3 21-2808 0 0,0 14-1089 0 0,1 70 1810 0 0,-15 162-1 0 0,-1-63-2083 0 0,9-107-466 0 0,0 57-3390 0 0,6-89-1656 0 0,3 0-3283 0 0,-3-30 864 0 0</inkml:trace>
</inkml:ink>
</file>

<file path=ppt/ink/ink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14:10.5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136 185 244 0 0,'-7'-14'6914'0'0,"-14"-14"-234"0"0,20 26-5295 0 0,-1 3-861 0 0,-1 0-346 0 0,0 1 1 0 0,0 0-1 0 0,0 1 0 0 0,0-1 1 0 0,0 0-1 0 0,1 1 1 0 0,-1 0-1 0 0,1-1 0 0 0,-1 1 1 0 0,1 0-1 0 0,0 0 1 0 0,1 0-1 0 0,-1 1 0 0 0,-2 3 1 0 0,-20 53 1039 0 0,24-59-1206 0 0,-9 26 255 0 0,1-1 1 0 0,1 2-1 0 0,1-1 0 0 0,1 1 0 0 0,-1 52 1 0 0,6-70-227 0 0,1 1 0 0 0,0-1 0 0 0,1 0-1 0 0,0 0 1 0 0,0 0 0 0 0,1 0 0 0 0,0 0 0 0 0,7 13 0 0 0,-7-17-5 0 0,1 0-1 0 0,0 0 1 0 0,0 0-1 0 0,1 0 1 0 0,0-1-1 0 0,0 0 1 0 0,0 0-1 0 0,0 0 1 0 0,1 0 0 0 0,0-1-1 0 0,0 0 1 0 0,0 0-1 0 0,8 3 1 0 0,-6-3 42 0 0,0-1 0 0 0,1 0 0 0 0,-1 0 0 0 0,0-1 0 0 0,1 0 1 0 0,0-1-1 0 0,-1 0 0 0 0,1 0 0 0 0,0-1 0 0 0,-1 0 0 0 0,15-2 0 0 0,-11 0 40 0 0,-1-1 0 0 0,1 0 0 0 0,-1-1 0 0 0,0 0-1 0 0,0 0 1 0 0,-1-1 0 0 0,1-1 0 0 0,9-6 0 0 0,-6 2-21 0 0,-1 0 0 0 0,0 0 0 0 0,-1-2 0 0 0,-1 1 1 0 0,0-1-1 0 0,0-1 0 0 0,-1 0 0 0 0,-1 0 0 0 0,0-1 1 0 0,-1 0-1 0 0,0-1 0 0 0,9-25 0 0 0,-10 17-15 0 0,-1 0-1 0 0,0-1 1 0 0,-2 1-1 0 0,-1-1 1 0 0,-1 0-1 0 0,-1-32 0 0 0,-1 44-55 0 0,-1 0-1 0 0,0 0 1 0 0,-1 0-1 0 0,-1 0 0 0 0,0 0 1 0 0,-1 0-1 0 0,0 1 0 0 0,0 0 1 0 0,-1-1-1 0 0,-1 2 1 0 0,0-1-1 0 0,0 1 0 0 0,-1-1 1 0 0,-10-10-1 0 0,12 16-16 0 0,1 0 0 0 0,-1 1 0 0 0,1 0-1 0 0,-1 0 1 0 0,-1 1 0 0 0,1-1 0 0 0,0 1 0 0 0,-1 0 0 0 0,0 1-1 0 0,1-1 1 0 0,-1 1 0 0 0,0 0 0 0 0,0 0 0 0 0,-12-1 0 0 0,11 3-109 0 0,-1 0 1 0 0,1 0-1 0 0,-1 1 1 0 0,1 0-1 0 0,-1 0 1 0 0,1 0 0 0 0,0 1-1 0 0,0 1 1 0 0,0-1-1 0 0,-14 7 1 0 0,7 0-400 0 0,0 0 0 0 0,0 0-1 0 0,1 1 1 0 0,0 1 0 0 0,0 0 0 0 0,2 1 0 0 0,-1 1 0 0 0,2-1-1 0 0,-1 2 1 0 0,-11 20 0 0 0,5-3-1678 0 0,-15 37-1 0 0,6 2-4060 0 0,11-26-648 0 0</inkml:trace>
</inkml:ink>
</file>

<file path=ppt/ink/ink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14:11.4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138 165 1920 0 0,'5'-12'5481'0'0,"15"-37"4924"0"0,-20 47-9433 0 0,3-15 3652 0 0,0-1-769 0 0,-7 17-2924 0 0,-5 9-870 0 0,-6 8 50 0 0,1 1 0 0 0,1 0 0 0 0,1 1 0 0 0,0 0 0 0 0,2 1 0 0 0,-17 38 0 0 0,16-27-79 0 0,0 1 1 0 0,3 0 0 0 0,0 0 0 0 0,-3 35-1 0 0,9-47 21 0 0,1 0-1 0 0,0 0 1 0 0,2 0-1 0 0,0 0 1 0 0,1 0-1 0 0,1 0 1 0 0,1 0-1 0 0,0-1 1 0 0,1 1-1 0 0,16 34 1 0 0,-16-44-13 0 0,0 1 0 0 0,1 0 0 0 0,0-1 0 0 0,0 0 0 0 0,1-1 0 0 0,0 1 0 0 0,1-1 0 0 0,0-1 0 0 0,0 1 0 0 0,0-1 0 0 0,1-1 0 0 0,0 0 0 0 0,1 0 0 0 0,-1-1 0 0 0,1 0 0 0 0,0 0 0 0 0,0-1 0 0 0,1-1 0 0 0,-1 1 0 0 0,16 1 0 0 0,-11-3 3 0 0,1 0 0 0 0,0-1 0 0 0,0-1 0 0 0,0-1 0 0 0,-1 0 1 0 0,1-1-1 0 0,0-1 0 0 0,27-8 0 0 0,-22 4 62 0 0,-1-1 1 0 0,-1 0-1 0 0,0-2 0 0 0,0 0 0 0 0,-1-1 1 0 0,22-18-1 0 0,-23 16-31 0 0,0-2 0 0 0,-1 0 0 0 0,0-1 0 0 0,-2-1 0 0 0,1 0 0 0 0,-2-1-1 0 0,-1-1 1 0 0,0 0 0 0 0,-1 0 0 0 0,-1-1 0 0 0,-1 0 0 0 0,-1-1 0 0 0,10-37 0 0 0,-15 40-78 0 0,-1 0 1 0 0,0 1-1 0 0,-1-1 0 0 0,-1 0 1 0 0,-1 0-1 0 0,0 0 0 0 0,-2 0 1 0 0,0 0-1 0 0,-1 1 0 0 0,0 0 1 0 0,-8-19-1 0 0,7 24-16 0 0,0 1-1 0 0,-1-1 1 0 0,0 1-1 0 0,-1 0 1 0 0,0 0-1 0 0,-1 1 1 0 0,0 0-1 0 0,0 0 0 0 0,-1 1 1 0 0,-1 0-1 0 0,1 0 1 0 0,-1 1-1 0 0,-1 1 1 0 0,0 0-1 0 0,0 0 1 0 0,-12-5-1 0 0,7 6-552 0 0,0 0 0 0 0,0 2-1 0 0,-1 0 1 0 0,1 0 0 0 0,-1 2-1 0 0,0 0 1 0 0,0 1 0 0 0,0 1-1 0 0,0 0 1 0 0,0 1 0 0 0,0 1-1 0 0,-19 5 1 0 0,-11 5-2620 0 0,2 1 0 0 0,0 3 1 0 0,-46 22-1 0 0,5 1-6553 0 0</inkml:trace>
</inkml:ink>
</file>

<file path=ppt/ink/ink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14:12.6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16 128 2024 0 0,'0'0'14560'0'0,"-3"0"-14313"0"0,1-1-808 0 0,2 2 669 0 0,0-1 0 0 0,-1 0-1 0 0,1 0 1 0 0,-1 0 0 0 0,1 0-1 0 0,0 0 1 0 0,-1 0 0 0 0,1 0 0 0 0,0 0-1 0 0,-1 0 1 0 0,1-1 0 0 0,-1 1 0 0 0,1 0-1 0 0,0 0 1 0 0,-1 0 0 0 0,1 0-1 0 0,0 0 1 0 0,-1-1 0 0 0,1 1 0 0 0,0 0-1 0 0,-1 0 1 0 0,1 0 0 0 0,0-1-1 0 0,0 1 1 0 0,-1 0 0 0 0,1-1 0 0 0,0 1-1 0 0,0 0 1 0 0,-1 0 0 0 0,1-1-1 0 0,0 1 1 0 0,0-1 0 0 0,0 1 0 0 0,0 0-1 0 0,0-1 1 0 0,-1 1 0 0 0,1 0-1 0 0,0-1 1 0 0,0 1 0 0 0,0 0 0 0 0,0-1-1 0 0,0 1 1 0 0,0-1 0 0 0,0 1 0 0 0,0-1-1 0 0,1-1 68 0 0,2-10-27 0 0,-4 10-138 0 0,2-1 1 0 0,13-11 21 0 0,0 4-28 0 0,1 0 0 0 0,1 0 0 0 0,0 1-1 0 0,0 1 1 0 0,1 1 0 0 0,-1 1 0 0 0,23-6 0 0 0,-25 7-7 0 0,-7 3-5 0 0,1 0 0 0 0,-1 1 0 0 0,0 0 0 0 0,1 1 0 0 0,-1-1 0 0 0,0 1 0 0 0,1 1-1 0 0,-1-1 1 0 0,1 1 0 0 0,-1 1 0 0 0,0-1 0 0 0,0 1 0 0 0,0 0 0 0 0,0 1 0 0 0,0 0-1 0 0,0 0 1 0 0,-1 0 0 0 0,1 1 0 0 0,-1 0 0 0 0,0 0 0 0 0,0 1 0 0 0,10 9 0 0 0,-12-8 7 0 0,0 0 0 0 0,0-1 0 0 0,0 1 0 0 0,-1 1 0 0 0,1-1 0 0 0,-2 0 0 0 0,1 1 0 0 0,-1 0 0 0 0,0-1 0 0 0,0 1 0 0 0,-1 0 0 0 0,0 0 0 0 0,0 0 0 0 0,0 0 0 0 0,-1 0 0 0 0,0 0 0 0 0,-2 9 0 0 0,-1 7 5 0 0,-1 1 0 0 0,-2-1 1 0 0,-13 38-1 0 0,9-37 1 0 0,0-1 0 0 0,-1 0 0 0 0,-1-1 0 0 0,-26 35 0 0 0,-71 75 29 0 0,92-112-33 0 0,5-4 4 0 0,-24 23 11 0 0,35-37 9 0 0,0-1-1 0 0,-1 1 0 0 0,1-1 0 0 0,0 1 0 0 0,-1 0 1 0 0,1-1-1 0 0,0 1 0 0 0,-1 4 0 0 0,2-6-17 0 0,0 0-1 0 0,0 0 1 0 0,0 1-1 0 0,0-1 1 0 0,0 0-1 0 0,0 1 1 0 0,0-1-1 0 0,0 0 1 0 0,0 0-1 0 0,0 1 1 0 0,0-1-1 0 0,0 0 1 0 0,0 1 0 0 0,0-1-1 0 0,0 0 1 0 0,0 0-1 0 0,0 1 1 0 0,0-1-1 0 0,1 0 1 0 0,-1 0-1 0 0,0 1 1 0 0,0-1-1 0 0,0 0 1 0 0,0 0-1 0 0,1 0 1 0 0,-1 1-1 0 0,0-1 1 0 0,0 0-1 0 0,16 2 67 0 0,376-41 101 0 0,-338 30-172 0 0,-28 7 23 0 0,63-10 146 0 0,-86 12-166 0 0,-2 0-6 0 0,0 0 1 0 0,-1 0-1 0 0,1 0 0 0 0,0 0 1 0 0,0 0-1 0 0,0 0 0 0 0,-1 0 1 0 0,1 0-1 0 0,0 0 0 0 0,0 0 1 0 0,0 0-1 0 0,-1 0 0 0 0,1-1 1 0 0,0 1-1 0 0,-1 0 1 0 0,3-1-1 0 0,-2 0 41 0 0,0 1 0 0 0,0-1-1 0 0,0 1 1 0 0,0 0 0 0 0,0-1 0 0 0,0 1 0 0 0,1 0 0 0 0,-1 0-1 0 0,0 0 1 0 0,0 0 0 0 0,0 0 0 0 0,3 0 0 0 0,3-2-1180 0 0</inkml:trace>
</inkml:ink>
</file>

<file path=ppt/ink/ink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14:14.3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 7 1288 0 0,'0'0'5128'0'0,"-3"0"-3892"0"0,-21 1 8032 0 0,14 0-3827 0 0,13-1-5243 0 0,20 1 205 0 0,35-4 0 0 0,-13 1-241 0 0,-4-1-146 0 0,-37 3 16 0 0,-1 0-13 0 0,30-1 85 0 0,-29 0-101 0 0,11 1-26 0 0,-12 0 297 0 0</inkml:trace>
</inkml:ink>
</file>

<file path=ppt/ink/ink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14:14.9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0 215 2388 0 0,'2'-8'1318'0'0,"1"0"0"0"0,-1 1 0 0 0,1-1 0 0 0,1 0 0 0 0,4-6 0 0 0,0 0-110 0 0,0 2 1 0 0,1-1-1 0 0,20-20 1 0 0,-18 23-992 0 0,0 1-1 0 0,0 1 1 0 0,1 0-1 0 0,0 0 1 0 0,0 1 0 0 0,1 0-1 0 0,0 2 1 0 0,0-1-1 0 0,0 2 1 0 0,1-1 0 0 0,0 2-1 0 0,0 0 1 0 0,0 0-1 0 0,25 0 1 0 0,-36 3-213 0 0,0 0 0 0 0,1 0 0 0 0,-1 0 1 0 0,1 0-1 0 0,-1 1 0 0 0,1-1 0 0 0,-1 1 0 0 0,1 0 0 0 0,-1 0 0 0 0,0 0 0 0 0,0 0 1 0 0,1 1-1 0 0,-1-1 0 0 0,0 1 0 0 0,0 0 0 0 0,0 0 0 0 0,-1 0 0 0 0,1 0 0 0 0,0 1 1 0 0,-1-1-1 0 0,0 1 0 0 0,1-1 0 0 0,-1 1 0 0 0,0 0 0 0 0,0 0 0 0 0,-1 0 0 0 0,1 0 1 0 0,0 0-1 0 0,-1 0 0 0 0,0 0 0 0 0,0 1 0 0 0,1 3 0 0 0,-1 1 2 0 0,0 0 0 0 0,-1 0 0 0 0,1 0 0 0 0,-2 0 0 0 0,1 0 0 0 0,-1 0 0 0 0,0 0 0 0 0,-1 0 0 0 0,0-1 0 0 0,0 1 0 0 0,-1 0 0 0 0,-4 9 0 0 0,-10 14 21 0 0,-1-1 0 0 0,-35 45 0 0 0,-11 16 214 0 0,63-89-170 0 0,1-2-62 0 0,-1 0 0 0 0,1 0 0 0 0,0 1 0 0 0,0-1 0 0 0,-1 0 0 0 0,1 0 0 0 0,0 0 0 0 0,0 0 0 0 0,-1 1 0 0 0,1-1 0 0 0,0 0 0 0 0,0 0-1 0 0,-1 0 1 0 0,1 1 0 0 0,0-1 0 0 0,0 0 0 0 0,0 1 0 0 0,0-1 0 0 0,-1 0 0 0 0,1 0 0 0 0,0 1 0 0 0,0-1 0 0 0,0 0 0 0 0,0 1 0 0 0,0-1 0 0 0,0 0 0 0 0,0 0-1 0 0,0 1 1 0 0,0-1 0 0 0,0 0 0 0 0,0 1 0 0 0,0-1 0 0 0,0 0 0 0 0,0 1 0 0 0,0-1 0 0 0,0 1 0 0 0,2 10 246 0 0,-2-11-270 0 0,1 2 146 0 0,2 0-6 0 0,18 7-69 0 0,0 2 0 0 0,-1 0 0 0 0,-1 1 0 0 0,0 1 0 0 0,-1 1 0 0 0,0 1 0 0 0,-1 0 0 0 0,0 2 0 0 0,-2-1 0 0 0,0 2 0 0 0,25 37 0 0 0,-37-48 69 0 0,0-1 0 0 0,0 1 0 0 0,0 0-1 0 0,-1 0 1 0 0,0 0 0 0 0,0 1 0 0 0,-1-1-1 0 0,0 0 1 0 0,0 1 0 0 0,-1-1 0 0 0,1 1 0 0 0,-2-1-1 0 0,1 0 1 0 0,-1 1 0 0 0,0-1 0 0 0,-1 0-1 0 0,0 1 1 0 0,0-1 0 0 0,0 0 0 0 0,-1 0 0 0 0,0-1-1 0 0,-4 8 1 0 0,2-6 165 0 0,0 0 1 0 0,-1 0-1 0 0,0-1 0 0 0,0 1 0 0 0,0-1 0 0 0,-1-1 0 0 0,0 1 0 0 0,-1-1 1 0 0,1 0-1 0 0,-1-1 0 0 0,0 0 0 0 0,0 0 0 0 0,-1-1 0 0 0,0 0 1 0 0,1 0-1 0 0,-18 4 0 0 0,9-5 19 0 0,0 0 1 0 0,-1-1-1 0 0,0-1 1 0 0,-31-2-1 0 0,-64-15-93 0 0,75 8-858 0 0,36 7-41 0 0,-1 0-264 0 0,-11-3-787 0 0,6-3-2959 0 0,12-19-14255 0 0</inkml:trace>
</inkml:ink>
</file>

<file path=ppt/ink/ink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14:23.0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0 351 844 0 0,'0'0'11218'0'0,"1"-11"-4700"0"0,18 7-6186 0 0,0 1 0 0 0,1 0-1 0 0,28 1 1 0 0,-3 0-132 0 0,232-21 1192 0 0,-274 23-1313 0 0,1 0-4 0 0,48-8 185 0 0,-49 8-282 0 0</inkml:trace>
  <inkml:trace contextRef="#ctx0" brushRef="#br0" timeOffset="1">854 102 1116 0 0,'64'-89'14337'0'0,"-63"87"-13939"0"0,4-8 827 0 0,-29 40-1106 0 0,2 2 0 0 0,1 1 0 0 0,1 1 0 0 0,2 0 1 0 0,1 1-1 0 0,2 1 0 0 0,1 1 0 0 0,-8 38 1 0 0,17-53-117 0 0,1 1 0 0 0,1 0 0 0 0,1-1 0 0 0,1 1 0 0 0,1 0 0 0 0,5 33 0 0 0,-2-39 22 0 0,0 0-1 0 0,1 0 1 0 0,1-1 0 0 0,1 1-1 0 0,0-1 1 0 0,2 0-1 0 0,-1-1 1 0 0,2 0 0 0 0,13 19-1 0 0,-18-27 212 0 0,1-1-1 0 0,-1 1 0 0 0,1-1 0 0 0,1 0 0 0 0,-1-1 0 0 0,1 1 0 0 0,0-1 1 0 0,0 0-1 0 0,1-1 0 0 0,-1 1 0 0 0,1-1 0 0 0,9 4 0 0 0,-15-8-192 0 0,1 1 0 0 0,-1-1 1 0 0,0 0-1 0 0,1 1 0 0 0,-1-1 0 0 0,0 0 0 0 0,1 0 0 0 0,-1 0 0 0 0,0 0 0 0 0,0 0 0 0 0,1-1 0 0 0,-1 1 0 0 0,0 0 0 0 0,1-1 0 0 0,-1 1 1 0 0,0-1-1 0 0,0 1 0 0 0,0-1 0 0 0,0 1 0 0 0,1-1 0 0 0,-1 0 0 0 0,0 0 0 0 0,0 1 0 0 0,0-1 0 0 0,0 0 0 0 0,0 0 0 0 0,-1 0 1 0 0,2-1-1 0 0,1-3 18 0 0,0 1 1 0 0,-1 0 0 0 0,1-1-1 0 0,-1 1 1 0 0,1-6 0 0 0,-1 5 49 0 0,-1 3-95 0 0,0-1-1 0 0,-1 0 0 0 0,1 0 1 0 0,-1 1-1 0 0,0-1 1 0 0,0 0-1 0 0,0 0 1 0 0,0 0-1 0 0,0 0 1 0 0,0 1-1 0 0,-1-1 1 0 0,1 0-1 0 0,-1 0 0 0 0,0 0 1 0 0,0 1-1 0 0,0-1 1 0 0,0 1-1 0 0,-3-6 1 0 0,0 3-3 0 0,0-1 1 0 0,0 1-1 0 0,0 0 1 0 0,-1 0 0 0 0,1 0-1 0 0,-10-7 1 0 0,3 4-73 0 0,-1 0 0 0 0,0 1 0 0 0,-1 0 0 0 0,1 0 0 0 0,-1 2 0 0 0,-20-7 0 0 0,24 10-679 0 0,0 0-1 0 0,0 0 0 0 0,0 0 1 0 0,0 1-1 0 0,0 1 0 0 0,-1-1 1 0 0,1 2-1 0 0,0-1 0 0 0,0 1 0 0 0,-15 4 1 0 0,2 4-5887 0 0</inkml:trace>
</inkml:ink>
</file>

<file path=ppt/ink/ink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14:16.6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80 356 0 0,'7'-10'5600'0'0,"11"-9"1812"0"0,-1-1-3811 0 0,-15 19-3400 0 0,32-11-56 0 0,-5 6-141 0 0,1 1-1 0 0,0 2 1 0 0,1 1 0 0 0,-1 1 0 0 0,0 1-1 0 0,0 2 1 0 0,1 1 0 0 0,-1 1 0 0 0,-1 2-1 0 0,39 12 1 0 0,-60-15-4 0 0,0 0 0 0 0,0 0 0 0 0,-1 1 0 0 0,1 0 0 0 0,-1 0-1 0 0,0 0 1 0 0,11 10 0 0 0,-16-12 1 0 0,-1-1 0 0 0,1 1 0 0 0,0 0 0 0 0,-1 0 0 0 0,1 0-1 0 0,-1 0 1 0 0,0 1 0 0 0,0-1 0 0 0,0 0 0 0 0,0 0 0 0 0,0 1 0 0 0,0-1 0 0 0,0 0-1 0 0,-1 1 1 0 0,0-1 0 0 0,1 1 0 0 0,-1-1 0 0 0,0 1 0 0 0,0-1 0 0 0,0 1 0 0 0,0-1 0 0 0,-1 1-1 0 0,1-1 1 0 0,-1 1 0 0 0,1-1 0 0 0,-1 0 0 0 0,0 1 0 0 0,0-1 0 0 0,-2 4 0 0 0,-3 6 15 0 0,-1-1 0 0 0,-1 0 0 0 0,0 0 0 0 0,0-1 0 0 0,-1 0 0 0 0,-19 16 0 0 0,-67 45 32 0 0,47-38-49 0 0,32-22 5 0 0,8-6 0 0 0,1 0-1 0 0,1 1 1 0 0,-1 0-1 0 0,-7 8 1 0 0,12-12-4 0 0,33 7 9 0 0,-17-5-5 0 0,1 0-1 0 0,21 1 1 0 0,-24-3-3 0 0,0 0 0 0 0,0 0-1 0 0,21 8 1 0 0,2 4-27 0 0,45 26 0 0 0,-68-34 22 0 0,-1 2 1 0 0,0 0-1 0 0,0 0 0 0 0,0 1 0 0 0,-1 0 0 0 0,-1 1 0 0 0,11 12 1 0 0,-19-20 40 0 0,0 0 0 0 0,1 0 0 0 0,-1-1-1 0 0,0 1 1 0 0,0 0 0 0 0,-1 0 0 0 0,1 0 0 0 0,0 0 0 0 0,-1 0 0 0 0,1 0 0 0 0,-1 1 0 0 0,0-1 0 0 0,1 0 0 0 0,-1 0 0 0 0,0 0 0 0 0,0 0 0 0 0,-1 0 0 0 0,1 0 0 0 0,0 1 0 0 0,-1-1 0 0 0,1 0 0 0 0,-1 0 0 0 0,0 0 0 0 0,1 0 0 0 0,-1 0 0 0 0,0 0 0 0 0,0-1 0 0 0,0 1 0 0 0,-1 0 0 0 0,-1 2 0 0 0,-2 2 98 0 0,0-1 1 0 0,-1 1 0 0 0,0-1 0 0 0,1-1 0 0 0,-2 1 0 0 0,1-1 0 0 0,-8 4-1 0 0,-6 0 73 0 0,0 0 0 0 0,-1-1 0 0 0,1-2 0 0 0,-1 0 0 0 0,-1-1 0 0 0,-33 2-1 0 0,49-6-189 0 0,2 1-8 0 0,0-1-47 0 0,-12 0-114 0 0,11 0-226 0 0,-14 2-2132 0 0,17 0 1426 0 0,1-2 801 0 0,-10 11-1678 0 0,7 2-4625 0 0,4 3 754 0 0</inkml:trace>
</inkml:ink>
</file>

<file path=ppt/ink/ink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14:17.2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116 105 364 0 0,'0'0'2070'0'0,"-4"0"-391"0"0,-10-3-194 0 0,11 2-213 0 0,-13-2 887 0 0,13 2-1102 0 0,-1 0-509 0 0,0 0 0 0 0,1 0 0 0 0,-1 0 0 0 0,0-1 0 0 0,1 1 0 0 0,-1-1 1 0 0,-2-2-1 0 0,2 2 195 0 0,2 2-282 0 0,-1 0-1 0 0,0-1 1 0 0,1 0 0 0 0,-1 1-1 0 0,0-1 1 0 0,1 0 0 0 0,-1 0-1 0 0,-4-3 1 0 0,-4 0 1915 0 0,18 1-2326 0 0,1 1 0 0 0,0 0 0 0 0,0 0 0 0 0,0 1 0 0 0,0 0 0 0 0,9 0-1 0 0,29-3 43 0 0,-40 2-81 0 0,24-2 44 0 0,77-7 42 0 0,-87 9-72 0 0,-17 2-3 0 0,14-4 26 0 0,-3 2-42 0 0,-11 2 18 0 0,1-1 37 0 0,9-2-2679 0 0,-2-5 238 0 0,3-1-5982 0 0,-1 2 1600 0 0</inkml:trace>
</inkml:ink>
</file>

<file path=ppt/ink/ink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14:18.3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206 103 872 0 0,'-2'-2'2959'0'0,"-28"-38"9503"0"0,29 38-11433 0 0,-5-8 2055 0 0,6 10-3083 0 0,-7-14 1150 0 0,7 13-1137 0 0,-1 1 1 0 0,1 0 0 0 0,0-1 0 0 0,0 1-1 0 0,0 0 1 0 0,0-1 0 0 0,-1 1-1 0 0,1-1 1 0 0,0 1 0 0 0,0-1 0 0 0,0 1-1 0 0,0 0 1 0 0,0-1 0 0 0,0 1 0 0 0,0-1-1 0 0,0 1 1 0 0,0 0 0 0 0,1-1-1 0 0,-1 1 1 0 0,0-1 0 0 0,0 1 0 0 0,0 0-1 0 0,0-1 1 0 0,1 1 0 0 0,-1 0 0 0 0,0-1-1 0 0,0 1 1 0 0,0 0 0 0 0,1-1-1 0 0,-1 1 1 0 0,0 0 0 0 0,1-1 0 0 0,-1 1-1 0 0,0 0 1 0 0,1 0 0 0 0,-1-1 0 0 0,0 1-1 0 0,1 0 1 0 0,15-6 35 0 0,-7 3-43 0 0,0 0-1 0 0,1 1 1 0 0,-1 0-1 0 0,1 1 0 0 0,-1 0 1 0 0,1 0-1 0 0,13 1 0 0 0,-7 0 1 0 0,13-2-8 0 0,31 4 0 0 0,-52-1-1 0 0,0 0 1 0 0,0 0-1 0 0,0 0 0 0 0,0 2 0 0 0,0-1 0 0 0,0 1 0 0 0,-1 0 0 0 0,14 7 0 0 0,-19-9 1 0 0,0 1-1 0 0,1-1 1 0 0,-1 1 0 0 0,0 0-1 0 0,0 0 1 0 0,0 0-1 0 0,0 0 1 0 0,0 0-1 0 0,-1 1 1 0 0,1-1-1 0 0,-1 0 1 0 0,1 1 0 0 0,-1-1-1 0 0,0 1 1 0 0,0 0-1 0 0,0-1 1 0 0,0 1-1 0 0,0 0 1 0 0,0 3-1 0 0,-1-1 1 0 0,0 0 0 0 0,0 0 0 0 0,-1 0 0 0 0,1 0 0 0 0,-1 0 0 0 0,0 0 0 0 0,-1 0 0 0 0,1 0 0 0 0,-1 0 0 0 0,-2 4 0 0 0,-5 8-3 0 0,0 0 0 0 0,-1-1 1 0 0,-1 0-1 0 0,-21 22 0 0 0,-15 11 9 0 0,-1-2 0 0 0,-3-3-1 0 0,-1-1 1 0 0,-70 42 0 0 0,101-72 88 0 0,0 2 0 0 0,-22 20 0 0 0,42-33-7 0 0,3 1 105 0 0,-2-2-185 0 0,0-1 1 0 0,0 0 0 0 0,0 0 0 0 0,0 1 0 0 0,1-1-1 0 0,-1 0 1 0 0,0 0 0 0 0,0 1 0 0 0,0-1 0 0 0,0 0-1 0 0,0 0 1 0 0,0 0 0 0 0,1 1 0 0 0,-1-1 0 0 0,0 0-1 0 0,0 0 1 0 0,0 0 0 0 0,0 1 0 0 0,1-1 0 0 0,-1 0-1 0 0,0 0 1 0 0,0 0 0 0 0,1 0 0 0 0,-1 0 0 0 0,0 1-1 0 0,0-1 1 0 0,1 0 0 0 0,-1 0 0 0 0,0 0 0 0 0,0 0-1 0 0,1 0 1 0 0,-1 0 0 0 0,1 0 0 0 0,40 2 193 0 0,0-2 1 0 0,0-2-1 0 0,61-9 1 0 0,-39 3-119 0 0,260-25 1576 0 0,-320 32-1544 0 0,34-4 383 0 0,-34 4-407 0 0,-3 1-79 0 0,0 0-1 0 0,1 0 0 0 0,-1 0 0 0 0,1 0 0 0 0,-1 1 1 0 0,1-1-1 0 0,-1 0 0 0 0,0 0 0 0 0,1 0 0 0 0,-1 0 0 0 0,1 0 1 0 0,-1-1-1 0 0,1 1 0 0 0,-1 0 0 0 0,0 0 0 0 0,1 0 1 0 0,-1 0-1 0 0,1 0 0 0 0,-1-1 0 0 0,0 1 0 0 0,1 0 1 0 0,0-1-1 0 0,4 0-2247 0 0,-14-3 662 0 0,-8-3-2196 0 0,0-5-4869 0 0,3-2 816 0 0</inkml:trace>
</inkml:ink>
</file>

<file path=ppt/ink/ink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14:19.8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66 64 408 0 0,'-2'-16'5350'0'0,"1"-2"-1966"0"0,2 1 3774 0 0,-3 4-4257 0 0,-3 24-2838 0 0,-1-1-1 0 0,2 1 0 0 0,-1 0 1 0 0,1 0-1 0 0,1 1 1 0 0,-3 14-1 0 0,1-4-16 0 0,-1 2-22 0 0,0 2-1 0 0,1-1 0 0 0,2 0 0 0 0,1 1 0 0 0,1 0 0 0 0,3 40 0 0 0,-1-58-8 0 0,1 1-1 0 0,-1-1 0 0 0,2 0 1 0 0,-1 1-1 0 0,1-1 0 0 0,0-1 0 0 0,1 1 1 0 0,0 0-1 0 0,0-1 0 0 0,7 9 1 0 0,-7-11 2 0 0,0-1 0 0 0,1 1 0 0 0,0-1 0 0 0,0 0 0 0 0,0 0 0 0 0,0 0 0 0 0,1-1 0 0 0,-1 1 0 0 0,1-2 1 0 0,0 1-1 0 0,0 0 0 0 0,0-1 0 0 0,0 0 0 0 0,0-1 0 0 0,8 2 0 0 0,-7-2 23 0 0,-1-1 0 0 0,1 1 0 0 0,0-1 0 0 0,0 0 0 0 0,0-1 0 0 0,0 0 0 0 0,0 0 0 0 0,-1 0 0 0 0,1-1 0 0 0,0 0 1 0 0,-1 0-1 0 0,1-1 0 0 0,-1 0 0 0 0,0 0 0 0 0,0 0 0 0 0,0-1 0 0 0,0 0 0 0 0,-1 0 0 0 0,11-10 0 0 0,2-5 736 0 0,0-1 0 0 0,-2-1 0 0 0,26-41 0 0 0,-23 33 637 0 0,9-22 583 0 0,-27 49-1687 0 0,5 18-120 0 0,-5-13-172 0 0,-1 0-1 0 0,0 0 1 0 0,-1 0 0 0 0,1 0 0 0 0,-1 0 0 0 0,1 0 0 0 0,-1 0 0 0 0,-1 3 0 0 0,-2 10 11 0 0,-27 355 82 0 0,20-166-7200 0 0,6-161 3307 0 0,2-14-1721 0 0,-1 3-4094 0 0</inkml:trace>
</inkml:ink>
</file>

<file path=ppt/ink/ink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14:20.8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5 426 108 0 0,'0'0'2030'0'0,"-1"-2"-277"0"0,1-3-1161 0 0,-1 2 337 0 0,0 1 0 0 0,1 0 0 0 0,-1-1 0 0 0,1 1 1 0 0,0 0-1 0 0,0-1 0 0 0,0 1 0 0 0,0 0 0 0 0,0-1 0 0 0,1 1 0 0 0,-1 0 0 0 0,1-1 0 0 0,-1 1 0 0 0,3-4 0 0 0,-2 5-877 0 0,0 1 0 0 0,-1-1 0 0 0,1 1 0 0 0,0 0 0 0 0,0 0 1 0 0,0-1-1 0 0,0 1 0 0 0,0 0 0 0 0,0 0 0 0 0,0 0 0 0 0,0 0 0 0 0,0 0 0 0 0,-1 0 0 0 0,1 0 0 0 0,0 1 0 0 0,2-1 0 0 0,105-6 1437 0 0,32-9-674 0 0,-37 3-34 0 0,-35 4-43 0 0,-65 7-700 0 0,17-2-288 0 0,-11 1-310 0 0,-6 1-373 0 0,-14 3-7075 0 0</inkml:trace>
  <inkml:trace contextRef="#ctx0" brushRef="#br0" timeOffset="1">746 99 1932 0 0,'72'-97'14668'0'0,"-71"95"-13776"0"0,-4 4-810 0 0,-5 2-52 0 0,0 1 0 0 0,1 1 0 0 0,-1-1 1 0 0,1 1-1 0 0,0 0 0 0 0,-8 10 0 0 0,-35 47 28 0 0,34-41-37 0 0,14-17-13 0 0,1-3-5 0 0,0 1 1 0 0,0-1 0 0 0,1 1-1 0 0,-1 0 1 0 0,1-1 0 0 0,-1 1-1 0 0,1 0 1 0 0,0-1 0 0 0,0 1 0 0 0,0 0-1 0 0,1-1 1 0 0,-1 1 0 0 0,1 0-1 0 0,-1-1 1 0 0,1 1 0 0 0,0 0-1 0 0,0-1 1 0 0,0 1 0 0 0,0-1-1 0 0,0 0 1 0 0,1 1 0 0 0,-1-1-1 0 0,1 0 1 0 0,0 0 0 0 0,-1 0 0 0 0,5 3-1 0 0,0 1 7 0 0,1-1-1 0 0,0 0 1 0 0,0 0-1 0 0,1-1 1 0 0,13 6-1 0 0,-13-6 12 0 0,92 47 109 0 0,-89-45-100 0 0,0 2 0 0 0,-1-1 1 0 0,0 1-1 0 0,0 0 1 0 0,-1 1-1 0 0,14 17 1 0 0,-20-22 95 0 0,0-1 1 0 0,0 1 0 0 0,-1 1 0 0 0,1-1 0 0 0,-1 0-1 0 0,0 0 1 0 0,0 1 0 0 0,-1-1 0 0 0,1 1 0 0 0,-1 0-1 0 0,0-1 1 0 0,0 1 0 0 0,-1 0 0 0 0,0 0 0 0 0,1 0-1 0 0,-1-1 1 0 0,-1 1 0 0 0,1 0 0 0 0,-1 0 0 0 0,0 0-1 0 0,0-1 1 0 0,0 1 0 0 0,-4 7 0 0 0,2-5-20 0 0,-1 0-1 0 0,-1-1 1 0 0,1 1 0 0 0,-1-1 0 0 0,0 0 0 0 0,0 0-1 0 0,-1-1 1 0 0,0 1 0 0 0,0-1 0 0 0,0-1 0 0 0,-1 1-1 0 0,0-1 1 0 0,-10 5 0 0 0,2-2-53 0 0,0 0 0 0 0,-1-1 0 0 0,0-1 0 0 0,0-1-1 0 0,0 0 1 0 0,-22 2 0 0 0,27-5-445 0 0,1-1 1 0 0,0 0-1 0 0,-1-1 0 0 0,-17-3 1 0 0,21 3-303 0 0,1-1 1 0 0,-1 0-1 0 0,1 0 0 0 0,0-1 1 0 0,0 0-1 0 0,0 0 1 0 0,0 0-1 0 0,-6-5 1 0 0,10 6-175 0 0,-1 0 1 0 0,1 0-1 0 0,0-1 0 0 0,0 1 1 0 0,0-1-1 0 0,0 1 1 0 0,-2-4-1 0 0,-3-7-4917 0 0</inkml:trace>
</inkml:ink>
</file>

<file path=ppt/ink/ink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14:21.8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1 251 2276 0 0,'9'-38'10399'0'0,"7"9"-3750"0"0,-13 24-6253 0 0,1 1-1 0 0,1-1 1 0 0,-1 1-1 0 0,1 0 0 0 0,-1 1 1 0 0,1-1-1 0 0,0 1 1 0 0,0 0-1 0 0,10-4 1 0 0,17-5-83 0 0,0 1 1 0 0,0 2 0 0 0,1 1-1 0 0,53-6 1 0 0,-30 5-165 0 0,171-21 138 0 0,-65 10 70 0 0,12-3 848 0 0,-171 23-1180 0 0,7-2 1360 0 0,4-2-4772 0 0,-23 8-3749 0 0,-30 6-757 0 0,17-4 458 0 0</inkml:trace>
</inkml:ink>
</file>

<file path=ppt/ink/ink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14:24.7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42 28 656 0 0,'-11'-8'3336'0'0,"-20"-12"16804"0"0,35 21-20068 0 0,59 7 132 0 0,106-2 0 0 0,-94-8 384 0 0,-71 2-469 0 0,-1 0-82 0 0,37-2 530 0 0,-31 2-5782 0 0</inkml:trace>
</inkml:ink>
</file>

<file path=ppt/ink/ink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14:26.0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91 508 0 0,'7'-14'4336'0'0,"1"1"-1"0"0,12-19 1 0 0,-19 31-3607 0 0,4-7 2707 0 0,-5 25-2820 0 0,-1 0 1 0 0,0 1 0 0 0,-7 31 0 0 0,2-17-319 0 0,3-10-172 0 0,1 0 0 0 0,1 0 0 0 0,1 1 0 0 0,4 35 0 0 0,-2-48-94 0 0,-1 0 0 0 0,2 1 0 0 0,-1-1 0 0 0,2 0-1 0 0,-1 0 1 0 0,1 0 0 0 0,1 0 0 0 0,0-1 0 0 0,0 0 0 0 0,1 0-1 0 0,11 13 1 0 0,-12-16-16 0 0,-3-3-2 0 0,1 1-1 0 0,0-1 1 0 0,1 1 0 0 0,-1-1 0 0 0,0 0 0 0 0,1-1 0 0 0,0 1 0 0 0,0 0 0 0 0,0-1-1 0 0,0 0 1 0 0,0 0 0 0 0,0 0 0 0 0,0-1 0 0 0,1 1 0 0 0,5 0 0 0 0,-5-1-8 0 0,0 0 0 0 0,0-1 1 0 0,0 0-1 0 0,0 0 0 0 0,0 0 1 0 0,0-1-1 0 0,0 0 0 0 0,0 0 1 0 0,0 0-1 0 0,-1 0 0 0 0,10-5 1 0 0,-8 3 2 0 0,1-1 0 0 0,-1 0 0 0 0,0 0 0 0 0,0-1 0 0 0,0 0 0 0 0,-1 0 0 0 0,10-11 0 0 0,59-91 1473 0 0,-67 96-1205 0 0,-6 10-260 0 0,-1 1 0 0 0,0-1 1 0 0,1 0-1 0 0,-1 0 1 0 0,1 0-1 0 0,-1 1 0 0 0,1-1 1 0 0,0 0-1 0 0,-1 0 1 0 0,1 1-1 0 0,0-1 0 0 0,-1 1 1 0 0,1-1-1 0 0,0 0 1 0 0,0 1-1 0 0,1-1 1 0 0,-2 1-7 0 0,1 0 1 0 0,-1 0-1 0 0,0 1 1 0 0,1-1 0 0 0,-1 0-1 0 0,1 0 1 0 0,-1 1 0 0 0,0-1-1 0 0,1 0 1 0 0,-1 0 0 0 0,0 1-1 0 0,1-1 1 0 0,-1 0 0 0 0,0 1-1 0 0,1-1 1 0 0,-1 1-1 0 0,0-1 1 0 0,0 0 0 0 0,0 1-1 0 0,1-1 1 0 0,-1 1 0 0 0,0-1-1 0 0,0 1 1 0 0,0-1 0 0 0,0 1-1 0 0,0-1 1 0 0,0 0 0 0 0,0 1-1 0 0,0-1 1 0 0,0 1-1 0 0,0-1 1 0 0,0 1 0 0 0,0 0-1 0 0,-2 22 170 0 0,1-16-95 0 0,-14 135 633 0 0,-2 15-568 0 0,16 6-3332 0 0,5-109-949 0 0,2-1-3470 0 0,0-25-515 0 0</inkml:trace>
  <inkml:trace contextRef="#ctx0" brushRef="#br0" timeOffset="1">1927 322 764 0 0,'-90'-28'14867'0'0,"87"27"-14014"0"0,-12-4 2700 0 0,4 2-3186 0 0,8 2 1554 0 0,6 2-1789 0 0,18 4 24 0 0,0-2 0 0 0,0 0 0 0 0,0-1 0 0 0,1-1 0 0 0,-1-1-1 0 0,24-4 1 0 0,-42 4-155 0 0,1 0 17 0 0,31-2-1165 0 0,-32 2 413 0 0,0 0-1659 0 0,-1 0 1442 0 0,5 0 1007 0 0</inkml:trace>
  <inkml:trace contextRef="#ctx0" brushRef="#br0" timeOffset="2">2306 146 2596 0 0,'1'-2'2418'0'0,"1"-10"1479"0"0,1 0-1 0 0,7-18 0 0 0,-7 25-3512 0 0,0 0 1 0 0,1 0-1 0 0,-1 0 0 0 0,1 1 1 0 0,0 0-1 0 0,0 0 0 0 0,1 0 1 0 0,-1 0-1 0 0,9-5 1 0 0,-5 4-298 0 0,0 1 0 0 0,0 0 0 0 0,0 0 0 0 0,0 1 0 0 0,0 0 1 0 0,1 0-1 0 0,0 1 0 0 0,-1 0 0 0 0,1 1 0 0 0,0 0 0 0 0,0 0 1 0 0,0 1-1 0 0,0 0 0 0 0,0 0 0 0 0,-1 1 0 0 0,1 0 1 0 0,13 4-1 0 0,-17-4-66 0 0,0 1 0 0 0,0 0 0 0 0,1 0 0 0 0,-1 0 0 0 0,-1 0-1 0 0,1 1 1 0 0,0 0 0 0 0,-1 0 0 0 0,1 0 0 0 0,-1 1 0 0 0,0-1 0 0 0,0 1 0 0 0,0 0 0 0 0,0 0 0 0 0,-1 0 0 0 0,0 1 0 0 0,0-1 0 0 0,0 1 0 0 0,0 0 0 0 0,-1 0 0 0 0,0 0 0 0 0,0 0 0 0 0,0 0 0 0 0,0 0 0 0 0,-1 1 0 0 0,0-1 0 0 0,0 0 0 0 0,-1 1 0 0 0,1 7 0 0 0,-2-2 0 0 0,0 0 1 0 0,-1 0-1 0 0,0 0 1 0 0,-1 0 0 0 0,0-1-1 0 0,-1 1 1 0 0,0-1-1 0 0,-1 0 1 0 0,0 0-1 0 0,0 0 1 0 0,-12 15 0 0 0,-9 9 59 0 0,-50 50 1 0 0,70-77-76 0 0,-246 220 2203 0 0,252-226-2188 0 0,-1-1 1 0 0,1 0-1 0 0,0 0 1 0 0,0 1 0 0 0,-1-1-1 0 0,1 0 1 0 0,0 0-1 0 0,-1 1 1 0 0,1-1 0 0 0,0 0-1 0 0,0 1 1 0 0,0-1-1 0 0,-1 0 1 0 0,1 1 0 0 0,0-1-1 0 0,0 0 1 0 0,0 1-1 0 0,0-1 1 0 0,0 1 0 0 0,0-1-1 0 0,0 0 1 0 0,-1 1-1 0 0,1-1 1 0 0,0 1 0 0 0,0-1-1 0 0,0 0 1 0 0,1 1-1 0 0,-1-1 1 0 0,0 0 0 0 0,0 1-1 0 0,0-1 1 0 0,0 1-1 0 0,0-1 1 0 0,0 0-1 0 0,1 1 1 0 0,-1-1 0 0 0,0 1-1 0 0,1-1 4 0 0,-1 1-1 0 0,1 0 1 0 0,0-1-1 0 0,0 1 1 0 0,-1-1-1 0 0,1 1 1 0 0,0-1-1 0 0,0 1 1 0 0,0-1-1 0 0,0 1 1 0 0,-1-1-1 0 0,1 0 1 0 0,0 1-1 0 0,0-1 1 0 0,0 0-1 0 0,1 0 0 0 0,26 2 160 0 0,0-2 0 0 0,48-5-1 0 0,60-16-344 0 0,-99 15-125 0 0,1-1-1402 0 0,0-2 0 0 0,43-16 0 0 0,-56 16-3885 0 0,47-26 0 0 0,-44 20-2535 0 0</inkml:trace>
  <inkml:trace contextRef="#ctx0" brushRef="#br0" timeOffset="3">3064 123 196 0 0,'-4'-31'8974'0'0,"6"-1"-4003"0"0,-1 29-4728 0 0,0 0 0 0 0,-1 1 0 0 0,1-1-1 0 0,0 0 1 0 0,0 1 0 0 0,0-1 0 0 0,1 1-1 0 0,-1 0 1 0 0,1-1 0 0 0,-1 1 0 0 0,1 0-1 0 0,0 0 1 0 0,0 0 0 0 0,0 0 0 0 0,0 0-1 0 0,0 0 1 0 0,0 0 0 0 0,1 1 0 0 0,-1-1-1 0 0,0 1 1 0 0,1 0 0 0 0,2-2-1 0 0,1 1-106 0 0,-1 0-1 0 0,1 1 0 0 0,-1-1 1 0 0,1 1-1 0 0,0 0 0 0 0,0 1 1 0 0,0-1-1 0 0,0 1 0 0 0,-1 1 0 0 0,1-1 1 0 0,0 1-1 0 0,0 0 0 0 0,0 0 1 0 0,-1 0-1 0 0,1 1 0 0 0,0 0 0 0 0,-1 0 1 0 0,0 0-1 0 0,1 1 0 0 0,-1 0 1 0 0,0 0-1 0 0,0 0 0 0 0,-1 1 1 0 0,1-1-1 0 0,4 6 0 0 0,-5-5-8 0 0,0 1 0 0 0,0 0-1 0 0,-1-1 1 0 0,0 1 0 0 0,0 1 0 0 0,0-1 0 0 0,-1 0-1 0 0,0 0 1 0 0,0 1 0 0 0,0 0 0 0 0,-1-1-1 0 0,1 1 1 0 0,-1 0 0 0 0,0 8 0 0 0,-1-4 57 0 0,-1-1-1 0 0,0 0 1 0 0,0 1 0 0 0,-1-1 0 0 0,0 0 0 0 0,0 0-1 0 0,-1 0 1 0 0,-5 11 0 0 0,-5 5 274 0 0,0-1 1 0 0,-2 0-1 0 0,-1-1 0 0 0,-1-1 1 0 0,-22 23-1 0 0,-17 20 757 0 0,-30 31 511 0 0,85-95-1723 0 0,1-1 0 0 0,-1 0 0 0 0,1 1 0 0 0,-1-1 0 0 0,1 1 0 0 0,-1-1 0 0 0,1 1 0 0 0,-1-1-1 0 0,1 1 1 0 0,-1-1 0 0 0,1 1 0 0 0,0-1 0 0 0,-1 1 0 0 0,1 0 0 0 0,0-1 0 0 0,0 1 0 0 0,-1-1 0 0 0,1 1 0 0 0,0 0 0 0 0,0-1 0 0 0,0 1 0 0 0,0 0 0 0 0,0-1 0 0 0,0 1 0 0 0,0 0-1 0 0,0-1 1 0 0,0 1 0 0 0,0 0 0 0 0,0-1 0 0 0,0 1 0 0 0,0 0 0 0 0,1-1 0 0 0,-1 1 0 0 0,0 0 0 0 0,0-1 0 0 0,1 1 0 0 0,-1-1 0 0 0,1 1 0 0 0,-1-1 0 0 0,0 1 0 0 0,1-1 0 0 0,-1 1-1 0 0,1-1 1 0 0,-1 1 0 0 0,1-1 0 0 0,-1 1 0 0 0,1-1 0 0 0,-1 0 0 0 0,1 1 0 0 0,0-1 0 0 0,-1 0 0 0 0,1 0 0 0 0,0 1 0 0 0,-1-1 0 0 0,1 0 0 0 0,0 0 0 0 0,-1 0 0 0 0,2 0-1 0 0,5 2 19 0 0,0 0 0 0 0,-1-1 0 0 0,1 0 0 0 0,8 0 0 0 0,62 0-715 0 0,130-16 1 0 0,76-30-1319 0 0,-131 10-3133 0 0,-122 26-690 0 0,37-18 1 0 0,-39 13-4316 0 0</inkml:trace>
</inkml:ink>
</file>

<file path=ppt/ink/ink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14:26.8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1 1248 0 0,'0'0'1908'0'0,"-1"16"3318"0"0,0-5 1174 0 0,0-8-5111 0 0,0 21 4748 0 0,1-24-5951 0 0,1 1 1 0 0,-1 0-1 0 0,0 0 1 0 0,1 0 0 0 0,-1-1-1 0 0,1 1 1 0 0,-1 0-1 0 0,1-1 1 0 0,-1 1 0 0 0,1 0-1 0 0,0-1 1 0 0,-1 1-1 0 0,1-1 1 0 0,0 1-1 0 0,-1-1 1 0 0,1 1 0 0 0,0-1-1 0 0,0 1 1 0 0,-1-1-1 0 0,1 0 1 0 0,0 1 0 0 0,0-1-1 0 0,0 0 1 0 0,0 0-1 0 0,-1 0 1 0 0,2 1 0 0 0,385 61 4080 0 0,-345-55-4038 0 0,56 12 57 0 0,-85-15-169 0 0,1 0-1 0 0,-1 1 1 0 0,0 0-1 0 0,-1 1 1 0 0,14 9-1 0 0,-13-7 69 0 0,0 1-1 0 0,-1 1 0 0 0,0 0 1 0 0,-1 1-1 0 0,0 0 0 0 0,0 0 0 0 0,-1 2 1 0 0,10 15-1 0 0,5 13 116 0 0,-3 0-1 0 0,-1 2 1 0 0,-3 0-1 0 0,-1 1 1 0 0,16 66-1 0 0,32 237 1401 0 0,-46-219-1416 0 0,126 712-184 0 0,-47-158 0 0 0,-30-185 0 0 0,-22-200 0 0 0,72 518 0 0 0,106 637 0 0 0,-89-842 0 0 0,-130-588 0 0 0,29 162 0 0 0,-31-168 0 0 0,2 0 0 0 0,-4-2 0 0 0,1-3 0 0 0,-3-1 0 0 0,-12-10 0 0 0,-1-7 0 0 0,5 2 0 0 0,0 0 0 0 0,0 0 0 0 0,0 1 0 0 0,-1 0 0 0 0,0 1 0 0 0,0 0 0 0 0,0 1 0 0 0,0 0 0 0 0,0 0 0 0 0,0 1 0 0 0,0 0 0 0 0,-20 2 0 0 0,3-1 0 0 0,-263 12-319 0 0,-2 22-1354 0 0,271-32 1475 0 0,-109 16-4033 0 0,-1 3-3521 0 0,112-18 6260 0 0,-133 20-13206 0 0</inkml:trace>
</inkml:ink>
</file>

<file path=ppt/ink/ink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15:08.8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 0 1168 0 0,'0'0'3734'0'0,"-9"8"-1072"0"0,9-8-2783 0 0,-8 25 4128 0 0,6-13-9780 0 0,2 2 2500 0 0</inkml:trace>
</inkml:ink>
</file>

<file path=ppt/ink/ink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15:10.6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23 852 0 0,'0'0'4542'0'0,"-3"-18"23"0"0,2 13-8311 0 0</inkml:trace>
</inkml:ink>
</file>

<file path=ppt/ink/ink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15:21.6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383 91 1116 0 0,'2'-2'782'0'0,"-1"-1"1"0"0,1 1-1 0 0,-1-1 0 0 0,0 0 0 0 0,0 0 1 0 0,0 0-1 0 0,-1 1 0 0 0,1-1 0 0 0,0-6 1 0 0,1-4 744 0 0,-2 11-749 0 0,-1-12 2898 0 0,-6-6-1842 0 0,7 19-1512 0 0,-14-6 506 0 0,8 7-798 0 0,1 0 1 0 0,-1 1 0 0 0,0-1-1 0 0,0 1 1 0 0,0 1-1 0 0,0-1 1 0 0,1 1 0 0 0,-1 0-1 0 0,1 0 1 0 0,-1 1-1 0 0,1-1 1 0 0,0 1 0 0 0,0 0-1 0 0,-8 7 1 0 0,-8 7-11 0 0,-35 35 1 0 0,54-50-16 0 0,-24 25 4 0 0,1 1 1 0 0,2 1-1 0 0,-23 36 0 0 0,33-43-2 0 0,0 1-1 0 0,2 0 0 0 0,0 1 0 0 0,2 0 0 0 0,-9 34 1 0 0,15-47-3 0 0,1 1 0 0 0,0-1 0 0 0,1 1 0 0 0,1-1 0 0 0,-1 1 1 0 0,2-1-1 0 0,0 1 0 0 0,0 0 0 0 0,1-1 0 0 0,1 0 0 0 0,-1 1 1 0 0,2-1-1 0 0,0 0 0 0 0,0-1 0 0 0,1 1 0 0 0,0-1 0 0 0,1 0 0 0 0,10 14 1 0 0,-6-11 15 0 0,0-1 0 0 0,1-1 1 0 0,1 0-1 0 0,0 0 1 0 0,0-2-1 0 0,1 1 0 0 0,0-1 1 0 0,1-1-1 0 0,0 0 1 0 0,0-1-1 0 0,1-1 0 0 0,28 9 1 0 0,34 7-265 0 0,-73-21-194 0 0,0 0-1 0 0,-1 0 0 0 0,1 0 0 0 0,0-1 0 0 0,0 0 1 0 0,4 1-1 0 0,-4-1 267 0 0,-1 0-1104 0 0,13 0-2240 0 0,-10-1 114 0 0,6-2-1341 0 0</inkml:trace>
</inkml:ink>
</file>

<file path=ppt/ink/ink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15:22.0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151 60 2368 0 0,'0'0'2174'0'0,"-3"-18"4875"0"0,2 11-1352 0 0,1 5-5634 0 0,0 1 1 0 0,0 0-1 0 0,0-1 0 0 0,1 1 0 0 0,-1 0 1 0 0,0 0-1 0 0,1-1 0 0 0,-1 1 0 0 0,1 0 0 0 0,0 0 1 0 0,-1 0-1 0 0,1-1 0 0 0,0 1 0 0 0,-1 0 0 0 0,1 0 1 0 0,0 0-1 0 0,0 0 0 0 0,0 1 0 0 0,0-1 0 0 0,0 0 1 0 0,0 0-1 0 0,0 1 0 0 0,1-1 0 0 0,-1 0 1 0 0,0 1-1 0 0,0-1 0 0 0,0 1 0 0 0,1-1 0 0 0,-1 1 1 0 0,0 0-1 0 0,1 0 0 0 0,1-1 0 0 0,1 0 79 0 0,-2 0-50 0 0,2 1-19 0 0,-1-1-61 0 0,0 1-5 0 0,0-1 0 0 0,0 1-1 0 0,0 0 1 0 0,0 0 0 0 0,0 0-1 0 0,0 0 1 0 0,0 1 0 0 0,0-1-1 0 0,0 1 1 0 0,0-1 0 0 0,0 1-1 0 0,0 0 1 0 0,0 0-1 0 0,-1 1 1 0 0,1-1 0 0 0,0 1-1 0 0,-1-1 1 0 0,1 1 0 0 0,-1 0-1 0 0,4 2 1 0 0,-3 0-7 0 0,0 0 0 0 0,0 1 1 0 0,0-1-1 0 0,-1 1 0 0 0,1-1 0 0 0,-1 1 0 0 0,0 0 0 0 0,0 0 1 0 0,-1 0-1 0 0,1 0 0 0 0,-1 0 0 0 0,0 0 0 0 0,-1 1 0 0 0,1 5 0 0 0,-1-1 3 0 0,-1-1 0 0 0,0 1-1 0 0,-1-1 1 0 0,0 1-1 0 0,0-1 1 0 0,-1 0 0 0 0,-5 12-1 0 0,-5 6 18 0 0,-2 0 0 0 0,0-1 0 0 0,-39 48 0 0 0,-103 113 97 0 0,156-187-115 0 0,1 1 0 0 0,-1-1 0 0 0,0 1 0 0 0,1 0 0 0 0,-1-1 0 0 0,1 1 0 0 0,-1 0 0 0 0,1 0 0 0 0,-1-1 0 0 0,1 1 0 0 0,0 0 0 0 0,-1 0 0 0 0,1 0 0 0 0,0-1 0 0 0,0 1 0 0 0,0 0 1 0 0,0 0-1 0 0,0 0 0 0 0,-1 0 0 0 0,1 0 0 0 0,1 0 0 0 0,-1 0 0 0 0,0 0 1 0 0,1 0-1 0 0,-1-1 1 0 0,0 1 0 0 0,1-1 0 0 0,-1 1 0 0 0,1-1-1 0 0,0 1 1 0 0,-1-1 0 0 0,1 1 0 0 0,-1-1-1 0 0,1 0 1 0 0,0 1 0 0 0,-1-1 0 0 0,1 0 0 0 0,0 1-1 0 0,-1-1 1 0 0,1 0 0 0 0,0 0 0 0 0,1 0-1 0 0,33 0 46 0 0,71-20 37 0 0,-65 11-52 0 0,115-29 874 0 0,-89 18 76 0 0,-64 20-927 0 0,-1-1-22 0 0,20-8-2272 0 0,-7-2-7942 0 0</inkml:trace>
</inkml:ink>
</file>

<file path=ppt/ink/ink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15:22.5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143 76 1044 0 0,'-108'-22'17451'0'0,"105"21"-16426"0"0,-13 0-341 0 0,13 0-71 0 0,-6-2-428 0 0,6 1 76 0 0,20-3-195 0 0,1 1-1 0 0,0 1 0 0 0,32-2 1 0 0,-21 2-55 0 0,186-13-66 0 0,-212 15 62 0 0,1 1 6 0 0,11 0-3 0 0,-11 0 5 0 0,27-4 83 0 0,-28 4-71 0 0,16-3-1374 0 0,-12 2-2758 0 0</inkml:trace>
</inkml:ink>
</file>

<file path=ppt/ink/ink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15:23.2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155 95 1292 0 0,'-12'-8'5687'0'0,"10"7"-5545"0"0,1 0 195 0 0,-1 0-1 0 0,1-1 0 0 0,-1 1 1 0 0,1 0-1 0 0,-1-1 0 0 0,1 1 0 0 0,0-1 1 0 0,0 1-1 0 0,0-1 0 0 0,0 1 0 0 0,0-1 1 0 0,0 0-1 0 0,0 0 0 0 0,0 1 1 0 0,0-4-1 0 0,3 2-203 0 0,0-1 1 0 0,-1 1-1 0 0,2 0 1 0 0,-1 0-1 0 0,0-1 1 0 0,1 1-1 0 0,-1 1 1 0 0,1-1-1 0 0,0 0 1 0 0,0 1-1 0 0,0-1 0 0 0,0 1 1 0 0,0 0-1 0 0,7-4 1 0 0,-5 4-114 0 0,-1 0 1 0 0,1 0-1 0 0,-1 1 1 0 0,1-1-1 0 0,0 1 1 0 0,-1 0-1 0 0,1 0 0 0 0,0 1 1 0 0,0-1-1 0 0,0 1 1 0 0,0 0-1 0 0,-1 0 1 0 0,6 1-1 0 0,-4 0-21 0 0,-1 0-1 0 0,0 1 1 0 0,0-1-1 0 0,0 1 1 0 0,0 0-1 0 0,0 0 1 0 0,0 0-1 0 0,-1 1 1 0 0,1 0-1 0 0,-1 0 1 0 0,0 0-1 0 0,1 0 1 0 0,-1 1-1 0 0,-1-1 1 0 0,1 1-1 0 0,0 0 1 0 0,-1 0-1 0 0,0 1 1 0 0,0-1-1 0 0,0 0 1 0 0,-1 1-1 0 0,1 0 1 0 0,-1 0-1 0 0,0 0 1 0 0,2 8-1 0 0,-2 2 4 0 0,0 0 1 0 0,0-1-1 0 0,-2 1 0 0 0,0 0 1 0 0,0 0-1 0 0,-5 25 0 0 0,0-11 12 0 0,-2-1-1 0 0,0 0 0 0 0,-2-1 0 0 0,-1 0 0 0 0,-16 30 0 0 0,-76 122 68 0 0,-59 61 688 0 0,156-233-708 0 0,4-6-17 0 0,0 0 0 0 0,0 0 0 0 0,1 0 0 0 0,-1 0 1 0 0,0-1-1 0 0,1 1 0 0 0,-1 0 0 0 0,0 0 1 0 0,1 0-1 0 0,-1 1 0 0 0,1-1 0 0 0,0 0 0 0 0,-1 0 1 0 0,1 0-1 0 0,0 0 0 0 0,0 0 0 0 0,0 0 0 0 0,-1 0 1 0 0,1 1-1 0 0,0-1 0 0 0,1 0 0 0 0,-1 0 1 0 0,0 0-1 0 0,0 0 0 0 0,0 1 0 0 0,1-1 0 0 0,-1 0 1 0 0,0 0-1 0 0,1 0 0 0 0,-1 0 0 0 0,2 2 1 0 0,-1-2 19 0 0,1 0 0 0 0,-1 0 1 0 0,0-1-1 0 0,1 1 1 0 0,-1 0-1 0 0,1 0 1 0 0,-1-1-1 0 0,1 1 1 0 0,0-1-1 0 0,-1 1 1 0 0,1-1-1 0 0,-1 0 0 0 0,1 0 1 0 0,0 1-1 0 0,2-1 1 0 0,31-2 350 0 0,-26 2-325 0 0,64-7 425 0 0,83-18 0 0 0,-92 13-371 0 0,-8 0-68 0 0,-46 10-153 0 0,34-8-2485 0 0,-38 8 1050 0 0,0-1 0 0 0,0 1-1 0 0,-1-1 1 0 0,0 0 0 0 0,9-6-1 0 0,0-1-4328 0 0</inkml:trace>
</inkml:ink>
</file>

<file path=ppt/ink/ink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15:23.5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518 180 744 0 0,'4'-13'2038'0'0,"2"-5"1439"0"0,-1 0 1 0 0,-1-1-1 0 0,0 1 0 0 0,2-38 1 0 0,-6 54-3384 0 0,0 1 0 0 0,0-1 0 0 0,0 0 0 0 0,0 1 0 0 0,0-1 0 0 0,0 1 0 0 0,-1-1 0 0 0,1 0 0 0 0,0 1 0 0 0,-1-1 0 0 0,0 1 0 0 0,1-1 0 0 0,-1 1 0 0 0,0-1 0 0 0,0 1 0 0 0,0-1 0 0 0,0 1 0 0 0,0 0 0 0 0,-2-2 0 0 0,2 2-62 0 0,0 0-1 0 0,-1 0 1 0 0,1 1 0 0 0,0-1 0 0 0,-1 1-1 0 0,1 0 1 0 0,-1-1 0 0 0,1 1-1 0 0,-1 0 1 0 0,1 0 0 0 0,-1 0-1 0 0,1 0 1 0 0,-1 0 0 0 0,1 0-1 0 0,-1 0 1 0 0,1 0 0 0 0,-2 1 0 0 0,-6 2-14 0 0,0 0 0 0 0,1 0 1 0 0,0 1-1 0 0,0 0 1 0 0,-10 7-1 0 0,-21 15 61 0 0,2 1 1 0 0,2 2-1 0 0,-42 42 0 0 0,26-16-10 0 0,-55 75-1 0 0,89-107-60 0 0,2 0-1 0 0,0 2 0 0 0,-16 36 1 0 0,26-51-2 0 0,1 0 0 0 0,1 1 1 0 0,0-1-1 0 0,0 1 0 0 0,1-1 0 0 0,0 1 1 0 0,1 0-1 0 0,0 0 0 0 0,1 0 0 0 0,0 0 1 0 0,3 20-1 0 0,-1-25 1 0 0,-1-1 0 0 0,1 1 0 0 0,0 0 0 0 0,0 0 1 0 0,1-1-1 0 0,0 1 0 0 0,0-1 0 0 0,0 0 0 0 0,1 0 0 0 0,-1 0 1 0 0,1 0-1 0 0,0-1 0 0 0,8 7 0 0 0,-4-5-105 0 0,-1-1 1 0 0,1 0-1 0 0,0 0 1 0 0,1-1 0 0 0,-1 0-1 0 0,1 0 1 0 0,0-1-1 0 0,10 2 1 0 0,7 0-1119 0 0,-1-1 0 0 0,1-1 0 0 0,1-1 0 0 0,-1-2 0 0 0,36-3 0 0 0,18-6-5476 0 0,-41 1 572 0 0</inkml:trace>
</inkml:ink>
</file>

<file path=ppt/ink/ink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15:23.7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43 3016 0 0,'25'-22'11657'0'0,"-12"11"-4726"0"0,-2 4 1635 0 0,-7 5-8031 0 0,3 2 1475 0 0,-3 9-1958 0 0,-4 5-52 0 0,0 0 0 0 0,0 1 0 0 0,-2-1 0 0 0,-5 25 0 0 0,-1 11 0 0 0,-7 91-2847 0 0,-2 192-13128 0 0,17-282 4434 0 0</inkml:trace>
</inkml:ink>
</file>

<file path=ppt/ink/ink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15:24.5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446 48 760 0 0,'0'0'1210'0'0,"-2"-2"-190"0"0,-3-7-139 0 0,3 7-62 0 0,-11-18 4428 0 0,9 12-3884 0 0,3 7-1089 0 0,1 1-1 0 0,0-1 1 0 0,-1 1-1 0 0,1-1 1 0 0,-1 1-1 0 0,1 0 1 0 0,0-1-1 0 0,-1 1 1 0 0,1-1 0 0 0,-1 1-1 0 0,1 0 1 0 0,-1 0-1 0 0,0-1 1 0 0,1 1-1 0 0,-1 0 1 0 0,1 0 0 0 0,-1 0-1 0 0,1-1 1 0 0,-1 1-1 0 0,0 0 1 0 0,1 0-1 0 0,-1 0 1 0 0,1 0-1 0 0,-2 0 1 0 0,-3 2-204 0 0,0-1 0 0 0,0 1 0 0 0,0 0 0 0 0,0 1 0 0 0,1-1 0 0 0,-1 1 1 0 0,0 0-1 0 0,1 0 0 0 0,-7 6 0 0 0,-39 41 125 0 0,32-31-133 0 0,-21 25-11 0 0,2 0 0 0 0,2 3 0 0 0,2 1 0 0 0,2 1 0 0 0,-29 62-1 0 0,51-91-46 0 0,0 1 0 0 0,1 0 0 0 0,-9 44 0 0 0,15-55-4 0 0,0 0 1 0 0,1 0 0 0 0,0 1 0 0 0,1-1-1 0 0,0 1 1 0 0,1-1 0 0 0,0 0 0 0 0,1 0-1 0 0,0 1 1 0 0,6 17 0 0 0,-7-25-20 0 0,0 0-1 0 0,1 0 1 0 0,0 0 0 0 0,0 0 0 0 0,0 0 0 0 0,0 0 0 0 0,0 0 0 0 0,0-1-1 0 0,1 1 1 0 0,-1-1 0 0 0,1 0 0 0 0,0 0 0 0 0,0 0 0 0 0,0 0-1 0 0,3 2 1 0 0,0-2-158 0 0,-1 0-1 0 0,1 0 1 0 0,0 0 0 0 0,0 0-1 0 0,0-1 1 0 0,0 0-1 0 0,12 0 1 0 0,-2-1-1377 0 0,0-2 1 0 0,0 1 0 0 0,0-2 0 0 0,0 0-1 0 0,26-9 1 0 0,-8-2-4423 0 0</inkml:trace>
</inkml:ink>
</file>

<file path=ppt/ink/ink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15:25.1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201 97 1404 0 0,'-58'-40'11409'0'0,"24"14"-7131"0"0,32 25-3913 0 0,0-7 211 0 0,2 8-565 0 0,0-1 0 0 0,0 1-1 0 0,-1 0 1 0 0,1-1 0 0 0,0 1-1 0 0,0-1 1 0 0,0 1 0 0 0,0 0-1 0 0,0-1 1 0 0,0 1 0 0 0,0-1-1 0 0,0 1 1 0 0,0 0 0 0 0,0-1-1 0 0,0 1 1 0 0,0-1 0 0 0,0 1-1 0 0,0 0 1 0 0,0-1 0 0 0,1 1-1 0 0,-1-1 1 0 0,0 1 0 0 0,0 0-1 0 0,0-1 1 0 0,1 1 0 0 0,-1 0-1 0 0,0-1 1 0 0,0 1 0 0 0,1 0-1 0 0,-1-1 1 0 0,0 1 0 0 0,1 0-1 0 0,-1 0 1 0 0,0-1 0 0 0,1 1-1 0 0,-1 0 1 0 0,0 0 0 0 0,1 0-1 0 0,-1 0 1 0 0,0-1 0 0 0,1 1-1 0 0,-1 0 1 0 0,1 0 0 0 0,-1 0-1 0 0,1 0 1 0 0,-1 0 0 0 0,3-1 9 0 0,-1 0 1 0 0,0 0-1 0 0,1 0 1 0 0,-1 0-1 0 0,1 0 1 0 0,-1 1 0 0 0,1-1-1 0 0,-1 1 1 0 0,1 0-1 0 0,4 0 1 0 0,27 2 30 0 0,-25 4-19 0 0,-6-3-22 0 0,-2-2-6 0 0,0 0 0 0 0,0 0 0 0 0,1 0 0 0 0,-1 0 0 0 0,0 1 0 0 0,0-1 0 0 0,0 0-1 0 0,0 1 1 0 0,0-1 0 0 0,-1 1 0 0 0,1-1 0 0 0,0 1 0 0 0,-1-1 0 0 0,1 1 0 0 0,-1 0 0 0 0,0-1 0 0 0,1 1 0 0 0,-1 0 0 0 0,0-1 0 0 0,0 1-1 0 0,0 2 1 0 0,-5 32 35 0 0,-1-16-33 0 0,-1 1 1 0 0,-1-2 0 0 0,0 1-1 0 0,-2-1 1 0 0,-15 24 0 0 0,-68 81-26 0 0,77-103 28 0 0,-12 13-5 0 0,36-37 23 0 0,6-2-30 0 0,-9 2 1 0 0,1-1 1 0 0,0 0 0 0 0,0 1-1 0 0,0 0 1 0 0,0 1 0 0 0,1-1-1 0 0,-1 1 1 0 0,1 1 0 0 0,0-1-1 0 0,-1 1 1 0 0,9-1 0 0 0,-5 2-10 0 0,-1 0 1 0 0,1 1 0 0 0,0 0-1 0 0,-1 1 1 0 0,1 0 0 0 0,-1 0-1 0 0,0 1 1 0 0,0 0 0 0 0,0 0-1 0 0,0 1 1 0 0,0 1 0 0 0,-1-1 0 0 0,10 8-1 0 0,-8-5 64 0 0,-1 0-1 0 0,1 0 0 0 0,-2 1 1 0 0,1 1-1 0 0,-1-1 1 0 0,0 1-1 0 0,-1 1 1 0 0,0 0-1 0 0,-1 0 0 0 0,10 20 1 0 0,-13-25 147 0 0,-1 1 0 0 0,-1 0 0 0 0,1-1-1 0 0,-1 1 1 0 0,0 0 0 0 0,0 0 0 0 0,-1 0 0 0 0,1 0 0 0 0,-2 0 0 0 0,1 0 0 0 0,0 0 0 0 0,-1 0 0 0 0,0 0 0 0 0,-1 0 0 0 0,1 0 0 0 0,-1-1-1 0 0,0 1 1 0 0,-1-1 0 0 0,1 1 0 0 0,-1-1 0 0 0,0 0 0 0 0,0 0 0 0 0,-8 9 0 0 0,4-6-2 0 0,0-1 0 0 0,0 0 0 0 0,0 0 0 0 0,-1-1 0 0 0,0 0 0 0 0,-1-1 1 0 0,1 0-1 0 0,-1 0 0 0 0,0 0 0 0 0,0-1 0 0 0,0-1 0 0 0,-1 0 0 0 0,-17 4 0 0 0,14-4-137 0 0,-1 0 0 0 0,0-1 0 0 0,0 0 0 0 0,0-1 0 0 0,0-1 0 0 0,0 0-1 0 0,0-1 1 0 0,-27-6 0 0 0,40 7-141 0 0,0 0-1 0 0,0-1 1 0 0,0 1-1 0 0,0-1 1 0 0,0 1-1 0 0,0-1 1 0 0,0 1-1 0 0,0-1 1 0 0,0 1-1 0 0,0-1 1 0 0,0 0-1 0 0,0 0 1 0 0,0 0-1 0 0,1 1 1 0 0,-1-1-1 0 0,0 0 1 0 0,1 0-1 0 0,-1 0 1 0 0,0 0-1 0 0,1 0 1 0 0,-1 0-1 0 0,1 0 1 0 0,0 0-1 0 0,-1-1 1 0 0,1 1-1 0 0,0 0 1 0 0,0 0-1 0 0,-1 0 1 0 0,1 0-1 0 0,0 0 1 0 0,0-1-1 0 0,0 1 1 0 0,1 0-1 0 0,-1-2 1 0 0,1-1-385 0 0,0-1 1 0 0,0 1 0 0 0,0-1-1 0 0,1 1 1 0 0,0-1 0 0 0,4-7-1 0 0,8-9-2423 0 0,1 1-1 0 0,1 0 1 0 0,23-23-1 0 0,-4 10-4656 0 0</inkml:trace>
</inkml:ink>
</file>

<file path=ppt/ink/ink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15:25.3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43 156 216 0 0,'-6'-14'7541'0'0,"-24"-19"3687"0"0,29 32-10619 0 0,0 1-562 0 0,1-1 0 0 0,-1 1 0 0 0,1-1 0 0 0,0 1 0 0 0,-1-1 0 0 0,1 1 0 0 0,0-1-1 0 0,-1 1 1 0 0,1-1 0 0 0,0 1 0 0 0,0-1 0 0 0,-1 1 0 0 0,1-1 0 0 0,0 1 0 0 0,0-1-1 0 0,0 1 1 0 0,0-1 0 0 0,0 0 0 0 0,0 1 0 0 0,0-1 0 0 0,0 1 0 0 0,0-1 0 0 0,0 0-1 0 0,0 1 1 0 0,0-1 0 0 0,0 1 0 0 0,1-1 0 0 0,-1 1 0 0 0,0-1 0 0 0,0 1 0 0 0,1-1-1 0 0,-1 1 1 0 0,0-1 0 0 0,1 1 0 0 0,-1-1 0 0 0,0 1 0 0 0,1-1 0 0 0,-1 1 0 0 0,1 0-1 0 0,-1-1 1 0 0,0 1 0 0 0,1 0 0 0 0,-1-1 0 0 0,1 1 0 0 0,0-1 0 0 0,37-14-18 0 0,0 1 0 0 0,56-12 0 0 0,-34 13-3783 0 0,1 1-5205 0 0,-45 8 2238 0 0</inkml:trace>
</inkml:ink>
</file>

<file path=ppt/ink/ink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15:25.9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119 231 2080 0 0,'-3'-4'710'0'0,"-1"0"1"0"0,1 0-1 0 0,1 0 0 0 0,-1-1 0 0 0,0 1 0 0 0,1-1 0 0 0,0 1 1 0 0,0-1-1 0 0,1 0 0 0 0,-1 0 0 0 0,1 0 0 0 0,0 0 0 0 0,0 0 1 0 0,0-10-1 0 0,2 10-484 0 0,-1 0 0 0 0,1 0 0 0 0,0 0 0 0 0,1 0 0 0 0,-1 0 0 0 0,1 0 0 0 0,0 0 0 0 0,0 1 0 0 0,1-1 0 0 0,-1 1 0 0 0,1-1 0 0 0,0 1 0 0 0,0 0 0 0 0,6-6 0 0 0,-2 3-134 0 0,0-1 0 0 0,1 2 0 0 0,0-1 1 0 0,0 1-1 0 0,0 1 0 0 0,1-1 0 0 0,-1 1 0 0 0,1 1 0 0 0,1 0 1 0 0,-1 0-1 0 0,1 1 0 0 0,-1 0 0 0 0,1 0 0 0 0,0 1 0 0 0,12-1 1 0 0,-15 4-91 0 0,16 12 15 0 0,-19-6-13 0 0,-3-3-1 0 0,1 0 4 0 0,0 0 1 0 0,0 0-1 0 0,0 1 0 0 0,-1-1 0 0 0,0 1 0 0 0,0-1 0 0 0,0 1 1 0 0,-1 0-1 0 0,1-1 0 0 0,-1 1 0 0 0,0-1 0 0 0,-1 1 0 0 0,1 0 0 0 0,-1-1 1 0 0,-2 9-1 0 0,-1 4 29 0 0,-2 0 1 0 0,-11 27 0 0 0,-2-4 19 0 0,-2 0 0 0 0,-47 67 1 0 0,63-99-56 0 0,0 1-1 0 0,0 0 1 0 0,-4 14 0 0 0,7-20-2 0 0,3-2 1 0 0,-1 0 0 0 0,0-1 0 0 0,0 1 0 0 0,0 0 0 0 0,0-1 0 0 0,0 1 0 0 0,1 0 0 0 0,-1-1-1 0 0,0 1 1 0 0,1 0 0 0 0,-1-1 0 0 0,1 1 0 0 0,-1-1 0 0 0,0 1 0 0 0,1 0 0 0 0,-1-1 0 0 0,1 1 0 0 0,-1-1 0 0 0,1 0 0 0 0,0 1 0 0 0,-1-1 0 0 0,1 1 0 0 0,-1-1 0 0 0,1 0 0 0 0,0 1 0 0 0,-1-1 0 0 0,1 0 0 0 0,0 0 0 0 0,0 0 0 0 0,1 1 0 0 0,24 7 3 0 0,-23-7-7 0 0,78 18 33 0 0,17 6 51 0 0,-88-23 58 0 0,0 2 0 0 0,0-1 0 0 0,0 1-1 0 0,-1 0 1 0 0,0 1 0 0 0,0 1 0 0 0,0-1 0 0 0,0 1 0 0 0,-1 0-1 0 0,0 1 1 0 0,14 15 0 0 0,-21-20-42 0 0,1 1 0 0 0,-1-1 0 0 0,0 1-1 0 0,0-1 1 0 0,-1 1 0 0 0,1-1 0 0 0,0 1-1 0 0,-1-1 1 0 0,0 1 0 0 0,1 0 0 0 0,-1-1 0 0 0,0 1-1 0 0,0 0 1 0 0,-1-1 0 0 0,1 1 0 0 0,-1 0 0 0 0,1-1-1 0 0,-2 5 1 0 0,-1 1 134 0 0,1-1-1 0 0,-1 1 1 0 0,-1-1-1 0 0,-8 13 1 0 0,-1-1 11 0 0,-2-1 1 0 0,0 0-1 0 0,-1-1 0 0 0,-1-1 1 0 0,-1-1-1 0 0,0 0 1 0 0,-29 17-1 0 0,13-11-67 0 0,-1-3 0 0 0,0 0 0 0 0,-61 19 0 0 0,89-35-160 0 0,1 0-1 0 0,-1 0 0 0 0,1-1 0 0 0,-1 0 1 0 0,0 0-1 0 0,0-1 0 0 0,0 0 1 0 0,0 0-1 0 0,1 0 0 0 0,-13-3 0 0 0,17 3-124 0 0,0-1 0 0 0,0 1 0 0 0,0-1 0 0 0,0 1 0 0 0,0-1 0 0 0,0 0 0 0 0,1 0 0 0 0,-1 0 0 0 0,0 0-1 0 0,0 0 1 0 0,1 0 0 0 0,-1 0 0 0 0,1-1 0 0 0,-1 1 0 0 0,1 0 0 0 0,0-1 0 0 0,0 1 0 0 0,-1-1 0 0 0,1 0 0 0 0,0 1 0 0 0,0-1-1 0 0,0 0 1 0 0,1 0 0 0 0,-1 0 0 0 0,0 0 0 0 0,1 1 0 0 0,-1-1 0 0 0,1 0 0 0 0,0 0 0 0 0,-1 0 0 0 0,1 0 0 0 0,0 0-1 0 0,0 0 1 0 0,0 0 0 0 0,1 0 0 0 0,-1 0 0 0 0,0 0 0 0 0,2-2 0 0 0,2-7-1494 0 0,1 1 0 0 0,1 1 1 0 0,0-1-1 0 0,0 1 0 0 0,1 0 0 0 0,12-12 0 0 0,-18 19 1281 0 0,23-23-6904 0 0</inkml:trace>
</inkml:ink>
</file>

<file path=ppt/ink/ink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15:26.2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515 143 3112 0 0,'5'-7'1399'0'0,"0"1"0"0"0,0-1 0 0 0,-1 0 0 0 0,0 0 0 0 0,-1-1-1 0 0,5-12 1 0 0,-7 16-879 0 0,0 0-1 0 0,0 0 1 0 0,0 0-1 0 0,-1 0 1 0 0,0 0-1 0 0,0 0 0 0 0,0-1 1 0 0,0 1-1 0 0,0 0 1 0 0,-1 0-1 0 0,0 0 1 0 0,0 0-1 0 0,0 0 0 0 0,-2-5 1 0 0,2 8-473 0 0,1 0 1 0 0,-1 0-1 0 0,0 0 0 0 0,0 0 1 0 0,0 0-1 0 0,1 1 0 0 0,-1-1 1 0 0,0 0-1 0 0,0 0 0 0 0,0 1 1 0 0,0-1-1 0 0,0 0 0 0 0,0 1 1 0 0,-1-1-1 0 0,1 1 0 0 0,0-1 1 0 0,0 1-1 0 0,0 0 1 0 0,0-1-1 0 0,-1 1 0 0 0,1 0 1 0 0,0 0-1 0 0,0 0 0 0 0,0 0 1 0 0,-2 0-1 0 0,-2 0 12 0 0,1 1 0 0 0,0-1 1 0 0,0 1-1 0 0,-1 0 0 0 0,-5 2 0 0 0,-5 3 31 0 0,0 1 0 0 0,1 1 1 0 0,0 0-1 0 0,1 0 0 0 0,-24 21 0 0 0,-56 61 16 0 0,78-74-66 0 0,-25 27 26 0 0,-67 94 1 0 0,85-105-53 0 0,2 2 0 0 0,2 0 1 0 0,-28 71-1 0 0,42-94-14 0 0,1 0 1 0 0,0 1-1 0 0,1-1 0 0 0,0 1 1 0 0,0-1-1 0 0,2 1 1 0 0,-1 0-1 0 0,1 0 0 0 0,1-1 1 0 0,0 1-1 0 0,1-1 1 0 0,3 14-1 0 0,-3-19-17 0 0,0 0 0 0 0,1 0 0 0 0,0 0 0 0 0,0 0 0 0 0,0-1 0 0 0,0 1 0 0 0,1-1-1 0 0,0 0 1 0 0,0 0 0 0 0,0 0 0 0 0,1-1 0 0 0,-1 0 0 0 0,1 1 0 0 0,0-2 0 0 0,0 1 0 0 0,1 0 0 0 0,-1-1 0 0 0,1 0 0 0 0,0-1-1 0 0,0 1 1 0 0,0-1 0 0 0,0 0 0 0 0,11 2 0 0 0,5 0-796 0 0,0-2 0 0 0,0 0 1 0 0,1-1-1 0 0,-1-2 0 0 0,24-2 0 0 0,56-15-7243 0 0,-53 6 639 0 0</inkml:trace>
</inkml:ink>
</file>

<file path=ppt/ink/ink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15:26.5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145 30 3352 0 0,'19'-29'24710'0'0,"-19"38"-24537"0"0,0 0-1 0 0,-1 0 1 0 0,0-1 0 0 0,-1 1 0 0 0,1 0 0 0 0,-2 0-1 0 0,-3 8 1 0 0,-3 16 46 0 0,-65 280-2793 0 0,48-208-2191 0 0,-2-1-3974 0 0,15-48-2442 0 0</inkml:trace>
</inkml:ink>
</file>

<file path=ppt/ink/ink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15:27.3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491 64 224 0 0,'0'0'2055'0'0,"2"-27"7312"0"0,-2 25-9070 0 0,1 0 0 0 0,-1 1 1 0 0,-1-1-1 0 0,1 1 0 0 0,0-1 0 0 0,0 0 0 0 0,-1 1 0 0 0,1-1 0 0 0,0 1 0 0 0,-1-1 0 0 0,0 1 0 0 0,1-1 0 0 0,-1 1 0 0 0,0-1 0 0 0,0 1 0 0 0,0 0 0 0 0,0-1 0 0 0,0 1 0 0 0,0 0 0 0 0,-1-2 0 0 0,-4 2-202 0 0,1 0 0 0 0,0 1 0 0 0,0-1 0 0 0,-1 1 0 0 0,1 0 0 0 0,-1 0 0 0 0,1 0 0 0 0,0 1 0 0 0,-1 0 0 0 0,1 0 0 0 0,0 1 0 0 0,0-1 0 0 0,0 1 0 0 0,0 0 0 0 0,0 0 0 0 0,0 1 0 0 0,0-1 0 0 0,1 1 0 0 0,0 0 0 0 0,-7 6 0 0 0,-9 8-65 0 0,1 0 0 0 0,-33 40 0 0 0,49-54-2 0 0,-35 44 14 0 0,1 2 0 0 0,3 1-1 0 0,1 2 1 0 0,3 1 0 0 0,-41 103-1 0 0,64-139-33 0 0,2 1 0 0 0,0-1 0 0 0,0 1-1 0 0,2 1 1 0 0,0-1 0 0 0,1 1 0 0 0,1-1 0 0 0,2 25 0 0 0,-1-36 2 0 0,1 1 0 0 0,0-1 0 0 0,1 0 0 0 0,0 0 0 0 0,0 0 1 0 0,0 0-1 0 0,1 0 0 0 0,0 0 0 0 0,0 0 0 0 0,1-1 0 0 0,0 1 0 0 0,0-1 1 0 0,1 0-1 0 0,-1-1 0 0 0,1 1 0 0 0,0-1 0 0 0,1 0 0 0 0,-1 0 0 0 0,1 0 1 0 0,0-1-1 0 0,1 0 0 0 0,-1 0 0 0 0,8 3 0 0 0,0-2 13 0 0,-1 0 0 0 0,1-1 0 0 0,1-1 0 0 0,-1 0 0 0 0,0-1 0 0 0,1 0 0 0 0,-1-1 0 0 0,24-2 0 0 0,2-2-39 0 0,73-15 0 0 0,-34-2-2013 0 0,-32-1-5272 0 0,-34 9-1701 0 0</inkml:trace>
</inkml:ink>
</file>

<file path=ppt/ink/ink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15:27.8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11 1836 0 0,'6'-10'19383'0'0,"-13"76"-14687"0"0,6-48-4442 0 0,1 0-1 0 0,4 35 1 0 0,-2-45-333 0 0,-1-1 0 0 0,1 1 0 0 0,0 0 0 0 0,1-1 0 0 0,0 0 0 0 0,0 1 1 0 0,0-1-1 0 0,1 0 0 0 0,5 7 0 0 0,-6-10 81 0 0,0-1 1 0 0,1 1 0 0 0,-1-1-1 0 0,1 0 1 0 0,-1 0-1 0 0,1 0 1 0 0,0 0 0 0 0,0-1-1 0 0,0 1 1 0 0,1-1-1 0 0,-1 0 1 0 0,1-1 0 0 0,-1 1-1 0 0,1-1 1 0 0,-1 0-1 0 0,10 2 1 0 0,-6-3-4 0 0,-1 1-1 0 0,1-1 1 0 0,0 0-1 0 0,0-1 1 0 0,-1 0 0 0 0,1 0-1 0 0,0-1 1 0 0,-1 0 0 0 0,0 0-1 0 0,1 0 1 0 0,-1-1-1 0 0,0 0 1 0 0,0-1 0 0 0,0 0-1 0 0,-1 0 1 0 0,10-7-1 0 0,-1-2 144 0 0,0-2-1 0 0,0 1 0 0 0,-2-2 1 0 0,22-30-1 0 0,-7-1 2832 0 0,-27 46-2238 0 0,-2 19-280 0 0,-26 107 356 0 0,8-50-642 0 0,3 0-760 0 0,-26 125 1599 0 0,31-134-4254 0 0,1-1-3944 0 0</inkml:trace>
</inkml:ink>
</file>

<file path=ppt/ink/ink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15:28.1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73 262 2544 0 0,'-11'-23'7808'0'0,"-19"-29"1"0"0,-1-1-638 0 0,31 52-7144 0 0,0 1-1 0 0,0-1 0 0 0,0 0 0 0 0,-1 1 0 0 0,1-1 1 0 0,1 0-1 0 0,-1 1 0 0 0,0-1 0 0 0,0 0 0 0 0,0 1 1 0 0,0-1-1 0 0,0 1 0 0 0,0-1 0 0 0,1 0 0 0 0,-1 1 1 0 0,0-1-1 0 0,1 1 0 0 0,-1-1 0 0 0,0 1 0 0 0,1-1 1 0 0,-1 1-1 0 0,1-1 0 0 0,-1 1 0 0 0,1-1 0 0 0,-1 1 1 0 0,1-1-1 0 0,-1 1 0 0 0,1 0 0 0 0,-1-1 0 0 0,1 1 1 0 0,20-12 177 0 0,-19 11-173 0 0,31-13 18 0 0,1 2-1 0 0,1 1 1 0 0,54-10-1 0 0,4-2-112 0 0,-15 7-3554 0 0,-76 15 2446 0 0,8-4-1152 0 0</inkml:trace>
</inkml:ink>
</file>

<file path=ppt/ink/ink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15:28.6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42 99 3596 0 0,'-7'-52'13714'0'0,"4"31"-10039"0"0,2 18-2755 0 0,-1-7 886 0 0,0-2-124 0 0,-3 26-1157 0 0,-4 41 16 0 0,-3 69 0 0 0,12-95-457 0 0,0 0 0 0 0,1 0 1 0 0,2 0-1 0 0,9 39 0 0 0,-10-59-80 0 0,1 0 0 0 0,0 0-1 0 0,1 0 1 0 0,-1-1 0 0 0,10 16 0 0 0,-10-20-22 0 0,0 0 1 0 0,0 0 0 0 0,1 0 0 0 0,-1-1-1 0 0,1 1 1 0 0,0-1 0 0 0,0 0 0 0 0,0 0-1 0 0,0 0 1 0 0,0 0 0 0 0,10 4-1 0 0,-11-7 8 0 0,0 1-1 0 0,0 0 1 0 0,0-1-1 0 0,0 1 1 0 0,0-1-1 0 0,0 0 0 0 0,0 0 1 0 0,0 0-1 0 0,0-1 1 0 0,0 1-1 0 0,0-1 0 0 0,0 0 1 0 0,0 1-1 0 0,0-1 1 0 0,0 0-1 0 0,0-1 0 0 0,0 1 1 0 0,-1-1-1 0 0,1 1 1 0 0,2-3-1 0 0,5-3-76 0 0,0-1 1 0 0,-1 0-1 0 0,13-14 0 0 0,-9 7-31 0 0,0-1 0 0 0,-2 0 0 0 0,20-36 0 0 0,19-57 1247 0 0,-45 100-782 0 0,6-11 563 0 0,-10 20-878 0 0,-1 0 0 0 0,0 0 0 0 0,0 1 0 0 0,1-1 0 0 0,-1 1 0 0 0,0-1 0 0 0,0 0 0 0 0,1 1 0 0 0,-1-1 0 0 0,0 0 0 0 0,0 1 0 0 0,0-1 0 0 0,0 1 0 0 0,0-1 0 0 0,0 0 0 0 0,0 1 0 0 0,1-1 0 0 0,-1 1 0 0 0,0-1 0 0 0,0 1 0 0 0,-1-1 0 0 0,1 0 0 0 0,0 1-1 0 0,0-1 1 0 0,0 1 0 0 0,0 0 0 0 0,-7 49 945 0 0,7-46-977 0 0,-62 327 1234 0 0,47-257-1318 0 0,1 2-1429 0 0,2-15-4303 0 0,4-22-6010 0 0</inkml:trace>
</inkml:ink>
</file>

<file path=ppt/ink/ink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15:29.0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392 137 1376 0 0,'57'-97'19533'0'0,"-55"95"-18427"0"0,-2 1-268 0 0,1-1-443 0 0,0 1 0 0 0,-1-1 0 0 0,1 0 1 0 0,-1 1-1 0 0,1-1 0 0 0,-1 0 1 0 0,1 0-1 0 0,-1 1 0 0 0,0-1 0 0 0,0 0 1 0 0,0-2-1 0 0,-1 2-346 0 0,0 1 0 0 0,0 0-1 0 0,0 0 1 0 0,0 0 0 0 0,0 1 0 0 0,0-1 0 0 0,0 0 0 0 0,-1 0 0 0 0,1 0 0 0 0,0 1-1 0 0,0-1 1 0 0,-1 1 0 0 0,1-1 0 0 0,0 1 0 0 0,-1-1 0 0 0,1 1 0 0 0,0 0 0 0 0,-1 0-1 0 0,1 0 1 0 0,0 0 0 0 0,-1 0 0 0 0,-1 0 0 0 0,-2 0 2 0 0,0 1-1 0 0,0-1 1 0 0,-1 1 0 0 0,-8 4-1 0 0,-3 2 13 0 0,1 2 1 0 0,0 0-1 0 0,1 1 0 0 0,0 0 0 0 0,0 1 0 0 0,1 1 0 0 0,-16 17 0 0 0,19-18-60 0 0,-16 15 39 0 0,1 1 1 0 0,2 2-1 0 0,0 0 0 0 0,-33 57 1 0 0,44-63-34 0 0,1 0 0 0 0,1 1 0 0 0,1 0 0 0 0,1 1 1 0 0,1 1-1 0 0,1-1 0 0 0,-5 40 0 0 0,11-58 7 0 0,1 0 0 0 0,0-1 0 0 0,0 1 0 0 0,1 0 0 0 0,-1 0-1 0 0,1 0 1 0 0,1-1 0 0 0,-1 1 0 0 0,1 0 0 0 0,0-1 0 0 0,5 9 0 0 0,-5-10-10 0 0,1-1 0 0 0,0 0 0 0 0,0 0 0 0 0,0 0 0 0 0,0-1 0 0 0,0 1 1 0 0,1-1-1 0 0,-1 0 0 0 0,1 0 0 0 0,0 0 0 0 0,0 0 0 0 0,0 0 0 0 0,1-1 0 0 0,-1 0 1 0 0,1 0-1 0 0,6 2 0 0 0,1-1-496 0 0,0 0-1 0 0,0 0 1 0 0,0-1 0 0 0,18 0 0 0 0,19-4-5087 0 0,-39 1 2572 0 0,-5-1 2601 0 0,-1 0-1431 0 0,5-1-3884 0 0,8-2-2947 0 0</inkml:trace>
</inkml:ink>
</file>

<file path=ppt/ink/ink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15:29.4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107 68 2296 0 0,'0'-3'3742'0'0,"0"-3"-1249"0"0,0-5 3529 0 0,0-1-1 0 0,-1 1 1 0 0,-2-13 0 0 0,2 24-6020 0 0,1 0 0 0 0,0 0 1 0 0,0 0-1 0 0,0 0 0 0 0,0 0 1 0 0,0 0-1 0 0,0 0 0 0 0,0 1 1 0 0,0-1-1 0 0,0 0 0 0 0,0 0 1 0 0,0 0-1 0 0,0 0 0 0 0,0 0 1 0 0,0 0-1 0 0,0 0 0 0 0,0 0 1 0 0,0 0-1 0 0,0 0 0 0 0,0 0 1 0 0,0 0-1 0 0,0 0 0 0 0,0 0 1 0 0,-1 0-1 0 0,1 0 0 0 0,0 0 1 0 0,0 0-1 0 0,0 0 0 0 0,0 0 1 0 0,0 0-1 0 0,0 0 0 0 0,0 0 1 0 0,0 0-1 0 0,0 0 0 0 0,0 0 1 0 0,0 0-1 0 0,0 0 0 0 0,0 0 1 0 0,0 0-1 0 0,0 0 0 0 0,0 0 1 0 0,-1 0-1 0 0,1 0 0 0 0,0 0 1 0 0,0 0-1 0 0,0 0 0 0 0,0 0 1 0 0,0 0-1 0 0,0-1 0 0 0,0 1 1 0 0,0 0-1 0 0,0 0 0 0 0,0 0 1 0 0,0 0-1 0 0,0 0 0 0 0,0 0 1 0 0,0 0-1 0 0,0 0 0 0 0,0 0 1 0 0,0 0-1 0 0,0 0 0 0 0,0 0 1 0 0,0 0-1 0 0,-4 8 35 0 0,-2 11-74 0 0,-36 258 37 0 0,17-80-6339 0 0,4-29-4087 0 0,19-145-3172 0 0</inkml:trace>
</inkml:ink>
</file>

<file path=ppt/ink/ink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15:30.8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399 183 728 0 0,'2'-7'1876'0'0,"0"-1"0"0"0,-1 1 0 0 0,0-1 1 0 0,0 1-1 0 0,-1-15 0 0 0,0 17-1342 0 0,-1 0 0 0 0,0 0 1 0 0,-1 0-1 0 0,1 0 0 0 0,-1 0 1 0 0,-3-7-1 0 0,1 7-381 0 0,1-1 1 0 0,-1 1-1 0 0,0 0 1 0 0,-1 0-1 0 0,1 0 0 0 0,-1 0 1 0 0,0 1-1 0 0,0 0 1 0 0,0 0-1 0 0,-1 0 1 0 0,1 1-1 0 0,-1 0 0 0 0,0 0 1 0 0,-8-3-1 0 0,6 3-146 0 0,0 0-1 0 0,0 1 0 0 0,0 0 0 0 0,0 0 0 0 0,0 1 0 0 0,-1 0 1 0 0,1 1-1 0 0,0 0 0 0 0,-1 0 0 0 0,1 0 0 0 0,-16 4 0 0 0,23-3-5 0 0,-6 0 3 0 0,0 1 0 0 0,0 0 0 0 0,1 1 0 0 0,-1-1 0 0 0,-6 5-1 0 0,7-2 12 0 0,-1 1 0 0 0,1 0 0 0 0,1 0 0 0 0,-1 0 0 0 0,1 1 0 0 0,0 0 0 0 0,1 0 0 0 0,-1 0 0 0 0,1 0 0 0 0,1 1 0 0 0,0-1 0 0 0,0 1 0 0 0,0 0 0 0 0,1 0 0 0 0,-2 12 0 0 0,-1 13 206 0 0,2 0 1 0 0,1 52-1 0 0,2-76-170 0 0,-13 539 1897 0 0,9-480-1887 0 0,-48 1105 1421 0 0,56-167 15 0 0,2-290-782 0 0,-6-536-403 0 0,21 1134 982 0 0,-11-761 229 0 0,-3-377 1509 0 0,-8-174-3024 0 0,1 1 0 0 0,0-1 1 0 0,0 0-1 0 0,0 0 0 0 0,0 0 1 0 0,1 1-1 0 0,-1-1 0 0 0,1 0 1 0 0,-1 0-1 0 0,1 0 0 0 0,0 0 1 0 0,0 0-1 0 0,0 0 0 0 0,0 0 0 0 0,0 0 1 0 0,0 0-1 0 0,0 0 0 0 0,1-1 1 0 0,-1 1-1 0 0,1 0 0 0 0,-1-1 1 0 0,1 1-1 0 0,0-1 0 0 0,2 2 1 0 0,1-1 8 0 0,0 0 0 0 0,0-1 0 0 0,0 1 0 0 0,1-1 0 0 0,-1 0 0 0 0,0-1 0 0 0,1 0 0 0 0,9 0 0 0 0,51-4-814 0 0,0-3 1 0 0,122-30-1 0 0,-176 35 706 0 0,369-98-7313 0 0,-131 20-2863 0 0,-127 36 1519 0 0</inkml:trace>
</inkml:ink>
</file>

<file path=ppt/ink/ink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15:31.5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 30 1820 0 0,'2'-2'4855'0'0,"2"-3"-3288"0"0,5-7 7574 0 0,-4 7-5755 0 0,-3 1-3850 0 0,-1 3 1304 0 0,0 15 468 0 0,1 44 196 0 0,-2 0-1 0 0,-10 71 1 0 0,3-53-1072 0 0,-29 351-1017 0 0,34-378-5481 0 0,2-46 3728 0 0,8-3-3334 0 0,0 0 2887 0 0,5-4-4761 0 0</inkml:trace>
</inkml:ink>
</file>

<file path=ppt/ink/ink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15:32.1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297 135 1748 0 0,'0'-15'5056'0'0,"1"10"-3863"0"0,-1 0 0 0 0,0 0-1 0 0,0 0 1 0 0,0 0 0 0 0,0 0 0 0 0,-1 0-1 0 0,0 0 1 0 0,0 0 0 0 0,-3-9 0 0 0,3 13-652 0 0,1 0-509 0 0,0 1 0 0 0,0-1 0 0 0,0 1 0 0 0,0-1 0 0 0,-1 1 0 0 0,1-1 0 0 0,0 1 0 0 0,0 0 0 0 0,-1-1 0 0 0,1 1 0 0 0,0-1 0 0 0,0 1 0 0 0,-1 0 0 0 0,1-1 0 0 0,-1 1 0 0 0,1 0 0 0 0,0-1-1 0 0,-1 1 1 0 0,1 0 0 0 0,-1 0 0 0 0,1 0 0 0 0,0-1 0 0 0,-1 1 0 0 0,1 0 0 0 0,-1 0 0 0 0,1 0 0 0 0,-1 0 0 0 0,1 0 0 0 0,-1 0 0 0 0,1 0 0 0 0,-1 0 0 0 0,1 0 0 0 0,-1 0 0 0 0,1 0 0 0 0,-1 0 0 0 0,1 0 0 0 0,-1 0 0 0 0,0 0 0 0 0,-15 3 264 0 0,9-1-242 0 0,1 1-1 0 0,0 0 1 0 0,1 0 0 0 0,-1 1-1 0 0,0-1 1 0 0,1 1 0 0 0,0 1 0 0 0,0-1-1 0 0,-6 7 1 0 0,-4 7-2 0 0,-16 24-1 0 0,21-29-16 0 0,-8 14-15 0 0,1 0 0 0 0,1 1 0 0 0,1 1 0 0 0,2 1 0 0 0,0 0 0 0 0,2 0 0 0 0,2 1-1 0 0,1 0 1 0 0,1 1 0 0 0,2 0 0 0 0,-3 58 0 0 0,8-79-11 0 0,1 0 0 0 0,0 0 0 0 0,0 0 0 0 0,1-1 0 0 0,1 1 0 0 0,0-1 0 0 0,0 1 0 0 0,1-1 0 0 0,1 0 0 0 0,-1 0 0 0 0,2 0 0 0 0,9 13 0 0 0,-10-16 6 0 0,1 0-1 0 0,0 0 0 0 0,0-1 1 0 0,1 0-1 0 0,0 0 0 0 0,0-1 0 0 0,0 1 1 0 0,1-1-1 0 0,-1-1 0 0 0,1 0 1 0 0,1 0-1 0 0,-1 0 0 0 0,0-1 0 0 0,1-1 1 0 0,13 4-1 0 0,-6-4 25 0 0,-1 0 1 0 0,1-1-1 0 0,-1-1 1 0 0,1 0-1 0 0,-1-1 1 0 0,1-1-1 0 0,-1 0 1 0 0,1-1-1 0 0,-1-1 1 0 0,0 0-1 0 0,-1-1 1 0 0,1-1-1 0 0,-1 0 1 0 0,0-1-1 0 0,0-1 1 0 0,16-11-1 0 0,-13 6 20 0 0,1-1-1 0 0,-2-1 1 0 0,0-1 0 0 0,-1 0-1 0 0,-1-1 1 0 0,0 0 0 0 0,-1-1-1 0 0,-1 0 1 0 0,-1-1 0 0 0,17-38-1 0 0,-20 36-21 0 0,0 0 0 0 0,-1-1-1 0 0,-1 0 1 0 0,-2 0 0 0 0,0 0-1 0 0,-1 0 1 0 0,-1-1 0 0 0,-1 1 0 0 0,-2-25-1 0 0,0 35-27 0 0,-1 0 0 0 0,0 0 0 0 0,0 0 0 0 0,-2 1 0 0 0,1-1 0 0 0,-2 1-1 0 0,1-1 1 0 0,-2 1 0 0 0,1 1 0 0 0,-1-1 0 0 0,-1 1 0 0 0,0 0 0 0 0,-1 0 0 0 0,1 1 0 0 0,-2 0 0 0 0,1 1-1 0 0,-1-1 1 0 0,-14-8 0 0 0,5 5 18 0 0,0 1-1 0 0,-1 0 1 0 0,0 2-1 0 0,-1 0 1 0 0,-26-7-1 0 0,35 12-283 0 0,-1 1 0 0 0,0 0 0 0 0,0 1 0 0 0,0 1 0 0 0,0 0 0 0 0,0 0 0 0 0,0 1 0 0 0,-1 1-1 0 0,1 0 1 0 0,-21 4 0 0 0,30-4-66 0 0,-1 1 0 0 0,0-1 0 0 0,0 1-1 0 0,1 0 1 0 0,-1 0 0 0 0,1 0 0 0 0,-6 5-1 0 0,-3 9-2549 0 0,11-14 2364 0 0,1-1 0 0 0,0 0 0 0 0,-1 0 0 0 0,1 1 1 0 0,0-1-1 0 0,-1 0 0 0 0,1 0 0 0 0,0 1 0 0 0,0-1 0 0 0,0 0 0 0 0,0 1 0 0 0,0-1 0 0 0,1 2 0 0 0,3 11-5762 0 0</inkml:trace>
</inkml:ink>
</file>

<file path=ppt/ink/ink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15:32.6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297 137 1140 0 0,'5'-12'6561'0'0,"1"-13"3525"0"0,-6 25-10017 0 0,0 0-1 0 0,0-1 1 0 0,0 1 0 0 0,0-1-1 0 0,0 1 1 0 0,0-1 0 0 0,0 1 0 0 0,-1-1-1 0 0,1 1 1 0 0,0-1 0 0 0,0 1-1 0 0,0 0 1 0 0,-1-1 0 0 0,1 1-1 0 0,0-1 1 0 0,0 1 0 0 0,-1 0 0 0 0,1-1-1 0 0,0 1 1 0 0,-1 0 0 0 0,1-1-1 0 0,-1 1 1 0 0,1 0 0 0 0,0-1-1 0 0,-1 1 1 0 0,1 0 0 0 0,-1 0 0 0 0,1 0-1 0 0,-1-1 1 0 0,1 1 0 0 0,0 0-1 0 0,-1 0 1 0 0,1 0 0 0 0,-1 0-1 0 0,1 0 1 0 0,-1 0 0 0 0,1 0 0 0 0,-1 0-1 0 0,1 0 1 0 0,-1 0 0 0 0,1 0-1 0 0,-1 0 1 0 0,1 0 0 0 0,-1 1-1 0 0,1-1 1 0 0,0 0 0 0 0,-1 0 0 0 0,1 0-1 0 0,-1 1 1 0 0,1-1 0 0 0,-1 0-1 0 0,1 1 1 0 0,-9 2 16 0 0,1 1 0 0 0,0 1-1 0 0,1-1 1 0 0,-1 1 0 0 0,1 0 0 0 0,0 1 0 0 0,-11 11 0 0 0,-44 52 168 0 0,41-43-196 0 0,1 2-1 0 0,2 0 1 0 0,-28 57-1 0 0,37-64-31 0 0,0 0 0 0 0,2 0-1 0 0,0 1 1 0 0,2 0 0 0 0,0 0-1 0 0,-3 41 1 0 0,8-55-9 0 0,0 0 1 0 0,0 1 0 0 0,1-1 0 0 0,0 0-1 0 0,0 1 1 0 0,1-1 0 0 0,0 0-1 0 0,1 0 1 0 0,0 0 0 0 0,6 12-1 0 0,-6-15 2 0 0,0 0-1 0 0,0-1 1 0 0,1 1-1 0 0,-1-1 1 0 0,1 0-1 0 0,0 0 1 0 0,1 0-1 0 0,-1-1 1 0 0,1 1-1 0 0,-1-1 1 0 0,1 0-1 0 0,0 0 1 0 0,0-1-1 0 0,0 0 1 0 0,0 1-1 0 0,10 1 0 0 0,-3-1 31 0 0,0-1-1 0 0,0 0 1 0 0,0-1 0 0 0,0 0-1 0 0,0 0 1 0 0,1-2-1 0 0,-1 1 1 0 0,0-2-1 0 0,0 0 1 0 0,14-3-1 0 0,-9 0 89 0 0,-1-1-1 0 0,1-1 1 0 0,-1 0 0 0 0,0-1-1 0 0,-1-1 1 0 0,22-15 0 0 0,-14 5 70 0 0,0 0 0 0 0,-1-2 1 0 0,-1-1-1 0 0,-1 0 1 0 0,-1-2-1 0 0,-1 0 0 0 0,-1-1 1 0 0,14-27-1 0 0,-21 32-107 0 0,0 0 0 0 0,-1 0 0 0 0,-1-1 0 0 0,-1-1 0 0 0,-1 1 0 0 0,-1-1 0 0 0,-1 0 0 0 0,2-27 0 0 0,-6 39-89 0 0,0 1 0 0 0,0 0 0 0 0,-1-1 0 0 0,0 1-1 0 0,-1 0 1 0 0,0-1 0 0 0,0 1 0 0 0,-1 0-1 0 0,0 1 1 0 0,0-1 0 0 0,-1 0 0 0 0,-1 1-1 0 0,1 0 1 0 0,-1 0 0 0 0,0 0 0 0 0,-1 1 0 0 0,0 0-1 0 0,0 0 1 0 0,-1 0 0 0 0,0 1 0 0 0,0 0-1 0 0,-8-6 1 0 0,9 9-167 0 0,1-1 0 0 0,-1 1 0 0 0,1 0 0 0 0,-1 0 0 0 0,0 1 0 0 0,0 0 0 0 0,-1 0-1 0 0,1 0 1 0 0,0 1 0 0 0,-1 0 0 0 0,1 0 0 0 0,-1 1 0 0 0,1 0 0 0 0,-1 0 0 0 0,1 0 0 0 0,0 1 0 0 0,-1 0 0 0 0,1 0-1 0 0,-12 4 1 0 0,13-3-351 0 0,-1 0-1 0 0,1 1 1 0 0,0 0-1 0 0,0 0 1 0 0,0 0-1 0 0,1 0 1 0 0,-1 1-1 0 0,1 0 1 0 0,0 0-1 0 0,0 0 1 0 0,0 0-1 0 0,0 1 1 0 0,1 0-1 0 0,0-1 1 0 0,0 1-1 0 0,0 0 1 0 0,1 1-1 0 0,-1-1 1 0 0,1 0-1 0 0,0 1 1 0 0,1-1-1 0 0,-2 10 1 0 0,1 1-3737 0 0,1-1-1954 0 0</inkml:trace>
</inkml:ink>
</file>

<file path=ppt/ink/ink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15:33.1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615 169 2816 0 0,'-4'-50'10076'0'0,"2"41"-8728"0"0,0 0 0 0 0,-1 0 0 0 0,0 0 0 0 0,0 0-1 0 0,-1 1 1 0 0,-5-9 0 0 0,8 16-1296 0 0,0 0 0 0 0,0 0 0 0 0,0 1 0 0 0,0-1 0 0 0,1 0 0 0 0,-1 1 0 0 0,-1-1 0 0 0,1 0 0 0 0,0 1 0 0 0,0-1 0 0 0,0 1-1 0 0,0 0 1 0 0,0-1 0 0 0,0 1 0 0 0,-1 0 0 0 0,1 0 0 0 0,0-1 0 0 0,0 1 0 0 0,0 0 0 0 0,-3 1 0 0 0,-23 3 241 0 0,9 3-220 0 0,1 0 0 0 0,0 2 1 0 0,1 0-1 0 0,0 1 0 0 0,0 0 1 0 0,-15 15-1 0 0,-81 80 711 0 0,81-73-547 0 0,2 2-1 0 0,1 1 0 0 0,-28 46 1 0 0,45-62-167 0 0,0 1 0 0 0,1 0 0 0 0,1 1 1 0 0,1-1-1 0 0,1 2 0 0 0,1-1 1 0 0,1 1-1 0 0,-4 30 0 0 0,9-46-46 0 0,0 0 0 0 0,-1 0-1 0 0,2-1 1 0 0,-1 1-1 0 0,1 0 1 0 0,0 0-1 0 0,0-1 1 0 0,0 1-1 0 0,1-1 1 0 0,0 1-1 0 0,0-1 1 0 0,0 0-1 0 0,1 1 1 0 0,0-1-1 0 0,0 0 1 0 0,0-1-1 0 0,7 9 1 0 0,-5-9-3 0 0,0 1-1 0 0,1-1 1 0 0,-1 1 0 0 0,1-2 0 0 0,0 1-1 0 0,0-1 1 0 0,0 1 0 0 0,1-2-1 0 0,-1 1 1 0 0,1-1 0 0 0,-1 0-1 0 0,1 0 1 0 0,0-1 0 0 0,8 1-1 0 0,7-1 163 0 0,0 0 0 0 0,-1-2 0 0 0,1 0-1 0 0,-1-2 1 0 0,1 0 0 0 0,-1-1 0 0 0,0-2-1 0 0,-1 0 1 0 0,1-1 0 0 0,-1-1-1 0 0,0 0 1 0 0,-1-2 0 0 0,0-1 0 0 0,20-14-1 0 0,-3-1 269 0 0,-1-1 0 0 0,-1-3 0 0 0,-2 0 0 0 0,-1-2 0 0 0,49-66 0 0 0,-68 82-451 0 0,0-1 0 0 0,-2 0 0 0 0,0-1 0 0 0,-1 0 0 0 0,-1 0 0 0 0,9-29 0 0 0,-14 39 0 0 0,-1 0 0 0 0,-1-1 0 0 0,0 1 0 0 0,0 0 0 0 0,0-1 0 0 0,-1 1 0 0 0,0-1 0 0 0,-1 1 0 0 0,0 0 0 0 0,0-1 0 0 0,-1 1 0 0 0,0 0 0 0 0,0 0 0 0 0,-1 0 0 0 0,0 0 0 0 0,-1 0 0 0 0,-7-13 0 0 0,3 11-98 0 0,0 1 0 0 0,0-1 0 0 0,-1 1 0 0 0,0 1 0 0 0,-1-1 0 0 0,1 2 0 0 0,-2-1 1 0 0,1 2-1 0 0,-1-1 0 0 0,0 1 0 0 0,0 1 0 0 0,-1 0 0 0 0,0 0 0 0 0,1 1 0 0 0,-2 1 0 0 0,-11-2 0 0 0,-10-1-440 0 0,0 2-1 0 0,0 1 0 0 0,0 2 1 0 0,-58 5-1 0 0,47 1-1639 0 0,0 2-1 0 0,-68 21 1 0 0,-17 16-6452 0 0,40-6-2210 0 0</inkml:trace>
</inkml:ink>
</file>

<file path=ppt/ink/ink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15:35.0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103 288 912 0 0,'1'-11'2076'0'0,"0"9"-264"0"0,-1-1-225 0 0,-9-44 9304 0 0,-4 61-10651 0 0,5-2-182 0 0,1 0-1 0 0,-1 1 0 0 0,2 0 0 0 0,0 1 1 0 0,0-1-1 0 0,-4 19 0 0 0,-14 86 127 0 0,23-112-171 0 0,-2 10 49 0 0,1 1 0 0 0,1 0 0 0 0,0-1 0 0 0,1 1 0 0 0,1 0 0 0 0,1-1 0 0 0,1 1 0 0 0,0-1 0 0 0,7 23 0 0 0,-8-33 15 0 0,1 1 0 0 0,-1-1-1 0 0,1 1 1 0 0,1-1 0 0 0,-1 0 0 0 0,1 0 0 0 0,0 0 0 0 0,0-1-1 0 0,1 1 1 0 0,0-1 0 0 0,0 0 0 0 0,0 0 0 0 0,0-1-1 0 0,1 0 1 0 0,0 0 0 0 0,-1 0 0 0 0,2 0 0 0 0,-1-1 0 0 0,0 0-1 0 0,1 0 1 0 0,-1-1 0 0 0,1 0 0 0 0,0 0 0 0 0,10 1 0 0 0,-4-2 135 0 0,1 0 1 0 0,-1 0 0 0 0,1-2 0 0 0,0 0 0 0 0,-1 0 0 0 0,1-1 0 0 0,-1-1 0 0 0,0 0 0 0 0,0-1 0 0 0,0-1 0 0 0,0 0 0 0 0,-1 0 0 0 0,0-1 0 0 0,0-1-1 0 0,0 0 1 0 0,-1 0 0 0 0,20-18 0 0 0,-17 11-10 0 0,0 0-1 0 0,-1 0 1 0 0,-1-1-1 0 0,0-1 1 0 0,-1 0-1 0 0,-1-1 1 0 0,0 0-1 0 0,-1-1 1 0 0,-1 0-1 0 0,-1 0 1 0 0,9-34-1 0 0,-10 24-79 0 0,-1 0-1 0 0,-1-1 1 0 0,-1 1 0 0 0,-2-1-1 0 0,-2-34 1 0 0,0 49-104 0 0,-1-1-1 0 0,0 1 1 0 0,-1 0-1 0 0,0 0 1 0 0,-1 0 0 0 0,-1 1-1 0 0,0-1 1 0 0,-1 1-1 0 0,0 0 1 0 0,-1 1-1 0 0,-1-1 1 0 0,-11-13 0 0 0,12 19-39 0 0,0 0 1 0 0,-1 1 0 0 0,0-1 0 0 0,0 2 0 0 0,-1-1 0 0 0,1 1-1 0 0,-1 0 1 0 0,0 1 0 0 0,-1 0 0 0 0,1 1 0 0 0,-1 0-1 0 0,1 0 1 0 0,-1 1 0 0 0,0 0 0 0 0,0 1 0 0 0,0 0 0 0 0,-14 0-1 0 0,16 1-181 0 0,-1 0 0 0 0,1 1-1 0 0,-1 0 1 0 0,1 0-1 0 0,-1 0 1 0 0,1 1-1 0 0,0 1 1 0 0,0-1-1 0 0,0 1 1 0 0,0 1-1 0 0,0 0 1 0 0,1 0-1 0 0,-1 0 1 0 0,1 1 0 0 0,0 0-1 0 0,1 0 1 0 0,-1 1-1 0 0,1 0 1 0 0,0 0-1 0 0,-8 11 1 0 0,11-13-86 0 0,1 0-1 0 0,-1 0 1 0 0,1 1 0 0 0,0-1 0 0 0,1 1-1 0 0,-1-1 1 0 0,1 1 0 0 0,0-1 0 0 0,0 1 0 0 0,0 0-1 0 0,1-1 1 0 0,0 1 0 0 0,0 0 0 0 0,0 0-1 0 0,0-1 1 0 0,1 1 0 0 0,-1 0 0 0 0,4 7 0 0 0,-2-6-316 0 0,0-1 0 0 0,0 0 0 0 0,1 0 1 0 0,0 0-1 0 0,0 0 0 0 0,0 0 1 0 0,1-1-1 0 0,-1 1 0 0 0,1-1 0 0 0,0 0 1 0 0,1 0-1 0 0,-1 0 0 0 0,1-1 1 0 0,-1 1-1 0 0,7 2 0 0 0,19 10-5213 0 0</inkml:trace>
</inkml:ink>
</file>

<file path=ppt/ink/ink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15:35.4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59 71 2116 0 0,'0'0'2290'0'0,"-4"0"-139"0"0,-5 1-582 0 0,-27 2 9763 0 0,26-2-7773 0 0,15-4-3469 0 0,1 1-1 0 0,-1 0 0 0 0,1 0 1 0 0,-1 1-1 0 0,8-2 0 0 0,127-23 202 0 0,-29 7-140 0 0,-108 18-175 0 0,1 0 35 0 0,11-2-49 0 0,-11 3 50 0 0,-1-1-66 0 0,10 0 8 0 0,-10 1-92 0 0,-1-1-69 0 0,4-1 1087 0 0,8-1-5404 0 0,5-1-3339 0 0</inkml:trace>
</inkml:ink>
</file>

<file path=ppt/ink/ink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15:35.9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117 186 1396 0 0,'0'-3'2654'0'0,"-6"-23"2685"0"0,2 12-2086 0 0,1-1 0 0 0,-2-29 0 0 0,5 40-3172 0 0,0 1-1 0 0,1-1 1 0 0,-1 1-1 0 0,1-1 1 0 0,0 1-1 0 0,0 0 1 0 0,1-1-1 0 0,-1 1 1 0 0,1 0-1 0 0,-1 0 1 0 0,1 0-1 0 0,0 0 1 0 0,0 0-1 0 0,0 0 1 0 0,1 1-1 0 0,-1-1 1 0 0,1 1-1 0 0,-1 0 1 0 0,1-1-1 0 0,0 1 1 0 0,0 0-1 0 0,0 1 1 0 0,0-1-1 0 0,0 0 1 0 0,0 1-1 0 0,1 0 1 0 0,6-2-1 0 0,-4 1-59 0 0,0 0-1 0 0,1 1 1 0 0,-1-1 0 0 0,1 2-1 0 0,-1-1 1 0 0,1 1-1 0 0,0 0 1 0 0,-1 0 0 0 0,1 0-1 0 0,-1 1 1 0 0,1 0-1 0 0,-1 1 1 0 0,12 3 0 0 0,-15-3-16 0 0,0-1 0 0 0,1 1 0 0 0,-1 0 0 0 0,0 0 0 0 0,-1 0 0 0 0,1 0 0 0 0,0 1 0 0 0,-1-1 0 0 0,1 1 0 0 0,-1-1 0 0 0,1 1 1 0 0,-1 0-1 0 0,0 0 0 0 0,-1 0 0 0 0,1 0 0 0 0,0 0 0 0 0,-1 1 0 0 0,0-1 0 0 0,1 0 0 0 0,-1 1 0 0 0,-1-1 0 0 0,1 1 0 0 0,0-1 0 0 0,-1 1 1 0 0,0-1-1 0 0,0 1 0 0 0,0 0 0 0 0,0-1 0 0 0,-1 1 0 0 0,1-1 0 0 0,-1 1 0 0 0,0-1 0 0 0,0 1 0 0 0,0-1 0 0 0,-2 4 0 0 0,-11 24 9 0 0,0-1 0 0 0,-3 0 0 0 0,-36 49-1 0 0,-1 3 78 0 0,44-68-5 0 0,9-12-57 0 0,-1 0 1 0 0,1 0-1 0 0,0 0 0 0 0,-1 0 0 0 0,1 0 0 0 0,0 0 0 0 0,0 0 1 0 0,0 0-1 0 0,1 0 0 0 0,-1 1 0 0 0,0-1 0 0 0,1 0 0 0 0,0 0 1 0 0,-1 5-1 0 0,5-6 43 0 0,153 13 475 0 0,-30 14 69 0 0,-111-23-511 0 0,0 0 1 0 0,-1 1 0 0 0,0 1 0 0 0,0 1 0 0 0,26 17 0 0 0,-38-23-38 0 0,-1-1 1 0 0,1 1 0 0 0,-1 0-1 0 0,0 0 1 0 0,0 0-1 0 0,0 0 1 0 0,0 1-1 0 0,-1-1 1 0 0,1 0-1 0 0,0 1 1 0 0,-1-1-1 0 0,0 1 1 0 0,1 0-1 0 0,-1-1 1 0 0,0 1-1 0 0,-1 0 1 0 0,1 0 0 0 0,0-1-1 0 0,0 6 1 0 0,-1-4 13 0 0,-1 0 1 0 0,1-1-1 0 0,-1 1 1 0 0,0 0-1 0 0,0-1 1 0 0,0 1-1 0 0,-1-1 1 0 0,1 1-1 0 0,-1-1 1 0 0,0 0-1 0 0,0 0 1 0 0,0 1-1 0 0,-3 2 1 0 0,-5 6 93 0 0,-1-2 0 0 0,0 0 0 0 0,0 0 0 0 0,-1-1 1 0 0,0 0-1 0 0,-19 9 0 0 0,8-6-74 0 0,-2 0 1 0 0,1-2-1 0 0,-1-1 1 0 0,-1-1 0 0 0,0-1-1 0 0,0-1 1 0 0,0-1-1 0 0,-1-2 1 0 0,-34 1-1 0 0,30-5-1661 0 0,1 0 0 0 0,-35-7 0 0 0,62 8 1039 0 0,1-1 0 0 0,0 1 0 0 0,0-1 0 0 0,0 1 0 0 0,0-1 0 0 0,0 0 1 0 0,0 0-1 0 0,1 0 0 0 0,-1 0 0 0 0,0 0 0 0 0,-3-3 0 0 0,5 3 152 0 0,-1 1 0 0 0,0-1 0 0 0,1 1 0 0 0,-1-1 0 0 0,1 0 0 0 0,-1 1 0 0 0,1-1 0 0 0,0 0 0 0 0,-1 0 0 0 0,1 1 0 0 0,0-1 0 0 0,-1 0 0 0 0,1 0 0 0 0,0 1 0 0 0,0-1 0 0 0,0 0 0 0 0,0 0 0 0 0,0 0 0 0 0,0 1 0 0 0,0-1 0 0 0,0 0 0 0 0,0 0 0 0 0,0 0 0 0 0,0-1 0 0 0,7-9-6309 0 0</inkml:trace>
</inkml:ink>
</file>

<file path=ppt/ink/ink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15:36.4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71 166 756 0 0,'-34'-6'6397'0'0,"32"5"-4698"0"0,-1 1-240 0 0,-11-3-206 0 0,10 2-156 0 0,2 1 243 0 0,-9-4 2565 0 0,13 1-3772 0 0,1 0 1 0 0,-1 0-1 0 0,1 0 1 0 0,0 1-1 0 0,0-1 1 0 0,0 1-1 0 0,0 0 1 0 0,0 0-1 0 0,1 0 1 0 0,-1 1 0 0 0,0-1-1 0 0,5-1 1 0 0,54-16 495 0 0,-39 13-446 0 0,164-43 345 0 0,-65 18-225 0 0,-120 31-287 0 0,15-4 10 0 0,-13 3-53 0 0,12-4-2604 0 0,-9 0 1985 0 0</inkml:trace>
</inkml:ink>
</file>

<file path=ppt/ink/ink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15:36.8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4 192 1896 0 0,'-2'-27'7266'0'0,"0"-6"-86"0"0,3 30-7002 0 0,-1 1 0 0 0,1-1 0 0 0,-1 1 0 0 0,1 0 0 0 0,0-1 0 0 0,0 1-1 0 0,0 0 1 0 0,0 0 0 0 0,0 0 0 0 0,0 0 0 0 0,1 0 0 0 0,2-3 0 0 0,6-6-38 0 0,1 2 1 0 0,0 0-1 0 0,1 0 0 0 0,0 1 0 0 0,0 0 1 0 0,1 1-1 0 0,0 1 0 0 0,0 0 0 0 0,0 0 1 0 0,1 2-1 0 0,0-1 0 0 0,0 2 0 0 0,0 0 0 0 0,0 1 1 0 0,1 0-1 0 0,-1 1 0 0 0,1 0 0 0 0,-1 2 1 0 0,19 1-1 0 0,-28-1-119 0 0,0 0 0 0 0,0 1 0 0 0,0-1 0 0 0,-1 1-1 0 0,1 0 1 0 0,0 0 0 0 0,-1 0 0 0 0,0 1 0 0 0,1-1 0 0 0,-1 1 0 0 0,0 0 0 0 0,0 0 0 0 0,-1 1-1 0 0,1-1 1 0 0,0 1 0 0 0,-1 0 0 0 0,0 0 0 0 0,0 0 0 0 0,0 0 0 0 0,-1 1 0 0 0,0-1 0 0 0,1 1-1 0 0,-1-1 1 0 0,-1 1 0 0 0,1 0 0 0 0,-1 0 0 0 0,0 0 0 0 0,0 0 0 0 0,0 5 0 0 0,-1 10 19 0 0,-2 0-1 0 0,-1 0 1 0 0,-1-1 0 0 0,0 1 0 0 0,-1-1 0 0 0,-1 0 0 0 0,-1 0 0 0 0,-1-1 0 0 0,-10 18 0 0 0,-15 22 410 0 0,-55 71 0 0 0,52-79-2 0 0,8-11-184 0 0,-29 44 707 0 0,56-81-854 0 0,4-1 47 0 0,1 1-135 0 0,0-1-1 0 0,0 0 0 0 0,0 1 1 0 0,0-2-1 0 0,1 1 1 0 0,-1 0-1 0 0,0-1 0 0 0,0 0 1 0 0,1 0-1 0 0,-1 0 1 0 0,0 0-1 0 0,5-2 0 0 0,62-14 94 0 0,-38 8-85 0 0,355-51-6153 0 0,-182 32-3745 0 0,-120 14 2364 0 0</inkml:trace>
</inkml:ink>
</file>

<file path=ppt/ink/ink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15:39.6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261 177 908 0 0,'3'-8'1604'0'0,"-1"0"-1"0"0,0 0 1 0 0,0 0-1 0 0,-1 0 1 0 0,0 0-1 0 0,0-9 1 0 0,-4-23 2021 0 0,3 40-3599 0 0,0-1 1 0 0,0 1-1 0 0,0-1 0 0 0,0 1 1 0 0,-1 0-1 0 0,1-1 0 0 0,0 1 1 0 0,0-1-1 0 0,0 1 0 0 0,0 0 1 0 0,-1-1-1 0 0,1 1 0 0 0,0 0 0 0 0,0-1 1 0 0,-1 1-1 0 0,1 0 0 0 0,0-1 1 0 0,-1 1-1 0 0,1 0 0 0 0,0 0 1 0 0,-1-1-1 0 0,1 1 0 0 0,-1 0 1 0 0,1 0-1 0 0,0 0 0 0 0,-1 0 1 0 0,1-1-1 0 0,0 1 0 0 0,-1 0 1 0 0,1 0-1 0 0,-1 0 0 0 0,1 0 0 0 0,-1 0 1 0 0,1 0-1 0 0,0 0 0 0 0,-1 0 1 0 0,1 0-1 0 0,-1 0 0 0 0,1 0 1 0 0,-1 0-1 0 0,1 1 0 0 0,-1-1 1 0 0,-13 7 203 0 0,14-7-234 0 0,-9 7 93 0 0,1 0 1 0 0,0 1-1 0 0,0-1 1 0 0,1 2-1 0 0,0-1 1 0 0,1 1-1 0 0,-10 18 1 0 0,15-27-84 0 0,-1 4 24 0 0,-36 56 514 0 0,-50 108 1 0 0,80-149-475 0 0,1 0 0 0 0,0 0 0 0 0,1 1 0 0 0,2 0 1 0 0,0 0-1 0 0,0 1 0 0 0,2-1 0 0 0,1 1 0 0 0,1-1 0 0 0,3 35 0 0 0,-2-48-12 0 0,0 0 0 0 0,1-1 0 0 0,0 1-1 0 0,0 0 1 0 0,1 0 0 0 0,0-1-1 0 0,0 0 1 0 0,0 1 0 0 0,1-1 0 0 0,0 0-1 0 0,0-1 1 0 0,1 1 0 0 0,-1-1 0 0 0,1 0-1 0 0,0 0 1 0 0,1 0 0 0 0,-1-1-1 0 0,1 1 1 0 0,9 4 0 0 0,-6-5 58 0 0,0 0 0 0 0,0 0 0 0 0,0-1-1 0 0,1 0 1 0 0,-1-1 0 0 0,1 0 0 0 0,-1 0 0 0 0,1-1 0 0 0,0-1 0 0 0,0 1 0 0 0,0-2 0 0 0,-1 1 0 0 0,17-4-1 0 0,-12 1 17 0 0,0 0 0 0 0,-1-1 0 0 0,1-1-1 0 0,-1 0 1 0 0,0-1 0 0 0,-1 0 0 0 0,1-1-1 0 0,-1-1 1 0 0,0 1 0 0 0,-1-2-1 0 0,0 0 1 0 0,-1 0 0 0 0,1-1 0 0 0,8-11-1 0 0,-8 6-65 0 0,-1 1-1 0 0,0-1 0 0 0,-1-1 1 0 0,0 0-1 0 0,-1 0 0 0 0,-1-1 0 0 0,-1 0 1 0 0,-1 0-1 0 0,0 0 0 0 0,4-29 1 0 0,-5 18-42 0 0,-2-1 0 0 0,0 1 0 0 0,-2 0 0 0 0,-2-1 0 0 0,0 1 1 0 0,-10-43-1 0 0,9 58-24 0 0,0 0 0 0 0,-1 0-1 0 0,-1 1 1 0 0,0 0 0 0 0,0 0 0 0 0,-1 0 0 0 0,-1 0 0 0 0,0 1 0 0 0,0 0 0 0 0,-1 0 0 0 0,-1 1 0 0 0,0 0 0 0 0,0 1 0 0 0,-1 0 0 0 0,0 0 0 0 0,-12-7 0 0 0,15 12-100 0 0,-1 0 0 0 0,0 0-1 0 0,0 1 1 0 0,-1 1 0 0 0,1-1 0 0 0,-1 1 0 0 0,1 0 0 0 0,-1 1 0 0 0,0 0 0 0 0,1 1 0 0 0,-16 0 0 0 0,19 0-248 0 0,-1 1 0 0 0,0-1 0 0 0,0 1 0 0 0,1 0 0 0 0,-1 1 0 0 0,1-1 0 0 0,-1 1 0 0 0,1 1 0 0 0,0-1 0 0 0,0 0 0 0 0,0 1 0 0 0,0 0 0 0 0,0 0 0 0 0,1 1 0 0 0,-1 0 0 0 0,1-1 0 0 0,0 1 0 0 0,-5 7 0 0 0,7-9-43 0 0,1 0 0 0 0,-1 1 0 0 0,1-1 0 0 0,0 1 0 0 0,0-1 0 0 0,0 1 0 0 0,-1 3 0 0 0,1 11-4874 0 0,3-4-1493 0 0</inkml:trace>
</inkml:ink>
</file>

<file path=ppt/ink/ink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15:40.3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 16 940 0 0,'-33'11'11270'0'0,"26"-8"-8426"0"0,9-2-2573 0 0,9 2-149 0 0,-1-2-1 0 0,1 0 1 0 0,0 0-1 0 0,-1-1 0 0 0,1 0 1 0 0,-1-1-1 0 0,14-2 0 0 0,9 0-35 0 0,50-5 127 0 0,19 0 145 0 0,-99 8-353 0 0,0-1-303 0 0,2-2 481 0 0,11-7-5780 0 0</inkml:trace>
</inkml:ink>
</file>

<file path=ppt/ink/ink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15:40.8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212 113 2428 0 0,'5'-6'1338'0'0,"0"0"1"0"0,0 0-1 0 0,0 0 0 0 0,-1-1 1 0 0,0 0-1 0 0,0 0 0 0 0,-1 0 0 0 0,0 0 1 0 0,0 0-1 0 0,0-1 0 0 0,-1 1 1 0 0,2-15-1 0 0,-4 20-901 0 0,-3-1 63 0 0,3 3-491 0 0,0-1 0 0 0,0 1 1 0 0,0 0-1 0 0,0 0 0 0 0,0 0 1 0 0,0-1-1 0 0,0 1 0 0 0,0 0 0 0 0,0 0 1 0 0,0 0-1 0 0,0-1 0 0 0,0 1 1 0 0,-1 0-1 0 0,1 0 0 0 0,0 0 1 0 0,0 0-1 0 0,0 0 0 0 0,0-1 1 0 0,0 1-1 0 0,-1 0 0 0 0,1 0 1 0 0,0 0-1 0 0,0 0 0 0 0,0 0 1 0 0,0 0-1 0 0,-1 0 0 0 0,1-1 0 0 0,0 1 1 0 0,0 0-1 0 0,0 0 0 0 0,-1 0 1 0 0,1 0-1 0 0,0 0 0 0 0,0 0 1 0 0,0 0-1 0 0,-1 0 0 0 0,1 0 1 0 0,0 0-1 0 0,0 0 0 0 0,-8 4 62 0 0,0 0 0 0 0,0 0 0 0 0,1 0-1 0 0,0 1 1 0 0,0 0 0 0 0,0 1 0 0 0,1 0-1 0 0,0 0 1 0 0,0 0 0 0 0,-10 13 0 0 0,-3 8 20 0 0,-24 43 1 0 0,25-36-31 0 0,0 1 1 0 0,3 1 0 0 0,-16 51 0 0 0,25-64-44 0 0,1 1 1 0 0,0 0 0 0 0,2 0-1 0 0,1 0 1 0 0,1 0-1 0 0,3 41 1 0 0,0-52-7 0 0,1 0 0 0 0,0 0 0 0 0,1 1 0 0 0,0-2 0 0 0,1 1 0 0 0,0 0 0 0 0,1-1 0 0 0,0 0 0 0 0,1-1-1 0 0,1 1 1 0 0,0-1 0 0 0,0-1 0 0 0,1 1 0 0 0,0-1 0 0 0,12 9 0 0 0,-12-12 6 0 0,-1 0 0 0 0,1 0 0 0 0,1-1 0 0 0,-1 0-1 0 0,1-1 1 0 0,0 1 0 0 0,1-2 0 0 0,-1 0 0 0 0,1 0 0 0 0,0-1-1 0 0,0 0 1 0 0,0-1 0 0 0,0 0 0 0 0,0-1 0 0 0,0 0 0 0 0,1-1-1 0 0,-1 0 1 0 0,16-3 0 0 0,-24 3-11 0 0,1-1-1 0 0,0 0 0 0 0,0 1 1 0 0,-1-2-1 0 0,1 1 1 0 0,0 0-1 0 0,-1-1 1 0 0,1 1-1 0 0,-1-1 1 0 0,0 0-1 0 0,1 0 1 0 0,-1-1-1 0 0,0 1 1 0 0,0-1-1 0 0,-1 1 1 0 0,1-1-1 0 0,0 0 0 0 0,-1 0 1 0 0,0 0-1 0 0,0 0 1 0 0,0-1-1 0 0,0 1 1 0 0,0-1-1 0 0,-1 1 1 0 0,1-1-1 0 0,-1 1 1 0 0,0-1-1 0 0,0 0 1 0 0,0 0-1 0 0,-1 1 1 0 0,1-1-1 0 0,-1 0 0 0 0,0 0 1 0 0,0 0-1 0 0,0 0 1 0 0,-1 1-1 0 0,1-1 1 0 0,-1 0-1 0 0,0 0 1 0 0,0 0-1 0 0,0 1 1 0 0,-1-1-1 0 0,1 1 1 0 0,-1-1-1 0 0,-3-5 0 0 0,0 3 0 0 0,0 0-1 0 0,0 0 0 0 0,-1 0 0 0 0,1 0 1 0 0,-1 1-1 0 0,-1 0 0 0 0,1 0 0 0 0,-1 0 1 0 0,0 1-1 0 0,0 0 0 0 0,0 0 0 0 0,0 1 1 0 0,-1 0-1 0 0,1 1 0 0 0,-1-1 0 0 0,0 1 1 0 0,0 1-1 0 0,-13-2 0 0 0,-4 1-90 0 0,1 1 0 0 0,-1 1 0 0 0,1 1 0 0 0,-45 8-1 0 0,63-8-227 0 0,1 0-1 0 0,0 0 1 0 0,0 0-1 0 0,0 1 0 0 0,0 0 1 0 0,0 0-1 0 0,0 0 1 0 0,1 0-1 0 0,-1 1 0 0 0,1 0 1 0 0,0 0-1 0 0,-1 0 0 0 0,1 0 1 0 0,0 1-1 0 0,-5 5 1 0 0,9-8 208 0 0,0-1-1 0 0,-1 1 1 0 0,1 0 0 0 0,0-1 0 0 0,0 1 0 0 0,-1-1 0 0 0,1 1 0 0 0,0 0-1 0 0,0-1 1 0 0,0 1 0 0 0,0-1 0 0 0,-1 1 0 0 0,1 0 0 0 0,0-1 0 0 0,0 1 0 0 0,0 0-1 0 0,1-1 1 0 0,-1 1 0 0 0,0 0 0 0 0,0-1 0 0 0,0 1 0 0 0,0 0 0 0 0,0-1-1 0 0,1 1 1 0 0,-1-1 0 0 0,0 1 0 0 0,1-1 0 0 0,-1 1 0 0 0,0-1 0 0 0,1 1 0 0 0,-1-1-1 0 0,1 1 1 0 0,-1-1 0 0 0,1 1 0 0 0,-1-1 0 0 0,1 1 0 0 0,0-1 0 0 0,1 2-482 0 0,0-1 1 0 0,0 0-1 0 0,0 0 1 0 0,0 0 0 0 0,1 0-1 0 0,-1 0 1 0 0,0 0 0 0 0,1-1-1 0 0,-1 1 1 0 0,0-1-1 0 0,4 1 1 0 0,27 0-3936 0 0</inkml:trace>
</inkml:ink>
</file>

<file path=ppt/ink/ink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15:41.2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122 89 1508 0 0,'-87'-14'14583'0'0,"84"13"-13532"0"0,0 1-124 0 0,0 0-923 0 0,-19-3 3214 0 0,22 3-3190 0 0,0 0 0 0 0,0 0 0 0 0,-1 0-1 0 0,1 0 1 0 0,0 0 0 0 0,0 0 0 0 0,0 0 0 0 0,0 0 0 0 0,0 0 0 0 0,0 0 0 0 0,0 0 0 0 0,0 0 0 0 0,-1 0 0 0 0,1 0 0 0 0,0 0 0 0 0,0 0 0 0 0,0 0 0 0 0,0 0 0 0 0,0 0-1 0 0,0 0 1 0 0,0 0 0 0 0,0 0 0 0 0,0 0 0 0 0,-1 0 0 0 0,1 0 0 0 0,0 0 0 0 0,0-1 0 0 0,0 1 0 0 0,0 0 0 0 0,0 0 0 0 0,0 0 0 0 0,0 0 0 0 0,0 0 0 0 0,0 0 0 0 0,0 0-1 0 0,0 0 1 0 0,0 0 0 0 0,0 0 0 0 0,0-1 0 0 0,0 1 0 0 0,0 0 0 0 0,0 0 0 0 0,0 0 0 0 0,0 0 0 0 0,0 0 0 0 0,0 0 0 0 0,0 0 0 0 0,0 0 0 0 0,0-1 0 0 0,0 1 0 0 0,0 0 0 0 0,0 0-1 0 0,0 0 1 0 0,0 0 0 0 0,15-5-78 0 0,192-26 343 0 0,-164 25-266 0 0,-40 6-25 0 0,16-2 36 0 0,-15 2-12 0 0,-1 0-14 0 0,8-2 0 0 0,-8 2-12 0 0,0-1 0 0 0,10 0-16 0 0,-10 1-49 0 0,0-1-1511 0 0,3-1 1324 0 0,16-10-11086 0 0,-15 7 9080 0 0</inkml:trace>
</inkml:ink>
</file>

<file path=ppt/ink/ink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15:41.7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81 948 0 0,'4'-19'8111'0'0,"13"-34"0"0"0,-17 51-7453 0 0,4-5 1991 0 0,-6 26-2392 0 0,-2 11-15 0 0,2 0 0 0 0,1 1-1 0 0,1-1 1 0 0,6 49 0 0 0,-5-71-225 0 0,1 0 1 0 0,0-1-1 0 0,0 1 0 0 0,1-1 0 0 0,-1 1 1 0 0,2-1-1 0 0,-1 0 0 0 0,1 0 0 0 0,0 0 1 0 0,1-1-1 0 0,-1 0 0 0 0,1 0 1 0 0,0 0-1 0 0,1 0 0 0 0,0-1 0 0 0,-1 1 1 0 0,2-2-1 0 0,-1 1 0 0 0,1-1 0 0 0,-1 1 1 0 0,1-2-1 0 0,0 1 0 0 0,11 3 0 0 0,-11-5-7 0 0,0 0 0 0 0,0 0-1 0 0,0-1 1 0 0,0 0 0 0 0,0 0-1 0 0,1-1 1 0 0,-1 0 0 0 0,0 0-1 0 0,0 0 1 0 0,0-1 0 0 0,0 0-1 0 0,0-1 1 0 0,0 0 0 0 0,0 0-1 0 0,0 0 1 0 0,0-1 0 0 0,-1 0-1 0 0,1 0 1 0 0,5-4 0 0 0,0-1 1 0 0,-1-1 1 0 0,0 0-1 0 0,0 0 1 0 0,-1-1-1 0 0,0-1 1 0 0,-1 1-1 0 0,0-2 1 0 0,13-21-1 0 0,-6 5 2156 0 0,25-59 0 0 0,-32 69-1197 0 0,-7 17-535 0 0,-3 9-217 0 0,-41 188 1530 0 0,-14 98-991 0 0,53-273-773 0 0,-11 121-1530 0 0,13-120-35 0 0,1 0 0 0 0,1 0 0 0 0,1 0 0 0 0,6 28 0 0 0,-1-29-2477 0 0,-1-9-1419 0 0</inkml:trace>
</inkml:ink>
</file>

<file path=ppt/ink/ink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15:37.2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140 118 660 0 0,'-5'0'2445'0'0,"-100"-6"13395"0"0,102 5-13956 0 0,-1 1-986 0 0,-10 0-146 0 0,11 0 1351 0 0,0 0-1754 0 0,0-3 75 0 0,8-1-110 0 0,21-5 61 0 0,35-6-89 0 0,2 2-181 0 0,74-17-2959 0 0,-92 17-2378 0 0,-3-3-3690 0 0,-27 8 1899 0 0</inkml:trace>
</inkml:ink>
</file>

<file path=ppt/ink/ink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15:37.7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139 57 920 0 0,'10'-14'6849'0'0,"14"-14"4382"0"0,-15 15-6335 0 0,-9 13-4863 0 0,0 1-1 0 0,0-1 1 0 0,0 0-1 0 0,0 0 1 0 0,0 0-1 0 0,0 0 1 0 0,-1 0-1 0 0,1 0 1 0 0,0 0-1 0 0,0 0 1 0 0,0 0-1 0 0,0 0 1 0 0,0 0-1 0 0,0 0 1 0 0,0 0-1 0 0,-1 0 1 0 0,1 0 0 0 0,0 0-1 0 0,0 0 1 0 0,0 0-1 0 0,0 0 1 0 0,0 0-1 0 0,0 0 1 0 0,0 0-1 0 0,0 0 1 0 0,-1 0-1 0 0,1 0 1 0 0,0 0-1 0 0,0 0 1 0 0,0 0-1 0 0,0 0 1 0 0,0-1-1 0 0,0 1 1 0 0,0 0-1 0 0,0 0 1 0 0,0 0-1 0 0,0 0 1 0 0,0 0-1 0 0,-1 0 1 0 0,1 0-1 0 0,0 0 1 0 0,0 0-1 0 0,0 0 1 0 0,0-1 0 0 0,0 1-1 0 0,0 0 1 0 0,0 0-1 0 0,0 0 1 0 0,0 0-1 0 0,0 0 1 0 0,0 0-1 0 0,0 0 1 0 0,0 0-1 0 0,0-1 1 0 0,0 1-1 0 0,-18 10 485 0 0,-22 18-249 0 0,-22 28 6 0 0,56-50-278 0 0,-1 1 0 0 0,1 0 0 0 0,0 1 0 0 0,1 0 0 0 0,0-1 0 0 0,-6 14 0 0 0,9-17-21 0 0,-7 21-90 0 0,9-24 112 0 0,0 0 0 0 0,0 0 0 0 0,-1 0-1 0 0,1 0 1 0 0,0 1 0 0 0,0-1-1 0 0,0 0 1 0 0,0 0 0 0 0,0 0-1 0 0,0 0 1 0 0,1 1 0 0 0,-1-1 0 0 0,0 0-1 0 0,1 0 1 0 0,-1 0 0 0 0,0 0-1 0 0,1 0 1 0 0,0 1 0 0 0,3 2 1 0 0,0 0 1 0 0,0 0-1 0 0,0-1 1 0 0,0 1-1 0 0,1-1 1 0 0,-1 0-1 0 0,1-1 1 0 0,0 1-1 0 0,0-1 1 0 0,0 0-1 0 0,0 0 1 0 0,0 0-1 0 0,0-1 1 0 0,6 1-1 0 0,-1 0 1 0 0,47 13 54 0 0,-28-8 65 0 0,0 1-1 0 0,39 16 0 0 0,-59-20-89 0 0,-1 0-1 0 0,0 1 1 0 0,0-1-1 0 0,-1 1 1 0 0,1 1-1 0 0,-1 0 0 0 0,0 0 1 0 0,-1 0-1 0 0,0 1 1 0 0,0 0-1 0 0,0 0 0 0 0,6 11 1 0 0,-10-14 106 0 0,0-1 1 0 0,0 1-1 0 0,0 0 1 0 0,-1 0-1 0 0,0 0 0 0 0,0 1 1 0 0,0-1-1 0 0,0 0 1 0 0,-1 0-1 0 0,1 0 1 0 0,-1 1-1 0 0,0-1 0 0 0,0 0 1 0 0,-1 0-1 0 0,0 5 1 0 0,-1-2 36 0 0,0 0 1 0 0,-1 0-1 0 0,1 0 1 0 0,-1 0 0 0 0,-1-1-1 0 0,1 1 1 0 0,-1-1-1 0 0,-6 7 1 0 0,1-1-11 0 0,-1-2 0 0 0,0 1 0 0 0,0-1 0 0 0,-2-1 0 0 0,1 0 0 0 0,-1 0 0 0 0,0-1 0 0 0,-19 9 0 0 0,24-14-275 0 0,0 0-1 0 0,0 0 1 0 0,0 0 0 0 0,-1-1 0 0 0,1-1 0 0 0,0 1 0 0 0,-1-1 0 0 0,1 0 0 0 0,-1-1 0 0 0,0 0 0 0 0,1 0-1 0 0,-1 0 1 0 0,1-1 0 0 0,-15-4 0 0 0,19 5-252 0 0,0-1 0 0 0,-1 0 0 0 0,1 0 0 0 0,0-1 0 0 0,0 1-1 0 0,0-1 1 0 0,1 1 0 0 0,-1-1 0 0 0,0 0 0 0 0,1 0 0 0 0,-1 0 0 0 0,1-1 0 0 0,-1 1-1 0 0,1-1 1 0 0,0 1 0 0 0,0-1 0 0 0,0 1 0 0 0,-2-7 0 0 0,1 4-942 0 0,1 0 0 0 0,0 0 0 0 0,0 0 1 0 0,1 0-1 0 0,-1-1 0 0 0,1 1 0 0 0,1-1 0 0 0,-1 1 0 0 0,1-11 1 0 0,2-6-6971 0 0</inkml:trace>
</inkml:ink>
</file>

<file path=ppt/ink/ink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15:38.1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0 315 1376 0 0,'3'-18'6989'0'0,"0"-3"-2036"0"0,-1-1 55 0 0,-1 16-3456 0 0,4-19 3338 0 0,-4 24-4769 0 0,-1-1 0 0 0,1 0 0 0 0,0 0 0 0 0,0 1 0 0 0,1-1 0 0 0,-1 1 0 0 0,0-1 0 0 0,0 1 0 0 0,1-1 0 0 0,-1 1 0 0 0,1 0 0 0 0,-1-1 0 0 0,1 1 0 0 0,0 0 0 0 0,2-1 0 0 0,18-10 195 0 0,0 1-1 0 0,1 1 0 0 0,37-11 1 0 0,76-13-13 0 0,-111 28-234 0 0,279-51 86 0 0,-159 32-118 0 0,-106 18-177 0 0,42-8-4576 0 0,-79 14 3143 0 0,-27 14-10035 0 0,10-7 3519 0 0</inkml:trace>
</inkml:ink>
</file>

<file path=ppt/ink/ink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15:42.4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 66 2504 0 0,'0'0'9340'0'0,"-2"0"-8355"0"0,-8 2 3706 0 0,16-2-3014 0 0,25-1-1975 0 0,-21 0 873 0 0,354-31 558 0 0,-346 30-1096 0 0,68-8 62 0 0,-72 6-44 0 0,-13 3-657 0 0,0 0 1 0 0,1 1 0 0 0,-1-1 0 0 0,0 0-1 0 0,0 0 1 0 0,0 0 0 0 0,0-1-1 0 0,0 1 1 0 0,0 0 0 0 0,0 0 0 0 0,0 0-1 0 0,0-1 1 0 0,1-2 0 0 0</inkml:trace>
</inkml:ink>
</file>

<file path=ppt/ink/ink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15:42.8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86 135 2924 0 0,'6'-25'7290'0'0,"0"-10"-1943"0"0,-5 32-5147 0 0,-1-1 0 0 0,1 1 0 0 0,0 0 0 0 0,-1 0-1 0 0,1 0 1 0 0,1 1 0 0 0,-1-1 0 0 0,0 0 0 0 0,1 0 0 0 0,-1 0 0 0 0,1 1 0 0 0,0-1 0 0 0,0 1 0 0 0,0 0 0 0 0,0-1 0 0 0,0 1 0 0 0,1 0 0 0 0,-1 0 0 0 0,1 0 0 0 0,2-1-1 0 0,3-1-137 0 0,-1 1 0 0 0,0 1 0 0 0,0-1 0 0 0,1 1 0 0 0,14-1 0 0 0,-17 2-46 0 0,0 1 1 0 0,1 0 0 0 0,-1 0-1 0 0,0 0 1 0 0,0 1 0 0 0,0 0 0 0 0,0 0-1 0 0,0 0 1 0 0,0 1 0 0 0,0 0 0 0 0,0 0-1 0 0,-1 0 1 0 0,1 0 0 0 0,-1 1 0 0 0,1-1-1 0 0,-1 1 1 0 0,5 5 0 0 0,-5-4 15 0 0,-1 1-1 0 0,0 0 1 0 0,0 0 0 0 0,-1 0 0 0 0,1 0 0 0 0,-1 0-1 0 0,0 0 1 0 0,0 1 0 0 0,-1-1 0 0 0,0 1-1 0 0,0-1 1 0 0,0 1 0 0 0,0 0 0 0 0,-1-1 0 0 0,0 1-1 0 0,0 0 1 0 0,-1-1 0 0 0,0 1 0 0 0,1 0-1 0 0,-2-1 1 0 0,-2 10 0 0 0,-4 7 56 0 0,0 1 0 0 0,-2-1 0 0 0,-21 35 0 0 0,-1-8 180 0 0,-1-1 0 0 0,-52 54 0 0 0,43-52 162 0 0,29-35-346 0 0,5-7 108 0 0,1 1 0 0 0,0-1 0 0 0,1 1-1 0 0,-9 16 1 0 0,15-24-167 0 0,0-1 0 0 0,0 1 0 0 0,0-1-1 0 0,0 1 1 0 0,0-1 0 0 0,0 1 0 0 0,0-1 0 0 0,0 1 0 0 0,1-1-1 0 0,-1 0 1 0 0,0 1 0 0 0,0-1 0 0 0,0 1 0 0 0,1-1 0 0 0,-1 0-1 0 0,0 1 1 0 0,0-1 0 0 0,1 1 0 0 0,-1-1 0 0 0,0 0-1 0 0,1 1 1 0 0,-1-1 0 0 0,0 0 0 0 0,1 0 0 0 0,-1 1 0 0 0,1-1-1 0 0,-1 0 1 0 0,1 0 0 0 0,-1 0 0 0 0,0 0 0 0 0,1 1 0 0 0,0-1-1 0 0,19 6 465 0 0,24-3-213 0 0,1-1 0 0 0,58-6 1 0 0,-40 2-211 0 0,50 2 78 0 0,-3 0-852 0 0,-46-4-2505 0 0,-61 4 1867 0 0,3-2-734 0 0,2 1 582 0 0</inkml:trace>
</inkml:ink>
</file>

<file path=ppt/ink/ink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15:43.3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70 184 2048 0 0,'-10'-74'12769'0'0,"8"27"-8348"0"0,2 45-4346 0 0,0-1 0 0 0,0 1-1 0 0,1-1 1 0 0,-1 1-1 0 0,1-1 1 0 0,0 1 0 0 0,-1 0-1 0 0,1-1 1 0 0,0 1-1 0 0,1 0 1 0 0,-1 0 0 0 0,0 0-1 0 0,1-1 1 0 0,-1 1-1 0 0,1 1 1 0 0,0-1 0 0 0,-1 0-1 0 0,1 0 1 0 0,0 1-1 0 0,0-1 1 0 0,0 1 0 0 0,0-1-1 0 0,0 1 1 0 0,1 0-1 0 0,-1 0 1 0 0,0 0 0 0 0,5-1-1 0 0,0-1-43 0 0,0 2-1 0 0,0-1 0 0 0,1 1 1 0 0,-1 0-1 0 0,0 0 0 0 0,0 1 1 0 0,1 0-1 0 0,8 1 1 0 0,-10 0-24 0 0,-1 0 0 0 0,0 0 1 0 0,0 0-1 0 0,0 1 1 0 0,0 0-1 0 0,-1 0 1 0 0,1 0-1 0 0,0 0 0 0 0,-1 1 1 0 0,0-1-1 0 0,1 1 1 0 0,-1 0-1 0 0,0 1 0 0 0,0-1 1 0 0,-1 1-1 0 0,1 0 1 0 0,-1 0-1 0 0,0 0 1 0 0,5 8-1 0 0,-5-7 4 0 0,0 1 1 0 0,-1 0-1 0 0,0 0 1 0 0,0-1-1 0 0,-1 1 1 0 0,0 0-1 0 0,0 1 1 0 0,0-1-1 0 0,-1 0 1 0 0,1 0-1 0 0,-2 0 1 0 0,1 0-1 0 0,-1 0 1 0 0,1 0-1 0 0,-2 1 1 0 0,-2 7-1 0 0,-2 6 18 0 0,-2-1 1 0 0,-1 0-1 0 0,0-1 0 0 0,-1 0 1 0 0,-1 0-1 0 0,-14 16 0 0 0,-86 94 83 0 0,74-89-94 0 0,27-29-10 0 0,4-3 4 0 0,0-1 1 0 0,0 1-1 0 0,1 0 0 0 0,-9 14 0 0 0,14-20-9 0 0,0 0 0 0 0,-1-1 0 0 0,1 1-1 0 0,0 0 1 0 0,0 0 0 0 0,0 0 0 0 0,0 0 0 0 0,-1-1 0 0 0,1 1-1 0 0,0 0 1 0 0,0 0 0 0 0,1 0 0 0 0,-1 0 0 0 0,0 0 0 0 0,0-1 0 0 0,0 1-1 0 0,1 0 1 0 0,-1 0 0 0 0,0 0 0 0 0,1-1 0 0 0,-1 1 0 0 0,0 0-1 0 0,1 0 1 0 0,-1-1 0 0 0,1 1 0 0 0,-1 0 0 0 0,1-1 0 0 0,0 1-1 0 0,-1-1 1 0 0,1 1 0 0 0,0-1 0 0 0,-1 1 0 0 0,1-1 0 0 0,1 1 0 0 0,26 12 30 0 0,12-5-11 0 0,-1-1 0 0 0,2-2 0 0 0,-1-1 0 0 0,54-3 0 0 0,-47-1-92 0 0,173-3-2701 0 0,-73-12-6360 0 0,-90 5 916 0 0</inkml:trace>
</inkml:ink>
</file>

<file path=ppt/ink/ink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15:44.3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51 135 2216 0 0,'-51'-44'18245'0'0,"53"40"-17477"0"0,-2 4-746 0 0,0 0-1 0 0,0 0 0 0 0,0-1 1 0 0,0 1-1 0 0,0 0 0 0 0,0-1 1 0 0,0 1-1 0 0,0 0 0 0 0,0 0 1 0 0,0-1-1 0 0,0 1 0 0 0,0 0 1 0 0,1-1-1 0 0,-1 1 0 0 0,0 0 1 0 0,0 0-1 0 0,0-1 0 0 0,0 1 1 0 0,0 0-1 0 0,1 0 0 0 0,-1 0 1 0 0,0-1-1 0 0,0 1 0 0 0,1 0 1 0 0,-1 0-1 0 0,0 0 0 0 0,0-1 1 0 0,1 1-1 0 0,-1 0 0 0 0,0 0 1 0 0,0 0-1 0 0,1 0 0 0 0,-1 0 1 0 0,0 0-1 0 0,0 0 0 0 0,1 0 1 0 0,-1 0-1 0 0,380-48 2086 0 0,7 25-2138 0 0,-272 17 171 0 0,10 3-126 0 0,-122 4 2 0 0,0 0 1 0 0,0 0 0 0 0,0 0 0 0 0,0 1-1 0 0,-1-1 1 0 0,1 0 0 0 0,0 1 0 0 0,-1 0 0 0 0,1 0-1 0 0,-1 0 1 0 0,0 0 0 0 0,1 0 0 0 0,-1 0-1 0 0,0 1 1 0 0,0-1 0 0 0,0 0 0 0 0,2 6 0 0 0,10 19 380 0 0,-1 1-1 0 0,-1 1 1 0 0,-1 0 0 0 0,11 53 0 0 0,-19-69-346 0 0,170 838 3778 0 0,45 597-1498 0 0,-70-423-2331 0 0,-55 7 0 0 0,-90-371 0 0 0,-12-509 0 0 0,9-134 0 0 0,0-5 0 0 0,-3 1 0 0 0,-2 0 0 0 0,-9-8 0 0 0,-41 4 0 0 0,0-2 0 0 0,-89 0 0 0 0,39-4 0 0 0,-334 33-4274 0 0,-1 12-6389 0 0,231-24-4763 0 0</inkml:trace>
</inkml:ink>
</file>

<file path=ppt/ink/ink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16:01.4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58 80 1000 0 0,'-5'-25'9483'0'0,"-16"-11"-1002"0"0,20 34-7575 0 0,0 1-584 0 0,0 0 1 0 0,0-1-1 0 0,0 1 1 0 0,0 0-1 0 0,0 0 1 0 0,0 0-1 0 0,0 0 1 0 0,0 0-1 0 0,-1 0 0 0 0,1 1 1 0 0,0-1-1 0 0,-1 0 1 0 0,1 0-1 0 0,0 1 1 0 0,-1-1-1 0 0,1 1 1 0 0,-1-1-1 0 0,-2 1 1 0 0,-1 1 576 0 0,18 5-901 0 0,9-1 13 0 0,-1 0-1 0 0,1-2 0 0 0,32 2 0 0 0,67-5 57 0 0,-66 0 63 0 0,17-5-211 0 0,-43 2-3826 0 0,-25 2 2348 0 0,2-1-2457 0 0,0 0 1913 0 0</inkml:trace>
</inkml:ink>
</file>

<file path=ppt/ink/ink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16:01.7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44 66 1360 0 0,'0'-3'2916'0'0,"-7"-36"7624"0"0,6 37-9085 0 0,-5-19 4792 0 0,9 124-1537 0 0,0 34-3127 0 0,-31 438-269 0 0,25-503-1141 0 0,1-23 107 0 0,0-17-3483 0 0,2-5-3047 0 0,-1-1-4356 0 0</inkml:trace>
</inkml:ink>
</file>

<file path=ppt/ink/ink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16:02.3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185 86 1160 0 0,'-173'96'18178'0'0,"172"-96"-18048"0"0,1 0-1 0 0,-1 1 1 0 0,0-1 0 0 0,0 0 0 0 0,0 1-1 0 0,1-1 1 0 0,-1 1 0 0 0,0-1 0 0 0,1 1-1 0 0,-1 0 1 0 0,0-1 0 0 0,1 1 0 0 0,-1 0-1 0 0,1-1 1 0 0,-1 1 0 0 0,0 2 0 0 0,11-1 2498 0 0,28-9-870 0 0,162-46-316 0 0,135-32-883 0 0,-84 36-2322 0 0,-248 48 1161 0 0,13 3-1070 0 0,-13-2 539 0 0,1 5-2607 0 0,-3-5 3609 0 0,-1 0 1 0 0,0 0-1 0 0,1 0 0 0 0,-1 1 1 0 0,0-1-1 0 0,1 0 1 0 0,-1 0-1 0 0,0 1 0 0 0,1-1 1 0 0,-1 0-1 0 0,0 0 1 0 0,0 1-1 0 0,0-1 1 0 0,1 0-1 0 0,-1 1 0 0 0,0-1 1 0 0,0 0-1 0 0,0 1 1 0 0,1-1-1 0 0,-1 0 1 0 0,0 1-1 0 0,0-1 0 0 0,0 0 1 0 0,0 1-1 0 0,0-1 1 0 0,0 1-1 0 0,0-1 1 0 0,0 0-1 0 0,0 1 0 0 0,0-1 1 0 0,0 0-1 0 0,0 1 1 0 0,0-1-1 0 0,0 1 1 0 0,0-1-1 0 0,-1 0 0 0 0,1 1 1 0 0,0-1-1 0 0,0 0 1 0 0,0 1-1 0 0,-1-1 1 0 0,1 0-1 0 0,0 1 0 0 0,0-1 1 0 0,-1 0-1 0 0,1 0 1 0 0,0 1-1 0 0,0-1 1 0 0,-1 0-1 0 0,1 0 0 0 0,0 0 1 0 0,-1 1-1 0 0,0-1 1 0 0,-9 10-3815 0 0,-1-3-1676 0 0</inkml:trace>
</inkml:ink>
</file>

<file path=ppt/ink/ink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16:03.0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319 1 704 0 0,'-76'26'14530'0'0,"73"-25"-13094"0"0,-17 2 2847 0 0,12-1-3222 0 0,14-5 875 0 0,24-3-413 0 0,-20 5-1450 0 0,0 1 0 0 0,0 1 0 0 0,-1-1 1 0 0,1 2-1 0 0,0-1 0 0 0,-1 1 0 0 0,1 1 0 0 0,-1 0 0 0 0,1 0 0 0 0,-1 1 0 0 0,12 7 1 0 0,-15-8-44 0 0,0 1 0 0 0,-1-1 0 0 0,1 1 0 0 0,-1 1 0 0 0,0-1 0 0 0,0 1 0 0 0,-1 0 0 0 0,1 0 0 0 0,-1 0 0 0 0,0 0 0 0 0,0 1 0 0 0,-1-1 0 0 0,0 1 0 0 0,0 0-1 0 0,0 0 1 0 0,-1 1 0 0 0,0-1 0 0 0,2 9 0 0 0,-3-6-13 0 0,0 1 0 0 0,0 0 0 0 0,-1-1 0 0 0,0 1 0 0 0,-1 0 0 0 0,0-1 0 0 0,0 1 0 0 0,-1-1-1 0 0,0 1 1 0 0,-1-1 0 0 0,-5 10 0 0 0,-1 1 60 0 0,-1-1 0 0 0,0 0 0 0 0,-26 32 0 0 0,8-21 100 0 0,27-28-150 0 0,-6 3 309 0 0,29-14-300 0 0,-19 8-32 0 0,2 1 0 0 0,0-1-2 0 0,0 0 0 0 0,27 8 9 0 0,-25-5 11 0 0,0 0 0 0 0,0 1 1 0 0,-1 0-1 0 0,1 0 0 0 0,-1 1 0 0 0,0 0 0 0 0,0 0 1 0 0,0 0-1 0 0,0 1 0 0 0,-1 0 0 0 0,1 0 1 0 0,-1 0-1 0 0,6 10 0 0 0,-4-6 81 0 0,-1 0 1 0 0,0 1-1 0 0,-1 0 1 0 0,0 0-1 0 0,0 0 0 0 0,-1 1 1 0 0,-1-1-1 0 0,3 14 0 0 0,-4-18-63 0 0,-1 0-1 0 0,-1 0 1 0 0,1 0-1 0 0,-1 0 1 0 0,0 0-1 0 0,0 0 1 0 0,-1 0 0 0 0,0-1-1 0 0,0 1 1 0 0,0 0-1 0 0,-1 0 1 0 0,0 0-1 0 0,0-1 1 0 0,-5 11-1 0 0,2-9 70 0 0,1-1 0 0 0,-1 0 0 0 0,0 0-1 0 0,0 0 1 0 0,-1-1 0 0 0,0 1 0 0 0,0-1-1 0 0,0-1 1 0 0,-1 1 0 0 0,-8 4 0 0 0,-2-1 80 0 0,-1 0 1 0 0,0-1-1 0 0,-1-1 1 0 0,0 0 0 0 0,0-2-1 0 0,0 0 1 0 0,0-1-1 0 0,-24 0 1 0 0,5-3-190 0 0,-1-2 0 0 0,1-1 0 0 0,-53-12 0 0 0,87 14-319 0 0,0 0-1 0 0,-1 0 1 0 0,1 0-1 0 0,0-1 1 0 0,0 0-1 0 0,1 1 1 0 0,-1-1-1 0 0,0-1 1 0 0,0 1 0 0 0,1 0-1 0 0,0-1 1 0 0,-5-3-1 0 0,7 4 99 0 0,-1 0-1 0 0,1 0 0 0 0,-1 0 1 0 0,1 0-1 0 0,0-1 1 0 0,0 1-1 0 0,0 0 0 0 0,0 0 1 0 0,0-1-1 0 0,1 1 0 0 0,-1 0 1 0 0,1-1-1 0 0,0 1 1 0 0,-1 0-1 0 0,1-1 0 0 0,0 1 1 0 0,0-1-1 0 0,0 1 1 0 0,1-1-1 0 0,-1 1 0 0 0,1 0 1 0 0,-1-1-1 0 0,2-2 0 0 0,5-12-3644 0 0,0 0 0 0 0,16-26 0 0 0,-5 11-5427 0 0</inkml:trace>
</inkml:ink>
</file>

<file path=ppt/ink/ink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16:03.8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256 159 992 0 0,'-25'-53'12113'0'0,"-17"-21"-1898"0"0,28 52-7187 0 0,13 20-2594 0 0,0 1 51 0 0,0 0-447 0 0,1 1 0 0 0,0-1 0 0 0,-1 1 0 0 0,1-1 0 0 0,0 1 0 0 0,-1 0-1 0 0,1-1 1 0 0,-1 1 0 0 0,1 0 0 0 0,-1-1 0 0 0,1 1 0 0 0,-1 0 0 0 0,1 0 0 0 0,-1 0-1 0 0,1-1 1 0 0,-1 1 0 0 0,1 0 0 0 0,-1 0 0 0 0,1 0 0 0 0,-1 0 0 0 0,0 0 0 0 0,-3 4 50 0 0,1 0 0 0 0,0 0 0 0 0,0 0 1 0 0,0 1-1 0 0,0-1 0 0 0,1 1 0 0 0,-1 0 1 0 0,1 0-1 0 0,0 0 0 0 0,-2 9 0 0 0,-11 56 490 0 0,-6 71 395 0 0,-4 193 0 0 0,-10-9 86 0 0,22-234-946 0 0,9-81-113 0 0,0-11 0 0 0,-1-7 0 0 0,4 3-9 0 0,-1 1 0 0 0,1-1 0 0 0,0 0 0 0 0,1 0 0 0 0,-1 1 0 0 0,1-1 0 0 0,0 0 0 0 0,0 0 0 0 0,1-6 1 0 0,0-11-88 0 0,-4-54-299 0 0,3 1 0 0 0,3 0 0 0 0,18-100 0 0 0,-14 142 364 0 0,1-1 0 0 0,1 2 0 0 0,2-1 0 0 0,1 1 0 0 0,2 1 0 0 0,1 0 0 0 0,2 1 0 0 0,0 1 0 0 0,38-46-1 0 0,-32 48-24 0 0,35-32 0 0 0,-48 49 26 0 0,1 2 0 0 0,0-1-1 0 0,1 1 1 0 0,0 1 0 0 0,0 0-1 0 0,18-7 1 0 0,-27 12 26 0 0,0 1 0 0 0,0 0 0 0 0,1 0 1 0 0,-1 0-1 0 0,1 1 0 0 0,-1-1 0 0 0,1 1 1 0 0,-1 0-1 0 0,1 0 0 0 0,-1 0 0 0 0,1 0 0 0 0,-1 0 1 0 0,0 1-1 0 0,1 0 0 0 0,-1 0 0 0 0,1 0 1 0 0,-1 0-1 0 0,0 0 0 0 0,0 0 0 0 0,0 1 0 0 0,1 0 1 0 0,-2 0-1 0 0,1-1 0 0 0,4 5 0 0 0,-4-3 1 0 0,0 0 0 0 0,-1 1 0 0 0,1-1 0 0 0,-1 1 0 0 0,0-1 0 0 0,0 1-1 0 0,0 0 1 0 0,-1 0 0 0 0,1 0 0 0 0,-1 0 0 0 0,0 0 0 0 0,0 0 0 0 0,0 0 0 0 0,-1 0-1 0 0,1 0 1 0 0,-1 0 0 0 0,0 0 0 0 0,0 1 0 0 0,-1-1 0 0 0,0 6 0 0 0,-5 10-11 0 0,0 0 0 0 0,-1 0 0 0 0,-1 0 0 0 0,-1-1 0 0 0,0-1 0 0 0,-21 30 0 0 0,5-5-78 0 0,9-20 70 0 0,0-1 1 0 0,-2 0 0 0 0,0-1-1 0 0,-1-1 1 0 0,-43 34 0 0 0,52-45 18 0 0,0-2 1 0 0,-1 0-1 0 0,0 0 1 0 0,-1-1 0 0 0,1 0-1 0 0,-1-1 1 0 0,0 0-1 0 0,-22 4 1 0 0,31-8 0 0 0,-1-1 6 0 0,-10 0-8 0 0,11 0-4 0 0,-13-5-92 0 0,15 5 90 0 0,1-1-1 0 0,-1 1 1 0 0,1 0-1 0 0,-1 0 1 0 0,1-1-1 0 0,0 1 1 0 0,-1 0-1 0 0,1-1 1 0 0,-1 1-1 0 0,1 0 1 0 0,0-1-1 0 0,-1 1 1 0 0,1 0-1 0 0,0-1 0 0 0,0 1 1 0 0,-1-1-1 0 0,1 1 1 0 0,0-1-1 0 0,0 1 1 0 0,0-1-1 0 0,-1 1 1 0 0,1-1-1 0 0,0 1 1 0 0,0-1-1 0 0,0 1 1 0 0,0-1-1 0 0,0 1 1 0 0,0-1-1 0 0,0 1 1 0 0,0-1-1 0 0,0 1 1 0 0,1-1-1 0 0,-1-1-15 0 0,6 3 16 0 0,0-1 0 0 0,0 1-1 0 0,0 1 1 0 0,0-1 0 0 0,0 1 0 0 0,0 0-1 0 0,0 0 1 0 0,10 6 0 0 0,42 30 33 0 0,68 61 85 0 0,25 16 488 0 0,-127-104-375 0 0,-21-10-253 0 0,-1-1-9 0 0,19-2-42 0 0,-8-6-84 0 0</inkml:trace>
</inkml:ink>
</file>

<file path=ppt/ink/ink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16:05.8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137 57 1112 0 0,'0'0'4505'0'0,"-3"-1"-2642"0"0,-4-1-822 0 0,-16-7 9003 0 0,16 6-6768 0 0,-9-1 2057 0 0,13 3-5249 0 0,0 0 0 0 0,0-1-1 0 0,0 0 1 0 0,1 0 0 0 0,-1 0 0 0 0,0 0-1 0 0,1 0 1 0 0,-3-3 0 0 0,4 3 18 0 0,-1 1-66 0 0,-7-3-17 0 0,7 3 25 0 0,-10-5-19 0 0,11 6-17 0 0,-7-5-28 0 0,7 6 17 0 0,1-1 1 0 0,-1 0 0 0 0,0 0-1 0 0,0 0 1 0 0,0 1 0 0 0,0-1-1 0 0,1 0 1 0 0,-1 1 0 0 0,0-1 0 0 0,0 1-1 0 0,1-1 1 0 0,-1 1 0 0 0,0-1-1 0 0,0 1 1 0 0,1 0 0 0 0,-1-1-1 0 0,1 1 1 0 0,-1 0 0 0 0,1-1 0 0 0,-2 2-1 0 0,1 0 52 0 0,1-1-97 0 0,-1 6 49 0 0,0-5 9 0 0,2 2-15 0 0,-1-4 4 0 0,0 0 1 0 0,0 1-1 0 0,0-1 1 0 0,0 0 0 0 0,0 1-1 0 0,0-1 1 0 0,0 0 0 0 0,0 0-1 0 0,0 1 1 0 0,0-1-1 0 0,0 0 1 0 0,0 0 0 0 0,0 1-1 0 0,0-1 1 0 0,0 0 0 0 0,0 1-1 0 0,0-1 1 0 0,0 0-1 0 0,0 0 1 0 0,0 1 0 0 0,1-1-1 0 0,-1 0 1 0 0,0 0 0 0 0,0 0-1 0 0,0 1 1 0 0,0-1-1 0 0,1 0 1 0 0,-1 0 0 0 0,0 0-1 0 0,0 1 1 0 0,0-1 0 0 0,1 0-1 0 0,-1 0 1 0 0,0 0-1 0 0,0 0 1 0 0,1 0 0 0 0,-1 0-1 0 0,0 1 1 0 0,1-1 0 0 0,13 0 4 0 0,-11 0-5 0 0,1 0 2 0 0,33-1-2 0 0,-30 1 1 0 0,13-1-1 0 0,31 1-1 0 0,-11 2-10 0 0,43 8-12 0 0,-77-10 23 0 0,-6 0 1 0 0,0 0 0 0 0,1 0 0 0 0,-1 0 0 0 0,1 1 0 0 0,-1-1 0 0 0,1 0 0 0 0,-1 0 0 0 0,0 0 0 0 0,1 0 1 0 0,-1 0-1 0 0,1 1 0 0 0,-1-1 0 0 0,0 0 0 0 0,1 0 0 0 0,-1 1 0 0 0,0-1 0 0 0,1 0 0 0 0,-1 0 0 0 0,0 1 0 0 0,1-1 0 0 0,-1 0 0 0 0,0 1 0 0 0,15 14 0 0 0,-10-13 1 0 0,13 22 1 0 0,-16-21 11 0 0,0 0 0 0 0,0 0 0 0 0,0 0 0 0 0,-1 0 0 0 0,1 0 0 0 0,-1 1 0 0 0,0-1 0 0 0,0 0 0 0 0,0 1 0 0 0,0-1 0 0 0,0 0 0 0 0,-1 1 0 0 0,1 6 0 0 0,0 2 40 0 0,-1-3-19 0 0,0 0 1 0 0,-1 1 0 0 0,0-1-1 0 0,0 0 1 0 0,-1 0 0 0 0,0 0-1 0 0,-4 12 1 0 0,2-8 8 0 0,-1 7 64 0 0,-2 0-1 0 0,-1 0 1 0 0,0-1 0 0 0,-1 0-1 0 0,-1-1 1 0 0,-15 21-1 0 0,20-31-13 0 0,-64 75 683 0 0,68-81-737 0 0,-1 1 45 0 0,0 0-1 0 0,-1 1 0 0 0,1-1 0 0 0,-1 0 0 0 0,0 0 0 0 0,0-1 0 0 0,0 1 0 0 0,-1 0 0 0 0,-4 2 0 0 0,5-3 31 0 0,2-1 490 0 0,0-1-590 0 0,-4 7 504 0 0,9-5-223 0 0,14-3-165 0 0,115-25-130 0 0,-34 7 0 0 0,466-34-2765 0 0,-521 53-1392 0 0,-39 0 1994 0 0,-2 10-2782 0 0</inkml:trace>
</inkml:ink>
</file>

<file path=ppt/ink/ink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16:16.8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78 38 1396 0 0,'-3'0'2010'0'0,"-13"0"3482"0"0,13 0-4605 0 0,-11 0-112 0 0,10 0 1535 0 0,2 1-1941 0 0,-2 0-450 0 0,0 0 764 0 0,0 0 0 0 0,0 0 0 0 0,0 0 0 0 0,0 1 0 0 0,-6 3 0 0 0,8-3 524 0 0,19 0-634 0 0,2 2-230 0 0,371-37 510 0 0,-390 33-853 0 0,87-13 121 0 0,-84 13-145 0 0,0-1 31 0 0,20-3 23 0 0,-6 0-2108 0 0,-1 0-5548 0 0</inkml:trace>
</inkml:ink>
</file>

<file path=ppt/ink/ink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16:17.2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45 42 2360 0 0,'4'-13'6307'0'0,"-3"11"-5995"0"0,6-20 5069 0 0,-4 18-1711 0 0,-2 15-454 0 0,-5 93-2538 0 0,-22 118 1 0 0,3-34-497 0 0,16-57-198 0 0,7-48-6370 0 0,1-69 3381 0 0</inkml:trace>
</inkml:ink>
</file>

<file path=ppt/ink/ink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16:17.7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212 17 1908 0 0,'-144'80'13728'0'0,"112"-61"-11350"0"0,5-2-543 0 0,27-17-1797 0 0,-1 0 0 0 0,1 0 0 0 0,-1 0 0 0 0,1 0 0 0 0,0 1 0 0 0,-1-1 0 0 0,1 0 0 0 0,-1 0-1 0 0,1 0 1 0 0,0 0 0 0 0,-1 1 0 0 0,1-1 0 0 0,0 0 0 0 0,-1 1 0 0 0,1-1 0 0 0,0 0 0 0 0,-1 0 0 0 0,1 1 0 0 0,0-1 0 0 0,0 0-1 0 0,-1 1 1 0 0,1-1 0 0 0,0 1 0 0 0,0-1 0 0 0,0 0 0 0 0,0 1 0 0 0,-1-1 0 0 0,1 1 0 0 0,0-1 0 0 0,0 0 0 0 0,0 1 0 0 0,0-1 0 0 0,0 1-1 0 0,0-1 1 0 0,0 1 0 0 0,0-1 0 0 0,0 0 0 0 0,0 1 0 0 0,1-1 0 0 0,-1 1 0 0 0,0-1 0 0 0,0 0 0 0 0,0 1 0 0 0,0-1 0 0 0,0 1 0 0 0,1-1-1 0 0,-1 0 1 0 0,0 1 0 0 0,0-1 0 0 0,1 0 0 0 0,-1 1 0 0 0,0-1 0 0 0,1 0 0 0 0,0 1 0 0 0,0 0 65 0 0,1 0 0 0 0,0 0 0 0 0,0 0 0 0 0,0 0 0 0 0,0 0 1 0 0,0 0-1 0 0,0-1 0 0 0,0 1 0 0 0,2 0 0 0 0,48 1 548 0 0,0-2 1 0 0,100-14-1 0 0,-121 10-535 0 0,587-90 535 0 0,-426 61-1543 0 0,-157 26 85 0 0,-22 4-138 0 0,-1 0-1 0 0,1 2 1 0 0,14-2-1 0 0,-14 6-1793 0 0,-12-3 2581 0 0,-1 0 0 0 0,0 1 0 0 0,0-1 1 0 0,1 0-1 0 0,-1 0 0 0 0,0 0 0 0 0,0 0 1 0 0,1 0-1 0 0,-1 0 0 0 0,0 1 0 0 0,0-1 0 0 0,0 0 1 0 0,1 0-1 0 0,-1 0 0 0 0,0 0 0 0 0,0 1 1 0 0,0-1-1 0 0,0 0 0 0 0,1 0 0 0 0,-1 1 0 0 0,0-1 1 0 0,0 0-1 0 0,0 0 0 0 0,0 1 0 0 0,0-1 1 0 0,0 0-1 0 0,0 0 0 0 0,0 1 0 0 0,0-1 1 0 0,0 0-1 0 0,0 0 0 0 0,0 1 0 0 0,0-1 0 0 0,0 0 1 0 0,0 0-1 0 0,0 1 0 0 0,0-1 0 0 0,0 0 1 0 0,0 0-1 0 0,0 1 0 0 0,0-1 0 0 0,0 0 0 0 0,0 0 1 0 0,-1 1-1 0 0,1-1 0 0 0,0 0 0 0 0,0 0 1 0 0,0 0-1 0 0,0 1 0 0 0,-1-1 0 0 0,1 0 0 0 0,0 0 1 0 0,0 0-1 0 0,0 0 0 0 0,-1 1 0 0 0,1-1 1 0 0,0 0-1 0 0,-1 0 0 0 0,-11 11-5596 0 0</inkml:trace>
</inkml:ink>
</file>

<file path=ppt/ink/ink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16:18.3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426 1 2544 0 0,'-1'1'5623'0'0,"-11"7"429"0"0,-1-2-5100 0 0,0 1 1 0 0,0 0 0 0 0,1 1-1 0 0,-14 12 1 0 0,7-4-360 0 0,-31 35-1 0 0,13-6-511 0 0,-39 65 0 0 0,70-101-63 0 0,-84 139 176 0 0,80-128-169 0 0,1 1 1 0 0,0 0-1 0 0,1 0 1 0 0,1 0-1 0 0,-6 37 1 0 0,13-54-16 0 0,-1 0 1 0 0,1 0-1 0 0,-1 1 0 0 0,1-1 1 0 0,0 1-1 0 0,1-1 0 0 0,-1 0 1 0 0,1 1-1 0 0,0-1 0 0 0,0 0 1 0 0,0 0-1 0 0,1 0 0 0 0,-1 0 1 0 0,1 0-1 0 0,0 0 0 0 0,0 0 0 0 0,0 0 1 0 0,1-1-1 0 0,0 1 0 0 0,2 2 1 0 0,-1-2 2 0 0,1-1 0 0 0,-1 0 0 0 0,0 0 0 0 0,1 0 0 0 0,0-1 0 0 0,-1 1 0 0 0,1-1 0 0 0,0 0 0 0 0,0-1 0 0 0,1 1 0 0 0,-1-1 0 0 0,0 0 0 0 0,0 0 0 0 0,1-1 0 0 0,9 0 0 0 0,-2 0 3 0 0,-1-1 1 0 0,1-1-1 0 0,-1 0 0 0 0,0-1 0 0 0,0-1 0 0 0,0 1 0 0 0,0-2 0 0 0,-1 0 0 0 0,0 0 1 0 0,14-9-1 0 0,-11 5 141 0 0,-1 0 0 0 0,0-1 0 0 0,0-1 1 0 0,-1 0-1 0 0,0 0 0 0 0,-1-1 0 0 0,14-20 1 0 0,-23 30-122 0 0,0-1 1 0 0,0 0-1 0 0,-1 0 0 0 0,1 0 1 0 0,-1 1-1 0 0,0-1 0 0 0,0-1 1 0 0,0 1-1 0 0,0 0 1 0 0,0 0-1 0 0,-1 0 0 0 0,1 0 1 0 0,-1-1-1 0 0,0 1 1 0 0,0 0-1 0 0,0 0 0 0 0,0 0 1 0 0,-1-1-1 0 0,1 1 0 0 0,-2-5 1 0 0,0 4-25 0 0,0 1 0 0 0,0-1 1 0 0,0 1-1 0 0,0-1 0 0 0,-1 1 1 0 0,1 0-1 0 0,-1-1 0 0 0,0 1 1 0 0,0 1-1 0 0,0-1 0 0 0,0 0 1 0 0,-1 1-1 0 0,1 0 0 0 0,-1-1 1 0 0,-5-1-1 0 0,-17-7-607 0 0,0 0-1 0 0,-29-6 1 0 0,41 13-494 0 0,12 3 580 0 0,-1 0-1 0 0,1 0 1 0 0,0 0-1 0 0,-1 0 1 0 0,1 0-1 0 0,0 0 1 0 0,0-1-1 0 0,-4-2 1 0 0,1-6-6458 0 0,4-6 282 0 0</inkml:trace>
</inkml:ink>
</file>

<file path=ppt/ink/ink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16:19.0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146 180 1444 0 0,'-6'-19'2368'0'0,"-44"-133"16235"0"0,49 151-18284 0 0,-3-7 323 0 0,1 17-320 0 0,1 18 131 0 0,-8 216 966 0 0,-16 2-1376 0 0,2-82-6042 0 0,16-129 2661 0 0,1-11-2956 0 0,3-8-1284 0 0</inkml:trace>
</inkml:ink>
</file>

<file path=ppt/ink/ink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16:19.8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29 195 1244 0 0,'-4'-27'6279'0'0,"2"18"-4029"0"0,1 0 0 0 0,-1-1 0 0 0,2 1 0 0 0,0-16 0 0 0,0 22-2074 0 0,1 0-1 0 0,-1-1 1 0 0,1 1 0 0 0,0 0-1 0 0,0 1 1 0 0,0-1 0 0 0,1 0-1 0 0,-1 0 1 0 0,0 0-1 0 0,1 1 1 0 0,0-1 0 0 0,0 1-1 0 0,0-1 1 0 0,0 1 0 0 0,0 0-1 0 0,0 0 1 0 0,1 0-1 0 0,3-3 1 0 0,6-3-114 0 0,0 2 0 0 0,1-1-1 0 0,-1 1 1 0 0,1 1 0 0 0,0 1 0 0 0,1 0 0 0 0,-1 0-1 0 0,1 1 1 0 0,0 1 0 0 0,0 0 0 0 0,0 1 0 0 0,-1 1-1 0 0,1 0 1 0 0,0 0 0 0 0,0 2 0 0 0,0 0 0 0 0,0 0-1 0 0,-1 1 1 0 0,1 1 0 0 0,-1 0 0 0 0,25 12-1 0 0,-34-14-58 0 0,-1 1 0 0 0,1-1 0 0 0,0 0 0 0 0,-1 1-1 0 0,0 0 1 0 0,1 0 0 0 0,-1 0 0 0 0,0 0 0 0 0,-1 1-1 0 0,1-1 1 0 0,-1 1 0 0 0,1-1 0 0 0,-1 1 0 0 0,0 0-1 0 0,0 0 1 0 0,2 7 0 0 0,-3-6 3 0 0,0 0-1 0 0,-1 1 1 0 0,1-1-1 0 0,-1 1 1 0 0,0-1-1 0 0,-1 1 1 0 0,1-1-1 0 0,-1 1 1 0 0,0-1 0 0 0,0 0-1 0 0,-4 9 1 0 0,-3 4 5 0 0,-1 0 1 0 0,0 0 0 0 0,-2-1-1 0 0,0 0 1 0 0,-25 29-1 0 0,-7-1-1 0 0,-1-2-1 0 0,-2-2 0 0 0,-81 57 0 0 0,102-81 30 0 0,-21 17 279 0 0,45-33-233 0 0,7 11-17 0 0,62 28-58 0 0,3 1-497 0 0,80 61-1 0 0,-102-61-2580 0 0,-19-16-430 0 0,0-1-3424 0 0,-11-11-421 0 0</inkml:trace>
  <inkml:trace contextRef="#ctx0" brushRef="#br0" timeOffset="1">986 686 2508 0 0,'-12'-6'2322'0'0,"-1"0"-1"0"0,2-2 0 0 0,-1 1 0 0 0,1-1 1 0 0,0-1-1 0 0,0 0 0 0 0,-13-15 1 0 0,23 23-2247 0 0,0-1 0 0 0,1 1 1 0 0,-1 0-1 0 0,1 0 0 0 0,-1 0 0 0 0,1 0 1 0 0,-1 0-1 0 0,1-1 0 0 0,-1 1 1 0 0,1 0-1 0 0,0 0 0 0 0,0-1 1 0 0,0 1-1 0 0,0 0 0 0 0,0 0 1 0 0,0-1-1 0 0,0 1 0 0 0,0 0 0 0 0,0 0 1 0 0,0-1-1 0 0,1 1 0 0 0,-1 0 1 0 0,1 0-1 0 0,-1 0 0 0 0,1-1 1 0 0,0-1-1 0 0,16-17 308 0 0,-15 18-361 0 0,1 0 0 0 0,0 1-1 0 0,0-1 1 0 0,0 1 0 0 0,0 0-1 0 0,0 0 1 0 0,0 0 0 0 0,0 0-1 0 0,1 0 1 0 0,-1 1-1 0 0,5-1 1 0 0,-5 1-23 0 0,2 0 5 0 0,0-1 0 0 0,0 1 0 0 0,1 1 0 0 0,-1-1 0 0 0,0 1 0 0 0,0 0 0 0 0,0 0 0 0 0,0 0 0 0 0,0 1 0 0 0,-1 0 0 0 0,1 0 0 0 0,0 0 0 0 0,-1 0 0 0 0,1 1 0 0 0,-1 0 0 0 0,0 0 0 0 0,6 5 0 0 0,-7-4 0 0 0,0 0-1 0 0,0 0 0 0 0,-1 1 0 0 0,1-1 1 0 0,-1 1-1 0 0,0-1 0 0 0,-1 1 1 0 0,1 0-1 0 0,-1 0 0 0 0,0 0 1 0 0,0 0-1 0 0,0 0 0 0 0,-1 0 1 0 0,1 0-1 0 0,-1 0 0 0 0,-1 0 1 0 0,1 0-1 0 0,-1 0 0 0 0,0 0 1 0 0,0 0-1 0 0,0 0 0 0 0,-3 7 1 0 0,-4 9 18 0 0,-1 1 0 0 0,-1-1 0 0 0,-18 29 1 0 0,24-44-22 0 0,-86 122 24 0 0,72-104-68 0 0,18-24 33 0 0,-1 1 0 0 0,0 0 0 0 0,1-1 0 0 0,-1 1 0 0 0,1 0 0 0 0,-1-1 0 0 0,1 1 1 0 0,0 0-1 0 0,-1 0 0 0 0,1 0 0 0 0,0 0 0 0 0,-1-1 0 0 0,1 1 0 0 0,0 0 0 0 0,0 0 0 0 0,0 0 0 0 0,0 0 0 0 0,0 0 0 0 0,0 0 1 0 0,0 0-1 0 0,0-1 0 0 0,0 1 0 0 0,0 0 0 0 0,0 0 0 0 0,1 0 0 0 0,-1 0 0 0 0,0 0 0 0 0,0-1 0 0 0,1 1 0 0 0,-1 0 0 0 0,1 0 0 0 0,-1 0 1 0 0,1-1-1 0 0,-1 1 0 0 0,1 0 0 0 0,0-1 0 0 0,-1 1 0 0 0,1 0 0 0 0,0-1 0 0 0,-1 1 0 0 0,1-1 0 0 0,0 1 0 0 0,0-1 0 0 0,-1 0 1 0 0,1 1-1 0 0,0-1 0 0 0,1 1 0 0 0,6 2 3 0 0,0 0 0 0 0,1-1 1 0 0,-1 0-1 0 0,11 2 1 0 0,-4-2-28 0 0,-5 1 46 0 0,129 35 160 0 0,-120-32-130 0 0,-1 1 0 0 0,0 1 1 0 0,-1 1-1 0 0,0 0 0 0 0,23 17 1 0 0,-38-24 7 0 0,1 0 0 0 0,0 0 0 0 0,0 1 0 0 0,-1-1 0 0 0,1 1 0 0 0,-1-1 0 0 0,0 1 0 0 0,0 0 0 0 0,0 0 0 0 0,0 0 0 0 0,-1 0 0 0 0,1 0 0 0 0,-1 1 0 0 0,1-1 0 0 0,-1 0 0 0 0,0 1 0 0 0,-1-1 0 0 0,2 5 0 0 0,-3-5 0 0 0,1 1 0 0 0,0-1 0 0 0,-1 1 0 0 0,0-1 0 0 0,0 1 0 0 0,0-1 0 0 0,0 0-1 0 0,0 1 1 0 0,-1-1 0 0 0,1 0 0 0 0,-1 0 0 0 0,0 0 0 0 0,0 0 0 0 0,0 0 0 0 0,0 0 0 0 0,-1-1 0 0 0,1 1-1 0 0,-4 2 1 0 0,-11 9-40 0 0,0-1-1 0 0,-1 0 1 0 0,0-1-1 0 0,-1-1 1 0 0,-1-1-1 0 0,0-1 0 0 0,0 0 1 0 0,0-2-1 0 0,-1 0 1 0 0,0-1-1 0 0,-1-2 1 0 0,-23 3-1 0 0,15-3-1022 0 0,-1-2 0 0 0,0-1 0 0 0,-35-4 0 0 0,38 0-1748 0 0,0-2 0 0 0,0 0 0 0 0,-35-13-1 0 0,18 1-5628 0 0</inkml:trace>
</inkml:ink>
</file>

<file path=ppt/ink/ink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16:20.7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424 56 260 0 0,'2'-2'2144'0'0,"6"-5"-644"0"0,19-22 5888 0 0,-26 27-6432 0 0,13-14 7979 0 0,-23 16-8848 0 0,0 0 1 0 0,1 1 0 0 0,-1 0 0 0 0,0 0-1 0 0,0 0 1 0 0,1 1 0 0 0,-1 1 0 0 0,-14 5-1 0 0,-5 1 60 0 0,-7 3-38 0 0,0 1-1 0 0,1 1 1 0 0,1 2 0 0 0,-47 30-1 0 0,70-39-112 0 0,1 0-1 0 0,0 0 1 0 0,1 1-1 0 0,0-1 1 0 0,0 2-1 0 0,0-1 1 0 0,1 1-1 0 0,0 1 1 0 0,-6 12-1 0 0,5-8 4 0 0,1 1-1 0 0,1 0 1 0 0,1 1 0 0 0,0-1-1 0 0,-5 30 1 0 0,5-3 117 0 0,2 1 0 0 0,2 0 0 0 0,2 0 0 0 0,6 45 0 0 0,28 187 893 0 0,10 111 243 0 0,-32 482 580 0 0,-22 821-621 0 0,32 2-1055 0 0,19-832-30 0 0,-33-699-8 0 0,91 723-14 0 0,-92-841-37 0 0,1-1 0 0 0,1-1-1 0 0,3 1 1 0 0,27 58 0 0 0,-38-95-48 0 0,0-1 1 0 0,0 1 0 0 0,0-1-1 0 0,1 1 1 0 0,0-1 0 0 0,-1 0 0 0 0,1 0-1 0 0,0 0 1 0 0,1 0 0 0 0,-1-1-1 0 0,0 1 1 0 0,1-1 0 0 0,-1 0-1 0 0,1 0 1 0 0,6 3 0 0 0,-4-4-7 0 0,0 1 0 0 0,-1-1-1 0 0,1 0 1 0 0,0 0 0 0 0,1-1 0 0 0,-1 0 0 0 0,0 0 0 0 0,0 0 0 0 0,10-3-1 0 0,8-3-105 0 0,0-1 0 0 0,-1-1 0 0 0,0-1 0 0 0,27-16 0 0 0,-41 21 13 0 0,393-222-6215 0 0,-146 56-4913 0 0,-162 105 1886 0 0</inkml:trace>
</inkml:ink>
</file>

<file path=ppt/ink/ink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16:21.5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96 0 0,'0'0'12013'0'0,"8"11"-5713"0"0,3 95-1430 0 0,-3 58-3023 0 0,-3-47-1349 0 0,-2-75-389 0 0,10 129-1393 0 0,8-59-4443 0 0,-20-106 4358 0 0,1 0 0 0 0,0 0 0 0 0,0-1 0 0 0,1 1 0 0 0,5 8 0 0 0,3 0-6735 0 0</inkml:trace>
</inkml:ink>
</file>

<file path=ppt/ink/ink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16:22.3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272 231 1508 0 0,'1'-3'2189'0'0,"0"-2"-1255"0"0,1 0 1 0 0,-1 0-1 0 0,0 1 0 0 0,0-1 1 0 0,-1 0-1 0 0,1 0 0 0 0,-1 0 1 0 0,0 0-1 0 0,0 0 0 0 0,-1 0 1 0 0,0 0-1 0 0,-1-6 0 0 0,1 7-518 0 0,-1-1 1 0 0,1 1-1 0 0,-1-1 0 0 0,0 1 1 0 0,-1 0-1 0 0,1 0 0 0 0,-1 0 1 0 0,1 0-1 0 0,-1 1 0 0 0,0-1 1 0 0,-1 1-1 0 0,-4-5 0 0 0,6 6-199 0 0,-3 2-44 0 0,1 1-146 0 0,0 0 0 0 0,0-1 0 0 0,0 1 0 0 0,-1 0-1 0 0,1 1 1 0 0,0-1 0 0 0,0 1 0 0 0,1 0 0 0 0,-1 0 0 0 0,0 0-1 0 0,1 1 1 0 0,-1-1 0 0 0,1 1 0 0 0,0 0 0 0 0,-1-1 0 0 0,-2 5-1 0 0,-10 10 10 0 0,1 1-1 0 0,1 1 1 0 0,1 0-1 0 0,0 1 1 0 0,1 0-1 0 0,-15 37 1 0 0,15-27-21 0 0,2 0 1 0 0,1 1-1 0 0,1 0 1 0 0,-5 45-1 0 0,11-65-4 0 0,1 0 0 0 0,1 0-1 0 0,0 1 1 0 0,1-1 0 0 0,0 0-1 0 0,0 0 1 0 0,1 0 0 0 0,1 0-1 0 0,0 0 1 0 0,0 0 0 0 0,1-1-1 0 0,0 1 1 0 0,1-1-1 0 0,0 0 1 0 0,1 0 0 0 0,0-1-1 0 0,1 0 1 0 0,0 0 0 0 0,0 0-1 0 0,1-1 1 0 0,0 0 0 0 0,0-1-1 0 0,1 1 1 0 0,0-2 0 0 0,0 1-1 0 0,0-1 1 0 0,1-1-1 0 0,0 1 1 0 0,0-2 0 0 0,1 1-1 0 0,-1-2 1 0 0,18 5 0 0 0,-10-5 4 0 0,-1 0 0 0 0,1-1 0 0 0,0-1 0 0 0,1 0 0 0 0,-1-2 0 0 0,0 0 0 0 0,0-1 0 0 0,0 0-1 0 0,-1-2 1 0 0,1 0 0 0 0,-1-1 0 0 0,1-1 0 0 0,-2-1 0 0 0,1 0 0 0 0,-1-1 0 0 0,0 0 0 0 0,29-22 0 0 0,-25 14 1 0 0,-1 0-1 0 0,-1-1 1 0 0,-1-1-1 0 0,0 0 1 0 0,-2-1-1 0 0,0-1 1 0 0,-1-1-1 0 0,-1 0 1 0 0,0 0-1 0 0,-2-1 1 0 0,-1-1-1 0 0,13-40 0 0 0,-18 46-3 0 0,-1 1-1 0 0,0-2 0 0 0,-2 1 1 0 0,0 0-1 0 0,0-1 0 0 0,-2 1 0 0 0,0-1 1 0 0,-5-32-1 0 0,3 39-5 0 0,-1 1 1 0 0,0 0-1 0 0,-1 0 0 0 0,1 0 0 0 0,-2 0 1 0 0,0 0-1 0 0,0 1 0 0 0,0 0 1 0 0,-1 0-1 0 0,-1 1 0 0 0,1-1 0 0 0,-1 1 1 0 0,-1 1-1 0 0,0-1 0 0 0,-16-11 0 0 0,9 9-182 0 0,-1 0-1 0 0,0 1 0 0 0,-1 1 0 0 0,0 0 0 0 0,-1 2 0 0 0,1 0 0 0 0,-1 0 0 0 0,0 2 0 0 0,-1 0 0 0 0,1 1 0 0 0,-1 1 0 0 0,1 1 0 0 0,-1 1 0 0 0,0 0 0 0 0,1 1 0 0 0,-1 1 0 0 0,1 1 0 0 0,-1 1 0 0 0,1 0 0 0 0,0 2 0 0 0,-26 10 0 0 0,39-13-306 0 0,0 0 0 0 0,1-1 0 0 0,-1 1 0 0 0,1 1 0 0 0,0-1-1 0 0,-6 7 1 0 0,-5 13-7014 0 0</inkml:trace>
</inkml:ink>
</file>

<file path=ppt/ink/ink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16:23.2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313 240 36 0 0,'0'-3'2766'0'0,"-2"-3"-1253"0"0,0 0 0 0 0,0 0 0 0 0,-1 0 0 0 0,0 0 1 0 0,0 1-1 0 0,0-1 0 0 0,-7-7 0 0 0,9 11-1001 0 0,-6-1 63 0 0,7 3-559 0 0,-1 0-1 0 0,1-1 0 0 0,0 1 1 0 0,-1 0-1 0 0,1 0 1 0 0,0-1-1 0 0,-1 1 1 0 0,1 0-1 0 0,-1 0 0 0 0,1 0 1 0 0,0-1-1 0 0,-1 1 1 0 0,1 0-1 0 0,-1 0 0 0 0,1 0 1 0 0,-1 0-1 0 0,1 0 1 0 0,0 0-1 0 0,-1 0 1 0 0,1 0-1 0 0,-1 0 0 0 0,1 0 1 0 0,-1 0-1 0 0,1 0 1 0 0,0 0-1 0 0,-1 1 1 0 0,1-1-1 0 0,-1 0 0 0 0,0 0 1 0 0,-9 6 214 0 0,0 1-1 0 0,0 0 1 0 0,1 0 0 0 0,0 1-1 0 0,0 0 1 0 0,-13 15 0 0 0,-42 64 879 0 0,47-64-926 0 0,2 2 0 0 0,1 0 0 0 0,1 1 0 0 0,1 0-1 0 0,1 1 1 0 0,-7 32 0 0 0,16-50-130 0 0,0 0 0 0 0,1 0 0 0 0,0 0 0 0 0,0 0 0 0 0,1 1 0 0 0,1-1 0 0 0,0 0 0 0 0,0 0 1 0 0,0 0-1 0 0,1 0 0 0 0,4 12 0 0 0,-3-16 0 0 0,-1 0 0 0 0,1 0-1 0 0,-1 0 1 0 0,1 0 0 0 0,1-1 0 0 0,-1 1 0 0 0,1-1 0 0 0,0 0 0 0 0,0 0 0 0 0,0 0 0 0 0,0 0 0 0 0,1-1-1 0 0,-1 0 1 0 0,1 0 0 0 0,0 0 0 0 0,0 0 0 0 0,0-1 0 0 0,0 0 0 0 0,10 3 0 0 0,-3-1 54 0 0,1-2 1 0 0,0 1-1 0 0,0-2 1 0 0,0 1-1 0 0,0-2 1 0 0,1 0-1 0 0,-1 0 1 0 0,0-2-1 0 0,0 1 1 0 0,23-7 0 0 0,-19 3-35 0 0,1-2 1 0 0,-1 0-1 0 0,-1 0 1 0 0,1-2 0 0 0,-1 0-1 0 0,-1-1 1 0 0,17-13-1 0 0,-10 4-10 0 0,0-2-1 0 0,-1 0 0 0 0,-1-1 0 0 0,-1-1 1 0 0,-1 0-1 0 0,-1-2 0 0 0,-1 0 0 0 0,-1-1 1 0 0,16-39-1 0 0,-26 52-35 0 0,0 0 0 0 0,-1-1 0 0 0,-1 0 0 0 0,0 1 0 0 0,-1-1 0 0 0,0-1 0 0 0,-1 1 0 0 0,-1-21 0 0 0,-1 25-24 0 0,0 1 1 0 0,-1-1-1 0 0,0 1 1 0 0,0 0-1 0 0,-1-1 1 0 0,0 1 0 0 0,-1 1-1 0 0,0-1 1 0 0,-1 0-1 0 0,1 1 1 0 0,-1 0-1 0 0,-1 0 1 0 0,-9-10 0 0 0,4 7 0 0 0,-1 0 0 0 0,0 0 0 0 0,-1 2 0 0 0,-1 0 0 0 0,1 0 0 0 0,-1 1 1 0 0,-1 1-1 0 0,1 0 0 0 0,-1 1 0 0 0,0 0 0 0 0,-1 2 0 0 0,1 0 0 0 0,-1 0 1 0 0,-30-2-1 0 0,27 5-184 0 0,0 0 0 0 0,0 1 0 0 0,0 1 1 0 0,0 1-1 0 0,1 1 0 0 0,-1 0 0 0 0,1 2 1 0 0,-1 0-1 0 0,1 1 0 0 0,0 0 0 0 0,1 2 1 0 0,-24 13-1 0 0,32-15-189 0 0,1-1 1 0 0,0 1 0 0 0,0 1-1 0 0,1-1 1 0 0,0 1 0 0 0,0 1-1 0 0,1-1 1 0 0,-10 14 0 0 0,14-16-80 0 0,-1 0 1 0 0,1 0-1 0 0,0-1 0 0 0,0 1 1 0 0,0 1-1 0 0,1-1 0 0 0,-2 8 1 0 0,3-9-225 0 0,0 0 1 0 0,-1 1-1 0 0,2-1 1 0 0,-1 0-1 0 0,0 0 0 0 0,1 0 1 0 0,0 0-1 0 0,0 0 1 0 0,0 0-1 0 0,3 6 0 0 0,4 11-5201 0 0</inkml:trace>
</inkml:ink>
</file>

<file path=ppt/ink/ink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16:23.8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537 93 580 0 0,'2'-30'5862'0'0,"-2"21"-3835"0"0,1 0-1 0 0,-1 0 1 0 0,-2-16 0 0 0,2 24-1973 0 0,0 1-1 0 0,-1-1 0 0 0,1 1 1 0 0,0-1-1 0 0,0 1 1 0 0,0-1-1 0 0,-1 1 0 0 0,1 0 1 0 0,0-1-1 0 0,0 1 0 0 0,-1-1 1 0 0,1 1-1 0 0,0 0 1 0 0,-1-1-1 0 0,1 1 0 0 0,0 0 1 0 0,-1 0-1 0 0,1-1 0 0 0,-1 1 1 0 0,1 0-1 0 0,0 0 1 0 0,-1-1-1 0 0,1 1 0 0 0,-1 0 1 0 0,1 0-1 0 0,-1 0 0 0 0,1 0 1 0 0,-1 0-1 0 0,1 0 1 0 0,0 0-1 0 0,-1 0 0 0 0,1 0 1 0 0,-1 0-1 0 0,1 0 0 0 0,-2 0 1 0 0,-13 5 669 0 0,13-5-754 0 0,-8 6 292 0 0,0-1 1 0 0,0 2-1 0 0,0 0 0 0 0,0 0 0 0 0,1 1 1 0 0,1 0-1 0 0,-14 15 0 0 0,5-5 38 0 0,-23 23 227 0 0,3 2 0 0 0,1 2 0 0 0,2 1 0 0 0,-51 94 0 0 0,76-121-390 0 0,0 0 0 0 0,1 1 0 0 0,2-1-1 0 0,0 1 1 0 0,-6 37 0 0 0,11-49-9 0 0,-1 1 0 0 0,2-1 0 0 0,0 0 0 0 0,0 1 0 0 0,0-1 0 0 0,1 0 0 0 0,0 1 0 0 0,0-1 0 0 0,1 0 0 0 0,1 0 0 0 0,-1 0 0 0 0,1 0 0 0 0,0 0 0 0 0,1-1 0 0 0,0 1 0 0 0,0-1 0 0 0,6 7 0 0 0,-7-10-23 0 0,1 0 0 0 0,-1-1 0 0 0,1 1 0 0 0,0-1 0 0 0,0 0-1 0 0,0 0 1 0 0,0-1 0 0 0,1 1 0 0 0,-1-1 0 0 0,1 0 0 0 0,-1 0 0 0 0,1 0 0 0 0,0-1 0 0 0,8 2 0 0 0,-6-2 29 0 0,1 0 1 0 0,0-1 0 0 0,0 0 0 0 0,0-1 0 0 0,0 0-1 0 0,0 0 1 0 0,0 0 0 0 0,11-5 0 0 0,1-1 31 0 0,-1-1 0 0 0,-1-1 0 0 0,1-1 1 0 0,-2 0-1 0 0,1-2 0 0 0,20-16 0 0 0,-10 2-57 0 0,-1-1 0 0 0,-1-1 1 0 0,-1-1-1 0 0,-1-1 0 0 0,-2-1 0 0 0,-1-2 1 0 0,-2 0-1 0 0,23-53 0 0 0,-36 73-83 0 0,-1 0 1 0 0,0-1-1 0 0,-1 0 0 0 0,0 0 1 0 0,-1 0-1 0 0,-1 0 0 0 0,0 0 0 0 0,-1-17 1 0 0,-1 23-32 0 0,-1 1 1 0 0,0-1 0 0 0,0 1 0 0 0,-1-1-1 0 0,0 1 1 0 0,0 0 0 0 0,-1 0-1 0 0,0 0 1 0 0,0 0 0 0 0,0 0-1 0 0,-1 1 1 0 0,0-1 0 0 0,-1 1-1 0 0,1 0 1 0 0,-1 0 0 0 0,-11-10-1 0 0,5 7-185 0 0,0 1 0 0 0,-1 0-1 0 0,0 1 1 0 0,-1 1-1 0 0,1-1 1 0 0,-1 2 0 0 0,-1 0-1 0 0,1 0 1 0 0,0 2-1 0 0,-1-1 1 0 0,0 2 0 0 0,0 0-1 0 0,0 0 1 0 0,-21 1-1 0 0,-6 2-1459 0 0,-1 2-1 0 0,0 1 1 0 0,-65 17-1 0 0,-35 18-7316 0 0,68-16-496 0 0</inkml:trace>
</inkml:ink>
</file>

<file path=ppt/ink/ink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16:24.6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74 249 108 0 0,'9'-31'8295'0'0,"-3"13"-4298"0"0,-8 7 517 0 0,-1 14-4509 0 0,-1 1 0 0 0,2 0 0 0 0,-1 0 0 0 0,0-1-1 0 0,1 2 1 0 0,0-1 0 0 0,0 0 0 0 0,-2 5 0 0 0,-15 45 34 0 0,15-41-31 0 0,-6 17 38 0 0,2 1 0 0 0,1 0-1 0 0,1 1 1 0 0,2 0 0 0 0,0 46 0 0 0,4-58-10 0 0,1-1 0 0 0,1 0 1 0 0,1 0-1 0 0,0 0 0 0 0,1 0 0 0 0,1-1 0 0 0,1 1 1 0 0,1-1-1 0 0,0-1 0 0 0,14 24 0 0 0,-18-37 49 0 0,0 0 1 0 0,-1 0-1 0 0,2 0 0 0 0,-1-1 0 0 0,0 1 1 0 0,1-1-1 0 0,0 0 0 0 0,-1 0 0 0 0,1 0 0 0 0,0 0 1 0 0,1-1-1 0 0,-1 1 0 0 0,0-1 0 0 0,8 2 0 0 0,-4-2 37 0 0,-1 0-1 0 0,1-1 0 0 0,0 0 0 0 0,0 0 1 0 0,0-1-1 0 0,0 1 0 0 0,0-2 0 0 0,9-1 1 0 0,4-2 108 0 0,0 0 0 0 0,-1-2 0 0 0,0-1 0 0 0,0 0 0 0 0,34-19 1 0 0,-36 15-135 0 0,-1 0 0 0 0,-1-1 0 0 0,0-1 1 0 0,-1-1-1 0 0,0 0 0 0 0,-1-1 0 0 0,-1 0 1 0 0,0-1-1 0 0,-1-1 0 0 0,-1 0 0 0 0,0 0 1 0 0,-1-1-1 0 0,-1 0 0 0 0,-1-1 0 0 0,-1 0 1 0 0,0-1-1 0 0,-2 1 0 0 0,6-36 0 0 0,-8 38-61 0 0,-2-1 1 0 0,0 0-1 0 0,0 0 0 0 0,-2 0 0 0 0,0 0 0 0 0,-2 0 0 0 0,1 0 0 0 0,-2 1 0 0 0,-9-27 0 0 0,8 30-31 0 0,-1 1 0 0 0,-1 0 0 0 0,0 0 0 0 0,0 0 0 0 0,-2 1 0 0 0,1 0 0 0 0,-1 1 0 0 0,-1 0 0 0 0,0 1 0 0 0,-1 0 0 0 0,0 0 0 0 0,-19-13 0 0 0,19 16-12 0 0,0 1 0 0 0,-1 0 0 0 0,1 1 1 0 0,-1 0-1 0 0,0 1 0 0 0,0 0 0 0 0,0 1 0 0 0,-1 0 0 0 0,1 1 0 0 0,-1 0 0 0 0,0 1 0 0 0,-21 1 0 0 0,26 0-191 0 0,0 1 0 0 0,-1 0-1 0 0,1 1 1 0 0,0 0-1 0 0,0 0 1 0 0,0 1 0 0 0,0 0-1 0 0,1 0 1 0 0,-1 1-1 0 0,1 0 1 0 0,0 0-1 0 0,0 1 1 0 0,0 0 0 0 0,0 0-1 0 0,1 0 1 0 0,0 1-1 0 0,0 0 1 0 0,1 0 0 0 0,-1 1-1 0 0,-5 10 1 0 0,7-11-336 0 0,1 0 0 0 0,0 1 0 0 0,0 0 0 0 0,1-1 0 0 0,0 1 0 0 0,-2 10 0 0 0,2 23-6549 0 0,3-21 947 0 0</inkml:trace>
</inkml:ink>
</file>

<file path=ppt/ink/ink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16:25.3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32 340 0 0,'1'-2'6681'0'0,"3"-11"-603"0"0,-2-3 5880 0 0,0 30-11799 0 0,9 229 1585 0 0,-5-96-4320 0 0,-2-73-2170 0 0,3-1-3332 0 0,-2-48-1078 0 0</inkml:trace>
</inkml:ink>
</file>

<file path=ppt/ink/ink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16:26.4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86 120 96 0 0,'-5'-5'1926'0'0,"0"0"0"0"0,-1 0 0 0 0,0 1 0 0 0,0 0 0 0 0,0 0-1 0 0,-8-4 1 0 0,-12-8 1799 0 0,25 15-3131 0 0,-3-2 99 0 0,3 3-663 0 0,1 0 1 0 0,0 0 0 0 0,0 0-1 0 0,-1 0 1 0 0,1 0-1 0 0,0 0 1 0 0,-1 0 0 0 0,1 0-1 0 0,0 0 1 0 0,0 0-1 0 0,0-1 1 0 0,-1 1 0 0 0,1 0-1 0 0,0 0 1 0 0,0 0-1 0 0,-1 0 1 0 0,1 0 0 0 0,0-1-1 0 0,0 1 1 0 0,0 0-1 0 0,0 0 1 0 0,-1 0 0 0 0,1-1-1 0 0,0 1 1 0 0,0 0-1 0 0,0 0 1 0 0,0 0 0 0 0,0-1-1 0 0,-1 1 1 0 0,1 0-1 0 0,0 0 1 0 0,0-1 0 0 0,0 1-1 0 0,0 0 1 0 0,0 0 0 0 0,0-1-1 0 0,0 0-9 0 0,0-1 1 0 0,1 1-1 0 0,-1 0 0 0 0,0-1 1 0 0,1 1-1 0 0,-1 0 0 0 0,1-1 1 0 0,-1 1-1 0 0,1 0 0 0 0,-1 0 0 0 0,1 0 1 0 0,0-1-1 0 0,0 1 0 0 0,-1 0 1 0 0,1 0-1 0 0,0 0 0 0 0,0 0 1 0 0,0 1-1 0 0,2-3 0 0 0,1 1 11 0 0,0-1 0 0 0,1 1 0 0 0,-1-1 0 0 0,1 1 0 0 0,6-2 0 0 0,8-1 40 0 0,35-5 0 0 0,-54 10-72 0 0,12-1 5 0 0,0 0-1 0 0,0 0 1 0 0,0 2-1 0 0,0-1 1 0 0,0 1-1 0 0,0 1 1 0 0,0 1-1 0 0,0-1 1 0 0,-1 2-1 0 0,1-1 1 0 0,-1 2-1 0 0,0 0 1 0 0,11 6-1 0 0,-16-8 0 0 0,0 1 1 0 0,-1 0-1 0 0,1 0 0 0 0,-1 0 0 0 0,0 0 0 0 0,0 1 0 0 0,-1 0 0 0 0,1 0 0 0 0,-1 0 1 0 0,0 1-1 0 0,-1-1 0 0 0,1 1 0 0 0,-1 0 0 0 0,0 0 0 0 0,-1 0 0 0 0,1 1 0 0 0,-1-1 0 0 0,0 0 1 0 0,-1 1-1 0 0,0-1 0 0 0,0 1 0 0 0,0 0 0 0 0,-1-1 0 0 0,0 13 0 0 0,-2-4 9 0 0,-1-1-1 0 0,0 0 1 0 0,-1 1-1 0 0,-1-1 1 0 0,0 0-1 0 0,-1-1 0 0 0,-1 1 1 0 0,0-1-1 0 0,-11 15 1 0 0,-5 5 82 0 0,-2-2 0 0 0,-33 35 0 0 0,-36 19 472 0 0,13-14 148 0 0,70-62-587 0 0,9-9-113 0 0,0 1 1 0 0,0 0-1 0 0,1 0 0 0 0,-1 1 0 0 0,0-1 0 0 0,1 0 0 0 0,-1 1 1 0 0,1-1-1 0 0,0 1 0 0 0,-3 2 0 0 0,4-4-11 0 0,0 1 1 0 0,1-1-1 0 0,-1 1 1 0 0,0-1-1 0 0,0 1 0 0 0,0-1 1 0 0,0 1-1 0 0,0-1 1 0 0,1 0-1 0 0,-1 1 0 0 0,0-1 1 0 0,0 0-1 0 0,1 1 0 0 0,-1-1 1 0 0,0 1-1 0 0,1-1 1 0 0,-1 0-1 0 0,0 0 0 0 0,1 1 1 0 0,-1-1-1 0 0,0 0 0 0 0,1 0 1 0 0,-1 1-1 0 0,1-1 1 0 0,-1 0-1 0 0,1 0 0 0 0,-1 0 1 0 0,0 0-1 0 0,1 1 1 0 0,-1-1-1 0 0,1 0 0 0 0,15 1 60 0 0,-13-2-63 0 0,50-1 0 0 0,53-10 0 0 0,-29 3-1091 0 0,-19 3-888 0 0,2-1-1702 0 0,-21 4-2246 0 0,-10 0-1839 0 0</inkml:trace>
</inkml:ink>
</file>

<file path=ppt/ink/ink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16:27.4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453 39 860 0 0,'-7'-15'8729'0'0,"4"13"-7629"0"0,2-1-20 0 0,-1 1 0 0 0,0 0 0 0 0,0 0 0 0 0,0 0 0 0 0,0 0 0 0 0,0 0-1 0 0,0 0 1 0 0,-4-1 0 0 0,5 2-953 0 0,1 1 0 0 0,-1 0-1 0 0,0 0 1 0 0,0 0 0 0 0,0-1-1 0 0,0 1 1 0 0,0 0-1 0 0,0 0 1 0 0,0 1 0 0 0,0-1-1 0 0,0 0 1 0 0,0 0 0 0 0,0 0-1 0 0,0 1 1 0 0,0-1 0 0 0,0 0-1 0 0,0 1 1 0 0,1-1 0 0 0,-1 1-1 0 0,0-1 1 0 0,0 1-1 0 0,0-1 1 0 0,1 1 0 0 0,-1-1-1 0 0,0 1 1 0 0,1 0 0 0 0,-1 0-1 0 0,0-1 1 0 0,1 1 0 0 0,-1 0-1 0 0,1 0 1 0 0,-1 1 0 0 0,-161 233 3600 0 0,66-93-3452 0 0,14-14-695 0 0,49-60-2984 0 0,27-52 226 0 0,1-1 1 0 0,-6 23-1 0 0,11-17-9651 0 0</inkml:trace>
  <inkml:trace contextRef="#ctx0" brushRef="#br0" timeOffset="1">535 448 1608 0 0,'3'-18'6569'0'0,"2"-14"761"0"0,4 4-3711 0 0,-7 25-3465 0 0,-1-1 0 0 0,1 1 1 0 0,0 0-1 0 0,0 0 0 0 0,0 0 1 0 0,0 0-1 0 0,1 0 0 0 0,-1 1 1 0 0,1-1-1 0 0,0 1 0 0 0,0-1 1 0 0,0 1-1 0 0,0 0 0 0 0,6-3 1 0 0,-2 1-52 0 0,1 1 1 0 0,0 0-1 0 0,-1 0 1 0 0,1 1-1 0 0,0-1 1 0 0,0 2-1 0 0,1-1 1 0 0,-1 1-1 0 0,0 0 1 0 0,10 1-1 0 0,-14 0-76 0 0,0 1 0 0 0,1-1 0 0 0,-1 1-1 0 0,0 0 1 0 0,0 0 0 0 0,0 1-1 0 0,0-1 1 0 0,0 1 0 0 0,0 0 0 0 0,0 0-1 0 0,0 0 1 0 0,4 3 0 0 0,-6-3-1 0 0,0 0 1 0 0,0 0-1 0 0,-1 0 0 0 0,1 0 1 0 0,0 0-1 0 0,-1 0 1 0 0,0 1-1 0 0,1-1 0 0 0,-1 1 1 0 0,0-1-1 0 0,0 1 0 0 0,0-1 1 0 0,-1 1-1 0 0,1-1 1 0 0,0 1-1 0 0,-1 0 0 0 0,0-1 1 0 0,0 1-1 0 0,0 0 1 0 0,0 0-1 0 0,0-1 0 0 0,0 1 1 0 0,-1 0-1 0 0,1-1 1 0 0,-1 1-1 0 0,0-1 0 0 0,0 1 1 0 0,-1 3-1 0 0,-3 6 34 0 0,-1 0 0 0 0,0 0 0 0 0,0 0 0 0 0,-10 11 0 0 0,-11 13 35 0 0,-2-2 1 0 0,-58 54-1 0 0,37-41 76 0 0,37-36-110 0 0,13-11-44 0 0,-1 1 0 0 0,1-1 0 0 0,-1 0 0 0 0,1 0 0 0 0,-1 1 1 0 0,1-1-1 0 0,-1 0 0 0 0,1 0 0 0 0,0 1 0 0 0,-1-1 0 0 0,1 0 0 0 0,-1 1 0 0 0,1-1 0 0 0,0 1 0 0 0,-1-1 0 0 0,1 1 0 0 0,0-1 0 0 0,-1 0 0 0 0,1 1 0 0 0,0-1 0 0 0,0 1 0 0 0,0-1 0 0 0,-1 1 0 0 0,1-1 0 0 0,0 1 0 0 0,0 0 0 0 0,0-1 0 0 0,0 1 0 0 0,0-1 0 0 0,0 1 1 0 0,0-1-1 0 0,0 1 0 0 0,0-1 0 0 0,0 1 0 0 0,0-1 0 0 0,0 1 0 0 0,1-1 0 0 0,-1 1 0 0 0,0-1 0 0 0,0 1 0 0 0,1-1 0 0 0,-1 1 0 0 0,1 1 88 0 0,3-2 10 0 0,16 0 183 0 0,-4-1-67 0 0,1 1 1 0 0,0 1-1 0 0,27 5 0 0 0,-26-1-65 0 0,14 2-52 0 0,48 18 0 0 0,-71-22 17 0 0,0 1 0 0 0,0 0-1 0 0,-1 1 1 0 0,0 0-1 0 0,0 0 1 0 0,0 1 0 0 0,-1 0-1 0 0,1 0 1 0 0,11 14 0 0 0,-18-18-56 0 0,0 0 1 0 0,-1 0-1 0 0,1 0 1 0 0,0 0-1 0 0,-1 0 1 0 0,1 0-1 0 0,-1 1 1 0 0,1-1-1 0 0,-1 0 1 0 0,0 0-1 0 0,0 0 1 0 0,0 0-1 0 0,0 0 1 0 0,-1 1 0 0 0,0 2-1 0 0,0 0 64 0 0,0 0 1 0 0,0 0-1 0 0,0-1 0 0 0,-1 1 1 0 0,-3 5-1 0 0,-1-1-29 0 0,0 0 0 0 0,0 0 0 0 0,-1-1 0 0 0,0 0 0 0 0,0 0 0 0 0,-1-1 0 0 0,0 0 0 0 0,-1-1 0 0 0,1 1 0 0 0,-1-2 0 0 0,-1 1 0 0 0,1-1 0 0 0,-1-1 0 0 0,0 1 0 0 0,0-2 0 0 0,0 1 0 0 0,0-2 0 0 0,0 1 0 0 0,-1-1 0 0 0,-12 0 0 0 0,-1 0-229 0 0,0-2 1 0 0,0-1-1 0 0,0 0 0 0 0,0-2 0 0 0,1-1 1 0 0,-1-1-1 0 0,1-1 0 0 0,-23-9 0 0 0,37 13-675 0 0,1-2 0 0 0,0 1-1 0 0,0-1 1 0 0,-15-10 0 0 0,20 11 122 0 0,0 1 0 0 0,0 0 1 0 0,1-1-1 0 0,-1 0 0 0 0,1 0 1 0 0,0 0-1 0 0,-1 0 1 0 0,-2-5-1 0 0,5 7 403 0 0,0 0 0 0 0,-1 0 0 0 0,1-1 0 0 0,0 1 0 0 0,0 0 0 0 0,0 0 0 0 0,0-1 0 0 0,0 1 0 0 0,0 0 0 0 0,0 0 0 0 0,0-1 0 0 0,0 1 0 0 0,1 0 0 0 0,-1 0 0 0 0,1-2 0 0 0,0-1-741 0 0,4-15-4486 0 0,7 1-2946 0 0</inkml:trace>
</inkml:ink>
</file>

<file path=ppt/ink/ink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16:29.6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207 204 2556 0 0,'6'-7'2058'0'0,"-1"-1"0"0"0,1-1 0 0 0,-1 1-1 0 0,4-11 1 0 0,-8 16-1792 0 0,3-5 1273 0 0,-1 0 1 0 0,1-1 0 0 0,-1 1-1 0 0,-1-1 1 0 0,2-12-1 0 0,-19 51-1263 0 0,-2 17 164 0 0,1 1-1 0 0,3 0 1 0 0,2 2-1 0 0,2-1 0 0 0,-3 59 1 0 0,10-89-260 0 0,2 0 1 0 0,1 1 0 0 0,0-1-1 0 0,1 0 1 0 0,1 0-1 0 0,1 0 1 0 0,0 0-1 0 0,2-1 1 0 0,8 20-1 0 0,-11-30-74 0 0,1-1 1 0 0,0 0-1 0 0,0 0 0 0 0,0 0 0 0 0,1-1 1 0 0,0 1-1 0 0,0-1 0 0 0,1 0 0 0 0,-1-1 0 0 0,1 1 1 0 0,1-1-1 0 0,-1-1 0 0 0,1 1 0 0 0,0-1 1 0 0,0 0-1 0 0,0 0 0 0 0,0-1 0 0 0,1 0 1 0 0,-1 0-1 0 0,1-1 0 0 0,0 0 0 0 0,0 0 1 0 0,0-1-1 0 0,9 1 0 0 0,-7-2 14 0 0,0 0-1 0 0,0 0 1 0 0,0-1-1 0 0,0 0 1 0 0,0-1-1 0 0,0 0 1 0 0,-1-1-1 0 0,1 0 1 0 0,-1 0-1 0 0,1-1 1 0 0,-1 0-1 0 0,0-1 1 0 0,-1 0-1 0 0,1 0 1 0 0,-1-1-1 0 0,0 0 1 0 0,8-8-1 0 0,-6 4-86 0 0,-1 0 0 0 0,0-1 0 0 0,-1-1 0 0 0,0 1 0 0 0,-1-1 0 0 0,0 0 0 0 0,-1-1 0 0 0,0 0 0 0 0,-1 0 0 0 0,0 0 0 0 0,4-24 0 0 0,-5 15-58 0 0,-1 1 0 0 0,-1-1 0 0 0,0 1 0 0 0,-2-1 0 0 0,-1 0 0 0 0,0 1 0 0 0,-2-1 0 0 0,0 1 0 0 0,-2-1 0 0 0,0 1 0 0 0,-1 1 0 0 0,-2-1 0 0 0,-14-31 0 0 0,13 36-14 0 0,0 0 1 0 0,-1 1 0 0 0,0 1-1 0 0,-1-1 1 0 0,-1 2 0 0 0,0-1-1 0 0,-1 2 1 0 0,-1-1 0 0 0,0 2-1 0 0,0 0 1 0 0,-1 1 0 0 0,0 0-1 0 0,-1 1 1 0 0,0 1 0 0 0,-1 0-1 0 0,-28-8 1 0 0,25 10-249 0 0,0 2 1 0 0,0 0-1 0 0,0 1 1 0 0,-39 0-1 0 0,47 4-231 0 0,0-1 0 0 0,0 2-1 0 0,1-1 1 0 0,-1 2 0 0 0,0-1-1 0 0,1 2 1 0 0,0-1 0 0 0,0 2-1 0 0,-20 9 1 0 0,26-10 69 0 0,0-1 1 0 0,0 1-1 0 0,0 0 0 0 0,0 0 1 0 0,1 0-1 0 0,0 1 0 0 0,-5 6 1 0 0,-4 14-2960 0 0,13-22 2671 0 0,-1-1 1 0 0,1 0-1 0 0,0 1 0 0 0,-1-1 1 0 0,1 1-1 0 0,0-1 0 0 0,0 0 0 0 0,1 1 1 0 0,0 2-1 0 0,2 8-7146 0 0</inkml:trace>
</inkml:ink>
</file>

<file path=ppt/ink/ink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16:30.3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15 2228 0 0,'-1'-1'7226'0'0,"-1"-13"872"0"0,17 152-2979 0 0,-6 21-3770 0 0,13 136-4338 0 0,-11-223-474 0 0,-3-25-2805 0 0,-1-11-2628 0 0</inkml:trace>
</inkml:ink>
</file>

<file path=ppt/ink/ink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16:31.5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63 198 800 0 0,'-2'-2'1984'0'0,"-5"-3"-575"0"0,1 0 1 0 0,0 0-1 0 0,0 0 0 0 0,0-1 0 0 0,1 1 1 0 0,-7-11-1 0 0,10 14-1167 0 0,1-1 0 0 0,-1 1 0 0 0,1-1 0 0 0,0 1 0 0 0,0-1 0 0 0,0 1 0 0 0,0-1 0 0 0,1 0 0 0 0,-1 0 0 0 0,1 1 0 0 0,-1-1 0 0 0,1 0 0 0 0,0 0 0 0 0,0 1 0 0 0,0-1 0 0 0,1 0 0 0 0,-1 0 0 0 0,1 0 1 0 0,-1 1-1 0 0,1-1 0 0 0,0 0 0 0 0,0 1 0 0 0,2-4 0 0 0,0 1-124 0 0,1-1-1 0 0,-1 1 1 0 0,1 0 0 0 0,1 0 0 0 0,-1 0 0 0 0,1 1 0 0 0,0 0 0 0 0,0 0 0 0 0,0 0 0 0 0,1 0-1 0 0,-1 1 1 0 0,1 0 0 0 0,0 0 0 0 0,0 0 0 0 0,0 1 0 0 0,8-3 0 0 0,-2 2-74 0 0,0 0-1 0 0,0 1 1 0 0,0 0 0 0 0,0 1 0 0 0,0 0 0 0 0,1 1 0 0 0,22 3 0 0 0,-29-2-37 0 0,-1 0-1 0 0,1 0 1 0 0,0 0 0 0 0,-1 1 0 0 0,1 0 0 0 0,-1 0 0 0 0,1 1 0 0 0,-1 0 0 0 0,0 0 0 0 0,0 0 0 0 0,0 0 0 0 0,-1 1 0 0 0,1 0 0 0 0,-1 0 0 0 0,0 0 0 0 0,0 0 0 0 0,0 1 0 0 0,0-1 0 0 0,-1 1 0 0 0,0 0 0 0 0,0 0 0 0 0,0 0 0 0 0,-1 1 0 0 0,1-1 0 0 0,-1 1 0 0 0,-1-1 0 0 0,1 1-1 0 0,-1 0 1 0 0,0-1 0 0 0,0 1 0 0 0,-1 0 0 0 0,1 0 0 0 0,-1 0 0 0 0,-1 0 0 0 0,1 0 0 0 0,-1-1 0 0 0,0 1 0 0 0,0 0 0 0 0,-1 0 0 0 0,-3 8 0 0 0,-4 9 10 0 0,-1 0 0 0 0,-1-1-1 0 0,-1 0 1 0 0,-25 34 0 0 0,-69 71 95 0 0,69-83-23 0 0,36-44-67 0 0,0 1 1 0 0,1-1-1 0 0,-1 1 0 0 0,0 0 0 0 0,1 0 0 0 0,-1-1 0 0 0,1 1 1 0 0,-1 0-1 0 0,1 0 0 0 0,0 0 0 0 0,-1-1 0 0 0,1 1 0 0 0,0 0 1 0 0,-1 0-1 0 0,1 0 0 0 0,0 0 0 0 0,0 0 0 0 0,0 0 0 0 0,0 0 1 0 0,0 0-1 0 0,0 1 0 0 0,1-1 2 0 0,-1 0-1 0 0,0-1 1 0 0,1 1 0 0 0,-1 0-1 0 0,1-1 1 0 0,0 1 0 0 0,-1-1-1 0 0,1 1 1 0 0,-1-1 0 0 0,1 1 0 0 0,0-1-1 0 0,-1 1 1 0 0,1-1 0 0 0,0 1-1 0 0,0-1 1 0 0,-1 0 0 0 0,1 0-1 0 0,1 1 1 0 0,5 0 73 0 0,-1 0-1 0 0,0 0 1 0 0,1 0 0 0 0,7-1 0 0 0,-11 0-99 0 0,145-9 504 0 0,-38 1-367 0 0,44-4-3701 0 0,-52-4-7303 0 0,-77 11 4268 0 0</inkml:trace>
</inkml:ink>
</file>

<file path=ppt/ink/ink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16:32.3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716 60 892 0 0,'2'-3'2990'0'0,"28"-43"10986"0"0,-28 45-12770 0 0,1-8 3493 0 0,-3 8-4638 0 0,-25 17 470 0 0,0 1 0 0 0,1 0 0 0 0,0 2-1 0 0,-29 30 1 0 0,-11 9-85 0 0,-320 303 415 0 0,379-356-869 0 0,-79 91-323 0 0,74-83-519 0 0,0 0-1 0 0,1 1 1 0 0,1 0 0 0 0,0 1-1 0 0,-8 24 1 0 0,15-37 417 0 0,0 1 0 0 0,0 0 0 0 0,1 0 0 0 0,0 0 0 0 0,-1 0 0 0 0,1 0 0 0 0,0 0 0 0 0,0 0 0 0 0,1 4 0 0 0,7 12-7028 0 0,0-8-688 0 0</inkml:trace>
  <inkml:trace contextRef="#ctx0" brushRef="#br0" timeOffset="1">831 763 52 0 0,'4'-6'2355'0'0,"-1"1"0"0"0,0-1 0 0 0,0 1 1 0 0,0-1-1 0 0,2-11 0 0 0,7-12 3889 0 0,-9 15-3023 0 0,-3 14-3139 0 0,0-1 1 0 0,0 0-1 0 0,0 0 0 0 0,0 1 0 0 0,0-1 1 0 0,0 0-1 0 0,1 0 0 0 0,-1 1 0 0 0,0-1 0 0 0,0 0 1 0 0,1 1-1 0 0,-1-1 0 0 0,0 0 0 0 0,1 1 1 0 0,-1-1-1 0 0,0 0 0 0 0,1 1 0 0 0,-1-1 1 0 0,1 1-1 0 0,0-2 0 0 0,4-2 28 0 0,1 1 0 0 0,0-1 0 0 0,-1 1 0 0 0,1 0 0 0 0,0 0 0 0 0,1 1 0 0 0,-1 0 0 0 0,0 0 0 0 0,1 0 1 0 0,-1 1-1 0 0,1 0 0 0 0,0 0 0 0 0,-1 0 0 0 0,12 2 0 0 0,-16-2-107 0 0,1 1 0 0 0,-1 0 0 0 0,1 1 0 0 0,0-1 0 0 0,-1 0 1 0 0,1 1-1 0 0,-1-1 0 0 0,1 1 0 0 0,-1 0 0 0 0,0 0 0 0 0,1 0 0 0 0,-1 0 0 0 0,0 0 1 0 0,1 0-1 0 0,-1 1 0 0 0,0-1 0 0 0,3 4 0 0 0,-4-4-2 0 0,0 1 1 0 0,1 0-1 0 0,-1 0 0 0 0,0 0 1 0 0,0 0-1 0 0,0 0 0 0 0,0 0 1 0 0,-1 1-1 0 0,1-1 0 0 0,-1 0 1 0 0,1 0-1 0 0,-1 0 0 0 0,0 1 1 0 0,1-1-1 0 0,-2 4 0 0 0,1 2 4 0 0,-1-1-1 0 0,-1 0 0 0 0,1-1 0 0 0,-1 1 1 0 0,-1 0-1 0 0,1 0 0 0 0,-1-1 1 0 0,0 0-1 0 0,-1 1 0 0 0,-5 8 0 0 0,-16 17-53 0 0,0-2-1 0 0,-2-1 0 0 0,-47 41 1 0 0,44-42 41 0 0,26-24 13 0 0,1-2-3 0 0,0 0-1 0 0,0 0 1 0 0,0 1-1 0 0,1 0 1 0 0,-1-1 0 0 0,1 1-1 0 0,-4 5 1 0 0,3-4 0 0 0,3-3 0 0 0,0 0 0 0 0,0-1 0 0 0,0 1 1 0 0,-1 0-1 0 0,1 0 0 0 0,0-1 0 0 0,0 1 1 0 0,0 0-1 0 0,1 0 0 0 0,-1-1 0 0 0,0 1 0 0 0,0 0 1 0 0,0 0-1 0 0,0-1 0 0 0,1 1 0 0 0,-1 0 0 0 0,0-1 1 0 0,1 1-1 0 0,-1 0 0 0 0,0-1 0 0 0,1 1 1 0 0,-1-1-1 0 0,1 1 0 0 0,-1-1 0 0 0,1 1 0 0 0,-1-1 1 0 0,1 1-1 0 0,-1-1 0 0 0,1 1 0 0 0,0-1 0 0 0,0 1 1 0 0,23 16 106 0 0,-24-17-108 0 0,28 15 401 0 0,-1 1 1 0 0,0 1 0 0 0,45 39 0 0 0,-69-53-284 0 0,1 1-1 0 0,-1 0 1 0 0,1 0-1 0 0,-1 0 1 0 0,-1 0-1 0 0,1 1 1 0 0,0-1 0 0 0,-1 1-1 0 0,0 0 1 0 0,0 0-1 0 0,-1-1 1 0 0,3 11-1 0 0,-4-11-21 0 0,1 0-1 0 0,-1 0 1 0 0,-1 0-1 0 0,1 0 1 0 0,0 0-1 0 0,-1 0 1 0 0,0-1-1 0 0,0 1 0 0 0,0 0 1 0 0,0 0-1 0 0,-1-1 1 0 0,0 1-1 0 0,1-1 1 0 0,-1 1-1 0 0,0-1 1 0 0,-1 0-1 0 0,-3 5 1 0 0,-4 4-52 0 0,-1-2 0 0 0,0 1 0 0 0,0-1 0 0 0,-1-1 0 0 0,-1 0-1 0 0,1-1 1 0 0,-2-1 0 0 0,1 1 0 0 0,-1-2 0 0 0,0 0 0 0 0,0-1 0 0 0,0 0 0 0 0,-1-1 0 0 0,0-1 0 0 0,1 0 0 0 0,-1-1 0 0 0,-30 0 0 0 0,10-2-75 0 0,0-3 0 0 0,0 0-1 0 0,0-3 1 0 0,1 0 0 0 0,0-3-1 0 0,-55-20 1 0 0,-15-15-5199 0 0,72 29-368 0 0,0-1-5020 0 0</inkml:trace>
</inkml:ink>
</file>

<file path=ppt/ink/ink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16:28.2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127 135 2812 0 0,'0'-3'2266'0'0,"2"-2"-1732"0"0,7-26 9762 0 0,-8 22-9192 0 0,-1 6-337 0 0,0 3-666 0 0,0-1 1 0 0,0 0-1 0 0,0 1 0 0 0,0-1 0 0 0,0 0 1 0 0,0 1-1 0 0,0-1 0 0 0,0 1 1 0 0,-1-1-1 0 0,1 1 0 0 0,0-1 1 0 0,0 0-1 0 0,-1 1 0 0 0,1-1 1 0 0,0 1-1 0 0,-1-1 0 0 0,1 1 0 0 0,-1-1 1 0 0,-3 0-49 0 0,0 0 1 0 0,-1 1 0 0 0,1 0-1 0 0,0-1 1 0 0,0 2 0 0 0,-1-1-1 0 0,1 0 1 0 0,0 1-1 0 0,-1 0 1 0 0,1 0 0 0 0,0 0-1 0 0,0 0 1 0 0,0 1 0 0 0,0-1-1 0 0,0 1 1 0 0,0 0-1 0 0,1 0 1 0 0,-1 1 0 0 0,1-1-1 0 0,-1 1 1 0 0,1 0-1 0 0,-5 5 1 0 0,4-4-49 0 0,1-1 0 0 0,-1 1 0 0 0,1 0 0 0 0,0 0 0 0 0,0 0 0 0 0,1 0 0 0 0,-1 0 0 0 0,1 0 0 0 0,0 1 0 0 0,0 0 0 0 0,1-1 0 0 0,-1 1 0 0 0,1 0 0 0 0,0 0 0 0 0,0-1-1 0 0,0 1 1 0 0,1 0 0 0 0,0 0 0 0 0,0 0 0 0 0,1 7 0 0 0,2-2 116 0 0,1 1 0 0 0,0-1 0 0 0,0 0-1 0 0,1 0 1 0 0,0 0 0 0 0,1-1 0 0 0,0 0-1 0 0,1 0 1 0 0,0 0 0 0 0,14 13 0 0 0,10 7 620 0 0,48 35 0 0 0,-65-54-589 0 0,12 10 203 0 0,-3-4 60 0 0,0 2-1 0 0,0 1 1 0 0,-2 0 0 0 0,37 44-1 0 0,-57-60-305 0 0,1-1-1 0 0,-1 0 0 0 0,0 0 1 0 0,1 1-1 0 0,-1-1 0 0 0,-1 0 1 0 0,1 1-1 0 0,0-1 0 0 0,0 1 0 0 0,-1-1 1 0 0,0 1-1 0 0,1-1 0 0 0,-1 1 1 0 0,0 0-1 0 0,0-1 0 0 0,0 1 1 0 0,-1-1-1 0 0,0 4 0 0 0,0-2-5 0 0,-1 0 0 0 0,1 1 0 0 0,-1-1 1 0 0,0 0-1 0 0,-1 0 0 0 0,1 0 0 0 0,-1-1 0 0 0,1 1 0 0 0,-6 5 0 0 0,-2 0-2 0 0,0 0 1 0 0,-1-1-1 0 0,1 0 1 0 0,-1 0-1 0 0,-1-1 0 0 0,-15 7 1 0 0,13-8-139 0 0,-8 5 16 0 0,-1-2 0 0 0,-44 13-1 0 0,59-20-421 0 0,0-1 0 0 0,1 0-1 0 0,-1 0 1 0 0,0-1 0 0 0,-12-1 0 0 0,15 1-111 0 0,1-1 1 0 0,0 0-1 0 0,0 0 1 0 0,0 0-1 0 0,0-1 1 0 0,0 1 0 0 0,0-1-1 0 0,0 0 1 0 0,1 0-1 0 0,-1-1 1 0 0,-4-2-1 0 0,6 3 8 0 0,1 0 0 0 0,-1 0 0 0 0,0 1 0 0 0,1-1 0 0 0,-1 0 0 0 0,1 0 0 0 0,0-1 0 0 0,0 1 0 0 0,0 0 0 0 0,0 0 0 0 0,0-1 0 0 0,0 1 0 0 0,0 0 0 0 0,1-1 0 0 0,-1 1 0 0 0,1 0 0 0 0,0-1 0 0 0,0 1 0 0 0,0-4 0 0 0,-2-14-6959 0 0</inkml:trace>
  <inkml:trace contextRef="#ctx0" brushRef="#br0" timeOffset="1">328 195 2796 0 0,'6'-10'2828'0'0,"0"-1"0"0"0,0 1-1 0 0,1 0 1 0 0,8-9 0 0 0,-6 10-1975 0 0,-1 1 1 0 0,1 0-1 0 0,1 0 1 0 0,-1 1-1 0 0,1 0 1 0 0,22-10-1 0 0,-5 5-383 0 0,1 1 0 0 0,0 1 0 0 0,52-11 0 0 0,30 5-2628 0 0,-109 15 1915 0 0,24 1-1642 0 0,-7 3-523 0 0,-13-2 1704 0 0,15 1-1534 0 0,-4 3-2680 0 0,-4 1-2913 0 0</inkml:trace>
  <inkml:trace contextRef="#ctx0" brushRef="#br0" timeOffset="2">1428 353 2036 0 0,'-15'7'14710'0'0,"0"-1"-8257"0"0,9-4-5810 0 0,1 0 0 0 0,0 0-1 0 0,0 0 1 0 0,-1 1 0 0 0,-5 5-1 0 0,-64 54 1636 0 0,-110 118-1 0 0,74-68-1120 0 0,-173 181-1157 0 0,121-98-9728 0 0</inkml:trace>
</inkml:ink>
</file>

<file path=ppt/ink/ink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16:28.8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477 174 1960 0 0,'1'-2'3577'0'0,"11"-23"4716"0"0,7-15-32 0 0,-16 35-7836 0 0,0 0-1 0 0,0 1 1 0 0,0-1 0 0 0,1 1-1 0 0,0 0 1 0 0,5-5 0 0 0,3 1-73 0 0,0 0 0 0 0,0 1 0 0 0,0 0 0 0 0,1 1-1 0 0,0 0 1 0 0,0 1 0 0 0,0 1 0 0 0,20-4 0 0 0,-13 3-235 0 0,0 2 0 0 0,-1 1 0 0 0,2 1 0 0 0,-1 0 0 0 0,28 3 0 0 0,-41-1-92 0 0,0 0 1 0 0,0 0-1 0 0,0 1 0 0 0,0 0 0 0 0,0 0 0 0 0,-1 0 0 0 0,1 1 0 0 0,9 6 0 0 0,-14-8-16 0 0,0 0 0 0 0,-1 0 0 0 0,1 0 0 0 0,-1 1 0 0 0,1-1 0 0 0,-1 1 0 0 0,0-1 0 0 0,1 1 0 0 0,-1 0 0 0 0,0-1 0 0 0,0 1 0 0 0,0 0 0 0 0,-1 0 0 0 0,1 0 0 0 0,0 0 0 0 0,-1 0 0 0 0,1 0-1 0 0,-1 0 1 0 0,1 0 0 0 0,-1 0 0 0 0,0 0 0 0 0,0 0 0 0 0,0 0 0 0 0,0 0 0 0 0,0 0 0 0 0,-1 0 0 0 0,1 0 0 0 0,0 0 0 0 0,-1 0 0 0 0,0 0 0 0 0,1-1 0 0 0,-1 1 0 0 0,0 0 0 0 0,-2 2 0 0 0,-2 7 15 0 0,-1 0 0 0 0,-1-1 0 0 0,0 0 0 0 0,-1 0 0 0 0,1-1 1 0 0,-17 15-1 0 0,-63 44 42 0 0,23-18 11 0 0,-20 16 189 0 0,82-65-211 0 0,2 0-51 0 0,0-1 1 0 0,0 1-1 0 0,-1 0 0 0 0,1-1 1 0 0,0 1-1 0 0,0 0 0 0 0,0 0 0 0 0,0-1 1 0 0,1 1-1 0 0,-1 0 0 0 0,0-1 1 0 0,0 1-1 0 0,0 0 0 0 0,0-1 1 0 0,1 1-1 0 0,-1 0 0 0 0,1 0 0 0 0,36 12 386 0 0,39 19-1 0 0,-65-27-194 0 0,-1 0-1 0 0,1 1 0 0 0,-1 1 1 0 0,0 0-1 0 0,-1 0 0 0 0,0 1 1 0 0,0 0-1 0 0,9 11 1 0 0,-16-17-135 0 0,-1-2-61 0 0,0 1 1 0 0,-1 0 0 0 0,1-1 0 0 0,0 1 0 0 0,-1 0-1 0 0,1-1 1 0 0,-1 1 0 0 0,1 0 0 0 0,-1 0-1 0 0,0-1 1 0 0,1 1 0 0 0,-1 0 0 0 0,0 0-1 0 0,1 0 1 0 0,-1 0 0 0 0,0 0 0 0 0,0-1-1 0 0,0 1 1 0 0,0 2 0 0 0,3 16 0 0 0,-3-15 0 0 0,-1 0 0 0 0,0 0 0 0 0,0-1 0 0 0,0 1 0 0 0,-1 0 0 0 0,1-1 0 0 0,-1 1 0 0 0,0-1 0 0 0,0 1 0 0 0,0-1 0 0 0,-1 0 0 0 0,1 0 0 0 0,-1 0 0 0 0,0 0 0 0 0,1 0 0 0 0,-1 0 0 0 0,0-1 0 0 0,-1 0 0 0 0,-5 4 0 0 0,-6 4 0 0 0,-1-1 0 0 0,-33 13 0 0 0,15-9-334 0 0,-1-2-1 0 0,-1-1 1 0 0,1-2-1 0 0,-1-2 1 0 0,-1-1-1 0 0,1-1 1 0 0,-1-2-1 0 0,1-2 1 0 0,-1-1 0 0 0,1-2-1 0 0,-1-2 1 0 0,-37-9-1 0 0,-12-9-5590 0 0,28 5-2386 0 0,8 0-3468 0 0</inkml:trace>
</inkml:ink>
</file>

<file path=ppt/ink/ink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16:33.3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16 180 880 0 0,'5'-22'4310'0'0,"-1"0"1"0"0,-1 0-1 0 0,0-1 1 0 0,-2-38-1 0 0,-1 58-3483 0 0,0-18 2129 0 0,0 16-1792 0 0,0 21-1122 0 0,-24 504 1384 0 0,18-383-2605 0 0,5-48-8314 0 0,1-86 7481 0 0</inkml:trace>
</inkml:ink>
</file>

<file path=ppt/ink/ink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16:34.2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214 141 1748 0 0,'56'-124'18783'0'0,"-56"122"-18190"0"0,1 0-122 0 0,4-8-96 0 0,-4 7 468 0 0,0 20 370 0 0,-8 54 1 0 0,-15 229-42 0 0,28-168-4811 0 0,-3-115 747 0 0,0 0 1 0 0,10 33-1 0 0,-8-37-1783 0 0,1-4-2344 0 0</inkml:trace>
  <inkml:trace contextRef="#ctx0" brushRef="#br0" timeOffset="1">849 177 2236 0 0,'11'-18'4422'0'0,"-1"0"0"0"0,-1-1-1 0 0,8-25 1 0 0,-14 30-1830 0 0,-13 30-808 0 0,-3 6-1012 0 0,-372 491 3710 0 0,131-184-4244 0 0,168-216-147 0 0,2-2-1153 0 0,30-36-4137 0 0,42-51-153 0 0</inkml:trace>
</inkml:ink>
</file>

<file path=ppt/ink/ink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16:35.5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450 79 2528 0 0,'-3'-1'4909'0'0,"-3"-1"-3555"0"0,-23-8 12716 0 0,23 9-13564 0 0,20-12 779 0 0,3 4-1194 0 0,1 1 1 0 0,0 1 0 0 0,1 1 0 0 0,-1 0 0 0 0,1 1 0 0 0,0 1 0 0 0,1 1-1 0 0,-1 1 1 0 0,1 1 0 0 0,-1 0 0 0 0,1 2 0 0 0,35 4 0 0 0,-52-5-93 0 0,0 1 1 0 0,0-1 0 0 0,-1 1 0 0 0,1 0-1 0 0,0 0 1 0 0,-1 0 0 0 0,1 0 0 0 0,-1 0-1 0 0,1 0 1 0 0,-1 1 0 0 0,0-1 0 0 0,1 1-1 0 0,-1-1 1 0 0,0 1 0 0 0,0 0 0 0 0,0 0-1 0 0,0 0 1 0 0,0 0 0 0 0,-1 1 0 0 0,1-1-1 0 0,-1 0 1 0 0,1 1 0 0 0,-1-1-1 0 0,0 1 1 0 0,0-1 0 0 0,1 6 0 0 0,-1-3 15 0 0,-1 0 0 0 0,0 0 1 0 0,0 0-1 0 0,0 1 0 0 0,-1-1 1 0 0,0 0-1 0 0,0 0 0 0 0,0 0 0 0 0,-1 0 1 0 0,1 0-1 0 0,-1 0 0 0 0,0-1 1 0 0,-5 8-1 0 0,-6 8 47 0 0,0-1 0 0 0,-2-1 0 0 0,0-1 0 0 0,-32 30 0 0 0,22-23 250 0 0,-21 26-1 0 0,44-48-141 0 0,2-2-163 0 0,0 0-1 0 0,0 0 1 0 0,0 0-1 0 0,0 0 0 0 0,-1 0 1 0 0,1 0-1 0 0,0 0 1 0 0,0 0-1 0 0,0 0 0 0 0,0 0 1 0 0,0 0-1 0 0,0 0 0 0 0,-1 0 1 0 0,1 0-1 0 0,0 0 1 0 0,0 0-1 0 0,0 0 0 0 0,0 0 1 0 0,0 0-1 0 0,0 0 0 0 0,-1 0 1 0 0,1 0-1 0 0,0 1 1 0 0,0-1-1 0 0,0 0 0 0 0,0 0 1 0 0,0 0-1 0 0,0 0 0 0 0,0 0 1 0 0,0 0-1 0 0,0 0 1 0 0,0 1-1 0 0,0-1 0 0 0,-1 0 1 0 0,1 0-1 0 0,0 0 0 0 0,0 0 1 0 0,0 0-1 0 0,0 0 1 0 0,0 1-1 0 0,0-1 0 0 0,0 0 1 0 0,0 0-1 0 0,0 0 0 0 0,0 0 1 0 0,0 0-1 0 0,0 1 1 0 0,0-1-1 0 0,0 0 0 0 0,0 0 1 0 0,1 0-1 0 0,-1 0 0 0 0,0 0 1 0 0,0 0-1 0 0,0 1 1 0 0,0-1-1 0 0,1 0 4 0 0,-1 1-1 0 0,1-1 1 0 0,-1 1-1 0 0,1-1 1 0 0,-1 1 0 0 0,1-1-1 0 0,0 1 1 0 0,-1-1 0 0 0,1 0-1 0 0,0 1 1 0 0,0-1-1 0 0,-1 0 1 0 0,1 0 0 0 0,0 0-1 0 0,0 1 1 0 0,-1-1 0 0 0,2 0-1 0 0,11 1 35 0 0,-1 0-1 0 0,0 2 1 0 0,0-1 0 0 0,0 2-1 0 0,-1-1 1 0 0,1 1-1 0 0,-1 1 1 0 0,0 0-1 0 0,0 1 1 0 0,0 0 0 0 0,-1 1-1 0 0,0 0 1 0 0,13 12-1 0 0,-17-14 145 0 0,0 1-1 0 0,-1 0 1 0 0,0 0 0 0 0,0 0-1 0 0,0 0 1 0 0,-1 1 0 0 0,0 0-1 0 0,0 0 1 0 0,0 0-1 0 0,-1 1 1 0 0,4 13 0 0 0,-7-17-96 0 0,1 0 0 0 0,0 0 0 0 0,-1 1 0 0 0,0-1 1 0 0,0 0-1 0 0,0 1 0 0 0,-1-1 0 0 0,1 0 0 0 0,-1 1 0 0 0,0-1 1 0 0,0 0-1 0 0,-1 0 0 0 0,1 0 0 0 0,-1 0 0 0 0,0 0 1 0 0,0 0-1 0 0,0 0 0 0 0,0-1 0 0 0,-1 1 0 0 0,0-1 0 0 0,1 0 1 0 0,-1 1-1 0 0,-6 3 0 0 0,-9 8-92 0 0,-1-1 0 0 0,-1-1 0 0 0,0-1 0 0 0,-1 0 0 0 0,0-2 0 0 0,-1 0 0 0 0,0-1 0 0 0,0-2 0 0 0,-26 6 0 0 0,-4-2 0 0 0,0-3 0 0 0,-106 4 0 0 0,125-11 0 0 0,-48-6 0 0 0,67 3 0 0 0,1 0 0 0 0,-1-1 0 0 0,1-1 0 0 0,-1 0 0 0 0,1-1 0 0 0,-14-7 0 0 0,23 10-147 0 0,1 0 0 0 0,-1 0 0 0 0,1 0 0 0 0,0-1 0 0 0,0 1 1 0 0,0-1-1 0 0,0 1 0 0 0,1-1 0 0 0,-1 0 0 0 0,1 0 0 0 0,-1-1 0 0 0,1 1 0 0 0,0 0 0 0 0,0-1 0 0 0,1 1 0 0 0,-1-1 0 0 0,1 0 1 0 0,0 1-1 0 0,-1-1 0 0 0,2 0 0 0 0,-1 0 0 0 0,0 0 0 0 0,1 0 0 0 0,0 0 0 0 0,0 0 0 0 0,0 0 0 0 0,0 1 0 0 0,1-1 1 0 0,-1 0-1 0 0,1 0 0 0 0,2-6 0 0 0,3-8-1078 0 0,0 1 0 0 0,1 0 0 0 0,1 1 1 0 0,1-1-1 0 0,16-22 0 0 0,8-11-5903 0 0,4-1-4057 0 0</inkml:trace>
</inkml:ink>
</file>

<file path=ppt/ink/ink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16:36.3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64 1348 0 0,'0'0'2034'0'0,"7"-10"5166"0"0,-6 8-6595 0 0,0 0 0 0 0,-1 1 0 0 0,1-1 0 0 0,0 1 0 0 0,-1-1 0 0 0,1 1 0 0 0,0 0 0 0 0,0-1 0 0 0,0 1 0 0 0,1 0 0 0 0,-1 0 0 0 0,2-2 0 0 0,-1 2-476 0 0,1 0 0 0 0,-1 0-1 0 0,0 0 1 0 0,0 1 0 0 0,1-1 0 0 0,-1 1 0 0 0,0-1 0 0 0,1 1 0 0 0,-1 0 0 0 0,5 0-1 0 0,272-13 903 0 0,10-1-238 0 0,-171 16 88 0 0,-112-1-760 0 0,-1 0-1 0 0,1 1 0 0 0,-1 0 1 0 0,1 1-1 0 0,-1-1 0 0 0,0 1 1 0 0,0 0-1 0 0,0 0 0 0 0,0 0 1 0 0,-1 1-1 0 0,1 0 0 0 0,-1 0 1 0 0,0 0-1 0 0,4 5 0 0 0,1 4 52 0 0,0 0-1 0 0,-1 0 0 0 0,-1 1 1 0 0,0 0-1 0 0,-1 1 1 0 0,0-1-1 0 0,3 17 0 0 0,22 110 131 0 0,-29-127-271 0 0,127 565-101 0 0,-74-349 234 0 0,-8-28-104 0 0,148 585-192 0 0,80 294 134 0 0,-179-491 166 0 0,-38 6 160 0 0,-28-116-244 0 0,-16-214 54 0 0,1 40-135 0 0,4 65 80 0 0,4 99-301 0 0,-20-398 226 0 0,3 32 303 0 0,-3-70-290 0 0,-2 41 0 0 0,-1-59-16 0 0,0 449 1178 0 0,1-464-1091 0 0,-1 1 1 0 0,0-1 0 0 0,0 1 0 0 0,0 0 0 0 0,-1-1 0 0 0,1 1 0 0 0,0-1-1 0 0,-1 1 1 0 0,1-1 0 0 0,-1 1 0 0 0,1-1 0 0 0,-1 1 0 0 0,1-1 0 0 0,-1 0-1 0 0,0 1 1 0 0,0-1 0 0 0,0 0 0 0 0,0 1 0 0 0,-2 1 0 0 0,0-2-60 0 0,1 1 1 0 0,-1-1-1 0 0,0 0 1 0 0,0 1-1 0 0,0-1 0 0 0,0-1 1 0 0,0 1-1 0 0,-3 0 1 0 0,-39 6 20 0 0,-88 2 1 0 0,48-5-468 0 0,-235 26-3445 0 0,1 16-3287 0 0,208-25 723 0 0,-2 2-3840 0 0</inkml:trace>
</inkml:ink>
</file>

<file path=ppt/ink/ink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16:40.6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7 306 20 0 0,'0'0'10380'0'0,"9"3"-9685"0"0,-4 0 2747 0 0,-4-3-3264 0 0,0 1-1 0 0,0 0 0 0 0,-1 0 1 0 0,1 0-1 0 0,0 0 1 0 0,0 0-1 0 0,-1 0 0 0 0,1 0 1 0 0,-1 0-1 0 0,1 0 0 0 0,-1 1 1 0 0,1-1-1 0 0,-1 0 1 0 0,1 0-1 0 0,-1 0 0 0 0,0 0 1 0 0,0 1-1 0 0,0-1 0 0 0,0 0 1 0 0,0 0-1 0 0,0 1 1 0 0,0-1-1 0 0,0 0 0 0 0,0 0 1 0 0,-1 1-1 0 0,1-1 0 0 0,0 0 1 0 0,-2 2-1 0 0,2-1-163 0 0,-8 16-278 0 0,4-7 3110 0 0,1-17-2840 0 0,1 0-1 0 0,-1 0 0 0 0,1 0 1 0 0,1-1-1 0 0,-1 1 1 0 0,1-1-1 0 0,0 1 0 0 0,1-1 1 0 0,-1 0-1 0 0,1 1 0 0 0,2-14 1 0 0,0 9-14 0 0,1 0 0 0 0,-1 0 0 0 0,2 1 0 0 0,0-1 0 0 0,0 1 0 0 0,10-16 0 0 0,-2 7-3 0 0,0 0 0 0 0,2 1 0 0 0,0 1 0 0 0,1 1-1 0 0,1 0 1 0 0,30-24 0 0 0,-37 33 7 0 0,-1 1 0 0 0,1 0-1 0 0,0 1 1 0 0,1-1 0 0 0,-1 2 0 0 0,1 0-1 0 0,0 0 1 0 0,12-3 0 0 0,-17 6 2 0 0,1 0 0 0 0,-1 1 1 0 0,1-1-1 0 0,-1 1 0 0 0,1 1 0 0 0,-1-1 1 0 0,1 1-1 0 0,-1 0 0 0 0,0 0 0 0 0,1 0 1 0 0,-1 1-1 0 0,0-1 0 0 0,0 1 0 0 0,0 1 1 0 0,0-1-1 0 0,0 1 0 0 0,0 0 0 0 0,4 3 1 0 0,13 13 4 0 0,-1 1 0 0 0,-1 1 0 0 0,0 0 0 0 0,28 42 1 0 0,31 35 9 0 0,-69-88-11 0 0,-1 0-1 0 0,2-1 1 0 0,-1 0 0 0 0,1-1 0 0 0,1 0-1 0 0,-1-1 1 0 0,1 0 0 0 0,1 0-1 0 0,-1-2 1 0 0,1 1 0 0 0,0-2-1 0 0,0 0 1 0 0,0 0 0 0 0,1-1 0 0 0,-1-1-1 0 0,1 0 1 0 0,0-1 0 0 0,0-1-1 0 0,14 0 1 0 0,9-3-9 0 0,-1-1-1 0 0,-1-2 1 0 0,1-2 0 0 0,61-21 0 0 0,-74 20-668 0 0,1 0 1 0 0,-2-2 0 0 0,1-1 0 0 0,-2-1-1 0 0,1-1 1 0 0,-2-1 0 0 0,34-30 0 0 0,-49 40-411 0 0,0-1 0 0 0,0 1 0 0 0,0-1 0 0 0,0 0 0 0 0,-1 0 0 0 0,0 0 0 0 0,4-10 0 0 0,-5-2-4601 0 0</inkml:trace>
</inkml:ink>
</file>

<file path=ppt/ink/ink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16:41.5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9 1420 0 0,'0'0'5007'0'0,"3"-8"-4494"0"0</inkml:trace>
</inkml:ink>
</file>

<file path=ppt/ink/ink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16:42.2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1516 0 0,'0'0'9862'0'0</inkml:trace>
</inkml:ink>
</file>

<file path=ppt/ink/ink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16:44.9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543 7 2272 0 0,'0'0'19987'0'0,"-15"5"-18397"0"0,-2-5-1563 0 0,13 0 20 0 0,-12-4 12 0 0,13 3-53 0 0,-50-5 86 0 0,49 6-105 0 0,1 0 24 0 0,-7 0-21 0 0,0 0 0 0 0,0 1 1 0 0,0 0-1 0 0,0 1 0 0 0,0-1 1 0 0,0 2-1 0 0,1 0 0 0 0,-1 0 1 0 0,1 1-1 0 0,-14 7 1 0 0,12-4 81 0 0,1 0 1 0 0,0 1 0 0 0,0 0 0 0 0,1 1-1 0 0,0 0 1 0 0,1 0 0 0 0,0 1 0 0 0,0 0-1 0 0,1 0 1 0 0,-10 19 0 0 0,0 6 251 0 0,1 0-1 0 0,-14 46 1 0 0,22-50 87 0 0,2 0 0 0 0,1 1 0 0 0,1-1-1 0 0,1 40 1 0 0,-2 10 526 0 0,-3 101-107 0 0,2-32-459 0 0,-24 253 980 0 0,-27 441-107 0 0,52-57-1105 0 0,42-1-41 0 0,39 309-98 0 0,-7 23 0 0 0,4-470 0 0 0,-50-502 0 0 0,47 159 0 0 0,-70-303 1 0 0,1 0 0 0 0,0 0 0 0 0,0 0-1 0 0,0 0 1 0 0,0 0 0 0 0,0 0 0 0 0,1 0 0 0 0,-1 0 0 0 0,1 0 0 0 0,-1-1 0 0 0,1 1-1 0 0,-1 0 1 0 0,1-1 0 0 0,0 1 0 0 0,0-1 0 0 0,0 0 0 0 0,0 0 0 0 0,0 0-1 0 0,0 0 1 0 0,0 0 0 0 0,0 0 0 0 0,0 0 0 0 0,0-1 0 0 0,1 1 0 0 0,-1-1 0 0 0,5 1-1 0 0,3-1-14 0 0,1 0-1 0 0,0 0 0 0 0,0-1 0 0 0,15-4 0 0 0,-14 3-30 0 0,65-15-2312 0 0,122-44-1 0 0,-141 42 1431 0 0,385-136-6975 0 0,-153 46-699 0 0,-138 48 479 0 0</inkml:trace>
</inkml:ink>
</file>

<file path=ppt/ink/ink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16:45.8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12 2548 0 0,'0'0'3670'0'0,"12"-7"3732"0"0,-7 4-7533 0 0,-4 2 322 0 0,-1 1 0 0 0,1 0 1 0 0,-1 0-1 0 0,1 0 1 0 0,-1 0-1 0 0,0 0 0 0 0,1 0 1 0 0,-1 0-1 0 0,1 0 0 0 0,-1 0 1 0 0,1 0-1 0 0,-1 0 0 0 0,1 0 1 0 0,-1 0-1 0 0,1 0 0 0 0,-1 1 1 0 0,1-1-1 0 0,-1 0 0 0 0,1 0 1 0 0,-1 0-1 0 0,0 1 0 0 0,1-1 1 0 0,-1 0-1 0 0,1 1 0 0 0,-1-1 1 0 0,1 1-1 0 0,1 0 284 0 0,-2 2-161 0 0,7 82 2098 0 0,0-13-1600 0 0,-6-46-724 0 0,13 384 92 0 0,-14-394-1055 0 0,-1 1 0 0 0,-3 17 0 0 0,2-27-295 0 0,1-1 0 0 0,-1 0-1 0 0,0 1 1 0 0,-4 6 0 0 0,6-12 915 0 0,0 0 1 0 0,0-1-1 0 0,-1 1 1 0 0,1-1-1 0 0,0 1 1 0 0,-1-1-1 0 0,1 1 0 0 0,-1-1 1 0 0,1 1-1 0 0,0-1 1 0 0,-1 1-1 0 0,1-1 1 0 0,-1 0-1 0 0,0 1 0 0 0,1-1 1 0 0,-1 0-1 0 0,1 1 1 0 0,-1-1-1 0 0,1 0 1 0 0,-2 1-1 0 0,1-1-940 0 0</inkml:trace>
</inkml:ink>
</file>

<file path=ppt/ink/ink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16:46.3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1 315 2524 0 0,'9'-44'4537'0'0,"-7"32"-3820"0"0,1 0 0 0 0,-1-1 0 0 0,2 1 0 0 0,0 0 0 0 0,0 0 0 0 0,1 1 0 0 0,1-1 0 0 0,12-18 0 0 0,-9 18-534 0 0,0 0 0 0 0,2 1 0 0 0,-1 0 0 0 0,1 1 0 0 0,1 0 0 0 0,0 0 0 0 0,0 2 0 0 0,1-1 1 0 0,0 2-1 0 0,1-1 0 0 0,-1 2 0 0 0,1 0 0 0 0,1 1 0 0 0,-1 0 0 0 0,1 1 0 0 0,0 0 0 0 0,0 2 0 0 0,17-2 0 0 0,-28 4-159 0 0,-1 0 0 0 0,0 0 0 0 0,1 0 0 0 0,-1 0 0 0 0,1 1 0 0 0,-1 0 0 0 0,0-1 0 0 0,0 1-1 0 0,1 1 1 0 0,-1-1 0 0 0,0 0 0 0 0,5 4 0 0 0,4 1 119 0 0,-11-6-128 0 0,-1 1 0 0 0,1 0 0 0 0,0 0 1 0 0,-1 0-1 0 0,1 0 0 0 0,-1 0 0 0 0,1 0 0 0 0,-1 0 1 0 0,1 0-1 0 0,-1 1 0 0 0,0-1 0 0 0,1 0 1 0 0,-1 0-1 0 0,0 0 0 0 0,0 0 0 0 0,0 2 0 0 0,0-2 13 0 0,1 2 1 0 0,-1 1-1 0 0,1 0 0 0 0,-1 0 1 0 0,0-1-1 0 0,0 1 1 0 0,0 0-1 0 0,-1 0 0 0 0,1-1 1 0 0,-1 1-1 0 0,0 0 1 0 0,0-1-1 0 0,0 1 0 0 0,0 0 1 0 0,-3 3-1 0 0,-3 6 26 0 0,0-1 0 0 0,-13 16 0 0 0,12-17-7 0 0,-19 26 55 0 0,-60 62 0 0 0,67-80-58 0 0,-1 0 1 0 0,-1-1-1 0 0,-1-2 1 0 0,-32 19-1 0 0,-15 10 655 0 0,68-43-664 0 0,0 1 12 0 0,2-3-41 0 0,0 0 0 0 0,-1 0-1 0 0,1 0 1 0 0,0 0 0 0 0,0 0-1 0 0,0 0 1 0 0,-1 0 0 0 0,1 1-1 0 0,0-1 1 0 0,0 0 0 0 0,0 0-1 0 0,0 0 1 0 0,0 0 0 0 0,0 1-1 0 0,-1-1 1 0 0,1 0 0 0 0,0 0-1 0 0,0 0 1 0 0,0 1 0 0 0,0-1-1 0 0,0 0 1 0 0,0 0 0 0 0,0 0-1 0 0,0 1 1 0 0,0-1 0 0 0,0 0-1 0 0,0 0 1 0 0,0 0 0 0 0,0 1-1 0 0,0-1 1 0 0,0 0 0 0 0,0 0-1 0 0,0 0 1 0 0,0 1 0 0 0,0-1-1 0 0,0 0 1 0 0,0 0-1 0 0,1 1 1 0 0,6 5 77 0 0,0 0 0 0 0,1-1 0 0 0,0 0-1 0 0,0 0 1 0 0,14 7 0 0 0,25 14 9 0 0,-4 6-212 0 0,54 54 1 0 0,-13 1-4019 0 0,-40-46-3548 0 0,-33-31 1769 0 0</inkml:trace>
</inkml:ink>
</file>

<file path=ppt/ink/ink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16:47.3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109 146 600 0 0,'-1'-4'2878'0'0,"-4"-8"298"0"0,1-1 1 0 0,0 0 0 0 0,-2-15-1 0 0,3 2-954 0 0,3 24-2142 0 0,0 0 0 0 0,1 1 0 0 0,-1-1-1 0 0,0 0 1 0 0,1 0 0 0 0,-1 1-1 0 0,1-1 1 0 0,0 0 0 0 0,-1 1 0 0 0,1-1-1 0 0,0 1 1 0 0,0-1 0 0 0,0 1 0 0 0,0-1-1 0 0,0 1 1 0 0,0 0 0 0 0,1 0 0 0 0,-1-1-1 0 0,0 1 1 0 0,1 0 0 0 0,1-1-1 0 0,1-1-8 0 0,0 1-1 0 0,0 0 0 0 0,1 0 1 0 0,-1 1-1 0 0,1-1 0 0 0,5 0 1 0 0,-7 1-15 0 0,1 1-21 0 0,-1 0-26 0 0,-1 1 0 0 0,1-1 1 0 0,0 0-1 0 0,-1 1 0 0 0,1 0 0 0 0,-1-1 1 0 0,1 1-1 0 0,-1 0 0 0 0,0 0 1 0 0,1 1-1 0 0,-1-1 0 0 0,0 0 0 0 0,0 1 1 0 0,0-1-1 0 0,0 1 0 0 0,0 0 0 0 0,0 0 1 0 0,0 0-1 0 0,-1 0 0 0 0,1 0 0 0 0,-1 0 1 0 0,1 0-1 0 0,-1 0 0 0 0,0 1 0 0 0,0-1 1 0 0,0 0-1 0 0,2 5 0 0 0,-2-1 4 0 0,0 0 0 0 0,0 0 0 0 0,-1 0 0 0 0,1 0 0 0 0,-1 0-1 0 0,-1 0 1 0 0,1 0 0 0 0,-1 0 0 0 0,0 0 0 0 0,0 0 0 0 0,-1 0 0 0 0,1 0 0 0 0,-4 5-1 0 0,-5 12 39 0 0,-24 41-1 0 0,9-20 54 0 0,14-28-51 0 0,8-12-52 0 0,0 0-1 0 0,0 0 0 0 0,1 0 1 0 0,-1 0-1 0 0,1 0 0 0 0,0 1 1 0 0,0-1-1 0 0,-1 7 1 0 0,5-10-16 0 0,8 3-2 0 0,19 2-16 0 0,2-1 9 0 0,-18 0 16 0 0,-1 0 0 0 0,-1 1-1 0 0,1 1 1 0 0,16 11 0 0 0,-23-13 128 0 0,1 0 1 0 0,-1 0-1 0 0,0 0 0 0 0,0 0 1 0 0,-1 1-1 0 0,1 0 0 0 0,-1 0 1 0 0,-1 0-1 0 0,1 1 0 0 0,4 11 1 0 0,-7-15-12 0 0,0 1-1 0 0,-1-1 1 0 0,1 1 0 0 0,-1-1 0 0 0,0 1 0 0 0,0-1 0 0 0,-1 1 0 0 0,1-1 0 0 0,0 1-1 0 0,-1-1 1 0 0,0 0 0 0 0,0 1 0 0 0,0-1 0 0 0,0 0 0 0 0,-1 1 0 0 0,1-1 0 0 0,-1 0-1 0 0,0 0 1 0 0,0 0 0 0 0,-3 4 0 0 0,2-4-4 0 0,0 1-1 0 0,0-1 0 0 0,-1 1 1 0 0,1-1-1 0 0,-1 0 1 0 0,1 0-1 0 0,-1-1 1 0 0,0 1-1 0 0,0-1 1 0 0,0 1-1 0 0,-1-1 1 0 0,1-1-1 0 0,0 1 1 0 0,-1-1-1 0 0,1 1 1 0 0,-9 0-1 0 0,-4-1-72 0 0,0-1 1 0 0,0-1-1 0 0,0-1 0 0 0,0 0 0 0 0,0-1 0 0 0,0-1 1 0 0,1-1-1 0 0,-26-10 0 0 0,40 15-221 0 0,1-1-1 0 0,-1 1 1 0 0,1-1-1 0 0,-1 1 1 0 0,1-1 0 0 0,0 0-1 0 0,-1 0 1 0 0,1 1-1 0 0,0-1 1 0 0,-1 0-1 0 0,1 0 1 0 0,0-1 0 0 0,0 1-1 0 0,0 0 1 0 0,0 0-1 0 0,0 0 1 0 0,0-1 0 0 0,0 1-1 0 0,1 0 1 0 0,-1-1-1 0 0,0 1 1 0 0,1-1-1 0 0,-1 1 1 0 0,1-1 0 0 0,-1 1-1 0 0,1-1 1 0 0,0-2-1 0 0,0 0-325 0 0,2 0 0 0 0,-1 1 0 0 0,0-1 0 0 0,1 1 0 0 0,-1-1 1 0 0,1 1-1 0 0,0-1 0 0 0,0 1 0 0 0,1 0 0 0 0,-1 0 0 0 0,4-4 0 0 0,19-18-6383 0 0,-12 14 692 0 0</inkml:trace>
</inkml:ink>
</file>

<file path=ppt/ink/ink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16:48.9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 22 1832 0 0,'0'0'1981'0'0,"-2"-1"-235"0"0,-23-4 17509 0 0,31 9-20141 0 0,-3-2 898 0 0,0-2 4 0 0,10 3 26 0 0,-2-1-22 0 0,0 0 0 0 0,0-1 0 0 0,1 0 1 0 0,-1-1-1 0 0,12-1 0 0 0,-20 1 65 0 0,31 2 2910 0 0,-32-3-3011 0 0,67-13-4 0 0,-27 2 66 0 0,-40 11-34 0 0,0 0 0 0 0,0 1 0 0 0,0-1 0 0 0,0 1 0 0 0,0-1 0 0 0,-1 1 0 0 0,1 0 1 0 0,0 0-1 0 0,4 0 0 0 0,1-1-1313 0 0</inkml:trace>
</inkml:ink>
</file>

<file path=ppt/ink/ink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16:49.7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136 200 1324 0 0,'0'-13'4936'0'0,"0"11"-2991"0"0,-2-17 3847 0 0,-1 32-2674 0 0,-2 36-1219 0 0,-23 171 1000 0 0,3-40-2159 0 0,10-64-479 0 0,-2 26-42 0 0,11-105-15 0 0,0 8 2999 0 0,2-51-2982 0 0,3 6-215 0 0,1 0 1 0 0,0 0 0 0 0,-1-1 0 0 0,1 1-1 0 0,-1 0 1 0 0,1 0 0 0 0,-1-1 0 0 0,1 1-1 0 0,0-1 1 0 0,-1 1 0 0 0,1 0 0 0 0,0-1-1 0 0,-1 1 1 0 0,1-1 0 0 0,0 1-1 0 0,0-1 1 0 0,0 1 0 0 0,-1 0 0 0 0,1-1-1 0 0,0 1 1 0 0,0-1 0 0 0,0 1 0 0 0,0-1-1 0 0,0 0 1 0 0,-8-43 32 0 0,3 0-1 0 0,2-1 0 0 0,1 0 1 0 0,7-63-1 0 0,1 53-55 0 0,2 1 0 0 0,3 1 0 0 0,22-70 0 0 0,-22 92 13 0 0,1 1 0 0 0,2 1-1 0 0,0 0 1 0 0,2 1 0 0 0,1 0-1 0 0,2 1 1 0 0,0 2 0 0 0,2-1 0 0 0,0 2-1 0 0,2 1 1 0 0,26-21 0 0 0,-43 40-21 0 0,0-1-1 0 0,0 2 1 0 0,1-1 0 0 0,-1 1 0 0 0,1-1-1 0 0,0 2 1 0 0,0-1 0 0 0,0 1 0 0 0,0 0 0 0 0,0 1-1 0 0,13-2 1 0 0,-17 3 15 0 0,1 0-1 0 0,-1 0 1 0 0,1 0-1 0 0,-1 1 0 0 0,0-1 1 0 0,1 1-1 0 0,-1 0 1 0 0,0 0-1 0 0,1 0 1 0 0,-1 0-1 0 0,0 1 1 0 0,0-1-1 0 0,0 1 1 0 0,0 0-1 0 0,0 0 1 0 0,-1 0-1 0 0,1 0 1 0 0,0 0-1 0 0,-1 1 1 0 0,0-1-1 0 0,1 1 1 0 0,-1 0-1 0 0,0-1 1 0 0,0 1-1 0 0,-1 0 0 0 0,1 0 1 0 0,-1 0-1 0 0,1 0 1 0 0,-1 1-1 0 0,0-1 1 0 0,0 0-1 0 0,0 1 1 0 0,-1-1-1 0 0,1 0 1 0 0,-1 1-1 0 0,0-1 1 0 0,0 1-1 0 0,0-1 1 0 0,0 1-1 0 0,0-1 1 0 0,-2 4-1 0 0,-2 5 6 0 0,0-1 0 0 0,-1 1 0 0 0,0-1 1 0 0,-1 0-1 0 0,0-1 0 0 0,-1 1 0 0 0,0-1 0 0 0,-1-1 0 0 0,-11 13 0 0 0,-11 7-8 0 0,-46 36 0 0 0,20-23 24 0 0,-116 64 0 0 0,117-76-177 0 0,53-29 106 0 0,-1 6-15 0 0,2-7 71 0 0,1 1 1 0 0,-1-1-1 0 0,1 1 0 0 0,0-1 1 0 0,-1 1-1 0 0,1-1 0 0 0,0 1 1 0 0,0-1-1 0 0,-1 1 0 0 0,1-1 1 0 0,0 1-1 0 0,0-1 0 0 0,0 1 1 0 0,0-1-1 0 0,0 1 0 0 0,-1 0 1 0 0,1-1-1 0 0,0 1 0 0 0,0-1 1 0 0,1 1-1 0 0,-1-1 0 0 0,0 1 1 0 0,0 0-1 0 0,0-1 0 0 0,0 1 1 0 0,0-1-1 0 0,1 1 0 0 0,-1-1 1 0 0,0 1-1 0 0,0-1 0 0 0,1 1 1 0 0,-1-1-1 0 0,0 1 0 0 0,1-1 1 0 0,-1 1-1 0 0,1-1 0 0 0,0 1 1 0 0,18 19 68 0 0,1 0 1 0 0,33 24 0 0 0,11 9-53 0 0,-21-12-569 0 0,59 51-3115 0 0,-88-80 1507 0 0,2-2 1 0 0,-1 0 0 0 0,1-1-1 0 0,1 0 1 0 0,25 9 0 0 0,-27-12-4200 0 0</inkml:trace>
  <inkml:trace contextRef="#ctx0" brushRef="#br0" timeOffset="1">623 779 2488 0 0,'-1'-3'2538'0'0,"-15"-70"11076"0"0,16 72-13540 0 0,0 0 0 0 0,0 0-1 0 0,0 1 1 0 0,0-1-1 0 0,1 0 1 0 0,-1 0-1 0 0,0 0 1 0 0,0 0 0 0 0,1 0-1 0 0,-1 0 1 0 0,1 0-1 0 0,-1 1 1 0 0,1-1 0 0 0,-1 0-1 0 0,1 0 1 0 0,-1 0-1 0 0,1 1 1 0 0,0-1-1 0 0,-1 0 1 0 0,1 1 0 0 0,0-1-1 0 0,0 1 1 0 0,-1-1-1 0 0,1 1 1 0 0,0-1 0 0 0,1 0-1 0 0,28-10 971 0 0,-24 10-959 0 0,0 1 0 0 0,1-1 1 0 0,-1 1-1 0 0,1 0 1 0 0,0 0-1 0 0,-1 1 1 0 0,0 0-1 0 0,1 0 0 0 0,9 4 1 0 0,-13-4-52 0 0,0 0 0 0 0,0 0 0 0 0,-1 0 0 0 0,1 0 0 0 0,-1 1 0 0 0,1 0 0 0 0,-1-1 0 0 0,1 1 0 0 0,-1 0 0 0 0,0 0 0 0 0,0 0 0 0 0,0 1 1 0 0,0-1-1 0 0,0 0 0 0 0,0 1 0 0 0,-1-1 0 0 0,1 1 0 0 0,-1 0 0 0 0,0-1 0 0 0,0 1 0 0 0,0 0 0 0 0,0 0 0 0 0,0 0 0 0 0,0 3 0 0 0,0 3 84 0 0,-1 1-1 0 0,0-1 1 0 0,0 1 0 0 0,-1-1-1 0 0,-1 0 1 0 0,1 1-1 0 0,-2-1 1 0 0,1 0 0 0 0,-1 0-1 0 0,0-1 1 0 0,-1 1-1 0 0,0 0 1 0 0,-6 7 0 0 0,-9 16 670 0 0,-49 56 0 0 0,36-47-152 0 0,-28 39 508 0 0,80-77-1127 0 0,133-34-2488 0 0,5-12-3605 0 0,-135 37 4864 0 0,40-14-5052 0 0,1-1-3705 0 0</inkml:trace>
</inkml:ink>
</file>

<file path=ppt/ink/ink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16:50.9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51 1204 0 0,'34'-27'9753'0'0,"-26"21"-7574"0"0,21-12 17265 0 0,-30 41-19464 0 0,-2 0 0 0 0,-8 32 0 0 0,1-4 22 0 0,-2 34-2231 0 0,-2 152-1 0 0,16-178-802 0 0,2-1 0 0 0,2-1-1 0 0,21 87 1 0 0,-10-91-2390 0 0,1-3-2686 0 0</inkml:trace>
</inkml:ink>
</file>

<file path=ppt/ink/ink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16:51.9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287 176 1680 0 0,'-1'-3'1558'0'0,"-24"-66"9630"0"0,24 67-10431 0 0,0 1-426 0 0,1-1 1 0 0,-1 1-1 0 0,1-1 0 0 0,-1 1 0 0 0,0-1 0 0 0,0 1 0 0 0,0 0 0 0 0,0-1 0 0 0,0 1 0 0 0,0 0 0 0 0,0 0 0 0 0,0 0 0 0 0,0 0 0 0 0,-1-1 0 0 0,1 2 0 0 0,0-1 0 0 0,-1 0 1 0 0,1 0-1 0 0,-3-1 0 0 0,-2 4-324 0 0,1 0 1 0 0,-1 0-1 0 0,0 0 1 0 0,0 0-1 0 0,1 1 1 0 0,-1 0 0 0 0,1 0-1 0 0,0 1 1 0 0,0 0-1 0 0,0-1 1 0 0,0 2-1 0 0,1-1 1 0 0,0 0 0 0 0,-5 7-1 0 0,-9 10 26 0 0,-27 45 1 0 0,32-45-17 0 0,1 0 0 0 0,1 1 0 0 0,1 0 0 0 0,1 1 1 0 0,0 0-1 0 0,2 1 0 0 0,1 0 0 0 0,1 0 0 0 0,1 0 1 0 0,1 0-1 0 0,1 1 0 0 0,1-1 0 0 0,3 33 0 0 0,-1-48 3 0 0,0 1-1 0 0,1-1 1 0 0,0 0 0 0 0,1 0-1 0 0,0 0 1 0 0,0-1-1 0 0,1 1 1 0 0,0-1-1 0 0,0 1 1 0 0,1-1-1 0 0,0 0 1 0 0,0-1-1 0 0,1 0 1 0 0,0 0-1 0 0,1 0 1 0 0,-1 0-1 0 0,1-1 1 0 0,0 0 0 0 0,1 0-1 0 0,0-1 1 0 0,0 0-1 0 0,0-1 1 0 0,0 0-1 0 0,0 0 1 0 0,1 0-1 0 0,0-1 1 0 0,0 0-1 0 0,0-1 1 0 0,0 0-1 0 0,0-1 1 0 0,0 0 0 0 0,13 0-1 0 0,-5-1 65 0 0,0 0 0 0 0,0-2 0 0 0,0 0 0 0 0,-1-1 0 0 0,1 0 0 0 0,-1-2 0 0 0,0 0 0 0 0,0 0 0 0 0,0-2 0 0 0,-1 0 0 0 0,0-1 0 0 0,0 0 0 0 0,-1-1 0 0 0,0-1 0 0 0,-1 0 0 0 0,0-1 0 0 0,0 0 0 0 0,-1-1 0 0 0,-1 0 0 0 0,0-1 0 0 0,-1-1 0 0 0,0 0 0 0 0,-1 0 0 0 0,-1 0 0 0 0,0-1 0 0 0,11-31 0 0 0,-12 26-73 0 0,-1 0 1 0 0,-2-1-1 0 0,0 1 0 0 0,-1-1 0 0 0,-1 0 0 0 0,-1 0 0 0 0,0 0 0 0 0,-2 0 0 0 0,-1 0 1 0 0,0 0-1 0 0,-10-39 0 0 0,8 47-26 0 0,-1 0 1 0 0,0 0-1 0 0,0 0 1 0 0,-2 1-1 0 0,1 0 1 0 0,-1 0-1 0 0,-1 1 1 0 0,0 0-1 0 0,-1 0 0 0 0,0 0 1 0 0,-1 2-1 0 0,0-1 1 0 0,0 1-1 0 0,-1 0 1 0 0,0 1-1 0 0,-1 0 1 0 0,1 1-1 0 0,-1 1 1 0 0,-15-6-1 0 0,20 9-157 0 0,-1 0 1 0 0,1 1-1 0 0,-1 0 0 0 0,0 1 1 0 0,1-1-1 0 0,-1 2 0 0 0,0-1 1 0 0,0 1-1 0 0,0 0 0 0 0,0 1 1 0 0,1-1-1 0 0,-1 2 0 0 0,0-1 1 0 0,0 1-1 0 0,-10 4 1 0 0,13-4-229 0 0,0 0 1 0 0,1 1 0 0 0,0-1 0 0 0,0 1 0 0 0,-1 0 0 0 0,1 0 0 0 0,1 1 0 0 0,-1-1 0 0 0,0 1 0 0 0,-5 7 0 0 0,6-7-311 0 0,1 1 1 0 0,-1-1-1 0 0,1 1 1 0 0,0 0-1 0 0,1-1 1 0 0,-1 1-1 0 0,1 0 1 0 0,0 0-1 0 0,0 0 1 0 0,0 0-1 0 0,0 0 1 0 0,1 7-1 0 0,2 6-5507 0 0</inkml:trace>
</inkml:ink>
</file>

<file path=ppt/ink/ink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16:53.2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482 172 1524 0 0,'-15'-23'4692'0'0,"8"11"-2272"0"0,-1 0 0 0 0,0 1 0 0 0,-12-12-1 0 0,11 12-888 0 0,8 9-1448 0 0,0 1 0 0 0,0-1 0 0 0,0 1 0 0 0,0 0 1 0 0,-1-1-1 0 0,1 1 0 0 0,0 0 0 0 0,0 0 0 0 0,-1 0 0 0 0,1 0 0 0 0,-1 0 0 0 0,1 0 0 0 0,-1 0 1 0 0,0 0-1 0 0,1 1 0 0 0,-1-1 0 0 0,1 0 0 0 0,-1 1 0 0 0,0 0 0 0 0,0-1 0 0 0,1 1 0 0 0,-1 0 1 0 0,0 0-1 0 0,0 0 0 0 0,1 0 0 0 0,-1 0 0 0 0,-3 1 0 0 0,-8 3 68 0 0,0 1 0 0 0,1 0 0 0 0,0 1 0 0 0,0 0 0 0 0,0 1-1 0 0,0 0 1 0 0,1 1 0 0 0,1 0 0 0 0,-1 1 0 0 0,-16 19 0 0 0,-4 6 299 0 0,-50 75 1 0 0,64-83-324 0 0,1 0 1 0 0,2 2-1 0 0,0 0 0 0 0,-15 49 0 0 0,23-60-90 0 0,1 1 0 0 0,2 0 0 0 0,-1 0 0 0 0,2 1-1 0 0,1-1 1 0 0,0 0 0 0 0,1 1 0 0 0,1-1-1 0 0,4 22 1 0 0,-4-31-22 0 0,1-1-1 0 0,1 0 1 0 0,-1 1 0 0 0,1-1-1 0 0,1 0 1 0 0,0 0-1 0 0,0 0 1 0 0,0-1 0 0 0,1 0-1 0 0,0 0 1 0 0,1 0-1 0 0,0 0 1 0 0,0-1 0 0 0,0 0-1 0 0,0 0 1 0 0,1 0 0 0 0,8 4-1 0 0,-3-3 6 0 0,-1-1-1 0 0,1-1 1 0 0,0 0-1 0 0,0-1 1 0 0,0 0-1 0 0,1 0 1 0 0,0-2 0 0 0,-1 0-1 0 0,1 0 1 0 0,26 0-1 0 0,-23-3 7 0 0,1 0 0 0 0,0-1 1 0 0,0 0-1 0 0,-1-2 0 0 0,1 0 0 0 0,-1 0 0 0 0,0-2 0 0 0,-1 0 0 0 0,1-1 0 0 0,-1 0 1 0 0,0-1-1 0 0,-1-1 0 0 0,0 0 0 0 0,0-1 0 0 0,-1-1 0 0 0,0 0 0 0 0,-1-1 1 0 0,-1 0-1 0 0,1-1 0 0 0,-2 0 0 0 0,10-16 0 0 0,-8 11-17 0 0,-2 0 0 0 0,0-1 1 0 0,-1-1-1 0 0,-2 1 0 0 0,1-1 0 0 0,-2-1 0 0 0,-1 1 1 0 0,0-1-1 0 0,-2 0 0 0 0,0 0 0 0 0,-2-1 1 0 0,0 1-1 0 0,-1 0 0 0 0,-1 0 0 0 0,-1-1 0 0 0,-6-25 1 0 0,2 25 5 0 0,0 0 1 0 0,-1 1 0 0 0,-2 0 0 0 0,0 0-1 0 0,-1 1 1 0 0,-21-32 0 0 0,23 41-29 0 0,0 0 0 0 0,-1 0 0 0 0,-1 0 0 0 0,0 2 0 0 0,0-1 0 0 0,0 1 0 0 0,-1 1 0 0 0,-1-1 0 0 0,0 2 0 0 0,0 0 0 0 0,-25-11 0 0 0,31 16-129 0 0,0 0-1 0 0,0 1 1 0 0,0 0-1 0 0,-1 0 1 0 0,1 0-1 0 0,0 0 1 0 0,-1 1 0 0 0,1 0-1 0 0,-1 1 1 0 0,1 0-1 0 0,-1-1 1 0 0,1 2-1 0 0,0-1 1 0 0,0 1-1 0 0,0 0 1 0 0,0 0-1 0 0,0 1 1 0 0,0 0-1 0 0,0 0 1 0 0,1 0 0 0 0,-1 1-1 0 0,-7 7 1 0 0,8-8-272 0 0,1 2 1 0 0,0-1 0 0 0,0 0 0 0 0,0 1 0 0 0,1 0-1 0 0,0 0 1 0 0,0 0 0 0 0,0 0 0 0 0,0 0 0 0 0,1 1-1 0 0,0-1 1 0 0,0 1 0 0 0,0-1 0 0 0,1 1 0 0 0,0 0-1 0 0,0 0 1 0 0,0 0 0 0 0,1 0 0 0 0,0 0 0 0 0,0-1-1 0 0,1 1 1 0 0,-1 0 0 0 0,1 0 0 0 0,3 9 0 0 0,4 7-3146 0 0,0 3-1354 0 0</inkml:trace>
</inkml:ink>
</file>

<file path=ppt/ink/ink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16:54.4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472 262 1172 0 0,'-1'-23'5361'0'0,"-7"-33"0"0"0,3 18-1788 0 0,-6-1-315 0 0,10 39-3221 0 0,0-1 0 0 0,1 1 1 0 0,-1-1-1 0 0,0 1 0 0 0,0-1 0 0 0,0 1 1 0 0,0 0-1 0 0,0-1 0 0 0,0 1 0 0 0,0 0 0 0 0,1 0 1 0 0,-1-1-1 0 0,0 1 0 0 0,0 0 0 0 0,-2 0 0 0 0,-15 7 113 0 0,0 0 0 0 0,0 2 0 0 0,1 0 0 0 0,0 0 0 0 0,1 2 0 0 0,-18 14-1 0 0,-1 4 148 0 0,-50 53 0 0 0,61-55-173 0 0,0 1 0 0 0,2 1-1 0 0,-32 55 1 0 0,46-70-92 0 0,1-1 0 0 0,1 2 0 0 0,0-1 0 0 0,1 0 0 0 0,1 1-1 0 0,0 0 1 0 0,1 0 0 0 0,0 1 0 0 0,2-1 0 0 0,0 0 0 0 0,1 24 0 0 0,0-34 4 0 0,1 1 0 0 0,0-1 1 0 0,0 0-1 0 0,1 1 0 0 0,-1-1 1 0 0,1 0-1 0 0,1 0 0 0 0,-1 0 1 0 0,1 0-1 0 0,-1 0 0 0 0,1 0 1 0 0,1-1-1 0 0,-1 1 0 0 0,1-1 1 0 0,3 4-1 0 0,0-3 63 0 0,0 1 0 0 0,0-1-1 0 0,0-1 1 0 0,0 1 0 0 0,1-1 0 0 0,0-1 0 0 0,0 0 0 0 0,16 5 0 0 0,-3-3 254 0 0,1-1 0 0 0,0-1 0 0 0,0-1 0 0 0,0-2 0 0 0,0 0 1 0 0,39-5-1 0 0,-34 0-69 0 0,0-1 0 0 0,-1-1 0 0 0,0-1 0 0 0,0-2 0 0 0,-1 0 0 0 0,0-2 0 0 0,-1-1 0 0 0,0 0 0 0 0,-1-2 0 0 0,28-24 0 0 0,-26 18-118 0 0,-1-1 0 0 0,-1-1 0 0 0,-1-1 1 0 0,-1-1-1 0 0,-1 0 0 0 0,-1-2 1 0 0,-2 0-1 0 0,20-43 0 0 0,-31 58-150 0 0,-2 1 0 0 0,0-1 0 0 0,0-1 0 0 0,-1 1 0 0 0,-1 0 0 0 0,0-1 0 0 0,0 0 0 0 0,-1 1 0 0 0,-1-1 0 0 0,0 0 0 0 0,-1 0 0 0 0,-1 1 0 0 0,0-1 0 0 0,-5-20 0 0 0,3 23-80 0 0,1 0 0 0 0,-2 0-1 0 0,1 1 1 0 0,-1 0 0 0 0,0 0-1 0 0,-1 0 1 0 0,0 0 0 0 0,-1 1-1 0 0,0 0 1 0 0,0 0 0 0 0,0 1-1 0 0,-1 0 1 0 0,0 0 0 0 0,-1 1-1 0 0,0 0 1 0 0,1 1 0 0 0,-2-1-1 0 0,-9-3 1 0 0,1 3-468 0 0,-1 0 0 0 0,0 1 0 0 0,0 0 0 0 0,0 2-1 0 0,-1 0 1 0 0,1 2 0 0 0,-1 0 0 0 0,1 1 0 0 0,-1 1 0 0 0,1 1 0 0 0,-31 6 0 0 0,-19 8-5221 0 0,-122 46 1 0 0,173-55 4419 0 0,-53 19-6462 0 0</inkml:trace>
</inkml:ink>
</file>

<file path=ppt/ink/ink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16:55.9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126 163 2364 0 0,'0'-3'2052'0'0,"6"-29"5228"0"0,-6 31-6282 0 0,-1-5 888 0 0,0 2 1167 0 0,-6 11-2801 0 0,3 0-26 0 0,0 0 0 0 0,0 1 0 0 0,0-1 0 0 0,1 1 0 0 0,-3 12 0 0 0,0-4 54 0 0,-3 9 16 0 0,-57 187 1219 0 0,60-190-1421 0 0,2 0 1 0 0,1 0 0 0 0,1 1 0 0 0,1-1 0 0 0,1 0-1 0 0,1 1 1 0 0,6 40 0 0 0,-5-55-41 0 0,0 0 0 0 0,0 0-1 0 0,1-1 1 0 0,0 1 0 0 0,0-1 0 0 0,1 1-1 0 0,0-1 1 0 0,0 0 0 0 0,0-1-1 0 0,1 1 1 0 0,0-1 0 0 0,1 0 0 0 0,-1 0-1 0 0,1 0 1 0 0,0-1 0 0 0,1 0 0 0 0,-1 0-1 0 0,1-1 1 0 0,0 1 0 0 0,0-2 0 0 0,1 1-1 0 0,-1-1 1 0 0,14 5 0 0 0,-6-5 80 0 0,1 0 0 0 0,-1-1 0 0 0,0 0 1 0 0,1-1-1 0 0,0-1 0 0 0,-1 0 0 0 0,1-1 0 0 0,-1-1 0 0 0,0 0 0 0 0,1-1 0 0 0,22-8 1 0 0,-19 4-80 0 0,0-1 0 0 0,0 0 0 0 0,-1-1 0 0 0,0-1 0 0 0,-1-1-1 0 0,0-1 1 0 0,-1 0 0 0 0,0-1 0 0 0,0 0 0 0 0,-2-2 0 0 0,0 0 0 0 0,0 0 0 0 0,-2-1 0 0 0,0-1 0 0 0,-1 0 0 0 0,0-1 0 0 0,-2 0 0 0 0,0 0 0 0 0,-1-1 0 0 0,0 0 0 0 0,-2-1 0 0 0,0 1 0 0 0,4-31 0 0 0,-7 29-57 0 0,-1 0 1 0 0,-1 1-1 0 0,-1-1 0 0 0,0 0 0 0 0,-2 0 1 0 0,0 0-1 0 0,-1 1 0 0 0,-10-33 0 0 0,10 42-3 0 0,-1 0 0 0 0,0 1 0 0 0,-1-1 0 0 0,0 1 0 0 0,-1 0 0 0 0,0 0-1 0 0,-1 1 1 0 0,0 0 0 0 0,0 0 0 0 0,-1 0 0 0 0,0 1 0 0 0,0 0 0 0 0,-1 1 0 0 0,0 0-1 0 0,0 0 1 0 0,-1 1 0 0 0,-11-6 0 0 0,10 7-111 0 0,-1 0-1 0 0,-1 1 1 0 0,1 0 0 0 0,0 1-1 0 0,-1 0 1 0 0,0 1-1 0 0,-18-1 1 0 0,27 3-86 0 0,0 0-1 0 0,0 0 1 0 0,0 0-1 0 0,0 0 1 0 0,0 1 0 0 0,0-1-1 0 0,0 1 1 0 0,0 0-1 0 0,0 1 1 0 0,0-1 0 0 0,0 0-1 0 0,1 1 1 0 0,-1 0 0 0 0,1 0-1 0 0,-1 0 1 0 0,1 1-1 0 0,0-1 1 0 0,0 1 0 0 0,0-1-1 0 0,0 1 1 0 0,0 0-1 0 0,0 0 1 0 0,1 1 0 0 0,0-1-1 0 0,-1 0 1 0 0,1 1 0 0 0,-2 5-1 0 0,3-6-253 0 0,0 1 0 0 0,0-1 0 0 0,1 0 0 0 0,-1 1 0 0 0,1-1 0 0 0,0 1 0 0 0,0-1 0 0 0,0 1 0 0 0,1-1 0 0 0,-1 0 0 0 0,1 1 0 0 0,0-1 0 0 0,0 0 0 0 0,0 1 0 0 0,0-1 0 0 0,0 0 0 0 0,1 0 0 0 0,-1 0 0 0 0,1 0 0 0 0,0 0 0 0 0,0 0 0 0 0,0-1 0 0 0,0 1 0 0 0,1-1 0 0 0,4 5 0 0 0,13 7-4887 0 0</inkml:trace>
  <inkml:trace contextRef="#ctx0" brushRef="#br0" timeOffset="1">1838 100 1720 0 0,'56'-59'16891'0'0,"-55"57"-16064"0"0,-1 1-696 0 0,1 1 0 0 0,-1-1 0 0 0,0 1 1 0 0,1-1-1 0 0,-1 1 0 0 0,1 0 0 0 0,-1-1 1 0 0,1 1-1 0 0,-1-1 0 0 0,1 1 0 0 0,-1 0 0 0 0,1 0 1 0 0,0-1-1 0 0,-1 1 0 0 0,1 0 0 0 0,-1 0 1 0 0,1 0-1 0 0,0-1 0 0 0,-1 1 0 0 0,1 0 0 0 0,0 0 1 0 0,1 3 47 0 0,-1 0-1 0 0,1-1 1 0 0,-1 1 0 0 0,0 0 0 0 0,0 0 0 0 0,0 0 0 0 0,0 0-1 0 0,-1 0 1 0 0,1 0 0 0 0,-1 0 0 0 0,1 0 0 0 0,-1 0 0 0 0,0 1-1 0 0,-1 3 1 0 0,-6 55 1009 0 0,6-52-1074 0 0,-26 141 843 0 0,12-77-2189 0 0,-8 122 0 0 0,22-178-93 0 0,2 1-1 0 0,0-1 0 0 0,4 24 1 0 0,-3-33-311 0 0,0 0 0 0 0,1-1 0 0 0,0 1 1 0 0,0-1-1 0 0,6 9 0 0 0,2 2-5645 0 0</inkml:trace>
</inkml:ink>
</file>

<file path=ppt/ink/ink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16:57.2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267 99 1684 0 0,'0'0'2027'0'0,"-16"-21"6632"0"0,-25-18-1705 0 0,39 38-6490 0 0,1-1-58 0 0,-19-28 1139 0 0,40 24-1471 0 0,-14 6-83 0 0,1 1-1 0 0,-1 0 0 0 0,1 0 1 0 0,-1 0-1 0 0,1 1 0 0 0,-1 0 0 0 0,0 0 1 0 0,0 1-1 0 0,0-1 0 0 0,8 6 1 0 0,-10-5 5 0 0,-1-1-1 0 0,1 1 1 0 0,-1 0 0 0 0,0 1 0 0 0,0-1 0 0 0,-1 0 0 0 0,1 1-1 0 0,0 0 1 0 0,-1-1 0 0 0,0 1 0 0 0,0 0 0 0 0,0 0 0 0 0,-1 0 0 0 0,3 8-1 0 0,-3-5 11 0 0,0 0-1 0 0,0 0 0 0 0,-1 0 1 0 0,0-1-1 0 0,0 1 0 0 0,-1 0 0 0 0,0 0 1 0 0,-3 12-1 0 0,-2-2 7 0 0,0 1 0 0 0,-1-1 1 0 0,-1 0-1 0 0,-1-1 0 0 0,0 1 1 0 0,-14 15-1 0 0,-13 13 57 0 0,-2-1 1 0 0,-62 53-1 0 0,29-29 248 0 0,71-67-314 0 0,-1-1 0 0 0,1 0 0 0 0,-1 1 1 0 0,0-1-1 0 0,1 1 0 0 0,-1-1 0 0 0,1 1 1 0 0,0-1-1 0 0,-1 1 0 0 0,1-1 0 0 0,-1 1 1 0 0,1-1-1 0 0,0 1 0 0 0,-1 0 0 0 0,1-1 1 0 0,0 1-1 0 0,0-1 0 0 0,-1 1 0 0 0,1 0 1 0 0,0-1-1 0 0,0 1 0 0 0,0 0 0 0 0,0-1 1 0 0,0 1-1 0 0,0 0 0 0 0,0 0 0 0 0,0-1 0 0 0,0 1 1 0 0,0 0-1 0 0,1 0 0 0 0,0 0 0 0 0,0 0-1 0 0,0 0 1 0 0,0-1 0 0 0,0 1-1 0 0,0-1 1 0 0,0 1-1 0 0,0-1 1 0 0,0 1 0 0 0,0-1-1 0 0,1 0 1 0 0,-1 1-1 0 0,0-1 1 0 0,0 0 0 0 0,0 0-1 0 0,2 0 1 0 0,50-2-89 0 0,-49 2 46 0 0,133-19-5005 0 0,-49 0-4291 0 0,-59 13 3802 0 0</inkml:trace>
  <inkml:trace contextRef="#ctx0" brushRef="#br0" timeOffset="1">706 348 2076 0 0,'-1'-2'2872'0'0,"0"-2"-1862"0"0,1 0-1 0 0,-2 0 1 0 0,1 0 0 0 0,0 0-1 0 0,-1 0 1 0 0,0 1 0 0 0,1-1 0 0 0,-1 1-1 0 0,-4-5 1 0 0,1 1 453 0 0,0 1 1 0 0,-1 0-1 0 0,-10-9 1 0 0,15 15-1334 0 0,0-1 1 0 0,-1 0-1 0 0,1 1 1 0 0,-1-1 0 0 0,1 1-1 0 0,-1 0 1 0 0,1-1 0 0 0,-1 1-1 0 0,1 0 1 0 0,-1 0-1 0 0,1 0 1 0 0,-1 0 0 0 0,1 0-1 0 0,-1 0 1 0 0,1 0 0 0 0,-1 0-1 0 0,1 1 1 0 0,-1-1-1 0 0,1 1 1 0 0,-1-1 0 0 0,1 1-1 0 0,0 0 1 0 0,-1-1 0 0 0,1 1-1 0 0,0 0 1 0 0,0 0-1 0 0,-1 0 1 0 0,1 0 0 0 0,0 0-1 0 0,-1 2 1 0 0,-7 4 246 0 0,1 1 0 0 0,-13 16 0 0 0,19-21-256 0 0,-51 71 382 0 0,3 2 1 0 0,-54 108-1 0 0,98-172-467 0 0,-14 25-208 0 0,-28 55-2555 0 0,43-79 446 0 0,0 0 0 0 0,-6 24 0 0 0,12-23-3570 0 0,0-11 4004 0 0</inkml:trace>
  <inkml:trace contextRef="#ctx0" brushRef="#br0" timeOffset="2">601 753 1244 0 0,'25'-38'10719'0'0,"-22"32"-10038"0"0,1-1 0 0 0,0 1 0 0 0,1 0 0 0 0,-1 0 0 0 0,1 0 1 0 0,0 1-1 0 0,1 0 0 0 0,-1 0 0 0 0,1 0 0 0 0,7-5 0 0 0,-4 6-423 0 0,0-1 0 0 0,0 1 0 0 0,0 1 0 0 0,1 0 0 0 0,-1 0 0 0 0,1 0 0 0 0,10 0 0 0 0,-16 2-218 0 0,1 0-1 0 0,-1 1 1 0 0,0 0 0 0 0,0 0 0 0 0,1 0 0 0 0,-1 0 0 0 0,0 0 0 0 0,0 1-1 0 0,1 0 1 0 0,-1 0 0 0 0,0 0 0 0 0,0 0 0 0 0,0 1 0 0 0,0 0 0 0 0,0 0-1 0 0,-1 0 1 0 0,1 0 0 0 0,4 3 0 0 0,-7-3-13 0 0,1-1 0 0 0,-1 1 0 0 0,1 0-1 0 0,-1 0 1 0 0,0-1 0 0 0,0 1 0 0 0,0 0 0 0 0,0 0 0 0 0,0 0-1 0 0,0 0 1 0 0,-1 0 0 0 0,1 0 0 0 0,-1 0 0 0 0,1 1 0 0 0,-1-1-1 0 0,0 0 1 0 0,0 0 0 0 0,0 3 0 0 0,-1 0 4 0 0,1-1 0 0 0,-1 0-1 0 0,0 0 1 0 0,-1 1 0 0 0,1-1 0 0 0,-1 0 0 0 0,0 0 0 0 0,-4 6 0 0 0,-2 2 22 0 0,0-1 1 0 0,-1-1-1 0 0,-1 1 0 0 0,-20 16 1 0 0,-54 47 249 0 0,82-72-275 0 0,2-2-25 0 0,0 0 0 0 0,-1 0 0 0 0,1 1 1 0 0,0-1-1 0 0,-1 0 0 0 0,1 1 0 0 0,0-1 0 0 0,0 0 0 0 0,-1 1 0 0 0,1-1 0 0 0,0 0 1 0 0,0 1-1 0 0,0-1 0 0 0,-1 1 0 0 0,1-1 0 0 0,0 0 0 0 0,0 1 0 0 0,0-1 0 0 0,0 1 0 0 0,0-1 1 0 0,0 0-1 0 0,0 1 0 0 0,0 0 0 0 0,82 33 360 0 0,-69-26-271 0 0,-1 1 0 0 0,0-1 1 0 0,0 2-1 0 0,17 17 0 0 0,-25-22 38 0 0,0-1 0 0 0,0 1 0 0 0,-1-1 0 0 0,1 1-1 0 0,-1 0 1 0 0,0 0 0 0 0,0 1 0 0 0,-1-1 0 0 0,0 1 0 0 0,0-1 0 0 0,0 1 0 0 0,0-1 0 0 0,-1 1 0 0 0,1 10 0 0 0,-2-12-24 0 0,-1-1 1 0 0,1 1 0 0 0,-1 0-1 0 0,0-1 1 0 0,0 1 0 0 0,0-1-1 0 0,-1 1 1 0 0,1-1 0 0 0,-1 1-1 0 0,0-1 1 0 0,0 0 0 0 0,0 0-1 0 0,0 0 1 0 0,0 0 0 0 0,-1 0-1 0 0,1 0 1 0 0,-1 0 0 0 0,0-1-1 0 0,0 0 1 0 0,0 1 0 0 0,0-1-1 0 0,0 0 1 0 0,-1-1 0 0 0,1 1-1 0 0,0 0 1 0 0,-6 0 0 0 0,-1 2-18 0 0,-1 0 1 0 0,0-1 0 0 0,0-1 0 0 0,0 0 0 0 0,-1 0-1 0 0,1-1 1 0 0,-17-1 0 0 0,2-2-56 0 0,0 0 0 0 0,0-2 0 0 0,-40-11 1 0 0,52 11-715 0 0,1-1 0 0 0,0 0 1 0 0,0-1-1 0 0,0-1 1 0 0,1 0-1 0 0,0 0 1 0 0,0-1-1 0 0,-13-12 1 0 0,24 19 74 0 0,-1-1 347 0 0,0 1 0 0 0,0-1-1 0 0,1 0 1 0 0,-1 1 0 0 0,1-1-1 0 0,-1 0 1 0 0,1 0 0 0 0,-2-3 0 0 0,1-4-2876 0 0,3-2-3427 0 0,5-10-2540 0 0</inkml:trace>
</inkml:ink>
</file>

<file path=ppt/ink/ink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17:00.6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179 109 1656 0 0,'-2'-2'1745'0'0,"-21"-40"6378"0"0,23 40-7353 0 0,-8-10 1540 0 0,8 11-2285 0 0,-1 1-1 0 0,1 0 0 0 0,-1-1 1 0 0,1 1-1 0 0,0-1 1 0 0,-1 1-1 0 0,1 0 1 0 0,-1-1-1 0 0,1 1 1 0 0,-1 0-1 0 0,1 0 1 0 0,-1 0-1 0 0,1-1 1 0 0,-1 1-1 0 0,0 0 1 0 0,1 0-1 0 0,-1 0 1 0 0,1 0-1 0 0,-1 0 1 0 0,1 0-1 0 0,-1 0 1 0 0,1 0-1 0 0,-1 0 1 0 0,0 0-1 0 0,1 0 1 0 0,-1 0-1 0 0,1 0 1 0 0,-1 1-1 0 0,1-1 1 0 0,-1 0-1 0 0,1 0 1 0 0,-1 1-1 0 0,1-1 1 0 0,-1 0-1 0 0,1 1 1 0 0,-1-1-1 0 0,1 0 1 0 0,0 1-1 0 0,-1-1 1 0 0,1 1-1 0 0,0-1 1 0 0,-1 0-1 0 0,1 1 1 0 0,0-1-1 0 0,-1 1 1 0 0,1-1-1 0 0,0 1 1 0 0,0-1-1 0 0,-1 2 1 0 0,-17 36 601 0 0,12-25-467 0 0,-13 27 12 0 0,3 1-1 0 0,1 1 0 0 0,2 0 1 0 0,2 1-1 0 0,-10 76 0 0 0,19-105-106 0 0,1-1 0 0 0,1 1 0 0 0,0-1 0 0 0,1 1-1 0 0,1 0 1 0 0,0-1 0 0 0,0 0 0 0 0,2 1 0 0 0,0-1 0 0 0,0 0-1 0 0,8 16 1 0 0,-8-22 20 0 0,0 0 0 0 0,1 0 0 0 0,-1 0 1 0 0,1-1-1 0 0,1 1 0 0 0,-1-1 0 0 0,1-1 0 0 0,0 1 0 0 0,1-1 0 0 0,-1 0 0 0 0,1 0 0 0 0,0-1 0 0 0,0 0 0 0 0,0 0 0 0 0,1-1 0 0 0,-1 0 0 0 0,1 0 0 0 0,0 0 0 0 0,16 2 0 0 0,-13-3 29 0 0,1-1 0 0 0,0 0 0 0 0,0-1-1 0 0,0 0 1 0 0,0-1 0 0 0,0 0 0 0 0,0-1 0 0 0,0 0-1 0 0,-1-1 1 0 0,1 0 0 0 0,-1-1 0 0 0,0 0 0 0 0,17-9-1 0 0,-19 8-79 0 0,0-1-1 0 0,0-1 1 0 0,-1 1-1 0 0,0-1 0 0 0,0 0 1 0 0,-1-1-1 0 0,1 0 1 0 0,-2 0-1 0 0,1-1 0 0 0,-1 0 1 0 0,-1 0-1 0 0,0 0 1 0 0,0 0-1 0 0,0-1 0 0 0,3-14 1 0 0,-2 3-11 0 0,-1 0 0 0 0,-1-1 1 0 0,-1 1-1 0 0,-1-1 0 0 0,0 0 1 0 0,-4-40-1 0 0,-1 33-15 0 0,-1 0 0 0 0,-2 0 1 0 0,-1 0-1 0 0,-16-43 0 0 0,16 54-17 0 0,-1 1 0 0 0,0 0 0 0 0,-19-28 0 0 0,23 39 0 0 0,-1 1 1 0 0,1-1-1 0 0,-1 1 0 0 0,0 0 1 0 0,0 0-1 0 0,0 1 0 0 0,0-1 1 0 0,-1 1-1 0 0,0 0 0 0 0,0 1 0 0 0,0-1 1 0 0,0 1-1 0 0,-8-2 0 0 0,-9 2-159 0 0,18 3 115 0 0,2 0 2 0 0,1 0 1 0 0,-1 0-1 0 0,1 1 1 0 0,-1-1-1 0 0,1 0 1 0 0,-1 1-1 0 0,1 0 0 0 0,-1-1 1 0 0,1 1-1 0 0,0 0 1 0 0,-1 0-1 0 0,1 0 0 0 0,0 1 1 0 0,0-1-1 0 0,0 1 1 0 0,-3 1-1 0 0,3-1-72 0 0,-2 1-134 0 0,0 0-1 0 0,1 1 1 0 0,0-1-1 0 0,-1 1 1 0 0,1 0-1 0 0,1 0 1 0 0,-1 0-1 0 0,1 0 1 0 0,-1 0-1 0 0,1 1 1 0 0,0-1-1 0 0,0 1 1 0 0,1 0 0 0 0,0-1-1 0 0,0 1 1 0 0,0 0-1 0 0,0 0 1 0 0,1 0-1 0 0,-1 7 1 0 0,1-6-457 0 0,1-1 1 0 0,-1 0-1 0 0,1 0 1 0 0,0 1-1 0 0,0-1 1 0 0,1 0-1 0 0,0 0 1 0 0,0 0-1 0 0,0 0 1 0 0,0-1-1 0 0,5 7 1 0 0,6 6-4112 0 0</inkml:trace>
  <inkml:trace contextRef="#ctx0" brushRef="#br0" timeOffset="1">1901 160 2544 0 0,'4'-4'1446'0'0,"0"0"0"0"0,0 0-1 0 0,-1-1 1 0 0,0 1 0 0 0,0-1 0 0 0,3-5-1 0 0,-5 8-497 0 0,0 0-601 0 0,0 1 1 0 0,0-1-1 0 0,-1 1 1 0 0,1-1-1 0 0,0 1 0 0 0,-1-1 1 0 0,1 0-1 0 0,-1 1 1 0 0,1-1-1 0 0,-1 0 0 0 0,0 1 1 0 0,0-1-1 0 0,0 0 1 0 0,0 0-1 0 0,0 1 0 0 0,0-1 1 0 0,-1-3-1 0 0,-5 8-321 0 0,-1 0 1 0 0,0 0-1 0 0,1 1 1 0 0,0 0-1 0 0,0 0 0 0 0,0 0 1 0 0,0 1-1 0 0,1 0 0 0 0,0 0 1 0 0,0 0-1 0 0,-8 12 0 0 0,-8 11 139 0 0,-18 35 0 0 0,34-56-130 0 0,-16 30 163 0 0,1 1-1 0 0,-24 65 1 0 0,38-85-152 0 0,1-1 0 0 0,0 0 1 0 0,2 1-1 0 0,0 0 0 0 0,1 0 0 0 0,0 0 1 0 0,2 0-1 0 0,3 34 0 0 0,-2-46 54 0 0,0 0 0 0 0,0 0 0 0 0,1 0-1 0 0,0 0 1 0 0,0 0 0 0 0,1 0 0 0 0,-1-1-1 0 0,1 1 1 0 0,1-1 0 0 0,-1 0 0 0 0,1 0-1 0 0,0 0 1 0 0,0 0 0 0 0,0-1-1 0 0,1 0 1 0 0,-1 1 0 0 0,1-2 0 0 0,0 1-1 0 0,0 0 1 0 0,1-1 0 0 0,-1 0 0 0 0,1-1-1 0 0,10 5 1 0 0,-8-5 69 0 0,0 0-1 0 0,0 0 1 0 0,0-1-1 0 0,0 0 1 0 0,0 0-1 0 0,0-1 1 0 0,0 0 0 0 0,0 0-1 0 0,0-1 1 0 0,0 0-1 0 0,0-1 1 0 0,0 0-1 0 0,0 0 1 0 0,-1 0-1 0 0,1-1 1 0 0,-1 0 0 0 0,15-9-1 0 0,-10 4-120 0 0,-1 0 0 0 0,0-1 0 0 0,0 0 0 0 0,-1-1 0 0 0,0-1 0 0 0,0 1 0 0 0,-1-1 1 0 0,-1-1-1 0 0,0 0 0 0 0,-1 0 0 0 0,0-1 0 0 0,0 1 0 0 0,-2-1 0 0 0,1-1 0 0 0,-2 1 0 0 0,0-1 0 0 0,-1 0 0 0 0,3-16 0 0 0,-4 14-69 0 0,-1 0 0 0 0,0-1 0 0 0,-1 1-1 0 0,-1 0 1 0 0,-1-1 0 0 0,0 1 0 0 0,-1 0 0 0 0,0 0 0 0 0,-2 1 0 0 0,0-1 0 0 0,0 1-1 0 0,-1 0 1 0 0,-1 0 0 0 0,-1 0 0 0 0,-14-20 0 0 0,9 19-163 0 0,1 1 0 0 0,-2 1 0 0 0,0 0-1 0 0,-1 0 1 0 0,-31-21 0 0 0,34 27-403 0 0,-1 0 1 0 0,0 1-1 0 0,0 1 0 0 0,-1 0 1 0 0,0 1-1 0 0,0 0 0 0 0,0 1 0 0 0,-25-4 1 0 0,32 7 45 0 0,1 1 1 0 0,0 0-1 0 0,-1 0 1 0 0,1 0-1 0 0,-1 1 0 0 0,1 0 1 0 0,-9 3-1 0 0,11-3-445 0 0,0 1-1 0 0,1-1 1 0 0,-1 1-1 0 0,0 0 1 0 0,1 0-1 0 0,-1 0 1 0 0,-5 5-1 0 0,-1 2-5565 0 0</inkml:trace>
</inkml:ink>
</file>

<file path=ppt/ink/ink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17:01.9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316 31 152 0 0,'-11'-6'2611'0'0,"0"0"0"0"0,-1 1 0 0 0,-23-8 0 0 0,32 12-2479 0 0,-1 2 0 0 0,1-1 1 0 0,0 0-1 0 0,0 1 0 0 0,-1-1 1 0 0,1 1-1 0 0,0 0 0 0 0,0 0 1 0 0,-1 0-1 0 0,1 0 0 0 0,0 1 1 0 0,-3 2-1 0 0,3-3-95 0 0,-5 4 147 0 0,0-1 0 0 0,0 1 0 0 0,1 1 0 0 0,0-1 0 0 0,0 1 0 0 0,0 1 0 0 0,-11 13-1 0 0,2 1 183 0 0,-18 31-1 0 0,22-33-253 0 0,2 1 0 0 0,0 0-1 0 0,1 0 1 0 0,1 1 0 0 0,1 0-1 0 0,0 1 1 0 0,2 0-1 0 0,-4 34 1 0 0,8-43-28 0 0,0 1 1 0 0,1-1-1 0 0,1 1 0 0 0,0-1 1 0 0,1 0-1 0 0,0 0 0 0 0,1 0 0 0 0,0 0 1 0 0,2 0-1 0 0,-1 0 0 0 0,1-1 1 0 0,1 0-1 0 0,0 0 0 0 0,1-1 1 0 0,13 18-1 0 0,-10-17 73 0 0,1 0 0 0 0,1-1 0 0 0,0 0 0 0 0,0-1 0 0 0,1-1 0 0 0,0 0 0 0 0,1 0-1 0 0,0-1 1 0 0,1-1 0 0 0,-1-1 0 0 0,1 0 0 0 0,0-1 0 0 0,1 0 0 0 0,-1-1 0 0 0,1-1 0 0 0,0-1 0 0 0,0 0 0 0 0,0-1 0 0 0,0 0 0 0 0,0-2 0 0 0,0 0 0 0 0,0 0 0 0 0,0-2 0 0 0,27-7 0 0 0,-34 7-95 0 0,-1 0 1 0 0,1-1 0 0 0,-1 0-1 0 0,0 0 1 0 0,0-1 0 0 0,0 0-1 0 0,-1-1 1 0 0,0 1 0 0 0,0-1 0 0 0,0-1-1 0 0,-1 1 1 0 0,0-1 0 0 0,0 0-1 0 0,5-9 1 0 0,-4 5-30 0 0,-2-1 0 0 0,1 1-1 0 0,-1-1 1 0 0,-1 0 0 0 0,0-1 0 0 0,-1 1-1 0 0,-1 0 1 0 0,1-1 0 0 0,-1-17-1 0 0,-1 6-29 0 0,-2 0 0 0 0,0 0-1 0 0,-2 0 1 0 0,0 0-1 0 0,-2 0 1 0 0,-1 0-1 0 0,-1 1 1 0 0,0 0 0 0 0,-2 0-1 0 0,-15-27 1 0 0,16 36-66 0 0,0 0 1 0 0,-2 1-1 0 0,1-1 1 0 0,-2 2-1 0 0,-15-16 1 0 0,18 21-205 0 0,1 1 1 0 0,-1 0 0 0 0,0 0-1 0 0,-1 1 1 0 0,0 0-1 0 0,0 0 1 0 0,0 1 0 0 0,0 0-1 0 0,-16-4 1 0 0,22 8 41 0 0,0 0 0 0 0,-1-1 0 0 0,1 1 0 0 0,0 0 0 0 0,-1 1 0 0 0,1-1 1 0 0,0 1-1 0 0,-1-1 0 0 0,1 1 0 0 0,0 0 0 0 0,-4 2 0 0 0,-12 9-2410 0 0,18-11 2147 0 0,0 0-1 0 0,0 0 1 0 0,0 0-1 0 0,0 0 1 0 0,1 0 0 0 0,-1 0-1 0 0,0 0 1 0 0,1 0 0 0 0,-1 1-1 0 0,0-1 1 0 0,1 0-1 0 0,0 1 1 0 0,-1 1 0 0 0,-1 9-4027 0 0</inkml:trace>
</inkml:ink>
</file>

<file path=ppt/ink/ink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16:58.3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173 246 2872 0 0,'-4'-4'1300'0'0,"-20"-22"13725"0"0,23 25-14065 0 0,1 0-922 0 0,1 1 0 0 0,-1-1-1 0 0,0 0 1 0 0,0 1 0 0 0,1-1 0 0 0,-1 1-1 0 0,0-1 1 0 0,1 1 0 0 0,-1-1 0 0 0,1 1-1 0 0,-1-1 1 0 0,1 1 0 0 0,-1-1 0 0 0,1 1 0 0 0,-1-1-1 0 0,1 1 1 0 0,-1 0 0 0 0,1-1 0 0 0,0 1-1 0 0,-1 0 1 0 0,1 0 0 0 0,0-1 0 0 0,-1 1-1 0 0,1 0 1 0 0,0 0 0 0 0,-1 0 0 0 0,1 0-1 0 0,0 0 1 0 0,-1 0 0 0 0,2 0 0 0 0,4 2 869 0 0,-14 6-735 0 0,-5 0-177 0 0,0 0 0 0 0,1 1 0 0 0,0 0 0 0 0,0 1-1 0 0,1 0 1 0 0,0 1 0 0 0,1 0 0 0 0,0 1 0 0 0,1 0-1 0 0,0 1 1 0 0,1-1 0 0 0,1 2 0 0 0,-8 18 0 0 0,13-29 7 0 0,1 0 1 0 0,0 0-1 0 0,1 1 1 0 0,-1-1-1 0 0,0 0 1 0 0,1 1 0 0 0,0-1-1 0 0,0 1 1 0 0,0-1-1 0 0,0 1 1 0 0,0-1-1 0 0,1 0 1 0 0,0 1 0 0 0,0-1-1 0 0,-1 0 1 0 0,3 5-1 0 0,0-3 49 0 0,0 0 0 0 0,0 0-1 0 0,0 0 1 0 0,1 0 0 0 0,0 0-1 0 0,0-1 1 0 0,0 1 0 0 0,8 5 0 0 0,5 3 263 0 0,1-1 1 0 0,1-1-1 0 0,39 18 1 0 0,37 11 712 0 0,34 16 421 0 0,-128-55-1408 0 0,0-1 0 0 0,0 1 0 0 0,0-1-1 0 0,0 1 1 0 0,0-1 0 0 0,0 1 0 0 0,0 0 0 0 0,0 0 0 0 0,0-1 0 0 0,-1 1 0 0 0,1 0 0 0 0,0 0 0 0 0,0 0 0 0 0,-1 0 0 0 0,1 0-1 0 0,0 0 1 0 0,-1 0 0 0 0,1 0 0 0 0,-1 0 0 0 0,0 0 0 0 0,1 0 0 0 0,-1 1 0 0 0,0-1 0 0 0,0 0 0 0 0,1 0 0 0 0,-1 0 0 0 0,0 0-1 0 0,0 1 1 0 0,0-1 0 0 0,0 0 0 0 0,-1 0 0 0 0,1 0 0 0 0,0 0 0 0 0,0 1 0 0 0,-1-1 0 0 0,1 0 0 0 0,-1 0 0 0 0,1 0 0 0 0,-1 0-1 0 0,1 0 1 0 0,-1 0 0 0 0,0 0 0 0 0,1 0 0 0 0,-2 1 0 0 0,-2 3 47 0 0,0 0-1 0 0,0-1 1 0 0,0 0-1 0 0,-1 0 1 0 0,1 0-1 0 0,-10 6 1 0 0,-6 1-13 0 0,1-2 1 0 0,-1 0-1 0 0,0-1 1 0 0,-1-1-1 0 0,-32 7 0 0 0,35-10-799 0 0,-1-2 0 0 0,1 0-1 0 0,-35-1 1 0 0,49-1 273 0 0,-1 0 0 0 0,0-1-1 0 0,1 0 1 0 0,-1 0 0 0 0,1 0-1 0 0,0-1 1 0 0,-1 1 0 0 0,1-1 0 0 0,0 0-1 0 0,0 0 1 0 0,0 0 0 0 0,-6-6 0 0 0,7 6-395 0 0,1 0 1 0 0,-1-1-1 0 0,1 0 1 0 0,0 1-1 0 0,0-1 1 0 0,0 0-1 0 0,0 0 1 0 0,1 0-1 0 0,-1 0 1 0 0,1 0-1 0 0,-2-5 1 0 0,-2-12-7228 0 0</inkml:trace>
  <inkml:trace contextRef="#ctx0" brushRef="#br0" timeOffset="1">211 259 660 0 0,'32'-60'8437'0'0,"-20"34"-4466"0"0,17-25 0 0 0,-24 44-3545 0 0,0 0 0 0 0,1 0-1 0 0,0 0 1 0 0,0 0 0 0 0,0 1 0 0 0,1 0 0 0 0,11-8 0 0 0,-5 6-382 0 0,0 1 0 0 0,0-1 0 0 0,0 2 0 0 0,1 0 0 0 0,0 1 0 0 0,0 0 0 0 0,1 1 0 0 0,-1 0 0 0 0,1 2 0 0 0,0-1 1 0 0,17 1-1 0 0,-26 2-509 0 0,1 1 0 0 0,-1 0 1 0 0,0 0-1 0 0,0 1 1 0 0,11 3-1 0 0,-12-2-955 0 0,0-1 0 0 0,0 0 1 0 0,0 1-1 0 0,0 0 0 0 0,4 4 0 0 0,4 3-5844 0 0</inkml:trace>
  <inkml:trace contextRef="#ctx0" brushRef="#br0" timeOffset="2">969 337 3332 0 0,'0'0'11994'0'0,"7"11"-3266"0"0,-114 166-2350 0 0,-161 230-4629 0 0,238-360-2073 0 0,-7 11-2756 0 0,9-25-3179 0 0,21-23 2219 0 0</inkml:trace>
</inkml:ink>
</file>

<file path=ppt/ink/ink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16:59.7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277 177 2820 0 0,'8'-37'7644'0'0,"-6"23"-4706"0"0,1 1 1 0 0,1-1-1 0 0,8-19 1 0 0,-10 28-2689 0 0,0 1 0 0 0,0 0 0 0 0,1 0 0 0 0,-1 1 0 0 0,1-1 0 0 0,0 0 0 0 0,0 1 0 0 0,1 0 1 0 0,-1 0-1 0 0,1 0 0 0 0,-1 0 0 0 0,1 0 0 0 0,0 1 0 0 0,7-4 0 0 0,-4 3-187 0 0,-1 1 0 0 0,1 0 1 0 0,-1 1-1 0 0,1 0 0 0 0,-1 0 0 0 0,1 0 0 0 0,0 1 0 0 0,0-1 0 0 0,-1 2 1 0 0,1-1-1 0 0,0 1 0 0 0,-1 0 0 0 0,14 4 0 0 0,-17-4-59 0 0,1 0 1 0 0,-1 0-1 0 0,0 1 0 0 0,1-1 0 0 0,-1 1 0 0 0,0-1 0 0 0,0 1 1 0 0,0 0-1 0 0,0 1 0 0 0,0-1 0 0 0,-1 0 0 0 0,1 1 1 0 0,-1-1-1 0 0,1 1 0 0 0,-1 0 0 0 0,0 0 0 0 0,0 0 0 0 0,0 0 1 0 0,-1 0-1 0 0,1 0 0 0 0,-1 1 0 0 0,1-1 0 0 0,-1 1 1 0 0,0-1-1 0 0,0 1 0 0 0,-1-1 0 0 0,1 1 0 0 0,-1 4 0 0 0,0-1 1 0 0,-1-1-1 0 0,0 1 0 0 0,0-1 0 0 0,0 0 0 0 0,-1 1 1 0 0,0-1-1 0 0,0 0 0 0 0,-1 0 0 0 0,1 0 0 0 0,-1-1 0 0 0,-1 1 1 0 0,1-1-1 0 0,-7 9 0 0 0,-6 3 2 0 0,0 0 0 0 0,-26 21-1 0 0,22-20-12 0 0,-37 29 99 0 0,55-46-83 0 0,1 1-31 0 0,-1 6-55 0 0,14-3 60 0 0,2 1 233 0 0,0-1 1 0 0,0 2-1 0 0,-1 0 1 0 0,1 1-1 0 0,-1 0 0 0 0,19 16 1 0 0,-24-17 75 0 0,0 1 0 0 0,-1-1 0 0 0,1 1 0 0 0,-1 1 0 0 0,-1-1 0 0 0,0 1 0 0 0,0 0 0 0 0,-1 0 0 0 0,0 1 1 0 0,5 13-1 0 0,-10-21-273 0 0,1 0 1 0 0,-1 0 0 0 0,1 0 0 0 0,-1 1 0 0 0,0-1 0 0 0,0 0 0 0 0,0 0 0 0 0,0 1 0 0 0,0-1-1 0 0,-1 0 1 0 0,1 0 0 0 0,-1 0 0 0 0,1 1 0 0 0,-1-1 0 0 0,0 0 0 0 0,0 0 0 0 0,0 0 0 0 0,0 0-1 0 0,0 0 1 0 0,0-1 0 0 0,-1 1 0 0 0,1 0 0 0 0,0 0 0 0 0,-1-1 0 0 0,0 1 0 0 0,1-1-1 0 0,-1 1 1 0 0,0-1 0 0 0,0 0 0 0 0,0 0 0 0 0,0 0 0 0 0,-2 2 0 0 0,-6 1 39 0 0,0 1 0 0 0,0-1 0 0 0,0-1 1 0 0,0 0-1 0 0,-13 2 0 0 0,1-1-882 0 0,0-2 0 0 0,-1 0 0 0 0,0-2 0 0 0,1 0 0 0 0,-1-2 0 0 0,1 0 0 0 0,-31-8 0 0 0,25 3-1120 0 0,0-1 1 0 0,0-1 0 0 0,1-2-1 0 0,0-1 1 0 0,-31-18 0 0 0,28 11-10183 0 0</inkml:trace>
</inkml:ink>
</file>

<file path=ppt/ink/ink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17:02.9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1 109 624 0 0,'0'0'7723'0'0,"2"-13"816"0"0,-4-6-4470 0 0,2 17-3960 0 0,0 0 0 0 0,0 0 0 0 0,0 0 0 0 0,0 1 0 0 0,0-1 0 0 0,1 0 0 0 0,-1 0 0 0 0,1 1 0 0 0,-1-1 0 0 0,1 0 0 0 0,0 1 0 0 0,0-1 0 0 0,0 0 0 0 0,0 1 0 0 0,0-1 0 0 0,2-1 0 0 0,3-2-42 0 0,0 0-1 0 0,1 0 1 0 0,-1 1 0 0 0,1 0-1 0 0,0 1 1 0 0,0 0 0 0 0,1 0-1 0 0,-1 0 1 0 0,1 1 0 0 0,-1 0-1 0 0,1 0 1 0 0,0 1 0 0 0,12-1-1 0 0,-4 1-48 0 0,0 1-1 0 0,1 0 0 0 0,-1 1 1 0 0,1 1-1 0 0,26 6 1 0 0,-35-5-13 0 0,1-1 1 0 0,-1 1 0 0 0,1 1 0 0 0,-1 0 0 0 0,0 0 0 0 0,-1 0 0 0 0,1 1 0 0 0,-1 0 0 0 0,1 1 0 0 0,-2-1 0 0 0,8 8 0 0 0,-11-9 3 0 0,0-1 1 0 0,0 1 0 0 0,-1 0 0 0 0,1 0-1 0 0,-1 0 1 0 0,0 0 0 0 0,0 0-1 0 0,0 0 1 0 0,0 1 0 0 0,-1-1-1 0 0,0 1 1 0 0,0-1 0 0 0,0 1-1 0 0,-1 0 1 0 0,1-1 0 0 0,-1 1-1 0 0,0 0 1 0 0,0-1 0 0 0,-1 1 0 0 0,0-1-1 0 0,1 1 1 0 0,-4 8 0 0 0,-2 2 4 0 0,0 0 0 0 0,-1-1 0 0 0,-1 0 0 0 0,0 0 0 0 0,-1-1 0 0 0,0 0 0 0 0,-19 20 0 0 0,-88 76-13 0 0,95-91 15 0 0,-86 77 63 0 0,107-95-71 0 0,0 0 1 0 0,-1 0-1 0 0,1 1 1 0 0,0-1 0 0 0,-1 0-1 0 0,1 0 1 0 0,-1 1-1 0 0,1-1 1 0 0,0 0 0 0 0,0 1-1 0 0,-1-1 1 0 0,1 0 0 0 0,0 1-1 0 0,0-1 1 0 0,-1 1-1 0 0,1-1 1 0 0,0 0 0 0 0,0 1-1 0 0,0-1 1 0 0,0 1 0 0 0,-1-1-1 0 0,1 1 1 0 0,0-1-1 0 0,0 1 1 0 0,0-1 0 0 0,0 0-1 0 0,0 1 1 0 0,0-1-1 0 0,0 1 1 0 0,0-1 0 0 0,1 1-1 0 0,11 7 188 0 0,22-4 4 0 0,202-10 130 0 0,-123 0-294 0 0,166-10-1267 0 0,-96-6-3599 0 0,-117 8 1044 0 0,-23 1-2579 0 0,-22 4-404 0 0</inkml:trace>
</inkml:ink>
</file>

<file path=ppt/ink/ink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17:04.0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63 764 0 0,'7'-10'7053'0'0,"-4"4"-5648"0"0,-1 3 124 0 0,0-1 0 0 0,0 1 0 0 0,0 0 0 0 0,-1-1 0 0 0,0 1 0 0 0,0-1 0 0 0,1-4 0 0 0,2 8-1050 0 0,152-8 3644 0 0,-49 1-1846 0 0,-103 7-2157 0 0,2 1-8 0 0,0-1 0 0 0,0 1 0 0 0,0-1 0 0 0,7-1-1 0 0,-8 0-144 0 0,-1 1 128 0 0,0 1-31 0 0,10 0-38 0 0,-11-1 62 0 0,12 5 483 0 0,-11-4-468 0 0,-1 1-1 0 0,1-1 0 0 0,-1 1 1 0 0,1 0-1 0 0,-1 0 0 0 0,0 0 0 0 0,0 0 1 0 0,0 1-1 0 0,0-1 0 0 0,-1 1 0 0 0,1-1 1 0 0,-1 1-1 0 0,1 0 0 0 0,-1 0 1 0 0,0 0-1 0 0,3 7 0 0 0,3 7 191 0 0,-1-1 1 0 0,7 24-1 0 0,-7-18-107 0 0,6 20-170 0 0,-2 1-1 0 0,-1 0 1 0 0,-3 1-1 0 0,-2 0 1 0 0,0 50-1 0 0,-17 225 28 0 0,5-215-40 0 0,-13 803-3 0 0,72-191 0 0 0,35-4 0 0 0,-21-80 0 0 0,-55 4 0 0 0,-47 47 0 0 0,22-162 0 0 0,23-157 0 0 0,-1-3 0 0 0,-3-262 0 0 0,-4-80 0 0 0,1-1 0 0 0,-2-2 0 0 0,1-2 0 0 0,0 2 0 0 0,0-2 0 0 0,1-3 0 0 0,-1 0 0 0 0,-3 0 0 0 0,2-10 0 0 0,-1-1 0 0 0,1 1 0 0 0,-1-1 0 0 0,1 0 0 0 0,-1 1 0 0 0,1-1 0 0 0,-1 1 0 0 0,0-1 0 0 0,1 0 0 0 0,-1 0 0 0 0,0 1 0 0 0,1-1 0 0 0,-1 0 0 0 0,0 0 0 0 0,1 0 0 0 0,-1 0 0 0 0,-1 0 0 0 0,-12-3 0 0 0,-11-1-248 0 0,0 2-1 0 0,0 0 1 0 0,0 2 0 0 0,-25 3-1 0 0,24-2-309 0 0,-130 10-7124 0 0,16 0-2236 0 0,41-5-1045 0 0</inkml:trace>
</inkml:ink>
</file>

<file path=ppt/ink/ink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17:15.7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4 184 0 0,'0'0'7547'0'0,"11"-4"-12874"0"0</inkml:trace>
</inkml:ink>
</file>

<file path=ppt/ink/ink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17:16.8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1 124 0 0,'0'0'32'0'0</inkml:trace>
</inkml:ink>
</file>

<file path=ppt/ink/ink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17:18.9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 0 128 0 0,'0'0'3358'0'0,"-7"25"-1564"0"0,-7-11-4134 0 0,12-13 1804 0 0</inkml:trace>
</inkml:ink>
</file>

<file path=ppt/ink/ink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17:35.3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595 91 568 0 0,'0'0'2045'0'0,"5"-8"493"0"0,-3 3 900 0 0,-2 2-3119 0 0,0 0 1 0 0,1 0 0 0 0,-1 1-1 0 0,0-1 1 0 0,0 0-1 0 0,-1 0 1 0 0,1 1-1 0 0,-1-1 1 0 0,1 0 0 0 0,-1 0-1 0 0,0 1 1 0 0,0-1-1 0 0,0 1 1 0 0,0-1-1 0 0,0 1 1 0 0,-1-1 0 0 0,1 1-1 0 0,-3-3 1 0 0,3 4-128 0 0,-2-1-127 0 0,1 0-1 0 0,0 1 0 0 0,-1 0 1 0 0,1-1-1 0 0,-1 1 0 0 0,1 0 1 0 0,-1 0-1 0 0,-4 0 1 0 0,7 1-49 0 0,-11-3 32 0 0,0 0-1 0 0,0 1 1 0 0,-1 0-1 0 0,1 1 1 0 0,0 1-1 0 0,0 0 1 0 0,-1 0-1 0 0,1 1 1 0 0,0 0-1 0 0,0 1 1 0 0,-1 1-1 0 0,-10 3 1 0 0,7 0-26 0 0,1 0 0 0 0,0 1 0 0 0,1 0 1 0 0,0 1-1 0 0,0 0 0 0 0,1 1 1 0 0,-1 1-1 0 0,-10 11 0 0 0,-2 6 125 0 0,1 2 0 0 0,1 0 1 0 0,1 2-1 0 0,2 0 0 0 0,1 2 0 0 0,-21 48 0 0 0,18-33 107 0 0,3 1 0 0 0,-27 99 0 0 0,42-132-195 0 0,1 1 0 0 0,1 0 0 0 0,0 0-1 0 0,1 0 1 0 0,1 0 0 0 0,1 0-1 0 0,0 0 1 0 0,1 0 0 0 0,1-1-1 0 0,0 1 1 0 0,1-1 0 0 0,1 1-1 0 0,8 17 1 0 0,-8-25-13 0 0,0 0-1 0 0,0 0 0 0 0,1-1 1 0 0,0 0-1 0 0,0 0 1 0 0,1 0-1 0 0,0-1 1 0 0,1 0-1 0 0,-1 0 1 0 0,1-1-1 0 0,11 7 1 0 0,-6-6-4 0 0,0 0 1 0 0,0-1 0 0 0,0-1 0 0 0,1 0 0 0 0,0-1 0 0 0,0-1 0 0 0,17 3 0 0 0,5-3 20 0 0,0-1-1 0 0,0-2 0 0 0,0-1 1 0 0,0-2-1 0 0,53-12 1 0 0,-76 13-47 0 0,-1 0 13 0 0,0-2 0 0 0,0 1-1 0 0,0-2 1 0 0,20-9 0 0 0,-10 3 186 0 0</inkml:trace>
</inkml:ink>
</file>

<file path=ppt/ink/ink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17:37.2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233 74 512 0 0,'-15'-8'4873'0'0,"4"2"-2876"0"0,10 5-1728 0 0,-1 0-1 0 0,0 1 1 0 0,1-1-1 0 0,-1 0 1 0 0,0 0-1 0 0,1 0 1 0 0,-1 0-1 0 0,1 0 1 0 0,0 0-1 0 0,-1-1 1 0 0,1 1-1 0 0,0 0 0 0 0,0-1 1 0 0,-1 1-1 0 0,1-1 1 0 0,0 1-1 0 0,1-1 1 0 0,-1 1-1 0 0,0-1 1 0 0,0 0-1 0 0,1 0 1 0 0,-1-2-1 0 0,1 2-226 0 0,1 1-1 0 0,0-1 1 0 0,0 1-1 0 0,0 0 1 0 0,0 0 0 0 0,0-1-1 0 0,0 1 1 0 0,1 0-1 0 0,-1 0 1 0 0,0 0-1 0 0,1 0 1 0 0,-1 0 0 0 0,1 0-1 0 0,-1 0 1 0 0,1 1-1 0 0,-1-1 1 0 0,3 0-1 0 0,2-1-17 0 0,1 0 0 0 0,-1 1 0 0 0,1 0 0 0 0,0 0 0 0 0,-1 1 0 0 0,1 0 0 0 0,0 0 0 0 0,0 0 0 0 0,-1 1 0 0 0,1 0 0 0 0,0 0 0 0 0,-1 1 0 0 0,1 0 0 0 0,11 5 0 0 0,-13-5-19 0 0,0 1 1 0 0,-1-1-1 0 0,1 1 0 0 0,-1 0 0 0 0,1 1 1 0 0,-1-1-1 0 0,0 1 0 0 0,0 0 1 0 0,0 0-1 0 0,-1 0 0 0 0,1 0 0 0 0,-1 1 1 0 0,0-1-1 0 0,0 1 0 0 0,-1 0 1 0 0,0 0-1 0 0,1 0 0 0 0,-2 0 0 0 0,3 8 1 0 0,-2 0 12 0 0,0 0 0 0 0,-2 0 0 0 0,1 0 0 0 0,-2 1 0 0 0,0-1 0 0 0,0 0 1 0 0,-1 0-1 0 0,-1 0 0 0 0,0-1 0 0 0,-1 1 0 0 0,0-1 0 0 0,-10 20 0 0 0,-1-1 27 0 0,-2-1 1 0 0,-1 0-1 0 0,-37 44 0 0 0,3-16 714 0 0,-2-2 0 0 0,-91 71 0 0 0,143-125-675 0 0,5 5 108 0 0,-3-6-180 0 0,0-1 0 0 0,1 1 0 0 0,-1 0 0 0 0,0-1 0 0 0,0 1 1 0 0,1-1-1 0 0,-1 1 0 0 0,0-1 0 0 0,1 1 0 0 0,-1-1 0 0 0,1 1 0 0 0,-1-1 1 0 0,0 1-1 0 0,1-1 0 0 0,-1 0 0 0 0,1 1 0 0 0,-1-1 0 0 0,1 0 1 0 0,0 1-1 0 0,-1-1 0 0 0,1 0 0 0 0,-1 0 0 0 0,1 0 0 0 0,-1 1 0 0 0,1-1 1 0 0,0 0-1 0 0,-1 0 0 0 0,1 0 0 0 0,-1 0 0 0 0,1 0 0 0 0,0 0 0 0 0,-1 0 1 0 0,1 0-1 0 0,0 0 0 0 0,0-1 0 0 0,45 2 278 0 0,0-1 1 0 0,70-12-1 0 0,-15 2-180 0 0,126-9 50 0 0,-126 9-38 0 0,-98 10-96 0 0,0-1-18 0 0,1 0-3 0 0,25-2 118 0 0,-21 2-115 0 0,-8 1 14 0 0,0 0-1 0 0,1 0 1 0 0,-1 0-1 0 0,1 0 0 0 0,-1 0 1 0 0,1 0-1 0 0,-1 0 1 0 0,0 0-1 0 0,1 0 1 0 0,-1 0-1 0 0,1 0 0 0 0,-1 0 1 0 0,1 0-1 0 0,-1 0 1 0 0,0 0-1 0 0,1 1 1 0 0,-1-1-1 0 0,1 0 1 0 0,-1 0-1 0 0,0 0 0 0 0,1 1 1 0 0,-1-1-1 0 0,1 0 1 0 0,-1 0-1 0 0,0 1 1 0 0,1-1-1 0 0,-1 0 0 0 0,0 1 1 0 0,2 1-27 0 0,8 10-13 0 0,-8-10 16 0 0,9 20 9 0 0,-7-12 48 0 0,0 0 0 0 0,-1 1 1 0 0,-1 0-1 0 0,1-1 0 0 0,-2 1 0 0 0,1 0 1 0 0,-2 0-1 0 0,1 0 0 0 0,-2 0 0 0 0,1 0 1 0 0,-1 0-1 0 0,-1 0 0 0 0,0 0 0 0 0,-1 0 1 0 0,0-1-1 0 0,0 1 0 0 0,-1-1 0 0 0,-9 17 1 0 0,7-16 131 0 0,0 0 1 0 0,0-1 0 0 0,-1 0 0 0 0,-1 0-1 0 0,0 0 1 0 0,0-1 0 0 0,-1 0 0 0 0,0-1-1 0 0,0 0 1 0 0,-1 0 0 0 0,0-1 0 0 0,-1 0 0 0 0,0-1-1 0 0,0 0 1 0 0,0-1 0 0 0,-17 6 0 0 0,21-9-103 0 0,1-1 0 0 0,-1 1 0 0 0,0-1 0 0 0,1-1 0 0 0,-1 1 0 0 0,-8-1 0 0 0,8 0-42 0 0,-20 0 106 0 0,14-1-94 0 0,-1-3-17 0 0,-11-3-378 0 0,1-1 1 0 0,0-1 0 0 0,-42-22 0 0 0,64 30-336 0 0,-5-2 548 0 0,1-6-5324 0 0,4-7-4578 0 0</inkml:trace>
</inkml:ink>
</file>

<file path=ppt/ink/ink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17:37.7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109 230 120 0 0,'-87'-51'14219'0'0,"73"43"-13348"0"0,12 7-546 0 0,-3-2 9 0 0,5 2-321 0 0,0 1-1 0 0,0 0 1 0 0,0 0 0 0 0,0 0-1 0 0,0 0 1 0 0,0 0-1 0 0,0 0 1 0 0,0 0 0 0 0,0 0-1 0 0,0 0 1 0 0,1 0-1 0 0,-1 0 1 0 0,0 0 0 0 0,0 0-1 0 0,0 0 1 0 0,0 0-1 0 0,0 0 1 0 0,0 0-1 0 0,0 0 1 0 0,0-1 0 0 0,0 1-1 0 0,0 0 1 0 0,0 0-1 0 0,0 0 1 0 0,0 0 0 0 0,0 0-1 0 0,0 0 1 0 0,0 0-1 0 0,0 0 1 0 0,0 0 0 0 0,0 0-1 0 0,0 0 1 0 0,0 0-1 0 0,0-1 1 0 0,0 1 0 0 0,0 0-1 0 0,0 0 1 0 0,0 0-1 0 0,0 0 1 0 0,0 0-1 0 0,0 0 1 0 0,0 0 0 0 0,0 0-1 0 0,-1 0 1 0 0,1 0-1 0 0,0 0 1 0 0,0 0 0 0 0,0 0-1 0 0,0 0 1 0 0,0 0-1 0 0,0 0 1 0 0,0 0 0 0 0,0-1-1 0 0,0 1 1 0 0,0 0-1 0 0,0 0 1 0 0,0 0 0 0 0,440-17 843 0 0,-412 15-881 0 0,-13 2-317 0 0,-12 0 188 0 0,0 0 0 0 0,1 0 0 0 0,-1 0 0 0 0,0 0 1 0 0,0-1-1 0 0,0 1 0 0 0,1-1 0 0 0,-1 0 1 0 0,0 0-1 0 0,0 0 0 0 0,0 0 0 0 0,0 0 0 0 0,-1-1 1 0 0,1 1-1 0 0,5-4 0 0 0,-8 4 114 0 0,0 0 0 0 0,0 0 1 0 0,0 1-1 0 0,0-1 0 0 0,0 0 0 0 0,0 0 0 0 0,0 1 0 0 0,0-1 1 0 0,0 0-1 0 0,0 0 0 0 0,-1 1 0 0 0,1-1 0 0 0,0 0 1 0 0,0 1-1 0 0,-1-1 0 0 0,1 0 0 0 0,-1 1 0 0 0,1-1 0 0 0,0 0 1 0 0,-1 1-1 0 0,1-1 0 0 0,-1 1 0 0 0,1-1 0 0 0,-1 1 1 0 0,0-1-1 0 0,0 0 0 0 0,-16-15-326 0 0,-18-9 746 0 0,-55-29 1 0 0,73 44 440 0 0,8 5 452 0 0,16 10-724 0 0,24 17 202 0 0,-24-15-610 0 0,0 0 0 0 0,-1 0 0 0 0,0 1 1 0 0,0 0-1 0 0,-1 0 0 0 0,0 1 1 0 0,-1-1-1 0 0,0 1 0 0 0,0 0 0 0 0,-1 0 1 0 0,0 0-1 0 0,0 1 0 0 0,-1-1 1 0 0,1 16-1 0 0,-2-13-88 0 0,-1 0-1 0 0,-1-1 1 0 0,0 1 0 0 0,-1 0 0 0 0,0-1 0 0 0,-1 1-1 0 0,0-1 1 0 0,-1 0 0 0 0,0 0 0 0 0,-1 0 0 0 0,-9 17-1 0 0,-9 9-663 0 0,-1-1-1 0 0,-48 55 0 0 0,-24 5-9095 0 0,78-81 3559 0 0</inkml:trace>
</inkml:ink>
</file>

<file path=ppt/ink/ink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17:38.3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519 112 2140 0 0,'-3'-51'9021'0'0,"2"46"-8426"0"0,0-1 0 0 0,-1 1 0 0 0,0 0 0 0 0,0-1 0 0 0,0 1 0 0 0,0 0 0 0 0,-4-4 0 0 0,5 7-531 0 0,0 1 0 0 0,0 0 1 0 0,0 0-1 0 0,0 0 0 0 0,0 0 1 0 0,-1 0-1 0 0,1 0 0 0 0,0 1 1 0 0,-1-1-1 0 0,1 0 0 0 0,0 1 1 0 0,-1-1-1 0 0,1 1 0 0 0,-1-1 1 0 0,1 1-1 0 0,-1-1 0 0 0,1 1 0 0 0,-1 0 1 0 0,-1 0-1 0 0,-25 3 294 0 0,18 0-256 0 0,1 1 0 0 0,0 1 1 0 0,0 0-1 0 0,0 0 0 0 0,0 0 0 0 0,1 1 1 0 0,-14 13-1 0 0,-49 56 570 0 0,54-55-541 0 0,-123 157 627 0 0,117-142-657 0 0,1 1-1 0 0,2 1 0 0 0,-22 54 0 0 0,38-79-80 0 0,0 0 0 0 0,0 0-1 0 0,1 0 1 0 0,1 1 0 0 0,0-1-1 0 0,1 1 1 0 0,0 18 0 0 0,1-25-12 0 0,1 1 1 0 0,0-1-1 0 0,0 1 1 0 0,0-1-1 0 0,1 0 1 0 0,0 1 0 0 0,1-1-1 0 0,-1 0 1 0 0,1 0-1 0 0,0 0 1 0 0,0-1 0 0 0,1 1-1 0 0,0-1 1 0 0,0 1-1 0 0,9 8 1 0 0,-1-5-205 0 0,0 1 0 0 0,0-1-1 0 0,1-1 1 0 0,0 0 0 0 0,1-1 0 0 0,-1-1 0 0 0,2 0 0 0 0,-1-1-1 0 0,28 7 1 0 0,-9-5-2272 0 0,0-2 0 0 0,1-1 0 0 0,47-1-1 0 0,-37-4-3932 0 0</inkml:trace>
</inkml:ink>
</file>

<file path=ppt/ink/ink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17:38.8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311 154 244 0 0,'-99'-74'17308'0'0,"98"73"-17240"0"0,0 0 0 0 0,0 0 0 0 0,0 0 0 0 0,1 0 0 0 0,-1 0 0 0 0,0 0 0 0 0,1 0 0 0 0,-1 0 0 0 0,0 0 0 0 0,1-1 0 0 0,-1 1 0 0 0,1 0 0 0 0,0 0 0 0 0,-1-1 0 0 0,1 1 0 0 0,0 0 0 0 0,0 0 0 0 0,0-1 0 0 0,0 1 1 0 0,0 0-1 0 0,0-1 0 0 0,0 1 0 0 0,0 0 0 0 0,1 0 0 0 0,-1-1 0 0 0,0 1 0 0 0,1 0 0 0 0,-1 0 0 0 0,1-1 0 0 0,-1 1 0 0 0,1 0 0 0 0,0 0 0 0 0,-1 0 0 0 0,1 0 0 0 0,1-1 0 0 0,1-1-24 0 0,-1 0-1 0 0,0 0 1 0 0,1 0-1 0 0,0 1 1 0 0,0-1 0 0 0,0 1-1 0 0,0 0 1 0 0,0 0-1 0 0,0 0 1 0 0,0 0-1 0 0,7-2 1 0 0,-6 2-35 0 0,-1 1 0 0 0,1 1 1 0 0,0-1-1 0 0,0 0 0 0 0,0 1 1 0 0,-1 0-1 0 0,1-1 0 0 0,0 2 0 0 0,0-1 1 0 0,0 0-1 0 0,-1 1 0 0 0,1 0 1 0 0,0-1-1 0 0,0 2 0 0 0,-1-1 1 0 0,1 0-1 0 0,-1 1 0 0 0,1-1 0 0 0,-1 1 1 0 0,0 0-1 0 0,0 0 0 0 0,1 1 1 0 0,-1-1-1 0 0,-1 1 0 0 0,1-1 0 0 0,0 1 1 0 0,-1 0-1 0 0,1 0 0 0 0,-1 0 1 0 0,2 4-1 0 0,-1-2 1 0 0,-1 0 1 0 0,0 0-1 0 0,-1 1 1 0 0,1-1-1 0 0,-1 1 1 0 0,0 0-1 0 0,0-1 1 0 0,-1 1-1 0 0,0 0 1 0 0,0 0-1 0 0,0-1 1 0 0,0 1-1 0 0,-1 0 1 0 0,0-1-1 0 0,0 1 1 0 0,-1-1-1 0 0,-2 9 1 0 0,-4 6 20 0 0,-1 0 1 0 0,0-1-1 0 0,-16 23 1 0 0,-72 97 238 0 0,97-138-264 0 0,-1-1 0 0 0,1 1 1 0 0,-1 0-1 0 0,1-1 0 0 0,-1 1 0 0 0,1 0 0 0 0,-1 0 0 0 0,1 0 0 0 0,0 0 0 0 0,-1 0 0 0 0,1-1 0 0 0,0 1 0 0 0,0 0 0 0 0,0 0 0 0 0,-1 0 1 0 0,1 0-1 0 0,0 0 0 0 0,0 0 0 0 0,0 0 0 0 0,1 0 0 0 0,-1 0 0 0 0,0-1 0 0 0,0 1 0 0 0,0 0 0 0 0,1 1 0 0 0,0 0-11 0 0,1-1 11 0 0,52 26 10 0 0,-38-21-12 0 0,-2 1-1 0 0,1 0 1 0 0,-1 1 0 0 0,20 16 0 0 0,-28-19 128 0 0,0 0 0 0 0,0 1 0 0 0,-1-1 0 0 0,0 1 0 0 0,0 1 0 0 0,0-1 0 0 0,-1 1 0 0 0,0-1 0 0 0,0 1 0 0 0,-1 0 0 0 0,5 13 0 0 0,-7-15 95 0 0,0-1-1 0 0,0 1 1 0 0,-1 0 0 0 0,1-1-1 0 0,-1 1 1 0 0,0 0 0 0 0,0 0-1 0 0,-1-1 1 0 0,1 1 0 0 0,-1-1-1 0 0,0 1 1 0 0,-1 0 0 0 0,1-1-1 0 0,-1 0 1 0 0,0 1 0 0 0,0-1-1 0 0,0 0 1 0 0,0 0 0 0 0,-1 0 0 0 0,0 0-1 0 0,-3 4 1 0 0,-2 0-51 0 0,0 0 0 0 0,0 0-1 0 0,-1 0 1 0 0,0-1 0 0 0,-1-1 0 0 0,0 1 0 0 0,0-2 0 0 0,0 1 0 0 0,0-1 0 0 0,-1-1-1 0 0,0 0 1 0 0,0 0 0 0 0,-21 3 0 0 0,17-5 38 0 0,0 0 1 0 0,-1-1-1 0 0,1 0 0 0 0,-1-1 0 0 0,1-1 1 0 0,-1-1-1 0 0,1 0 0 0 0,0-1 1 0 0,-29-9-1 0 0,38 10-662 0 0,1 0 0 0 0,0-1 0 0 0,-1 1 0 0 0,1-1 0 0 0,0 0 0 0 0,-5-4 0 0 0,9 6 308 0 0,0 0 0 0 0,0 0 1 0 0,-1 0-1 0 0,1-1 0 0 0,0 1 0 0 0,0 0 1 0 0,1 0-1 0 0,-1-1 0 0 0,0 1 0 0 0,0 0 0 0 0,0-1 1 0 0,1 1-1 0 0,-1-1 0 0 0,1 1 0 0 0,-1-1 1 0 0,1 1-1 0 0,0-1 0 0 0,0 1 0 0 0,0-1 1 0 0,-1 0-1 0 0,1 1 0 0 0,1-1 0 0 0,-1 1 1 0 0,0-1-1 0 0,0 1 0 0 0,0-1 0 0 0,1 0 0 0 0,0-1 1 0 0,3-5-1015 0 0,1 0-1 0 0,-1 0 1 0 0,1 1 0 0 0,1 0 0 0 0,-1 0 0 0 0,1 0 0 0 0,1 1 0 0 0,-1 0 0 0 0,12-8 0 0 0,-4 1-2364 0 0,14-9-4597 0 0</inkml:trace>
</inkml:ink>
</file>

<file path=ppt/ink/ink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17:39.0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 97 3432 0 0,'-12'-10'8650'0'0,"5"3"-6078"0"0,4 3-1186 0 0,0 1 1 0 0,0 0-1 0 0,0-1 0 0 0,1 1 1 0 0,-4-8-1 0 0,5 10-1039 0 0,38-11 597 0 0,94 2-1475 0 0,-27 2-3814 0 0,-3-7-6129 0 0,-78 9 3965 0 0</inkml:trace>
</inkml:ink>
</file>

<file path=ppt/ink/ink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17:39.5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143 172 3164 0 0,'0'-4'2594'0'0,"3"-43"5622"0"0,-1 38-7196 0 0,0 0 0 0 0,0 0-1 0 0,6-13 1 0 0,-6 18-903 0 0,0-1-1 0 0,0 1 1 0 0,1-1 0 0 0,0 1-1 0 0,0 0 1 0 0,0 0 0 0 0,0 0-1 0 0,0 0 1 0 0,1 0 0 0 0,0 1-1 0 0,-1 0 1 0 0,1 0 0 0 0,1 0-1 0 0,-1 0 1 0 0,0 0 0 0 0,1 1 0 0 0,-1 0-1 0 0,9-3 1 0 0,-8 4-93 0 0,-1 0 0 0 0,1 1 0 0 0,-1 0 0 0 0,1 0 0 0 0,-1 0 0 0 0,1 0 0 0 0,-1 1 0 0 0,1 0 0 0 0,-1 0 0 0 0,1 0 0 0 0,-1 0 0 0 0,0 0 0 0 0,0 1 0 0 0,0 0 0 0 0,0 0 0 0 0,0 0 0 0 0,0 1-1 0 0,0-1 1 0 0,0 1 0 0 0,-1 0 0 0 0,0 0 0 0 0,1 0 0 0 0,-1 0 0 0 0,0 1 0 0 0,-1-1 0 0 0,1 1 0 0 0,0 0 0 0 0,-1 0 0 0 0,0 0 0 0 0,2 6 0 0 0,0 0 79 0 0,0 0 0 0 0,-1 1-1 0 0,0 0 1 0 0,0 0 0 0 0,-2 0-1 0 0,1 0 1 0 0,-1 0 0 0 0,-1 0 0 0 0,-1 13-1 0 0,-1-6 34 0 0,0-1 0 0 0,-2 1 0 0 0,0-1 0 0 0,-1 0 0 0 0,-8 19 0 0 0,-7 7 173 0 0,-2 0 0 0 0,-2-2 0 0 0,-38 50 0 0 0,-32 28 564 0 0,-15 23 0 0 0,107-140-825 0 0,1-1-1 0 0,0 1 0 0 0,0 0 1 0 0,0-1-1 0 0,1 1 1 0 0,-1 0-1 0 0,0 0 0 0 0,1 0 1 0 0,-1-1-1 0 0,1 1 0 0 0,-1 0 1 0 0,1 3-1 0 0,0-4-24 0 0,0 0-1 0 0,1 0 1 0 0,-1-1 0 0 0,0 1-1 0 0,1 0 1 0 0,-1 0-1 0 0,1 0 1 0 0,-1-1 0 0 0,1 1-1 0 0,-1 0 1 0 0,1 0-1 0 0,0-1 1 0 0,-1 1 0 0 0,1 0-1 0 0,0-1 1 0 0,0 1 0 0 0,-1-1-1 0 0,1 1 1 0 0,0-1-1 0 0,0 1 1 0 0,0-1 0 0 0,0 0-1 0 0,-1 1 1 0 0,1-1-1 0 0,0 0 1 0 0,0 0 0 0 0,0 0-1 0 0,0 0 1 0 0,0 0 0 0 0,2 0-1 0 0,20 3 90 0 0,1-2 0 0 0,-1 0 0 0 0,32-4 0 0 0,78-14-2 0 0,-90 10-62 0 0,-16 3-1067 0 0,44-11 0 0 0,-25-4-4734 0 0,-39 15 3246 0 0,1-1 0 0 0,-1 1 0 0 0,12-11 0 0 0,-9 4-5031 0 0</inkml:trace>
</inkml:ink>
</file>

<file path=ppt/ink/ink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17:39.8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485 225 732 0 0,'8'-18'3272'0'0,"0"-1"0"0"0,-2 1-1 0 0,5-26 1 0 0,-9 36-2550 0 0,-1 0-1 0 0,0 0 1 0 0,0 0 0 0 0,-1 0 0 0 0,0 1-1 0 0,0-1 1 0 0,-1 0 0 0 0,0 0 0 0 0,-1 0-1 0 0,-4-14 1 0 0,5 20-641 0 0,-1 0-1 0 0,0 0 1 0 0,0 0 0 0 0,1 0-1 0 0,-1 0 1 0 0,-1 0 0 0 0,1 1-1 0 0,0-1 1 0 0,0 1 0 0 0,-1-1-1 0 0,-3-1 1 0 0,5 3-67 0 0,-7-2 142 0 0,-3 4-107 0 0,-1 1 0 0 0,1 0 0 0 0,0 1 0 0 0,0 0 0 0 0,0 0 0 0 0,0 1 0 0 0,1 0 0 0 0,-1 1 0 0 0,1 1 0 0 0,1-1 1 0 0,-17 16-1 0 0,-9 10 253 0 0,-49 56 1 0 0,54-52-80 0 0,2 0-1 0 0,1 1 1 0 0,-34 64-1 0 0,50-80-148 0 0,1 0-1 0 0,1 1 1 0 0,1 0 0 0 0,1 0-1 0 0,1 1 1 0 0,1 0-1 0 0,1 0 1 0 0,-2 43-1 0 0,6-57-116 0 0,0-1 1 0 0,1 1-1 0 0,0 0 0 0 0,0-1 0 0 0,1 1 0 0 0,0-1 0 0 0,0 0 0 0 0,1 0 0 0 0,0 0 0 0 0,1 0 0 0 0,0 0 0 0 0,0-1 0 0 0,0 1 0 0 0,1-1 1 0 0,0 0-1 0 0,1-1 0 0 0,0 1 0 0 0,0-1 0 0 0,0 0 0 0 0,0 0 0 0 0,1-1 0 0 0,0 0 0 0 0,0 0 0 0 0,1-1 0 0 0,-1 0 0 0 0,1 0 0 0 0,0-1 1 0 0,0 0-1 0 0,0 0 0 0 0,1-1 0 0 0,8 2 0 0 0,-2-1-1079 0 0,0-1-1 0 0,-1-1 1 0 0,1 0 0 0 0,17-2-1 0 0,28-7-7291 0 0,-32 1 575 0 0</inkml:trace>
</inkml:ink>
</file>

<file path=ppt/ink/ink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17:40.3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304 121 2544 0 0,'-3'-15'7971'0'0,"-1"1"-4090"0"0,2 8-1444 0 0,0-1 0 0 0,0 0 0 0 0,1 0 0 0 0,-2-13-1 0 0,4 19-2345 0 0,-1-1 0 0 0,1 1 0 0 0,-1 0 0 0 0,1-1 0 0 0,-1 1 0 0 0,1 0 0 0 0,0-1 0 0 0,0 1-1 0 0,0 0 1 0 0,0 0 0 0 0,0 0 0 0 0,0 0 0 0 0,0 0 0 0 0,0 0 0 0 0,0 0 0 0 0,0 0 0 0 0,0 0-1 0 0,1 0 1 0 0,-1 1 0 0 0,0-1 0 0 0,2 0 0 0 0,8-3-11 0 0,-1 0-1 0 0,0 1 1 0 0,1 0-1 0 0,0 1 1 0 0,0 0-1 0 0,0 1 1 0 0,0 0 0 0 0,0 1-1 0 0,0 0 1 0 0,14 2-1 0 0,-20-2-73 0 0,0 1 0 0 0,0 0 0 0 0,0 0 0 0 0,0 0 0 0 0,-1 1-1 0 0,1 0 1 0 0,0 0 0 0 0,-1 0 0 0 0,1 0 0 0 0,-1 1 0 0 0,1-1-1 0 0,-1 1 1 0 0,0 0 0 0 0,0 1 0 0 0,-1-1 0 0 0,1 1 0 0 0,-1-1-1 0 0,1 1 1 0 0,-1 0 0 0 0,0 1 0 0 0,-1-1 0 0 0,1 0 0 0 0,-1 1 0 0 0,3 6-1 0 0,-4-5 14 0 0,1 0 1 0 0,-1 0-1 0 0,-1 1 0 0 0,1-1 0 0 0,-1 1 0 0 0,0-1 0 0 0,-1 0 0 0 0,0 1 0 0 0,0-1 0 0 0,0 0 0 0 0,0 1 0 0 0,-1-1 0 0 0,0 0 0 0 0,-1 0 0 0 0,1 0 0 0 0,-1 0 0 0 0,0-1 0 0 0,-1 1 1 0 0,-3 4-1 0 0,-8 11 81 0 0,-1-1 0 0 0,-1-1 1 0 0,-26 23-1 0 0,-9 1 521 0 0,-1-1 1 0 0,-103 60-1 0 0,18-14-102 0 0,122-76-519 0 0,6-2 0 0 0,10-9 0 0 0,0-1 0 0 0,0 0 0 0 0,0 0 0 0 0,0 1 0 0 0,0-1 0 0 0,0 0 0 0 0,0 1 0 0 0,0-1 0 0 0,0 0 0 0 0,0 0 0 0 0,0 1 0 0 0,0-1 0 0 0,0 0 0 0 0,0 0 0 0 0,1 1 0 0 0,-1-1 0 0 0,0 0 0 0 0,0 0 0 0 0,0 1 0 0 0,0-1 0 0 0,1 0 0 0 0,-1 0 0 0 0,0 0 0 0 0,0 1 0 0 0,0-1 0 0 0,1 0 0 0 0,-1 0 0 0 0,0 0 0 0 0,0 0 0 0 0,1 0 0 0 0,-1 1 0 0 0,0-1 0 0 0,1 0 0 0 0,-1 0 0 0 0,0 0 0 0 0,11 2 0 0 0,0-1 0 0 0,0 1 0 0 0,0-2 0 0 0,0 0 0 0 0,0 0 0 0 0,-1-1 0 0 0,16-3 0 0 0,3 1 0 0 0,105-7 0 0 0,365-39 0 0 0,-479 46-953 0 0,1-1 1 0 0,0-1-1 0 0,-1-1 1 0 0,20-8-1 0 0,-40 14 682 0 0,1 0-1 0 0,0 0 1 0 0,-1 0 0 0 0,1-1 0 0 0,-1 1-1 0 0,1 0 1 0 0,-1 0 0 0 0,1-1 0 0 0,-1 1-1 0 0,1 0 1 0 0,-1-1 0 0 0,1 1 0 0 0,-1-1-1 0 0,0 1 1 0 0,1 0 0 0 0,-1-1 0 0 0,0 1 0 0 0,1-1-1 0 0,-1 1 1 0 0,0-1 0 0 0,1 1 0 0 0,-1-1-1 0 0,0 1 1 0 0,0-1 0 0 0,0 1 0 0 0,1-1-1 0 0,-1 0 1 0 0,0 1 0 0 0,0-1 0 0 0,0 1-1 0 0,0-1 1 0 0,0 1 0 0 0,0-1 0 0 0,0 0-1 0 0,0 1 1 0 0,0-1 0 0 0,-1 0 0 0 0,-7-7-6679 0 0,-13-2-1393 0 0</inkml:trace>
</inkml:ink>
</file>

<file path=ppt/ink/ink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17:41.6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579 70 688 0 0,'-29'-23'7411'0'0,"-13"-7"-2650"0"0,39 28-4636 0 0,-1 0 1 0 0,0 0-1 0 0,0 0 0 0 0,0 0 1 0 0,0 1-1 0 0,0 0 0 0 0,0 0 1 0 0,-1 0-1 0 0,1 0 0 0 0,0 0 1 0 0,-1 1-1 0 0,1 0 0 0 0,0 0 1 0 0,-1 0-1 0 0,1 1 0 0 0,0-1 1 0 0,-8 3-1 0 0,3 0-85 0 0,0 0 0 0 0,1 0 0 0 0,-1 1 0 0 0,1 1 0 0 0,0-1 1 0 0,0 1-1 0 0,-7 6 0 0 0,-17 15 19 0 0,2 2-1 0 0,0 1 1 0 0,2 1 0 0 0,-32 46 0 0 0,28-31-29 0 0,3 1-1 0 0,-42 89 1 0 0,64-119-18 0 0,0 0-1 0 0,1 0 1 0 0,1 1 0 0 0,1 0 0 0 0,0 0-1 0 0,1 0 1 0 0,1 0 0 0 0,0 29-1 0 0,2-39 6 0 0,1 0 1 0 0,0 0-1 0 0,0-1 0 0 0,0 1 0 0 0,1 0 1 0 0,0-1-1 0 0,0 1 0 0 0,1-1 0 0 0,0 0 1 0 0,0 1-1 0 0,0-1 0 0 0,1-1 0 0 0,0 1 1 0 0,0 0-1 0 0,0-1 0 0 0,1 0 0 0 0,0 0 1 0 0,0 0-1 0 0,0-1 0 0 0,1 0 0 0 0,-1 0 0 0 0,1 0 1 0 0,0-1-1 0 0,10 5 0 0 0,-5-3-185 0 0,1-2 0 0 0,-1 1 0 0 0,1-1 0 0 0,0-1 0 0 0,0 0 0 0 0,0-1 0 0 0,0 0 0 0 0,1-1 0 0 0,-1 0 0 0 0,18-3 0 0 0,4-3-2442 0 0,0-1-1 0 0,46-16 1 0 0,-42 10-1663 0 0</inkml:trace>
</inkml:ink>
</file>

<file path=ppt/ink/ink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17:42.1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56 105 2028 0 0,'1'-3'2356'0'0,"0"-12"879"0"0,0 1 1 0 0,0-1-1 0 0,-2-16 1 0 0,0 29-2409 0 0,-2-22 2443 0 0,-11 68-3172 0 0,3 1 1 0 0,1 0-1 0 0,2 0 1 0 0,-2 48-1 0 0,9-70-73 0 0,0 1 0 0 0,2-1 1 0 0,6 43-1 0 0,-5-54-21 0 0,0-1 1 0 0,1 1 0 0 0,1-1-1 0 0,0 0 1 0 0,0 0-1 0 0,1-1 1 0 0,0 1 0 0 0,1-1-1 0 0,11 15 1 0 0,-15-23-6 0 0,-1 0 1 0 0,1 0-1 0 0,0 0 0 0 0,0 0 0 0 0,0 0 1 0 0,0-1-1 0 0,0 1 0 0 0,0 0 1 0 0,0-1-1 0 0,1 0 0 0 0,-1 1 1 0 0,1-1-1 0 0,-1 0 0 0 0,1 0 0 0 0,-1-1 1 0 0,3 2-1 0 0,19-1 5 0 0,-17-4-4 0 0,0-2 4 0 0,-2 3-2 0 0,1-1 0 0 0,-1 0 0 0 0,0-1 0 0 0,-1 1 1 0 0,1-1-1 0 0,0 0 0 0 0,-1 0 0 0 0,0 0 0 0 0,0-1 0 0 0,0 0 0 0 0,-1 0 0 0 0,4-5 0 0 0,4-7-4 0 0,-6 8 151 0 0,0 1 0 0 0,-1-1-1 0 0,0 0 1 0 0,5-17 0 0 0,1-1 1075 0 0,0 0 527 0 0,-9 24-1488 0 0,-2 8-147 0 0,-2 12-3 0 0,-28 123 181 0 0,4-27-210 0 0,25-103-74 0 0,-6 27-594 0 0,2 2 0 0 0,-2 43 0 0 0,7-70-169 0 0,2-1 0 0 0,-1 0 0 0 0,1 1 1 0 0,1-1-1 0 0,0 0 0 0 0,1 0 1 0 0,0 0-1 0 0,0 0 0 0 0,1-1 0 0 0,1 0 1 0 0,0 1-1 0 0,6 9 0 0 0,6 0-4327 0 0,7-1-2580 0 0</inkml:trace>
</inkml:ink>
</file>

<file path=ppt/ink/ink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17:42.6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260 404 40 0 0,'-176'-79'16151'0'0,"94"41"-11089"0"0,80 37-4630 0 0,4-1-324 0 0,1 0-84 0 0,-1 0-1 0 0,1 0 1 0 0,0 0 0 0 0,0 1 0 0 0,1-1 0 0 0,-1 1 0 0 0,0 0-1 0 0,0 0 1 0 0,1 0 0 0 0,5-1 0 0 0,45-5 75 0 0,-16 3-52 0 0,62-12 54 0 0,121-26-281 0 0,-215 40 91 0 0,-1 1-1 0 0,1-1 1 0 0,-1 0 0 0 0,0 0 0 0 0,1-1-1 0 0,-1 1 1 0 0,0-1 0 0 0,-1 0-1 0 0,1-1 1 0 0,0 1 0 0 0,-1-1 0 0 0,0 0-1 0 0,0 0 1 0 0,0 0 0 0 0,0-1-1 0 0,5-8 1 0 0,-6 6 24 0 0,0 1-1 0 0,0-1 1 0 0,-1 0-1 0 0,0-1 0 0 0,0 1 1 0 0,-1 0-1 0 0,0-1 1 0 0,0 1-1 0 0,-1 0 1 0 0,0-1-1 0 0,0 1 1 0 0,-1-1-1 0 0,-1-7 0 0 0,-2-10 16 0 0,4 23 32 0 0,2 4-37 0 0,1 5 74 0 0,1-1 1 0 0,-1 1-1 0 0,0 0 0 0 0,-1 0 0 0 0,1 0 1 0 0,-2 0-1 0 0,1 1 0 0 0,-1-1 0 0 0,0 1 1 0 0,0-1-1 0 0,-1 0 0 0 0,-1 13 0 0 0,0 3 55 0 0,-2-1-1 0 0,-1 0 0 0 0,-7 25 0 0 0,0-13 41 0 0,-1 0 0 0 0,-1-1 0 0 0,-26 44 0 0 0,8-25-1052 0 0,-46 59 1 0 0,36-60-2069 0 0,11-19-3641 0 0,16-21 17 0 0</inkml:trace>
</inkml:ink>
</file>

<file path=ppt/ink/ink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17:42.9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635 182 1412 0 0,'7'-26'6585'0'0,"2"-31"1"0"0,-8 47-5628 0 0,0 1 0 0 0,-1 0 0 0 0,0 0 0 0 0,-1 0 1 0 0,0-1-1 0 0,-4-14 0 0 0,4 22-911 0 0,1 1 0 0 0,-2 0 1 0 0,1-1-1 0 0,0 1 0 0 0,0 0 0 0 0,0 0 0 0 0,-1 0 0 0 0,1 0 1 0 0,0 0-1 0 0,-1 0 0 0 0,1 0 0 0 0,-1 0 0 0 0,1 0 1 0 0,-1 1-1 0 0,1-1 0 0 0,-1 1 0 0 0,-3-1 0 0 0,5 1-41 0 0,-8 0 116 0 0,-9 4-97 0 0,1 1 0 0 0,0 1 0 0 0,1 1 0 0 0,-1 0 0 0 0,1 1 0 0 0,1 0 1 0 0,-1 1-1 0 0,2 1 0 0 0,-1 1 0 0 0,-11 11 0 0 0,-15 16 17 0 0,-64 79 0 0 0,52-52 12 0 0,-73 122 0 0 0,106-153-55 0 0,1 0 0 0 0,2 2 1 0 0,2 0-1 0 0,1 1 1 0 0,-15 71-1 0 0,26-97 31 0 0,1 0 0 0 0,-1 1 0 0 0,2-1 0 0 0,0 1 0 0 0,0-1 0 0 0,1 0 0 0 0,1 1 0 0 0,0-1 0 0 0,0 0 0 0 0,8 21-1 0 0,-7-25-144 0 0,0-1-1 0 0,1 1 1 0 0,-1-1-1 0 0,1 0 0 0 0,1 0 1 0 0,-1 0-1 0 0,1 0 0 0 0,0-1 1 0 0,0 0-1 0 0,1 0 1 0 0,-1 0-1 0 0,1-1 0 0 0,0 0 1 0 0,1 0-1 0 0,-1 0 1 0 0,1-1-1 0 0,13 5 0 0 0,-8-4-882 0 0,1-1 0 0 0,-1 0 0 0 0,1 0 0 0 0,17 0 0 0 0,-17-3-1401 0 0,-1 0 0 0 0,19-2-1 0 0,0-4-3987 0 0</inkml:trace>
</inkml:ink>
</file>

<file path=ppt/ink/ink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17:43.4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57 2360 0 0,'0'-2'2705'0'0,"-4"-51"9932"0"0,4 52-11352 0 0,3 17-734 0 0,-1 17-171 0 0,1 1-106 0 0,0 0 0 0 0,13 50 0 0 0,-14-76-255 0 0,0 1 0 0 0,1-2 1 0 0,0 1-1 0 0,0 0 0 0 0,1-1 0 0 0,-1 1 1 0 0,2-1-1 0 0,-1 0 0 0 0,1 0 0 0 0,0-1 0 0 0,1 1 1 0 0,-1-1-1 0 0,1-1 0 0 0,0 1 0 0 0,1-1 0 0 0,6 5 1 0 0,-9-8-27 0 0,0 0 1 0 0,-1 0 0 0 0,1-1 0 0 0,0 1 0 0 0,0-1 0 0 0,0 0 0 0 0,0 0 0 0 0,0 0 0 0 0,0-1-1 0 0,0 1 1 0 0,0-1 0 0 0,0 0 0 0 0,0 0 0 0 0,0 0 0 0 0,0-1 0 0 0,8-1 0 0 0,-6-1-8 0 0,0 1 1 0 0,0-1 0 0 0,0 0-1 0 0,0 0 1 0 0,0 0 0 0 0,-1-1-1 0 0,0 0 1 0 0,1 0 0 0 0,6-8-1 0 0,2-4 48 0 0,-1 0 0 0 0,-1-1 0 0 0,0 0 0 0 0,-1-1 0 0 0,13-29 0 0 0,-8 12 870 0 0,17-35 2411 0 0,-32 68-3098 0 0,1 19 695 0 0,-98 671 5474 0 0,64-540-12510 0 0,5-21-1283 0 0</inkml:trace>
</inkml:ink>
</file>

<file path=ppt/ink/ink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17:43.7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40 190 304 0 0,'-19'-38'11601'0'0,"1"4"-1562"0"0,17 32-8915 0 0,0-8 147 0 0,1 10-1209 0 0,0-1 1 0 0,0 0-1 0 0,0 0 1 0 0,0 0-1 0 0,0 1 1 0 0,0-1-1 0 0,0 0 1 0 0,0 0-1 0 0,0 0 1 0 0,0 1 0 0 0,0-1-1 0 0,1 0 1 0 0,-1 0-1 0 0,0 1 1 0 0,0-1-1 0 0,1 0 1 0 0,-1 0-1 0 0,1 1 1 0 0,-1-1-1 0 0,0 0 1 0 0,1 1-1 0 0,-1-1 1 0 0,1 0-1 0 0,0 1 1 0 0,-1-1 0 0 0,1 1-1 0 0,-1-1 1 0 0,1 1-1 0 0,0-1 1 0 0,0 1-1 0 0,-1 0 1 0 0,1-1-1 0 0,0 1 1 0 0,-1 0-1 0 0,1 0 1 0 0,1-1-1 0 0,25-9-26 0 0,0 1-1 0 0,0 1 0 0 0,1 2 0 0 0,40-5 0 0 0,-3 1-2121 0 0,-35 4 413 0 0,20-4-2754 0 0,-18 2-3149 0 0,-16 4-1086 0 0</inkml:trace>
</inkml:ink>
</file>

<file path=ppt/ink/ink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17:44.4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168 151 776 0 0,'1'-3'2661'0'0,"12"-41"5335"0"0,14-26-307 0 0,-26 68-7450 0 0,0 1-1 0 0,-1-1 1 0 0,1 0 0 0 0,0 0-1 0 0,-1 1 1 0 0,1-1-1 0 0,-1 0 1 0 0,1 0-1 0 0,-1 0 1 0 0,0 0-1 0 0,0 0 1 0 0,0 1-1 0 0,0-1 1 0 0,0-2-1 0 0,-1 4-198 0 0,1-1 0 0 0,0 1-1 0 0,-1 0 1 0 0,1-1 0 0 0,0 1-1 0 0,-1 0 1 0 0,1-1 0 0 0,0 1-1 0 0,-1 0 1 0 0,1 0 0 0 0,-1-1-1 0 0,1 1 1 0 0,0 0 0 0 0,-1 0-1 0 0,1 0 1 0 0,-1-1 0 0 0,1 1-1 0 0,-1 0 1 0 0,1 0 0 0 0,-1 0-1 0 0,1 0 1 0 0,-1 0 0 0 0,1 0-1 0 0,-1 0 1 0 0,1 0 0 0 0,0 0-1 0 0,-1 0 1 0 0,1 1 0 0 0,-1-1-1 0 0,1 0 1 0 0,-1 0 0 0 0,0 1-1 0 0,-6 2 1 0 0,-1 0 0 0 0,1 1 0 0 0,0 0-1 0 0,-11 8 1 0 0,-8 6-36 0 0,-34 33-1 0 0,53-44-15 0 0,0 0 0 0 0,1 0 0 0 0,-1 1 0 0 0,2-1 0 0 0,-1 1-1 0 0,1 0 1 0 0,0 1 0 0 0,1 0 0 0 0,-5 13 0 0 0,8-19 13 0 0,0 0 1 0 0,0 0-1 0 0,0 0 0 0 0,1 0 1 0 0,-1 0-1 0 0,1 0 0 0 0,0 0 0 0 0,0 1 1 0 0,0-1-1 0 0,0 0 0 0 0,1 0 1 0 0,0 4-1 0 0,0-2 2 0 0,-1-3-2 0 0,1 0 1 0 0,0 1 0 0 0,-1-1 0 0 0,1 0 0 0 0,0 1 0 0 0,0-1 0 0 0,0 0 0 0 0,1 0 0 0 0,-1 0 0 0 0,1 0 0 0 0,-1 0 0 0 0,1 0 0 0 0,-1 0 0 0 0,4 2 0 0 0,26 18 9 0 0,-1-8-18 0 0,0-1-1 0 0,54 17 0 0 0,-50-19 92 0 0,66 29 0 0 0,-86-33 112 0 0,0 1-1 0 0,0 1 1 0 0,-1-1 0 0 0,0 2 0 0 0,17 15-1 0 0,-27-22-76 0 0,-1-1 0 0 0,0 1 0 0 0,0 0 0 0 0,1 0 0 0 0,-2 0 0 0 0,1 0 0 0 0,0 0 0 0 0,0 0 0 0 0,-1 0 0 0 0,0 1 0 0 0,0-1 0 0 0,0 1 0 0 0,0-1 0 0 0,0 1 0 0 0,-1-1 0 0 0,0 1 0 0 0,1-1 0 0 0,-1 1 0 0 0,0-1 0 0 0,-1 1 0 0 0,1-1 0 0 0,-1 1 0 0 0,1-1 0 0 0,-1 1 0 0 0,0-1-1 0 0,-1 1 1 0 0,1-1 0 0 0,0 0 0 0 0,-1 0 0 0 0,-3 5 0 0 0,-2 2 20 0 0,0 1 0 0 0,-1-2 0 0 0,0 1 0 0 0,-1-1 0 0 0,0 0 0 0 0,-1-1-1 0 0,0 0 1 0 0,0 0 0 0 0,0-1 0 0 0,-1-1 0 0 0,-15 8 0 0 0,13-8-205 0 0,-1 0 0 0 0,0-1 0 0 0,-1-1 0 0 0,1 0 0 0 0,-1 0 0 0 0,1-2 0 0 0,-1 0 1 0 0,0 0-1 0 0,-20-2 0 0 0,30 0-270 0 0,0-1 1 0 0,0 1-1 0 0,0-1 1 0 0,0 0 0 0 0,0-1-1 0 0,0 1 1 0 0,0-1-1 0 0,1 0 1 0 0,-1 0-1 0 0,1-1 1 0 0,-1 1-1 0 0,1-1 1 0 0,0 0 0 0 0,0 0-1 0 0,0-1 1 0 0,-5-4-1 0 0,7 4-206 0 0,-1 1-1 0 0,1-1 0 0 0,-1 0 1 0 0,1 0-1 0 0,0 0 0 0 0,0 0 0 0 0,1 0 1 0 0,-1 0-1 0 0,1 0 0 0 0,0-1 1 0 0,0 1-1 0 0,0 0 0 0 0,1-1 1 0 0,-1 1-1 0 0,1-1 0 0 0,0 1 1 0 0,1-1-1 0 0,-1 1 0 0 0,2-5 1 0 0,2-10-3927 0 0,2-3-2271 0 0</inkml:trace>
</inkml:ink>
</file>

<file path=ppt/ink/ink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17:44.7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1 236 1740 0 0,'1'-9'1568'0'0,"1"0"0"0"0,0 0 0 0 0,1 1 1 0 0,0-1-1 0 0,6-13 0 0 0,-4 14-976 0 0,0 0 0 0 0,0 1 0 0 0,0-1 0 0 0,1 1 0 0 0,7-8 0 0 0,-3 7-488 0 0,0-1-1 0 0,0 2 1 0 0,0-1-1 0 0,1 2 1 0 0,0-1 0 0 0,0 1-1 0 0,1 1 1 0 0,21-7-1 0 0,9-1 37 0 0,1 2-1 0 0,0 2 0 0 0,44-4 0 0 0,-60 11-751 0 0,0 1-1 0 0,29 3 0 0 0,-35 1-1194 0 0,-1 0-1 0 0,0 1 1 0 0,27 8-1 0 0,-20-2-2910 0 0</inkml:trace>
</inkml:ink>
</file>

<file path=ppt/ink/ink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17:44.9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290 48 1204 0 0,'-283'113'19344'0'0,"277"-110"-17541"0"0,6-1-617 0 0,16-2-157 0 0,33-6-777 0 0,-43 5-3 0 0,358-58 1079 0 0,-22 3-1885 0 0,-113 27-4030 0 0,-210 27 3648 0 0,48-5-2948 0 0,-22 3-2979 0 0,-22 2-289 0 0</inkml:trace>
</inkml:ink>
</file>

<file path=ppt/ink/ink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17:45.4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550 1 1080 0 0,'-167'23'19067'0'0,"164"-23"-17301"0"0,6-2-1366 0 0,4-1-279 0 0,0 1 1 0 0,0-1 0 0 0,0 1 0 0 0,0 1 0 0 0,0-1-1 0 0,1 1 1 0 0,-1 1 0 0 0,0-1 0 0 0,12 2-1 0 0,72 7 256 0 0,-80-6-330 0 0,3 0-33 0 0,-1 0 1 0 0,1 2-1 0 0,-1-1 1 0 0,16 7-1 0 0,-26-9-8 0 0,0 1 0 0 0,0-1-1 0 0,0 0 1 0 0,0 1 0 0 0,-1-1-1 0 0,1 1 1 0 0,0 0 0 0 0,-1 0 0 0 0,1 0-1 0 0,-1 1 1 0 0,0-1 0 0 0,1 0-1 0 0,-1 1 1 0 0,0 0 0 0 0,0-1-1 0 0,-1 1 1 0 0,1 0 0 0 0,-1 0-1 0 0,1 0 1 0 0,-1 0 0 0 0,0 0-1 0 0,1 6 1 0 0,-2-4-2 0 0,0-1 0 0 0,0 1 0 0 0,-1-1 1 0 0,0 0-1 0 0,0 1 0 0 0,0-1 0 0 0,-1 0 0 0 0,1 0 0 0 0,-1 1 1 0 0,0-1-1 0 0,0-1 0 0 0,0 1 0 0 0,-4 5 0 0 0,-6 6 57 0 0,-22 24-1 0 0,25-29-29 0 0,-30 29-1 0 0,-11 13-9 0 0,49-51-20 0 0,1 0-1 0 0,0 0 1 0 0,-1-1-1 0 0,1 1 1 0 0,0 0-1 0 0,0 0 1 0 0,-1 0-1 0 0,1 0 1 0 0,0 0-1 0 0,0 0 1 0 0,0 0-1 0 0,0 0 1 0 0,0 0-1 0 0,0 0 1 0 0,0 0-1 0 0,1 0 1 0 0,-1-1-1 0 0,0 1 1 0 0,0 0-1 0 0,1 0 1 0 0,-1 0-1 0 0,1 0 1 0 0,-1 0-1 0 0,0 0 1 0 0,1-1-1 0 0,0 1 1 0 0,-1 0-1 0 0,1 0 1 0 0,-1-1-1 0 0,1 1 1 0 0,0-1-1 0 0,0 1 1 0 0,-1 0-1 0 0,1-1 1 0 0,0 1-1 0 0,1 0 1 0 0,29 17 14 0 0,-7-7 56 0 0,12 5 275 0 0,40 26 1 0 0,-66-37-173 0 0,-2 1 0 0 0,1 0 0 0 0,-1 1 0 0 0,0 0 0 0 0,0 0 0 0 0,-1 1 0 0 0,0 0 0 0 0,0 0 0 0 0,8 15 0 0 0,-14-21-89 0 0,0 0 0 0 0,0 1 0 0 0,0-1-1 0 0,0 1 1 0 0,0-1 0 0 0,-1 0 0 0 0,1 1 0 0 0,-1-1-1 0 0,0 1 1 0 0,0 0 0 0 0,0-1 0 0 0,0 1-1 0 0,0-1 1 0 0,-1 1 0 0 0,1-1 0 0 0,-1 1-1 0 0,1-1 1 0 0,-1 0 0 0 0,0 1 0 0 0,0-1-1 0 0,0 0 1 0 0,0 1 0 0 0,0-1 0 0 0,-1 0-1 0 0,1 0 1 0 0,-1 0 0 0 0,1 0 0 0 0,-1 0-1 0 0,0 0 1 0 0,0-1 0 0 0,0 1 0 0 0,-2 1-1 0 0,-5 4 66 0 0,0-1-1 0 0,0-1 1 0 0,0 0-1 0 0,0 0 1 0 0,-1 0-1 0 0,-15 4 0 0 0,-2-1-52 0 0,-1-2 0 0 0,0-1 0 0 0,0-1-1 0 0,-1-1 1 0 0,1-1 0 0 0,0-2-1 0 0,-54-6 1 0 0,24-3-739 0 0,1-3 0 0 0,-101-34 0 0 0,156 46 513 0 0,-20-8-1239 0 0,-38-18-1 0 0,53 22 380 0 0,0 0-1 0 0,0 0 0 0 0,-9-9 1 0 0,13 10-104 0 0,0 0 1 0 0,0 0-1 0 0,1 0 1 0 0,-1-1-1 0 0,1 1 1 0 0,0 0-1 0 0,-1-1 1 0 0,0-4 0 0 0,-3-12-9495 0 0</inkml:trace>
</inkml:ink>
</file>

<file path=ppt/ink/ink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17:45.9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520 97 2788 0 0,'-45'-52'13213'0'0,"42"48"-12888"0"0,0 0-1 0 0,-1 0 1 0 0,1 1-1 0 0,-1-1 1 0 0,0 1-1 0 0,0 0 0 0 0,0 0 1 0 0,-1 1-1 0 0,1-1 1 0 0,0 1-1 0 0,-1 0 1 0 0,0 0-1 0 0,0 1 0 0 0,-4-2 1 0 0,0 2-265 0 0,0 1 0 0 0,-1 0 0 0 0,1 1 0 0 0,0-1 0 0 0,0 2 0 0 0,0-1 0 0 0,1 1 0 0 0,-1 1 0 0 0,0 0 0 0 0,1 0 0 0 0,-1 0 0 0 0,1 1 0 0 0,0 1 0 0 0,0-1 0 0 0,-13 11 0 0 0,0 2-17 0 0,-1 1 0 0 0,2 1 0 0 0,0 1-1 0 0,-17 23 1 0 0,20-22-14 0 0,2 0 0 0 0,1 1 0 0 0,0 0 1 0 0,2 1-1 0 0,0 0 0 0 0,2 1 0 0 0,1 0 0 0 0,1 1 0 0 0,0 0 0 0 0,2 0 0 0 0,1 1 1 0 0,-1 29-1 0 0,5-44-11 0 0,1 1 0 0 0,1-1 0 0 0,0 0 0 0 0,1 0 0 0 0,0 1 0 0 0,0-1 0 0 0,2 0 0 0 0,-1-1 0 0 0,1 1 0 0 0,1-1 0 0 0,0 1 0 0 0,0-1 1 0 0,10 13-1 0 0,-6-12-186 0 0,0 0 0 0 0,0-1 0 0 0,2 0 0 0 0,-1-1 0 0 0,1 0 0 0 0,0-1 0 0 0,1 0 0 0 0,0 0 0 0 0,0-1 0 0 0,21 8 1 0 0,-3-4-1354 0 0,0 0 1 0 0,41 8-1 0 0,-46-14-2214 0 0,42 2 0 0 0,-23-6-2656 0 0</inkml:trace>
</inkml:ink>
</file>

<file path=ppt/ink/ink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17:47.0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118 159 416 0 0,'-12'-15'5852'0'0,"-22"-21"0"0"0,-9-8 1914 0 0,35 37-6348 0 0,-9-9 519 0 0,17 15-1875 0 0,-1 1 0 0 0,1 0 0 0 0,0-1 0 0 0,-1 1 0 0 0,1 0-1 0 0,0-1 1 0 0,0 1 0 0 0,-1-1 0 0 0,1 1 0 0 0,0-1 0 0 0,0 1 0 0 0,0-1-1 0 0,0 1 1 0 0,-1-1 0 0 0,1 1 0 0 0,0-1 0 0 0,0 1 0 0 0,0-1 0 0 0,0 1-1 0 0,0-1 1 0 0,0 1 0 0 0,0-1 0 0 0,0 1 0 0 0,0-1 0 0 0,0 1 0 0 0,1-1-1 0 0,-1 1 1 0 0,0 0 0 0 0,0-1 0 0 0,0 1 0 0 0,1-1 0 0 0,-1 1 0 0 0,0-1-1 0 0,1 0 1 0 0,4-2 70 0 0,0 0 0 0 0,1 0-1 0 0,-1 1 1 0 0,1-1 0 0 0,0 1 0 0 0,0 0-1 0 0,0 1 1 0 0,0 0 0 0 0,0-1 0 0 0,0 2-1 0 0,0-1 1 0 0,0 1 0 0 0,12 1-1 0 0,32 3-57 0 0,1 3-1 0 0,79 20 1 0 0,-127-26-67 0 0,0 1 0 0 0,1-1 0 0 0,-1 1 1 0 0,0 0-1 0 0,0 0 0 0 0,0 0 0 0 0,0 0 1 0 0,0 1-1 0 0,-1-1 0 0 0,1 1 0 0 0,-1 0 1 0 0,1 0-1 0 0,-1-1 0 0 0,0 1 0 0 0,0 1 1 0 0,0-1-1 0 0,-1 0 0 0 0,2 5 1 0 0,-1-4 11 0 0,-1 1 1 0 0,0 0 0 0 0,-1-1 0 0 0,1 1-1 0 0,-1 0 1 0 0,0 0 0 0 0,0-1 0 0 0,0 1 0 0 0,-1 0-1 0 0,1 0 1 0 0,-1-1 0 0 0,-1 1 0 0 0,1-1 0 0 0,-4 8-1 0 0,1 1 29 0 0,-2 6 220 0 0,-1-1 1 0 0,-1 1 0 0 0,0-2 0 0 0,-2 1 0 0 0,0-1 0 0 0,-13 17 0 0 0,22-33-40 0 0,-17 29 2435 0 0,14-22-2625 0 0,-4 0-39 0 0,-3-1 0 0 0,-1 1 0 0 0,-1-3 0 0 0,1 2 0 0 0,-3 2 0 0 0,1-1 0 0 0,-1-1 0 0 0,1 1 0 0 0,3-1 0 0 0,0-1 0 0 0,0 2 0 0 0,4-1 0 0 0,7-6 0 0 0,0-1 0 0 0,1 1 0 0 0,-1-1 0 0 0,1 1 0 0 0,0-1 0 0 0,-1 1 0 0 0,1-1 0 0 0,-1 0 0 0 0,1 1 0 0 0,0-1 0 0 0,-1 1 0 0 0,1-1 0 0 0,0 0 0 0 0,-1 0 0 0 0,1 0 0 0 0,0 1 0 0 0,-1-1 0 0 0,2 0 0 0 0,27 4 0 0 0,0-1 0 0 0,0-1 0 0 0,0-2 0 0 0,37-3 0 0 0,-11 0 0 0 0,287-16 0 0 0,-314 17 0 0 0,11-2 3 0 0,-34 3-27 0 0,8-4-374 0 0,-5-1-3720 0 0,-7 3 1263 0 0,0 2 2283 0 0,-1 0 1 0 0,0 1 0 0 0,0-1 0 0 0,0 0 0 0 0,0 0 0 0 0,0 1-1 0 0,0-1 1 0 0,0 0 0 0 0,0 1 0 0 0,0-1 0 0 0,0 0 0 0 0,0 0-1 0 0,-1 1 1 0 0,1-1 0 0 0,0 0 0 0 0,0 1 0 0 0,-3-4-2856 0 0</inkml:trace>
</inkml:ink>
</file>

<file path=ppt/ink/ink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17:48.8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755 46 1556 0 0,'5'-14'5844'0'0,"9"-16"5668"0"0,-16 29-11293 0 0,-4 1-148 0 0,1-1-1 0 0,-1 1 1 0 0,1 0-1 0 0,0 1 1 0 0,-1-1-1 0 0,1 1 1 0 0,-1 0-1 0 0,-7 3 1 0 0,-50 16 96 0 0,57-18-148 0 0,-42 15 12 0 0,2 1 0 0 0,-66 37 0 0 0,100-49-26 0 0,0 1 0 0 0,1 1 1 0 0,0 0-1 0 0,0 0 0 0 0,1 1 0 0 0,0 0 0 0 0,1 1 1 0 0,0 0-1 0 0,0 1 0 0 0,1 0 0 0 0,1 0 1 0 0,0 1-1 0 0,0 0 0 0 0,-6 18 0 0 0,-2 20 93 0 0,3 1 0 0 0,1 0 0 0 0,-5 83 0 0 0,9 159 399 0 0,7-280-488 0 0,-33 1406 1752 0 0,15-861-1466 0 0,-16 123-139 0 0,16-379-33 0 0,-34 531 576 0 0,-26 586 1919 0 0,91-218-587 0 0,-13-1201-2031 0 0,2 51 50 0 0,2-1 1 0 0,3 1-1 0 0,20 81 0 0 0,-25-127-50 0 0,-1 0 0 0 0,1 0 0 0 0,0-1 0 0 0,0 1 0 0 0,1-1 0 0 0,-1 0 0 0 0,1 0 0 0 0,0 1 0 0 0,0-2 0 0 0,1 1 0 0 0,-1 0 0 0 0,1-1 0 0 0,-1 1 0 0 0,1-1 0 0 0,0 0 0 0 0,1 0 0 0 0,-1-1 0 0 0,0 1 0 0 0,1-1 0 0 0,-1 0 0 0 0,7 2 0 0 0,0-2-39 0 0,1 0 0 0 0,-1 0 0 0 0,1-1 0 0 0,0 0 0 0 0,-1-1 0 0 0,1-1 1 0 0,-1 0-1 0 0,17-3 0 0 0,13-4-528 0 0,0-2 1 0 0,47-19-1 0 0,78-38-1354 0 0,-154 62 1782 0 0,410-205-5569 0 0,-19-33-4169 0 0,-264 153 3071 0 0</inkml:trace>
</inkml:ink>
</file>

<file path=ppt/ink/ink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17:49.5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81 75 1604 0 0,'1'-2'2354'0'0,"13"-47"9031"0"0,-14 48-10342 0 0,1 0-878 0 0,-1 1 1 0 0,1-1-1 0 0,-1 0 0 0 0,1 1 1 0 0,-1-1-1 0 0,0 0 0 0 0,1 0 0 0 0,-1 1 1 0 0,0-1-1 0 0,0 0 0 0 0,1 0 0 0 0,-1 0 1 0 0,0 0-1 0 0,0 1 0 0 0,0-1 1 0 0,0 0-1 0 0,0-1 0 0 0,1-6 1535 0 0,3 20-1585 0 0,-2-2-25 0 0,-1 0 1 0 0,-1 0-1 0 0,0 0 1 0 0,0 0-1 0 0,-3 18 1 0 0,-1 9 102 0 0,-3 34 47 0 0,-30 134 0 0 0,22-138-229 0 0,14-60-22 0 0,-21 92-1414 0 0,4-37-3522 0 0,17-52 2842 0 0,1-7 394 0 0,1 15-8089 0 0</inkml:trace>
</inkml:ink>
</file>

<file path=ppt/ink/ink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17:50.3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136 138 1844 0 0,'5'-13'5464'0'0,"9"-18"4984"0"0,-14 30-10343 0 0,0 1 0 0 0,1 0 1 0 0,-1-1-1 0 0,0 1 0 0 0,0 0 1 0 0,0-1-1 0 0,1 1 0 0 0,-1 0 0 0 0,0-1 1 0 0,0 1-1 0 0,0-1 0 0 0,0 1 1 0 0,0 0-1 0 0,0-1 0 0 0,0 1 1 0 0,1-1-1 0 0,-1 1 0 0 0,-1 0 1 0 0,1-1-1 0 0,0 1 0 0 0,0-1 1 0 0,0 1-1 0 0,0 0 0 0 0,0-1 1 0 0,-3 2-75 0 0,0 1 0 0 0,0 0 1 0 0,1 0-1 0 0,-1 0 1 0 0,1 0-1 0 0,-1 0 0 0 0,1 1 1 0 0,0-1-1 0 0,-1 1 1 0 0,2-1-1 0 0,-4 5 0 0 0,-21 39 284 0 0,19-34-164 0 0,-8 18 269 0 0,0 1 0 0 0,2 0 0 0 0,-16 62 0 0 0,23-68-250 0 0,1 1 0 0 0,1 0 0 0 0,1 0 0 0 0,2 0 0 0 0,2 43 0 0 0,0-60-126 0 0,0-1-1 0 0,1 1 1 0 0,0 0 0 0 0,0-1-1 0 0,1 1 1 0 0,0-1-1 0 0,0 0 1 0 0,1 0 0 0 0,0 0-1 0 0,9 13 1 0 0,-9-17-2 0 0,0 1 0 0 0,1 0 0 0 0,-1-1 0 0 0,1 0-1 0 0,0 0 1 0 0,0 0 0 0 0,0 0 0 0 0,1-1 0 0 0,-1 0 0 0 0,1 0 0 0 0,0-1-1 0 0,0 1 1 0 0,0-1 0 0 0,0 0 0 0 0,11 1 0 0 0,-9-2 98 0 0,0 0 0 0 0,1 0 0 0 0,-1-1 0 0 0,1-1 0 0 0,-1 1 0 0 0,0-1 0 0 0,1 0 0 0 0,-1-1 0 0 0,0 0 0 0 0,0-1 0 0 0,10-3 0 0 0,-7 0 26 0 0,0 0 1 0 0,0 0-1 0 0,0-1 0 0 0,-1 0 0 0 0,0-1 1 0 0,17-17-1 0 0,-10 5-8 0 0,0-1 0 0 0,-1 0 0 0 0,-2-1 1 0 0,0 0-1 0 0,-1-2 0 0 0,16-39 0 0 0,-24 49-135 0 0,0-1-1 0 0,-1 1 1 0 0,0-1-1 0 0,-1 1 1 0 0,-1-1-1 0 0,0 0 1 0 0,-1 0-1 0 0,-2-19 1 0 0,1 24-22 0 0,-2 0 0 0 0,1-1 0 0 0,-2 1 0 0 0,1 0 0 0 0,-1 0 0 0 0,-1 0 0 0 0,0 0 0 0 0,0 1 0 0 0,-1-1 0 0 0,0 1 1 0 0,0 0-1 0 0,-13-14 0 0 0,4 7-42 0 0,-2-1 0 0 0,0 2 1 0 0,-1 0-1 0 0,-30-20 1 0 0,35 28-399 0 0,-1-1 1 0 0,0 2-1 0 0,0 0 1 0 0,0 0-1 0 0,0 1 0 0 0,-1 1 1 0 0,0 0-1 0 0,-20-3 1 0 0,30 7 87 0 0,0 0-1 0 0,0-1 1 0 0,-1 2 0 0 0,1-1-1 0 0,0 0 1 0 0,0 1 0 0 0,0 0-1 0 0,0 0 1 0 0,-1 0 0 0 0,1 1-1 0 0,1-1 1 0 0,-1 1 0 0 0,0 0-1 0 0,0 0 1 0 0,0 0 0 0 0,1 0-1 0 0,0 1 1 0 0,-1 0 0 0 0,-3 4-1 0 0,4-4-451 0 0,0 1-1 0 0,0 0 0 0 0,0-1 0 0 0,1 1 0 0 0,-1 0 1 0 0,1 1-1 0 0,0-1 0 0 0,0 0 0 0 0,1 1 0 0 0,-1-1 1 0 0,0 7-1 0 0,-1 7-5219 0 0</inkml:trace>
</inkml:ink>
</file>

<file path=ppt/ink/ink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17:50.9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407 204 1984 0 0,'6'-28'5796'0'0,"-2"-1"-1"0"0,1-40 0 0 0,-5 67-5020 0 0,0-1-480 0 0,0 2-239 0 0,0 0 0 0 0,0 0 0 0 0,0-1 0 0 0,0 1 0 0 0,-1 0 0 0 0,1 0 0 0 0,0 0 1 0 0,-1-1-1 0 0,1 1 0 0 0,-1 0 0 0 0,1 0 0 0 0,-1 0 0 0 0,0 0 0 0 0,1 0 0 0 0,-2-1 0 0 0,1 1-1 0 0,-3 2-1 0 0,-9 4-32 0 0,-1 0 1 0 0,1 2-1 0 0,0 0 0 0 0,1 0 0 0 0,0 1 1 0 0,0 0-1 0 0,-19 19 0 0 0,-72 81 3 0 0,79-80-6 0 0,0 2 1 0 0,2 0 0 0 0,2 2 0 0 0,0 0-1 0 0,3 1 1 0 0,0 1 0 0 0,-15 46 0 0 0,29-70 3 0 0,1-1 0 0 0,0 1 1 0 0,0 0-1 0 0,1 0 0 0 0,1-1 1 0 0,-1 1-1 0 0,2 0 0 0 0,1 15 1 0 0,-1-21-13 0 0,-1 1 0 0 0,1-1 0 0 0,1 1 0 0 0,-1-1 0 0 0,1 1-1 0 0,-1-1 1 0 0,1 0 0 0 0,0 0 0 0 0,1 0 0 0 0,-1 0 0 0 0,1 0 0 0 0,0 0 0 0 0,0-1 0 0 0,0 1 0 0 0,0-1 0 0 0,0 0 0 0 0,1 0 0 0 0,0 0 0 0 0,-1 0 0 0 0,6 2 0 0 0,4 1 87 0 0,2 0-1 0 0,-1-1 1 0 0,1 0 0 0 0,-1-1 0 0 0,1-1 0 0 0,0-1 0 0 0,0 0 0 0 0,1 0-1 0 0,-1-2 1 0 0,0 0 0 0 0,1 0 0 0 0,-1-2 0 0 0,0 0 0 0 0,16-4 0 0 0,-10 0 156 0 0,0-1 1 0 0,0 0 0 0 0,-1-2 0 0 0,0 0 0 0 0,0-2 0 0 0,-1 0 0 0 0,0-1-1 0 0,-1 0 1 0 0,21-20 0 0 0,-16 11-56 0 0,-1-1 0 0 0,-1-1 0 0 0,-1-1-1 0 0,0 0 1 0 0,-2-2 0 0 0,-1 0 0 0 0,15-32 0 0 0,-26 44-168 0 0,0 0 1 0 0,-1-1 0 0 0,-1 1 0 0 0,0-1-1 0 0,-1 0 1 0 0,0 0 0 0 0,0-19 0 0 0,-3 23-29 0 0,-1 0-1 0 0,1 1 1 0 0,-2-1 0 0 0,0 0 0 0 0,0 0 0 0 0,-1 1 0 0 0,0 0 0 0 0,-1-1 0 0 0,0 1 0 0 0,0 0 0 0 0,-7-10 0 0 0,4 10-30 0 0,-1 0 0 0 0,0 1 0 0 0,0-1 0 0 0,0 2 0 0 0,-1-1 0 0 0,-1 1 0 0 0,1 1 0 0 0,-2 0 0 0 0,1 0 0 0 0,0 1 0 0 0,-1 0 0 0 0,0 1 0 0 0,-1 0 0 0 0,1 1 0 0 0,-25-6 0 0 0,20 6-493 0 0,0 1 0 0 0,0 1 1 0 0,-1 0-1 0 0,1 1 0 0 0,-1 1 0 0 0,1 1 0 0 0,-1 0 1 0 0,1 1-1 0 0,-1 1 0 0 0,1 0 0 0 0,-21 8 0 0 0,31-8 105 0 0,0-1 0 0 0,1 1-1 0 0,-1 0 1 0 0,1 1 0 0 0,0 0-1 0 0,0-1 1 0 0,0 1-1 0 0,0 1 1 0 0,1-1 0 0 0,0 1-1 0 0,-1 0 1 0 0,2 0 0 0 0,-7 10-1 0 0,7-10-495 0 0,0 1 1 0 0,1 0-1 0 0,0 0 0 0 0,-1 0 0 0 0,2 0 0 0 0,-1 0 0 0 0,1 0 1 0 0,-1 10-1 0 0,0 1-4146 0 0</inkml:trace>
</inkml:ink>
</file>

<file path=ppt/ink/ink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17:51.5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630 305 2252 0 0,'0'-13'1623'0'0,"0"-16"846"0"0,0 0 0 0 0,-3 0 1 0 0,-5-29-1 0 0,7 52-2289 0 0,0-1 1 0 0,-1 0 0 0 0,0 1-1 0 0,0 0 1 0 0,0-1-1 0 0,-1 1 1 0 0,0 0-1 0 0,-1 0 1 0 0,1 1-1 0 0,-1-1 1 0 0,0 1-1 0 0,0-1 1 0 0,-1 1 0 0 0,1 1-1 0 0,-1-1 1 0 0,0 1-1 0 0,-1-1 1 0 0,-10-5-1 0 0,10 7-150 0 0,0 1 0 0 0,0 0 0 0 0,-1 1 1 0 0,1 0-1 0 0,-1 0 0 0 0,1 0 0 0 0,-1 0 0 0 0,1 1 0 0 0,-1 0 0 0 0,1 1 0 0 0,-1-1 0 0 0,1 1 0 0 0,-1 1 0 0 0,1-1 0 0 0,-10 4 0 0 0,-6 4 27 0 0,1-1-1 0 0,0 2 0 0 0,-20 13 0 0 0,11-5 156 0 0,1 1 0 0 0,0 2 0 0 0,2 1 0 0 0,1 1-1 0 0,0 1 1 0 0,-26 33 0 0 0,40-42-121 0 0,0 1 1 0 0,1 0-1 0 0,1 0 1 0 0,0 1-1 0 0,2 1 0 0 0,0-1 1 0 0,0 2-1 0 0,2-1 1 0 0,0 1-1 0 0,1-1 0 0 0,1 2 1 0 0,-2 31-1 0 0,5-44-15 0 0,1 1 0 0 0,1 0-1 0 0,-1-1 1 0 0,1 1 0 0 0,1-1 0 0 0,-1 1-1 0 0,1-1 1 0 0,0 1 0 0 0,1-1 0 0 0,0 0-1 0 0,0 0 1 0 0,1 0 0 0 0,-1-1 0 0 0,1 1-1 0 0,1-1 1 0 0,-1 0 0 0 0,1 0 0 0 0,0 0-1 0 0,1-1 1 0 0,-1 0 0 0 0,1 0-1 0 0,0 0 1 0 0,0-1 0 0 0,1 0 0 0 0,-1 0-1 0 0,1 0 1 0 0,0-1 0 0 0,10 4 0 0 0,0-2 209 0 0,-1 0 0 0 0,0-1 0 0 0,1-1 1 0 0,0 0-1 0 0,0-2 0 0 0,0 1 0 0 0,0-2 0 0 0,0-1 1 0 0,0 0-1 0 0,0-1 0 0 0,30-7 0 0 0,-21 1-31 0 0,0-1 0 0 0,-1-1 0 0 0,0-2 0 0 0,-1 0-1 0 0,-1-1 1 0 0,0-2 0 0 0,0 0 0 0 0,29-27 0 0 0,-26 18-103 0 0,-2 0 0 0 0,0-2 0 0 0,-2 0 0 0 0,-1-2 0 0 0,-1 0 1 0 0,19-38-1 0 0,-30 50-103 0 0,-1-1 1 0 0,0 0 0 0 0,-1-1-1 0 0,-2 0 1 0 0,7-26 0 0 0,-11 38-55 0 0,0-1 1 0 0,-1 0 0 0 0,1 1-1 0 0,-1-1 1 0 0,0 0-1 0 0,-1 1 1 0 0,0-1-1 0 0,0 0 1 0 0,0 1-1 0 0,-1-1 1 0 0,0 1 0 0 0,0 0-1 0 0,0 0 1 0 0,-1-1-1 0 0,0 1 1 0 0,0 1-1 0 0,-1-1 1 0 0,-6-7-1 0 0,3 4-74 0 0,-1 1 0 0 0,-1 0 1 0 0,1 1-1 0 0,-1 0 0 0 0,-1 0 0 0 0,1 1 0 0 0,-1 0 0 0 0,0 1 0 0 0,-17-7 0 0 0,11 7-248 0 0,-1 0 0 0 0,0 0 1 0 0,0 2-1 0 0,-1 0 0 0 0,-29 0 0 0 0,17 3-463 0 0,0 2 0 0 0,0 1 1 0 0,1 1-1 0 0,-1 1 0 0 0,1 2 0 0 0,0 1 0 0 0,-28 12 0 0 0,-84 48-4123 0 0,52-15-2127 0 0,48-28 784 0 0</inkml:trace>
</inkml:ink>
</file>

<file path=ppt/ink/ink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17:53.1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355 230 792 0 0,'-60'-76'11198'0'0,"53"68"-10632"0"0,-1 0 1 0 0,0 0-1 0 0,0 1 1 0 0,-1 0-1 0 0,0 1 0 0 0,-12-7 1 0 0,20 12-548 0 0,-1 1 0 0 0,0-1 0 0 0,0 1 0 0 0,1 0 0 0 0,-1 0 0 0 0,0 0 0 0 0,0 0 0 0 0,1 0 0 0 0,-1 0 0 0 0,0 0 0 0 0,1 1 0 0 0,-1-1 1 0 0,0 1-1 0 0,1-1 0 0 0,-1 1 0 0 0,0-1 0 0 0,1 1 0 0 0,-1 0 0 0 0,1 0 0 0 0,-1 0 0 0 0,-1 1 0 0 0,-27 24 137 0 0,18-13-114 0 0,1 1 0 0 0,0 0 1 0 0,1 1-1 0 0,1 0 0 0 0,0 1 1 0 0,-10 25-1 0 0,0 7 11 0 0,-12 50 0 0 0,24-70-33 0 0,0 1-1 0 0,2 0 0 0 0,2 0 1 0 0,0 0-1 0 0,2 0 0 0 0,4 44 1 0 0,-2-57 21 0 0,1 0-1 0 0,1 0 1 0 0,1 0 0 0 0,0 0 0 0 0,1-1 0 0 0,1 0 0 0 0,0 0 0 0 0,1 0-1 0 0,0-1 1 0 0,2 0 0 0 0,-1 0 0 0 0,2-1 0 0 0,12 15 0 0 0,-12-19 74 0 0,-1 0 1 0 0,1-1 0 0 0,1 0-1 0 0,0-1 1 0 0,0 0 0 0 0,0-1-1 0 0,1 0 1 0 0,0-1 0 0 0,0 0-1 0 0,0-1 1 0 0,1 0 0 0 0,-1-1-1 0 0,1 0 1 0 0,0-1 0 0 0,21 1-1 0 0,-23-3 53 0 0,1 0 0 0 0,0-1-1 0 0,0 0 1 0 0,-1-1-1 0 0,1 0 1 0 0,0-1 0 0 0,-1 0-1 0 0,0-1 1 0 0,0 0-1 0 0,0 0 1 0 0,0-2 0 0 0,-1 1-1 0 0,0-1 1 0 0,0-1 0 0 0,0 0-1 0 0,-1 0 1 0 0,11-11-1 0 0,-5 0-63 0 0,0-1-1 0 0,-2 0 1 0 0,0 0-1 0 0,-1-2 1 0 0,-1 1-1 0 0,-1-2 0 0 0,-1 1 1 0 0,0-1-1 0 0,-2-1 1 0 0,5-24-1 0 0,-1-12-44 0 0,-2 0-1 0 0,3-104 0 0 0,-24-43 0 0 0,11 196-64 0 0,-2-13-118 0 0,-1 0 1 0 0,-1 0-1 0 0,-11-30 0 0 0,16 52 50 0 0,-1 0-1 0 0,0 0 1 0 0,0 1 0 0 0,0-1 0 0 0,1 0 0 0 0,-1 0-1 0 0,0 1 1 0 0,0-1 0 0 0,0 0 0 0 0,0 1 0 0 0,0-1-1 0 0,0 1 1 0 0,-1-1 0 0 0,1 1 0 0 0,0 0 0 0 0,0-1-1 0 0,0 1 1 0 0,0 0 0 0 0,0 0 0 0 0,-1 0 0 0 0,1 0-1 0 0,0 0 1 0 0,0 0 0 0 0,0 0 0 0 0,0 0 0 0 0,-1 0-1 0 0,1 1 1 0 0,-1 0 0 0 0,1-1 129 0 0,-2 1-277 0 0,0 0 1 0 0,0 0-1 0 0,0 1 1 0 0,0-1-1 0 0,0 1 1 0 0,1 0-1 0 0,-1 0 1 0 0,1 0-1 0 0,-1 0 1 0 0,1 0-1 0 0,0 0 1 0 0,-1 1-1 0 0,1-1 1 0 0,1 1-1 0 0,-1 0 1 0 0,-3 5-1 0 0,4-6-116 0 0,-1 1 0 0 0,0 0 0 0 0,1-1 0 0 0,0 1 0 0 0,0 0 0 0 0,0 0 0 0 0,0 0 0 0 0,0 0 0 0 0,0 1 0 0 0,1-1 0 0 0,0 0 0 0 0,-1 0 0 0 0,1 0 0 0 0,1 0 0 0 0,-1 0-1 0 0,0 1 1 0 0,1-1 0 0 0,-1 0 0 0 0,1 0 0 0 0,0 0 0 0 0,0 0 0 0 0,0 0 0 0 0,0 0 0 0 0,1 0 0 0 0,-1-1 0 0 0,1 1 0 0 0,0 0 0 0 0,0-1 0 0 0,0 1 0 0 0,0-1 0 0 0,0 0 0 0 0,4 4 0 0 0,15 8-3617 0 0</inkml:trace>
</inkml:ink>
</file>

<file path=ppt/ink/ink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17:53.5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174 18 3112 0 0,'0'0'2291'0'0,"8"-12"5743"0"0,-8 11-7923 0 0,0 1 1 0 0,0 0 0 0 0,0 0 0 0 0,0-1-1 0 0,0 1 1 0 0,0 0 0 0 0,0 0 0 0 0,0 0-1 0 0,0-1 1 0 0,1 1 0 0 0,-1 0 0 0 0,0 0-1 0 0,0 0 1 0 0,0 0 0 0 0,0-1 0 0 0,0 1-1 0 0,1 0 1 0 0,-1 0 0 0 0,0 0 0 0 0,0 0-1 0 0,0 0 1 0 0,0-1 0 0 0,1 1 0 0 0,-1 0-1 0 0,0 0 1 0 0,0 0 0 0 0,0 0 0 0 0,1 0-1 0 0,-1 0 1 0 0,0 0 0 0 0,0 0 0 0 0,1 0-1 0 0,-1 0 1 0 0,0 0 0 0 0,0 0 0 0 0,0 0-1 0 0,1 0 1 0 0,-1 0 0 0 0,0 0 0 0 0,0 0-1 0 0,1 0 1 0 0,-1 0 0 0 0,0 0 0 0 0,0 0 0 0 0,0 0-1 0 0,1 0 1 0 0,-1 1 0 0 0,0-1 0 0 0,0 0-1 0 0,0 0 1 0 0,1 0 0 0 0,0 16 1207 0 0,-7 25-963 0 0,-102 448 2236 0 0,60-289-2305 0 0,25-103-2129 0 0,17-67-1915 0 0,5-27 1850 0 0</inkml:trace>
</inkml:ink>
</file>

<file path=ppt/ink/ink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17:54.1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378 196 820 0 0,'-34'-78'8769'0'0,"25"62"-7051"0"0,0 0-1 0 0,-18-21 0 0 0,26 35-1511 0 0,-3 3-42 0 0,-1 0-126 0 0,-1 0 0 0 0,1 1 1 0 0,0 0-1 0 0,-1 0 0 0 0,1 0 0 0 0,0 1 0 0 0,0 0 0 0 0,0 0 0 0 0,1 0 0 0 0,-1 1 0 0 0,1-1 0 0 0,0 1 0 0 0,0 0 0 0 0,-4 5 0 0 0,-10 13 338 0 0,-24 35-1 0 0,35-46-234 0 0,-14 20 135 0 0,2 1 0 0 0,1 2 0 0 0,1 0 0 0 0,2 0 0 0 0,1 1 0 0 0,2 1 0 0 0,2 1 0 0 0,-12 71 0 0 0,21-94-232 0 0,0 0 0 0 0,1 0 1 0 0,0 0-1 0 0,1 0 0 0 0,1 0 1 0 0,0 0-1 0 0,1 0 0 0 0,1-1 1 0 0,0 1-1 0 0,9 19 0 0 0,-10-27-25 0 0,-1-1-1 0 0,2 0 0 0 0,-1 1 0 0 0,1-1 1 0 0,-1-1-1 0 0,1 1 0 0 0,1-1 0 0 0,-1 1 1 0 0,1-1-1 0 0,-1 0 0 0 0,1-1 0 0 0,0 1 1 0 0,1-1-1 0 0,-1 0 0 0 0,1 0 1 0 0,-1-1-1 0 0,1 1 0 0 0,0-1 0 0 0,0-1 1 0 0,0 1-1 0 0,0-1 0 0 0,0 0 0 0 0,0 0 1 0 0,0-1-1 0 0,0 1 0 0 0,7-2 1 0 0,-1 0 49 0 0,0-1 0 0 0,0-1 0 0 0,0 0 0 0 0,0 0 0 0 0,-1-1 0 0 0,0 0 1 0 0,0-1-1 0 0,0-1 0 0 0,0 1 0 0 0,-1-2 0 0 0,0 1 0 0 0,0-2 0 0 0,-1 1 1 0 0,1-1-1 0 0,-2-1 0 0 0,1 1 0 0 0,7-12 0 0 0,4-5 14 0 0,-2-2-1 0 0,-1 0 1 0 0,0-1-1 0 0,-2 0 1 0 0,14-39-1 0 0,-16 33-10 0 0,-1-1 0 0 0,-2-1 0 0 0,8-52 0 0 0,-15 70-41 0 0,-1-1-1 0 0,-1 1 0 0 0,-1-1 0 0 0,0 1 0 0 0,-1 0 0 0 0,-2-1 0 0 0,1 1 1 0 0,-11-33-1 0 0,10 42-30 0 0,-1 1 1 0 0,0 0-1 0 0,0-1 1 0 0,-1 1-1 0 0,0 1 0 0 0,0-1 1 0 0,-13-12-1 0 0,15 16-26 0 0,-1 0 1 0 0,0 1-1 0 0,0-1 0 0 0,0 1 0 0 0,-1 0 0 0 0,1 0 0 0 0,-1 1 0 0 0,0 0 0 0 0,0-1 0 0 0,1 2 0 0 0,-1-1 1 0 0,-1 0-1 0 0,1 1 0 0 0,0 0 0 0 0,-5 0 0 0 0,0 0-344 0 0,1 2 0 0 0,0-1 1 0 0,0 1-1 0 0,0 1 0 0 0,0-1 0 0 0,0 2 0 0 0,0-1 1 0 0,-16 8-1 0 0,21-8 5 0 0,0 0 0 0 0,1 0 0 0 0,-1 1 0 0 0,0-1 1 0 0,1 1-1 0 0,-1 0 0 0 0,1 0 0 0 0,0 0 0 0 0,-3 5 1 0 0,4-6-120 0 0,0 1 0 0 0,1 0 1 0 0,0-1-1 0 0,-1 1 1 0 0,1 0-1 0 0,0 0 1 0 0,0 0-1 0 0,0 0 0 0 0,1 0 1 0 0,-1 0-1 0 0,1 0 1 0 0,0 0-1 0 0,0 0 1 0 0,0 5-1 0 0,2 3-4713 0 0</inkml:trace>
</inkml:ink>
</file>

<file path=ppt/ink/ink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17:54.7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712 238 2336 0 0,'1'-9'1372'0'0,"-1"0"0"0"0,1 1 0 0 0,-1-1 0 0 0,-1 1 0 0 0,0-1 0 0 0,-2-11-1 0 0,1 13-935 0 0,1-1-1 0 0,-2 1 1 0 0,1-1-1 0 0,-1 1 0 0 0,0 0 1 0 0,0 0-1 0 0,-1 0 1 0 0,0 1-1 0 0,-1-1 0 0 0,1 1 1 0 0,-1 0-1 0 0,-7-7 1 0 0,9 11-394 0 0,0 0 0 0 0,0 0 1 0 0,-1 0-1 0 0,1 0 1 0 0,-1 0-1 0 0,1 1 0 0 0,-1 0 1 0 0,0-1-1 0 0,0 1 0 0 0,1 1 1 0 0,-1-1-1 0 0,0 1 1 0 0,0-1-1 0 0,0 1 0 0 0,0 0 1 0 0,0 0-1 0 0,0 1 1 0 0,1-1-1 0 0,-1 1 0 0 0,0 0 1 0 0,0 0-1 0 0,0 0 1 0 0,1 1-1 0 0,-6 1 0 0 0,-7 5 30 0 0,-1 1 0 0 0,1 0 0 0 0,-26 21-1 0 0,10-4 93 0 0,2 1-1 0 0,0 1 1 0 0,2 2-1 0 0,1 1 1 0 0,2 1-1 0 0,1 1 1 0 0,2 1-1 0 0,1 1 1 0 0,1 1-1 0 0,2 1 1 0 0,2 1-1 0 0,-14 46 1 0 0,26-69-126 0 0,0 0 1 0 0,1 1-1 0 0,0-1 1 0 0,1 1-1 0 0,1-1 0 0 0,1 1 1 0 0,0-1-1 0 0,3 20 1 0 0,-3-30-28 0 0,1 0 1 0 0,0 0 0 0 0,0-1 0 0 0,1 1 0 0 0,-1 0 0 0 0,1-1-1 0 0,0 1 1 0 0,1-1 0 0 0,-1 1 0 0 0,1-1 0 0 0,-1 0 0 0 0,1 0-1 0 0,1 0 1 0 0,-1 0 0 0 0,0-1 0 0 0,1 0 0 0 0,0 1 0 0 0,0-1-1 0 0,0 0 1 0 0,0-1 0 0 0,0 1 0 0 0,0-1 0 0 0,1 0 0 0 0,-1 0-1 0 0,1 0 1 0 0,0 0 0 0 0,0-1 0 0 0,-1 0 0 0 0,8 1 0 0 0,1-1 51 0 0,1-1 0 0 0,0 0 0 0 0,0 0 1 0 0,0-2-1 0 0,-1 0 0 0 0,1 0 0 0 0,0-1 1 0 0,-1-1-1 0 0,16-7 0 0 0,-4 1 191 0 0,0-1 0 0 0,-1-2 0 0 0,40-27 0 0 0,-32 16-10 0 0,-2-2-1 0 0,-1-1 1 0 0,-2-1 0 0 0,0-1 0 0 0,-2-1 0 0 0,-1-2-1 0 0,-2 0 1 0 0,-1-2 0 0 0,-2 0 0 0 0,-1-1 0 0 0,21-56-1 0 0,-35 78-144 0 0,0 1 0 0 0,-1-1 0 0 0,0 1-1 0 0,-1-1 1 0 0,0 0 0 0 0,-1 0-1 0 0,-1 0 1 0 0,0 0 0 0 0,-3-21 0 0 0,2 26-86 0 0,-1 1 1 0 0,1 0-1 0 0,-2 0 1 0 0,1 0-1 0 0,-1 1 1 0 0,0-1-1 0 0,0 0 1 0 0,-1 1-1 0 0,0 0 1 0 0,0 0-1 0 0,-1 0 1 0 0,1 1-1 0 0,-1-1 1 0 0,0 1-1 0 0,-1 0 1 0 0,1 0-1 0 0,-1 1 1 0 0,-10-6 0 0 0,-3 0-306 0 0,0 1 0 0 0,-1 1 0 0 0,-1 1 0 0 0,1 0 1 0 0,-1 2-1 0 0,0 0 0 0 0,0 2 0 0 0,-1 0 0 0 0,-38 1 1 0 0,17 3-978 0 0,0 1 1 0 0,-1 3 0 0 0,-78 19-1 0 0,-5 15-2568 0 0,45-7-1829 0 0,16-3-2026 0 0</inkml:trace>
</inkml:ink>
</file>

<file path=ppt/ink/ink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17:56.1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341 180 1096 0 0,'-45'-51'8068'0'0,"29"32"-5745"0"0,-23-22 1 0 0,37 40-2283 0 0,0-1 0 0 0,0 1 0 0 0,1 0 0 0 0,-1 0 0 0 0,-1 0 0 0 0,1 0 0 0 0,0 0 0 0 0,0 0 0 0 0,0 1 0 0 0,0-1 0 0 0,-1 1 0 0 0,1-1 0 0 0,0 1 0 0 0,0 0 0 0 0,-1 0 0 0 0,1 0 0 0 0,0 0 0 0 0,-1 1 0 0 0,1-1 0 0 0,0 0 0 0 0,0 1 0 0 0,0 0 0 0 0,-1-1 0 0 0,1 1 0 0 0,0 0 0 0 0,0 0 0 0 0,0 0 0 0 0,0 0 0 0 0,0 1 0 0 0,0-1 0 0 0,1 1 0 0 0,-4 2 0 0 0,-4 5 17 0 0,0 0-1 0 0,0 0 0 0 0,1 1 0 0 0,-10 14 1 0 0,2 1 22 0 0,1 0 1 0 0,2 0-1 0 0,0 2 0 0 0,1 0 1 0 0,2 0-1 0 0,1 1 0 0 0,1 0 1 0 0,2 0-1 0 0,-6 47 1 0 0,11-54-29 0 0,0 0 0 0 0,1 0 1 0 0,2 0-1 0 0,0 0 1 0 0,1 0-1 0 0,6 22 1 0 0,-5-29 17 0 0,1 1 1 0 0,1 0 0 0 0,0-1 0 0 0,1 0 0 0 0,0-1 0 0 0,1 0 0 0 0,1 0 0 0 0,19 22 0 0 0,-20-26 16 0 0,2 0 0 0 0,-1-1 1 0 0,1 0-1 0 0,1-1 0 0 0,-1 0 1 0 0,1-1-1 0 0,0 0 1 0 0,1 0-1 0 0,-1-1 0 0 0,1-1 1 0 0,0 0-1 0 0,0-1 0 0 0,1 0 1 0 0,-1-1-1 0 0,1 0 1 0 0,-1-1-1 0 0,1 0 0 0 0,0-1 1 0 0,17-2-1 0 0,-16 0 2 0 0,-1 0 1 0 0,0 0-1 0 0,0-1 0 0 0,0-1 1 0 0,-1 0-1 0 0,1-1 0 0 0,-1-1 1 0 0,0 0-1 0 0,0 0 0 0 0,-1-1 0 0 0,0 0 1 0 0,0-1-1 0 0,0-1 0 0 0,-1 0 1 0 0,-1 0-1 0 0,1-1 0 0 0,-2 0 1 0 0,11-14-1 0 0,-6 2-46 0 0,-1 0-1 0 0,-1-1 1 0 0,-1 0 0 0 0,-1 0-1 0 0,-1-1 1 0 0,-1-1 0 0 0,-1 1-1 0 0,-1-1 1 0 0,-2 0-1 0 0,2-28 1 0 0,-4 26-38 0 0,-2 0-1 0 0,0 0 1 0 0,-2-1-1 0 0,-1 1 1 0 0,-1 1-1 0 0,-1-1 1 0 0,-1 1-1 0 0,-2 0 0 0 0,-13-30 1 0 0,14 42-27 0 0,1 1 0 0 0,-2-1 0 0 0,-19-23 0 0 0,24 31 11 0 0,-2 1 1 0 0,1-1 0 0 0,0 1-1 0 0,-1 0 1 0 0,0 1 0 0 0,0-1-1 0 0,-1 1 1 0 0,1 1 0 0 0,-13-6 0 0 0,17 8-43 0 0,-1 0 1 0 0,1 0-1 0 0,0 1 0 0 0,-1-1 1 0 0,1 1-1 0 0,0-1 1 0 0,-1 1-1 0 0,1 0 1 0 0,-1 0-1 0 0,1 0 1 0 0,0 1-1 0 0,-1-1 1 0 0,1 0-1 0 0,0 1 1 0 0,-1 0-1 0 0,1-1 1 0 0,0 1-1 0 0,-1 0 0 0 0,1 0 1 0 0,0 0-1 0 0,0 1 1 0 0,0-1-1 0 0,0 0 1 0 0,0 1-1 0 0,0-1 1 0 0,1 1-1 0 0,-1 0 1 0 0,0-1-1 0 0,1 1 1 0 0,-1 0-1 0 0,1 0 1 0 0,0 0-1 0 0,0 0 1 0 0,0 0-1 0 0,0 1 0 0 0,0-1 1 0 0,-1 4-1 0 0,1-2-182 0 0,0 0 0 0 0,1 0-1 0 0,0 0 1 0 0,0 0 0 0 0,0 0-1 0 0,1-1 1 0 0,-1 1 0 0 0,1 0-1 0 0,0 0 1 0 0,0 0 0 0 0,0-1-1 0 0,0 1 1 0 0,1 0 0 0 0,-1-1-1 0 0,1 1 1 0 0,0-1 0 0 0,0 0-1 0 0,5 6 1 0 0,-1-2-723 0 0,0-1-1 0 0,0 0 1 0 0,0 0 0 0 0,1 0 0 0 0,-1-1 0 0 0,1 0-1 0 0,12 6 1 0 0,2 1-3531 0 0</inkml:trace>
</inkml:ink>
</file>

<file path=ppt/ink/ink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17:56.6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255 178 536 0 0,'1'-2'2276'0'0,"0"1"-1917"0"0,0-1 0 0 0,0 1 0 0 0,-1-1 0 0 0,1 1 1 0 0,-1-1-1 0 0,1 1 0 0 0,-1-1 0 0 0,0 0 0 0 0,1 1 0 0 0,-1-1 0 0 0,0 1 0 0 0,0-1 0 0 0,0 0 0 0 0,0 1 0 0 0,-1-1 0 0 0,1 0 0 0 0,0 1 0 0 0,-1-1 0 0 0,1 1 0 0 0,-1-1 0 0 0,0-2 1 0 0,-1 2-101 0 0,1-1 1 0 0,-1 1-1 0 0,1-1 1 0 0,-1 1-1 0 0,0-1 1 0 0,0 1 0 0 0,0 0-1 0 0,0 0 1 0 0,0 0-1 0 0,0 0 1 0 0,-4-2 0 0 0,4 3 8 0 0,-14 1 124 0 0,14 0-365 0 0,0 1 0 0 0,-1-1 0 0 0,1 1 0 0 0,0-1 0 0 0,0 1 0 0 0,0 0 0 0 0,0 0 0 0 0,0 0 0 0 0,0 0 0 0 0,0 1 0 0 0,0-1-1 0 0,-3 3 1 0 0,-19 19 123 0 0,19-18-108 0 0,-13 16 9 0 0,1 0-1 0 0,1 1 0 0 0,1 0 0 0 0,1 1 0 0 0,1 1 0 0 0,2 0 1 0 0,-13 36-1 0 0,18-45-20 0 0,1 1 1 0 0,1 1 0 0 0,0-1-1 0 0,1 0 1 0 0,1 1 0 0 0,1 0-1 0 0,0-1 1 0 0,2 27 0 0 0,0-37 7 0 0,0 0 1 0 0,0 0 0 0 0,1 0 0 0 0,0 0 0 0 0,0 0 0 0 0,0 0 0 0 0,1-1 0 0 0,0 1-1 0 0,0-1 1 0 0,0 1 0 0 0,5 5 0 0 0,-4-7 2 0 0,0-1 0 0 0,-1 1 1 0 0,1-1-1 0 0,0 0 0 0 0,0 0 0 0 0,1-1 1 0 0,-1 1-1 0 0,1-1 0 0 0,-1 0 0 0 0,1 0 1 0 0,0-1-1 0 0,-1 1 0 0 0,1-1 0 0 0,0 0 1 0 0,9 1-1 0 0,-2-1 57 0 0,0-1-1 0 0,0 0 1 0 0,0-1 0 0 0,0 0-1 0 0,-1-1 1 0 0,1 0 0 0 0,0 0-1 0 0,-1-2 1 0 0,20-7 0 0 0,-16 4 22 0 0,0-1-1 0 0,-1 0 1 0 0,-1-1 0 0 0,1-1 0 0 0,-1 0 0 0 0,17-18 0 0 0,-12 9-6 0 0,-1-1-1 0 0,-1 0 0 0 0,-1-1 0 0 0,-1-1 0 0 0,0-1 0 0 0,-2 0 0 0 0,-1 0 1 0 0,15-45-1 0 0,-21 52-64 0 0,-1 0 0 0 0,-1-1 0 0 0,0 0 0 0 0,-1 0-1 0 0,0 0 1 0 0,-2 0 0 0 0,0 0 0 0 0,-1 0 0 0 0,-3-19 0 0 0,3 30-47 0 0,-1-1 1 0 0,1 1-1 0 0,-1 0 0 0 0,0 0 0 0 0,-1 0 1 0 0,1 0-1 0 0,-1 1 0 0 0,0-1 0 0 0,-1 1 1 0 0,1-1-1 0 0,-1 1 0 0 0,0 0 0 0 0,0 1 1 0 0,-1-1-1 0 0,1 1 0 0 0,-1 0 0 0 0,0 0 0 0 0,-1 0 1 0 0,1 1-1 0 0,0-1 0 0 0,-1 1 0 0 0,0 1 1 0 0,0-1-1 0 0,1 1 0 0 0,-2 0 0 0 0,1 0 1 0 0,-8-1-1 0 0,7 2-61 0 0,-1 1 0 0 0,0-1 1 0 0,1 2-1 0 0,-1-1 0 0 0,0 1 0 0 0,1 0 1 0 0,-1 0-1 0 0,1 1 0 0 0,-1 0 0 0 0,1 0 1 0 0,0 1-1 0 0,0 0 0 0 0,0 0 0 0 0,0 1 1 0 0,0 0-1 0 0,-9 7 0 0 0,11-6-393 0 0,-1 0-1 0 0,1-1 1 0 0,0 2 0 0 0,0-1-1 0 0,1 0 1 0 0,0 1 0 0 0,-8 12 0 0 0,10-13-325 0 0,0 0 1 0 0,0 0 0 0 0,0 1 0 0 0,0-1-1 0 0,1 0 1 0 0,0 1 0 0 0,0-1 0 0 0,0 1-1 0 0,1-1 1 0 0,0 11 0 0 0,2-3-3884 0 0</inkml:trace>
</inkml:ink>
</file>

<file path=ppt/ink/ink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17:57.2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506 167 1800 0 0,'-3'-7'1141'0'0,"-1"-1"0"0"0,0 1 0 0 0,-1 0 0 0 0,1 0 0 0 0,-1 1 0 0 0,-9-10 0 0 0,6 8-296 0 0,0 0 1 0 0,-1 1-1 0 0,0 0 1 0 0,-11-6-1 0 0,17 11-772 0 0,0 1 0 0 0,0 0-1 0 0,0 0 1 0 0,-1 0 0 0 0,1 0 0 0 0,-1 0 0 0 0,1 1-1 0 0,0 0 1 0 0,-1 0 0 0 0,1 0 0 0 0,-1 0 0 0 0,1 0-1 0 0,-1 1 1 0 0,1-1 0 0 0,-1 1 0 0 0,1 0 0 0 0,0 0 0 0 0,0 0-1 0 0,-1 0 1 0 0,1 1 0 0 0,0 0 0 0 0,-4 2 0 0 0,-4 3-1 0 0,0 0-1 0 0,0 1 1 0 0,0 1 0 0 0,-10 11 0 0 0,-10 12 156 0 0,2 1-1 0 0,2 1 1 0 0,1 1 0 0 0,2 2-1 0 0,-23 44 1 0 0,33-53-144 0 0,1 2 0 0 0,1-1 0 0 0,2 2 0 0 0,0-1 0 0 0,3 1 0 0 0,0 1 0 0 0,-3 55 0 0 0,9-79-56 0 0,1 1 0 0 0,1-1 1 0 0,-1 1-1 0 0,1-1 0 0 0,1 0 0 0 0,0 1 0 0 0,0-1 0 0 0,0 0 0 0 0,1 0 0 0 0,6 12 0 0 0,-7-16-9 0 0,0-1 1 0 0,1 1-1 0 0,0-1 0 0 0,-1 1 1 0 0,1-1-1 0 0,0 0 0 0 0,1 0 1 0 0,-1 0-1 0 0,0-1 0 0 0,1 1 1 0 0,0-1-1 0 0,-1 1 0 0 0,1-1 1 0 0,0-1-1 0 0,0 1 0 0 0,0 0 1 0 0,0-1-1 0 0,1 0 0 0 0,-1 0 1 0 0,0 0-1 0 0,0-1 0 0 0,6 1 1 0 0,1-1 62 0 0,0 0 0 0 0,1 0 0 0 0,-1-2 0 0 0,0 1 0 0 0,0-1 0 0 0,0-1 0 0 0,0 0 0 0 0,-1-1 0 0 0,1 0 0 0 0,13-7 0 0 0,-9 3 37 0 0,-1-1 0 0 0,0-1 0 0 0,-1 0 0 0 0,0-1 0 0 0,0 0 0 0 0,14-17 0 0 0,-5 1 91 0 0,-2-1 0 0 0,0-1 0 0 0,-2 0 0 0 0,-2-1 0 0 0,0-1 0 0 0,12-39 0 0 0,-20 50-101 0 0,-1 0 1 0 0,-1-1-1 0 0,-2 0 1 0 0,0-1-1 0 0,-1 1 1 0 0,-1-1-1 0 0,-1 1 1 0 0,-1-28-1 0 0,-1 38-95 0 0,-1-1 1 0 0,0 1-1 0 0,-1 0 0 0 0,0 0 0 0 0,0 0 0 0 0,-1 0 0 0 0,0 1 0 0 0,-1 0 1 0 0,-1-1-1 0 0,1 2 0 0 0,-1-1 0 0 0,-1 1 0 0 0,0 0 0 0 0,0 0 0 0 0,-1 1 1 0 0,0 0-1 0 0,-13-10 0 0 0,10 10-2 0 0,0 0 0 0 0,-1 0 0 0 0,0 2 0 0 0,0-1-1 0 0,-1 2 1 0 0,-16-6 0 0 0,22 9-66 0 0,1 0-1 0 0,0 1 0 0 0,-1 0 0 0 0,1 0 0 0 0,-1 0 0 0 0,1 1 1 0 0,-1 0-1 0 0,1 1 0 0 0,-1-1 0 0 0,1 1 0 0 0,-1 0 1 0 0,1 1-1 0 0,0-1 0 0 0,0 1 0 0 0,-9 4 0 0 0,12-4-178 0 0,0 0 0 0 0,0-1 0 0 0,0 1 0 0 0,0 0 0 0 0,0 1 0 0 0,0-1 0 0 0,1 1 0 0 0,-1-1-1 0 0,1 1 1 0 0,0 0 0 0 0,0-1 0 0 0,0 1 0 0 0,0 0 0 0 0,-3 7 0 0 0,4-8-241 0 0,1 0 0 0 0,-1 1 1 0 0,0-1-1 0 0,1 1 1 0 0,0-1-1 0 0,0 1 0 0 0,-1-1 1 0 0,1 1-1 0 0,1-1 0 0 0,-1 1 1 0 0,0-1-1 0 0,1 1 1 0 0,-1-1-1 0 0,1 0 0 0 0,0 1 1 0 0,0-1-1 0 0,0 0 0 0 0,0 1 1 0 0,0-1-1 0 0,0 0 0 0 0,3 4 1 0 0,4 4-5698 0 0</inkml:trace>
</inkml:ink>
</file>

<file path=ppt/ink/ink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17:57.9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297 158 1056 0 0,'-10'-12'5219'0'0,"-21"-18"3443"0"0,30 28-7668 0 0,-1 1-661 0 0,1 1 1 0 0,0-1 0 0 0,0 1-1 0 0,0-1 1 0 0,0 0-1 0 0,0 0 1 0 0,0 1 0 0 0,0-1-1 0 0,0 0 1 0 0,0 0-1 0 0,0 0 1 0 0,0 0 0 0 0,0 0-1 0 0,1 0 1 0 0,-1 0-1 0 0,0-2 1 0 0,-10-18 2103 0 0,10 20-2336 0 0,0-1 444 0 0,-4-5 597 0 0,1 1 1 0 0,-1-1 0 0 0,-5-13-1 0 0,10 19-1118 0 0,-1 0 462 0 0,1 0-465 0 0,-1 1 0 0 0,1-1 0 0 0,0 0 0 0 0,0 1 0 0 0,0-1 0 0 0,0 0 0 0 0,-1 0 0 0 0,1 1 0 0 0,0-1 0 0 0,0 0 0 0 0,0 1 0 0 0,1-1 0 0 0,-1 0 0 0 0,0 0 0 0 0,0 1 0 0 0,0-1 0 0 0,0 0 0 0 0,1 0 0 0 0,3-2-17 0 0,0 1 0 0 0,0 0-1 0 0,0 0 1 0 0,1 0 0 0 0,-1 1 0 0 0,0 0 0 0 0,1 0-1 0 0,-1 0 1 0 0,1 0 0 0 0,8 0 0 0 0,0 0 5 0 0,1 1 1 0 0,20 3 0 0 0,-23-2-12 0 0,0 2 0 0 0,0 0 0 0 0,0 0 0 0 0,0 0 0 0 0,-1 2 0 0 0,0-1 0 0 0,0 1 0 0 0,0 1 0 0 0,0 0 0 0 0,-1 0-1 0 0,0 1 1 0 0,10 9 0 0 0,-14-11-6 0 0,-1 0 0 0 0,1-1-1 0 0,-1 2 1 0 0,0-1 0 0 0,0 0-1 0 0,-1 1 1 0 0,0 0 0 0 0,0-1-1 0 0,0 1 1 0 0,0 0 0 0 0,-1 1-1 0 0,0-1 1 0 0,-1 0 0 0 0,1 1-1 0 0,-1-1 1 0 0,0 1 0 0 0,-1-1-1 0 0,0 1 1 0 0,0-1 0 0 0,0 1-1 0 0,-1 0 1 0 0,-1 6 0 0 0,-2 2 0 0 0,-1-1 1 0 0,0 0-1 0 0,-1 0 1 0 0,0-1-1 0 0,-1 1 1 0 0,-1-2-1 0 0,-17 25 1 0 0,-7 0 4 0 0,-39 37 0 0 0,53-56 0 0 0,-139 117 48 0 0,3-3 105 0 0,154-132-151 0 0,-1 1 0 0 0,1-1 0 0 0,-1 1 0 0 0,1-1 0 0 0,-1 1 0 0 0,1-1 0 0 0,-1 1 1 0 0,1-1-1 0 0,-1 1 0 0 0,1 0 0 0 0,0-1 0 0 0,-1 1 0 0 0,1 0 0 0 0,0-1 0 0 0,0 1 0 0 0,-1 0 0 0 0,1-1 1 0 0,0 1-1 0 0,0 0 0 0 0,0-1 0 0 0,0 1 0 0 0,0 0 0 0 0,0 0 0 0 0,0-1 0 0 0,0 2 0 0 0,1-1 2 0 0,-1 0-1 0 0,1 0 1 0 0,0-1-1 0 0,-1 1 0 0 0,1 0 1 0 0,0-1-1 0 0,0 1 1 0 0,-1-1-1 0 0,1 1 0 0 0,0-1 1 0 0,0 1-1 0 0,0-1 1 0 0,0 1-1 0 0,0-1 0 0 0,-1 0 1 0 0,3 1-1 0 0,7 1 11 0 0,0-1-1 0 0,21 1 1 0 0,-21-1-14 0 0,64 0-102 0 0,112-12-1 0 0,-107 5-302 0 0,192-22-4054 0 0,-94-8-3466 0 0,-116 15 172 0 0,-35 11 770 0 0</inkml:trace>
</inkml:ink>
</file>

<file path=ppt/ink/ink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18:01.0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376 87 1232 0 0,'0'0'1647'0'0,"2"-8"558"0"0,-1 3 1196 0 0,0 4-2944 0 0,-1-1 0 0 0,1 1 0 0 0,0-1 0 0 0,-1 1 0 0 0,1-1 0 0 0,0 1-1 0 0,0 0 1 0 0,0-1 0 0 0,0 1 0 0 0,0 0 0 0 0,0 0 0 0 0,2-2 0 0 0,0 2-308 0 0,-1 0 1 0 0,0 0 0 0 0,1 0 0 0 0,-1 1 0 0 0,0-1 0 0 0,1 1 0 0 0,-1-1 0 0 0,4 1-1 0 0,278-33 1440 0 0,-152 20-1146 0 0,-129 13-434 0 0,15-2 10 0 0,-15 2-16 0 0,1 0-7 0 0,33 0 10 0 0,-34 0-4 0 0,-1 1-5 0 0,3 1 7 0 0,-1 1 0 0 0,0 0 0 0 0,0 0 0 0 0,0 0 1 0 0,0 1-1 0 0,0 0 0 0 0,-1-1 0 0 0,1 1 0 0 0,-1 0 0 0 0,4 7 0 0 0,0 4 4 0 0,-1-1-1 0 0,0 1 1 0 0,-1 0-1 0 0,0 0 1 0 0,3 21-1 0 0,6 81 80 0 0,-8-59-42 0 0,22 243 1359 0 0,-18 513 0 0 0,-12 251 39 0 0,6-872-1466 0 0,17 454 160 0 0,-21-632-130 0 0,1 519 97 0 0,-17-61-81 0 0,13-325 124 0 0,-6 138 771 0 0,-12 86-302 0 0,4 151-342 0 0,38-170 120 0 0,-13-262-173 0 0,-4 33 297 0 0,2 3-285 0 0,-3-46-201 0 0,-2-22-45 0 0,3 11 56 0 0,-3-43-22 0 0,7 48-1 0 0,-5-28 0 0 0,-2-10-8 0 0,0-28 11 0 0,0-1-1 0 0,-1 0 1 0 0,0 0-1 0 0,-1 0 1 0 0,-3 16-1 0 0,3-18-5 0 0,-1-1-1 0 0,-1 0 1 0 0,1-1-1 0 0,-1 1 1 0 0,0 0-1 0 0,0-1 1 0 0,0 1 0 0 0,-1-1-1 0 0,0 0 1 0 0,0 0-1 0 0,0-1 1 0 0,0 1-1 0 0,0-1 1 0 0,-1 0-1 0 0,1 0 1 0 0,-1 0 0 0 0,-6 2-1 0 0,-8 3-85 0 0,0-1 0 0 0,-1 0 0 0 0,0-2 0 0 0,0 0 0 0 0,-25 1 1 0 0,-104 4-1656 0 0,-191-22-3857 0 0,115-14-2236 0 0,93 8-691 0 0</inkml:trace>
</inkml:ink>
</file>

<file path=ppt/ink/ink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18:01.9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 0 1200 0 0,'0'0'5421'0'0,"-7"4"-4199"0"0,3-2-3939 0 0</inkml:trace>
</inkml:ink>
</file>

<file path=ppt/ink/ink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18:02.6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76 1 36 0 0,'-65'20'6041'0'0,"62"-19"-5705"0"0,-5 3-1930 0 0,16-10-821 0 0</inkml:trace>
</inkml:ink>
</file>

<file path=ppt/ink/ink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18:03.7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43 1 520 0 0,'-21'2'1908'0'0,"0"-2"-2680"0"0</inkml:trace>
</inkml:ink>
</file>

<file path=ppt/ink/ink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18:02.3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1 656 0 0,'0'0'5749'0'0,"10"3"-5263"0"0</inkml:trace>
</inkml:ink>
</file>

<file path=ppt/ink/ink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18:03.1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0 964 0 0,'0'0'2428'0'0,"14"5"957"0"0,-35-5-7758 0 0</inkml:trace>
</inkml:ink>
</file>

<file path=ppt/ink/ink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18:04.1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 2628 0 0,'4'-1'1850'0'0,"33"-2"1773"0"0,-34 3-2861 0 0,1 0-145 0 0,11 0-125 0 0,-11 0-104 0 0,12-2 157 0 0,-13 2-199 0 0,62 1 2714 0 0,-63 0-2971 0 0,-17 16-7603 0 0</inkml:trace>
</inkml:ink>
</file>

<file path=ppt/ink/ink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18:05.8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559 97 852 0 0,'3'-2'1512'0'0,"66"-62"8481"0"0,-67 63-9370 0 0,4-7 1027 0 0,3-1 835 0 0,-9 8-2465 0 0,0 1 0 0 0,0 0 0 0 0,0-1 0 0 0,0 1 1 0 0,0 0-1 0 0,0-1 0 0 0,0 1 0 0 0,0 0 0 0 0,0 0 0 0 0,0-1 0 0 0,0 1 0 0 0,0 0 0 0 0,0-1 0 0 0,0 1 1 0 0,0 0-1 0 0,0 0 0 0 0,0-1 0 0 0,-1 1 0 0 0,1 0 0 0 0,0 0 0 0 0,0-1 0 0 0,0 1 0 0 0,0 0 1 0 0,-1 0-1 0 0,1-1 0 0 0,0 1 0 0 0,0 0 0 0 0,-1 0 0 0 0,1 0 0 0 0,0 0 0 0 0,0-1 0 0 0,-1 1 1 0 0,1 0-1 0 0,0 0 0 0 0,0 0 0 0 0,-1 0 0 0 0,1 0 0 0 0,0 0 0 0 0,-1 0 0 0 0,1 0 0 0 0,0 0 1 0 0,-1 0-1 0 0,-4-1 76 0 0,-1 0 0 0 0,1 0 0 0 0,-1 1 1 0 0,0 0-1 0 0,1 0 0 0 0,-1 0 0 0 0,1 1 0 0 0,-1 0 1 0 0,1 0-1 0 0,-1 0 0 0 0,-8 4 0 0 0,-64 28 300 0 0,61-26-300 0 0,-23 12-9 0 0,0 2 0 0 0,1 1 0 0 0,1 2 0 0 0,2 2 0 0 0,0 1 0 0 0,2 2 0 0 0,-46 49 1 0 0,62-57-56 0 0,2 0 0 0 0,0 0 0 0 0,2 2 1 0 0,-19 37-1 0 0,28-49-18 0 0,0 0 0 0 0,0 0-1 0 0,2 1 1 0 0,-1-1 0 0 0,2 1 0 0 0,-1 0 0 0 0,2 0 0 0 0,-1 0-1 0 0,2 0 1 0 0,0 0 0 0 0,0 0 0 0 0,3 16 0 0 0,-1-20 19 0 0,0-1 1 0 0,0 1 0 0 0,1-1-1 0 0,-1 1 1 0 0,2-1-1 0 0,-1 0 1 0 0,1 0 0 0 0,0-1-1 0 0,1 1 1 0 0,0-1-1 0 0,0 0 1 0 0,6 6-1 0 0,-3-5 24 0 0,0 0 0 0 0,1 0 0 0 0,0-1-1 0 0,0-1 1 0 0,1 1 0 0 0,-1-1 0 0 0,22 7-1 0 0,-12-6 117 0 0,1-1 1 0 0,0-1-1 0 0,0-1 0 0 0,0-1 0 0 0,0 0 0 0 0,1-2 0 0 0,-1 0 1 0 0,39-6-1 0 0,-49 4-6 0 0,10-1 296 0 0,0-1 0 0 0,19-7 0 0 0,-33 10-401 0 0,-1-1 0 0 0,0-1 0 0 0,1 1 0 0 0,-1-1 0 0 0,0 0 0 0 0,0 0 0 0 0,0-1 0 0 0,-1 0 0 0 0,1 1 0 0 0,-1-1 0 0 0,7-8 0 0 0,-10 10-43 0 0,9-15-420 0 0</inkml:trace>
</inkml:ink>
</file>

<file path=ppt/ink/ink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18:06.5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287 172 512 0 0,'0'-2'2940'0'0,"-6"-40"7280"0"0,-5 2-4412 0 0,10 34-5428 0 0,0 4-274 0 0,1 0-1 0 0,-1 0 1 0 0,1 0-1 0 0,0 0 1 0 0,0 0-1 0 0,0 0 1 0 0,0 0-1 0 0,0-1 1 0 0,0 1-1 0 0,1 0 1 0 0,-1 0-1 0 0,0 0 1 0 0,1 0-1 0 0,0 0 0 0 0,0 0 1 0 0,-1 0-1 0 0,1 1 1 0 0,0-1-1 0 0,1 0 1 0 0,-1 0-1 0 0,0 0 1 0 0,0 1-1 0 0,1-1 1 0 0,-1 1-1 0 0,3-3 1 0 0,1 0-61 0 0,0 1 0 0 0,1-1 0 0 0,-1 1 0 0 0,1 0 0 0 0,0 0 0 0 0,6-2 0 0 0,-4 2-19 0 0,7 1 1 0 0,-10 2-13 0 0,11 1 11 0 0,1 5-14 0 0,-14-4-7 0 0,0 0 0 0 0,0 0 0 0 0,-1 0 0 0 0,1 0 0 0 0,-1 0 0 0 0,0 1 0 0 0,0-1 0 0 0,0 1 0 0 0,0-1 0 0 0,0 1-1 0 0,0 0 1 0 0,-1-1 0 0 0,1 1 0 0 0,-1 0 0 0 0,0 0 0 0 0,1 5 0 0 0,0-3 5 0 0,-1 1-1 0 0,-1 0 0 0 0,1-1 1 0 0,-1 1-1 0 0,0 0 1 0 0,-1 0-1 0 0,1 0 0 0 0,-3 8 1 0 0,-1 2 4 0 0,-1 0 1 0 0,-1 0 0 0 0,-1-1 0 0 0,0 0-1 0 0,-12 20 1 0 0,-54 72-3 0 0,57-85 25 0 0,-10 13 23 0 0,25-34-57 0 0,0 0-4 0 0,1-1 0 0 0,0 1 0 0 0,-1-1 0 0 0,1 1 0 0 0,0-1 0 0 0,0 1 0 0 0,0-1 0 0 0,-1 1 0 0 0,1-1 0 0 0,0 1 0 0 0,0-1 0 0 0,0 1 0 0 0,0-1 0 0 0,0 1 0 0 0,0 0 0 0 0,0-1 0 0 0,0 1 0 0 0,0-1 0 0 0,0 1 0 0 0,0 0 0 0 0,6 2 7 0 0,1-1 0 0 0,-1 1 0 0 0,1-1 0 0 0,12 2 0 0 0,-10-2-9 0 0,0 0 0 0 0,-1 0 0 0 0,1 1 0 0 0,14 7 0 0 0,-5 1 1 0 0,0 0-1 0 0,-1 2 1 0 0,-1 0 0 0 0,18 18 0 0 0,-25-23 93 0 0,-2 1 1 0 0,1 0 0 0 0,-1 0-1 0 0,0 0 1 0 0,-1 1-1 0 0,-1 0 1 0 0,1 1 0 0 0,-1-1-1 0 0,4 14 1 0 0,-8-20 66 0 0,0 0 0 0 0,0 0 1 0 0,0 0-1 0 0,-1 0 0 0 0,0 0 0 0 0,1 1 0 0 0,-2-1 1 0 0,1 0-1 0 0,0 0 0 0 0,-1 0 0 0 0,1 0 1 0 0,-1 0-1 0 0,-1 0 0 0 0,1 0 0 0 0,0 0 0 0 0,-3 4 1 0 0,1-4 13 0 0,0 1 0 0 0,0-1 0 0 0,0 0 0 0 0,-1 0 0 0 0,1 0 1 0 0,-1 0-1 0 0,0 0 0 0 0,-1-1 0 0 0,1 0 0 0 0,0 0 0 0 0,-6 3 0 0 0,-1-1 6 0 0,0 0 0 0 0,0-1 0 0 0,0 0 0 0 0,0-1 0 0 0,-1 0 0 0 0,1-1-1 0 0,-1 0 1 0 0,0-1 0 0 0,1 0 0 0 0,-20-1 0 0 0,-5-5-113 0 0,1-2 1 0 0,-1-1 0 0 0,1-1 0 0 0,-66-28-1 0 0,93 34-439 0 0,-1-1-1 0 0,1 0 1 0 0,-1 0-1 0 0,1 0 1 0 0,0-1 0 0 0,1 0-1 0 0,-1-1 1 0 0,-11-11-1 0 0,18 16 159 0 0,0-1 1 0 0,0 1-1 0 0,1-1 0 0 0,-1 1 0 0 0,1-1 0 0 0,-1 1 1 0 0,1-1-1 0 0,-1 1 0 0 0,1-1 0 0 0,0 0 0 0 0,0 1 0 0 0,0-1 1 0 0,0 0-1 0 0,0 1 0 0 0,0-1 0 0 0,0 1 0 0 0,0-1 1 0 0,1 0-1 0 0,-1 1 0 0 0,1-1 0 0 0,-1 1 0 0 0,1-1 1 0 0,0 1-1 0 0,-1-1 0 0 0,1 1 0 0 0,0 0 0 0 0,2-3 1 0 0,2-3-1197 0 0,1-1 1 0 0,1 1 0 0 0,10-10 0 0 0,-9 10-245 0 0,13-13-3201 0 0,7-2-2327 0 0</inkml:trace>
</inkml:ink>
</file>

<file path=ppt/ink/ink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18:07.2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42 208 224 0 0,'0'0'2485'0'0,"3"-12"5132"0"0,-19-2-457 0 0,7 14-6889 0 0,8-1 45 0 0,-1 1 0 0 0,1 0 0 0 0,0 0-1 0 0,0 0 1 0 0,0 0 0 0 0,0 0 0 0 0,-1 0 0 0 0,1 0 0 0 0,0 1-1 0 0,0-1 1 0 0,0 0 0 0 0,0 1 0 0 0,-4 1 1895 0 0,42 1-2003 0 0,379-33-36 0 0,-412 29-180 0 0,-1 1 1 0 0,0-1 0 0 0,1 0-1 0 0,-1 0 1 0 0,0 0 0 0 0,1 0 0 0 0,5-4-1 0 0,-6 4 2 0 0,-3 0-1 0 0,1 1 0 0 0,-1-1 0 0 0,1 1 0 0 0,-1 0 0 0 0,0-1 0 0 0,1 1 0 0 0,-1-1-1 0 0,0 0 1 0 0,1 1 0 0 0,-1-1 0 0 0,0 1 0 0 0,0-1 0 0 0,0 1 0 0 0,0-1 0 0 0,1 0 0 0 0,-1 1 0 0 0,0-1 0 0 0,0 1 0 0 0,0-1 0 0 0,0 0 0 0 0,0 1 0 0 0,0-1 0 0 0,0 1 0 0 0,-1-1-1 0 0,1 0 1 0 0,0 1 0 0 0,0-1 0 0 0,0 1 0 0 0,-1-1 0 0 0,1 1 0 0 0,0-1 0 0 0,-1 1 0 0 0,0-2 0 0 0,-13-20-374 0 0,-10-4 150 0 0,-36-31 0 0 0,44 39 114 0 0,16 18 112 0 0,1 0 0 0 0,-1-1 0 0 0,0 1 0 0 0,1 0 0 0 0,-1 0 0 0 0,0 0-1 0 0,1-1 1 0 0,-1 1 0 0 0,0 0 0 0 0,1 0 0 0 0,-1 0 0 0 0,1 0 0 0 0,-1 0 0 0 0,0 0-1 0 0,1 0 1 0 0,-1-1 0 0 0,1 1 0 0 0,-1 0 0 0 0,0 1 0 0 0,1-1 0 0 0,-1 0-1 0 0,1 0 1 0 0,-1 0 0 0 0,0 0 0 0 0,1 0 0 0 0,-1 0 0 0 0,0 0 0 0 0,1 0-1 0 0,-1 1 1 0 0,0-1 0 0 0,1 0 0 0 0,-1 0 0 0 0,1 1 0 0 0,3 1 2 0 0,-1 1-1 0 0,1-1 1 0 0,-1 1 0 0 0,1 0 0 0 0,-1 0-1 0 0,0 0 1 0 0,0 1 0 0 0,0-1 0 0 0,-1 1-1 0 0,1-1 1 0 0,-1 1 0 0 0,3 6 0 0 0,0-2 13 0 0,-1-1-5 0 0,-1-1-1 0 0,0 1 0 0 0,-1 0 1 0 0,1 0-1 0 0,-1 0 0 0 0,0 0 0 0 0,-1 1 1 0 0,0-1-1 0 0,0 0 0 0 0,-1 1 1 0 0,0-1-1 0 0,0 0 0 0 0,0 1 0 0 0,-1-1 1 0 0,0 0-1 0 0,-1 0 0 0 0,-4 13 1 0 0,0 0-32 0 0,-2-1 0 0 0,0-1 0 0 0,-1 1 1 0 0,-1-1-1 0 0,-13 18 0 0 0,12-21-687 0 0,0-1 0 0 0,-1 0 0 0 0,-17 16 0 0 0,21-23-647 0 0,0-1 0 0 0,0 0 0 0 0,0 0 0 0 0,-10 4 0 0 0,12-7-2980 0 0,-11 2-2153 0 0</inkml:trace>
</inkml:ink>
</file>

<file path=ppt/ink/ink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18:08.1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221 45 1484 0 0,'0'0'3822'0'0,"8"-10"-915"0"0,6-4-803 0 0,-13 13-1809 0 0,12-4 758 0 0,6-9 1786 0 0,-22 15-2751 0 0,-16 12-36 0 0,0 0 0 0 0,1 1-1 0 0,1 0 1 0 0,1 2 0 0 0,-18 20 0 0 0,23-25-44 0 0,-11 12 16 0 0,0 2 0 0 0,-27 41 0 0 0,42-57-22 0 0,2 1-1 0 0,-1 0 1 0 0,1 0 0 0 0,1 0 0 0 0,0 1 0 0 0,0 0 0 0 0,1-1 0 0 0,1 1 0 0 0,-1 0 0 0 0,0 23 0 0 0,3-29-67 0 0,1 0 0 0 0,-1 0-1 0 0,1 0 1 0 0,0 0 0 0 0,0 0 0 0 0,1 0 0 0 0,-1 0-1 0 0,1 0 1 0 0,0 0 0 0 0,1-1 0 0 0,-1 1-1 0 0,1-1 1 0 0,0 0 0 0 0,0 0 0 0 0,0 0 0 0 0,1 0-1 0 0,-1 0 1 0 0,1 0 0 0 0,5 3 0 0 0,1 0-766 0 0,0-1 0 0 0,0 0 0 0 0,0 0 0 0 0,1-1 0 0 0,-1-1 0 0 0,1 0 1 0 0,19 5-1 0 0,16 1-3818 0 0</inkml:trace>
</inkml:ink>
</file>

<file path=ppt/ink/ink3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18:08.7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417 121 1840 0 0,'-4'-88'11537'0'0,"4"86"-10927"0"0,0-2 31 0 0,0 3-532 0 0,0 0 1 0 0,0-1-1 0 0,0 1 0 0 0,1 0 0 0 0,-2-1 1 0 0,1 1-1 0 0,0 0 0 0 0,0 0 0 0 0,0-1 1 0 0,-1 1-1 0 0,1 0 0 0 0,0 0 1 0 0,-1-1-1 0 0,1 1 0 0 0,-1 0 0 0 0,0 0 1 0 0,1 0-1 0 0,-2-2 0 0 0,-1 3-79 0 0,1-1 0 0 0,0 1-1 0 0,0-1 1 0 0,-1 1 0 0 0,1 0 0 0 0,0 0-1 0 0,-1 0 1 0 0,1 0 0 0 0,0 1 0 0 0,0-1 0 0 0,-1 0-1 0 0,1 1 1 0 0,0 0 0 0 0,0-1 0 0 0,-1 1-1 0 0,1 0 1 0 0,0 0 0 0 0,0 0 0 0 0,0 1-1 0 0,-2 1 1 0 0,-10 7 44 0 0,-22 19 0 0 0,22-18-1 0 0,-36 32 295 0 0,-68 72 0 0 0,102-98-325 0 0,2 0 0 0 0,0 2 0 0 0,1 0 0 0 0,1 0 0 0 0,0 1 0 0 0,2 1 0 0 0,0 0 0 0 0,-7 23 0 0 0,15-38-32 0 0,1 1 0 0 0,-1 0 1 0 0,1-1-1 0 0,0 1 0 0 0,1 0 0 0 0,0 0 0 0 0,0 0 0 0 0,0 0 1 0 0,1-1-1 0 0,0 1 0 0 0,0 0 0 0 0,1 0 0 0 0,0-1 1 0 0,0 1-1 0 0,0-1 0 0 0,5 9 0 0 0,-3-8 4 0 0,1 0-1 0 0,0-1 0 0 0,0 1 1 0 0,1-1-1 0 0,-1 0 1 0 0,1 0-1 0 0,0-1 1 0 0,1 0-1 0 0,0 0 1 0 0,0 0-1 0 0,0-1 1 0 0,0 0-1 0 0,10 4 1 0 0,1-1-335 0 0,1 0 1 0 0,1-1 0 0 0,-1-1 0 0 0,1-1-1 0 0,34 3 1 0 0,-32-5-2892 0 0,1-2 1 0 0,36-5-1 0 0,-34 2-1903 0 0</inkml:trace>
</inkml:ink>
</file>

<file path=ppt/ink/ink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18:09.1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98 53 436 0 0,'-4'-13'7771'0'0,"4"8"-5842"0"0,0 0 0 0 0,-1 0 0 0 0,1 0 0 0 0,-1 0 1 0 0,-2-5-1 0 0,3 10-1846 0 0,0 0 1 0 0,0-1 0 0 0,0 1 0 0 0,0 0-1 0 0,0 0 1 0 0,0 0 0 0 0,0-1-1 0 0,0 1 1 0 0,0 0 0 0 0,0 0-1 0 0,0 0 1 0 0,0 0 0 0 0,-1-1-1 0 0,1 1 1 0 0,0 0 0 0 0,0 0 0 0 0,0 0-1 0 0,0 0 1 0 0,0-1 0 0 0,0 1-1 0 0,-1 0 1 0 0,1 0 0 0 0,0 0-1 0 0,0 0 1 0 0,0 0 0 0 0,-1 0-1 0 0,1 0 1 0 0,0 0 0 0 0,0 0 0 0 0,0 0-1 0 0,0-1 1 0 0,-1 1 0 0 0,1 0-1 0 0,0 0 1 0 0,0 0 0 0 0,0 0-1 0 0,-1 0 1 0 0,1 0 0 0 0,0 0-1 0 0,0 1 1 0 0,0-1 0 0 0,-1 0 0 0 0,1 0-1 0 0,-10 17-932 0 0,-10 35 992 0 0,5-13-69 0 0,-13 52-1 0 0,25-80-60 0 0,1 1 0 0 0,0-1 0 0 0,1 0 0 0 0,0 1 0 0 0,1-1 0 0 0,0 1 0 0 0,1-1 0 0 0,0 0 0 0 0,5 19 0 0 0,-5-26-2 0 0,0-1 0 0 0,0 1-1 0 0,1 0 1 0 0,-1-1 0 0 0,1 1-1 0 0,0-1 1 0 0,0 1 0 0 0,0-1-1 0 0,1 0 1 0 0,-1 0 0 0 0,1 0-1 0 0,0 0 1 0 0,-1 0-1 0 0,1-1 1 0 0,1 1 0 0 0,-1-1-1 0 0,4 3 1 0 0,-2-3-2 0 0,0 0 1 0 0,0-1-1 0 0,0 1 1 0 0,0-1-1 0 0,0 0 1 0 0,0 0-1 0 0,0 0 0 0 0,0-1 1 0 0,0 0-1 0 0,1 0 1 0 0,8-1-1 0 0,-2-1-3 0 0,-1-1-1 0 0,0 0 1 0 0,0 0-1 0 0,0-1 1 0 0,0-1-1 0 0,-1 0 1 0 0,0 0-1 0 0,0-1 1 0 0,0 0-1 0 0,-1 0 1 0 0,12-11-1 0 0,-5 0-23 0 0,0-1-1 0 0,24-36 1 0 0,-5 4 12 0 0,-3-4 887 0 0,-31 52-213 0 0,-1 18 149 0 0,-3-2-542 0 0,-1-1 0 0 0,0 0 1 0 0,-1 1-1 0 0,-8 15 0 0 0,-4 11 21 0 0,17-38-305 0 0,-27 69 63 0 0,-20 88 0 0 0,41-131-1342 0 0,2 1 0 0 0,-2 32 0 0 0,6-39-1432 0 0,0-1-1 0 0,2 1 0 0 0,6 34 0 0 0,3-7-7610 0 0</inkml:trace>
</inkml:ink>
</file>

<file path=ppt/ink/ink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18:11.0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1286 137 520 0 0,'0'0'1920'0'0,"17"-19"6840"0"0,-17 17-8494 0 0,1-1 1 0 0,-1 1-1 0 0,0-1 1 0 0,-1 1-1 0 0,1-1 1 0 0,0 1-1 0 0,-1-1 0 0 0,1 1 1 0 0,-1-1-1 0 0,0 1 1 0 0,0-1-1 0 0,0 1 1 0 0,0 0-1 0 0,-3-4 1 0 0,3 4-28 0 0,-20-15 926 0 0,1 0-114 0 0,17 16-863 0 0,-18-11 460 0 0,16 9-594 0 0,0 0 1 0 0,0 1-1 0 0,0-1 0 0 0,0 1 1 0 0,0 0-1 0 0,-1 0 1 0 0,1 1-1 0 0,-9-2 1 0 0,-46-2 285 0 0,34 3-10 0 0,23 2-221 0 0,-1 0-22 0 0,-4 0-16 0 0,-2-1-29 0 0,-1 1 1 0 0,0 0-1 0 0,1 1 1 0 0,-1 0-1 0 0,1 1 1 0 0,-1 0-1 0 0,1 1 1 0 0,0 0-1 0 0,-20 9 1 0 0,-43 23 176 0 0,24-11 409 0 0,44-20-588 0 0,0 0 0 0 0,0 0 0 0 0,1 0 0 0 0,0 0 0 0 0,0 1 0 0 0,-6 7 0 0 0,-2 3 45 0 0,-12 13 319 0 0,1 2 0 0 0,1 0 1 0 0,2 1-1 0 0,1 1 0 0 0,-15 37 1 0 0,18-31 223 0 0,2 0 1 0 0,1 1-1 0 0,-7 47 1 0 0,-14 121 897 0 0,30-181-1448 0 0,-3 27 166 0 0,-89 615 1997 0 0,84-590-2055 0 0,-71 547 1009 0 0,33-97-805 0 0,-6 83 25 0 0,-37 593-415 0 0,78-976 0 0 0,-58 641 0 0 0,30-417 0 0 0,40-400 0 0 0,2 1 0 0 0,9 78 0 0 0,-6-111 0 0 0,2 0 0 0 0,0 0 0 0 0,1-1 0 0 0,1 1 0 0 0,1-1 0 0 0,0-1 0 0 0,2 0 0 0 0,0 0 0 0 0,19 28 0 0 0,-19-36-96 0 0,-1 0 1 0 0,1-1-1 0 0,1 0 0 0 0,0-1 1 0 0,0 0-1 0 0,1 0 0 0 0,0-1 1 0 0,0 0-1 0 0,0-1 0 0 0,1-1 1 0 0,0 0-1 0 0,0 0 0 0 0,1-1 1 0 0,-1-1-1 0 0,1 0 0 0 0,0 0 1 0 0,16 0-1 0 0,13-1-446 0 0,0-1 0 0 0,1-3-1 0 0,-1-1 1 0 0,44-10 0 0 0,185-46-5675 0 0,-94 5-2478 0 0,-51 9-2323 0 0</inkml:trace>
</inkml:ink>
</file>

<file path=ppt/ink/ink3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18:12.5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90 51 2276 0 0,'1'-2'1870'0'0,"34"-34"6749"0"0,-33 34-7701 0 0,4-2 1073 0 0,4-2 2852 0 0,-9 6-4787 0 0,-1 0 1 0 0,0 0-1 0 0,0 0 0 0 0,1 0 0 0 0,-1 1 0 0 0,0-1 0 0 0,1 0 0 0 0,-1 0 0 0 0,0 0 0 0 0,0 0 1 0 0,1 1-1 0 0,-1-1 0 0 0,0 0 0 0 0,0 0 0 0 0,0 1 0 0 0,0-1 0 0 0,1 0 0 0 0,-1 0 0 0 0,0 1 1 0 0,0-1-1 0 0,0 0 0 0 0,0 0 0 0 0,0 1 0 0 0,0-1 0 0 0,1 0 0 0 0,-1 1 0 0 0,0-1 0 0 0,0 0 0 0 0,0 1 1 0 0,0-1-1 0 0,0 0 0 0 0,0 0 0 0 0,0 1 0 0 0,0-1 0 0 0,-1 0 0 0 0,1 1 0 0 0,0-1 0 0 0,0 0 1 0 0,0 1-1 0 0,0-1 0 0 0,0 0 0 0 0,0 0 0 0 0,-1 1 0 0 0,-47 237 5088 0 0,0-1-507 0 0,29-133-4637 0 0,7-51 0 0 0,9-36 0 0 0,0-2 0 0 0,0-4 0 0 0,-1-1 0 0 0,0-1-129 0 0,4-7-646 0 0,-4-15-9509 0 0,16 6 4258 0 0,8 0 723 0 0,0 0-2543 0 0</inkml:trace>
</inkml:ink>
</file>

<file path=ppt/ink/ink3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18:13.2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304 106 1392 0 0,'0'0'1906'0'0,"-3"-24"6396"0"0,-1 11-4390 0 0,-1 0 4199 0 0,5 13-8039 0 0,-1 0 0 0 0,1 0-1 0 0,0 0 1 0 0,-1 0 0 0 0,1-1-1 0 0,-1 1 1 0 0,1 0-1 0 0,-1 0 1 0 0,1 0 0 0 0,-1 0-1 0 0,1 0 1 0 0,0 0 0 0 0,-1 0-1 0 0,1 0 1 0 0,-1 0 0 0 0,1 0-1 0 0,-1 1 1 0 0,1-1-1 0 0,-1 0 1 0 0,1 0 0 0 0,0 0-1 0 0,-1 0 1 0 0,1 1 0 0 0,-1-1-1 0 0,1 0 1 0 0,0 0-1 0 0,-1 1 1 0 0,1-1 0 0 0,-1 1-1 0 0,-8 7 74 0 0,0 0 0 0 0,0 0 0 0 0,1 1-1 0 0,0 0 1 0 0,-7 12 0 0 0,-3 3 188 0 0,-14 15 174 0 0,2 2-1 0 0,-39 70 1 0 0,58-89-435 0 0,0 1 1 0 0,1 0-1 0 0,1 1 1 0 0,1 0-1 0 0,1 0 1 0 0,2 1-1 0 0,-4 28 1 0 0,8-44-45 0 0,1 0-1 0 0,-1 1 1 0 0,2-1 0 0 0,-1 0-1 0 0,1 1 1 0 0,1-1-1 0 0,0 0 1 0 0,0 0 0 0 0,5 11-1 0 0,-6-17-15 0 0,1 1 0 0 0,0-1 0 0 0,0 1-1 0 0,0-1 1 0 0,1 0 0 0 0,-1 0 0 0 0,1 0-1 0 0,-1 0 1 0 0,1 0 0 0 0,0-1-1 0 0,0 1 1 0 0,1-1 0 0 0,-1 0 0 0 0,0 0-1 0 0,1 0 1 0 0,-1 0 0 0 0,1-1 0 0 0,0 1-1 0 0,0-1 1 0 0,-1 0 0 0 0,1 0 0 0 0,0 0-1 0 0,7 0 1 0 0,2-1-1 0 0,-1 0 1 0 0,1 0-1 0 0,0-2 0 0 0,0 1 1 0 0,0-2-1 0 0,-1 0 0 0 0,1 0 1 0 0,-1-1-1 0 0,0 0 0 0 0,0-1 1 0 0,13-8-1 0 0,-5 1 5 0 0,0 0 0 0 0,0-1 0 0 0,-2-1 0 0 0,1-1 0 0 0,18-21-1 0 0,-18 17 6 0 0,-1-2-1 0 0,-1 0 0 0 0,0-1 0 0 0,-2-1 0 0 0,-1 0 1 0 0,17-38-1 0 0,-26 50-11 0 0,-1 0-1 0 0,-1 0 1 0 0,0-1 0 0 0,-1 0 0 0 0,0 1 0 0 0,0-1-1 0 0,-1-18 1 0 0,-2 22 11 0 0,1-1 0 0 0,-2 0 0 0 0,1 1 0 0 0,-1-1 0 0 0,-1 1 0 0 0,1-1 0 0 0,-1 1-1 0 0,-1 0 1 0 0,1 0 0 0 0,-2 1 0 0 0,-5-10 0 0 0,1 5-7 0 0,-1 0-1 0 0,-1 0 1 0 0,1 1-1 0 0,-2 0 0 0 0,0 1 1 0 0,0 1-1 0 0,-1-1 1 0 0,0 2-1 0 0,0 0 1 0 0,-1 1-1 0 0,-21-9 1 0 0,13 8-728 0 0,-1 0 1 0 0,-1 2-1 0 0,0 1 0 0 0,1 0 1 0 0,-2 2-1 0 0,-41-1 1 0 0,62 4 189 0 0,0 1 0 0 0,-1 0 0 0 0,1 0 0 0 0,-1 0 0 0 0,1 0 0 0 0,0 0 0 0 0,0 1 0 0 0,-1 0 0 0 0,1 0 0 0 0,1 0 0 0 0,-1 0 0 0 0,0 1 0 0 0,0-1 0 0 0,-5 7 0 0 0,9-9 199 0 0,-1 1 0 0 0,1 0 0 0 0,0-1 0 0 0,-1 1 0 0 0,1 0-1 0 0,0 0 1 0 0,0-1 0 0 0,0 1 0 0 0,0 0 0 0 0,0 0 0 0 0,0-1 0 0 0,0 1 0 0 0,0 0 0 0 0,0 0 0 0 0,0-1 0 0 0,0 1 0 0 0,0 0-1 0 0,0 0 1 0 0,1 1 0 0 0,3 10-8335 0 0</inkml:trace>
</inkml:ink>
</file>

<file path=ppt/ink/ink3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18:14.7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171 313 1940 0 0,'0'0'1641'0'0,"-12"-10"2953"0"0,11 9-4478 0 0,0 1-1 0 0,1-1 0 0 0,-1 0 1 0 0,0 1-1 0 0,0-1 0 0 0,0 0 1 0 0,0 1-1 0 0,0-1 1 0 0,0 1-1 0 0,0-1 0 0 0,0 1 1 0 0,0 0-1 0 0,0-1 0 0 0,0 1 1 0 0,0 0-1 0 0,0 0 0 0 0,0 0 1 0 0,0 0-1 0 0,0 0 0 0 0,0 0 1 0 0,0 0-1 0 0,0 0 0 0 0,0 0 1 0 0,0 0-1 0 0,-2 1 0 0 0,1 0 5 0 0,-1 0 0 0 0,1 1 0 0 0,-1-1 0 0 0,1 1-1 0 0,0-1 1 0 0,0 1 0 0 0,0 0 0 0 0,0 0 0 0 0,0 0 0 0 0,-2 2-1 0 0,-4 9 296 0 0,-1-1-1 0 0,-12 27 0 0 0,19-34-168 0 0,-12 23 328 0 0,2 1 0 0 0,-13 47 0 0 0,21-61-448 0 0,0 1 1 0 0,1-1-1 0 0,1 1 0 0 0,1 0 0 0 0,0 0 1 0 0,3 31-1 0 0,-1-40-66 0 0,0-1-1 0 0,1 1 1 0 0,-1-1 0 0 0,1 1-1 0 0,1-1 1 0 0,-1 0 0 0 0,1 0-1 0 0,1 0 1 0 0,-1 0 0 0 0,1 0 0 0 0,0-1-1 0 0,0 0 1 0 0,0 1 0 0 0,8 6-1 0 0,-4-6 1 0 0,-1-1-1 0 0,1 1 0 0 0,1-1 1 0 0,-1-1-1 0 0,0 0 0 0 0,1 0 1 0 0,0 0-1 0 0,0-1 1 0 0,13 2-1 0 0,0-1 24 0 0,-1-1 0 0 0,1-1 0 0 0,-1-2 1 0 0,1 0-1 0 0,-1-1 0 0 0,1-1 0 0 0,-1 0 0 0 0,30-9 0 0 0,-29 5 16 0 0,-1-1-1 0 0,0-1 0 0 0,0-1 1 0 0,-1-1-1 0 0,0-1 1 0 0,0 0-1 0 0,19-16 0 0 0,-26 16-57 0 0,0 0 0 0 0,0-1 0 0 0,-1 0 0 0 0,-1-1 0 0 0,0 0-1 0 0,-1-1 1 0 0,0 0 0 0 0,-1 0 0 0 0,-1-1 0 0 0,7-16 0 0 0,-8 10-22 0 0,0 1 0 0 0,-1-2 0 0 0,0 1 0 0 0,-2-1 0 0 0,-1 1 1 0 0,-1-1-1 0 0,0 0 0 0 0,-2 0 0 0 0,-1 0 0 0 0,0 0 0 0 0,-6-28 1 0 0,4 36-18 0 0,0 0 0 0 0,-1 0 0 0 0,-1 1 0 0 0,0-1 0 0 0,-1 1 0 0 0,0 0 0 0 0,-1 1 0 0 0,0-1 0 0 0,-1 1 0 0 0,-1 1 0 0 0,0 0 0 0 0,0 0 0 0 0,-1 0 0 0 0,0 1 0 0 0,-1 1 0 0 0,0 0 0 0 0,-1 0 0 0 0,-16-8 0 0 0,18 12-7 0 0,0 0 0 0 0,-1 1 0 0 0,1 1 0 0 0,-1 0 1 0 0,0 0-1 0 0,0 1 0 0 0,0 0 0 0 0,-22 0 1 0 0,28 2-101 0 0,-1 1 1 0 0,1-1-1 0 0,-1 1 1 0 0,1 0-1 0 0,-1 0 1 0 0,1 1-1 0 0,0-1 1 0 0,-10 5-1 0 0,12-4-71 0 0,0 0-1 0 0,1 0 1 0 0,-1 0-1 0 0,1 0 1 0 0,-1 0-1 0 0,1 0 1 0 0,-1 1-1 0 0,1-1 1 0 0,0 1-1 0 0,0-1 1 0 0,0 1-1 0 0,1 0 0 0 0,-1 0 1 0 0,1 0-1 0 0,-3 5 1 0 0,4-4-263 0 0,-1-1 0 0 0,1 1 0 0 0,-1-1 1 0 0,1 1-1 0 0,0-1 0 0 0,0 1 0 0 0,1-1 0 0 0,-1 1 1 0 0,1-1-1 0 0,0 1 0 0 0,-1-1 0 0 0,2 0 0 0 0,-1 1 1 0 0,0-1-1 0 0,1 0 0 0 0,-1 0 0 0 0,1 0 0 0 0,0 0 1 0 0,0 0-1 0 0,3 3 0 0 0,13 13-4463 0 0</inkml:trace>
</inkml:ink>
</file>

<file path=ppt/ink/ink3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18:15.0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73 75 1040 0 0,'104'-68'18282'0'0,"-104"67"-18165"0"0,1 1-1 0 0,-1-1 1 0 0,1 1 0 0 0,-1-1-1 0 0,1 1 1 0 0,-1 0-1 0 0,1-1 1 0 0,0 1-1 0 0,-1-1 1 0 0,1 1-1 0 0,0 0 1 0 0,-1 0-1 0 0,1-1 1 0 0,0 1-1 0 0,0 0 1 0 0,-1 0-1 0 0,1 0 1 0 0,0 0-1 0 0,0 0 1 0 0,-1 0-1 0 0,1 0 1 0 0,0 0 0 0 0,-1 0-1 0 0,1 0 1 0 0,0 0-1 0 0,0 0 1 0 0,-1 1-1 0 0,1-1 1 0 0,0 0-1 0 0,-1 0 1 0 0,1 1-1 0 0,0 0 1 0 0,1 0-255 0 0,0 4 758 0 0,-8 32 19 0 0,-2 0 1 0 0,-1-1 0 0 0,-19 49-1 0 0,-2 7-375 0 0,-35 166-1016 0 0,31-84-4949 0 0,19-98-3126 0 0,7-42 39 0 0</inkml:trace>
</inkml:ink>
</file>

<file path=ppt/ink/ink3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18:15.7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67 12 2768 0 0,'-2'-11'8542'0'0,"-1"13"-8389"0"0,0 0 1 0 0,1 0-1 0 0,-1 0 0 0 0,1 0 0 0 0,-1 1 0 0 0,1-1 0 0 0,0 1 0 0 0,0-1 0 0 0,0 1 0 0 0,0 0 0 0 0,1 0 1 0 0,-1 0-1 0 0,1 0 0 0 0,0 0 0 0 0,0 0 0 0 0,-1 4 0 0 0,-14 62 922 0 0,14-60-922 0 0,-3 20 7 0 0,1 0-1 0 0,2 0 0 0 0,1 1 1 0 0,1-1-1 0 0,1 1 0 0 0,2-1 1 0 0,6 33-1 0 0,-5-47-131 0 0,0 0 1 0 0,1-1-1 0 0,1 0 0 0 0,0 1 1 0 0,1-2-1 0 0,13 23 0 0 0,-13-27 3 0 0,0-1 0 0 0,0 0 0 0 0,0 0-1 0 0,1 0 1 0 0,0-1 0 0 0,1 0 0 0 0,-1 0 0 0 0,1-1-1 0 0,1 0 1 0 0,12 5 0 0 0,-13-7 26 0 0,0 0 1 0 0,1-1-1 0 0,-1 0 0 0 0,1-1 1 0 0,0 0-1 0 0,-1 0 1 0 0,1-1-1 0 0,0-1 0 0 0,0 1 1 0 0,0-2-1 0 0,0 1 1 0 0,13-3-1 0 0,-11 0 51 0 0,1-1 0 0 0,-1 1 0 0 0,0-2 0 0 0,0 0 0 0 0,0 0 0 0 0,-1-1 0 0 0,1-1 0 0 0,18-14-1 0 0,-18 11-28 0 0,1-1 0 0 0,-1 0-1 0 0,-1-1 1 0 0,0 0-1 0 0,-1-1 1 0 0,0 0-1 0 0,-1-1 1 0 0,-1 0-1 0 0,0 0 1 0 0,0-1-1 0 0,-2 0 1 0 0,0 0 0 0 0,-1-1-1 0 0,0 1 1 0 0,3-22-1 0 0,-6 22-45 0 0,-1 0-1 0 0,-1 1 1 0 0,0-1-1 0 0,-1 0 1 0 0,0 0-1 0 0,-1 1 1 0 0,-1-1-1 0 0,-1 1 1 0 0,0 0 0 0 0,0 0-1 0 0,-9-17 1 0 0,9 22-26 0 0,-1 0 0 0 0,-1 1 0 0 0,1-1 0 0 0,-1 1 0 0 0,-1 0 0 0 0,0 0 0 0 0,0 1 0 0 0,0 0 0 0 0,-1 0 0 0 0,0 1 0 0 0,0 0 0 0 0,0 0 0 0 0,-1 1 0 0 0,0 0 0 0 0,0 1 0 0 0,-1 0 0 0 0,-10-4 1 0 0,11 6-10 0 0,1 0 1 0 0,-1 1 0 0 0,1 0 0 0 0,-1 0 0 0 0,0 1 0 0 0,1 0 0 0 0,-1 0 0 0 0,0 1 0 0 0,1 0 0 0 0,-1 0 0 0 0,-9 4 0 0 0,13-4-175 0 0,0 1 1 0 0,0 0-1 0 0,1 0 0 0 0,-1 0 1 0 0,1 0-1 0 0,-1 1 1 0 0,1 0-1 0 0,0 0 0 0 0,0 0 1 0 0,0 0-1 0 0,0 1 1 0 0,1-1-1 0 0,0 1 0 0 0,-1 0 1 0 0,1 0-1 0 0,0 0 1 0 0,1 0-1 0 0,-1 1 0 0 0,1-1 1 0 0,-3 9-1 0 0,4-11-123 0 0,1 1-1 0 0,-1-1 1 0 0,1 0 0 0 0,-1 1-1 0 0,1-1 1 0 0,0 1-1 0 0,0 0 1 0 0,0-1 0 0 0,2 5-1 0 0,5 12-4623 0 0,5-2-1500 0 0</inkml:trace>
</inkml:ink>
</file>

<file path=ppt/ink/ink3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18:16.3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90 350 2356 0 0,'0'0'2260'0'0,"-13"-5"5542"0"0,11 5-7681 0 0,0 0 0 0 0,1 1 0 0 0,-1-1 1 0 0,0 1-1 0 0,1 0 0 0 0,-1 0 0 0 0,0-1 1 0 0,1 1-1 0 0,-1 0 0 0 0,1 0 0 0 0,-1 1 0 0 0,1-1 1 0 0,0 0-1 0 0,-1 0 0 0 0,1 1 0 0 0,-1 1 1 0 0,-2 1 62 0 0,1 1 1 0 0,1 0-1 0 0,-1 0 1 0 0,1 0-1 0 0,-3 7 1 0 0,-1 8 268 0 0,-7 42 1 0 0,12-53-327 0 0,-4 16 88 0 0,2 0 0 0 0,1 0 0 0 0,1 32 0 0 0,1-49-115 0 0,1 1-1 0 0,0-1 1 0 0,0 0 0 0 0,1 1-1 0 0,0-1 1 0 0,1 0 0 0 0,-1 0-1 0 0,1 0 1 0 0,1-1 0 0 0,0 1-1 0 0,0-1 1 0 0,0 0-1 0 0,10 11 1 0 0,-11-14-22 0 0,0-2 1 0 0,0 1-1 0 0,0 0 0 0 0,1-1 1 0 0,-1 1-1 0 0,1-1 0 0 0,-1 0 0 0 0,1 0 1 0 0,0-1-1 0 0,0 1 0 0 0,0-1 1 0 0,0 1-1 0 0,0-1 0 0 0,5 0 1 0 0,-2 0 45 0 0,1-1 1 0 0,-1 0 0 0 0,0 0 0 0 0,1-1 0 0 0,-1 0 0 0 0,0 0 0 0 0,11-4-1 0 0,-1 0 53 0 0,-1-2-1 0 0,0 0 0 0 0,-1 0 0 0 0,0-2 1 0 0,0 0-1 0 0,16-12 0 0 0,-9 3-51 0 0,-1-1 0 0 0,-1 0-1 0 0,0-2 1 0 0,-2 0 0 0 0,0-1 0 0 0,19-31-1 0 0,-30 40-70 0 0,0 0-1 0 0,0 0 1 0 0,-2-1 0 0 0,0 0-1 0 0,7-27 1 0 0,-11 32-22 0 0,1-1 1 0 0,-1 0-1 0 0,-1 1 1 0 0,0-1 0 0 0,0 1-1 0 0,-1-1 1 0 0,0 0 0 0 0,-1 1-1 0 0,-5-18 1 0 0,3 16-13 0 0,0 0 0 0 0,-2 0-1 0 0,1 0 1 0 0,-1 1 0 0 0,-1 0 0 0 0,1 0 0 0 0,-2 1 0 0 0,1-1 0 0 0,-2 2 0 0 0,-8-9 0 0 0,-10-5-101 0 0,0 2 1 0 0,-34-19 0 0 0,28 18-3245 0 0,-33-26 0 0 0,65 46 2950 0 0,0 0 0 0 0,0 0 1 0 0,0 0-1 0 0,1 0 0 0 0,-1 0 1 0 0,0 0-1 0 0,0 0 0 0 0,0 0 0 0 0,1 0 1 0 0,-1 0-1 0 0,1 0 0 0 0,-1 0 0 0 0,1 0 1 0 0,-1-1-1 0 0,1 1 0 0 0,0 0 1 0 0,-1 0-1 0 0,1 0 0 0 0,0-1 0 0 0,0 1 1 0 0,0 0-1 0 0,0-1 0 0 0,0-1 0 0 0,4-8-5358 0 0</inkml:trace>
</inkml:ink>
</file>

<file path=ppt/ink/ink3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18:17.1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293 58 1588 0 0,'0'0'3966'0'0,"3"-8"-1421"0"0,-2 3 1526 0 0,1-7 178 0 0,-4 15-4012 0 0,-30 50 313 0 0,-40 90 0 0 0,59-112-503 0 0,2 1 0 0 0,1 0 0 0 0,1 1 0 0 0,-8 56 1 0 0,16-80-39 0 0,1 1 1 0 0,-1-1-1 0 0,2 1 0 0 0,-1 0 1 0 0,1-1-1 0 0,1 1 1 0 0,-1-1-1 0 0,2 1 1 0 0,-1-1-1 0 0,2 0 1 0 0,6 15-1 0 0,-7-18 39 0 0,1 0-1 0 0,-1-1 1 0 0,2 1-1 0 0,-1-1 0 0 0,0 0 1 0 0,1 0-1 0 0,0-1 1 0 0,0 1-1 0 0,0-1 1 0 0,1 0-1 0 0,0-1 1 0 0,-1 1-1 0 0,1-1 1 0 0,0 0-1 0 0,1-1 1 0 0,-1 1-1 0 0,11 2 1 0 0,-10-4 82 0 0,0 0 0 0 0,-1 0 0 0 0,1 0 0 0 0,0-1 0 0 0,0 0 0 0 0,0 0 0 0 0,0 0 0 0 0,0-1 0 0 0,0 0 0 0 0,0-1 0 0 0,0 0 1 0 0,7-2-1 0 0,-5 0 21 0 0,0 0 1 0 0,0-1-1 0 0,0 0 1 0 0,-1-1 0 0 0,1 0-1 0 0,-1 0 1 0 0,12-12-1 0 0,-8 4-19 0 0,0 0 0 0 0,0-1 0 0 0,-2 0 0 0 0,0 0 0 0 0,0-1 0 0 0,-2-1 0 0 0,0 0 0 0 0,11-33 0 0 0,-11 20-37 0 0,0-1-1 0 0,-2 0 1 0 0,-1 0 0 0 0,1-46 0 0 0,-6 65-87 0 0,0 1-1 0 0,0-1 1 0 0,-1 1 0 0 0,-1-1 0 0 0,0 1 0 0 0,-1-1-1 0 0,0 1 1 0 0,0 0 0 0 0,-2 0 0 0 0,1 0-1 0 0,-1 1 1 0 0,-1 0 0 0 0,1 0 0 0 0,-2 0 0 0 0,-10-13-1 0 0,14 20-33 0 0,0 0 0 0 0,-1 0-1 0 0,0 0 1 0 0,1 0 0 0 0,-1 1-1 0 0,0-1 1 0 0,0 1 0 0 0,0 0-1 0 0,-1 0 1 0 0,1 1 0 0 0,-1-1-1 0 0,1 1 1 0 0,0 0 0 0 0,-1 0-1 0 0,0 0 1 0 0,1 1 0 0 0,-1 0-1 0 0,0 0 1 0 0,1 0 0 0 0,-1 0-1 0 0,1 1 1 0 0,-1-1 0 0 0,0 1-1 0 0,1 0 1 0 0,0 1-1 0 0,-9 3 1 0 0,-2 2-231 0 0,0 0 1 0 0,1 1-1 0 0,0 1 0 0 0,0 0 0 0 0,1 1 0 0 0,-17 16 1 0 0,2 2-746 0 0,1 1 1 0 0,2 1-1 0 0,-25 38 1 0 0,-55 107-7440 0 0,73-108 2151 0 0</inkml:trace>
</inkml:ink>
</file>

<file path=ppt/ink/ink3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18:18.0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305 97 1376 0 0,'-8'8'4198'0'0,"0"2"0"0"0,-12 17 0 0 0,-8 24-221 0 0,-14 59-4507 0 0,33-83 1631 0 0,3-11-1034 0 0,1 1-1 0 0,1 1 0 0 0,1-1 1 0 0,0 1-1 0 0,1-1 0 0 0,1 1 1 0 0,0 0-1 0 0,2-1 0 0 0,0 1 1 0 0,1 0-1 0 0,4 18 0 0 0,-4-30-25 0 0,-1-1 0 0 0,1 0 0 0 0,0 1 1 0 0,1-1-1 0 0,-1 0 0 0 0,1 0 0 0 0,0-1 0 0 0,0 1 0 0 0,1 0 0 0 0,0-1 0 0 0,-1 0 0 0 0,1 0 0 0 0,1 0 0 0 0,-1-1 0 0 0,6 5 0 0 0,-4-4 30 0 0,1-1 0 0 0,1 1 0 0 0,-1-1 0 0 0,0-1 0 0 0,1 1 0 0 0,0-1 0 0 0,-1 0 0 0 0,1-1 0 0 0,15 1 1 0 0,-7-2 41 0 0,-1 0 0 0 0,1-1 0 0 0,-1-1 1 0 0,1-1-1 0 0,-1 0 0 0 0,0-1 0 0 0,0 0 1 0 0,0-2-1 0 0,-1 1 0 0 0,22-13 0 0 0,-20 8-54 0 0,-1-1-1 0 0,0-1 0 0 0,-1 0 0 0 0,0-1 1 0 0,-1-1-1 0 0,0 0 0 0 0,-1 0 0 0 0,-1-2 1 0 0,0 1-1 0 0,16-34 0 0 0,-19 34-4 0 0,-1-1 0 0 0,-1 0 1 0 0,-1 0-1 0 0,0 0 0 0 0,-1-1 0 0 0,0 0 0 0 0,-1 0 0 0 0,-2 0 1 0 0,1 0-1 0 0,-2 0 0 0 0,0 0 0 0 0,-4-24 0 0 0,3 32-45 0 0,-1-1-1 0 0,-1 0 0 0 0,0 1 1 0 0,0-1-1 0 0,-1 1 1 0 0,0 0-1 0 0,0 0 1 0 0,-1 0-1 0 0,0 1 1 0 0,-1 0-1 0 0,0 0 1 0 0,0 0-1 0 0,0 0 0 0 0,-1 1 1 0 0,0 0-1 0 0,-1 1 1 0 0,0 0-1 0 0,0 0 1 0 0,0 0-1 0 0,-1 1 1 0 0,1 0-1 0 0,-1 1 1 0 0,0 0-1 0 0,-1 1 0 0 0,1-1 1 0 0,-1 2-1 0 0,1-1 1 0 0,-1 1-1 0 0,0 1 1 0 0,0 0-1 0 0,0 0 1 0 0,0 1-1 0 0,0 0 0 0 0,1 1 1 0 0,-1 0-1 0 0,-17 5 1 0 0,5 0-266 0 0,0 2-1 0 0,0 0 1 0 0,1 1 0 0 0,1 2 0 0 0,-1 0-1 0 0,2 1 1 0 0,-1 1 0 0 0,2 0 0 0 0,0 2-1 0 0,-22 22 1 0 0,17-13-1000 0 0,1 1 0 0 0,-25 37 0 0 0,27-32-2558 0 0,-29 61 0 0 0,28-40-3135 0 0</inkml:trace>
</inkml:ink>
</file>

<file path=ppt/ink/ink3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18:18.7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135 221 1084 0 0,'-2'-3'2907'0'0,"0"2"-2418"0"0,1-1 0 0 0,-1 0 0 0 0,1 0 0 0 0,0 0 0 0 0,-1 0 0 0 0,1 0-1 0 0,0 0 1 0 0,0 0 0 0 0,1 0 0 0 0,-1 0 0 0 0,0 0 0 0 0,1 0 0 0 0,-1-1 0 0 0,1 1 0 0 0,0 0 0 0 0,0-5 0 0 0,0 3-190 0 0,1 1 1 0 0,0-1-1 0 0,0 0 1 0 0,1 1-1 0 0,-1-1 1 0 0,1 1-1 0 0,-1 0 1 0 0,1-1-1 0 0,0 1 1 0 0,4-5-1 0 0,4-4 264 0 0,1 0-1 0 0,0 1 0 0 0,1 0 0 0 0,0 1 0 0 0,0 0 0 0 0,1 1 0 0 0,24-13 0 0 0,-26 16-387 0 0,1 0-1 0 0,-1 1 0 0 0,1 1 0 0 0,0 0 0 0 0,1 0 0 0 0,-1 1 0 0 0,1 1 1 0 0,-1 0-1 0 0,1 1 0 0 0,14 0 0 0 0,-23 1-143 0 0,0 0 0 0 0,0 0 0 0 0,1 1 0 0 0,-1 0 0 0 0,0 0 0 0 0,0 0 1 0 0,0 0-1 0 0,0 1 0 0 0,0-1 0 0 0,-1 1 0 0 0,1 0 0 0 0,0 0 0 0 0,-1 1 0 0 0,0-1 0 0 0,1 1 0 0 0,-1-1 0 0 0,0 1 0 0 0,3 3 0 0 0,-4-2 7 0 0,1 0-1 0 0,-1 0 0 0 0,0 0 0 0 0,-1 0 0 0 0,1 0 1 0 0,-1 0-1 0 0,1 0 0 0 0,-1 1 0 0 0,0-1 0 0 0,-1 0 1 0 0,1 1-1 0 0,-1-1 0 0 0,0 1 0 0 0,0-1 1 0 0,0 1-1 0 0,-1-1 0 0 0,0 5 0 0 0,-3 7 121 0 0,0 0-1 0 0,-1 0 0 0 0,-1 0 1 0 0,0-1-1 0 0,-2 1 1 0 0,1-1-1 0 0,-19 24 1 0 0,-78 92 1355 0 0,-69 36 1029 0 0,134-132-1978 0 0,-5 0 127 0 0,33-27-494 0 0,0 0 0 0 0,0 1 0 0 0,-15 17-1 0 0,25-26-176 0 0,1 1-1 0 0,-1 0 0 0 0,0-1 1 0 0,1 1-1 0 0,-1 0 0 0 0,1-1 1 0 0,-1 1-1 0 0,1 0 1 0 0,0 0-1 0 0,-1 0 0 0 0,1-1 1 0 0,0 1-1 0 0,-1 0 0 0 0,1 0 1 0 0,0 2-1 0 0,0-3-11 0 0,1 1 0 0 0,0-1 0 0 0,0 1 1 0 0,-1-1-1 0 0,1 1 0 0 0,0-1 0 0 0,0 0 0 0 0,0 1 1 0 0,-1-1-1 0 0,1 0 0 0 0,0 0 0 0 0,0 1 0 0 0,0-1 1 0 0,0 0-1 0 0,0 0 0 0 0,0 0 0 0 0,-1 0 0 0 0,1 0 0 0 0,0 0 1 0 0,2-1-1 0 0,23 0 23 0 0,0-1 1 0 0,1-2-1 0 0,32-8 1 0 0,86-30-415 0 0,-97 27 18 0 0,311-96-5447 0 0,-121 30-5881 0 0,-139 45 1115 0 0</inkml:trace>
</inkml:ink>
</file>

<file path=ppt/ink/ink3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18:19.5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184 241 832 0 0,'2'-3'2108'0'0,"5"-5"-507"0"0,-1 0-1 0 0,0 0 0 0 0,0-1 1 0 0,0 0-1 0 0,5-14 1680 0 0,-14 24-3107 0 0,-2 2-128 0 0,0 0 0 0 0,1 0 0 0 0,-1 1 0 0 0,1-1 0 0 0,-1 1-1 0 0,1 0 1 0 0,0 0 0 0 0,-4 6 0 0 0,-31 43 136 0 0,24-31-90 0 0,-5 7 9 0 0,0 1 1 0 0,2 0-1 0 0,-25 61 1 0 0,38-78-86 0 0,0 1 0 0 0,1-1 0 0 0,0 1 0 0 0,2 0 1 0 0,-1 0-1 0 0,2 0 0 0 0,0 1 0 0 0,0-1 0 0 0,1 0 1 0 0,1 0-1 0 0,1 0 0 0 0,4 21 0 0 0,-4-28-1 0 0,0 1 0 0 0,1-1 1 0 0,0 0-1 0 0,1 0 0 0 0,-1 0 0 0 0,2 0 0 0 0,-1 0 1 0 0,1-1-1 0 0,-1 0 0 0 0,2 0 0 0 0,-1 0 0 0 0,10 7 0 0 0,-6-6 33 0 0,0-1 0 0 0,1 0-1 0 0,0 0 1 0 0,0-1 0 0 0,0 0-1 0 0,1-1 1 0 0,-1 0-1 0 0,12 2 1 0 0,-3-2 108 0 0,1-1 1 0 0,-1 0-1 0 0,0-2 0 0 0,1 0 1 0 0,-1-1-1 0 0,1-1 1 0 0,-1-1-1 0 0,0-1 0 0 0,36-9 1 0 0,-36 5-15 0 0,0 0 1 0 0,-1-1 0 0 0,0-1 0 0 0,0-1 0 0 0,-1-1 0 0 0,0 0-1 0 0,-1-1 1 0 0,0-1 0 0 0,-1 0 0 0 0,0-1 0 0 0,-1-1 0 0 0,-1 0-1 0 0,-1-1 1 0 0,21-33 0 0 0,-17 21-47 0 0,-2 0-1 0 0,-1 0 1 0 0,-2-2-1 0 0,-1 1 1 0 0,-1-1-1 0 0,-1-1 1 0 0,-2 1-1 0 0,-1-1 1 0 0,1-32 0 0 0,-5 40-57 0 0,-1-1 0 0 0,-1 1 0 0 0,-1-1 0 0 0,-1 1 0 0 0,-1-1 0 0 0,-1 1 0 0 0,-14-37 0 0 0,18 57-40 0 0,0 1 0 0 0,0-1 1 0 0,0 1-1 0 0,0 0 0 0 0,-1-1 0 0 0,1 1 1 0 0,-1 0-1 0 0,1 0 0 0 0,-1 0 1 0 0,0 0-1 0 0,0 0 0 0 0,0 0 1 0 0,0 1-1 0 0,0-1 0 0 0,0 0 0 0 0,0 1 1 0 0,-1 0-1 0 0,1 0 0 0 0,0-1 1 0 0,-1 1-1 0 0,1 1 0 0 0,-1-1 1 0 0,1 0-1 0 0,-1 1 0 0 0,1-1 0 0 0,-1 1 1 0 0,0 0-1 0 0,1 0 0 0 0,-1 0 1 0 0,0 0-1 0 0,1 0 0 0 0,-1 0 1 0 0,0 1-1 0 0,-3 1 0 0 0,-4 1 3 0 0,0 1-1 0 0,1 0 1 0 0,-1 0 0 0 0,1 1-1 0 0,0 0 1 0 0,0 1-1 0 0,-14 12 1 0 0,-8 10-592 0 0,0 2 1 0 0,2 1 0 0 0,-45 62-1 0 0,-56 119-2513 0 0,33-9-4500 0 0,68-132 1928 0 0</inkml:trace>
</inkml:ink>
</file>

<file path=ppt/ink/ink3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18:20.5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413 216 2884 0 0,'0'0'2306'0'0,"-8"-9"4836"0"0,6 8-6926 0 0,0 0 0 0 0,-1 1 0 0 0,1 0-1 0 0,0-1 1 0 0,-1 1 0 0 0,1 0 0 0 0,0 0-1 0 0,-1 0 1 0 0,1 1 0 0 0,0-1-1 0 0,-1 0 1 0 0,1 1 0 0 0,0 0 0 0 0,0-1-1 0 0,-1 1 1 0 0,1 0 0 0 0,0 0-1 0 0,0 0 1 0 0,0 0 0 0 0,-3 3 0 0 0,-5 3 129 0 0,1 0 0 0 0,0 0 0 0 0,-9 10 1 0 0,1 1-106 0 0,1 0 1 0 0,1 1 0 0 0,1 0-1 0 0,1 1 1 0 0,-17 34-1 0 0,24-41-197 0 0,0 1-1 0 0,0 0 0 0 0,2 0 0 0 0,0 0 0 0 0,0 1 0 0 0,1-1 1 0 0,1 1-1 0 0,0 0 0 0 0,1 0 0 0 0,2 16 0 0 0,-1-25-4 0 0,0 0-1 0 0,1 0 1 0 0,0 0-1 0 0,1 0 1 0 0,-1 0-1 0 0,1 0 0 0 0,0 0 1 0 0,1-1-1 0 0,-1 1 1 0 0,1-1-1 0 0,0 0 1 0 0,1 0-1 0 0,-1 0 1 0 0,1 0-1 0 0,0 0 1 0 0,0-1-1 0 0,1 1 1 0 0,-1-1-1 0 0,1 0 1 0 0,0-1-1 0 0,0 1 1 0 0,0-1-1 0 0,0 0 1 0 0,1 0-1 0 0,-1-1 1 0 0,1 0-1 0 0,-1 0 0 0 0,12 3 1 0 0,-4-3 54 0 0,-1 0 0 0 0,1-1 1 0 0,-1 0-1 0 0,1-1 0 0 0,0 0 0 0 0,0-1 1 0 0,-1 0-1 0 0,1-1 0 0 0,-1-1 0 0 0,0 0 1 0 0,17-7-1 0 0,-15 4-28 0 0,0 0 1 0 0,0-2-1 0 0,-1 1 1 0 0,0-2-1 0 0,-1 0 1 0 0,0 0-1 0 0,0-1 1 0 0,17-20-1 0 0,-16 15-41 0 0,-1-1 0 0 0,0-1-1 0 0,-1 1 1 0 0,-1-2-1 0 0,-1 1 1 0 0,0-1-1 0 0,-2-1 1 0 0,0 1 0 0 0,-1-1-1 0 0,0-1 1 0 0,-2 1-1 0 0,0-1 1 0 0,-2 0 0 0 0,1-37-1 0 0,-3 42-21 0 0,-2 0 0 0 0,0 0-1 0 0,0 0 1 0 0,-1 0 0 0 0,-1 1-1 0 0,-1 0 1 0 0,0-1 0 0 0,0 1-1 0 0,-2 1 1 0 0,0-1 0 0 0,-15-22-1 0 0,16 28 4 0 0,-1 0-1 0 0,0 1 0 0 0,0-1 0 0 0,-1 1 0 0 0,1 1 0 0 0,-2-1 1 0 0,1 2-1 0 0,0-1 0 0 0,-1 1 0 0 0,0 0 0 0 0,-1 1 1 0 0,1 0-1 0 0,-1 0 0 0 0,1 1 0 0 0,-1 0 0 0 0,0 1 0 0 0,0 0 1 0 0,-14 0-1 0 0,9 1-20 0 0,0 2 0 0 0,0 0 0 0 0,0 0 0 0 0,0 2 0 0 0,0-1 0 0 0,1 2 0 0 0,-1 0 0 0 0,1 1 0 0 0,0 1-1 0 0,0 0 1 0 0,1 0 0 0 0,-1 1 0 0 0,2 1 0 0 0,-1 1 0 0 0,-17 14 0 0 0,12-7-395 0 0,1 1-1 0 0,1 0 1 0 0,0 1-1 0 0,1 1 1 0 0,1 0-1 0 0,0 2 1 0 0,2-1-1 0 0,-20 45 1 0 0,20-34-1524 0 0,-12 49 0 0 0,9-2-4496 0 0,10-32-208 0 0</inkml:trace>
</inkml:ink>
</file>

<file path=ppt/ink/ink3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18:21.4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235 169 452 0 0,'-2'0'3679'0'0,"-11"4"2270"0"0,6-2-5031 0 0,3-1 88 0 0,1-1 0 0 0,-1 1 0 0 0,0 1 0 0 0,1-1 1 0 0,-1 0-1 0 0,-4 3 0 0 0,-3 7-691 0 0,-11 20 944 0 0,2 0 0 0 0,-27 56 0 0 0,30-50-1012 0 0,2 1 1 0 0,2 1 0 0 0,1 0-1 0 0,-9 57 1 0 0,19-86-217 0 0,1-1 1 0 0,0 1 0 0 0,1-1-1 0 0,0 1 1 0 0,0 0 0 0 0,1-1-1 0 0,1 1 1 0 0,-1-1-1 0 0,5 12 1 0 0,-5-17-23 0 0,1 0 0 0 0,-1-1 0 0 0,1 1-1 0 0,0-1 1 0 0,0 1 0 0 0,0-1 0 0 0,1 0 0 0 0,-1 0 0 0 0,1 0 0 0 0,0 0 0 0 0,0 0-1 0 0,0 0 1 0 0,0-1 0 0 0,0 0 0 0 0,0 1 0 0 0,1-1 0 0 0,-1 0 0 0 0,1-1 0 0 0,0 1-1 0 0,-1-1 1 0 0,1 1 0 0 0,0-1 0 0 0,0 0 0 0 0,5 0 0 0 0,5 0 9 0 0,0-1 0 0 0,-1 0 0 0 0,1-1 0 0 0,-1 0 0 0 0,1-1 0 0 0,-1-1 1 0 0,0 0-1 0 0,0 0 0 0 0,0-2 0 0 0,0 0 0 0 0,-1 0 0 0 0,0-1 0 0 0,0 0 0 0 0,0-1 0 0 0,-1-1 1 0 0,11-8-1 0 0,-2 0 4 0 0,0-1 0 0 0,-2-1 0 0 0,0-1 0 0 0,-1 0 0 0 0,-1-1 0 0 0,0-1 0 0 0,18-34 0 0 0,-27 42-15 0 0,0-1-1 0 0,-1 1 1 0 0,-1-1 0 0 0,0 0 0 0 0,-1-1-1 0 0,-1 1 1 0 0,0-1 0 0 0,-1 0-1 0 0,1-15 1 0 0,-3 20-3 0 0,0 1-1 0 0,-1-1 1 0 0,0 1-1 0 0,-1 0 1 0 0,0-1-1 0 0,-1 1 0 0 0,1 0 1 0 0,-2 0-1 0 0,1 1 1 0 0,-1-1-1 0 0,-1 1 1 0 0,1-1-1 0 0,-1 1 1 0 0,-1 1-1 0 0,-7-9 1 0 0,1 2 22 0 0,-2 1-1 0 0,1 1 1 0 0,-2 0 0 0 0,0 1 0 0 0,-22-13 0 0 0,-85-36-496 0 0,83 42-342 0 0,32 15 449 0 0,2 0-711 0 0,1 1 1 0 0,-1 0-1 0 0,0 0 1 0 0,0 0-1 0 0,-9-1 0 0 0,15-9-5322 0 0,7 3-1388 0 0</inkml:trace>
</inkml:ink>
</file>

<file path=ppt/ink/ink3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18:22.1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1423 165 1872 0 0,'-22'-97'15623'0'0,"20"92"-14710"0"0,0-1 0 0 0,1 0 1 0 0,0 1-1 0 0,0-1 0 0 0,1 0 0 0 0,0-10 1 0 0,0 14-847 0 0,2 1 26 0 0,20-3-38 0 0,0 0 0 0 0,0 2 1 0 0,42 1-1 0 0,-16 0-56 0 0,154-1 97 0 0,-107 4-80 0 0,-92-2-28 0 0,0 0 29 0 0,0 1-5 0 0,0-1 0 0 0,0 1 0 0 0,-1 0-1 0 0,1-1 1 0 0,0 1 0 0 0,-1 0 0 0 0,1 1 0 0 0,-1-1 0 0 0,1 0 0 0 0,-1 1-1 0 0,1 0 1 0 0,-1-1 0 0 0,0 1 0 0 0,3 4 0 0 0,-1-2 98 0 0,0 1-1 0 0,-1-1 1 0 0,0 1 0 0 0,0 0 0 0 0,0 1-1 0 0,3 9 1 0 0,0 6 486 0 0,0 1 0 0 0,4 43 0 0 0,-8-52-443 0 0,11 106 1564 0 0,-3 161 0 0 0,-26 119-219 0 0,-55 205-1288 0 0,-42-3 21 0 0,-9 53-109 0 0,13 131-122 0 0,42 1 0 0 0,30 163 0 0 0,34-887 0 0 0,-3 0 0 0 0,-19 81 0 0 0,24-135 0 0 0,-2-1 0 0 0,1 1 0 0 0,-1 0 0 0 0,0-1 0 0 0,-1 0 0 0 0,0 0 0 0 0,0 0 0 0 0,0 0 0 0 0,-1-1 0 0 0,0 1 0 0 0,0-1 0 0 0,-1-1 0 0 0,0 1 0 0 0,0-1 0 0 0,0 0 0 0 0,-9 6 0 0 0,5-6 0 0 0,-1 1 0 0 0,0-1 0 0 0,-1-1 0 0 0,1 0 0 0 0,-1-1 0 0 0,0 0 0 0 0,0-1 0 0 0,0 0 0 0 0,0 0 0 0 0,-13-2 0 0 0,-32-1 0 0 0,0-3 0 0 0,-79-16 0 0 0,46 6 0 0 0,-131-12-2736 0 0,64 15-5131 0 0,-205 11-1 0 0,242 8-4024 0 0</inkml:trace>
</inkml:ink>
</file>

<file path=ppt/ink/ink3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18:26.5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70 430 1740 0 0,'-41'-32'10073'0'0,"40"31"-8618"0"0,-1 0-1104 0 0,1 1 1 0 0,-1-1 0 0 0,1 1-1 0 0,0-1 1 0 0,-1 0 0 0 0,1 1-1 0 0,0-1 1 0 0,0 0-1 0 0,-1 0 1 0 0,1 0 0 0 0,0 0-1 0 0,0 0 1 0 0,0 0 0 0 0,0 0-1 0 0,0 0 1 0 0,0 0-1 0 0,1-1 1 0 0,-1 1 0 0 0,0 0-1 0 0,0-2 1 0 0,-3-8-371 0 0,4 9 102 0 0,1 2-79 0 0,-1-1 0 0 0,0 1 1 0 0,0 0-1 0 0,1-1 0 0 0,-1 1 1 0 0,0-1-1 0 0,0 1 0 0 0,0-1 1 0 0,1 1-1 0 0,-1 0 0 0 0,0-1 0 0 0,0 1 1 0 0,0-1-1 0 0,0 1 0 0 0,0-1 1 0 0,0 1-1 0 0,0-1 0 0 0,0 1 1 0 0,0 0-1 0 0,0-1 0 0 0,0 0 0 0 0,0-12 56 0 0,5-4-24 0 0,-1-1-17 0 0,1 1-1 0 0,1 0 1 0 0,1 0 0 0 0,13-25-1 0 0,-18 39-14 0 0,6-11-3 0 0,1 0 0 0 0,1 1 0 0 0,0 0 0 0 0,0 1 0 0 0,1 0 1 0 0,20-16-1 0 0,-13 14 2 0 0,1 2 1 0 0,1 0 0 0 0,-1 1 0 0 0,2 1 0 0 0,0 1 0 0 0,0 1 0 0 0,37-10 0 0 0,-44 15-6 0 0,0 1 0 0 0,1 0 0 0 0,-1 1 0 0 0,1 0 0 0 0,0 1 0 0 0,-1 1 0 0 0,1 0 0 0 0,-1 1 0 0 0,0 1 0 0 0,1 0 0 0 0,-1 1 0 0 0,0 0 0 0 0,14 7 0 0 0,16 13 5 0 0,-2 1 0 0 0,0 2 0 0 0,53 46 0 0 0,38 26 53 0 0,16-10-64 0 0,-128-79 15 0 0,0-1 0 0 0,0 0 0 0 0,1-2 0 0 0,0-1 0 0 0,36 6 0 0 0,-40-10 58 0 0,1-1 1 0 0,-1 0 0 0 0,1-2-1 0 0,-1 0 1 0 0,1-1-1 0 0,-1-1 1 0 0,0 0-1 0 0,0-2 1 0 0,0 0-1 0 0,-1-1 1 0 0,33-16 0 0 0,-30 11-21 0 0,0-1 1 0 0,-1 0 0 0 0,0-2 0 0 0,-1 0-1 0 0,-1-1 1 0 0,-1-1 0 0 0,0-1 0 0 0,0 0-1 0 0,14-24 1 0 0,-16 22-134 0 0,-1-1 0 0 0,-1-1 0 0 0,-1 0 0 0 0,-1-1-1 0 0,10-30 1 0 0,-19 49-605 0 0,0-1 0 0 0,0 1-1 0 0,0-1 1 0 0,-1 0-1 0 0,1 1 1 0 0,-1-8 0 0 0,-4-5-5921 0 0</inkml:trace>
</inkml:ink>
</file>

<file path=ppt/ink/ink3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18:27.3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68 113 104 0 0,'9'-29'5233'0'0,"-5"16"-2109"0"0,-1 0 1 0 0,0 0-1 0 0,0 0 1 0 0,0-19-1 0 0,1 171-309 0 0,-10-56-2190 0 0,-31 145 0 0 0,9-97-5388 0 0,5-30-5884 0 0,21-86 3437 0 0</inkml:trace>
</inkml:ink>
</file>

<file path=ppt/ink/ink3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18:28.0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305 44 3164 0 0,'7'-15'6178'0'0,"3"-4"332"0"0,-5 9-3025 0 0,-9 17 216 0 0,-10 19-1937 0 0,-225 335-2079 0 0,223-332-1906 0 0,-16 38 0 0 0,27-54-1403 0 0,1 1 0 0 0,-6 26 0 0 0,8-29-3145 0 0</inkml:trace>
</inkml:ink>
</file>

<file path=ppt/ink/ink3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18:29.3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1318 920 0 0,'7'-15'7313'0'0,"-2"5"-5569"0"0,0 0 1 0 0,0 1 0 0 0,0-1-1 0 0,2 1 1 0 0,7-10 0 0 0,-9 13-1488 0 0,1 1 1 0 0,0-1-1 0 0,0 1 1 0 0,0 0-1 0 0,1 1 1 0 0,-1 0-1 0 0,1 0 1 0 0,0 0-1 0 0,0 1 1 0 0,1 0-1 0 0,-1 0 1 0 0,1 1 0 0 0,13-3-1 0 0,-17 4-227 0 0,0 1 1 0 0,1-1-1 0 0,-1 1 1 0 0,1 0-1 0 0,-1 0 0 0 0,0 0 1 0 0,1 1-1 0 0,-1-1 1 0 0,0 1-1 0 0,1 0 1 0 0,-1 1-1 0 0,6 2 0 0 0,-8-3-20 0 0,0 0 0 0 0,0 0 0 0 0,0 0 0 0 0,0 1-1 0 0,0-1 1 0 0,-1 1 0 0 0,1-1 0 0 0,-1 1-1 0 0,1 0 1 0 0,-1 0 0 0 0,1-1 0 0 0,-1 1 0 0 0,0 0-1 0 0,0 0 1 0 0,0 0 0 0 0,0 0 0 0 0,-1 1 0 0 0,1-1-1 0 0,0 0 1 0 0,-1 0 0 0 0,1 0 0 0 0,-1 1 0 0 0,0-1-1 0 0,0 0 1 0 0,0 0 0 0 0,0 1 0 0 0,0-1 0 0 0,-1 3-1 0 0,-2 11 75 0 0,0-1-1 0 0,-1 0 0 0 0,-1 0 0 0 0,0 0 1 0 0,-12 22-1 0 0,-45 70 136 0 0,46-82-189 0 0,-29 44 100 0 0,44-66-70 0 0,-1 2 53 0 0,2-5-108 0 0,0 0-1 0 0,0 0 0 0 0,0 0 1 0 0,0 1-1 0 0,0-1 0 0 0,0 0 0 0 0,0 0 1 0 0,0 0-1 0 0,0 0 0 0 0,0 0 0 0 0,0 0 1 0 0,0 0-1 0 0,0 1 0 0 0,0-1 1 0 0,0 0-1 0 0,0 0 0 0 0,0 0 0 0 0,0 0 1 0 0,0 0-1 0 0,0 0 0 0 0,0 1 1 0 0,0-1-1 0 0,0 0 0 0 0,0 0 0 0 0,0 0 1 0 0,0 0-1 0 0,0 0 0 0 0,0 0 1 0 0,0 0-1 0 0,0 0 0 0 0,0 0 0 0 0,0 1 1 0 0,0-1-1 0 0,1 0 0 0 0,-1 0 0 0 0,0 0 1 0 0,0 0-1 0 0,0 0 0 0 0,0 0 1 0 0,0 0-1 0 0,0 0 0 0 0,0 0 0 0 0,0 0 1 0 0,1 0-1 0 0,-1 0 0 0 0,0 0 1 0 0,0 0-1 0 0,0 0 0 0 0,0 0 0 0 0,0 0 1 0 0,0 0-1 0 0,0 0 0 0 0,1 0 0 0 0,-1 0 1 0 0,0 0-1 0 0,0 0 0 0 0,0 0 1 0 0,0 0-1 0 0,0 0 0 0 0,44-16-575 0 0,0-3-1 0 0,55-32 0 0 0,-40 20-1382 0 0,24-14-2312 0 0,-29 13-1563 0 0,-6 0-2297 0 0</inkml:trace>
  <inkml:trace contextRef="#ctx0" brushRef="#br0" timeOffset="1">1345 148 512 0 0,'4'-40'7619'0'0,"-3"33"-6369"0"0,0 0 0 0 0,0 0 0 0 0,-1 0 0 0 0,0-1 0 0 0,0 1-1 0 0,0 0 1 0 0,-1-1 0 0 0,0 1 0 0 0,-3-10 0 0 0,3 15-1145 0 0,1 1 1 0 0,-1-1 0 0 0,0 1-1 0 0,0-1 1 0 0,1 1-1 0 0,-1 0 1 0 0,0 0-1 0 0,0-1 1 0 0,0 1 0 0 0,0 0-1 0 0,-1 0 1 0 0,1 0-1 0 0,0 0 1 0 0,0 0-1 0 0,-1 0 1 0 0,1 0 0 0 0,0 1-1 0 0,-1-1 1 0 0,1 0-1 0 0,-1 1 1 0 0,1-1-1 0 0,-1 1 1 0 0,-2-1 0 0 0,1 1-62 0 0,-1 0 1 0 0,1 0 0 0 0,-1 0 0 0 0,1 0 0 0 0,-1 1 0 0 0,1 0-1 0 0,-7 1 1 0 0,1 1-11 0 0,0 1 1 0 0,0 0-1 0 0,0 0 0 0 0,0 1 1 0 0,1 0-1 0 0,0 0 0 0 0,-9 8 1 0 0,-47 48 4 0 0,57-54-25 0 0,-25 28-10 0 0,2 1 0 0 0,1 1 0 0 0,2 1 0 0 0,2 2 0 0 0,1 0 0 0 0,2 2 0 0 0,2 0 1 0 0,2 1-1 0 0,-15 53 0 0 0,29-79 10 0 0,0 1 0 0 0,1-1-1 0 0,0 1 1 0 0,2-1 0 0 0,0 1 0 0 0,1 0 0 0 0,4 32 0 0 0,-3-42-85 0 0,1-1 1 0 0,0 0-1 0 0,0 0 0 0 0,0 1 1 0 0,1-1-1 0 0,0-1 1 0 0,1 1-1 0 0,-1 0 0 0 0,1-1 1 0 0,1 0-1 0 0,-1 0 1 0 0,1 0-1 0 0,0-1 0 0 0,0 1 1 0 0,1-1-1 0 0,0 0 1 0 0,0-1-1 0 0,0 1 0 0 0,0-1 1 0 0,0 0-1 0 0,9 3 1 0 0,-3-2-674 0 0,0-1 0 0 0,1 0 0 0 0,0 0 0 0 0,0-2 0 0 0,0 1 1 0 0,14-1-1 0 0,-13-1-1450 0 0,0-1 0 0 0,-1 0 0 0 0,17-4 0 0 0,-3 0-3868 0 0</inkml:trace>
</inkml:ink>
</file>

<file path=ppt/ink/ink3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18:30.5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173 114 2684 0 0,'0'-3'2418'0'0,"-4"-64"12775"0"0,4 65-14525 0 0,6-14 680 0 0,-2 13-1275 0 0,1 0 0 0 0,-1 0 0 0 0,0 1 1 0 0,1-1-1 0 0,0 1 0 0 0,-1 0 0 0 0,1 1 1 0 0,0-1-1 0 0,0 1 0 0 0,0 0 0 0 0,0 0 1 0 0,1 0-1 0 0,-1 1 0 0 0,0 0 0 0 0,0 0 0 0 0,7 1 1 0 0,-8-1-68 0 0,0 1 0 0 0,0 0 0 0 0,-1 0 0 0 0,1 0 0 0 0,0 0 1 0 0,0 1-1 0 0,-1-1 0 0 0,1 1 0 0 0,-1 0 0 0 0,1 0 0 0 0,-1 0 0 0 0,0 1 0 0 0,0-1 1 0 0,0 1-1 0 0,0 0 0 0 0,0-1 0 0 0,0 1 0 0 0,-1 1 0 0 0,0-1 0 0 0,1 0 1 0 0,-1 0-1 0 0,2 6 0 0 0,-2-3 2 0 0,0 1 1 0 0,-1-1-1 0 0,0 1 1 0 0,0-1-1 0 0,0 1 0 0 0,-1 0 1 0 0,1-1-1 0 0,-2 1 1 0 0,1 0-1 0 0,-1 0 0 0 0,0-1 1 0 0,0 1-1 0 0,-1-1 1 0 0,0 1-1 0 0,0-1 1 0 0,-5 10-1 0 0,-6 10 25 0 0,0-1 0 0 0,-26 36-1 0 0,29-46-8 0 0,-7 9 11 0 0,9-15 28 0 0,2 1-1 0 0,-1 0 0 0 0,-8 20 1 0 0,14-28 42 0 0,4-2-84 0 0,1 1-20 0 0,0 0 0 0 0,0-1 1 0 0,0 0-1 0 0,0 1 0 0 0,0-2 0 0 0,1 1 0 0 0,-1 0 1 0 0,7-2-1 0 0,-2 0 1 0 0,0 1-1 0 0,1 0 1 0 0,-1 0 0 0 0,11 2-1 0 0,-9 0-18 0 0,0 1 0 0 0,0 0-1 0 0,0 1 1 0 0,0 0 0 0 0,-1 0-1 0 0,15 8 1 0 0,-21-9 74 0 0,0-1 0 0 0,0 1 0 0 0,-1 1 1 0 0,1-1-1 0 0,-1 0 0 0 0,0 1 0 0 0,1 0 0 0 0,-1-1 0 0 0,0 1 0 0 0,0 1 0 0 0,-1-1 0 0 0,1 0 1 0 0,-1 1-1 0 0,1-1 0 0 0,-1 1 0 0 0,0 0 0 0 0,-1-1 0 0 0,1 1 0 0 0,-1 0 0 0 0,1 0 1 0 0,0 6-1 0 0,-2-5 99 0 0,0 0 0 0 0,-1-1 1 0 0,0 1-1 0 0,0 0 1 0 0,0-1-1 0 0,0 1 0 0 0,-1-1 1 0 0,1 1-1 0 0,-1-1 1 0 0,0 0-1 0 0,-1 0 0 0 0,1 0 1 0 0,-1 0-1 0 0,1 0 1 0 0,-1 0-1 0 0,0-1 0 0 0,-1 1 1 0 0,1-1-1 0 0,-5 4 0 0 0,-7 5 88 0 0,-1 0-1 0 0,0-1 0 0 0,-22 11 1 0 0,12-11-376 0 0,0 0-1 0 0,-1-2 1 0 0,0-1 0 0 0,0-2 0 0 0,-1 0 0 0 0,-36 2 0 0 0,29-8-2538 0 0,22-2-1159 0 0,1-1 0 0 0,0 1 0 0 0,-18-8 0 0 0</inkml:trace>
</inkml:ink>
</file>

<file path=ppt/ink/ink3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18:31.4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625 109 1236 0 0,'1'-3'1945'0'0,"18"-59"9952"0"0,-18 60-11056 0 0,-2 0-618 0 0,1 0-112 0 0,0 1 0 0 0,-1-1 0 0 0,1 1 0 0 0,0 0 1 0 0,-1-1-1 0 0,1 1 0 0 0,-1 0 0 0 0,0-1 0 0 0,1 1 0 0 0,-1 0 0 0 0,0-1 1 0 0,0 1-1 0 0,0 0 0 0 0,0 0 0 0 0,0 0 0 0 0,0 0 0 0 0,0 0 1 0 0,0 0-1 0 0,-1 0 0 0 0,1 1 0 0 0,0-1 0 0 0,0 0 0 0 0,-1 1 0 0 0,1-1 1 0 0,-3 0-1 0 0,-3-2-55 0 0,0 1 1 0 0,0 0 0 0 0,0 1 0 0 0,0 0-1 0 0,0 0 1 0 0,0 0 0 0 0,0 1-1 0 0,0 0 1 0 0,-8 1 0 0 0,-9 1 48 0 0,-38 9 0 0 0,41-5-88 0 0,0 0 0 0 0,1 1 0 0 0,0 1 0 0 0,0 1 0 0 0,0 1-1 0 0,2 0 1 0 0,-1 2 0 0 0,1 0 0 0 0,1 1 0 0 0,0 0 0 0 0,1 2 0 0 0,0 0 0 0 0,1 1 0 0 0,1 0-1 0 0,1 1 1 0 0,0 1 0 0 0,1 0 0 0 0,1 0 0 0 0,0 2 0 0 0,-11 30 0 0 0,6-6 105 0 0,2 1-1 0 0,2 1 1 0 0,1 0 0 0 0,-7 89 0 0 0,9 193 1678 0 0,9-263-1488 0 0,-14 877 2089 0 0,7 750-1212 0 0,49 355 440 0 0,-43-1704-1385 0 0,5 448 270 0 0,-3-691-473 0 0,7 151-116 0 0,-2-174 46 0 0,19 94 0 0 0,-23-160 33 0 0,1-1 0 0 0,0 0 0 0 0,0 0-1 0 0,1 0 1 0 0,6 13 0 0 0,-8-20-2 0 0,0 0 0 0 0,-1-1 0 0 0,1 1 0 0 0,0 0-1 0 0,1-1 1 0 0,-1 0 0 0 0,0 1 0 0 0,1-1 0 0 0,-1 0 0 0 0,1 0 0 0 0,-1 0-1 0 0,1-1 1 0 0,0 1 0 0 0,0-1 0 0 0,0 1 0 0 0,0-1 0 0 0,0 0 0 0 0,0 0 0 0 0,0 0-1 0 0,1-1 1 0 0,-1 1 0 0 0,4 0 0 0 0,6-2-4 0 0,-1 0 1 0 0,1 0-1 0 0,-1-1 0 0 0,0 0 0 0 0,1-1 1 0 0,-1-1-1 0 0,-1 0 0 0 0,21-9 0 0 0,6-8-227 0 0,42-27 1 0 0,15-17-798 0 0,-2-4 0 0 0,-4-5-1 0 0,86-89 1 0 0,80-133-4944 0 0,-221 250 2835 0 0,-1-2 0 0 0,26-54 0 0 0,-27 37-3344 0 0</inkml:trace>
</inkml:ink>
</file>

<file path=ppt/ink/ink3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18:39.4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88 12 1132 0 0,'9'-11'15578'0'0,"-8"16"-13018"0"0,-1 19-570 0 0,-2 30-786 0 0,-52 403 3246 0 0,21-300-5688 0 0,24-138-4719 0 0</inkml:trace>
</inkml:ink>
</file>

<file path=ppt/ink/ink3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18:40.8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290 4 1968 0 0,'0'0'9053'0'0,"-16"-4"-1570"0"0,12 6-7416 0 0,1-1 1 0 0,-1 1 0 0 0,1 0-1 0 0,-1 1 1 0 0,1-1 0 0 0,-1 0-1 0 0,1 1 1 0 0,0 0 0 0 0,0 0-1 0 0,0 0 1 0 0,-2 3 0 0 0,-33 45 299 0 0,24-31-126 0 0,-11 15 53 0 0,2 1 0 0 0,2 0 0 0 0,1 2 0 0 0,1 1 0 0 0,2 0 0 0 0,3 1 1 0 0,0 0-1 0 0,-7 45 0 0 0,19-74-243 0 0,0 1 1 0 0,1 0-1 0 0,1 0 1 0 0,0 0-1 0 0,1 0 0 0 0,0 0 1 0 0,0-1-1 0 0,1 1 1 0 0,1 0-1 0 0,0-1 1 0 0,7 18-1 0 0,-6-22-26 0 0,-1 0 0 0 0,1 0-1 0 0,0-1 1 0 0,0 1 0 0 0,1-1 0 0 0,0 0-1 0 0,0 0 1 0 0,1-1 0 0 0,-1 0 0 0 0,1 0-1 0 0,0 0 1 0 0,1-1 0 0 0,-1 1-1 0 0,1-1 1 0 0,0-1 0 0 0,0 0 0 0 0,0 0-1 0 0,14 4 1 0 0,-8-4 8 0 0,0 0 0 0 0,0-1 0 0 0,0 0 1 0 0,0-2-1 0 0,0 1 0 0 0,0-2 0 0 0,1 1 0 0 0,-1-2 0 0 0,0 0 0 0 0,-1 0 0 0 0,1-1 0 0 0,0-1 1 0 0,-1 0-1 0 0,1-1 0 0 0,12-7 0 0 0,-11 5 13 0 0,-1-2-1 0 0,0 1 1 0 0,-1-1 0 0 0,0-1-1 0 0,-1 0 1 0 0,1-1 0 0 0,-2 0-1 0 0,0-1 1 0 0,0 0 0 0 0,-1-1-1 0 0,-1 1 1 0 0,12-24 0 0 0,-9 11 5 0 0,0 0 1 0 0,-2 0-1 0 0,-1-1 1 0 0,-2 0-1 0 0,0 0 1 0 0,4-54-1 0 0,-9 64-43 0 0,-1 0-1 0 0,0 0 0 0 0,-1 0 1 0 0,-1 0-1 0 0,-1 0 0 0 0,0 0 0 0 0,-1 0 1 0 0,0 1-1 0 0,-2-1 0 0 0,0 1 0 0 0,0 1 1 0 0,-17-28-1 0 0,20 37-88 0 0,-1 0 0 0 0,0 0-1 0 0,0 1 1 0 0,-1-1 0 0 0,1 1 0 0 0,-1 0 0 0 0,0 0 0 0 0,0 1-1 0 0,0-1 1 0 0,0 1 0 0 0,-1 0 0 0 0,0 1 0 0 0,1-1-1 0 0,-1 1 1 0 0,0 0 0 0 0,0 0 0 0 0,0 1 0 0 0,0 0 0 0 0,0 0-1 0 0,0 0 1 0 0,-1 1 0 0 0,1 0 0 0 0,0 0 0 0 0,0 1-1 0 0,0-1 1 0 0,-1 1 0 0 0,-7 3 0 0 0,9-2-240 0 0,-1 0 0 0 0,0 0 0 0 0,0 1 0 0 0,1 0 0 0 0,-1 0 0 0 0,1 1 0 0 0,0 0 0 0 0,0-1 0 0 0,0 2 0 0 0,1-1 0 0 0,0 0 0 0 0,-1 1 0 0 0,1 0 0 0 0,1 0 0 0 0,-1 0 0 0 0,1 1 0 0 0,-5 10 0 0 0,-2 17-3069 0 0,10-10-1629 0 0,5-6-1354 0 0</inkml:trace>
</inkml:ink>
</file>

<file path=ppt/ink/ink3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18:41.3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388 127 572 0 0,'-12'-22'6053'0'0,"9"15"-5042"0"0,-1 0 1 0 0,1 1-1 0 0,-1 0 1 0 0,-1 0-1 0 0,1 0 1 0 0,-7-5-1 0 0,10 9-916 0 0,-1 1-1 0 0,0-1 1 0 0,1 1-1 0 0,-1 0 1 0 0,0 0-1 0 0,0 0 1 0 0,0 0-1 0 0,1 0 1 0 0,-1 0-1 0 0,0 1 1 0 0,-1-1-1 0 0,1 0 1 0 0,0 1-1 0 0,0 0 1 0 0,0-1-1 0 0,0 1 1 0 0,0 0-1 0 0,0 0 1 0 0,0 0-1 0 0,0 1 1 0 0,-4 0 0 0 0,0 0 68 0 0,0 1 1 0 0,0 0 0 0 0,0 1 0 0 0,0 0-1 0 0,0 0 1 0 0,-9 6 0 0 0,-5 6 59 0 0,0 1 1 0 0,1 1-1 0 0,1 1 1 0 0,0 0-1 0 0,2 1 1 0 0,0 1-1 0 0,1 0 1 0 0,1 1-1 0 0,1 1 0 0 0,1 0 1 0 0,1 1-1 0 0,1 0 1 0 0,1 1-1 0 0,1 0 1 0 0,1 0-1 0 0,1 1 1 0 0,1 0-1 0 0,2 0 1 0 0,-2 33-1 0 0,5-51-180 0 0,0 0 0 0 0,1 0 0 0 0,0 0-1 0 0,0 0 1 0 0,0-1 0 0 0,1 1 0 0 0,0 0 0 0 0,0-1 0 0 0,1 1 0 0 0,0-1 0 0 0,0 0-1 0 0,0 0 1 0 0,1 0 0 0 0,0 0 0 0 0,0-1 0 0 0,0 0 0 0 0,1 0 0 0 0,0 0-1 0 0,0 0 1 0 0,0 0 0 0 0,12 7 0 0 0,-9-8 58 0 0,0 0 1 0 0,1 0-1 0 0,-1-1 0 0 0,1 0 0 0 0,0 0 1 0 0,0-1-1 0 0,0 0 0 0 0,0 0 0 0 0,0-1 0 0 0,0 0 1 0 0,0-1-1 0 0,0 0 0 0 0,1-1 0 0 0,-1 0 1 0 0,0 0-1 0 0,9-3 0 0 0,-1-1 49 0 0,-1 0-1 0 0,0-2 1 0 0,0 0 0 0 0,0 0-1 0 0,-1-2 1 0 0,0 0 0 0 0,-1-1-1 0 0,0 0 1 0 0,-1-1 0 0 0,0 0-1 0 0,0-1 1 0 0,20-26 0 0 0,-17 17-27 0 0,0-1 1 0 0,-2 0-1 0 0,0-1 1 0 0,-2-1 0 0 0,-1 0-1 0 0,0-1 1 0 0,11-44-1 0 0,-19 56-88 0 0,0 0-1 0 0,-1 0 0 0 0,0 0 0 0 0,-1-1 0 0 0,-1 1 0 0 0,0 0 0 0 0,-1 0 0 0 0,0 0 1 0 0,-1 0-1 0 0,-1 0 0 0 0,-5-17 0 0 0,5 22-25 0 0,0 0-1 0 0,0 0 1 0 0,-1 1-1 0 0,0 0 1 0 0,-1-1-1 0 0,1 1 1 0 0,-2 1-1 0 0,1-1 1 0 0,-1 1 0 0 0,1 0-1 0 0,-2 0 1 0 0,1 1-1 0 0,-1 0 1 0 0,0 0-1 0 0,0 0 1 0 0,0 1-1 0 0,0 0 1 0 0,-14-5 0 0 0,5 4-50 0 0,0 0 0 0 0,0 2 0 0 0,0 0 0 0 0,-1 1 0 0 0,1 0 0 0 0,0 2 0 0 0,-1 0 0 0 0,1 0 0 0 0,-1 2 0 0 0,-18 3 0 0 0,21-2-288 0 0,0 0 1 0 0,1 1 0 0 0,-1 0-1 0 0,1 1 1 0 0,0 1-1 0 0,0 0 1 0 0,1 1 0 0 0,-1 0-1 0 0,1 1 1 0 0,1 0 0 0 0,0 1-1 0 0,-11 10 1 0 0,18-14-35 0 0,0-1 0 0 0,0 1 0 0 0,1 0 0 0 0,0 0 0 0 0,0 0 0 0 0,0 1 1 0 0,0-1-1 0 0,1 1 0 0 0,-2 8 0 0 0,3-11-161 0 0,0 0 1 0 0,0 1-1 0 0,1-1 0 0 0,0 0 1 0 0,0 1-1 0 0,0-1 0 0 0,0 0 1 0 0,0 1-1 0 0,0-1 0 0 0,1 0 1 0 0,0 0-1 0 0,0 1 0 0 0,0-1 1 0 0,0 0-1 0 0,0 0 0 0 0,0 0 1 0 0,1 0-1 0 0,2 3 0 0 0,8 9-6344 0 0</inkml:trace>
</inkml:ink>
</file>

<file path=ppt/ink/ink3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18:41.9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478 158 108 0 0,'43'-54'11046'0'0,"-42"52"-10799"0"0,0 1 1 0 0,0-1-1 0 0,-1 0 0 0 0,1 0 0 0 0,-1 0 0 0 0,1 0 0 0 0,-1 0 0 0 0,0 0 0 0 0,0-1 0 0 0,0 1 1 0 0,0 0-1 0 0,0 0 0 0 0,-1 0 0 0 0,1 0 0 0 0,-1 0 0 0 0,1 0 0 0 0,-1 0 0 0 0,1 0 0 0 0,-1 0 0 0 0,-1-2 1 0 0,1 3-104 0 0,0-1-69 0 0,0 1 0 0 0,1 0 1 0 0,-1 0-1 0 0,0 0 1 0 0,0 0-1 0 0,0 1 0 0 0,0-1 1 0 0,0 0-1 0 0,-1 0 1 0 0,1 1-1 0 0,0-1 0 0 0,0 0 1 0 0,0 1-1 0 0,-1-1 1 0 0,1 1-1 0 0,0 0 1 0 0,0-1-1 0 0,-1 1 0 0 0,1 0 1 0 0,0 0-1 0 0,-1 0 1 0 0,-1 0-1 0 0,-32 2 727 0 0,16 3-454 0 0,1 0 1 0 0,0 2-1 0 0,0 0 0 0 0,1 1 1 0 0,-33 20-1 0 0,19-8-21 0 0,0 2-1 0 0,-29 29 0 0 0,36-29-183 0 0,1 1-1 0 0,1 1 0 0 0,1 2 1 0 0,-21 33-1 0 0,33-46-86 0 0,1 1-1 0 0,1 0 1 0 0,0 0 0 0 0,1 1-1 0 0,1-1 1 0 0,0 2 0 0 0,1-1-1 0 0,0 0 1 0 0,2 1 0 0 0,-2 27-1 0 0,4-37 2 0 0,0 1 0 0 0,0-1 0 0 0,1 1-1 0 0,0-1 1 0 0,0 0 0 0 0,1 1 0 0 0,0-1-1 0 0,0 0 1 0 0,0 0 0 0 0,1 0-1 0 0,0-1 1 0 0,0 1 0 0 0,0 0 0 0 0,1-1-1 0 0,0 0 1 0 0,0 0 0 0 0,0 0 0 0 0,0 0-1 0 0,1-1 1 0 0,0 0 0 0 0,0 0-1 0 0,0 0 1 0 0,1 0 0 0 0,-1-1 0 0 0,1 0-1 0 0,11 5 1 0 0,-5-4 161 0 0,0-1 0 0 0,-1 0 0 0 0,1-1 0 0 0,0 0 0 0 0,0 0 0 0 0,1-2 0 0 0,-1 1 0 0 0,0-2 0 0 0,0 1 0 0 0,0-2 0 0 0,0 1 0 0 0,0-2 0 0 0,18-5 0 0 0,-7-1-15 0 0,1-1 0 0 0,-1-1 0 0 0,0-1 0 0 0,-1-1 0 0 0,-1-1 0 0 0,0 0 0 0 0,-1-2 0 0 0,22-22 1 0 0,-21 17-61 0 0,-1-1-1 0 0,-2 0 1 0 0,0-2 0 0 0,-1 0 0 0 0,-1-1 0 0 0,23-50 0 0 0,-34 63-92 0 0,0 0 0 0 0,-1-1 0 0 0,0 0 0 0 0,-1 0 0 0 0,0 0 0 0 0,-1 0 0 0 0,-1 0 0 0 0,0 0 0 0 0,-2-24 0 0 0,0 29-53 0 0,0 0 0 0 0,-1 1 1 0 0,1-1-1 0 0,-2 0 1 0 0,1 1-1 0 0,-1 0 0 0 0,0-1 1 0 0,-1 1-1 0 0,0 1 0 0 0,0-1 1 0 0,0 0-1 0 0,-1 1 1 0 0,0 0-1 0 0,0 0 0 0 0,-1 0 1 0 0,1 1-1 0 0,-12-8 1 0 0,5 5-288 0 0,-1 0 0 0 0,0 1 0 0 0,-1 1 0 0 0,0 0 1 0 0,0 1-1 0 0,0 1 0 0 0,0 0 0 0 0,-1 1 0 0 0,1 0 1 0 0,-1 1-1 0 0,0 1 0 0 0,0 0 0 0 0,0 1 0 0 0,-27 4 1 0 0,8 0-1325 0 0,-1 3 0 0 0,1 1 1 0 0,1 1-1 0 0,0 2 0 0 0,-39 18 1 0 0,13-2-4228 0 0,2 2-3218 0 0</inkml:trace>
</inkml:ink>
</file>

<file path=ppt/ink/ink3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18:47.3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203 102 2528 0 0,'-11'-3'2645'0'0,"-7"0"9094"0"0,7 9-11446 0 0,0 6-52 0 0,0 1 0 0 0,1 1 0 0 0,1 0 1 0 0,0 0-1 0 0,1 0 0 0 0,-8 22 0 0 0,-33 98 657 0 0,46-126-863 0 0,-7 26 123 0 0,1 0 1 0 0,-4 35 0 0 0,11-53-61 0 0,0 1 0 0 0,1-1-1 0 0,1 1 1 0 0,1-1 0 0 0,0 1 0 0 0,5 22 0 0 0,-4-31-36 0 0,0-1 1 0 0,0 0-1 0 0,1 0 0 0 0,0 0 0 0 0,0 0 0 0 0,1 0 1 0 0,0-1-1 0 0,0 0 0 0 0,0 0 0 0 0,1 0 0 0 0,0 0 1 0 0,0 0-1 0 0,0-1 0 0 0,1 0 0 0 0,8 5 0 0 0,-5-4 40 0 0,0-1 1 0 0,1 0-1 0 0,0-1 0 0 0,0 0 0 0 0,0 0 0 0 0,1-1 1 0 0,-1 0-1 0 0,1-1 0 0 0,18 1 0 0 0,-3-2 78 0 0,0-1 0 0 0,0-1 0 0 0,0-2 0 0 0,0 0 0 0 0,-1-2 0 0 0,1-1 0 0 0,-1-1 0 0 0,24-10 0 0 0,-29 8-112 0 0,0 0 1 0 0,-1-2 0 0 0,0 0-1 0 0,-1-1 1 0 0,0 0 0 0 0,-1-2 0 0 0,-1 0-1 0 0,0-1 1 0 0,-1-1 0 0 0,0 0 0 0 0,13-21-1 0 0,-16 21-50 0 0,-2-1 0 0 0,0-1 0 0 0,0 0 0 0 0,-2 0 0 0 0,0-1 0 0 0,-2 0 0 0 0,0 0 0 0 0,0 0-1 0 0,-2-1 1 0 0,-1 0 0 0 0,0 0 0 0 0,-1-22 0 0 0,-2 31-22 0 0,-1 0 0 0 0,0-1 0 0 0,0 1 0 0 0,-1 0-1 0 0,-1 0 1 0 0,0 0 0 0 0,-1 0 0 0 0,0 1 0 0 0,0-1 0 0 0,-1 1 0 0 0,-1 0 0 0 0,-10-15 0 0 0,7 13 17 0 0,-1 1 1 0 0,0 1 0 0 0,0 0-1 0 0,-1 0 1 0 0,0 1 0 0 0,-1 0-1 0 0,0 1 1 0 0,0 0 0 0 0,-17-7-1 0 0,13 8-261 0 0,0 0 0 0 0,-1 1 0 0 0,0 0 1 0 0,0 2-1 0 0,0 0 0 0 0,-1 1 0 0 0,1 1 0 0 0,-1 0 0 0 0,0 1 0 0 0,0 2 0 0 0,1-1 0 0 0,-1 2 0 0 0,0 0 0 0 0,1 1 0 0 0,0 1 0 0 0,-30 11 0 0 0,43-14 3 0 0,0 1 0 0 0,0 0 1 0 0,0 0-1 0 0,0 1 0 0 0,1-1 0 0 0,-1 1 1 0 0,1-1-1 0 0,-1 1 0 0 0,1 0 1 0 0,0 1-1 0 0,1-1 0 0 0,-1 0 1 0 0,0 1-1 0 0,-3 6 0 0 0,5-7-89 0 0,0-1 0 0 0,1 0 0 0 0,-1 1-1 0 0,0-1 1 0 0,1 0 0 0 0,0 1 0 0 0,0-1-1 0 0,-1 0 1 0 0,1 1 0 0 0,1-1 0 0 0,-1 1 0 0 0,0-1-1 0 0,1 0 1 0 0,-1 1 0 0 0,1-1 0 0 0,-1 0 0 0 0,1 0-1 0 0,0 1 1 0 0,0-1 0 0 0,0 0 0 0 0,1 0-1 0 0,-1 0 1 0 0,0 0 0 0 0,1 0 0 0 0,-1 0 0 0 0,1-1-1 0 0,2 3 1 0 0,13 10-5782 0 0</inkml:trace>
</inkml:ink>
</file>

<file path=ppt/ink/ink3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18:47.7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61 2292 0 0,'2'-2'2570'0'0,"30"-40"11711"0"0,-31 40-13306 0 0,1 0-1 0 0,-1 1 1 0 0,1-1 0 0 0,-1 0-1 0 0,1 1 1 0 0,0-1 0 0 0,0 1 0 0 0,3-2-1 0 0,-3 9-716 0 0,-1 0 0 0 0,1 0 0 0 0,-1 1 0 0 0,0-1-1 0 0,-1 0 1 0 0,0 1 0 0 0,0-1 0 0 0,0 1 0 0 0,-3 11 0 0 0,1 5 342 0 0,-6 119 17 0 0,-4 110 439 0 0,4-103-1056 0 0,7-129 0 0 0,1-2 0 0 0,-2-2 0 0 0,2-14-314 0 0,0 1 0 0 0,0-1 1 0 0,0 0-1 0 0,0 0 0 0 0,0 0 0 0 0,-1 0 0 0 0,1 1 0 0 0,-1-1 1 0 0,0 0-1 0 0,1 0 0 0 0,-1 0 0 0 0,-2 2 0 0 0,1-1-400 0 0</inkml:trace>
</inkml:ink>
</file>

<file path=ppt/ink/ink3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18:48.8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353 174 1844 0 0,'-3'-10'1603'0'0,"0"0"-1"0"0,-1 0 0 0 0,0 1 1 0 0,-1-1-1 0 0,0 1 1 0 0,0 1-1 0 0,-1-1 1 0 0,-11-13-1 0 0,16 21-1535 0 0,0 0-1 0 0,0 1 1 0 0,0-1-1 0 0,-1 0 1 0 0,1 0-1 0 0,0 1 1 0 0,0-1-1 0 0,0 0 1 0 0,0 1-1 0 0,-1 0 1 0 0,1-1-1 0 0,0 1 1 0 0,-1 0 0 0 0,1-1-1 0 0,0 1 1 0 0,-1 0-1 0 0,1 0 1 0 0,0 0-1 0 0,-1 0 1 0 0,1 0-1 0 0,0 0 1 0 0,-3 1-1 0 0,1 0 19 0 0,-1 1 1 0 0,1-1-1 0 0,0 1 0 0 0,-1-1 1 0 0,1 1-1 0 0,-5 4 0 0 0,-10 8 181 0 0,1 1 0 0 0,1 0-1 0 0,1 2 1 0 0,0 0 0 0 0,1 0 0 0 0,-17 30-1 0 0,12-15 4 0 0,1 1 0 0 0,2 1-1 0 0,-14 40 1 0 0,22-52-154 0 0,2 1-1 0 0,0 0 1 0 0,-4 38-1 0 0,9-54-68 0 0,0-1 0 0 0,1 1 0 0 0,0-1 0 0 0,0 1 0 0 0,1-1 0 0 0,-1 1-1 0 0,1-1 1 0 0,1 1 0 0 0,-1-1 0 0 0,1 1 0 0 0,0-1 0 0 0,1 0 0 0 0,0 0 0 0 0,0 0-1 0 0,0-1 1 0 0,0 1 0 0 0,8 9 0 0 0,-8-12 13 0 0,0-1-1 0 0,0 1 1 0 0,0-1 0 0 0,1 1-1 0 0,-1-1 1 0 0,1 0 0 0 0,-1 0-1 0 0,1-1 1 0 0,-1 1 0 0 0,1-1-1 0 0,0 0 1 0 0,0 0 0 0 0,0 0-1 0 0,7 0 1 0 0,-5 0 14 0 0,1-2-1 0 0,-1 1 1 0 0,1-1-1 0 0,0 0 1 0 0,-1 0 0 0 0,1 0-1 0 0,-1-1 1 0 0,8-3 0 0 0,1-2 15 0 0,0-1 1 0 0,0 0 0 0 0,0-2 0 0 0,-1 1-1 0 0,0-1 1 0 0,11-13 0 0 0,-8 7-37 0 0,-1 0 1 0 0,-1-2-1 0 0,-1 1 1 0 0,0-2-1 0 0,-2 0 1 0 0,15-27 0 0 0,-20 31-36 0 0,0-1 0 0 0,-1 1 0 0 0,-1-1 0 0 0,0 0 1 0 0,-1 0-1 0 0,-1-1 0 0 0,-1 1 0 0 0,0-1 1 0 0,-1-24-1 0 0,-2 29-49 0 0,0 0-1 0 0,-2 0 1 0 0,0 0 0 0 0,0 0-1 0 0,-1 0 1 0 0,0 1 0 0 0,-1-1 0 0 0,0 1-1 0 0,-1 0 1 0 0,0 1 0 0 0,-1 0-1 0 0,0 0 1 0 0,-1 0 0 0 0,0 1 0 0 0,0 0-1 0 0,-1 0 1 0 0,0 1 0 0 0,-1 0-1 0 0,0 1 1 0 0,0 0 0 0 0,0 0-1 0 0,-1 1 1 0 0,0 1 0 0 0,0 0 0 0 0,0 0-1 0 0,-17-4 1 0 0,26 9-112 0 0,0-1 0 0 0,-1 0 0 0 0,1 1 0 0 0,-1-1 0 0 0,1 1 0 0 0,-1 0 0 0 0,1 0 0 0 0,0-1 0 0 0,-1 2 1 0 0,1-1-1 0 0,-1 0 0 0 0,1 1 0 0 0,-1-1 0 0 0,1 1 0 0 0,-1-1 0 0 0,1 1 0 0 0,0 0 0 0 0,0 0 0 0 0,-1 0 0 0 0,1 1 0 0 0,0-1 0 0 0,0 0 0 0 0,0 1 0 0 0,0-1 1 0 0,0 1-1 0 0,1 0 0 0 0,-1 0 0 0 0,0 0 0 0 0,1 0 0 0 0,-1 0 0 0 0,1 0 0 0 0,0 0 0 0 0,0 0 0 0 0,0 0 0 0 0,-1 3 0 0 0,0-1-389 0 0,1 0-1 0 0,0-1 1 0 0,1 1 0 0 0,-1 0-1 0 0,0 0 1 0 0,1 0 0 0 0,0 0-1 0 0,0-1 1 0 0,0 1-1 0 0,1 0 1 0 0,-1 0 0 0 0,1 0-1 0 0,0 0 1 0 0,0-1-1 0 0,0 1 1 0 0,1 0 0 0 0,-1-1-1 0 0,1 1 1 0 0,0-1-1 0 0,0 1 1 0 0,4 4 0 0 0,8 8-4582 0 0</inkml:trace>
</inkml:ink>
</file>

<file path=ppt/ink/ink3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18:49.6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235 200 1060 0 0,'4'-5'1239'0'0,"-1"-1"0"0"0,0 0 0 0 0,-1 1-1 0 0,1-1 1 0 0,-1 0 0 0 0,-1 0 0 0 0,1 0 0 0 0,-1-1 0 0 0,0 1-1 0 0,0 0 1 0 0,0 0 0 0 0,-2-11 0 0 0,2 16-1157 0 0,-1 1 0 0 0,0-1 0 0 0,0 0 0 0 0,0 1 0 0 0,0-1 0 0 0,0 1 1 0 0,0-1-1 0 0,0 0 0 0 0,0 1 0 0 0,0-1 0 0 0,0 1 0 0 0,0-1 0 0 0,0 0 0 0 0,-1 1 0 0 0,1-1 0 0 0,0 1 0 0 0,0-1 1 0 0,-1 1-1 0 0,1-1 0 0 0,0 0 0 0 0,-1 1 0 0 0,1-1 0 0 0,0 1 0 0 0,-1 0 0 0 0,1-1 0 0 0,-1 1 0 0 0,1-1 0 0 0,-1 1 1 0 0,1 0-1 0 0,-1-1 0 0 0,1 1 0 0 0,-1 0 0 0 0,1-1 0 0 0,-1 1 0 0 0,1 0 0 0 0,-1 0 0 0 0,0-1 0 0 0,-1 2-8 0 0,0-1 1 0 0,0 1-1 0 0,0 0 0 0 0,0-1 0 0 0,1 1 0 0 0,-1 0 0 0 0,0 0 0 0 0,0 0 0 0 0,1 0 0 0 0,-1 0 0 0 0,1 0 0 0 0,-1 1 0 0 0,-1 1 0 0 0,-12 12 305 0 0,1 1 0 0 0,0 0 0 0 0,1 1 0 0 0,0 1 0 0 0,-11 22 0 0 0,2 3 115 0 0,-21 53-1 0 0,37-80-352 0 0,0 1 0 0 0,1-1-1 0 0,1 1 1 0 0,1 0 0 0 0,0 0-1 0 0,1 1 1 0 0,1 31 0 0 0,1-42-77 0 0,0 0 0 0 0,1-1-1 0 0,0 1 1 0 0,1 0 0 0 0,0-1 0 0 0,-1 1 0 0 0,2-1 0 0 0,-1 0 0 0 0,1 0-1 0 0,0 0 1 0 0,0 0 0 0 0,1 0 0 0 0,0-1 0 0 0,0 0 0 0 0,0 1 0 0 0,1-1-1 0 0,-1-1 1 0 0,1 1 0 0 0,0-1 0 0 0,1 0 0 0 0,-1 0 0 0 0,1 0 0 0 0,6 2-1 0 0,-2-1 121 0 0,1 0-1 0 0,0-1 0 0 0,1 0 1 0 0,-1-1-1 0 0,0 0 0 0 0,1-1 0 0 0,0 0 1 0 0,0-1-1 0 0,0 0 0 0 0,-1-1 0 0 0,22-3 1 0 0,-17 1-49 0 0,0-2 0 0 0,0 0 1 0 0,0-1-1 0 0,-1 0 1 0 0,0-1-1 0 0,0-1 0 0 0,27-17 1 0 0,-20 9-68 0 0,-1-1 0 0 0,-1-1 0 0 0,0-1 0 0 0,-1 0 0 0 0,-1-2 0 0 0,-1 0 0 0 0,-1-1 0 0 0,0 0 0 0 0,-2-2 0 0 0,17-34 0 0 0,-23 42-54 0 0,-2 0 1 0 0,0-1 0 0 0,-1 0-1 0 0,-1 0 1 0 0,0 0-1 0 0,-1-1 1 0 0,0 1 0 0 0,-1-18-1 0 0,-2 26-31 0 0,-1 0-1 0 0,1 0 0 0 0,-1-1 1 0 0,-1 1-1 0 0,0 0 0 0 0,0 0 1 0 0,-1 0-1 0 0,1 1 1 0 0,-2-1-1 0 0,1 1 0 0 0,-1-1 1 0 0,0 1-1 0 0,-1 0 1 0 0,0 1-1 0 0,0-1 0 0 0,0 1 1 0 0,-1 0-1 0 0,-6-6 1 0 0,-1 1-193 0 0,-1 2 1 0 0,1 0 0 0 0,-1 0 0 0 0,-1 1 0 0 0,1 1 0 0 0,-2 0 0 0 0,1 1 0 0 0,0 1 0 0 0,-1 1 0 0 0,0 0 0 0 0,0 1-1 0 0,-1 0 1 0 0,1 1 0 0 0,0 1 0 0 0,-25 2 0 0 0,17 0-940 0 0,1 2-1 0 0,0 0 1 0 0,0 2 0 0 0,0 1-1 0 0,1 0 1 0 0,-1 2-1 0 0,2 0 1 0 0,-1 2 0 0 0,1 0-1 0 0,-23 16 1 0 0,5 1-3974 0 0,-3-2-2429 0 0</inkml:trace>
</inkml:ink>
</file>

<file path=ppt/ink/ink3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18:51.0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205 230 1824 0 0,'-10'-12'4379'0'0,"8"10"-4103"0"0,0 1 1 0 0,-1-1 0 0 0,1 1 0 0 0,-1-1 0 0 0,1 1 0 0 0,-1 0-1 0 0,1 0 1 0 0,-1 0 0 0 0,1 0 0 0 0,-1 1 0 0 0,0-1 0 0 0,0 1 0 0 0,1-1-1 0 0,-1 1 1 0 0,0 0 0 0 0,0 0 0 0 0,-5 1 0 0 0,3 0-24 0 0,1 0 1 0 0,-1 1-1 0 0,0 0 1 0 0,1-1-1 0 0,-1 2 0 0 0,1-1 1 0 0,0 0-1 0 0,-1 1 1 0 0,-5 5-1 0 0,2-1-18 0 0,0 0 0 0 0,1 1 0 0 0,-1 0 0 0 0,2 0 0 0 0,-1 1 0 0 0,1 0 0 0 0,1 0 0 0 0,-1 0 0 0 0,-4 13-1 0 0,5-8-37 0 0,1-1-1 0 0,1 2 1 0 0,0-1-1 0 0,0 0 0 0 0,2 1 1 0 0,0-1-1 0 0,0 1 0 0 0,1 0 1 0 0,1-1-1 0 0,1 1 0 0 0,5 23 1 0 0,-3-21-14 0 0,1-1-1 0 0,1 1 1 0 0,1-1 0 0 0,0 0 0 0 0,1-1 0 0 0,0 1 0 0 0,2-2 0 0 0,0 1 0 0 0,15 16-1 0 0,-15-19 2 0 0,1-1 0 0 0,1 0 0 0 0,0-1 0 0 0,0-1-1 0 0,1 0 1 0 0,0 0 0 0 0,1-1 0 0 0,0-1 0 0 0,0 0 0 0 0,21 6-1 0 0,-23-9 27 0 0,1-1 0 0 0,0-1 0 0 0,0 0-1 0 0,0 0 1 0 0,0-1 0 0 0,0-1 0 0 0,0 0-1 0 0,0-1 1 0 0,0-1 0 0 0,0 0 0 0 0,0 0-1 0 0,-1-1 1 0 0,18-7 0 0 0,-17 4-142 0 0,0 0 1 0 0,-1-1 0 0 0,0-1-1 0 0,0 0 1 0 0,-1 0-1 0 0,0-1 1 0 0,0-1-1 0 0,-1 1 1 0 0,0-2-1 0 0,-1 0 1 0 0,0 0-1 0 0,-1 0 1 0 0,0-1-1 0 0,0 0 1 0 0,-2-1-1 0 0,8-18 1 0 0,-5 8-32 0 0,0 0 1 0 0,-2-1-1 0 0,-1 0 0 0 0,-1 0 1 0 0,-1-1-1 0 0,-1 1 1 0 0,-1-1-1 0 0,-2-40 0 0 0,-1 46-28 0 0,-2 1 0 0 0,0-1 0 0 0,-1 0-1 0 0,-1 1 1 0 0,0 0 0 0 0,-2 0 0 0 0,0 1-1 0 0,-1 0 1 0 0,0 0 0 0 0,-2 0 0 0 0,0 1-1 0 0,-1 1 1 0 0,-14-17 0 0 0,17 23-22 0 0,-1 1 0 0 0,1 0 1 0 0,-1 0-1 0 0,0 1 0 0 0,-1 0 1 0 0,0 1-1 0 0,0 0 0 0 0,0 0 0 0 0,-1 1 1 0 0,0 1-1 0 0,0-1 0 0 0,0 2 1 0 0,0 0-1 0 0,-1 0 0 0 0,1 1 0 0 0,-1 0 1 0 0,0 1-1 0 0,1 1 0 0 0,-1 0 1 0 0,0 0-1 0 0,0 1 0 0 0,-13 3 0 0 0,11-1-213 0 0,1 1-1 0 0,-1 0 0 0 0,1 1 0 0 0,0 0 0 0 0,0 1 0 0 0,1 1 0 0 0,-1 0 0 0 0,-21 17 0 0 0,29-21-43 0 0,1 1-1 0 0,-1 0 1 0 0,1 1-1 0 0,-1-1 1 0 0,1 1-1 0 0,0-1 1 0 0,1 1-1 0 0,-1 0 1 0 0,1 1-1 0 0,0-1 1 0 0,1 1-1 0 0,-1-1 1 0 0,1 1-1 0 0,0 0 0 0 0,0 0 1 0 0,1 0-1 0 0,0 0 1 0 0,0 0-1 0 0,0 0 1 0 0,1 0-1 0 0,-1 0 1 0 0,2 10-1 0 0,0-12-25 0 0,0-1-1 0 0,0 1 0 0 0,1-1 0 0 0,-1 1 1 0 0,1-1-1 0 0,-1 1 0 0 0,1-1 0 0 0,0 0 1 0 0,0 0-1 0 0,1 0 0 0 0,-1 0 0 0 0,1 0 0 0 0,2 3 1 0 0,2-1-1044 0 0,0 1 1 0 0,1-1-1 0 0,-1 0 1 0 0,13 6 0 0 0,10 3-3686 0 0</inkml:trace>
</inkml:ink>
</file>

<file path=ppt/ink/ink3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18:51.9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49 108 700 0 0,'104'-53'14299'0'0,"-101"51"-14122"0"0,-1 1 1515 0 0,-2 11-969 0 0,-2-5-548 0 0,0 0-1 0 0,-1-1 1 0 0,0 1-1 0 0,0-1 1 0 0,-6 8 0 0 0,-7 9 241 0 0,-2 8-144 0 0,0 2 1 0 0,2 0-1 0 0,1 0 0 0 0,2 2 1 0 0,1-1-1 0 0,-10 48 0 0 0,20-68-165 0 0,0-1-1 0 0,1 1 0 0 0,1 0 0 0 0,0 0 1 0 0,0 0-1 0 0,1 0 0 0 0,0 0 1 0 0,1-1-1 0 0,1 1 0 0 0,0-1 0 0 0,1 1 1 0 0,6 15-1 0 0,-6-20-50 0 0,0 0 0 0 0,0 1 1 0 0,0-2-1 0 0,1 1 0 0 0,0 0 0 0 0,0-1 0 0 0,1 0 1 0 0,-1 0-1 0 0,2-1 0 0 0,-1 0 0 0 0,0 0 0 0 0,1 0 1 0 0,0-1-1 0 0,0 0 0 0 0,0 0 0 0 0,1-1 0 0 0,-1 1 1 0 0,14 2-1 0 0,-9-3 17 0 0,1-1 0 0 0,-1 0 1 0 0,1-1-1 0 0,-1-1 1 0 0,1 0-1 0 0,0-1 0 0 0,-1 0 1 0 0,1 0-1 0 0,-1-2 0 0 0,1 1 1 0 0,-1-2-1 0 0,0 0 0 0 0,0 0 1 0 0,0-1-1 0 0,-1 0 0 0 0,22-14 1 0 0,-18 8-20 0 0,0 0 1 0 0,-1-1-1 0 0,0 0 1 0 0,-1-1-1 0 0,0-1 1 0 0,-1 0-1 0 0,-1-1 1 0 0,0 0 0 0 0,-1 0-1 0 0,16-34 1 0 0,-16 27-4 0 0,0 0 1 0 0,-2-1 0 0 0,-1 0 0 0 0,0-1 0 0 0,-2 1 0 0 0,4-38 0 0 0,-9 53-52 0 0,0-1 0 0 0,0 1 1 0 0,0-1-1 0 0,-1 1 1 0 0,0-1-1 0 0,-1 1 1 0 0,0 0-1 0 0,0-1 1 0 0,-1 1-1 0 0,0 0 1 0 0,0 0-1 0 0,-1 1 1 0 0,0-1-1 0 0,-1 1 1 0 0,1 0-1 0 0,-1 0 1 0 0,-1 0-1 0 0,1 1 1 0 0,-1-1-1 0 0,0 1 1 0 0,-14-9-1 0 0,8 7-15 0 0,0 0 1 0 0,-1 1-1 0 0,0 1 0 0 0,0 0 1 0 0,0 1-1 0 0,-1 0 0 0 0,0 1 0 0 0,-23-4 1 0 0,26 7-229 0 0,0-1 0 0 0,0 1 0 0 0,0 1 0 0 0,0 0-1 0 0,0 1 1 0 0,0 0 0 0 0,0 1 0 0 0,1 0 0 0 0,-1 0 0 0 0,0 1 0 0 0,-19 9 0 0 0,27-11 25 0 0,0 1-1 0 0,0 0 1 0 0,0 0 0 0 0,0 0-1 0 0,0 0 1 0 0,0 1-1 0 0,0-1 1 0 0,1 1 0 0 0,-1 0-1 0 0,1 0 1 0 0,0-1-1 0 0,0 2 1 0 0,0-1 0 0 0,0 0-1 0 0,0 0 1 0 0,1 1 0 0 0,0-1-1 0 0,-2 5 1 0 0,3-5-152 0 0,-1-1 1 0 0,1 1 0 0 0,0-1-1 0 0,0 1 1 0 0,0 0 0 0 0,0-1-1 0 0,1 1 1 0 0,-1 0 0 0 0,1-1-1 0 0,-1 1 1 0 0,1-1 0 0 0,0 1-1 0 0,0-1 1 0 0,0 0-1 0 0,0 1 1 0 0,1-1 0 0 0,-1 0-1 0 0,1 0 1 0 0,-1 0 0 0 0,1 0-1 0 0,0 0 1 0 0,-1 0 0 0 0,1 0-1 0 0,0 0 1 0 0,1-1-1 0 0,1 2 1 0 0,16 8-5687 0 0</inkml:trace>
  <inkml:trace contextRef="#ctx0" brushRef="#br0" timeOffset="1">2082 186 3028 0 0,'52'-62'19505'0'0,"-51"61"-18388"0"0,-1 0-848 0 0,0 0 0 0 0,1 0 0 0 0,-1 0 0 0 0,1 0 0 0 0,-1 0 0 0 0,1 0 0 0 0,-1 0 0 0 0,1 0 0 0 0,0 0 0 0 0,0 0 0 0 0,-1 0 0 0 0,1 1 0 0 0,1-2 1 0 0,6 0 1509 0 0,-4 13-1076 0 0,-3 30-129 0 0,-1 1-1 0 0,-3-1 1 0 0,-7 43-1 0 0,2-23-298 0 0,-22 105-4 0 0,20-120-292 0 0,5-22-843 0 0,-9 41-3008 0 0,1-25-7066 0 0</inkml:trace>
</inkml:ink>
</file>

<file path=ppt/ink/ink3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18:52.7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198 82 436 0 0,'5'-15'5287'0'0,"17"-50"8568"0"0,-21 63-12662 0 0,-14 17-279 0 0,-16 24 505 0 0,1 2-1 0 0,2 0 1 0 0,-32 70-1 0 0,44-79-858 0 0,2 1 1 0 0,0 0-1 0 0,3 0 0 0 0,1 1 0 0 0,-7 62 0 0 0,14-82-404 0 0,0 0 0 0 0,1 0-1 0 0,1-1 1 0 0,1 1 0 0 0,0 0 0 0 0,5 18 0 0 0,-6-28-118 0 0,0 0 0 0 0,0 0 0 0 0,1 0 1 0 0,-1 0-1 0 0,1 0 0 0 0,0 0 0 0 0,0 0 1 0 0,1-1-1 0 0,-1 1 0 0 0,1-1 0 0 0,0 0 1 0 0,0 0-1 0 0,0 0 0 0 0,0 0 0 0 0,0 0 1 0 0,1 0-1 0 0,-1-1 0 0 0,1 0 0 0 0,0 0 1 0 0,0 0-1 0 0,-1 0 0 0 0,1 0 0 0 0,1-1 1 0 0,4 2-1 0 0,1-2-38 0 0,0 0 0 0 0,0-1 0 0 0,0 0 0 0 0,0-1 0 0 0,0 0 0 0 0,0 0 0 0 0,0-1 0 0 0,-1-1 0 0 0,1 1 0 0 0,-1-1 0 0 0,1-1 0 0 0,-1 0 0 0 0,0 0 0 0 0,-1-1 0 0 0,1 0 0 0 0,-1-1 0 0 0,0 0 0 0 0,14-13 0 0 0,-3 1 0 0 0,-1 0 0 0 0,-1-2 0 0 0,-1 0 0 0 0,0-1 0 0 0,-2-1 0 0 0,13-25 0 0 0,-24 42-130 0 0,-1 1 0 0 0,0-1 0 0 0,0 1 0 0 0,-1-1 1 0 0,1 0-1 0 0,-1 0 0 0 0,0 0 0 0 0,0 0 0 0 0,-1 0 0 0 0,0 0 0 0 0,1 0 0 0 0,-2 0 1 0 0,1 0-1 0 0,0 0 0 0 0,-1 1 0 0 0,0-1 0 0 0,0 0 0 0 0,-1 0 0 0 0,1 0 0 0 0,-1 1 1 0 0,0-1-1 0 0,-1 1 0 0 0,1-1 0 0 0,-1 1 0 0 0,1 0 0 0 0,-1 0 0 0 0,-5-5 0 0 0,2 2-181 0 0,-1 1 0 0 0,1 0-1 0 0,-1 0 1 0 0,-1 1-1 0 0,1 0 1 0 0,-1 0 0 0 0,0 1-1 0 0,0 0 1 0 0,0 0-1 0 0,-1 1 1 0 0,1 0 0 0 0,-1 0-1 0 0,0 1 1 0 0,-10-1 0 0 0,-16 0-4143 0 0,-2 0-4710 0 0,20 0 726 0 0</inkml:trace>
</inkml:ink>
</file>

<file path=ppt/ink/ink3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18:53.8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 66 756 0 0,'0'0'720'0'0,"0"-13"1016"0"0,-2 3-1212 0 0,0-1-384 0 0,-4 1-188 0 0,2 2-240 0 0,-5-5-1460 0 0</inkml:trace>
</inkml:ink>
</file>

<file path=ppt/ink/ink3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18:54.9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 1 820 0 0,'0'0'17401'0'0,"3"17"-16438"0"0,-2-15-625 0 0,18 24 241 0 0,-16-18-497 0 0,3 6-26 0 0,0 0-1 0 0,-2 0 0 0 0,1 1 1 0 0,-2-1-1 0 0,3 21 1 0 0,-5-6 0 0 0,-2 0 0 0 0,0-1 0 0 0,-2 1 1 0 0,-9 39-1 0 0,-37 109-6052 0 0,41-149 1097 0 0,-1 0-2599 0 0</inkml:trace>
</inkml:ink>
</file>

<file path=ppt/ink/ink3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18:56.1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953 85 1244 0 0,'-7'-23'28785'0'0,"7"23"-28772"0"0,0 0 1 0 0,0-1-1 0 0,0 1 0 0 0,0 0 0 0 0,0-1 0 0 0,0 1 0 0 0,0 0 0 0 0,0-1 0 0 0,0 1 0 0 0,0 0 0 0 0,0 0 0 0 0,0-1 0 0 0,0 1 0 0 0,0 0 0 0 0,0-1 0 0 0,0 1 0 0 0,1 0 0 0 0,-1 0 0 0 0,0-1 0 0 0,0 1 0 0 0,0 0 0 0 0,0 0 1 0 0,1-1-1 0 0,-1 1 0 0 0,0 0 0 0 0,0 0 0 0 0,1 0 0 0 0,-1-1 0 0 0,0 1 0 0 0,0 0 0 0 0,1 0 0 0 0,-1 0 0 0 0,16-8 102 0 0,22-1-61 0 0,12 0-12 0 0,34-7-2 0 0,-72 13-38 0 0,0 1 0 0 0,0 0 0 0 0,19 0-1 0 0,-3 0-66 0 0,-25 2 61 0 0,-1 0-87 0 0,0 0 86 0 0,-1 1 0 0 0,1-1 0 0 0,0 1 0 0 0,-1 0 0 0 0,1-1 0 0 0,-1 1-1 0 0,1 0 1 0 0,-1 0 0 0 0,1 0 0 0 0,-1 0 0 0 0,0 0 0 0 0,0 1 0 0 0,1-1-1 0 0,-1 0 1 0 0,0 1 0 0 0,0-1 0 0 0,0 0 0 0 0,0 1 0 0 0,0-1 0 0 0,-1 1 0 0 0,2 2-1 0 0,16 43-11 0 0,-14-35 4 0 0,42 163 209 0 0,-23-81-261 0 0,87 354 412 0 0,-31 7 916 0 0,-32 149-900 0 0,-32 2-115 0 0,-28-50-248 0 0,-24-2 0 0 0,-26 184 0 0 0,-81 428 0 0 0,110-930 0 0 0,-101 563 0 0 0,127-754 0 0 0,-18 78 0 0 0,23-108 0 0 0,-1-3 0 0 0,4-11 0 0 0,0-1 0 0 0,-1 1 0 0 0,1-1 0 0 0,0 1 0 0 0,0-1 0 0 0,0 0 0 0 0,0 1 0 0 0,-1-1 0 0 0,1 1 0 0 0,0-1 0 0 0,0 0 0 0 0,-1 1 0 0 0,1-1 0 0 0,0 0 0 0 0,0 0 0 0 0,-1 1 0 0 0,1-1 0 0 0,-1 0 0 0 0,1 1 0 0 0,0-1 0 0 0,-1 0 0 0 0,1 0 0 0 0,-1 0 0 0 0,-4 0 0 0 0,0-1 0 0 0,0-1 0 0 0,0 1 0 0 0,0-1 0 0 0,0 0 0 0 0,1 0 0 0 0,-1 0 0 0 0,1-1 0 0 0,-6-3 0 0 0,-20-10 0 0 0,-323-92-1692 0 0,-8 35-1479 0 0,151 49-7171 0 0,165 20 6158 0 0,-38-3-6790 0 0</inkml:trace>
</inkml:ink>
</file>

<file path=ppt/ink/ink3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19:00.6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68 27 684 0 0,'0'0'1854'0'0,"-16"-5"3469"0"0,-23-12 160 0 0,37 16-4643 0 0,-8-2 512 0 0,38 8-1152 0 0,0-1 1 0 0,1-1-1 0 0,43-2 1 0 0,-31 0-112 0 0,62 0 57 0 0,34 1-984 0 0,-47 6-3133 0 0,-55-1-1340 0 0</inkml:trace>
</inkml:ink>
</file>

<file path=ppt/ink/ink3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19:00.8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109 34 2120 0 0,'-107'34'7691'0'0,"105"-33"-7100"0"0,20-2-88 0 0,-1-1 0 0 0,25-5 0 0 0,-4 0-326 0 0,186-20-963 0 0,-71 12-3459 0 0,-41 5-408 0 0</inkml:trace>
</inkml:ink>
</file>

<file path=ppt/ink/ink3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19:02.0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557 209 32 0 0,'10'-31'4154'0'0,"8"-13"-1254"0"0,-17 41-2736 0 0,0 1 1 0 0,0 0-1 0 0,-1-1 0 0 0,1 1 1 0 0,-1-1-1 0 0,1 1 1 0 0,-1-1-1 0 0,0-2 0 0 0,3-14 927 0 0,-1 16-994 0 0,-1 1 142 0 0,0 0-1 0 0,0-1 1 0 0,0 1-1 0 0,0 0 1 0 0,-1-1 0 0 0,1 1-1 0 0,0 0 1 0 0,-1-1-1 0 0,0 1 1 0 0,1-1-1 0 0,-1 1 1 0 0,0-1-1 0 0,0 1 1 0 0,-1-1 0 0 0,1 1-1 0 0,0 0 1 0 0,-2-4-1 0 0,1 4-130 0 0,-24-11 229 0 0,18 9-332 0 0,0 1-1 0 0,0 0 1 0 0,0 1 0 0 0,-1 0 0 0 0,1 0-1 0 0,-1 1 1 0 0,0 0 0 0 0,1 0-1 0 0,-15 1 1 0 0,-6-2-5 0 0,13 1-16 0 0,-1-1 14 0 0,1 1 1 0 0,-1 0-1 0 0,0 1 0 0 0,1 1 1 0 0,-1 1-1 0 0,-27 5 0 0 0,38-4 0 0 0,0-1-1 0 0,0 1 0 0 0,0 0 0 0 0,0 0 0 0 0,0 0 1 0 0,1 1-1 0 0,-1-1 0 0 0,1 1 0 0 0,0 1 1 0 0,0-1-1 0 0,0 0 0 0 0,-5 10 0 0 0,-2 3 3 0 0,2 1 0 0 0,-9 20 0 0 0,17-36 4 0 0,-15 36 208 0 0,2 1 0 0 0,2 1 0 0 0,2 0 0 0 0,1 0 0 0 0,-6 72 0 0 0,11 210 1993 0 0,5-134-1771 0 0,-74 747 1505 0 0,65-873-1709 0 0,-34 401 1232 0 0,42-451-1403 0 0,-1 0 0 0 0,1 0 1 0 0,1 0-1 0 0,1 0 1 0 0,-1 0-1 0 0,7 20 0 0 0,-6-28-38 0 0,-1 0-1 0 0,1 0 1 0 0,0-1-1 0 0,0 1 0 0 0,0-1 1 0 0,1 1-1 0 0,-1-1 0 0 0,1 0 1 0 0,0 0-1 0 0,0 0 0 0 0,0 0 1 0 0,0-1-1 0 0,0 1 1 0 0,1-1-1 0 0,-1 0 0 0 0,1 1 1 0 0,0-2-1 0 0,-1 1 0 0 0,1 0 1 0 0,0-1-1 0 0,0 0 0 0 0,8 2 1 0 0,6-1-34 0 0,-1 0 1 0 0,1-1-1 0 0,-1-1 1 0 0,1-1-1 0 0,25-3 1 0 0,88-22-971 0 0,-117 22 792 0 0,204-57-4342 0 0,-77 7-3057 0 0,-68 21 461 0 0</inkml:trace>
</inkml:ink>
</file>

<file path=ppt/ink/ink3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19:03.2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84 248 1336 0 0,'-81'-69'15421'0'0,"80"67"-14607"0"0,1 1-757 0 0,0 1 0 0 0,-1-1 1 0 0,1 1-1 0 0,0-1 0 0 0,0 0 0 0 0,0 1 0 0 0,0-1 0 0 0,0 0 1 0 0,0 1-1 0 0,0-1 0 0 0,0 0 0 0 0,0 1 0 0 0,0-1 1 0 0,0 0-1 0 0,0 1 0 0 0,0-1 0 0 0,0 0 0 0 0,1 1 1 0 0,-1-1-1 0 0,0 0 0 0 0,1 1 0 0 0,-1-1 0 0 0,0 1 1 0 0,1-1-1 0 0,-1 1 0 0 0,1-1 0 0 0,-1 1 0 0 0,1-1 1 0 0,-1 1-1 0 0,1-1 0 0 0,-1 1 0 0 0,1 0 0 0 0,-1-1 1 0 0,1 1-1 0 0,-1 0 0 0 0,1-1 0 0 0,0 1 0 0 0,-1 0 0 0 0,1 0 1 0 0,0-1-1 0 0,-1 1 0 0 0,1 0 0 0 0,0 0 0 0 0,-1 0 1 0 0,2 0-1 0 0,301-59 1584 0 0,-41 10-1517 0 0,-167 30-126 0 0,-20 3-2549 0 0,-28 6-3733 0 0,-45 9 4697 0 0</inkml:trace>
</inkml:ink>
</file>

<file path=ppt/ink/ink3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19:04.3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393 2 1976 0 0,'0'0'1642'0'0,"-4"0"-132"0"0,-1 0-1023 0 0,-28-1 3349 0 0,32 1-3621 0 0,-1 0 1 0 0,1 0 0 0 0,0 0 0 0 0,-1 0 0 0 0,1 0 0 0 0,0 1 0 0 0,-1-1 0 0 0,1 1-1 0 0,0-1 1 0 0,-1 1 0 0 0,1-1 0 0 0,0 1 0 0 0,0 0 0 0 0,0-1 0 0 0,-1 1 0 0 0,1 0 0 0 0,0 0-1 0 0,0 0 1 0 0,0 0 0 0 0,0 0 0 0 0,-1 2 0 0 0,-1 7 509 0 0,0-1 0 0 0,0 1 0 0 0,1 0 0 0 0,0 0 0 0 0,1 1 0 0 0,0-1 0 0 0,1 12 1 0 0,7 78 1456 0 0,-2-51-1369 0 0,8 92 569 0 0,5 133-514 0 0,-13-174-7097 0 0,-5-97 4676 0 0,1 7-1448 0 0</inkml:trace>
  <inkml:trace contextRef="#ctx0" brushRef="#br0" timeOffset="1">97 858 1436 0 0,'-66'16'10231'0'0,"63"-15"-9052"0"0,-13 2 1000 0 0,13-2-221 0 0,-5-2-126 0 0,10 2-39 0 0,16 1-806 0 0,122-20 646 0 0,-52 4-1340 0 0,219-15 128 0 0,-56 6-286 0 0,-76 9-112 0 0,-172 13-5 0 0,0 2-94 0 0,9 0 287 0 0</inkml:trace>
</inkml:ink>
</file>

<file path=ppt/ink/ink3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19:20.6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11 608 0 0,'0'0'2472'0'0,"2"-10"-1144"0"0,-4 20-3332 0 0</inkml:trace>
</inkml:ink>
</file>

<file path=ppt/ink/ink3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19:21.1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1 388 0 0,'0'0'5969'0'0,"0"10"-5780"0"0,2-6-3063 0 0,7 1 1606 0 0</inkml:trace>
</inkml:ink>
</file>

<file path=ppt/ink/ink3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19:21.8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55 0 952 0 0,'-6'9'3464'0'0,"-7"3"-1563"0"0,2-1-1209 0 0,1-1-840 0 0,2 3-556 0 0,1-1-1981 0 0</inkml:trace>
</inkml:ink>
</file>

<file path=ppt/ink/ink3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19:22.7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28 1044 0 0,'0'0'1548'0'0,"0"-13"180"0"0,0-1-1300 0 0,9 24-848 0 0,-5 1-1504 0 0</inkml:trace>
</inkml:ink>
</file>

<file path=ppt/ink/ink3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19:10.9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 48 1248 0 0,'-14'-8'4541'0'0,"5"2"1882"0"0,4 3-6124 0 0,-4-3 2981 0 0,9 6-3268 0 0,0-1 1 0 0,0 1-1 0 0,0 0 0 0 0,0 0 0 0 0,0-1 1 0 0,0 1-1 0 0,0 0 0 0 0,0 0 0 0 0,0-1 0 0 0,0 1 1 0 0,0 0-1 0 0,0 0 0 0 0,0-1 0 0 0,0 1 0 0 0,0 0 1 0 0,0 0-1 0 0,0-1 0 0 0,0 1 0 0 0,0 0 1 0 0,1 0-1 0 0,-1 0 0 0 0,0-1 0 0 0,0 1 0 0 0,0 0 1 0 0,0 0-1 0 0,1 0 0 0 0,-1-1 0 0 0,0 1 1 0 0,0 0-1 0 0,0 0 0 0 0,1 0 0 0 0,-1 0 0 0 0,0 0 1 0 0,0 0-1 0 0,1 0 0 0 0,-1-1 0 0 0,0 1 1 0 0,0 0-1 0 0,1 0 0 0 0,-1 0 0 0 0,2-1 16 0 0,3-1-19 0 0,-1 0-1 0 0,0 0 1 0 0,1 0-1 0 0,-1 1 1 0 0,1-1 0 0 0,-1 1-1 0 0,1 0 1 0 0,0 1-1 0 0,0-1 1 0 0,-1 1-1 0 0,9 0 1 0 0,-7 0-10 0 0,6-2-5 0 0,-10 2 6 0 0,27 8-2 0 0,-23-7 1 0 0,-1 0-1 0 0,1 1 1 0 0,0 0 0 0 0,-1 0 0 0 0,1 0-1 0 0,5 4 1 0 0,-5-3-2 0 0,0 1 0 0 0,0 0-1 0 0,-1-1 1 0 0,1 2 0 0 0,-1-1 0 0 0,0 1 0 0 0,0 0 0 0 0,7 8 0 0 0,-10-9 2 0 0,0-1 1 0 0,0 1 0 0 0,0 0 0 0 0,0 0-1 0 0,-1 0 1 0 0,0 0 0 0 0,0 0-1 0 0,0 0 1 0 0,0 1 0 0 0,0 4-1 0 0,-1 0 5 0 0,0-1-1 0 0,0 0 1 0 0,-1 0-1 0 0,0 1 0 0 0,0-1 1 0 0,-1 0-1 0 0,0 0 0 0 0,0 0 1 0 0,-1-1-1 0 0,0 1 0 0 0,0 0 1 0 0,-1-1-1 0 0,0 0 0 0 0,0 0 1 0 0,-1 0-1 0 0,-5 6 0 0 0,8-11 0 0 0,-46 54 1521 0 0,46-55-1163 0 0,-9 13 882 0 0,7-7 2683 0 0,15-8-3918 0 0,0 0-1 0 0,1 1 0 0 0,-1 0 0 0 0,0 1 1 0 0,0 0-1 0 0,0 1 0 0 0,0 0 0 0 0,0 1 1 0 0,0 0-1 0 0,-1 1 0 0 0,1 0 0 0 0,-1 1 1 0 0,0 0-1 0 0,0 0 0 0 0,16 13 0 0 0,-7-4-6 0 0,-1 1 0 0 0,0 1 0 0 0,29 33 0 0 0,-40-40 11 0 0,0 1 0 0 0,0-1 0 0 0,-1 1 0 0 0,0 1 0 0 0,-1-1 0 0 0,0 1 0 0 0,-1 0 0 0 0,0 0 0 0 0,4 21 0 0 0,-7-27 44 0 0,-1-1 0 0 0,0 1 0 0 0,0 0 0 0 0,0-1 0 0 0,0 1 0 0 0,-1 0-1 0 0,0-1 1 0 0,0 1 0 0 0,0 0 0 0 0,-1-1 0 0 0,1 1 0 0 0,-1-1 0 0 0,0 0 0 0 0,-1 0 0 0 0,1 0 0 0 0,0 0 0 0 0,-1 0 0 0 0,0 0 0 0 0,0 0 0 0 0,0-1 0 0 0,-5 4 0 0 0,3-4 51 0 0,0 1 0 0 0,0-1 0 0 0,0 0 0 0 0,-1-1 0 0 0,1 1 0 0 0,-1-1 0 0 0,0 0 1 0 0,0 0-1 0 0,0-1 0 0 0,1 0 0 0 0,-2 0 0 0 0,1 0 0 0 0,0-1 0 0 0,0 1 0 0 0,-11-3 0 0 0,-5 0 16 0 0,0-1 0 0 0,0-1 0 0 0,-23-7-1 0 0,-20-9 209 0 0,0-6-207 0 0,63 26-275 0 0,-7-6-149 0 0,-3 0-3083 0 0</inkml:trace>
</inkml:ink>
</file>

<file path=ppt/ink/ink3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19:12.0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291 114 156 0 0,'-4'-27'5487'0'0,"3"24"-4429"0"0,1 0-97 0 0,0-8-114 0 0,0 8-57 0 0,0 1-40 0 0,0-8-41 0 0,0 8-29 0 0,0-13 2125 0 0,0 5-2379 0 0,0 7 862 0 0,1 3-1259 0 0,-1 0 1 0 0,0 0-1 0 0,0-1 1 0 0,0 1-1 0 0,0 0 1 0 0,0-1-1 0 0,0 1 1 0 0,0 0-1 0 0,0-1 1 0 0,0 1-1 0 0,0 0 1 0 0,0-1-1 0 0,0 1 1 0 0,0 0-1 0 0,-1 0 1 0 0,1-1-1 0 0,0 1 1 0 0,0 0-1 0 0,0-1 1 0 0,0 1-1 0 0,0 0 1 0 0,-1 0-1 0 0,1-1 1 0 0,0 1-1 0 0,0 0 1 0 0,0 0-1 0 0,-1-1 1 0 0,1 1-1 0 0,0 0 1 0 0,0 0-1 0 0,-1 0 1 0 0,1 0-1 0 0,0-1 1 0 0,-1 1-1 0 0,1 0 1 0 0,0 0-1 0 0,-1 0 1 0 0,-5 3-26 0 0,0 0 0 0 0,0 0 0 0 0,0 1 1 0 0,1-1-1 0 0,-1 1 0 0 0,1 1 0 0 0,0-1 1 0 0,-6 7-1 0 0,-40 50-9 0 0,33-40 10 0 0,-2 5 126 0 0,2 1-1 0 0,0 0 1 0 0,1 1-1 0 0,2 1 0 0 0,1 1 1 0 0,1 0-1 0 0,-16 61 1 0 0,25-73 42 0 0,1-1 0 0 0,1 1 0 0 0,0-1-1 0 0,1 1 1 0 0,2 0 0 0 0,-1 0 0 0 0,2-1 0 0 0,0 1 0 0 0,1-1 0 0 0,1 1 0 0 0,1-1 0 0 0,0 0 0 0 0,1 0 0 0 0,1-1 0 0 0,1 0 0 0 0,0 0 0 0 0,1-1 0 0 0,0 0 0 0 0,18 21 0 0 0,-20-28-53 0 0,1 0 0 0 0,0-1 1 0 0,0 0-1 0 0,0 0 0 0 0,1-1 0 0 0,0 0 1 0 0,1 0-1 0 0,-1-1 0 0 0,1 0 1 0 0,0-1-1 0 0,0 0 0 0 0,1-1 1 0 0,-1 0-1 0 0,1 0 0 0 0,-1-1 0 0 0,22 1 1 0 0,-17-3-32 0 0,0-1 0 0 0,0 0-1 0 0,1-1 1 0 0,-1 0 0 0 0,0-1 0 0 0,0-1 0 0 0,-1-1 0 0 0,1 0 0 0 0,-1-1 0 0 0,0 0-1 0 0,21-13 1 0 0,-14 5-20 0 0,-1 0 0 0 0,0-2 1 0 0,-1 0-1 0 0,-1-1 0 0 0,0-1 0 0 0,-1 0 0 0 0,-1-2 0 0 0,22-33 0 0 0,-28 36 21 0 0,-1 0 1 0 0,0 0-1 0 0,-1 0 0 0 0,-1-1 0 0 0,-1-1 0 0 0,-1 1 0 0 0,0-1 1 0 0,-1 0-1 0 0,-1 0 0 0 0,-1 0 0 0 0,0-34 0 0 0,-3 36-99 0 0,-1-1 1 0 0,-1 1-1 0 0,-1 0 0 0 0,0 0 0 0 0,-1 0 0 0 0,-1 1 0 0 0,0-1 0 0 0,-1 1 0 0 0,-1 0 0 0 0,-1 1 0 0 0,0 0 0 0 0,-1 1 0 0 0,0 0 0 0 0,-1 0 0 0 0,-1 1 0 0 0,0 0 0 0 0,-1 1 1 0 0,0 1-1 0 0,-1 0 0 0 0,0 1 0 0 0,-1 0 0 0 0,0 1 0 0 0,0 0 0 0 0,-1 2 0 0 0,0 0 0 0 0,-21-6 0 0 0,24 9-300 0 0,-1 1 0 0 0,1 0 1 0 0,-1 1-1 0 0,0 0 0 0 0,0 1 0 0 0,-16 1 0 0 0,13 2-584 0 0,1 0-1 0 0,-1 1 1 0 0,0 0-1 0 0,1 2 1 0 0,0 0-1 0 0,0 1 1 0 0,1 0-1 0 0,-17 9 0 0 0,-49 29-6204 0 0,37-19 611 0 0</inkml:trace>
</inkml:ink>
</file>

<file path=ppt/ink/ink3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19:27.4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191 74 652 0 0,'2'-12'4026'0'0,"12"-47"2473"0"0,-13 57-5800 0 0,-2 2-684 0 0,-1 1 0 0 0,1 0 0 0 0,0 0 0 0 0,0 0 0 0 0,0 0 1 0 0,0 0-1 0 0,0 0 0 0 0,0 0 0 0 0,1 0 0 0 0,-1 0 0 0 0,0 1 0 0 0,0-1 1 0 0,1 0-1 0 0,-1 0 0 0 0,1 1 0 0 0,-1 1 0 0 0,-26 49-5 0 0,9-18 27 0 0,-62 121-845 0 0,31-49-4188 0 0,30-58 1024 0 0</inkml:trace>
</inkml:ink>
</file>

<file path=ppt/ink/ink3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19:28.7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642 64 1988 0 0,'0'0'4130'0'0,"-2"0"-3145"0"0,-6-3-140 0 0,-6 0 6403 0 0,414-38-5712 0 0,-302 30-953 0 0,-95 11-539 0 0,1-1-12 0 0,31-2 55 0 0,-32 2-69 0 0,0 1-21 0 0,13 0 2 0 0,-13 2 1 0 0,-1 0 0 0 0,1 0 0 0 0,-1 1 1 0 0,1-1-1 0 0,-1 1 0 0 0,0-1 1 0 0,0 1-1 0 0,0 0 0 0 0,0 0 0 0 0,0 0 1 0 0,-1 0-1 0 0,0 0 0 0 0,1 1 0 0 0,0 6 1 0 0,3 8 32 0 0,3 30 0 0 0,-4-23 25 0 0,13 116 1365 0 0,0 201 0 0 0,-16-300-1478 0 0,-38 696 1143 0 0,-19-172-32 0 0,51-397-1143 0 0,5-141 82 0 0,4 403 4294 0 0,-4-429-4217 0 0,-1 0 0 0 0,1 0-1 0 0,-1 1 1 0 0,0-1-1 0 0,1 0 1 0 0,-1 0 0 0 0,0 0-1 0 0,0 0 1 0 0,0-1-1 0 0,-1 1 1 0 0,1 0 0 0 0,0 0-1 0 0,-1-1 1 0 0,1 1-1 0 0,-1 0 1 0 0,0-1 0 0 0,1 0-1 0 0,-1 1 1 0 0,0-1-1 0 0,-3 2 1 0 0,-6 3 49 0 0,0 0 0 0 0,-17 5-1 0 0,21-8-59 0 0,-47 17 23 0 0,-90 21 0 0 0,-61 0-1620 0 0,56-13-398 0 0,-19 6-975 0 0,-61 13-6319 0 0,94-15-1608 0 0</inkml:trace>
</inkml:ink>
</file>

<file path=ppt/ink/ink3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19:31.8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4 112 0 0,'0'0'220'0'0,"11"-4"-412"0"0</inkml:trace>
</inkml:ink>
</file>

<file path=ppt/ink/ink3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19:38.7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10 240 16 0 0,'-4'-36'3065'0'0,"2"1"-1"0"0,4-50 1 0 0,0 8-185 0 0,-2 77-2869 0 0,0-1 0 0 0,0 1-1 0 0,0 0 1 0 0,0 0 0 0 0,0-1 0 0 0,0 1-1 0 0,0 0 1 0 0,0 0 0 0 0,0-1-1 0 0,0 1 1 0 0,0 0 0 0 0,0 0-1 0 0,0 0 1 0 0,0-1 0 0 0,1 1-1 0 0,-1 0 1 0 0,0 0 0 0 0,0 0-1 0 0,0-1 1 0 0,0 1 0 0 0,0 0-1 0 0,1 0 1 0 0,-1 0 0 0 0,0 0-1 0 0,0 0 1 0 0,0-1 0 0 0,1 1-1 0 0,-1 0 1 0 0,0 0 0 0 0,0 0-1 0 0,0 0 1 0 0,1 0 0 0 0,-1 0 0 0 0,0 0-1 0 0,0 0 1 0 0,1 0 0 0 0,-1 0-1 0 0,0 0 1 0 0,0 0 0 0 0,0 0-1 0 0,1 0 1 0 0,-1 0 0 0 0,0 0-1 0 0,0 0 1 0 0,1 0 0 0 0,0 0 14 0 0,-1 1 1 0 0,1-1-1 0 0,0 0 1 0 0,-1 1 0 0 0,1-1-1 0 0,0 1 1 0 0,-1-1-1 0 0,1 1 1 0 0,-1-1-1 0 0,1 1 1 0 0,0-1 0 0 0,-1 1-1 0 0,0-1 1 0 0,1 1-1 0 0,-1 0 1 0 0,1-1-1 0 0,-1 1 1 0 0,0 0 0 0 0,1 1-1 0 0,6 19 131 0 0,-2 0-1 0 0,0 1 0 0 0,-1 0 0 0 0,-1 0 1 0 0,-1 0-1 0 0,-1 0 0 0 0,-2 25 1 0 0,-26 159 150 0 0,7-70-163 0 0,18-117-546 0 0,0 1 0 0 0,2-1 0 0 0,2 20 0 0 0,-1-29-1044 0 0,1 0 0 0 0,0 0 0 0 0,0 0 0 0 0,6 11 1 0 0</inkml:trace>
</inkml:ink>
</file>

<file path=ppt/ink/ink3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19:39.1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250 107 1964 0 0,'61'-87'8231'0'0,"-54"74"-7152"0"0,-13 8-145 0 0,4 4-871 0 0,1 1 0 0 0,-1 0 0 0 0,0 0 0 0 0,1 0 0 0 0,-1 0 0 0 0,0 0-1 0 0,0 1 1 0 0,1-1 0 0 0,-1 0 0 0 0,-2 2 0 0 0,-8 3 67 0 0,1 1 0 0 0,0 0 0 0 0,0 1 0 0 0,0 0 0 0 0,-10 10 0 0 0,-45 46 82 0 0,53-50-175 0 0,5-5-15 0 0,0 0 0 0 0,0 1 0 0 0,1 1-1 0 0,0-1 1 0 0,1 1 0 0 0,0 0 0 0 0,-8 18-1 0 0,13-24-9 0 0,-1-1 0 0 0,1 0 0 0 0,0 1 0 0 0,1-1 0 0 0,-1 0-1 0 0,1 1 1 0 0,-1-1 0 0 0,1 1 0 0 0,0-1 0 0 0,0 1 0 0 0,1-1-1 0 0,-1 0 1 0 0,1 1 0 0 0,0-1 0 0 0,-1 1 0 0 0,1-1 0 0 0,1 0 0 0 0,-1 0-1 0 0,0 1 1 0 0,1-1 0 0 0,0 0 0 0 0,0 0 0 0 0,0-1 0 0 0,0 1-1 0 0,0 0 1 0 0,0-1 0 0 0,1 1 0 0 0,-1-1 0 0 0,6 4 0 0 0,11 6 185 0 0,1 0 1 0 0,0-2-1 0 0,1 0 1 0 0,36 11-1 0 0,30 14 744 0 0,-76-30-798 0 0,-1 1 1 0 0,0 0-1 0 0,0 1 0 0 0,0 0 0 0 0,14 14 0 0 0,-22-20-79 0 0,0 1 0 0 0,-1 0-1 0 0,1 0 1 0 0,-1 0 0 0 0,1 0-1 0 0,-1 0 1 0 0,0 0 0 0 0,0 0 0 0 0,0 0-1 0 0,0 0 1 0 0,0 1 0 0 0,0-1-1 0 0,-1 0 1 0 0,1 1 0 0 0,-1-1 0 0 0,1 1-1 0 0,-1-1 1 0 0,0 1 0 0 0,0 3-1 0 0,-1-2-2 0 0,0-1-1 0 0,0 1 0 0 0,0 0 0 0 0,-1 0 0 0 0,1-1 1 0 0,-1 1-1 0 0,0 0 0 0 0,0-1 0 0 0,0 0 1 0 0,-6 7-1 0 0,-1 0 30 0 0,0-1-1 0 0,-2 0 1 0 0,1 0 0 0 0,-1-1-1 0 0,-22 13 1 0 0,22-15-159 0 0,0-1-1 0 0,0 0 1 0 0,0-1-1 0 0,0 0 1 0 0,-1-1 0 0 0,1 0-1 0 0,-1-1 1 0 0,0 0-1 0 0,-15 0 1 0 0,17-2-604 0 0,0 0 0 0 0,0-1 0 0 0,0 0 0 0 0,0-1 0 0 0,1 0 0 0 0,-1-1 0 0 0,1 0 0 0 0,-1-1 0 0 0,1 0 0 0 0,0 0 0 0 0,-13-9 0 0 0,-6-5-2925 0 0,2-3-1351 0 0</inkml:trace>
</inkml:ink>
</file>

<file path=ppt/ink/ink3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19:40.4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62 294 1920 0 0,'-39'-171'10651'0'0,"25"102"-8059"0"0,6 18-1215 0 0,8 49-1381 0 0,2 2-1093 0 0,2 2 452 0 0,-1-1 1 0 0,0 1-1 0 0,0-1 1 0 0,0 1 0 0 0,0 0-1 0 0,-1 0 1 0 0,1 0-1 0 0,0 1 1 0 0,-1-1 0 0 0,3 4-1 0 0,9 8-5301 0 0</inkml:trace>
</inkml:ink>
</file>

<file path=ppt/ink/ink3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19:42.0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1 936 1976 0 0,'0'0'1842'0'0,"5"12"2663"0"0,1 5-3007 0 0,1 1-587 0 0,0-1 0 0 0,1 1 0 0 0,0-1 1 0 0,2-1-1 0 0,17 24 0 0 0,-25-37-782 0 0,1-1 1 0 0,-1 0-1 0 0,1 1 0 0 0,0-1 1 0 0,0 0-1 0 0,0-1 0 0 0,0 1 1 0 0,4 1-1 0 0,-4-1-63 0 0,1-1 31 0 0,-1 0-1 0 0,1-1 1 0 0,0 1-1 0 0,-1-1 0 0 0,1 0 1 0 0,0 0-1 0 0,-1 0 1 0 0,1 0-1 0 0,0 0 1 0 0,-1-1-1 0 0,1 0 1 0 0,0 0-1 0 0,-1 0 1 0 0,1 0-1 0 0,-1 0 0 0 0,1-1 1 0 0,5-3-1 0 0,-2 0-47 0 0,0 0 1 0 0,0 0-1 0 0,-1 0 0 0 0,1-1 0 0 0,-1 0 0 0 0,0-1 0 0 0,-1 1 0 0 0,0-1 1 0 0,0 0-1 0 0,8-15 0 0 0,-2 0-5 0 0,-1-1 1 0 0,11-36-1 0 0,-6 7-19 0 0,-3-2-1 0 0,-2 1 0 0 0,-2-2 1 0 0,0-62-1 0 0,-7 10-11 0 0,-15-122 0 0 0,-15 57-107 0 0,28 169 87 0 0,1 1 0 0 0,-1-1 0 0 0,0 1 0 0 0,1 0 0 0 0,-1 0 0 0 0,0-1-1 0 0,0 1 1 0 0,-1 0 0 0 0,1 0 0 0 0,0 0 0 0 0,-1 0 0 0 0,1 0 0 0 0,-1 0-1 0 0,0 1 1 0 0,1-1 0 0 0,-3-1 0 0 0,3 3 5 0 0,0 0 1 0 0,0 0-1 0 0,0 0 0 0 0,1 0 1 0 0,-1 0-1 0 0,0 0 0 0 0,0 1 1 0 0,1-1-1 0 0,-1 0 0 0 0,0 1 1 0 0,0-1-1 0 0,1 0 0 0 0,-1 1 1 0 0,0-1-1 0 0,1 1 0 0 0,-1-1 1 0 0,1 1-1 0 0,-1 0 0 0 0,1-1 1 0 0,-1 1-1 0 0,1-1 0 0 0,-1 2 1 0 0,0-2-3 0 0,-4 6-6 0 0,1 0 0 0 0,0-1 0 0 0,0 1 1 0 0,0 1-1 0 0,0-1 0 0 0,1 0 0 0 0,0 1 0 0 0,-3 13 0 0 0,-12 61-14 0 0,12-52 9 0 0,-4 21 5 0 0,3 0 1 0 0,2 1-1 0 0,2-1 0 0 0,2 1 1 0 0,2-1-1 0 0,3 1 0 0 0,1-1 0 0 0,14 51 1 0 0,-14-82 18 0 0,0-1 0 0 0,2 0 1 0 0,0 0-1 0 0,1-1 0 0 0,1 1 0 0 0,0-2 1 0 0,2 0-1 0 0,-1 0 0 0 0,2-1 1 0 0,23 24-1 0 0,-28-32-38 0 0,0 0 0 0 0,0-1 1 0 0,1 0-1 0 0,0-1 0 0 0,0 1 0 0 0,1-1 1 0 0,-1-1-1 0 0,1 0 0 0 0,0 0 0 0 0,0-1 1 0 0,0 0-1 0 0,1 0 0 0 0,-1-1 0 0 0,1-1 0 0 0,-1 1 1 0 0,1-2-1 0 0,0 1 0 0 0,0-1 0 0 0,-1-1 1 0 0,1 1-1 0 0,0-2 0 0 0,16-3 0 0 0,-15 1-105 0 0,0 0 0 0 0,0 0-1 0 0,0-1 1 0 0,-1-1-1 0 0,1 1 1 0 0,-1-2 0 0 0,-1 1-1 0 0,1-1 1 0 0,-1-1-1 0 0,0 0 1 0 0,8-9 0 0 0,-6 3-48 0 0,0-1 1 0 0,0 0 0 0 0,-2 0-1 0 0,0-1 1 0 0,0 0 0 0 0,8-26 0 0 0,-1-9-142 0 0,-2-2 0 0 0,-2 0 1 0 0,8-95-1 0 0,-7-226 229 0 0,-13 369 106 0 0,-2-100 282 0 0,2 103-254 0 0,-1 6 19 0 0,0 37 424 0 0,4 60-1 0 0,0-27-161 0 0,21 355 664 0 0,-6-161-632 0 0,-12-202 1152 0 0,-6-63-1038 0 0,2-24-21 0 0,-2-2-374 0 0,2-1 1 0 0,0 1-1 0 0,1 0 0 0 0,12-42 0 0 0,-12 56-77 0 0,0 0-1 0 0,0 0 0 0 0,1 1 1 0 0,0-1-1 0 0,0 1 0 0 0,1 0 1 0 0,0 0-1 0 0,0 1 0 0 0,1 0 1 0 0,0-1-1 0 0,1 2 0 0 0,-1-1 1 0 0,1 1-1 0 0,1 0 0 0 0,8-5 1 0 0,-12 8-4 0 0,0 1-1 0 0,1 0 1 0 0,-1 0 0 0 0,1 1 0 0 0,0-1 0 0 0,-1 1 0 0 0,1 0 0 0 0,0 0-1 0 0,0 0 1 0 0,0 1 0 0 0,0 0 0 0 0,0 0 0 0 0,-1 0 0 0 0,10 2-1 0 0,-7-1 1 0 0,-1 1 0 0 0,1 1 0 0 0,0-1 0 0 0,-1 1-1 0 0,1 0 1 0 0,-1 1 0 0 0,0-1 0 0 0,0 1-1 0 0,7 6 1 0 0,-1 2 0 0 0,1 0 1 0 0,-2 1-1 0 0,0 0 0 0 0,0 1 1 0 0,-1 0-1 0 0,-1 0 0 0 0,12 25 0 0 0,13 41 0 0 0,11 25 13 0 0,-43-102 5 0 0,0 1-1 0 0,0-1 1 0 0,0 1-1 0 0,1-1 1 0 0,-1 0-1 0 0,1 0 1 0 0,0 0-1 0 0,0 0 1 0 0,0-1-1 0 0,0 1 1 0 0,1-1 0 0 0,-1 0-1 0 0,0 1 1 0 0,1-2-1 0 0,0 1 1 0 0,-1 0-1 0 0,7 1 1 0 0,-4-2 4 0 0,0 0 0 0 0,-1 0 1 0 0,1-1-1 0 0,0 0 0 0 0,0 0 0 0 0,0-1 1 0 0,-1 1-1 0 0,1-1 0 0 0,0 0 0 0 0,0-1 1 0 0,5-2-1 0 0,4-1 6 0 0,-1-2 0 0 0,0 0 0 0 0,0-1 0 0 0,0 0 0 0 0,-1-1 1 0 0,-1-1-1 0 0,1 0 0 0 0,12-13 0 0 0,-9 4-10 0 0,-1 1-1 0 0,0-2 1 0 0,-2 0 0 0 0,0-1 0 0 0,-1 0-1 0 0,-1-1 1 0 0,-1 0 0 0 0,-1 0 0 0 0,-1-1 0 0 0,-1 0-1 0 0,-1-1 1 0 0,4-33 0 0 0,-10 53-19 0 0,1-1 0 0 0,0 1 1 0 0,-1 0-1 0 0,0 0 0 0 0,0 0 0 0 0,0 0 1 0 0,0-1-1 0 0,-1 1 0 0 0,0 0 0 0 0,1 0 0 0 0,-1 0 1 0 0,-1 0-1 0 0,1 0 0 0 0,-1 0 0 0 0,0 0 1 0 0,1 1-1 0 0,-2-1 0 0 0,-2-4 0 0 0,3 6-31 0 0,-2 3 3 0 0,0 0 32 0 0,-1 1-1 0 0,1-1 1 0 0,0 1-1 0 0,0-1 1 0 0,0 1-1 0 0,0 1 0 0 0,0-1 1 0 0,1 0-1 0 0,-1 1 1 0 0,1 0-1 0 0,0 0 1 0 0,-1 0-1 0 0,1 0 1 0 0,0 1-1 0 0,1-1 1 0 0,-1 1-1 0 0,-3 6 1 0 0,0 0 3 0 0,1 0 1 0 0,0 0-1 0 0,0 1 1 0 0,1 0-1 0 0,0 0 1 0 0,1 0-1 0 0,0 0 1 0 0,1 1-1 0 0,0-1 1 0 0,1 1-1 0 0,0-1 1 0 0,1 1-1 0 0,1-1 1 0 0,2 18-1 0 0,-2-22 15 0 0,0 0 0 0 0,1 0 1 0 0,0 0-1 0 0,1-1 0 0 0,-1 1 0 0 0,1 0 0 0 0,1-1 0 0 0,-1 0 1 0 0,1 0-1 0 0,0 0 0 0 0,1 0 0 0 0,-1-1 0 0 0,1 1 0 0 0,0-1 1 0 0,0 0-1 0 0,1-1 0 0 0,-1 1 0 0 0,1-1 0 0 0,0 0 1 0 0,0-1-1 0 0,1 0 0 0 0,-1 0 0 0 0,1 0 0 0 0,8 2 0 0 0,-3-2-77 0 0,0 0 0 0 0,0-2-1 0 0,0 1 1 0 0,1-1-1 0 0,-1-1 1 0 0,0-1-1 0 0,0 1 1 0 0,1-2-1 0 0,-1 0 1 0 0,0 0 0 0 0,0-1-1 0 0,14-5 1 0 0,-12 2-630 0 0,-1 1-1 0 0,1-2 1 0 0,-1 0 0 0 0,13-9 0 0 0,-17 9-580 0 0,0 0 0 0 0,0 0-1 0 0,-1-1 1 0 0,1 0 0 0 0,8-13 0 0 0,-1-6-4018 0 0</inkml:trace>
</inkml:ink>
</file>

<file path=ppt/ink/ink3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19:43.9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387 252 2620 0 0,'-123'1'3437'0'0,"-137"8"4019"0"0,257-9-6432 0 0,8 0-636 0 0,381-33 545 0 0,94-7-5834 0 0,-344 29 1336 0 0,3-3-1423 0 0</inkml:trace>
  <inkml:trace contextRef="#ctx0" brushRef="#br0" timeOffset="1">3683 216 1944 0 0,'6'-18'2330'0'0,"1"0"-1"0"0,16-32 0 0 0,-16 38-1835 0 0,1 0-1 0 0,0 0 1 0 0,1 1-1 0 0,0 0 1 0 0,0 0-1 0 0,1 1 1 0 0,20-15 0 0 0,-27 22-455 0 0,1 0 0 0 0,0 1 0 0 0,0-1 1 0 0,0 1-1 0 0,0 0 0 0 0,0 0 0 0 0,0 0 1 0 0,1 1-1 0 0,-1 0 0 0 0,0-1 0 0 0,1 2 1 0 0,0-1-1 0 0,-1 0 0 0 0,1 1 0 0 0,-1 0 1 0 0,1 0-1 0 0,0 0 0 0 0,-1 1 0 0 0,1-1 1 0 0,-1 1-1 0 0,1 0 0 0 0,-1 0 0 0 0,0 1 1 0 0,1 0-1 0 0,-1-1 0 0 0,0 1 0 0 0,0 1 1 0 0,0-1-1 0 0,0 0 0 0 0,0 1 0 0 0,-1 0 1 0 0,1 0-1 0 0,3 4 0 0 0,2 3-27 0 0,1 0 0 0 0,-1 1 0 0 0,-1 1 0 0 0,0-1 0 0 0,-1 1-1 0 0,0 1 1 0 0,0-1 0 0 0,-2 1 0 0 0,8 23 0 0 0,-6-6 19 0 0,-1 1 0 0 0,-1 0 0 0 0,-2 1 1 0 0,-1-1-1 0 0,-2 0 0 0 0,-4 37 0 0 0,3-21 72 0 0,1-28 149 0 0,0-17-14 0 0,1-6 98 0 0,1-22-316 0 0,2-1-1 0 0,2 1 0 0 0,0 0 1 0 0,13-32-1 0 0,-13 41-9 0 0,1 1 0 0 0,1 0 0 0 0,0 0 0 0 0,1 1 1 0 0,1 0-1 0 0,0 1 0 0 0,19-20 0 0 0,-25 30-12 0 0,1 0 0 0 0,0 0 0 0 0,0 0 0 0 0,0 0 0 0 0,0 1 0 0 0,1 0 0 0 0,-1 0 0 0 0,1 0 0 0 0,-1 1 0 0 0,1 0 0 0 0,0 0 0 0 0,0 0 0 0 0,0 1 0 0 0,0 0 0 0 0,1 0 0 0 0,-1 0 0 0 0,0 1 0 0 0,0 0 0 0 0,1 0 0 0 0,-1 1 0 0 0,0 0-1 0 0,0 0 1 0 0,0 0 0 0 0,0 1 0 0 0,0 0 0 0 0,0 0 0 0 0,8 4 0 0 0,-4-1-1 0 0,0 1-1 0 0,0 0 1 0 0,-1 0-1 0 0,0 1 0 0 0,0 0 1 0 0,-1 1-1 0 0,0 0 0 0 0,0 0 1 0 0,-1 1-1 0 0,0-1 1 0 0,0 2-1 0 0,-1-1 0 0 0,0 1 1 0 0,6 16-1 0 0,4 19-29 0 0,18 82 0 0 0,-9-29-4389 0 0,-25-95 3902 0 0,1-1 0 0 0,0 0 0 0 0,0 0-1 0 0,0 0 1 0 0,1 1 0 0 0,-1-1 0 0 0,0 0 0 0 0,3 2 0 0 0</inkml:trace>
  <inkml:trace contextRef="#ctx0" brushRef="#br0" timeOffset="2">4886 208 2804 0 0,'14'-71'9344'0'0,"-14"68"-8032"0"0,-14 21-294 0 0,4 12-389 0 0,1 1-1 0 0,2 0 1 0 0,-6 56 0 0 0,9-59-438 0 0,3-16-125 0 0,0 1 0 0 0,0-1 0 0 0,1 1 0 0 0,1-1 0 0 0,0 1 0 0 0,1-1 0 0 0,0 1-1 0 0,1-1 1 0 0,8 22 0 0 0,-10-29-45 0 0,1-2 0 0 0,0 1 0 0 0,0 0 1 0 0,0 0-1 0 0,0-1 0 0 0,1 1 0 0 0,0-1 0 0 0,-1 1 0 0 0,1-1 0 0 0,1 0 0 0 0,-1 0 0 0 0,0-1 0 0 0,1 1 0 0 0,-1-1 0 0 0,1 0 0 0 0,0 1 0 0 0,-1-1 0 0 0,1-1 0 0 0,0 1 0 0 0,0-1 0 0 0,1 0 0 0 0,-1 1 0 0 0,0-2 0 0 0,0 1 0 0 0,1 0 0 0 0,-1-1 0 0 0,0 0 0 0 0,0 0 0 0 0,1 0 0 0 0,-1-1 0 0 0,8-1 0 0 0,-2 0 1 0 0,0-1 0 0 0,0-1 0 0 0,0 1 0 0 0,0-1 0 0 0,0-1 0 0 0,-1 0 1 0 0,0-1-1 0 0,0 1 0 0 0,0-2 0 0 0,-1 1 0 0 0,0-1 0 0 0,0 0 0 0 0,-1-1 0 0 0,0 0 1 0 0,0 0-1 0 0,-1 0 0 0 0,0-1 0 0 0,0 0 0 0 0,-1-1 0 0 0,5-11 0 0 0,-3 4-13 0 0,0 0-1 0 0,-2 1 0 0 0,0-2 0 0 0,-1 1 0 0 0,0-1 0 0 0,-2 1 1 0 0,0-1-1 0 0,-1 0 0 0 0,0 0 0 0 0,-2 0 0 0 0,-3-24 0 0 0,3 36-7 0 0,0 1 0 0 0,-1-1 0 0 0,1 1 0 0 0,-1-1 0 0 0,0 1 0 0 0,-1 0 0 0 0,1-1 0 0 0,-1 1 0 0 0,0 0 0 0 0,0 1 0 0 0,0-1 0 0 0,-1 1 0 0 0,0-1 0 0 0,0 1 0 0 0,0 0 0 0 0,0 0 0 0 0,-1 1 0 0 0,1-1 0 0 0,-1 1 0 0 0,-9-5 0 0 0,6 5-3 0 0,0 0 0 0 0,0 1 0 0 0,0-1 0 0 0,-1 2 1 0 0,1-1-1 0 0,0 1 0 0 0,-1 0 0 0 0,1 1 1 0 0,-1 0-1 0 0,1 1 0 0 0,-1-1 0 0 0,1 1 1 0 0,-14 4-1 0 0,5 0 2 0 0,1 0 0 0 0,0 1-1 0 0,0 0 1 0 0,0 2 0 0 0,1-1 0 0 0,-24 17 0 0 0,30-17-43 0 0,0 0 0 0 0,0 1 0 0 0,1 0-1 0 0,0 0 1 0 0,0 0 0 0 0,1 1 0 0 0,1 0 0 0 0,-1 1 0 0 0,1 0-1 0 0,1 0 1 0 0,-5 10 0 0 0,8-15-160 0 0,0 0 0 0 0,1 0 0 0 0,0 0-1 0 0,0 1 1 0 0,0-1 0 0 0,0 0 0 0 0,1 0 0 0 0,0 1 0 0 0,0-1-1 0 0,0 0 1 0 0,1 0 0 0 0,0 1 0 0 0,0-1 0 0 0,0 0 0 0 0,1 0-1 0 0,-1 0 1 0 0,4 6 0 0 0,-2-6-240 0 0,0 0 0 0 0,0 0 0 0 0,0 0 0 0 0,1 0 0 0 0,-1-1 0 0 0,1 0 0 0 0,0 1 0 0 0,1-1 0 0 0,-1-1 0 0 0,1 1 0 0 0,-1-1 0 0 0,1 0 0 0 0,0 0 0 0 0,1 0-1 0 0,-1 0 1 0 0,0-1 0 0 0,1 0 0 0 0,-1 0 0 0 0,1-1 0 0 0,0 1 0 0 0,-1-1 0 0 0,1 0 0 0 0,9-1 0 0 0,5-1-1418 0 0</inkml:trace>
</inkml:ink>
</file>

<file path=ppt/ink/ink3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19:45.2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1010 496 0 0,'6'-14'1921'0'0,"3"-6"610"0"0,0-1 1 0 0,19-27-1 0 0,-24 43-2287 0 0,-1 0 1 0 0,1 0-1 0 0,0 1 1 0 0,0-1-1 0 0,1 1 1 0 0,-1 0-1 0 0,1 0 0 0 0,0 1 1 0 0,0-1-1 0 0,0 1 1 0 0,0 0-1 0 0,1 1 1 0 0,10-5-1 0 0,-11 6-140 0 0,1 0-1 0 0,-1 1 1 0 0,0 0 0 0 0,0 0-1 0 0,0 0 1 0 0,0 0 0 0 0,0 1-1 0 0,0 0 1 0 0,0 0 0 0 0,0 0-1 0 0,0 1 1 0 0,9 3-1 0 0,-2 0 129 0 0,-1 1-1 0 0,0 0 0 0 0,19 14 0 0 0,-10-5-55 0 0,-2 2 1 0 0,0 0-1 0 0,-1 0 1 0 0,0 2-1 0 0,-2 0 1 0 0,0 1-1 0 0,-1 1 0 0 0,-1 0 1 0 0,-1 0-1 0 0,-1 1 1 0 0,8 25-1 0 0,-17-42 13 0 0,1 1 1 0 0,-1-1-1 0 0,-1 1 0 0 0,1 0 0 0 0,-1 0 0 0 0,0 0 0 0 0,-1 0 0 0 0,1 0 1 0 0,-1 0-1 0 0,0 0 0 0 0,-1 0 0 0 0,1 0 0 0 0,-1-1 0 0 0,0 1 0 0 0,-4 9 1 0 0,5-14-159 0 0,-1 0 0 0 0,1-1 1 0 0,-1 1-1 0 0,1 0 1 0 0,-1-1-1 0 0,1 1 1 0 0,-1-1-1 0 0,1 1 0 0 0,-1-1 1 0 0,0 0-1 0 0,1 1 1 0 0,-1-1-1 0 0,0 1 0 0 0,0-1 1 0 0,1 0-1 0 0,-1 0 1 0 0,0 1-1 0 0,0-1 1 0 0,1 0-1 0 0,-1 0 0 0 0,0 0 1 0 0,0 0-1 0 0,1 0 1 0 0,-1 0-1 0 0,0 0 0 0 0,0 0 1 0 0,0 0-1 0 0,1 0 1 0 0,-1-1-1 0 0,0 1 1 0 0,-1-1-1 0 0,-20-9 347 0 0,21 10-378 0 0,-6-4 38 0 0,1-1 1 0 0,0 0-1 0 0,0 0 1 0 0,0 0-1 0 0,1-1 0 0 0,-1 0 1 0 0,1 0-1 0 0,1 0 1 0 0,-1-1-1 0 0,1 1 0 0 0,0-1 1 0 0,1 0-1 0 0,0 0 1 0 0,-5-15-1 0 0,8 20-78 0 0,-1 0 0 0 0,1 0 0 0 0,0-1-1 0 0,0 1 1 0 0,0 0 0 0 0,0 0 0 0 0,0-1 0 0 0,1 1 0 0 0,-1 0 0 0 0,1 0-1 0 0,-1-1 1 0 0,1 1 0 0 0,0 0 0 0 0,0 0 0 0 0,0 0 0 0 0,0 0-1 0 0,0 0 1 0 0,0 0 0 0 0,0 0 0 0 0,1 0 0 0 0,2-2 0 0 0,2-3-555 0 0,1 1 0 0 0,0-1 1 0 0,12-8-1 0 0,0 4-1217 0 0,0 1 1 0 0,0 0-1 0 0,1 2 0 0 0,40-13 1 0 0,-2 2-3059 0 0,-37 10 1656 0 0</inkml:trace>
  <inkml:trace contextRef="#ctx0" brushRef="#br0" timeOffset="1">718 911 3852 0 0,'2'-2'893'0'0,"6"-10"1409"0"0,0 0-1 0 0,9-25 1 0 0,-16 35-1236 0 0,0 2-1027 0 0,-1 0 0 0 0,1 1 0 0 0,0-1 0 0 0,-1 0 0 0 0,1 0 0 0 0,0 0 0 0 0,-1 1 1 0 0,1-1-1 0 0,0 0 0 0 0,-1 0 0 0 0,1 1 0 0 0,-1-1 0 0 0,1 1 0 0 0,0-1 0 0 0,-1 1 0 0 0,1-1 0 0 0,-1 0 0 0 0,0 1 0 0 0,1 0 1 0 0,-1-1-1 0 0,1 1 0 0 0,-1-1 0 0 0,0 1 0 0 0,1-1 0 0 0,-1 1 0 0 0,1 1 0 0 0,4 21 943 0 0,-4-15-546 0 0,28 211 3022 0 0,-28-211-3409 0 0,2 46 116 0 0,-2-33 495 0 0,0 0-1 0 0,8 39 1 0 0,-23-100-284 0 0,11 19-350 0 0,1 0 1 0 0,1 0-1 0 0,1 0 1 0 0,1 0-1 0 0,1 0 1 0 0,6-32-1 0 0,-6 46-34 0 0,0 1 1 0 0,0-1-1 0 0,1 0 0 0 0,-1 1 0 0 0,1 0 1 0 0,1-1-1 0 0,-1 1 0 0 0,1 1 0 0 0,0-1 1 0 0,0 0-1 0 0,1 1 0 0 0,0 0 0 0 0,0 0 1 0 0,0 0-1 0 0,0 1 0 0 0,1 0 0 0 0,0 0 1 0 0,0 0-1 0 0,0 1 0 0 0,0 0 1 0 0,0 0-1 0 0,1 0 0 0 0,11-2 0 0 0,-9 3 0 0 0,0 0 0 0 0,0 1 0 0 0,0 1 0 0 0,0 0-1 0 0,1 0 1 0 0,-1 0 0 0 0,0 1 0 0 0,0 1 0 0 0,0-1-1 0 0,0 2 1 0 0,0-1 0 0 0,0 1 0 0 0,0 0 0 0 0,-1 1 0 0 0,0 0-1 0 0,0 1 1 0 0,0-1 0 0 0,8 7 0 0 0,7 7 1 0 0,1 1-1 0 0,-2 2 1 0 0,-1 0 0 0 0,23 29 0 0 0,-34-39 5 0 0,-1 1 0 0 0,0 0 0 0 0,-1 1 0 0 0,0 0 0 0 0,-1 0 0 0 0,0 0 0 0 0,6 22 0 0 0,-12-33 1 0 0,-1 1 0 0 0,1 0 1 0 0,-1 0-1 0 0,0-1 0 0 0,0 1 0 0 0,0 0 0 0 0,0-1 1 0 0,0 1-1 0 0,0 0 0 0 0,-2 4 0 0 0,2-6 3 0 0,0 1-1 0 0,-1-1 0 0 0,1 0 1 0 0,-1 0-1 0 0,1 1 1 0 0,-1-1-1 0 0,1 0 0 0 0,-1 0 1 0 0,1 0-1 0 0,-1 0 0 0 0,0 0 1 0 0,0 0-1 0 0,0 0 1 0 0,0 0-1 0 0,1 0 0 0 0,-1 0 1 0 0,0 0-1 0 0,-1 0 0 0 0,1-1 1 0 0,0 1-1 0 0,0 0 1 0 0,0-1-1 0 0,0 1 0 0 0,0-1 1 0 0,-1 1-1 0 0,1-1 0 0 0,0 0 1 0 0,-1 1-1 0 0,1-1 1 0 0,0 0-1 0 0,0 0 0 0 0,-1 0 1 0 0,1 0-1 0 0,0 0 0 0 0,-1 0 1 0 0,1 0-1 0 0,0-1 1 0 0,0 1-1 0 0,-1 0 0 0 0,1-1 1 0 0,0 1-1 0 0,0-1 0 0 0,-1 1 1 0 0,1-1-1 0 0,0 0 1 0 0,0 1-1 0 0,0-1 0 0 0,-1-1 1 0 0,-1 0-6 0 0,0 0-1 0 0,0-1 1 0 0,0 1 0 0 0,0-1 0 0 0,1 0 0 0 0,-1 0 0 0 0,1 0 0 0 0,0 0 0 0 0,0 0 0 0 0,0 0 0 0 0,0-1 0 0 0,0 1 0 0 0,1 0 0 0 0,0-1-1 0 0,-1 0 1 0 0,1 1 0 0 0,1-1 0 0 0,-1 0 0 0 0,0 1 0 0 0,1-1 0 0 0,0 0 0 0 0,0 0 0 0 0,0 1 0 0 0,0-1 0 0 0,1 0 0 0 0,-1 0-1 0 0,2-4 1 0 0,1-4-2 0 0,1 1-1 0 0,0 0 0 0 0,0 1 0 0 0,1-1 1 0 0,0 1-1 0 0,0 0 0 0 0,13-16 1 0 0,-7 11-12 0 0,1 1 0 0 0,1 0 1 0 0,1 1-1 0 0,0 0 0 0 0,0 1 1 0 0,1 1-1 0 0,1 0 0 0 0,0 1 1 0 0,1 0-1 0 0,-1 2 0 0 0,27-10 1 0 0,-37 16 12 0 0,0 0 0 0 0,-1 1 0 0 0,1 0 0 0 0,0 0 0 0 0,0 0 0 0 0,0 1 1 0 0,0 0-1 0 0,0 0 0 0 0,0 1 0 0 0,0-1 0 0 0,0 1 0 0 0,0 1 0 0 0,0-1 0 0 0,0 1 1 0 0,7 3-1 0 0,-8-3 1 0 0,-1 1 1 0 0,0-1-1 0 0,0 1 1 0 0,-1 0-1 0 0,1 0 0 0 0,-1 0 1 0 0,1 1-1 0 0,-1-1 1 0 0,0 1-1 0 0,0 0 1 0 0,-1 0-1 0 0,1 0 1 0 0,-1 0-1 0 0,0 0 1 0 0,0 0-1 0 0,0 1 1 0 0,0-1-1 0 0,-1 1 0 0 0,2 8 1 0 0,5 50-1521 0 0,-6-43-119 0 0,1 0 1 0 0,0-1-1 0 0,8 24 0 0 0,-9-36 1236 0 0,1-1-1 0 0,0 0 1 0 0,0 0-1 0 0,0 0 1 0 0,1 0-1 0 0,0-1 1 0 0,0 1-1 0 0,0-1 1 0 0,0 0-1 0 0,1 0 1 0 0,0-1 0 0 0,0 1-1 0 0,9 5 1 0 0,7 3-3928 0 0</inkml:trace>
  <inkml:trace contextRef="#ctx0" brushRef="#br0" timeOffset="2">2424 947 2592 0 0,'2'-5'498'0'0,"-1"1"0"0"0,0-1 0 0 0,0 0-1 0 0,0 1 1 0 0,-1-1 0 0 0,1 0 0 0 0,-1 0 0 0 0,0 0 0 0 0,-1 0-1 0 0,1 1 1 0 0,-1-1 0 0 0,0 0 0 0 0,-2-7 0 0 0,2 9-357 0 0,0 0 1 0 0,-1 0 0 0 0,1 0 0 0 0,0 0 0 0 0,-1 1-1 0 0,0-1 1 0 0,0 0 0 0 0,0 1 0 0 0,0-1-1 0 0,0 1 1 0 0,0 0 0 0 0,-1 0 0 0 0,1-1 0 0 0,-1 1-1 0 0,1 1 1 0 0,-1-1 0 0 0,0 0 0 0 0,0 1 0 0 0,0 0-1 0 0,-4-2 1 0 0,3 2-79 0 0,-1 0 0 0 0,0 1 0 0 0,1-1 0 0 0,-1 1-1 0 0,0 0 1 0 0,0 1 0 0 0,1-1 0 0 0,-1 1 0 0 0,0 0 0 0 0,1 0 0 0 0,-1 0-1 0 0,1 1 1 0 0,-5 1 0 0 0,-7 4 59 0 0,0 1 1 0 0,-15 11-1 0 0,24-15-86 0 0,-16 11 27 0 0,2 1-1 0 0,0 0 1 0 0,0 2 0 0 0,2 0 0 0 0,0 1 0 0 0,1 1-1 0 0,1 0 1 0 0,1 2 0 0 0,1 0 0 0 0,1 1 0 0 0,-18 39-1 0 0,29-56-9 0 0,1 0-1 0 0,0 1 1 0 0,0-1-1 0 0,0 1 0 0 0,1 0 1 0 0,0-1-1 0 0,0 1 1 0 0,0 0-1 0 0,1 0 1 0 0,0 0-1 0 0,1-1 0 0 0,1 12 1 0 0,-1-15-16 0 0,0 1-1 0 0,1-1 1 0 0,-1 0 0 0 0,0 0 0 0 0,1 0-1 0 0,0-1 1 0 0,0 1 0 0 0,0 0 0 0 0,0-1 0 0 0,0 1-1 0 0,0-1 1 0 0,1 1 0 0 0,-1-1 0 0 0,1 0 0 0 0,-1 0-1 0 0,1 0 1 0 0,0-1 0 0 0,0 1 0 0 0,0-1 0 0 0,0 1-1 0 0,0-1 1 0 0,0 0 0 0 0,0 0 0 0 0,1 0-1 0 0,-1-1 1 0 0,0 1 0 0 0,5-1 0 0 0,0 1-5 0 0,0 0 0 0 0,0-1-1 0 0,-1 0 1 0 0,1-1 0 0 0,0 0 0 0 0,0 0 0 0 0,0 0 0 0 0,-1-1 0 0 0,1-1-1 0 0,-1 1 1 0 0,1-1 0 0 0,6-4 0 0 0,-4 2-10 0 0,-1-1-1 0 0,1-1 1 0 0,-2 0-1 0 0,1 0 1 0 0,-1-1 0 0 0,0 0-1 0 0,11-14 1 0 0,2-9 3 0 0,-1-1 1 0 0,-1-2-1 0 0,26-67 0 0 0,-36 80 0 0 0,18-44-96 0 0,-21 56-86 0 0,-4 16 112 0 0,-1 14 35 0 0,-3 11 38 0 0,1-1 0 0 0,2 0 0 0 0,1 1-1 0 0,1-1 1 0 0,13 55 0 0 0,-14-80 63 0 0,0 0 0 0 0,0 1 0 0 0,1-1 0 0 0,0 0 0 0 0,0 0 0 0 0,0 0 0 0 0,1-1 0 0 0,5 7-1 0 0,-7-10-34 0 0,0 0 0 0 0,1 1-1 0 0,-1-1 1 0 0,1 0-1 0 0,0 0 1 0 0,0 0-1 0 0,0-1 1 0 0,0 1 0 0 0,0-1-1 0 0,0 0 1 0 0,0 1-1 0 0,0-1 1 0 0,0-1 0 0 0,1 1-1 0 0,-1 0 1 0 0,0-1-1 0 0,1 0 1 0 0,3 0-1 0 0,10-1 6 0 0,1 0 1 0 0,0-2-1 0 0,-1 0 0 0 0,1-2 0 0 0,-1 1 0 0 0,0-2 0 0 0,-1 0 0 0 0,1-2 0 0 0,-1 1 0 0 0,0-2 0 0 0,-1 0 0 0 0,0-1 0 0 0,24-21 0 0 0,-12 8-41 0 0,-2-1 0 0 0,-1-2 0 0 0,-1 0 1 0 0,-2-1-1 0 0,0-1 0 0 0,18-36 0 0 0,-14 19-7 0 0,-3-1 0 0 0,-1-1-1 0 0,-3-1 1 0 0,-2-1 0 0 0,19-95 0 0 0,-29 106-12 0 0,-1-1 0 0 0,-2 1 0 0 0,-2-1 0 0 0,-1 0 0 0 0,-2 0 0 0 0,-2 1 0 0 0,-2-1 0 0 0,-13-51 0 0 0,14 76-4 0 0,1 0-1 0 0,-2 0 1 0 0,0 0-1 0 0,-1 1 1 0 0,0 0-1 0 0,-1 0 0 0 0,-17-21 1 0 0,22 30 0 0 0,1 1 1 0 0,-1 0 0 0 0,0 0-1 0 0,0 0 1 0 0,0 1 0 0 0,-1-1-1 0 0,1 1 1 0 0,-1 0 0 0 0,1 0-1 0 0,-1 0 1 0 0,0 0 0 0 0,1 1-1 0 0,-1-1 1 0 0,0 1 0 0 0,0 0-1 0 0,0 0 1 0 0,0 1 0 0 0,-1-1-1 0 0,1 1 1 0 0,0 0 0 0 0,0 0-1 0 0,0 0 1 0 0,0 0 0 0 0,0 1-1 0 0,0 0 1 0 0,0 0 0 0 0,0 0-1 0 0,0 0 1 0 0,0 1 0 0 0,0-1-1 0 0,0 1 1 0 0,-4 3-1 0 0,-2 2 1 0 0,1 0 0 0 0,-1 0 0 0 0,2 1 0 0 0,-1 0 0 0 0,1 1 0 0 0,1 0 0 0 0,0 0 0 0 0,0 0 0 0 0,0 1 0 0 0,1 0-1 0 0,1 1 1 0 0,-8 20 0 0 0,2-2 30 0 0,2 0 0 0 0,1 1 0 0 0,-7 53 0 0 0,10-44 11 0 0,2 0 1 0 0,2 0-1 0 0,1 1 1 0 0,3-1-1 0 0,0 0 0 0 0,3 0 1 0 0,1 0-1 0 0,2-1 0 0 0,2 0 1 0 0,1-1-1 0 0,2 0 0 0 0,34 65 1 0 0,-34-80-44 0 0,1-1 0 0 0,0-1 0 0 0,2 0 0 0 0,0-1 0 0 0,1 0 0 0 0,1-2 0 0 0,1 0 0 0 0,0-1 0 0 0,42 24 0 0 0,-37-26-741 0 0,2-1 1 0 0,-1-2 0 0 0,2 0-1 0 0,-1-2 1 0 0,32 6 0 0 0,-5-4-1992 0 0</inkml:trace>
</inkml:ink>
</file>

<file path=ppt/ink/ink3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19:47.0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296 907 2168 0 0,'-7'15'5005'0'0,"0"6"-2189"0"0,6-19-2159 0 0,-4 10 1071 0 0,5-12-1643 0 0,0 0-1 0 0,0 0 1 0 0,-1 1 0 0 0,1-1 0 0 0,0 0 0 0 0,0 0-1 0 0,0 0 1 0 0,0 0 0 0 0,0 1 0 0 0,0-1-1 0 0,0 0 1 0 0,0 0 0 0 0,0 0 0 0 0,0 0 0 0 0,-1 1-1 0 0,1-1 1 0 0,0 0 0 0 0,0 0 0 0 0,0 0-1 0 0,0 1 1 0 0,0-1 0 0 0,0 0 0 0 0,0 0 0 0 0,0 0-1 0 0,0 0 1 0 0,1 1 0 0 0,-1-1 0 0 0,0 0 0 0 0,0 0-1 0 0,0 0 1 0 0,0 0 0 0 0,0 1 0 0 0,0-1-1 0 0,0 0 1 0 0,0 0 0 0 0,0 0 0 0 0,1 0 0 0 0,-1 1-1 0 0,0-1 1 0 0,0 0 0 0 0,0 0 0 0 0,0 0 0 0 0,0 0-1 0 0,1 0 1 0 0,-1 0 0 0 0,0 0 0 0 0,0 0-1 0 0,0 0 1 0 0,0 1 0 0 0,1-1 0 0 0,12-5 858 0 0,17-15-695 0 0,-18 9-129 0 0,-1 0-1 0 0,0-2 1 0 0,-1 1-1 0 0,0-1 1 0 0,-1-1-1 0 0,10-19 1 0 0,37-91 117 0 0,-38 70-191 0 0,-1 0 0 0 0,-4-1 0 0 0,-1-1 0 0 0,5-74 0 0 0,-6-227-239 0 0,-11 355 146 0 0,-1 6-45 0 0,-5 13 84 0 0,1 2 0 0 0,1-1 0 0 0,0 1 0 0 0,2-1 0 0 0,-1 27 0 0 0,-1-2-4 0 0,-67 980-253 0 0,-3 94 511 0 0,72-1097 38 0 0,1-13-20 0 0,0 0 0 0 0,0 0 0 0 0,1-1-1 0 0,-1 1 1 0 0,2 0 0 0 0,-1 0 0 0 0,2 9 0 0 0,-1-16-230 0 0,-1 1 1 0 0,0 0 0 0 0,1 0 0 0 0,-1 0 0 0 0,1-1 0 0 0,-1 1 0 0 0,1 0 0 0 0,-1-1-1 0 0,1 1 1 0 0,-1 0 0 0 0,1-1 0 0 0,0 1 0 0 0,-1-1 0 0 0,1 1 0 0 0,0-1-1 0 0,-1 1 1 0 0,1-1 0 0 0,0 1 0 0 0,0-1 0 0 0,-1 0 0 0 0,1 1 0 0 0,0-1 0 0 0,0 0-1 0 0,0 0 1 0 0,0 0 0 0 0,0 1 0 0 0,-1-1 0 0 0,1 0 0 0 0,0 0 0 0 0,0 0 0 0 0,0-1-1 0 0,0 1 1 0 0,1 0 0 0 0,24-11 180 0 0,-23 9-149 0 0,6-4-19 0 0,0 0-1 0 0,0-1 0 0 0,0 0 0 0 0,-1 0 0 0 0,0-1 0 0 0,0 0 0 0 0,-1-1 0 0 0,9-13 0 0 0,1-5 27 0 0,22-46 0 0 0,-20 31-91 0 0,-1-1 0 0 0,-2-1 1 0 0,17-83-1 0 0,-27 97-2 0 0,-1-1 1 0 0,-2 1-1 0 0,-2 0 0 0 0,0-1 1 0 0,-2 1-1 0 0,-9-59 0 0 0,5 69 23 0 0,0 1 1 0 0,-2-1-1 0 0,0 1 0 0 0,-1 1 0 0 0,0 0 0 0 0,-2 0 0 0 0,0 1 0 0 0,-1 0 0 0 0,-1 0 0 0 0,0 1 0 0 0,-27-26 0 0 0,11 18-3 0 0,-1 0-1 0 0,0 2 1 0 0,-2 1-1 0 0,0 2 1 0 0,-53-25-1 0 0,-185-69-130 0 0,255 104 29 0 0,12 7 85 0 0,1 2 16 0 0,1 0-1 0 0,0-1 1 0 0,0 1 0 0 0,0 0-1 0 0,0 0 1 0 0,-1-1 0 0 0,1 1-1 0 0,0 0 1 0 0,0 0 0 0 0,0-1-1 0 0,0 1 1 0 0,0 0-1 0 0,0 0 1 0 0,0-1 0 0 0,0 1-1 0 0,0 0 1 0 0,0 0 0 0 0,0-1-1 0 0,0 1 1 0 0,0 0 0 0 0,0-1-1 0 0,0 1 1 0 0,0 0 0 0 0,0 0-1 0 0,0-1 1 0 0,0 1-1 0 0,0 0 1 0 0,0 0 0 0 0,1-1-1 0 0,-1 1 1 0 0,0 0 0 0 0,0 0-1 0 0,0 0 1 0 0,0-1 0 0 0,1 1-1 0 0,-1 0 1 0 0,0 0 0 0 0,0 0-1 0 0,0-1 1 0 0,1 1-1 0 0,-1 0 1 0 0,10-7-38 0 0,24-8-248 0 0,0 2 0 0 0,1 1 1 0 0,68-14-1 0 0,-48 13-185 0 0,128-27-1223 0 0,28-6-921 0 0,-164 33 1794 0 0,-1-2 0 0 0,62-29 0 0 0,-93 37 669 0 0,-1-1 0 0 0,1-1-1 0 0,-2 0 1 0 0,25-22 0 0 0,-31 25 197 0 0,-1-1 0 0 0,1 0 1 0 0,-2 0-1 0 0,1 0 1 0 0,-1-1-1 0 0,0 1 1 0 0,-1-1-1 0 0,0 0 0 0 0,0-1 1 0 0,3-10-1 0 0,-7 19-33 0 0,1-1 0 0 0,-1 1-1 0 0,0 0 1 0 0,0-1 0 0 0,0 1-1 0 0,0-1 1 0 0,1 1 0 0 0,-1-1-1 0 0,0 1 1 0 0,0 0 0 0 0,0-1-1 0 0,0 1 1 0 0,0-1 0 0 0,0 1 0 0 0,0-1-1 0 0,0 1 1 0 0,0-1 0 0 0,0 1-1 0 0,0 0 1 0 0,-1-1 0 0 0,1 1-1 0 0,0-1 1 0 0,0 1 0 0 0,0 0-1 0 0,0-1 1 0 0,-1 1 0 0 0,1-1-1 0 0,0 1 1 0 0,-11 4 53 0 0,-11 17-15 0 0,8 0 16 0 0,0 0 0 0 0,2 1-1 0 0,0 0 1 0 0,2 1 0 0 0,1 0 0 0 0,-12 42-1 0 0,19-57-20 0 0,1 0-1 0 0,-1 0 1 0 0,1 0-1 0 0,1 0 0 0 0,-1 0 1 0 0,1 0-1 0 0,1 0 1 0 0,0 0-1 0 0,0 0 0 0 0,0 0 1 0 0,1 0-1 0 0,0 0 1 0 0,4 8-1 0 0,-4-11 35 0 0,0-1 1 0 0,1 0-1 0 0,-1 0 1 0 0,1 0-1 0 0,0 0 1 0 0,0 0-1 0 0,0 0 1 0 0,0-1-1 0 0,1 0 1 0 0,-1 1-1 0 0,1-1 1 0 0,0-1-1 0 0,0 1 1 0 0,0-1-1 0 0,0 1 0 0 0,1-1 1 0 0,-1 0-1 0 0,1-1 1 0 0,-1 1-1 0 0,1-1 1 0 0,-1 0-1 0 0,1 0 1 0 0,7 1-1 0 0,1-2-15 0 0,1 0 0 0 0,-1 0 1 0 0,0-2-1 0 0,1 1 0 0 0,-1-2 0 0 0,0 0 0 0 0,0 0 0 0 0,0-1 0 0 0,0-1 1 0 0,-1 0-1 0 0,0-1 0 0 0,0 0 0 0 0,0-1 0 0 0,-1 0 0 0 0,0-1 0 0 0,0 0 0 0 0,-1-1 1 0 0,16-17-1 0 0,-13 12-45 0 0,-1 0 1 0 0,0-1 0 0 0,-1 0-1 0 0,-1-1 1 0 0,-1 0 0 0 0,0-1-1 0 0,-1 0 1 0 0,0 0 0 0 0,-2-1-1 0 0,0 0 1 0 0,-1 0 0 0 0,5-35-1 0 0,-10 48-17 0 0,1 0 0 0 0,-1 1 0 0 0,0-1 0 0 0,0 0 0 0 0,-1 1-1 0 0,1-1 1 0 0,-1 0 0 0 0,0 1 0 0 0,-1-1 0 0 0,1 1 0 0 0,-1 0-1 0 0,0-1 1 0 0,0 1 0 0 0,0 0 0 0 0,0 0 0 0 0,-1 0 0 0 0,-4-5-1 0 0,4 5 2 0 0,-1 1 0 0 0,0-1-1 0 0,-1 1 1 0 0,1 0-1 0 0,0 0 1 0 0,-1 1-1 0 0,0-1 1 0 0,1 1-1 0 0,-1 0 1 0 0,0 0 0 0 0,0 1-1 0 0,0-1 1 0 0,-1 1-1 0 0,1 0 1 0 0,-6 0-1 0 0,-5 0-3 0 0,-1 1 0 0 0,1 1 0 0 0,0 0 0 0 0,0 1 0 0 0,-26 7 0 0 0,-73 28-47 0 0,111-36 47 0 0,-42 14 204 0 0,54-18-192 0 0,0-1 0 0 0,-1 1 0 0 0,2 1-1 0 0,-1 0 1 0 0,0 0 0 0 0,0 0 0 0 0,1 1-1 0 0,16 0 1 0 0,6 1-13 0 0,33 4 1 0 0,-22 1-8 0 0,-1 2 1 0 0,-1 1 0 0 0,1 3 0 0 0,-1 1 0 0 0,-1 2-1 0 0,-1 1 1 0 0,0 2 0 0 0,0 2 0 0 0,-2 2-1 0 0,35 25 1 0 0,-66-43 13 0 0,-1 1-1 0 0,1 0 0 0 0,-1 0 1 0 0,0 0-1 0 0,0 1 1 0 0,0-1-1 0 0,3 6 1 0 0,-6-8 4 0 0,0 0 0 0 0,0 0-1 0 0,0 0 1 0 0,0 0 0 0 0,-1 0 0 0 0,1 0 0 0 0,0 0 0 0 0,-1 0 0 0 0,0 1 0 0 0,0-1-1 0 0,0 0 1 0 0,0 0 0 0 0,0 0 0 0 0,0 0 0 0 0,0 1 0 0 0,0-1 0 0 0,-1 0 0 0 0,1 0 0 0 0,-2 3-1 0 0,1-3 3 0 0,-1 0-1 0 0,1 0 0 0 0,-1 0 0 0 0,1 0 1 0 0,-1-1-1 0 0,1 1 0 0 0,-1 0 1 0 0,0-1-1 0 0,0 0 0 0 0,0 1 0 0 0,0-1 1 0 0,0 0-1 0 0,-4 2 0 0 0,0 0 15 0 0,0-1 0 0 0,0 0 0 0 0,0 0 0 0 0,-11 2 0 0 0,7-3 1 0 0,1 0 1 0 0,-1-1-1 0 0,1 0 0 0 0,-1-1 1 0 0,0 0-1 0 0,1-1 0 0 0,-1 0 1 0 0,-14-5-1 0 0,18 5-21 0 0,0 0 0 0 0,1 0-1 0 0,-1-1 1 0 0,1 0 0 0 0,-1 0 0 0 0,1-1 0 0 0,0 1-1 0 0,0-1 1 0 0,1 0 0 0 0,-1 0 0 0 0,1-1-1 0 0,0 1 1 0 0,0-1 0 0 0,0 0 0 0 0,-4-9-1 0 0,6 11-80 0 0,1-1-1 0 0,0 1 0 0 0,0 0 0 0 0,1 0 0 0 0,-1-1 0 0 0,1 1 0 0 0,-1 0 0 0 0,1-1 0 0 0,0 1 0 0 0,0-1 1 0 0,1 1-1 0 0,-1 0 0 0 0,1-1 0 0 0,-1 1 0 0 0,1 0 0 0 0,0 0 0 0 0,0-1 0 0 0,1 1 0 0 0,-1 0 1 0 0,1 0-1 0 0,-1 0 0 0 0,1 0 0 0 0,0 1 0 0 0,4-5 0 0 0,5-6-516 0 0,0 1-1 0 0,1 0 1 0 0,22-16-1 0 0,-28 23 430 0 0,39-27-727 0 0,1 2-1 0 0,2 2 1 0 0,56-24-1 0 0,39-23 683 0 0,-126 65 994 0 0,-2 0 0 0 0,1-1 0 0 0,-1-1-1 0 0,-1-1 1 0 0,0 0 0 0 0,14-18 0 0 0,-26 30-378 0 0,-9 143 2378 0 0,2 51-1359 0 0,14-82-957 0 0,25 119 0 0 0,-31-221-236 0 0,0-9-77 0 0,3-15-13 0 0,2-28-41 0 0,-6 23-82 0 0,23-131 45 0 0,-21 133-99 0 0,1 0 0 0 0,1 0 0 0 0,1 1 1 0 0,0 0-1 0 0,1 0 0 0 0,11-17 0 0 0,-16 29 20 0 0,0 1 0 0 0,1-1 0 0 0,-1 1 0 0 0,1 0 0 0 0,0 0 0 0 0,0 0 0 0 0,0 1 0 0 0,1-1 0 0 0,-1 1 0 0 0,1 0 0 0 0,0 0 0 0 0,0 1 0 0 0,0-1 0 0 0,10-2 0 0 0,-11 4 9 0 0,1 0 1 0 0,0 0-1 0 0,-1 1 0 0 0,1 0 1 0 0,0 0-1 0 0,0 0 1 0 0,-1 1-1 0 0,1-1 1 0 0,0 1-1 0 0,-1 0 1 0 0,1 1-1 0 0,-1-1 1 0 0,1 1-1 0 0,-1 0 1 0 0,0 0-1 0 0,0 0 1 0 0,7 5-1 0 0,3 3-8 0 0,-1 1-1 0 0,0 0 0 0 0,-1 1 1 0 0,-1 0-1 0 0,0 1 1 0 0,14 19-1 0 0,48 91 55 0 0,-48-79 67 0 0,-25-44-103 0 0,0 0-1 0 0,0 1 1 0 0,0-1 0 0 0,0 0 0 0 0,0 1 0 0 0,0-1 0 0 0,1 0 0 0 0,-1 0 0 0 0,0 1 0 0 0,0-1 0 0 0,0 0-1 0 0,0 0 1 0 0,1 1 0 0 0,-1-1 0 0 0,0 0 0 0 0,0 0 0 0 0,1 0 0 0 0,-1 0 0 0 0,0 1 0 0 0,0-1 0 0 0,1 0-1 0 0,-1 0 1 0 0,0 0 0 0 0,1 0 0 0 0,-1 0 0 0 0,0 0 0 0 0,1 0 0 0 0,-1 0 0 0 0,0 0 0 0 0,1 0 0 0 0,-1 0-1 0 0,6-8 26 0 0,1-20-19 0 0,-7 25 6 0 0,10-48-12 0 0,23-75 0 0 0,-26 107-20 0 0,1 0 0 0 0,0 1 1 0 0,1 0-1 0 0,1 1 0 0 0,1 0 1 0 0,1 0-1 0 0,15-16 0 0 0,-21 25 5 0 0,1 0 0 0 0,0 1-1 0 0,1 0 1 0 0,-1 0-1 0 0,2 1 1 0 0,-1 0 0 0 0,0 1-1 0 0,1 0 1 0 0,0 0-1 0 0,1 0 1 0 0,12-3 0 0 0,-19 7 8 0 0,1 1 1 0 0,-1-1 0 0 0,1 1-1 0 0,-1 0 1 0 0,1 0 0 0 0,-1 0-1 0 0,1 1 1 0 0,-1-1-1 0 0,1 1 1 0 0,-1 0 0 0 0,1 0-1 0 0,-1 0 1 0 0,0 0 0 0 0,0 1-1 0 0,1-1 1 0 0,-1 1 0 0 0,0 0-1 0 0,0 0 1 0 0,0 0-1 0 0,-1 0 1 0 0,1 1 0 0 0,-1-1-1 0 0,1 1 1 0 0,3 4 0 0 0,-1 0 6 0 0,0 0 0 0 0,0 1 0 0 0,0 0 1 0 0,-1 0-1 0 0,0 0 0 0 0,0 0 1 0 0,-1 1-1 0 0,3 9 0 0 0,6 38 65 0 0,-5-25-834 0 0,19 57 0 0 0,-22-78 322 0 0,0-1 0 0 0,0 0 0 0 0,1 0 0 0 0,1 0 0 0 0,0-1 0 0 0,0 0 0 0 0,0 0 0 0 0,1 0 0 0 0,0-1-1 0 0,9 7 1 0 0,-7-6-890 0 0,0-2 0 0 0,1 1 0 0 0,0-1 0 0 0,11 5 0 0 0,14 2-5185 0 0</inkml:trace>
</inkml:ink>
</file>

<file path=ppt/ink/ink3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19:48.3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187 689 2268 0 0,'2'-7'784'0'0,"0"0"0"0"0,0 0 0 0 0,-1 0 0 0 0,0 0 1 0 0,0-1-1 0 0,0 1 0 0 0,-1 0 0 0 0,0 0 0 0 0,0 0 0 0 0,-1-1 0 0 0,0 1 0 0 0,-1 0 0 0 0,-3-13 0 0 0,4 19-733 0 0,1 0-1 0 0,-1 1 1 0 0,0-1-1 0 0,1 1 1 0 0,-1-1-1 0 0,0 1 1 0 0,1-1-1 0 0,-1 1 1 0 0,0 0-1 0 0,1-1 1 0 0,-1 1-1 0 0,0 0 1 0 0,0-1-1 0 0,1 1 1 0 0,-1 0 0 0 0,0 0-1 0 0,0 0 1 0 0,0 0-1 0 0,1 0 1 0 0,-1 0-1 0 0,0 0 1 0 0,0 0-1 0 0,0 0 1 0 0,0 0-1 0 0,1 0 1 0 0,-1 0-1 0 0,0 1 1 0 0,0-1-1 0 0,1 0 1 0 0,-1 1-1 0 0,0-1 1 0 0,0 0-1 0 0,0 1 1 0 0,-24 14 813 0 0,15-6-576 0 0,1 0 1 0 0,0 1-1 0 0,1 0 0 0 0,1 0 1 0 0,-1 1-1 0 0,-9 20 0 0 0,4-4 185 0 0,-17 52 0 0 0,23-56-314 0 0,1-1 0 0 0,-4 31-1 0 0,9-45-101 0 0,0 0 0 0 0,1 1 0 0 0,-1-1 0 0 0,2 0-1 0 0,-1 0 1 0 0,1 0 0 0 0,1 0 0 0 0,-1 0 0 0 0,1 0 0 0 0,4 10-1 0 0,-5-16-27 0 0,0 0 0 0 0,0 0 0 0 0,1 0 0 0 0,-1 0 0 0 0,1 0 0 0 0,-1 0 0 0 0,1 0-1 0 0,0 0 1 0 0,-1-1 0 0 0,1 1 0 0 0,0-1 0 0 0,0 1 0 0 0,0-1 0 0 0,0 0 0 0 0,0 0-1 0 0,1 0 1 0 0,-1 0 0 0 0,3 1 0 0 0,0-1 20 0 0,-1 0 1 0 0,1 0-1 0 0,0-1 0 0 0,0 0 0 0 0,-1 0 1 0 0,1 0-1 0 0,7-1 0 0 0,-3-1-6 0 0,0 0 0 0 0,0 0 0 0 0,0-1-1 0 0,0-1 1 0 0,-1 1 0 0 0,0-1 0 0 0,0-1 0 0 0,0 1-1 0 0,0-2 1 0 0,13-10 0 0 0,-8 4-10 0 0,0-1-1 0 0,0 0 1 0 0,-1-1-1 0 0,14-21 1 0 0,-5 1-11 0 0,-1-1-1 0 0,25-57 1 0 0,-37 72-29 0 0,-1 0 0 0 0,-1 0-1 0 0,0-1 1 0 0,-2 1-1 0 0,0-1 1 0 0,1-36 0 0 0,-5 55 5 0 0,0 0 1 0 0,0-1-1 0 0,0 1 1 0 0,0-1-1 0 0,-1 1 1 0 0,1 0-1 0 0,-1-1 1 0 0,0 1-1 0 0,1 0 1 0 0,-1-1 0 0 0,0 1-1 0 0,0 0 1 0 0,0 0-1 0 0,-1 0 1 0 0,1 0-1 0 0,0 0 1 0 0,-3-3-1 0 0,2 4-1 0 0,0 0 0 0 0,0-1 0 0 0,1 1 0 0 0,-1 0-1 0 0,0 0 1 0 0,0 1 0 0 0,0-1 0 0 0,0 0 0 0 0,0 1-1 0 0,0-1 1 0 0,0 1 0 0 0,0 0 0 0 0,-1-1 0 0 0,1 1 0 0 0,0 0-1 0 0,-3 1 1 0 0,-2 0-4 0 0,0 0 0 0 0,1 1 0 0 0,-1 0 0 0 0,0 0 0 0 0,1 0 0 0 0,-1 1 0 0 0,1 0 0 0 0,0 0 0 0 0,0 1 0 0 0,-11 8 0 0 0,7-3 7 0 0,1 0 1 0 0,0 0 0 0 0,0 1 0 0 0,1 0 0 0 0,1 1-1 0 0,-1-1 1 0 0,-7 19 0 0 0,12-23 0 0 0,0 0-1 0 0,1 0 1 0 0,0 0 0 0 0,0 0 0 0 0,1 0-1 0 0,0 1 1 0 0,-1 9 0 0 0,2-12-1 0 0,0 0 1 0 0,1-1-1 0 0,-1 1 1 0 0,1-1-1 0 0,-1 0 1 0 0,1 1-1 0 0,0-1 0 0 0,1 1 1 0 0,-1-1-1 0 0,0 0 1 0 0,1 0-1 0 0,0 0 0 0 0,0 0 1 0 0,3 5-1 0 0,-2-5 1 0 0,0-1 1 0 0,0 1-1 0 0,1 0 0 0 0,-1-1 0 0 0,1 0 0 0 0,-1 0 0 0 0,1 0 1 0 0,0 0-1 0 0,0-1 0 0 0,0 1 0 0 0,0-1 0 0 0,0 0 0 0 0,0 0 1 0 0,0 0-1 0 0,0-1 0 0 0,0 0 0 0 0,0 1 0 0 0,5-2 0 0 0,6 1-1 0 0,0-2 0 0 0,0 0 0 0 0,24-6 0 0 0,-6-1 3 0 0,0-2 0 0 0,-1-1 0 0 0,-1-1 0 0 0,0-2-1 0 0,45-29 1 0 0,-37 18-8 0 0,-2-2-1 0 0,-1-2 1 0 0,49-51-1 0 0,-19 4-5 0 0,-3-3 0 0 0,-4-3 1 0 0,54-99-1 0 0,-82 131-49 0 0,-31 49 40 0 0,-17 8-42 0 0,12-3 59 0 0,1 0 0 0 0,0 0 1 0 0,0 0-1 0 0,0 1 0 0 0,1-1 0 0 0,-1 1 0 0 0,1 0 0 0 0,-4 6 0 0 0,-22 38 35 0 0,25-41-21 0 0,-54 109 592 0 0,5 2 0 0 0,5 2 0 0 0,-54 207-1 0 0,79-226-102 0 0,-11 113-1 0 0,9 102 138 0 0,17 47-167 0 0,-8 122-325 0 0,14-459-126 0 0,-1-1 1 0 0,-2 1-1 0 0,0-1 0 0 0,-16 44 1 0 0,19-63-12 0 0,-1 1 1 0 0,0-1-1 0 0,0 0 1 0 0,0 1-1 0 0,-1-2 1 0 0,0 1-1 0 0,-1 0 1 0 0,1-1-1 0 0,-1 0 1 0 0,0 0-1 0 0,0 0 0 0 0,0 0 1 0 0,-1-1-1 0 0,0 0 1 0 0,0 0-1 0 0,0-1 1 0 0,0 1-1 0 0,0-1 1 0 0,-1-1-1 0 0,0 1 1 0 0,1-1-1 0 0,-13 2 1 0 0,4-2 17 0 0,0-2 0 0 0,1 0 0 0 0,-1 0 0 0 0,0-1-1 0 0,1-1 1 0 0,-1-1 0 0 0,1 0 0 0 0,-1-1 0 0 0,1 0 0 0 0,-22-11 0 0 0,10 3 239 0 0,0-1 0 0 0,2-2 0 0 0,-1 0 0 0 0,-33-29 0 0 0,47 34-108 0 0,0 0 0 0 0,0 0 0 0 0,1-1 0 0 0,1 0 0 0 0,0-1 0 0 0,0 0 1 0 0,1 0-1 0 0,1-1 0 0 0,-8-18 0 0 0,11 21-117 0 0,1 0 1 0 0,0 0-1 0 0,1 0 1 0 0,0-1-1 0 0,0 1 1 0 0,2 0-1 0 0,-1-1 1 0 0,1 1-1 0 0,0-1 1 0 0,1 1-1 0 0,1-1 0 0 0,-1 1 1 0 0,7-20-1 0 0,-1 12-39 0 0,0 1 1 0 0,2 0-1 0 0,-1 0 0 0 0,2 1 0 0 0,0 0 0 0 0,1 1 0 0 0,1 0 0 0 0,23-22 0 0 0,-4 7-176 0 0,1 2 0 0 0,62-42 1 0 0,-43 38-1605 0 0,0 3 1 0 0,107-45-1 0 0,-65 41-3050 0 0,1 6-3278 0 0,-44 15-596 0 0</inkml:trace>
  <inkml:trace contextRef="#ctx0" brushRef="#br0" timeOffset="1">1974 1261 816 0 0,'0'0'10048'0'0,"1"-10"-1864"0"0,-1 11-8244 0 0,7 14 1637 0 0,-7-14-1508 0 0,1 0 1 0 0,-1-1 0 0 0,0 1-1 0 0,1-1 1 0 0,-1 1-1 0 0,1-1 1 0 0,-1 1 0 0 0,1-1-1 0 0,0 1 1 0 0,-1-1-1 0 0,1 0 1 0 0,-1 1 0 0 0,1-1-1 0 0,0 0 1 0 0,-1 1 0 0 0,1-1-1 0 0,0 0 1 0 0,-1 0-1 0 0,1 1 1 0 0,0-1 0 0 0,-1 0-1 0 0,1 0 1 0 0,0 0-1 0 0,0 0 1 0 0,-1 0 0 0 0,1 0-1 0 0,0 0 1 0 0,0-1-1 0 0,7-1 74 0 0,0-2-1 0 0,0 1 0 0 0,-1-1 1 0 0,1 0-1 0 0,-1 0 0 0 0,0-1 1 0 0,-1 0-1 0 0,1 0 0 0 0,-1-1 1 0 0,10-10-1 0 0,8-11 22 0 0,23-35 1 0 0,-40 51-125 0 0,42-60 15 0 0,45-91 1 0 0,27-84-118 0 0,-7 14-6 0 0,26-27 4 0 0,-110 219-85 0 0,-30 39 143 0 0,1 1 0 0 0,-1-1-1 0 0,1 1 1 0 0,0-1-1 0 0,-1 0 1 0 0,1 1 0 0 0,0 0-1 0 0,-1-1 1 0 0,1 1 0 0 0,0-1-1 0 0,0 1 1 0 0,0 0 0 0 0,-1 0-1 0 0,1-1 1 0 0,0 1 0 0 0,0 0-1 0 0,0 0 1 0 0,0 0-1 0 0,-1 0 1 0 0,1 0 0 0 0,0 0-1 0 0,0 0 1 0 0,0 0 0 0 0,0 0-1 0 0,-1 0 1 0 0,1 1 0 0 0,0-1-1 0 0,0 0 1 0 0,0 1 0 0 0,-1-1-1 0 0,1 0 1 0 0,0 1-1 0 0,0-1 1 0 0,-1 1 0 0 0,1-1-1 0 0,0 1 1 0 0,-1-1 0 0 0,1 1-1 0 0,-1 0 1 0 0,1-1 0 0 0,0 2-1 0 0,2 1-6 0 0,0 0 1 0 0,-1 0-1 0 0,1 0 0 0 0,-1 1 1 0 0,0-1-1 0 0,0 1 0 0 0,1 3 1 0 0,4 14 24 0 0,-2 1 0 0 0,0 0 0 0 0,-1 0 0 0 0,1 31 1 0 0,-5 92 27 0 0,-1-113-25 0 0,-43 483-4 0 0,42-501-13 0 0,-20 211 445 0 0,22-213-227 0 0,6-19-271 0 0,4-19-232 0 0,-9 17 196 0 0,0 0 1 0 0,0 0-1 0 0,-1-1 1 0 0,0 1-1 0 0,-1 0 1 0 0,0 0-1 0 0,0-1 1 0 0,-1 1-1 0 0,-1 0 1 0 0,-4-14 0 0 0,2 12 32 0 0,-1-1 1 0 0,0 1 0 0 0,-1 0 0 0 0,0 0 0 0 0,-1 0-1 0 0,-16-16 1 0 0,-2 3 18 0 0,-1 1 0 0 0,-2 1 0 0 0,0 1-1 0 0,-48-25 1 0 0,-176-72-136 0 0,106 55 70 0 0,147 63 105 0 0,-1 0-1 0 0,0 0 1 0 0,0-1 0 0 0,0 1 0 0 0,0 0-1 0 0,0-1 1 0 0,1 1 0 0 0,-1 0-1 0 0,0-1 1 0 0,0 1 0 0 0,1-1-1 0 0,-1 0 1 0 0,0 1 0 0 0,1-1-1 0 0,-1 1 1 0 0,1-1 0 0 0,-1 0 0 0 0,1 0-1 0 0,-1 1 1 0 0,1-1 0 0 0,-1-1-1 0 0,1 1 2 0 0,1 1-1 0 0,-1-1 0 0 0,1 1 1 0 0,-1 0-1 0 0,1-1 0 0 0,0 1 1 0 0,-1-1-1 0 0,1 1 1 0 0,0 0-1 0 0,-1 0 0 0 0,1-1 1 0 0,0 1-1 0 0,-1 0 0 0 0,1 0 1 0 0,0 0-1 0 0,-1 0 0 0 0,1-1 1 0 0,0 1-1 0 0,1 0 0 0 0,48 0-271 0 0,-48 0 205 0 0,92 3-1584 0 0,41 2-2367 0 0,-45-3-2221 0 0,-24-2-1604 0 0</inkml:trace>
</inkml:ink>
</file>

<file path=ppt/ink/ink3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19:48.9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51 496 0 0,'10'-11'2652'0'0,"-1"3"485"0"0,3-5-1845 0 0,-1 3-1168 0 0,-7 2-1012 0 0,-25 8-2693 0 0</inkml:trace>
</inkml:ink>
</file>

<file path=ppt/ink/ink3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21:13.4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451 263 1976 0 0,'-30'-10'3378'0'0,"0"0"-1"0"0,-52-9 1 0 0,81 19-3352 0 0,-1 0 0 0 0,0 0 0 0 0,1 0 0 0 0,-1 0 0 0 0,0 0 0 0 0,1 1 0 0 0,-1-1 0 0 0,0 1 0 0 0,1-1 0 0 0,-1 1 0 0 0,1-1 0 0 0,-1 1 0 0 0,1 0-1 0 0,-1 0 1 0 0,1 0 0 0 0,0 0 0 0 0,-1 0 0 0 0,-1 1 0 0 0,-18 25 112 0 0,15-18-73 0 0,-31 46 175 0 0,2 1 0 0 0,3 2 0 0 0,2 2 0 0 0,3 0 0 0 0,2 2 0 0 0,-19 77 0 0 0,38-117-198 0 0,1 1 1 0 0,1 1 0 0 0,1-1-1 0 0,1 0 1 0 0,1 1 0 0 0,2-1 0 0 0,3 31-1 0 0,-3-45 4 0 0,1 0-1 0 0,-1 0 1 0 0,2 0-1 0 0,-1-1 1 0 0,1 1 0 0 0,1-1-1 0 0,0 0 1 0 0,0 1-1 0 0,0-2 1 0 0,1 1 0 0 0,0-1-1 0 0,1 1 1 0 0,0-1-1 0 0,0-1 1 0 0,0 1-1 0 0,1-1 1 0 0,0 0 0 0 0,0-1-1 0 0,0 1 1 0 0,1-2-1 0 0,15 9 1 0 0,-13-9 61 0 0,1 0-1 0 0,-1-1 1 0 0,1 0 0 0 0,0-1 0 0 0,0 0-1 0 0,0 0 1 0 0,0-1 0 0 0,0-1 0 0 0,0 0 0 0 0,21-3-1 0 0,-16 0-16 0 0,0 0 0 0 0,-1-2 0 0 0,0 0 0 0 0,0 0 0 0 0,0-1 0 0 0,27-17-1 0 0,-18 7-41 0 0,0-1 0 0 0,-1-1 0 0 0,-1-1 0 0 0,0-2 0 0 0,-2 0-1 0 0,-1-1 1 0 0,32-46 0 0 0,-33 39-34 0 0,-1-1 1 0 0,-1-1-1 0 0,-2-1 0 0 0,-1 0 0 0 0,-2 0 1 0 0,-1-2-1 0 0,-1 1 0 0 0,-2-1 1 0 0,-2 0-1 0 0,-1 0 0 0 0,0-50 1 0 0,-5 56-14 0 0,-1 1 1 0 0,-1 0 0 0 0,-2 0 0 0 0,0 0 0 0 0,-2 1 0 0 0,-14-37 0 0 0,12 43-11 0 0,0 0 0 0 0,-1 1 0 0 0,-2 0 0 0 0,1 0 0 0 0,-2 1 1 0 0,-1 1-1 0 0,0 0 0 0 0,-25-22 0 0 0,32 33 3 0 0,0 0 0 0 0,0 0 0 0 0,0 1 0 0 0,-1 0 0 0 0,1 1 0 0 0,-1-1 0 0 0,0 2 0 0 0,-1-1 0 0 0,1 1 0 0 0,-1 0 0 0 0,1 1 0 0 0,-1 0 0 0 0,0 0 0 0 0,0 1 0 0 0,0 0 0 0 0,0 0 0 0 0,0 1 0 0 0,0 1 0 0 0,0-1 0 0 0,0 1 0 0 0,1 1 0 0 0,-18 4 0 0 0,10 1 0 0 0,0 1-1 0 0,1 1 1 0 0,-1 0-1 0 0,2 1 1 0 0,0 1-1 0 0,0 0 0 0 0,1 0 1 0 0,0 2-1 0 0,1-1 1 0 0,0 2-1 0 0,1 0 1 0 0,-18 29-1 0 0,15-17 9 0 0,0 0 0 0 0,1 1 1 0 0,2 0-1 0 0,1 1 0 0 0,1 0 0 0 0,1 1 0 0 0,-3 29 0 0 0,9-41 6 0 0,1-1 0 0 0,0 0 0 0 0,1 1-1 0 0,1-1 1 0 0,1 0 0 0 0,0 0 0 0 0,1 1-1 0 0,1-2 1 0 0,0 1 0 0 0,1 0 0 0 0,1-1-1 0 0,0 0 1 0 0,1 0 0 0 0,1-1 0 0 0,0 1-1 0 0,1-2 1 0 0,18 22 0 0 0,1-4 43 0 0,1-2 1 0 0,1 0-1 0 0,1-3 1 0 0,2 0-1 0 0,65 38 1 0 0,95 53 92 0 0,-148-89-253 0 0,-35-23-36 0 0,17 7-9873 0 0</inkml:trace>
</inkml:ink>
</file>

<file path=ppt/ink/ink3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21:13.6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58 3180 0 0,'15'-21'10535'0'0,"-6"12"-4048"0"0,-7 7-5089 0 0,9-8 29 0 0,-10 8-2795 0 0,1 0 1 0 0,0 0-1 0 0,0 1 0 0 0,0-1 0 0 0,0 1 1 0 0,1 0-1 0 0,-1-1 0 0 0,0 1 0 0 0,3-1 1 0 0</inkml:trace>
</inkml:ink>
</file>

<file path=ppt/ink/ink3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21:14.3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152 51 1044 0 0,'1'-2'2060'0'0,"13"-46"10207"0"0,-20 64-11748 0 0,-3 60 796 0 0,6-44-1028 0 0,-52 354 1244 0 0,8-76-1138 0 0,31-178-271 0 0,0-2-4986 0 0,12-110 2435 0 0,-1-10-2752 0 0,0 0 521 0 0</inkml:trace>
</inkml:ink>
</file>

<file path=ppt/ink/ink4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21:14.6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27 277 2576 0 0,'-3'-17'2828'0'0,"-1"-1"0"0"0,-6-18 0 0 0,2 7 17 0 0,8 28-2780 0 0,-1-1-1 0 0,1 0 1 0 0,0 0-1 0 0,0 0 0 0 0,0 0 1 0 0,0 0-1 0 0,0 1 1 0 0,0-1-1 0 0,1 0 1 0 0,-1 0-1 0 0,0 0 0 0 0,1 1 1 0 0,0-1-1 0 0,-1 0 1 0 0,1 0-1 0 0,0 1 1 0 0,0-1-1 0 0,0 1 1 0 0,0-1-1 0 0,0 1 0 0 0,0-1 1 0 0,0 1-1 0 0,1 0 1 0 0,-1-1-1 0 0,0 1 1 0 0,1 0-1 0 0,-1 0 0 0 0,1 0 1 0 0,-1 0-1 0 0,3-1 1 0 0,5-2-19 0 0,1-1 0 0 0,-1 2 1 0 0,1 0-1 0 0,12-3 0 0 0,-7 2 71 0 0,127-31 63 0 0,161-18-1 0 0,-274 49-243 0 0,-8 0-655 0 0,0 1 0 0 0,1 1 1 0 0,-1 1-1 0 0,23 1 1 0 0,-11 9-5450 0 0</inkml:trace>
</inkml:ink>
</file>

<file path=ppt/ink/ink4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21:14.8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116 0 1940 0 0,'-14'12'1270'0'0,"-81"69"6244"0"0,94-81-7418 0 0,1 0 1 0 0,-1 1 0 0 0,1-1 0 0 0,0 1 0 0 0,-1-1 0 0 0,1 0-1 0 0,-1 1 1 0 0,1-1 0 0 0,0 1 0 0 0,-1-1 0 0 0,1 1 0 0 0,0-1-1 0 0,0 1 1 0 0,-1 0 0 0 0,1-1 0 0 0,0 1 0 0 0,0-1 0 0 0,0 1-1 0 0,0-1 1 0 0,0 1 0 0 0,0 0 0 0 0,0-1 0 0 0,0 1 0 0 0,9 5 768 0 0,18-6-294 0 0,124-26 600 0 0,-59 8-1030 0 0,144-20-5724 0 0,-198 33 2311 0 0,-6-2-1265 0 0</inkml:trace>
</inkml:ink>
</file>

<file path=ppt/ink/ink4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21:15.1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15 2456 0 0,'2'-2'7489'0'0,"9"-5"-440"0"0,-11 7-6958 0 0,0 0 1 0 0,0-1 0 0 0,0 1-1 0 0,0 0 1 0 0,0 0-1 0 0,0-1 1 0 0,0 1 0 0 0,1 0-1 0 0,-1-1 1 0 0,0 1 0 0 0,0 0-1 0 0,0 0 1 0 0,0 0 0 0 0,1-1-1 0 0,-1 1 1 0 0,0 0 0 0 0,0 0-1 0 0,1 0 1 0 0,-1-1 0 0 0,0 1-1 0 0,0 0 1 0 0,1 0 0 0 0,-1 0-1 0 0,0 0 1 0 0,0 0 0 0 0,1 0-1 0 0,-1-1 1 0 0,0 1 0 0 0,1 0-1 0 0,-1 0 1 0 0,1 0-1 0 0,1 12 3 0 0,0-1-1 0 0,0 0 0 0 0,-1 1 0 0 0,-1 20 0 0 0,-7 52 6 0 0,4-53-55 0 0,2-25-41 0 0,-5 125 43 0 0,6-117-46 0 0,0 0 0 0 0,2 0 0 0 0,0 0-1 0 0,0 0 1 0 0,1-1 0 0 0,1 1 0 0 0,7 16 0 0 0,-9-26-214 0 0,0 0 1 0 0,1 0 0 0 0,-1 0-1 0 0,1 0 1 0 0,0 0 0 0 0,0-1-1 0 0,0 1 1 0 0,0-1 0 0 0,1 0 0 0 0,-1 0-1 0 0,1 0 1 0 0,0 0 0 0 0,0-1-1 0 0,0 0 1 0 0,5 3 0 0 0,-5-4-297 0 0,-1 1 0 0 0,1-1 0 0 0,0-1 0 0 0,0 1 0 0 0,0 0 0 0 0,0-1 0 0 0,-1 0 0 0 0,1 0 0 0 0,0 0 0 0 0,0 0 0 0 0,0-1-1 0 0,0 1 1 0 0,0-1 0 0 0,-1 0 0 0 0,1 0 0 0 0,0 0 0 0 0,-1-1 0 0 0,5-2 0 0 0,11-6-4565 0 0</inkml:trace>
</inkml:ink>
</file>

<file path=ppt/ink/ink4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21:15.3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164 145 356 0 0,'-13'-19'4041'0'0,"-23"-24"-1"0"0,-18-12 47 0 0,45 46-3765 0 0,6 6-255 0 0,1 1-1 0 0,-2 0 1 0 0,1 0 0 0 0,0 0 0 0 0,0 0-1 0 0,-7-2 1 0 0,10 4-75 0 0,-2-1-362 0 0,-9 11-1247 0 0,10-9 1397 0 0,1-1 1 0 0,-1 1-1 0 0,1 0 1 0 0,-1-1 0 0 0,1 1-1 0 0,-1 0 1 0 0,1 0-1 0 0,-1-1 1 0 0,1 1 0 0 0,-1 0-1 0 0,1 0 1 0 0,0 0-1 0 0,0 0 1 0 0,-1 0-1 0 0,1-1 1 0 0,0 3 0 0 0,-1 0-782 0 0,-1 11-3182 0 0</inkml:trace>
</inkml:ink>
</file>

<file path=ppt/ink/ink4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21:15.8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 2364 0 0,'0'0'2714'0'0,"18"19"6496"0"0,4 36-7785 0 0,-14-38-1333 0 0,-1 1 0 0 0,10 35 0 0 0,-11-22-18 0 0,-1 0-1 0 0,-1 0 0 0 0,-1 1 0 0 0,-2-1 1 0 0,-6 59-1 0 0,1-63-12 0 0,-2 34 1679 0 0,6-59-595 0 0,-5-13-860 0 0,4 10-279 0 0,1 0 0 0 0,-1 0 0 0 0,1 0 1 0 0,-1 1-1 0 0,1-1 0 0 0,-1 0 1 0 0,1 0-1 0 0,0 0 0 0 0,-1 0 0 0 0,1 0 1 0 0,0 0-1 0 0,0 0 0 0 0,0 0 0 0 0,0 0 1 0 0,0-2-1 0 0,2-16 16 0 0,1-1 1 0 0,1 1-1 0 0,1 0 1 0 0,1 0-1 0 0,1 0 0 0 0,0 1 1 0 0,1 0-1 0 0,20-32 1 0 0,-6 16 16 0 0,2 2 1 0 0,1 0 0 0 0,39-37 0 0 0,-50 56-43 0 0,0 0 1 0 0,0 1 0 0 0,1 1 0 0 0,1 0-1 0 0,30-15 1 0 0,-39 22 1 0 0,0 1 1 0 0,0 0-1 0 0,1 0 0 0 0,-1 1 0 0 0,1 0 0 0 0,0 0 1 0 0,0 1-1 0 0,0 0 0 0 0,-1 1 0 0 0,1-1 1 0 0,0 2-1 0 0,0-1 0 0 0,0 1 0 0 0,0 0 0 0 0,0 0 1 0 0,10 4-1 0 0,-11-1 3 0 0,-1-1 0 0 0,1 1-1 0 0,-1 0 1 0 0,0 1 0 0 0,0-1 0 0 0,0 1 0 0 0,-1 0 0 0 0,0 1 0 0 0,0-1 0 0 0,0 1 0 0 0,-1 0-1 0 0,1 1 1 0 0,-2-1 0 0 0,1 1 0 0 0,-1-1 0 0 0,5 15 0 0 0,0 0 4 0 0,-1 1 1 0 0,-2 0-1 0 0,0 0 0 0 0,2 30 1 0 0,-3 57 4 0 0,-1-8 26 0 0,-3-99-57 0 0,1-1 0 0 0,-1 0 0 0 0,1 1 0 0 0,-1-1 0 0 0,1 0 0 0 0,-1 0 0 0 0,1 1 0 0 0,0-1 0 0 0,0 0 0 0 0,0 0 0 0 0,-1 0 0 0 0,1 0 0 0 0,0 0 0 0 0,0 0 0 0 0,0 0 0 0 0,1 0 0 0 0,-1-1 0 0 0,0 1 0 0 0,0 0 0 0 0,0-1 0 0 0,1 1 0 0 0,-1-1 0 0 0,0 1 0 0 0,0-1 0 0 0,1 1 0 0 0,2-1 0 0 0,-2 1-59 0 0,9 0-724 0 0,57-11-2356 0 0,-49 5-170 0 0,37-13 0 0 0,-7-3-3234 0 0</inkml:trace>
</inkml:ink>
</file>

<file path=ppt/ink/ink4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21:17.4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432 899 1516 0 0,'0'-4'1543'0'0,"2"-6"-407"0"0,-1 0 1 0 0,0 0-1 0 0,-1 0 1 0 0,0 0-1 0 0,-1 0 1 0 0,0 0-1 0 0,0 0 1 0 0,-6-18-1 0 0,5 22-880 0 0,1 0-1 0 0,-2 1 0 0 0,1-1 0 0 0,-1 1 1 0 0,0 0-1 0 0,0-1 0 0 0,0 1 1 0 0,-1 1-1 0 0,1-1 0 0 0,-1 0 1 0 0,-1 1-1 0 0,1 0 0 0 0,-1 0 1 0 0,1 0-1 0 0,-8-4 0 0 0,9 7-236 0 0,1 0 0 0 0,-1-1 0 0 0,0 2 0 0 0,0-1 0 0 0,0 0 0 0 0,-1 0-1 0 0,1 1 1 0 0,0 0 0 0 0,0 0 0 0 0,0 0 0 0 0,0 0 0 0 0,0 0 0 0 0,0 0 0 0 0,-5 2 0 0 0,0 0-1 0 0,-1 0 1 0 0,1 1 0 0 0,0-1-1 0 0,-8 6 1 0 0,1 0-10 0 0,0 2 0 0 0,0 0 1 0 0,1 1-1 0 0,1 0 0 0 0,0 1 0 0 0,0 1 1 0 0,2 0-1 0 0,-1 0 0 0 0,-17 29 0 0 0,11-14 3 0 0,2 2 0 0 0,1 0 0 0 0,1 0 0 0 0,-12 42 0 0 0,20-50-4 0 0,0 1-1 0 0,1-1 1 0 0,1 1 0 0 0,-1 25-1 0 0,5-41-1 0 0,0 1-1 0 0,0-1 1 0 0,0 1 0 0 0,1-1-1 0 0,0 1 1 0 0,0-1-1 0 0,1 0 1 0 0,0 0 0 0 0,0 1-1 0 0,1-1 1 0 0,-1-1-1 0 0,2 1 1 0 0,-1 0 0 0 0,1-1-1 0 0,0 0 1 0 0,8 10-1 0 0,-9-13 18 0 0,1-1-1 0 0,-1 1 1 0 0,0-1-1 0 0,1 0 0 0 0,-1 0 1 0 0,1-1-1 0 0,0 1 1 0 0,0-1-1 0 0,0 0 1 0 0,0 0-1 0 0,-1 0 0 0 0,1 0 1 0 0,0-1-1 0 0,1 0 1 0 0,-1 0-1 0 0,0 0 0 0 0,0 0 1 0 0,0 0-1 0 0,0-1 1 0 0,0 0-1 0 0,5-1 1 0 0,2-1 68 0 0,-1-1 0 0 0,0 1 0 0 0,1-1 0 0 0,-1-1 0 0 0,-1 0 0 0 0,17-11 0 0 0,-8 0-31 0 0,0 0-1 0 0,0-1 0 0 0,-2 0 1 0 0,0-1-1 0 0,-1-1 1 0 0,-1-1-1 0 0,-1 0 1 0 0,15-31-1 0 0,-1-5-23 0 0,-3-2-1 0 0,18-62 1 0 0,-11 18-25 0 0,-5 0-1 0 0,-4-2 0 0 0,-5 0 1 0 0,7-199-1 0 0,-23 260 15 0 0,0 20-43 0 0,-1-1 1 0 0,-4-29-1 0 0,4 53 17 0 0,0-1-1 0 0,0 1 1 0 0,0 0-1 0 0,1-1 1 0 0,-1 1-1 0 0,0 0 1 0 0,-1 0-1 0 0,1-1 1 0 0,0 1-1 0 0,0 0 1 0 0,0 0-1 0 0,0-1 1 0 0,0 1-1 0 0,0 0 1 0 0,0-1-1 0 0,0 1 1 0 0,0 0-1 0 0,0 0 1 0 0,-1-1-1 0 0,1 1 1 0 0,0 0-1 0 0,0 0 1 0 0,0 0-1 0 0,-1-1 1 0 0,1 1-1 0 0,0 0 1 0 0,0 0-1 0 0,0 0 1 0 0,-1 0-1 0 0,1-1 1 0 0,0 1-1 0 0,0 0 1 0 0,-1 0-1 0 0,1 0 1 0 0,0 0-1 0 0,-1 0 1 0 0,1 0-1 0 0,0 0 1 0 0,0 0-1 0 0,-1 0 1 0 0,1 0-1 0 0,0 0 1 0 0,0 0-1 0 0,-1 0 1 0 0,1 0-1 0 0,0 0 1 0 0,-1 0-1 0 0,1 0 1 0 0,0 0-1 0 0,0 0 1 0 0,-1 0-1 0 0,1 0 1 0 0,0 1-1 0 0,-1-1 1 0 0,-9 10-18 0 0,1 4 23 0 0,1 1 0 0 0,1 0-1 0 0,0 0 1 0 0,1 1-1 0 0,1 0 1 0 0,-6 27-1 0 0,9-35-2 0 0,-15 61 7 0 0,3 1-1 0 0,3 0 1 0 0,4 1 0 0 0,2 0 0 0 0,3 0 0 0 0,12 103-1 0 0,-7-150-37 0 0,1 1 0 0 0,1-1 0 0 0,2 0 0 0 0,0-1 0 0 0,1 1 0 0 0,2-2 0 0 0,0 1 0 0 0,17 26 0 0 0,-19-38-381 0 0,0 0 0 0 0,0 0 0 0 0,1-1 0 0 0,0 0 0 0 0,0-1 0 0 0,1 1-1 0 0,1-2 1 0 0,-1 0 0 0 0,2 0 0 0 0,-1-1 0 0 0,1 0 0 0 0,0-1 0 0 0,0-1 0 0 0,0 0-1 0 0,1 0 1 0 0,24 5 0 0 0,7-4-3667 0 0,-1-3-1991 0 0</inkml:trace>
</inkml:ink>
</file>

<file path=ppt/ink/ink4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21:18.6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5 167 1864 0 0,'0'0'1475'0'0,"-4"-16"2658"0"0,3 11-3688 0 0,1 0 0 0 0,0 0-1 0 0,0 0 1 0 0,1-1 0 0 0,-1 1 0 0 0,3-8 0 0 0,-1 8-345 0 0,0-1 1 0 0,1 0-1 0 0,0 1 1 0 0,-1-1 0 0 0,2 1-1 0 0,-1 0 1 0 0,1 0-1 0 0,0 0 1 0 0,0 1 0 0 0,0-1-1 0 0,1 1 1 0 0,-1 0-1 0 0,1 0 1 0 0,0 0-1 0 0,0 1 1 0 0,0 0 0 0 0,1 0-1 0 0,-1 0 1 0 0,1 1-1 0 0,0 0 1 0 0,0 0 0 0 0,8-2-1 0 0,-10 4-97 0 0,0-1 0 0 0,0 1 0 0 0,0 1-1 0 0,0-1 1 0 0,0 0 0 0 0,0 1 0 0 0,0 0-1 0 0,0 0 1 0 0,0 0 0 0 0,0 1 0 0 0,0-1 0 0 0,-1 1-1 0 0,1 0 1 0 0,0 0 0 0 0,-1 0 0 0 0,0 0 0 0 0,1 1-1 0 0,-1-1 1 0 0,3 5 0 0 0,4 2-5 0 0,-2 0 1 0 0,1 1-1 0 0,-1 0 1 0 0,10 17-1 0 0,-9-11 24 0 0,0 1 0 0 0,-2 1 0 0 0,0-1-1 0 0,0 1 1 0 0,-2 0 0 0 0,0 1 0 0 0,-2-1 0 0 0,0 1-1 0 0,-1 0 1 0 0,0 0 0 0 0,-2 0 0 0 0,0 0 0 0 0,-1 0-1 0 0,-1-1 1 0 0,-7 28 0 0 0,1 6 799 0 0,7-50-449 0 0,-2-3-298 0 0,2 1-67 0 0,0 0 0 0 0,0-1 0 0 0,0 0 0 0 0,-1 1 0 0 0,1-1 0 0 0,0 0 0 0 0,0 1 0 0 0,0-1 0 0 0,0 0 1 0 0,0 0-1 0 0,0 0 0 0 0,0 0 0 0 0,0 0 0 0 0,1 0 0 0 0,-1 0 0 0 0,0 0 0 0 0,1 0 0 0 0,-1 0 0 0 0,0-1 0 0 0,0-1 1 0 0,0-1 5 0 0,-1-1 0 0 0,1 0 1 0 0,0 0-1 0 0,1 0 0 0 0,-1-8 1 0 0,1-3 17 0 0,1-1 0 0 0,5-27 0 0 0,0 19-9 0 0,1 0 0 0 0,1 0 0 0 0,1 1 0 0 0,1 0 0 0 0,1 1 0 0 0,2 0 0 0 0,0 1 0 0 0,1 0 0 0 0,1 1 0 0 0,1 1 0 0 0,1 0 0 0 0,20-17 0 0 0,-33 33-21 0 0,0 1-1 0 0,0 0 1 0 0,0 0-1 0 0,0 0 0 0 0,1 1 1 0 0,-1 0-1 0 0,1-1 1 0 0,0 1-1 0 0,0 1 0 0 0,0-1 1 0 0,0 1-1 0 0,0 0 1 0 0,0 0-1 0 0,9 0 0 0 0,-11 1 1 0 0,0 0 1 0 0,0 1-1 0 0,0 0 0 0 0,0-1 0 0 0,0 1 0 0 0,0 0 0 0 0,0 1 0 0 0,0-1 0 0 0,0 0 0 0 0,0 1 0 0 0,-1-1 0 0 0,1 1 0 0 0,-1 0 0 0 0,1 0 1 0 0,-1 0-1 0 0,0 0 0 0 0,0 1 0 0 0,4 3 0 0 0,-2 0 3 0 0,0 0 0 0 0,0 0 1 0 0,-1 0-1 0 0,0 0 0 0 0,0 1 1 0 0,4 10-1 0 0,-2 3 12 0 0,-1-1 1 0 0,-1 1-1 0 0,0 0 1 0 0,-2 0-1 0 0,0 21 1 0 0,-13 98 11 0 0,1-39-774 0 0,10-95 269 0 0,1 0-1 0 0,0 0 0 0 0,0-1 0 0 0,0 1 0 0 0,0 0 0 0 0,1-1 1 0 0,-1 1-1 0 0,1 0 0 0 0,0-1 0 0 0,1 1 0 0 0,-1-1 0 0 0,1 1 1 0 0,0-1-1 0 0,4 7 0 0 0,-2-9-1824 0 0,8 0-434 0 0</inkml:trace>
</inkml:ink>
</file>

<file path=ppt/ink/ink4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21:23.6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230 126 1404 0 0,'-9'-12'3492'0'0,"-1"-1"-1365"0"0,6 8-1255 0 0,0 0 1 0 0,0-1-1 0 0,-1 1 1 0 0,-8-7 0 0 0,12 11-335 0 0,-5-2 143 0 0,5 3-652 0 0,1 0 0 0 0,0-1 0 0 0,-1 1 0 0 0,1 0 0 0 0,0 0 0 0 0,-1-1 0 0 0,1 1 0 0 0,0 0 0 0 0,-1 0 0 0 0,1 0 1 0 0,0-1-1 0 0,-1 1 0 0 0,1 0 0 0 0,-1 0 0 0 0,1 0 0 0 0,-1 0 0 0 0,1 0 0 0 0,0 0 0 0 0,-1 0 0 0 0,1 0 0 0 0,-1 0 0 0 0,1 0 0 0 0,0 0 0 0 0,-1 0 0 0 0,1 0 0 0 0,-1 0 0 0 0,1 0 0 0 0,-1 1 0 0 0,-5 1 70 0 0,1 0 0 0 0,0 0 1 0 0,0 1-1 0 0,0-1 0 0 0,0 1 0 0 0,0 1 0 0 0,0-1 0 0 0,1 1 0 0 0,-1 0 0 0 0,1 0 0 0 0,0 0 1 0 0,0 0-1 0 0,1 1 0 0 0,-1-1 0 0 0,1 1 0 0 0,-5 9 0 0 0,-6 13 334 0 0,-20 54 1 0 0,29-68-347 0 0,-1 4-9 0 0,0 0-1 0 0,2 1 1 0 0,0-1 0 0 0,1 1-1 0 0,0 0 1 0 0,1 33 0 0 0,2-39-46 0 0,1-1 1 0 0,0 0 0 0 0,1 0 0 0 0,0 0 0 0 0,1 0 0 0 0,0 0 0 0 0,0 0 0 0 0,2-1 0 0 0,-1 0 0 0 0,1 0 0 0 0,0 0 0 0 0,9 11 0 0 0,-11-17-18 0 0,1 1 0 0 0,0-1 0 0 0,0 0 0 0 0,0 0 1 0 0,0 0-1 0 0,1 0 0 0 0,-1-1 0 0 0,1 0 0 0 0,0 0 1 0 0,0 0-1 0 0,1 0 0 0 0,-1-1 0 0 0,0 0 1 0 0,1 0-1 0 0,0-1 0 0 0,-1 1 0 0 0,1-1 0 0 0,0 0 1 0 0,-1-1-1 0 0,1 1 0 0 0,0-1 0 0 0,0 0 0 0 0,0-1 1 0 0,0 1-1 0 0,-1-1 0 0 0,1-1 0 0 0,0 1 1 0 0,-1-1-1 0 0,1 0 0 0 0,7-3 0 0 0,-1-1-2 0 0,-1 1 0 0 0,0-2 0 0 0,-1 1-1 0 0,1-1 1 0 0,-1-1 0 0 0,-1 0 0 0 0,1 0 0 0 0,-1-1-1 0 0,-1 0 1 0 0,0-1 0 0 0,0 0 0 0 0,-1 0 0 0 0,8-13-1 0 0,-6 3-6 0 0,-1 0 0 0 0,0 0 0 0 0,-2-1 0 0 0,0 0 0 0 0,-2 0 0 0 0,0 0 0 0 0,-1-1 0 0 0,-1 1 0 0 0,-1-1 0 0 0,-1 0 0 0 0,-1 1 0 0 0,-1-1 0 0 0,-1 0 0 0 0,0 1 0 0 0,-11-32 0 0 0,12 48-10 0 0,1-1-1 0 0,-1 1 1 0 0,0 0-1 0 0,-1 1 1 0 0,1-1-1 0 0,-1 0 1 0 0,0 1-1 0 0,0-1 1 0 0,-1 1-1 0 0,1 0 1 0 0,-1 0 0 0 0,0 0-1 0 0,0 1 1 0 0,0-1-1 0 0,-1 1 1 0 0,1 0-1 0 0,-9-4 1 0 0,11 6 0 0 0,-1 1 1 0 0,1-1 0 0 0,-1 1 0 0 0,0 0 0 0 0,1 0 0 0 0,-1 0 0 0 0,1 0-1 0 0,-1 0 1 0 0,1 1 0 0 0,-1-1 0 0 0,1 1 0 0 0,-1 0 0 0 0,1 0-1 0 0,-1-1 1 0 0,1 1 0 0 0,0 1 0 0 0,-1-1 0 0 0,1 0 0 0 0,-2 2-1 0 0,-3 2-4 0 0,1-1 0 0 0,-1 2 0 0 0,1-1-1 0 0,-9 11 1 0 0,10-10-1 0 0,0 0 0 0 0,1 1 1 0 0,0 0-1 0 0,0 0 0 0 0,0 0 0 0 0,1 0 1 0 0,0 0-1 0 0,0 1 0 0 0,-2 13 0 0 0,4-17 6 0 0,1-1 0 0 0,-1 1 0 0 0,1-1 0 0 0,0 1 0 0 0,0-1 0 0 0,0 0 0 0 0,0 1 0 0 0,1-1 0 0 0,-1 1 0 0 0,1-1-1 0 0,0 0 1 0 0,0 1 0 0 0,0-1 0 0 0,1 0 0 0 0,-1 0 0 0 0,1 0 0 0 0,0 0 0 0 0,-1 0 0 0 0,1 0 0 0 0,1 0 0 0 0,-1-1 0 0 0,0 1-1 0 0,1-1 1 0 0,2 3 0 0 0,-4-4 2 0 0,0-1-1 0 0,0 1 1 0 0,0 0-1 0 0,0-1 1 0 0,1 0-1 0 0,-1 1 1 0 0,0-1-1 0 0,0 0 1 0 0,0 1-1 0 0,0-1 1 0 0,0 0-1 0 0,1 0 1 0 0,-1 0-1 0 0,0 0 1 0 0,2 0-1 0 0,0 0-2 0 0,1 0 3 0 0,1 0 0 0 0,-1 1 0 0 0,1-2 0 0 0,-1 1 1 0 0,0 0-1 0 0,1-1 0 0 0,-1 0 0 0 0,1 0 0 0 0,7-3 1 0 0,34-19 19 0 0,-37 18-13 0 0,12-9-2 0 0,0-1-1 0 0,0 0 1 0 0,-2-2 0 0 0,20-20 0 0 0,-23 20-19 0 0,1 1 1 0 0,1 1 0 0 0,0 0 0 0 0,39-23 0 0 0,-54 37 14 0 0,-1 1 0 0 0,0-1 0 0 0,1 0 0 0 0,-1 1 0 0 0,0-1-1 0 0,1 1 1 0 0,-1 0 0 0 0,1-1 0 0 0,-1 1 0 0 0,0 0 0 0 0,1 1 0 0 0,-1-1 0 0 0,1 0 0 0 0,-1 1 0 0 0,1-1 0 0 0,-1 1 0 0 0,0 0-1 0 0,0 0 1 0 0,1 0 0 0 0,-1 0 0 0 0,0 0 0 0 0,0 0 0 0 0,0 1 0 0 0,0-1 0 0 0,0 1 0 0 0,0-1 0 0 0,0 1 0 0 0,-1 0-1 0 0,1 0 1 0 0,-1 0 0 0 0,3 3 0 0 0,4 7 13 0 0,0 0-1 0 0,0 1 1 0 0,11 25-1 0 0,-16-30 3 0 0,10 25 112 0 0,-2 1 1 0 0,-1-1-1 0 0,-2 2 1 0 0,-1-1-1 0 0,-2 1 1 0 0,-1 0 0 0 0,-1 43-1 0 0,-5 26 1525 0 0,2-101-1115 0 0,0-17-458 0 0,1-15-61 0 0,1 0 0 0 0,1 0 0 0 0,2 1 0 0 0,1 0 0 0 0,2 0 0 0 0,0 0 0 0 0,20-42 0 0 0,-21 56-26 0 0,1 0-1 0 0,0 0 1 0 0,1 1-1 0 0,0 0 1 0 0,21-20-1 0 0,-25 27 9 0 0,1 0 0 0 0,0 1-1 0 0,0 0 1 0 0,1 1-1 0 0,0-1 1 0 0,0 1 0 0 0,0 0-1 0 0,0 1 1 0 0,0 0-1 0 0,1 0 1 0 0,0 0 0 0 0,15-2-1 0 0,-19 4 12 0 0,0 1-1 0 0,0 0 1 0 0,0 0 0 0 0,0 0-1 0 0,0 0 1 0 0,0 0-1 0 0,0 1 1 0 0,-1 0-1 0 0,1 0 1 0 0,0 0 0 0 0,0 0-1 0 0,-1 0 1 0 0,1 1-1 0 0,0 0 1 0 0,-1 0 0 0 0,1 0-1 0 0,4 4 1 0 0,-4-2 8 0 0,0 0 1 0 0,0 1 0 0 0,0-1-1 0 0,-1 1 1 0 0,1 0-1 0 0,-1 0 1 0 0,0 0 0 0 0,-1 1-1 0 0,0-1 1 0 0,4 10-1 0 0,-1 8 29 0 0,-1 0 0 0 0,0 0 0 0 0,-2 0 0 0 0,0 40 0 0 0,-6 39 122 0 0,1-5-4406 0 0,8-81 1709 0 0,16-11-9951 0 0</inkml:trace>
</inkml:ink>
</file>

<file path=ppt/ink/ink4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21:23.8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79 200 0 0,'0'0'7653'0'0,"-1"-12"117"0"0,7 9-7558 0 0,-1 0 0 0 0,1 0 0 0 0,0 1 0 0 0,0 0 0 0 0,0 0 0 0 0,0 1-1 0 0,0-1 1 0 0,0 1 0 0 0,0 1 0 0 0,7-1 0 0 0,13-3-58 0 0,19-3-741 0 0,24-5-2586 0 0,-1-5-4498 0 0,-47 11 3398 0 0</inkml:trace>
</inkml:ink>
</file>

<file path=ppt/ink/ink4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21:24.3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387 46 288 0 0,'-5'-14'7063'0'0,"-16"-6"-1831"0"0,18 18-4966 0 0,0 1 0 0 0,0-1 0 0 0,0 1 0 0 0,-1 0 0 0 0,1 0 0 0 0,0 0 0 0 0,0 0 0 0 0,-1 0 0 0 0,1 1 0 0 0,0 0 0 0 0,-1-1 0 0 0,-6 2 0 0 0,-5 0 11 0 0,0 2-1 0 0,-1 0 1 0 0,1 1-1 0 0,0 0 1 0 0,1 1-1 0 0,-1 1 1 0 0,-24 13-1 0 0,22-9-179 0 0,1 0 0 0 0,0 1 0 0 0,0 1 1 0 0,1 0-1 0 0,1 1 0 0 0,-16 18 0 0 0,27-27-92 0 0,0-1-1 0 0,0 0 0 0 0,1 1 1 0 0,-1-1-1 0 0,1 1 1 0 0,0 0-1 0 0,0 0 1 0 0,0-1-1 0 0,1 1 1 0 0,-1 1-1 0 0,1-1 0 0 0,0 0 1 0 0,0 0-1 0 0,0 0 1 0 0,1 1-1 0 0,0-1 1 0 0,0 0-1 0 0,0 1 1 0 0,0-1-1 0 0,0 0 1 0 0,1 0-1 0 0,0 1 0 0 0,0-1 1 0 0,0 0-1 0 0,0 0 1 0 0,1 0-1 0 0,0 0 1 0 0,0 0-1 0 0,0 0 1 0 0,0 0-1 0 0,0-1 1 0 0,1 1-1 0 0,-1-1 0 0 0,1 0 1 0 0,0 0-1 0 0,4 3 1 0 0,21 19 2 0 0,1-1 0 0 0,49 31 0 0 0,19 14 62 0 0,-93-66 36 0 0,-1-1-1 0 0,0 1 0 0 0,0 0 1 0 0,0 0-1 0 0,0 0 0 0 0,-1 0 1 0 0,1 1-1 0 0,-1-1 1 0 0,0 1-1 0 0,0-1 0 0 0,0 1 1 0 0,-1 0-1 0 0,1 0 0 0 0,-1 0 1 0 0,0 0-1 0 0,0 0 0 0 0,1 4 1 0 0,-2-5-40 0 0,0 0-1 0 0,-1 0 1 0 0,1 0 0 0 0,-1 0 0 0 0,0 0 0 0 0,0 0 0 0 0,0 0 0 0 0,0 0 0 0 0,0 0 0 0 0,-1-1 0 0 0,1 1 0 0 0,-1 0 0 0 0,0-1 0 0 0,0 0-1 0 0,1 1 1 0 0,-2-1 0 0 0,1 0 0 0 0,0 0 0 0 0,0 0 0 0 0,-1 0 0 0 0,1 0 0 0 0,-1-1 0 0 0,-5 3 0 0 0,1 0-13 0 0,0 0 1 0 0,-1-1-1 0 0,1 0 0 0 0,-1 0 1 0 0,0-1-1 0 0,0 0 1 0 0,0 0-1 0 0,0-1 1 0 0,-1 0-1 0 0,1-1 0 0 0,0 0 1 0 0,0 0-1 0 0,-1-1 1 0 0,-7-1-1 0 0,-1-1-53 0 0,1-1 1 0 0,0-1-1 0 0,0-1 0 0 0,0 0 1 0 0,-26-15-1 0 0,40 20-99 0 0,0 0 0 0 0,0 1 0 0 0,1-1 0 0 0,-1 0 0 0 0,0 0 0 0 0,1-1 1 0 0,-1 1-1 0 0,1 0 0 0 0,-1-1 0 0 0,1 1 0 0 0,0 0 0 0 0,0-1 0 0 0,-1 0 0 0 0,1 1 1 0 0,0-1-1 0 0,0 0 0 0 0,1 1 0 0 0,-1-1 0 0 0,0 0 0 0 0,1 0 0 0 0,-1 0 0 0 0,1 0 0 0 0,-1 1 1 0 0,1-1-1 0 0,0 0 0 0 0,0 0 0 0 0,0 0 0 0 0,0 0 0 0 0,0 0 0 0 0,0 0 0 0 0,0 0 0 0 0,1 0 1 0 0,-1 0-1 0 0,1 0 0 0 0,-1 1 0 0 0,1-1 0 0 0,0 0 0 0 0,1-3 0 0 0,4-3-1540 0 0,-1 0 0 0 0,1 0 1 0 0,0 0-1 0 0,1 1 0 0 0,0-1 0 0 0,10-7 0 0 0,1 0-3988 0 0</inkml:trace>
</inkml:ink>
</file>

<file path=ppt/ink/ink4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21:24.5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44 33 2892 0 0,'-7'-25'13077'0'0,"7"24"-12923"0"0,0 1 1 0 0,0 0 0 0 0,0-1 0 0 0,0 1-1 0 0,0 0 1 0 0,0 0 0 0 0,0-1-1 0 0,0 1 1 0 0,0 0 0 0 0,-1-1-1 0 0,1 1 1 0 0,0 0 0 0 0,0 0-1 0 0,0-1 1 0 0,0 1 0 0 0,0 0-1 0 0,-1 0 1 0 0,1-1 0 0 0,0 1-1 0 0,0 0 1 0 0,-1 0 0 0 0,1-1-1 0 0,0 1 1 0 0,0 0 0 0 0,-1 0-1 0 0,1 0 1 0 0,0 0 0 0 0,-1 0 0 0 0,1-1-1 0 0,0 1 1 0 0,0 0 0 0 0,-1 0-1 0 0,1 0 1 0 0,0 0 0 0 0,-1 0-1 0 0,1 0 1 0 0,0 0 0 0 0,-1 0-1 0 0,1 0 1 0 0,-6 3-266 0 0,6-3 175 0 0,-1 1 0 0 0,1 0 0 0 0,-1 0 0 0 0,1 0 0 0 0,-1-1-1 0 0,1 1 1 0 0,0 0 0 0 0,-1 0 0 0 0,1 0 0 0 0,0 0 0 0 0,0 0 0 0 0,0 0-1 0 0,-1 0 1 0 0,1 0 0 0 0,0 0 0 0 0,1 0 0 0 0,-1 1 0 0 0,0 0 86 0 0,-11 100 1528 0 0,3 177 0 0 0,9-258-1677 0 0,1 0 0 0 0,0 0 1 0 0,6 22-1 0 0,-7-37-316 0 0,1-1 0 0 0,-1 0 0 0 0,1 1 0 0 0,1-1 0 0 0,-1 0 0 0 0,1 0-1 0 0,0 0 1 0 0,0 0 0 0 0,0 0 0 0 0,1-1 0 0 0,0 1 0 0 0,-1-1 0 0 0,2 0 0 0 0,-1 0 0 0 0,0-1 0 0 0,6 4 0 0 0,-9-6 131 0 0,0-1 0 0 0,0 1 0 0 0,0-1 1 0 0,0 1-1 0 0,0-1 0 0 0,0 0 0 0 0,0 0 0 0 0,0 1 0 0 0,1-1 1 0 0,-1 0-1 0 0,0 0 0 0 0,0 0 0 0 0,0 0 0 0 0,0 0 1 0 0,2-1-1 0 0,0 1-384 0 0,-1 0 358 0 0,-1 0 0 0 0,0 0-1 0 0,0 0 1 0 0,0 0 0 0 0,0-1 0 0 0,1 1 0 0 0,-1 0 0 0 0,0 0-1 0 0,0-1 1 0 0,0 1 0 0 0,0-1 0 0 0,0 1 0 0 0,0-1 0 0 0,0 0 0 0 0,0 1-1 0 0,0-1 1 0 0,0 0 0 0 0,0 0 0 0 0,1-1 0 0 0,1 0-625 0 0,11-12-3416 0 0,-1-2-1897 0 0</inkml:trace>
</inkml:ink>
</file>

<file path=ppt/ink/ink4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21:24.7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152 93 1464 0 0,'-9'-12'1572'0'0,"0"1"-1"0"0,-2 1 0 0 0,1 0 1 0 0,-1 0-1 0 0,0 1 0 0 0,-25-14 1 0 0,20 17-849 0 0,11 5-609 0 0,2 0 146 0 0,-1 2-186 0 0,3-1-162 0 0,0 0 1 0 0,0 0 0 0 0,0 0-1 0 0,0 0 1 0 0,0 0 0 0 0,0 0 0 0 0,0 0-1 0 0,0 1 1 0 0,0-1 0 0 0,0 0-1 0 0,0 1 1 0 0,0-1 0 0 0,0 1-1 0 0,0-1 1 0 0,0 1 0 0 0,0-1 0 0 0,0 1-1 0 0,1 0 1 0 0,-1-1 0 0 0,0 1-1 0 0,0 0 1 0 0,1 0 0 0 0,-1-1-1 0 0,0 1 1 0 0,1 0 0 0 0,-1 0 0 0 0,1 0-1 0 0,-1 0 1 0 0,1 0 0 0 0,0 0-1 0 0,-1 0 1 0 0,1 0 0 0 0,0 0 0 0 0,0 0-1 0 0,-1 0 1 0 0,1 0 0 0 0,0 0-1 0 0,0 0 1 0 0,0 0 0 0 0,0 0-1 0 0,1 0 1 0 0,-1 3 0 0 0,1 13-3035 0 0,0-1-1233 0 0</inkml:trace>
</inkml:ink>
</file>

<file path=ppt/ink/ink4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21:25.2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 0 136 0 0,'-17'17'13285'0'0,"17"-6"-12612"0"0,0 0-1 0 0,1 1 0 0 0,0-1 0 0 0,1 0 1 0 0,0-1-1 0 0,1 1 0 0 0,4 12 0 0 0,9 39 435 0 0,-11-32-900 0 0,-2 1 0 0 0,-1-1 1 0 0,-1 1-1 0 0,-2 0 0 0 0,-1-1 0 0 0,-9 46 1 0 0,0-38-81 0 0,10-35-102 0 0,0-4-26 0 0,1 1-1 0 0,-1 0 0 0 0,0-1 0 0 0,1 1 0 0 0,-1 0 1 0 0,1-1-1 0 0,-1 1 0 0 0,0-1 0 0 0,1 1 0 0 0,-1-1 1 0 0,1 1-1 0 0,0-1 0 0 0,-1 0 0 0 0,1 1 0 0 0,-1-1 1 0 0,1 1-1 0 0,0-1 0 0 0,-1 0 0 0 0,1 1 1 0 0,0-1-1 0 0,-1-1 0 0 0,3-20-21 0 0,0 0 0 0 0,1 0 0 0 0,1 0 0 0 0,0 1 0 0 0,2 0-1 0 0,1 0 1 0 0,1 0 0 0 0,0 1 0 0 0,20-34 0 0 0,-18 36 12 0 0,2 1 0 0 0,0 0-1 0 0,0 1 1 0 0,2 0 0 0 0,0 0 0 0 0,1 2 0 0 0,0 0 0 0 0,1 0-1 0 0,0 2 1 0 0,30-17 0 0 0,-36 23 12 0 0,-1 2-1 0 0,1-1 1 0 0,1 2-1 0 0,-1-1 1 0 0,20-3 0 0 0,-27 6 15 0 0,0 1 1 0 0,0 0-1 0 0,0-1 1 0 0,-1 1-1 0 0,1 0 1 0 0,0 1-1 0 0,0-1 1 0 0,0 0 0 0 0,-1 1-1 0 0,1 0 1 0 0,0-1-1 0 0,0 1 1 0 0,-1 0-1 0 0,1 0 1 0 0,-1 1-1 0 0,1-1 1 0 0,-1 0-1 0 0,1 1 1 0 0,-1 0-1 0 0,0-1 1 0 0,0 1-1 0 0,0 0 1 0 0,0 0 0 0 0,0 0-1 0 0,0 1 1 0 0,0-1-1 0 0,2 4 1 0 0,0 4 47 0 0,0-1 0 0 0,-1 1 0 0 0,0 0 0 0 0,-1 0 0 0 0,0 0 0 0 0,0 0 0 0 0,-1 0 0 0 0,0 0 0 0 0,-1 1 0 0 0,0-1 0 0 0,-1 0 0 0 0,-2 13 0 0 0,-3 14 16 0 0,-23 70 0 0 0,24-92-232 0 0,-11 40-1658 0 0,11-20-2353 0 0,6-34 4029 0 0,-1-1-1 0 0,0 1 1 0 0,0-1-1 0 0,0 1 1 0 0,0-1 0 0 0,0 0-1 0 0,1 1 1 0 0,-1-1-1 0 0,0 1 1 0 0,1-1-1 0 0,-1 1 1 0 0,0-1 0 0 0,0 0-1 0 0,1 1 1 0 0,-1-1-1 0 0,1 1 1 0 0,-1-1-1 0 0,0 0 1 0 0,1 0 0 0 0,-1 1-1 0 0,1-1 1 0 0,-1 0-1 0 0,1 0 1 0 0,-1 1-1 0 0,1-1 1 0 0,-1 0 0 0 0,1 0-1 0 0,-1 0 1 0 0,1 0-1 0 0,-1 0 1 0 0,1 0-1 0 0,-1 0 1 0 0,1 0 0 0 0,-1 0-1 0 0,1 0 1 0 0,-1 0-1 0 0,1 0 1 0 0,0 0-1 0 0,17-4-3278 0 0,-18 4 3247 0 0,17-6-5058 0 0</inkml:trace>
</inkml:ink>
</file>

<file path=ppt/ink/ink4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21:25.7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767 133 1536 0 0,'5'-7'1038'0'0,"-1"1"0"0"0,-1-1 0 0 0,1 0 0 0 0,-1 0 0 0 0,0 0 1 0 0,-1-1-1 0 0,0 1 0 0 0,2-9 0 0 0,-4 14-846 0 0,0 0 0 0 0,1 0 1 0 0,-1 0-1 0 0,0 0 0 0 0,0 0 0 0 0,-1-1 1 0 0,1 1-1 0 0,0 0 0 0 0,-1 0 0 0 0,1 0 1 0 0,-1 0-1 0 0,1 0 0 0 0,-1 0 0 0 0,0 0 1 0 0,0 0-1 0 0,0 1 0 0 0,0-1 0 0 0,0 0 1 0 0,0 0-1 0 0,-1 1 0 0 0,1-1 0 0 0,-1 1 1 0 0,1-1-1 0 0,-1 1 0 0 0,1-1 0 0 0,-1 1 1 0 0,0 0-1 0 0,0 0 0 0 0,0 0 0 0 0,0 0 1 0 0,1 0-1 0 0,-1 0 0 0 0,0 1 0 0 0,-3-1 1 0 0,0-1-17 0 0,-1 2 0 0 0,1-1 0 0 0,0 1 0 0 0,0-1 0 0 0,-1 1 0 0 0,1 1 1 0 0,0-1-1 0 0,-1 1 0 0 0,1 0 0 0 0,0 0 0 0 0,0 1 0 0 0,0-1 0 0 0,0 1 1 0 0,0 0-1 0 0,-7 5 0 0 0,-7 3 140 0 0,2 2 0 0 0,-26 21 0 0 0,35-27-201 0 0,-17 16 8 0 0,0 1-1 0 0,2 1 0 0 0,1 1 0 0 0,1 0 1 0 0,1 2-1 0 0,1 1 0 0 0,2 0 0 0 0,0 1 1 0 0,2 1-1 0 0,-19 54 0 0 0,32-75-104 0 0,-1 0-1 0 0,2 0 1 0 0,-1 0 0 0 0,1 1-1 0 0,0-1 1 0 0,1 0-1 0 0,0 0 1 0 0,3 19 0 0 0,-2-25-15 0 0,-1 0 0 0 0,1 0 0 0 0,0 0 1 0 0,0-1-1 0 0,0 1 0 0 0,0 0 1 0 0,0 0-1 0 0,0-1 0 0 0,1 1 1 0 0,0 0-1 0 0,-1-1 0 0 0,1 0 0 0 0,0 1 1 0 0,0-1-1 0 0,0 0 0 0 0,0 0 1 0 0,1 0-1 0 0,-1 0 0 0 0,1 0 1 0 0,-1-1-1 0 0,1 1 0 0 0,0-1 0 0 0,-1 0 1 0 0,1 1-1 0 0,0-1 0 0 0,0-1 1 0 0,0 1-1 0 0,0 0 0 0 0,0-1 1 0 0,0 1-1 0 0,0-1 0 0 0,4 0 0 0 0,-2 0-19 0 0,0 0 0 0 0,1-1 0 0 0,-1 1-1 0 0,0-1 1 0 0,0 0 0 0 0,0-1-1 0 0,-1 1 1 0 0,1-1 0 0 0,0 0 0 0 0,0 0-1 0 0,-1-1 1 0 0,0 1 0 0 0,1-1-1 0 0,5-5 1 0 0,-4 2-36 0 0,0 0 0 0 0,0 0 1 0 0,0-1-1 0 0,-1 0 0 0 0,0 0 0 0 0,-1-1 0 0 0,8-14 0 0 0,0-9-89 0 0,-2 1 0 0 0,-1-2 0 0 0,8-50-1 0 0,-15 69 148 0 0,3-14-88 0 0,-2 4-25 0 0,-3 44 218 0 0,-46 763 4110 0 0,17-409-3185 0 0,20-315-828 0 0,-2 0 0 0 0,-3-2 0 0 0,-2 1 1 0 0,-29 66-1 0 0,37-107-75 0 0,0 0 0 0 0,-1-1 1 0 0,-1 0-1 0 0,-1-1 0 0 0,-1 0 1 0 0,-25 28-1 0 0,32-39-106 0 0,1-1-1 0 0,-1 0 0 0 0,0 0 1 0 0,0 0-1 0 0,0-1 1 0 0,0 1-1 0 0,-1-1 0 0 0,1-1 1 0 0,-1 1-1 0 0,0-1 1 0 0,0 0-1 0 0,0 0 0 0 0,0 0 1 0 0,0-1-1 0 0,0 0 1 0 0,-1-1-1 0 0,1 1 0 0 0,0-1 1 0 0,0 0-1 0 0,-1-1 1 0 0,1 1-1 0 0,0-1 1 0 0,0 0-1 0 0,0-1 0 0 0,-7-2 1 0 0,2-1-20 0 0,1 0 1 0 0,0 0 0 0 0,0-1-1 0 0,1 0 1 0 0,0-1-1 0 0,0 0 1 0 0,0 0 0 0 0,1-1-1 0 0,0 0 1 0 0,1 0 0 0 0,0-1-1 0 0,0 0 1 0 0,1-1-1 0 0,0 1 1 0 0,0-1 0 0 0,1 0-1 0 0,1 0 1 0 0,-7-20-1 0 0,6 11-17 0 0,0 0-1 0 0,1-1 1 0 0,0 0-1 0 0,2 0 1 0 0,1 0-1 0 0,0 0 1 0 0,2 0-1 0 0,0 0 1 0 0,7-36-1 0 0,0 25-277 0 0,1 0 0 0 0,2 1 0 0 0,1 0 0 0 0,1 0 0 0 0,2 2 0 0 0,0-1 0 0 0,2 2 0 0 0,39-47 0 0 0,13-4-5059 0 0,110-97 0 0 0,-78 80-2692 0 0,-67 61 2006 0 0</inkml:trace>
</inkml:ink>
</file>

<file path=ppt/ink/ink4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21:26.5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13 787 776 0 0,'24'-81'11328'0'0,"-12"36"-3252"0"0,-17 69-6524 0 0,1-9-1255 0 0,-7 27 109 0 0,1 1-1 0 0,3 0 1 0 0,-5 68-1 0 0,13-95-364 0 0,-1 0 1 0 0,2-1 0 0 0,0 0-1 0 0,5 19 1 0 0,-6-29-52 0 0,1 0 0 0 0,-1 0 0 0 0,1 0 1 0 0,1 0-1 0 0,-1 0 0 0 0,0 0 0 0 0,1-1 0 0 0,0 1 1 0 0,0-1-1 0 0,1 0 0 0 0,-1 0 0 0 0,1 0 1 0 0,0 0-1 0 0,0-1 0 0 0,6 5 0 0 0,-7-6-51 0 0,0 0-1 0 0,1-1 0 0 0,-1 0 1 0 0,0 0-1 0 0,0 0 1 0 0,1 0-1 0 0,-1-1 1 0 0,0 1-1 0 0,1-1 0 0 0,-1 0 1 0 0,0 1-1 0 0,1-2 1 0 0,-1 1-1 0 0,1 0 1 0 0,-1-1-1 0 0,0 0 1 0 0,4 0-1 0 0,0-2-89 0 0,-1 1 1 0 0,0-1-1 0 0,0 0 1 0 0,0 0-1 0 0,0-1 0 0 0,0 0 1 0 0,10-9-1 0 0,-5 2-38 0 0,-1 0-1 0 0,0 0 1 0 0,-1-1-1 0 0,0-1 0 0 0,-1 0 1 0 0,0 0-1 0 0,9-21 1 0 0,32-103-381 0 0,-46 127 540 0 0,22-93 689 0 0,-24 100-258 0 0,-3 5-344 0 0,0 0 0 0 0,1 0 0 0 0,-1-1 0 0 0,1 1 1 0 0,0 0-1 0 0,0 0 0 0 0,-1 0 0 0 0,1 0 0 0 0,1 0 1 0 0,-2 3-1 0 0,-7 24 275 0 0,1-1 0 0 0,2 2 1 0 0,-6 58-1 0 0,11-72-297 0 0,1 0 0 0 0,0 0 0 0 0,2 0 0 0 0,-1 0 0 0 0,2-1 0 0 0,0 1 0 0 0,1-1 0 0 0,0 1 0 0 0,9 17 0 0 0,-10-27-43 0 0,-1-1 0 0 0,1 0 0 0 0,1 0 0 0 0,-1 0 0 0 0,1 0 0 0 0,0 0-1 0 0,0-1 1 0 0,0 0 0 0 0,1 0 0 0 0,0 0 0 0 0,0 0 0 0 0,0-1 0 0 0,0 1-1 0 0,0-1 1 0 0,0-1 0 0 0,1 1 0 0 0,0-1 0 0 0,-1 0 0 0 0,1 0 0 0 0,0-1-1 0 0,0 1 1 0 0,0-1 0 0 0,0-1 0 0 0,0 1 0 0 0,0-1 0 0 0,0 0 0 0 0,0 0-1 0 0,7-2 1 0 0,0 0-198 0 0,0-1-1 0 0,0 0 0 0 0,0 0 1 0 0,-1-1-1 0 0,0-1 0 0 0,1 0 1 0 0,-2-1-1 0 0,1-1 0 0 0,-1 1 1 0 0,0-2-1 0 0,0 0 0 0 0,10-9 0 0 0,-4-1-207 0 0,-1 0 0 0 0,0 0 0 0 0,-2-2 0 0 0,0 0 0 0 0,-2 0 0 0 0,0-1-1 0 0,13-33 1 0 0,-1-7-503 0 0,23-97-1 0 0,-30 87 880 0 0,-3 0-1 0 0,-4-1 1 0 0,-2-1 0 0 0,-4-101 0 0 0,-4 163 158 0 0,-6-83 1404 0 0,5 83-1246 0 0,-1 1 1 0 0,-1-1-1 0 0,1 1 1 0 0,-2 0 0 0 0,1 0-1 0 0,-9-16 1 0 0,11 24-231 0 0,0 1 0 0 0,1-1-1 0 0,-1 1 1 0 0,0-1 0 0 0,0 1 0 0 0,0 0 0 0 0,0-1 0 0 0,0 1-1 0 0,0 0 1 0 0,0 0 0 0 0,-1 0 0 0 0,1-1 0 0 0,0 1-1 0 0,-1 0 1 0 0,1 1 0 0 0,0-1 0 0 0,-1 0 0 0 0,1 0 0 0 0,-1 1-1 0 0,0-1 1 0 0,1 1 0 0 0,-1-1 0 0 0,1 1 0 0 0,-1-1 0 0 0,0 1-1 0 0,1 0 1 0 0,-1 0 0 0 0,0 0 0 0 0,1 0 0 0 0,-1 0-1 0 0,0 1 1 0 0,1-1 0 0 0,-1 0 0 0 0,0 1 0 0 0,1-1 0 0 0,-1 1-1 0 0,1-1 1 0 0,-1 1 0 0 0,1 0 0 0 0,-1 0 0 0 0,1 0-1 0 0,-3 1 1 0 0,-2 3 84 0 0,0 0 0 0 0,1 0 1 0 0,-1 1-1 0 0,1 0 0 0 0,1 0 0 0 0,-1 0 0 0 0,1 0 0 0 0,-5 9 0 0 0,-4 13 160 0 0,0 1-1 0 0,2 0 1 0 0,2 1 0 0 0,-11 52 0 0 0,-9 127 250 0 0,26-160-472 0 0,1 0 0 0 0,3-1-1 0 0,2 1 1 0 0,14 71 0 0 0,-13-99-348 0 0,0 0 0 0 0,1-1 0 0 0,2 0 0 0 0,0 0 0 0 0,1 0 0 0 0,1-1 0 0 0,15 24 0 0 0,-19-35-90 0 0,1 0 0 0 0,0 0 0 0 0,1-1-1 0 0,0 0 1 0 0,0 0 0 0 0,0-1 0 0 0,1 0-1 0 0,0 0 1 0 0,0-1 0 0 0,0 0 0 0 0,1 0-1 0 0,0-1 1 0 0,0 0 0 0 0,0 0 0 0 0,0-1-1 0 0,1-1 1 0 0,19 4 0 0 0,-13-5-347 0 0,1 0 0 0 0,-1-1 0 0 0,1-1 0 0 0,-1 0 0 0 0,1-2 0 0 0,-1 0 0 0 0,0 0 0 0 0,0-2 0 0 0,0 0 0 0 0,-1 0 0 0 0,1-2 0 0 0,22-13-1 0 0,4-4-2300 0 0</inkml:trace>
</inkml:ink>
</file>

<file path=ppt/ink/ink4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21:26.9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237 325 4152 0 0,'13'-19'1145'0'0,"-2"-1"0"0"0,0 0 0 0 0,-1-1 0 0 0,13-41 0 0 0,-21 54-714 0 0,0 0 0 0 0,0 0-1 0 0,-1 0 1 0 0,0-1 0 0 0,0 1-1 0 0,-1-1 1 0 0,0 1 0 0 0,0-1-1 0 0,-1 1 1 0 0,0 0 0 0 0,-1-1-1 0 0,0 1 1 0 0,0 0 0 0 0,0 0 0 0 0,-1 0-1 0 0,-7-12 1 0 0,9 18-330 0 0,0 0 0 0 0,0 0 0 0 0,0 0 1 0 0,-1 0-1 0 0,1 0 0 0 0,-1 1 0 0 0,0-1 0 0 0,1 0 0 0 0,-1 1 1 0 0,0-1-1 0 0,0 1 0 0 0,0-1 0 0 0,0 1 0 0 0,0 0 0 0 0,0 0 1 0 0,-1 0-1 0 0,1 0 0 0 0,0 0 0 0 0,-4 0 0 0 0,3 1-23 0 0,0 0 0 0 0,-1 0 0 0 0,1 0 0 0 0,0 0 0 0 0,0 1 0 0 0,0 0-1 0 0,0-1 1 0 0,0 1 0 0 0,0 0 0 0 0,0 1 0 0 0,0-1 0 0 0,0 0 0 0 0,-2 3 0 0 0,-6 3 112 0 0,1 1 0 0 0,-1 0 0 0 0,2 1 0 0 0,-1 0 0 0 0,-14 20 0 0 0,6-6 31 0 0,2 1 0 0 0,1 1 0 0 0,0 1 1 0 0,-20 52-1 0 0,28-60-169 0 0,1 1 1 0 0,0 0-1 0 0,2 0 0 0 0,0 1 0 0 0,1-1 1 0 0,1 1-1 0 0,1 0 0 0 0,2 24 0 0 0,0-36-32 0 0,0 0-1 0 0,1-1 0 0 0,-1 1 0 0 0,2-1 0 0 0,-1 1 0 0 0,1-1 0 0 0,4 8 1 0 0,-5-12-34 0 0,-1 0 1 0 0,1 0 0 0 0,0-1 0 0 0,0 1 0 0 0,0-1 0 0 0,0 1 0 0 0,0-1-1 0 0,1 0 1 0 0,-1 0 0 0 0,1 0 0 0 0,-1 0 0 0 0,1 0 0 0 0,0 0 0 0 0,0-1-1 0 0,0 1 1 0 0,0-1 0 0 0,0 0 0 0 0,0 0 0 0 0,0 0 0 0 0,0 0 0 0 0,5 0-1 0 0,-4-1-33 0 0,1 1 1 0 0,-1-1-1 0 0,1-1 0 0 0,-1 1 0 0 0,0-1 0 0 0,1 1 0 0 0,-1-1 0 0 0,1 0 0 0 0,-1-1 0 0 0,0 1 0 0 0,0-1 0 0 0,0 0 0 0 0,0 0 0 0 0,0 0 0 0 0,7-5 0 0 0,-1-3-89 0 0,0 1 0 0 0,-1-1 1 0 0,0-1-1 0 0,-1 1 0 0 0,0-2 0 0 0,0 1 0 0 0,11-25 1 0 0,-2-5-86 0 0,14-48 0 0 0,-21 59 150 0 0,8-40 32 0 0,-13 48 245 0 0,12-37 1 0 0,-16 57 529 0 0,-1 2-708 0 0,1 1 1 0 0,-1-1 0 0 0,1 1-1 0 0,-1 0 1 0 0,0-1 0 0 0,1 1-1 0 0,-1 0 1 0 0,0-1 0 0 0,0 1 0 0 0,0 0-1 0 0,1-1 1 0 0,-1 1 0 0 0,0 0-1 0 0,0-1 1 0 0,0 1 0 0 0,0 0-1 0 0,0-1 1 0 0,0 1 0 0 0,0 0-1 0 0,0-1 1 0 0,-1 2 0 0 0,0 15 138 0 0,1-17-165 0 0,-6 71 270 0 0,4 105 0 0 0,7-106-2552 0 0,4-27-4563 0 0,6-37-4627 0 0</inkml:trace>
</inkml:ink>
</file>

<file path=ppt/ink/ink4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21:27.2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82 1192 0 0,'7'-23'3326'0'0,"-4"12"-900"0"0,0 0-1 0 0,1 0 1 0 0,7-13-1 0 0,-10 22-1282 0 0,2 3-898 0 0,-1-1 1 0 0,1 1 0 0 0,-1 0-1 0 0,1 0 1 0 0,-1 0 0 0 0,1 0-1 0 0,-1 0 1 0 0,0 0 0 0 0,0 1-1 0 0,1-1 1 0 0,-1 1 0 0 0,0-1-1 0 0,0 1 1 0 0,0 0 0 0 0,-1 0-1 0 0,1 0 1 0 0,0 0 0 0 0,-1 0-1 0 0,3 4 1 0 0,2 4 477 0 0,1 1 0 0 0,6 18 0 0 0,-4-8-365 0 0,-2 1 1 0 0,-1 1 0 0 0,0-1-1 0 0,-2 1 1 0 0,0 0-1 0 0,-2 0 1 0 0,-1 0 0 0 0,0 0-1 0 0,-2 1 1 0 0,-1-1-1 0 0,0 0 1 0 0,-2 0 0 0 0,-11 37-1 0 0,11-48-226 0 0,0 0-1 0 0,-1 0 0 0 0,-1 0 1 0 0,0-1-1 0 0,-1 0 1 0 0,0-1-1 0 0,0 1 1 0 0,-15 15-1 0 0,21-26-120 0 0,0 1 0 0 0,1 0 0 0 0,-1-1 0 0 0,0 1 1 0 0,1-1-1 0 0,-1 1 0 0 0,0-1 0 0 0,0 1 0 0 0,0-1 0 0 0,1 1 0 0 0,-1-1 1 0 0,0 0-1 0 0,0 1 0 0 0,0-1 0 0 0,0 0 0 0 0,0 0 0 0 0,0 0 0 0 0,1 1 1 0 0,-1-1-1 0 0,0 0 0 0 0,0 0 0 0 0,0-1 0 0 0,0 1 0 0 0,0 0 0 0 0,0 0 0 0 0,0 0 1 0 0,0 0-1 0 0,0-1 0 0 0,1 1 0 0 0,-1-1 0 0 0,0 1 0 0 0,-1-1 0 0 0,0 0-29 0 0,-1-4 71 0 0,3-8-55 0 0,0 1 0 0 0,1 0 0 0 0,0 0 0 0 0,1 0 0 0 0,1 0 0 0 0,0 0-1 0 0,0 0 1 0 0,1 1 0 0 0,1-1 0 0 0,10-17 0 0 0,2-2-628 0 0,1 2 0 0 0,36-44 0 0 0,-31 47-1477 0 0,0 0 0 0 0,55-43 0 0 0,17 1-8620 0 0,-64 47 3042 0 0</inkml:trace>
</inkml:ink>
</file>

<file path=ppt/ink/ink4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21:28.2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1 124 2120 0 0,'1'-4'393'0'0,"1"0"0"0"0,0 1 0 0 0,0-1 0 0 0,0 0 0 0 0,0 1 0 0 0,0-1 0 0 0,1 1 0 0 0,0 0 0 0 0,0-1 0 0 0,0 2-1 0 0,0-1 1 0 0,0 0 0 0 0,0 0 0 0 0,1 1 0 0 0,-1 0 0 0 0,1 0 0 0 0,0 0 0 0 0,0 0 0 0 0,0 0 0 0 0,-1 1 0 0 0,7-2 0 0 0,-5 3-234 0 0,1-1 1 0 0,-1 1 0 0 0,1-1 0 0 0,0 2-1 0 0,-1-1 1 0 0,1 1 0 0 0,-1-1 0 0 0,1 1-1 0 0,-1 1 1 0 0,1-1 0 0 0,-1 1 0 0 0,0 0-1 0 0,0 0 1 0 0,0 1 0 0 0,7 3 0 0 0,-4 0-70 0 0,0-1-1 0 0,-1 1 1 0 0,0 0 0 0 0,0 1 0 0 0,0 0 0 0 0,0 0 0 0 0,-1 0 0 0 0,0 1 0 0 0,-1 0 0 0 0,0 0 0 0 0,0 0 0 0 0,-1 1 0 0 0,0 0 0 0 0,0-1 0 0 0,-1 1 0 0 0,0 1 0 0 0,-1-1 0 0 0,0 0-1 0 0,2 16 1 0 0,-3-9-43 0 0,-1 0-1 0 0,0 1 0 0 0,-1-1 0 0 0,-1 0 0 0 0,0 0 1 0 0,-2 0-1 0 0,1-1 0 0 0,-2 1 0 0 0,0-1 0 0 0,-13 27 0 0 0,-11 5 111 0 0,27-44-120 0 0,1-3-37 0 0,0-1 0 0 0,0 1 1 0 0,1 0-1 0 0,-1-1 0 0 0,0 1 1 0 0,0-1-1 0 0,1 1 0 0 0,-1-1 1 0 0,0 1-1 0 0,1-1 0 0 0,-1 0 1 0 0,1 1-1 0 0,-1-1 0 0 0,1 0 1 0 0,-1 1-1 0 0,1-1 0 0 0,-1 0 1 0 0,1 0-1 0 0,-1 1 1 0 0,1-1-1 0 0,0 0 0 0 0,0 0 1 0 0,-1 0-1 0 0,1 0 0 0 0,0 0 1 0 0,0 1-1 0 0,0-1 0 0 0,0 0 1 0 0,0 0-1 0 0,0 0 0 0 0,0 0 1 0 0,0 0-1 0 0,0 1 0 0 0,1-3 1 0 0,4-31-11 0 0,5-4-6 0 0,1 0-1 0 0,2 0 0 0 0,29-57 0 0 0,-31 75 17 0 0,0 0 1 0 0,1 1-1 0 0,1 1 0 0 0,1 0 0 0 0,1 1 0 0 0,0 0 0 0 0,34-28 0 0 0,-42 41 1 0 0,1-1 1 0 0,-1 1 0 0 0,1 0-1 0 0,0 1 1 0 0,0 0-1 0 0,16-5 1 0 0,-23 8-2 0 0,1 0 1 0 0,0 0-1 0 0,-1-1 0 0 0,1 1 1 0 0,0 0-1 0 0,-1 0 0 0 0,1 0 0 0 0,-1 1 1 0 0,1-1-1 0 0,0 0 0 0 0,-1 1 1 0 0,1-1-1 0 0,-1 1 0 0 0,3 1 1 0 0,2 0 2 0 0,0 0 4 0 0,-1 0 1 0 0,0 0-1 0 0,1 1 0 0 0,-1 0 1 0 0,0 0-1 0 0,0 0 0 0 0,-1 1 1 0 0,1 0-1 0 0,-1 0 0 0 0,1 0 1 0 0,-1 0-1 0 0,-1 0 0 0 0,1 1 1 0 0,-1 0-1 0 0,1 0 0 0 0,-1 0 1 0 0,-1 0-1 0 0,1 0 0 0 0,3 9 1 0 0,-2-2 26 0 0,-1-1 0 0 0,0 0 0 0 0,0 1 0 0 0,-1 0 0 0 0,0 0 0 0 0,-1-1 0 0 0,-1 1 0 0 0,0 18 0 0 0,-2-16 21 0 0,-1 1 0 0 0,0-1-1 0 0,0 0 1 0 0,-2-1-1 0 0,1 1 1 0 0,-2-1-1 0 0,0 0 1 0 0,-12 20-1 0 0,16-30 39 0 0,1-4-93 0 0,1 1 0 0 0,-1 0 1 0 0,1 0-1 0 0,0 0 0 0 0,-1 0 0 0 0,1 0 1 0 0,-1-1-1 0 0,1 1 0 0 0,-1 0 1 0 0,1 0-1 0 0,0-1 0 0 0,-1 1 0 0 0,1 0 1 0 0,-1-1-1 0 0,1 1 0 0 0,0 0 0 0 0,-1-1 1 0 0,1 1-1 0 0,0 0 0 0 0,0-1 0 0 0,-1 1 1 0 0,1-1-1 0 0,0 1 0 0 0,0-1 1 0 0,0 1-1 0 0,-1 0 0 0 0,1-1 0 0 0,0 1 1 0 0,0-2-1 0 0,7-34 9 0 0,2 0 0 0 0,1 1 1 0 0,21-50-1 0 0,-24 69 9 0 0,0 0 0 0 0,2 1 0 0 0,0 0 0 0 0,0 1 0 0 0,1 0 0 0 0,1 1 0 0 0,1 0 0 0 0,0 0 0 0 0,25-19 0 0 0,-34 29 18 0 0,1 0 0 0 0,-1 1 0 0 0,1-1 0 0 0,0 1 0 0 0,0 0 0 0 0,0 0 1 0 0,1 1-1 0 0,-1-1 0 0 0,0 1 0 0 0,1 0 0 0 0,-1 0 0 0 0,1 1 0 0 0,-1-1 0 0 0,1 1 1 0 0,-1 0-1 0 0,1 0 0 0 0,-1 0 0 0 0,1 1 0 0 0,-1-1 0 0 0,0 1 0 0 0,5 2 1 0 0,-4-1 41 0 0,-1 0 1 0 0,1 0 0 0 0,-1 1 0 0 0,0-1 0 0 0,0 1 0 0 0,0 0 0 0 0,0 1 0 0 0,-1-1-1 0 0,1 1 1 0 0,-1-1 0 0 0,0 1 0 0 0,0 0 0 0 0,0 0 0 0 0,-1 1 0 0 0,1-1 0 0 0,-1 0-1 0 0,0 1 1 0 0,3 8 0 0 0,-2-1 4 0 0,0 1 0 0 0,0 0-1 0 0,-1-1 1 0 0,-1 1 0 0 0,0 0-1 0 0,-2 24 1 0 0,-16 77 243 0 0,11-83-1933 0 0,1 0 0 0 0,0 39 0 0 0,5-69 1411 0 0,0 0-1 0 0,0 0 1 0 0,0 0 0 0 0,0 1 0 0 0,0-1 0 0 0,1 0 0 0 0,-1 0-1 0 0,0 0 1 0 0,1 0 0 0 0,-1 0 0 0 0,1 0 0 0 0,-1 0 0 0 0,1 0 0 0 0,0 0-1 0 0,-1 0 1 0 0,1-1 0 0 0,0 1 0 0 0,0 0 0 0 0,0 0 0 0 0,-1-1-1 0 0,1 1 1 0 0,0 0 0 0 0,0-1 0 0 0,0 1 0 0 0,0-1 0 0 0,0 1-1 0 0,0-1 1 0 0,0 1 0 0 0,0-1 0 0 0,0 0 0 0 0,1 1 0 0 0,-1-1-1 0 0,0 0 1 0 0,0 0 0 0 0,0 0 0 0 0,0 0 0 0 0,0 0 0 0 0,0 0 0 0 0,1 0-1 0 0,-1-1 1 0 0,0 1 0 0 0,0 0 0 0 0,0 0 0 0 0,0-1 0 0 0,0 1-1 0 0,1-1 1 0 0,12-5-3595 0 0</inkml:trace>
</inkml:ink>
</file>

<file path=ppt/ink/ink4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21:29.6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200 730 1768 0 0,'26'-28'3320'0'0,"28"-43"0"0"0,-47 61-2560 0 0,0-1 1 0 0,0-1-1 0 0,-1 1 0 0 0,-1-1 0 0 0,0 0 0 0 0,-1 0 0 0 0,5-21 0 0 0,-9 32-675 0 0,0-1-1 0 0,1 1 0 0 0,-1-1 1 0 0,0 0-1 0 0,0 1 1 0 0,-1-1-1 0 0,1 0 0 0 0,0 1 1 0 0,0-1-1 0 0,-1 1 0 0 0,1-1 1 0 0,-1 1-1 0 0,0-1 1 0 0,1 1-1 0 0,-1-1 0 0 0,0 1 1 0 0,-1-2-1 0 0,1 1 157 0 0,-4 3-40 0 0,-6 3-113 0 0,0 0 0 0 0,0 1 1 0 0,0 0-1 0 0,0 1 1 0 0,1 0-1 0 0,0 1 1 0 0,0 0-1 0 0,1 1 1 0 0,-1 0-1 0 0,-14 18 1 0 0,-3 4 133 0 0,-46 69 1 0 0,56-72-146 0 0,1 0 1 0 0,-20 45-1 0 0,32-63-54 0 0,1 0 0 0 0,0 0 0 0 0,0 1-1 0 0,1-1 1 0 0,0 1 0 0 0,1-1 0 0 0,0 1 0 0 0,0 0 0 0 0,1 0-1 0 0,0-1 1 0 0,1 1 0 0 0,3 17 0 0 0,-2-22-22 0 0,0 0 0 0 0,0 0-1 0 0,1 0 1 0 0,-1 0 0 0 0,1-1 0 0 0,0 1 0 0 0,1-1-1 0 0,-1 0 1 0 0,1 1 0 0 0,-1-2 0 0 0,1 1 0 0 0,0 0-1 0 0,1-1 1 0 0,-1 0 0 0 0,1 0 0 0 0,-1 0 0 0 0,1 0-1 0 0,0-1 1 0 0,0 0 0 0 0,0 0 0 0 0,0 0 0 0 0,0-1-1 0 0,1 0 1 0 0,-1 0 0 0 0,0 0 0 0 0,1 0 0 0 0,-1-1-1 0 0,1 0 1 0 0,-1 0 0 0 0,0 0 0 0 0,1-1 0 0 0,-1 0 0 0 0,0 0-1 0 0,1 0 1 0 0,-1-1 0 0 0,0 0 0 0 0,0 0 0 0 0,0 0-1 0 0,0 0 1 0 0,0-1 0 0 0,-1 0 0 0 0,1 0 0 0 0,4-4-1 0 0,-2 0-8 0 0,-1 0-1 0 0,1-1 0 0 0,-1 0 1 0 0,-1 0-1 0 0,1-1 0 0 0,-1 0 1 0 0,-1 1-1 0 0,5-14 0 0 0,2-9-23 0 0,8-38-1 0 0,-15 52 24 0 0,28-153-63 0 0,-32 168 83 0 0,-2 19 46 0 0,-12 80 613 0 0,8-71-527 0 0,2 0-1 0 0,-1 39 1 0 0,4-46-86 0 0,2 1 0 0 0,0 0 0 0 0,1 0 0 0 0,1-1 0 0 0,7 23 0 0 0,-9-37-49 0 0,1 0 1 0 0,0-1-1 0 0,0 1 0 0 0,0-1 1 0 0,0 1-1 0 0,0-1 1 0 0,1 0-1 0 0,0 0 1 0 0,0 0-1 0 0,0 0 1 0 0,1 0-1 0 0,-1-1 1 0 0,1 1-1 0 0,0-1 0 0 0,0 0 1 0 0,0 0-1 0 0,0-1 1 0 0,0 1-1 0 0,1-1 1 0 0,-1 0-1 0 0,1 0 1 0 0,0 0-1 0 0,-1-1 0 0 0,1 0 1 0 0,0 0-1 0 0,5 1 1 0 0,-1-1-64 0 0,0-1-1 0 0,0 0 1 0 0,0 0 0 0 0,-1-1-1 0 0,1 0 1 0 0,0-1 0 0 0,0 0 0 0 0,-1 0-1 0 0,1-1 1 0 0,-1 0 0 0 0,12-6 0 0 0,-7 2-104 0 0,-1 0 1 0 0,0-1-1 0 0,-1-1 1 0 0,1 0-1 0 0,-1-1 1 0 0,13-15-1 0 0,-1-3-222 0 0,-2 0 1 0 0,-1-2-1 0 0,-1 0 0 0 0,26-60 0 0 0,-19 30 10 0 0,-4-2 1 0 0,24-97 0 0 0,2-134-51 0 0,-38 73 2590 0 0,-10 219-2158 0 0,0 1 0 0 0,0 0-1 0 0,0-1 1 0 0,1 1 0 0 0,-1 0-1 0 0,0-1 1 0 0,0 1 0 0 0,0 0-1 0 0,0 0 1 0 0,0-1 0 0 0,0 1-1 0 0,0 0 1 0 0,0-1 0 0 0,0 1-1 0 0,0 0 1 0 0,0-1 0 0 0,-1 1-1 0 0,1 0 1 0 0,0-1 0 0 0,0 1-1 0 0,0 0 1 0 0,0 0 0 0 0,0-1-1 0 0,-1 1 1 0 0,1 0 0 0 0,0 0-1 0 0,0-1 1 0 0,0 1 0 0 0,-1 0-1 0 0,1 0 1 0 0,0-1 0 0 0,0 1 0 0 0,-1 0-1 0 0,-6 9 155 0 0,-4 17 0 0 0,-5 59 367 0 0,4-1 0 0 0,-3 137-1 0 0,13 4-10 0 0,4-182-437 0 0,2 0-1 0 0,2 1 0 0 0,13 45 0 0 0,-16-79-66 0 0,1 0-1 0 0,-1-1 1 0 0,1 1-1 0 0,1-1 1 0 0,0 0-1 0 0,0-1 1 0 0,1 1-1 0 0,0-1 1 0 0,0 0-1 0 0,1 0 1 0 0,0-1-1 0 0,0 0 1 0 0,1 0-1 0 0,0-1 1 0 0,0 0-1 0 0,1 0 1 0 0,-1-1-1 0 0,18 8 1 0 0,-18-10-22 0 0,0 0 1 0 0,0-1-1 0 0,1 0 0 0 0,-1 0 1 0 0,1 0-1 0 0,-1-1 1 0 0,1-1-1 0 0,0 1 1 0 0,-1-2-1 0 0,1 1 0 0 0,0-1 1 0 0,-1 0-1 0 0,1-1 1 0 0,-1 0-1 0 0,0 0 1 0 0,1-1-1 0 0,-1 0 0 0 0,0 0 1 0 0,-1-1-1 0 0,1 0 1 0 0,-1 0-1 0 0,11-9 1 0 0,-6 3-46 0 0,0-1 0 0 0,0 0 0 0 0,-1-1 0 0 0,-1-1 1 0 0,0 0-1 0 0,0 0 0 0 0,-1-1 0 0 0,-1 0 0 0 0,-1-1 1 0 0,7-15-1 0 0,-7 12 26 0 0,-1 0 0 0 0,0-1-1 0 0,-2 0 1 0 0,0 0 0 0 0,-1-1 0 0 0,-1 1 0 0 0,0-1 0 0 0,-2-19 0 0 0,-1 31 38 0 0,0 0 0 0 0,0 1 0 0 0,-1-1 0 0 0,1 1 0 0 0,-2 0 0 0 0,1 0 1 0 0,-1-1-1 0 0,0 1 0 0 0,-1 1 0 0 0,1-1 0 0 0,-8-9 0 0 0,11 16-12 0 0,-1-1 0 0 0,1 0-1 0 0,-1 1 1 0 0,1-1 0 0 0,-1 0-1 0 0,1 1 1 0 0,-1-1 0 0 0,0 1-1 0 0,0-1 1 0 0,1 1 0 0 0,-1-1-1 0 0,0 1 1 0 0,0 0 0 0 0,1-1 0 0 0,-1 1-1 0 0,0 0 1 0 0,0 0 0 0 0,0-1-1 0 0,1 1 1 0 0,-1 0 0 0 0,0 0-1 0 0,0 0 1 0 0,0 0 0 0 0,0 0-1 0 0,-1 0 1 0 0,-17 5 9 0 0,17-3-9 0 0,-1-1 0 0 0,1 1 0 0 0,0 0 1 0 0,0-1-1 0 0,0 1 0 0 0,0 0 0 0 0,0 0 1 0 0,0 1-1 0 0,0-1 0 0 0,1 0 0 0 0,-1 1 0 0 0,1-1 1 0 0,0 1-1 0 0,-1-1 0 0 0,1 1 0 0 0,0-1 1 0 0,1 1-1 0 0,-1 0 0 0 0,0 0 0 0 0,1-1 0 0 0,-1 1 1 0 0,1 0-1 0 0,0 0 0 0 0,0 0 0 0 0,0-1 1 0 0,1 5-1 0 0,0 0 6 0 0,-1 1 0 0 0,1 0 0 0 0,1 0 0 0 0,0 0 0 0 0,0 0 0 0 0,1-1 0 0 0,-1 1 0 0 0,6 8 0 0 0,-4-10 3 0 0,0 0 0 0 0,0 0-1 0 0,1 0 1 0 0,0 0-1 0 0,0-1 1 0 0,1 0 0 0 0,-1 0-1 0 0,1 0 1 0 0,0-1-1 0 0,0 0 1 0 0,13 6 0 0 0,-9-5-36 0 0,0-1 0 0 0,1 0 0 0 0,0-1 1 0 0,0 0-1 0 0,0-1 0 0 0,0 0 0 0 0,17 0 1 0 0,-15-2-21 0 0,0 0 0 0 0,0-1 0 0 0,0 0 0 0 0,0-1 0 0 0,0 0 0 0 0,-1-1 0 0 0,1-1 0 0 0,-1 0 0 0 0,0 0 0 0 0,0-1 0 0 0,0-1 1 0 0,-1 0-1 0 0,1-1 0 0 0,12-10 0 0 0,-18 12 71 0 0,1-1 0 0 0,-1 0 0 0 0,-1 0 0 0 0,1 0 0 0 0,-1-1 0 0 0,0 0 0 0 0,0 0 0 0 0,-1 0 1 0 0,0-1-1 0 0,-1 1 0 0 0,1-1 0 0 0,-1 0 0 0 0,-1 0 0 0 0,0 0 0 0 0,3-15 0 0 0,-5 22 2 0 0,0 0 0 0 0,0 0 0 0 0,1-1-1 0 0,-1 1 1 0 0,0 0 0 0 0,0 0 0 0 0,0-1 0 0 0,-1 1-1 0 0,1 0 1 0 0,0 0 0 0 0,0 0 0 0 0,-1-1 0 0 0,1 1 0 0 0,0 0-1 0 0,-1 0 1 0 0,1 0 0 0 0,-2-1 0 0 0,2 1-9 0 0,-1 1 0 0 0,1 0 0 0 0,0 0 0 0 0,-1-1 0 0 0,1 1 0 0 0,-1 0 0 0 0,1 0 0 0 0,-1 0 0 0 0,1 0 0 0 0,-1 0 0 0 0,1-1 1 0 0,-1 1-1 0 0,1 0 0 0 0,-1 0 0 0 0,1 0 0 0 0,-1 0 0 0 0,1 0 0 0 0,-1 1 0 0 0,1-1 0 0 0,-1 0 0 0 0,1 0 0 0 0,-1 0 0 0 0,1 0 0 0 0,-1 1 0 0 0,0-1 0 0 0,-2 2 45 0 0,0 0 0 0 0,0 0 0 0 0,0 0 0 0 0,0 0-1 0 0,0 0 1 0 0,1 1 0 0 0,-4 3 0 0 0,0 4 59 0 0,0-1 1 0 0,1 1-1 0 0,0 0 0 0 0,1 1 1 0 0,0-1-1 0 0,1 1 1 0 0,0-1-1 0 0,-3 21 0 0 0,3-6 38 0 0,1 1-1 0 0,2 40 0 0 0,1-56-141 0 0,-1-1-1 0 0,2 1 1 0 0,-1-1-1 0 0,1 0 1 0 0,1 0-1 0 0,-1 0 1 0 0,2 0-1 0 0,-1 0 1 0 0,1 0-1 0 0,0-1 0 0 0,1 0 1 0 0,0 0-1 0 0,7 8 1 0 0,-7-10-52 0 0,1 0 0 0 0,-1-1 1 0 0,2 1-1 0 0,-1-1 0 0 0,1-1 0 0 0,-1 1 1 0 0,1-1-1 0 0,0 0 0 0 0,1-1 0 0 0,-1 0 1 0 0,1 0-1 0 0,-1 0 0 0 0,1-1 1 0 0,0 0-1 0 0,12 1 0 0 0,-5-2-295 0 0,1 0 0 0 0,0-2 1 0 0,-1 1-1 0 0,1-2 0 0 0,-1 0 0 0 0,1-1 0 0 0,-1 0 1 0 0,0-1-1 0 0,0-1 0 0 0,27-13 0 0 0,-25 10 50 0 0,-1-1-1 0 0,0-1 1 0 0,-1 0-1 0 0,0-1 1 0 0,-1-1 0 0 0,0 0-1 0 0,0-1 1 0 0,21-28-1 0 0,-27 30 312 0 0,0-1-1 0 0,-1-1 0 0 0,-1 1 1 0 0,0-1-1 0 0,0-1 1 0 0,-1 1-1 0 0,4-20 1 0 0,-6 18 522 0 0,0 0 1 0 0,-1-1 0 0 0,-1 1-1 0 0,0-1 1 0 0,-1 1 0 0 0,-4-23-1 0 0,4 36-41 0 0,-1 4-292 0 0,-3 4-13 0 0,1 0 0 0 0,0 0 0 0 0,1 1 0 0 0,0-1 1 0 0,0 1-1 0 0,-2 12 0 0 0,-5 47 874 0 0,8-55-931 0 0,-1 19 62 0 0,0-1-1 0 0,2 1 1 0 0,1-1-1 0 0,1 0 1 0 0,2 1-1 0 0,9 39 1 0 0,-10-62-254 0 0,-1 0 0 0 0,1 0 0 0 0,0 0 0 0 0,0 0 0 0 0,1-1-1 0 0,0 0 1 0 0,0 0 0 0 0,0 0 0 0 0,1 0 0 0 0,0 0 0 0 0,0-1 0 0 0,0 0 0 0 0,12 8 0 0 0,-13-10-225 0 0,0-1 1 0 0,0 0-1 0 0,1 0 1 0 0,-1 0-1 0 0,1 0 1 0 0,0-1-1 0 0,-1 1 1 0 0,1-1-1 0 0,6 0 1 0 0,-6 0-353 0 0,0-1 0 0 0,0 0 0 0 0,1-1 0 0 0,-1 1 0 0 0,0-1 1 0 0,0 0-1 0 0,0-1 0 0 0,0 1 0 0 0,8-4 0 0 0,3-5-4694 0 0,-1-5-2918 0 0</inkml:trace>
</inkml:ink>
</file>

<file path=ppt/ink/ink4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21:29.9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208 138 2008 0 0,'-24'-28'4902'0'0,"-1"1"0"0"0,-30-23 0 0 0,28 24-2846 0 0,24 24-1783 0 0,1 1-101 0 0,1 0-432 0 0,-1 1 0 0 0,1-1 0 0 0,-1 1-1 0 0,1 0 1 0 0,-1-1 0 0 0,0 1 0 0 0,1 0 0 0 0,-1 0 0 0 0,1 0-1 0 0,-1 0 1 0 0,0 0 0 0 0,1 0 0 0 0,-1 1 0 0 0,1-1 0 0 0,-1 0 0 0 0,1 1-1 0 0,-1-1 1 0 0,1 1 0 0 0,-1-1 0 0 0,1 1 0 0 0,0 0 0 0 0,-1 0-1 0 0,1 0 1 0 0,-3 2 0 0 0,-11 5-4060 0 0,-1-1-1667 0 0</inkml:trace>
</inkml:ink>
</file>

<file path=ppt/ink/ink4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21:30.2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113 0 2692 0 0,'-109'27'9791'0'0,"105"-26"-8989"0"0,13-3-378 0 0,0 1-1 0 0,0 0 1 0 0,13 1-1 0 0,8-1-126 0 0,356-20-345 0 0,-127 24-7751 0 0,-192 1 2774 0 0</inkml:trace>
</inkml:ink>
</file>

<file path=ppt/ink/ink4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21:30.5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340 93 1600 0 0,'2'-2'2060'0'0,"1"-2"-1286"0"0,0 1 1 0 0,0-1-1 0 0,0 0 1 0 0,-1 0-1 0 0,0-1 1 0 0,0 1-1 0 0,0 0 1 0 0,0-1-1 0 0,-1 1 1 0 0,1-1-1 0 0,-1 1 1 0 0,0-1-1 0 0,-1 0 0 0 0,1 1 1 0 0,-1-7-1 0 0,-1 9-682 0 0,1 1-1 0 0,-1 0 0 0 0,0 0 0 0 0,0 0 0 0 0,0 0 0 0 0,0 0 0 0 0,0 1 0 0 0,0-1 0 0 0,0 0 0 0 0,0 0 0 0 0,0 1 0 0 0,0-1 0 0 0,-1 0 0 0 0,1 1 0 0 0,0-1 0 0 0,0 1 0 0 0,-1 0 0 0 0,1-1 0 0 0,0 1 0 0 0,-1 0 0 0 0,1 0 0 0 0,0 0 0 0 0,-1 0 0 0 0,1 0 0 0 0,-2 0 0 0 0,-9 2 118 0 0,0 0-1 0 0,1 1 0 0 0,0 0 0 0 0,-1 1 1 0 0,1 0-1 0 0,1 0 0 0 0,-1 2 0 0 0,1-1 1 0 0,-17 13-1 0 0,-1 3 66 0 0,1 1 1 0 0,-26 29 0 0 0,41-39-226 0 0,0 1 1 0 0,2 1-1 0 0,-1 0 0 0 0,2 0 1 0 0,-13 26-1 0 0,17-30-31 0 0,1 0 0 0 0,0 0 0 0 0,1 0 0 0 0,0 0 0 0 0,0 1 0 0 0,1-1 0 0 0,1 1-1 0 0,-1 0 1 0 0,2-1 0 0 0,0 14 0 0 0,1-18-74 0 0,0 0 1 0 0,0 0-1 0 0,0 0 1 0 0,1 0-1 0 0,0 0 1 0 0,0 0-1 0 0,1-1 1 0 0,-1 1-1 0 0,1-1 1 0 0,0 0-1 0 0,1 1 1 0 0,-1-1-1 0 0,1-1 1 0 0,0 1-1 0 0,1-1 1 0 0,-1 1-1 0 0,1-1 0 0 0,-1-1 1 0 0,1 1-1 0 0,0-1 1 0 0,1 1-1 0 0,-1-1 1 0 0,0-1-1 0 0,1 1 1 0 0,0-1-1 0 0,-1 0 1 0 0,8 1-1 0 0,0 1-782 0 0,0-2 0 0 0,0 1-1 0 0,0-2 1 0 0,26 1 0 0 0,-22-3-1671 0 0,1 0 0 0 0,35-8 0 0 0,-13-1-3632 0 0</inkml:trace>
</inkml:ink>
</file>

<file path=ppt/ink/ink4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21:31.0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362 270 1288 0 0,'-1'-15'6585'0'0,"-11"-2"-886"0"0,10 15-4822 0 0,0 2-169 0 0,0-1-575 0 0,1 1-1 0 0,-1 0 0 0 0,1 0 1 0 0,0 0-1 0 0,-1-1 1 0 0,1 1-1 0 0,-1 1 0 0 0,1-1 1 0 0,-1 0-1 0 0,1 0 0 0 0,0 0 1 0 0,-1 1-1 0 0,1-1 1 0 0,-2 1-1 0 0,1 1 74 0 0,2-2-195 0 0,-1 0-1 0 0,1 0 1 0 0,0 0 0 0 0,-1 0 0 0 0,1 1-1 0 0,0-1 1 0 0,-1 0 0 0 0,1 0 0 0 0,0 1-1 0 0,0-1 1 0 0,0 0 0 0 0,-1 0 0 0 0,1 1 0 0 0,0-1-1 0 0,0 0 1 0 0,0 1 0 0 0,0-1 0 0 0,-1 0-1 0 0,1 1 1 0 0,0-1 0 0 0,0 0 0 0 0,0 1-1 0 0,0-1 1 0 0,0 0 0 0 0,0 1 0 0 0,0-1-1 0 0,0 1 1 0 0,0-1 0 0 0,0 0 0 0 0,0 1-1 0 0,0-1 1 0 0,0 0 0 0 0,0 1 0 0 0,1-1-1 0 0,-1 0 1 0 0,0 1 0 0 0,0-1 0 0 0,0 0-1 0 0,0 1 1 0 0,1-1 0 0 0,-1 0 0 0 0,7 18 285 0 0,-6-16-245 0 0,2 0-16 0 0,-1 0 0 0 0,1 0 0 0 0,0 0 0 0 0,0 0 0 0 0,0 0 0 0 0,0-1 0 0 0,0 1 0 0 0,0-1 0 0 0,1 0 0 0 0,-1 0 0 0 0,0 0 0 0 0,1 0 0 0 0,-1 0 1 0 0,1-1-1 0 0,6 0 0 0 0,-7 1-24 0 0,-1-1-5 0 0,-1-1 1 0 0,1 1-1 0 0,0 0 1 0 0,-1-1 0 0 0,1 1-1 0 0,-1-1 1 0 0,1 1-1 0 0,-1-1 1 0 0,1 1-1 0 0,-1-1 1 0 0,0 0-1 0 0,1 0 1 0 0,-1 0 0 0 0,0 0-1 0 0,1 0 1 0 0,0-2-1 0 0,15-16 33 0 0,-13 11-42 0 0,0 1 0 0 0,-1 0 0 0 0,0-1 0 0 0,0 1 0 0 0,-1-1 0 0 0,0 0 0 0 0,0 0 0 0 0,-1 0-1 0 0,0 0 1 0 0,0 0 0 0 0,-1 0 0 0 0,0 0 0 0 0,0 0 0 0 0,-2-10 0 0 0,3 15-2 0 0,-2 0 0 0 0,-11-13-5 0 0,10 13 9 0 0,-1 0-1 0 0,0 0 0 0 0,0 1 1 0 0,0-1-1 0 0,0 1 0 0 0,0 0 1 0 0,-1 0-1 0 0,1 0 0 0 0,-1 0 1 0 0,1 0-1 0 0,-1 1 0 0 0,0 0 1 0 0,1 0-1 0 0,-1 0 0 0 0,0 0 1 0 0,0 0-1 0 0,0 1 0 0 0,0 0 1 0 0,0 0-1 0 0,0 0 0 0 0,0 0 1 0 0,0 0-1 0 0,0 1 0 0 0,1 0 1 0 0,-6 1-1 0 0,-7 3 3 0 0,-1 0 0 0 0,1 1-1 0 0,0 1 1 0 0,-22 14 0 0 0,18-10 4 0 0,1 1 0 0 0,1 0 1 0 0,0 2-1 0 0,0 0 0 0 0,2 1 0 0 0,0 1 0 0 0,0 0 1 0 0,2 1-1 0 0,0 1 0 0 0,1 0 0 0 0,1 1 0 0 0,0 1 1 0 0,-14 35-1 0 0,24-52-6 0 0,1 1 0 0 0,0-1 0 0 0,0 1 0 0 0,0-1 0 0 0,0 1 0 0 0,1-1 0 0 0,-1 1 0 0 0,1-1 0 0 0,0 1 0 0 0,0-1 0 0 0,0 1 0 0 0,1 0 0 0 0,-1-1 1 0 0,1 1-1 0 0,0-1 0 0 0,0 1 0 0 0,0-1 0 0 0,1 0 0 0 0,-1 1 0 0 0,1-1 0 0 0,-1 0 0 0 0,1 0 0 0 0,3 4 0 0 0,-1-4-75 0 0,0 1 1 0 0,0 0-1 0 0,0-1 0 0 0,0 0 0 0 0,1 0 1 0 0,-1 0-1 0 0,1-1 0 0 0,0 0 0 0 0,0 0 1 0 0,0 0-1 0 0,0 0 0 0 0,0-1 0 0 0,0 1 1 0 0,10 0-1 0 0,9-1-335 0 0,0 0 1 0 0,0-2-1 0 0,0 0 0 0 0,-1-2 0 0 0,1 0 1 0 0,-1-2-1 0 0,0-1 0 0 0,0 0 1 0 0,0-2-1 0 0,38-18 0 0 0,-2-5-65 0 0,-2-2-1 0 0,84-63 1 0 0,-20-1 330 0 0,-105 82 357 0 0,0-1 0 0 0,-1 0 1 0 0,-1-1-1 0 0,23-36 0 0 0,-36 51-152 0 0,1-1 0 0 0,-1 1 0 0 0,1 0 0 0 0,-1 0 0 0 0,0-1 0 0 0,0 1 0 0 0,0 0 0 0 0,-1-1 0 0 0,1 1 0 0 0,0-1 1 0 0,-1 0-1 0 0,0 1 0 0 0,0-1 0 0 0,1 1 0 0 0,-1-1 0 0 0,-1 1 0 0 0,1-1 0 0 0,0 0 0 0 0,-1 1 0 0 0,1-1 0 0 0,-1 1 0 0 0,0-1 0 0 0,0 1 0 0 0,0 0 0 0 0,0-1 1 0 0,-3-3-1 0 0,3 5-14 0 0,0 0 1 0 0,0 0 0 0 0,-1 0 0 0 0,1 1-1 0 0,0-1 1 0 0,-1 0 0 0 0,1 1-1 0 0,0-1 1 0 0,-1 1 0 0 0,1 0 0 0 0,-1-1-1 0 0,1 1 1 0 0,-1 0 0 0 0,1 0-1 0 0,-1 0 1 0 0,1 0 0 0 0,0 0 0 0 0,-3 1-1 0 0,1-1 28 0 0,0 0 0 0 0,-1 1 0 0 0,1 0 0 0 0,0 0 0 0 0,-1 0-1 0 0,1 0 1 0 0,-5 3 0 0 0,3-2-42 0 0,2 1-1 0 0,-1 0 1 0 0,0 0 0 0 0,0 0-1 0 0,1 0 1 0 0,0 1 0 0 0,0-1 0 0 0,0 1-1 0 0,0 0 1 0 0,0 0 0 0 0,1 0-1 0 0,0 0 1 0 0,-1 0 0 0 0,2 1-1 0 0,-4 8 1 0 0,3-5 20 0 0,1 1 0 0 0,0-1 0 0 0,0 1 0 0 0,1-1 0 0 0,0 1 1 0 0,0 0-1 0 0,1-1 0 0 0,2 13 0 0 0,2 0 98 0 0,2 1 0 0 0,9 22 0 0 0,-10-30 99 0 0,0 0-1 0 0,-2 0 1 0 0,1 0-1 0 0,-2 1 1 0 0,0 0-1 0 0,1 18 1 0 0,-4-28-157 0 0,0 0 0 0 0,-1-1 0 0 0,0 1 0 0 0,0 0 0 0 0,0 0 0 0 0,-1-1 0 0 0,0 1 0 0 0,1-1 1 0 0,-2 0-1 0 0,1 1 0 0 0,0-1 0 0 0,-1 0 0 0 0,0 0 0 0 0,0 0 0 0 0,0-1 0 0 0,0 1 0 0 0,0-1 0 0 0,-1 1 0 0 0,0-1 0 0 0,0 0 0 0 0,0-1 0 0 0,0 1 0 0 0,0-1 0 0 0,-7 3 0 0 0,-1 1-398 0 0,-1-1 0 0 0,0 0-1 0 0,-1-1 1 0 0,1-1 0 0 0,-1 0 0 0 0,-25 1-1 0 0,34-3-283 0 0,-1-1-1 0 0,1 0 1 0 0,0 0 0 0 0,0-1-1 0 0,0 0 1 0 0,0 0-1 0 0,-7-2 1 0 0,-7-4-4537 0 0,5 1-1553 0 0</inkml:trace>
</inkml:ink>
</file>

<file path=ppt/ink/ink4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21:31.4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118 1 924 0 0,'7'4'1651'0'0,"-4"-3"-779"0"0,0 1 0 0 0,0-1 1 0 0,0 1-1 0 0,-1 0 0 0 0,1 0 1 0 0,0 0-1 0 0,-1 1 0 0 0,3 2 1 0 0,-4-4-663 0 0,0 1 1 0 0,-1-1 0 0 0,1 0-1 0 0,-1 1 1 0 0,1-1-1 0 0,-1 1 1 0 0,0-1-1 0 0,0 1 1 0 0,1-1 0 0 0,-1 1-1 0 0,0-1 1 0 0,0 1-1 0 0,0-1 1 0 0,-1 1-1 0 0,1-1 1 0 0,0 0-1 0 0,-1 1 1 0 0,1-1 0 0 0,-1 1-1 0 0,1-1 1 0 0,-1 0-1 0 0,1 1 1 0 0,-2 1-1 0 0,-41 73 2421 0 0,27-50-2392 0 0,-14 32 0 0 0,10-9-1661 0 0,-11 23-6992 0 0,20-50 2066 0 0</inkml:trace>
</inkml:ink>
</file>

<file path=ppt/ink/ink4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21:32.9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9 565 184 0 0,'0'0'1541'0'0,"6"-12"5368"0"0,-6 12-6752 0 0,0-1-1 0 0,0 1 0 0 0,0 0 1 0 0,0 0-1 0 0,0-1 0 0 0,1 1 1 0 0,-1 0-1 0 0,0 0 1 0 0,0 0-1 0 0,0-1 0 0 0,1 1 1 0 0,-1 0-1 0 0,0 0 1 0 0,0 0-1 0 0,0-1 0 0 0,1 1 1 0 0,-1 0-1 0 0,0 0 0 0 0,0 0 1 0 0,1 0-1 0 0,-1 0 1 0 0,0 0-1 0 0,1 0 0 0 0,-1 0 1 0 0,0-1-1 0 0,0 1 1 0 0,1 0-1 0 0,-1 0 0 0 0,0 0 1 0 0,0 0-1 0 0,1 0 0 0 0,-1 0 1 0 0,0 1-1 0 0,1-1 1 0 0,-1 0-1 0 0,0 0 0 0 0,0 0 1 0 0,1 0-1 0 0,-1 0 1 0 0,0 0-1 0 0,0 0 0 0 0,1 1 1 0 0,-1-1-1 0 0,0 0 0 0 0,0 0 1 0 0,0 0-1 0 0,1 0 1 0 0,-1 1-1 0 0,7 19 2282 0 0,-2 31-1579 0 0,-5-49-497 0 0,1 17 24 0 0,11 478 4633 0 0,-25-292-3643 0 0,12-195-890 0 0,1-3 242 0 0,-1 0 0 0 0,0 0-1 0 0,0 0 1 0 0,-4 12 0 0 0,4-16-413 0 0,-1-6-222 0 0,0 0 0 0 0,1 0 0 0 0,-1 0 1 0 0,1-1-1 0 0,0 1 0 0 0,-1 0 0 0 0,1 0 0 0 0,0-6 1 0 0,-1 4-46 0 0,-2-16 34 0 0,0 0 0 0 0,1-1 1 0 0,1 0-1 0 0,2-43 0 0 0,1 32-29 0 0,18-257 202 0 0,24 3-636 0 0,-27 193 173 0 0,65-256-439 0 0,-78 338 615 0 0,0 0 0 0 0,1 0 0 0 0,0 1-1 0 0,1 0 1 0 0,0 0 0 0 0,1 0 0 0 0,0 1 0 0 0,1-1 0 0 0,0 2 0 0 0,1-1 0 0 0,0 1 0 0 0,13-12 0 0 0,-18 19 14 0 0,0 1 0 0 0,0-1 1 0 0,0 1-1 0 0,0 0 0 0 0,1 0 1 0 0,-1 0-1 0 0,0 1 0 0 0,1-1 1 0 0,-1 1-1 0 0,0 0 0 0 0,5 0 1 0 0,-6 0-10 0 0,3 0 1 0 0,0 0 1 0 0,0 0-1 0 0,-1 1 0 0 0,1 0 1 0 0,-1 0-1 0 0,1 0 1 0 0,0 0-1 0 0,-1 1 0 0 0,0-1 1 0 0,1 1-1 0 0,-1 0 1 0 0,5 4-1 0 0,4 2-15 0 0,-1 1 1 0 0,13 12-1 0 0,-23-19 36 0 0,7 7 18 0 0,0 0-1 0 0,0 0 1 0 0,-1 1-1 0 0,-1 0 1 0 0,0 1-1 0 0,0 0 1 0 0,-1 0-1 0 0,0 0 1 0 0,-1 0-1 0 0,0 1 1 0 0,-1 0-1 0 0,0 0 0 0 0,-1 1 1 0 0,-1-1-1 0 0,1 0 1 0 0,-1 15-1 0 0,-1-12-8 0 0,-1 1 0 0 0,-1-1 0 0 0,-1 1 0 0 0,0-1 0 0 0,0 1 0 0 0,-2-1 0 0 0,0 0 0 0 0,-1-1 0 0 0,0 1 0 0 0,-1-1 0 0 0,-1 0 0 0 0,-14 24 0 0 0,8-19 2 0 0,0-1 0 0 0,-1-1 0 0 0,-1 0 0 0 0,-19 17 0 0 0,24-26-3 0 0,0 0 1 0 0,-1 0-1 0 0,0-1 0 0 0,0 0 1 0 0,-1-1-1 0 0,1-1 1 0 0,-1 0-1 0 0,0 0 0 0 0,-13 2 1 0 0,-58 4-2330 0 0,80-10 1322 0 0,0-1-116 0 0,-6 5-1412 0 0,37 12-13671 0 0,-23-14 16169 0 0,9 1-5102 0 0</inkml:trace>
</inkml:ink>
</file>

<file path=ppt/ink/ink4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21:33.2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184 1 908 0 0,'0'0'19593'0'0,"0"2"-19238"0"0,-6 21 103 0 0,0 0-1 0 0,-1-1 1 0 0,-2 0 0 0 0,-19 38-1 0 0,12-27-305 0 0,0 1-151 0 0,-42 98-119 0 0,28-41-2942 0 0,28-85 2083 0 0,-3 21-484 0 0,5-26 922 0 0,0 0 1 0 0,0 0-1 0 0,0 0 1 0 0,0 0-1 0 0,0 0 1 0 0,0 0-1 0 0,0 0 1 0 0,1 0-1 0 0,-1 0 1 0 0,0 0-1 0 0,1 0 0 0 0,-1 0 1 0 0,1-1-1 0 0,0 2 1 0 0,6 7-6661 0 0</inkml:trace>
</inkml:ink>
</file>

<file path=ppt/ink/ink4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21:34.0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406 284 1832 0 0,'-3'-17'2903'0'0,"0"0"-1"0"0,-1 1 1 0 0,0-1-1 0 0,-12-26 0 0 0,-6 1 213 0 0,21 40-2864 0 0,-2 4-32 0 0,-1 0-141 0 0,0 1 1 0 0,-1 0-1 0 0,1 0 0 0 0,0 0 0 0 0,1 0 1 0 0,-1 1-1 0 0,1 0 0 0 0,-1-1 0 0 0,1 1 1 0 0,-3 5-1 0 0,-29 52 728 0 0,19-31-513 0 0,-33 60 597 0 0,-61 164 0 0 0,83-181-632 0 0,-23 98 0 0 0,44-145-225 0 0,1 0 1 0 0,2 0-1 0 0,0 0 0 0 0,2 1 1 0 0,1-1-1 0 0,1 1 1 0 0,7 40-1 0 0,-7-59-3 0 0,1-1-1 0 0,0 0 1 0 0,0 0-1 0 0,1 0 1 0 0,0-1-1 0 0,0 1 1 0 0,0-1-1 0 0,1 1 1 0 0,6 6-1 0 0,-8-10-7 0 0,1 0 0 0 0,0 0 0 0 0,0-1 0 0 0,0 1 0 0 0,0-1 1 0 0,0 0-1 0 0,0 0 0 0 0,1 0 0 0 0,-1 0 0 0 0,1-1 0 0 0,0 1 0 0 0,-1-1 0 0 0,1 0 0 0 0,0 0 0 0 0,0 0 0 0 0,0 0 0 0 0,-1-1 0 0 0,8 0 0 0 0,1-1 10 0 0,-1 0 0 0 0,0-1 0 0 0,0 0 0 0 0,0-1-1 0 0,0 0 1 0 0,0-1 0 0 0,-1 0 0 0 0,1 0 0 0 0,-1-2 0 0 0,0 1-1 0 0,-1-1 1 0 0,1 0 0 0 0,-1-1 0 0 0,10-10 0 0 0,8-8 36 0 0,-2-1-1 0 0,-1-1 1 0 0,23-33 0 0 0,-16 16-25 0 0,-2-2 1 0 0,-2-1-1 0 0,33-78 1 0 0,-33 55-53 0 0,37-148 1 0 0,-59 192 12 0 0,-1 0 1 0 0,-1-1 0 0 0,-1 0-1 0 0,-1 0 1 0 0,-4-40 0 0 0,0 47-31 0 0,0 1 1 0 0,-1 0 0 0 0,-1-1 0 0 0,-1 1-1 0 0,0 1 1 0 0,-1-1 0 0 0,-2 1 0 0 0,-11-19-1 0 0,18 32 26 0 0,-1 1-1 0 0,0-1 1 0 0,0 1-1 0 0,-1 0 1 0 0,1 0-1 0 0,-1 1 1 0 0,0-1-1 0 0,0 1 1 0 0,0-1-1 0 0,0 1 1 0 0,-1 1-1 0 0,1-1 1 0 0,-1 1-1 0 0,0-1 1 0 0,0 1-1 0 0,0 1 0 0 0,0-1 1 0 0,-7-1-1 0 0,4 2 11 0 0,-1 1 0 0 0,1 0-1 0 0,0 0 1 0 0,0 1-1 0 0,0 0 1 0 0,0 1-1 0 0,0-1 1 0 0,0 2-1 0 0,0-1 1 0 0,0 1 0 0 0,-8 4-1 0 0,-3 3 10 0 0,1 0 0 0 0,0 1-1 0 0,0 1 1 0 0,1 1 0 0 0,1 1 0 0 0,0 0-1 0 0,1 1 1 0 0,1 0 0 0 0,0 2 0 0 0,1-1-1 0 0,0 2 1 0 0,2-1 0 0 0,0 2 0 0 0,1 0-1 0 0,1 0 1 0 0,-10 29 0 0 0,18-43-15 0 0,0 0 0 0 0,0 1-1 0 0,0-1 1 0 0,0 1 0 0 0,1-1 0 0 0,0 1 0 0 0,0-1 0 0 0,1 1 0 0 0,-1-1 0 0 0,1 1 0 0 0,0-1 0 0 0,1 0-1 0 0,-1 1 1 0 0,1-1 0 0 0,0 0 0 0 0,0 0 0 0 0,1 0 0 0 0,0 0 0 0 0,0-1 0 0 0,0 1 0 0 0,0-1 0 0 0,1 0-1 0 0,7 8 1 0 0,7 5-35 0 0,1-2 0 0 0,1 1-1 0 0,0-2 1 0 0,24 12-1 0 0,-24-14-10 0 0,10 7 41 0 0,-1 1 0 0 0,-1 2 0 0 0,-1 0 0 0 0,-1 2 0 0 0,-1 1 0 0 0,-1 0 0 0 0,-1 2 0 0 0,-2 1 0 0 0,0 1 0 0 0,-2 1 0 0 0,25 52 0 0 0,-23-31-54 0 0,-10-23-1014 0 0,21 38 1 0 0,-31-65 779 0 0,0 1 0 0 0,0-1-1 0 0,0 0 1 0 0,0 0 0 0 0,0 0 0 0 0,1 0-1 0 0,-1 0 1 0 0,0 0 0 0 0,1 0 0 0 0,-1 0-1 0 0,1 0 1 0 0,-1 0 0 0 0,0-1-1 0 0,1 1 1 0 0,0-1 0 0 0,-1 1 0 0 0,1-1-1 0 0,-1 0 1 0 0,4 1 0 0 0,-1-1-1037 0 0,1 0 0 0 0,0 0 1 0 0,-1 0-1 0 0,1-1 0 0 0,6-1 0 0 0,12-6-6516 0 0</inkml:trace>
</inkml:ink>
</file>

<file path=ppt/ink/ink4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21:34.7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119 870 1292 0 0,'-26'3'5977'0'0,"-35"0"1"0"0,58-3-5182 0 0,-1 0-128 0 0,-10 2-98 0 0,11-2 328 0 0,0-2-425 0 0,3 2-463 0 0,-1-1 0 0 0,1 1 0 0 0,0 0 0 0 0,0 0-1 0 0,0 0 1 0 0,-1 0 0 0 0,1 0 0 0 0,0 0 0 0 0,0 0-1 0 0,0 0 1 0 0,-1-1 0 0 0,1 1 0 0 0,0 0 0 0 0,0 0 0 0 0,0 0-1 0 0,0-1 1 0 0,0 1 0 0 0,-1 0 0 0 0,1 0 0 0 0,0 0-1 0 0,0-1 1 0 0,0 1 0 0 0,0 0 0 0 0,0 0 0 0 0,0 0-1 0 0,0-1 1 0 0,0 1 0 0 0,0 0 0 0 0,0 0 0 0 0,0-1-1 0 0,0 1 1 0 0,0 0 0 0 0,0 0 0 0 0,0 0 0 0 0,0-1-1 0 0,0 1 1 0 0,0 0 0 0 0,0 0 0 0 0,0-1 0 0 0,0 1 0 0 0,0 0-1 0 0,0 0 1 0 0,0 0 0 0 0,1-1 0 0 0,-1 1 0 0 0,35-31 405 0 0,59-41 1 0 0,14-11-278 0 0,-48 28-83 0 0,-2-3 1 0 0,61-78-1 0 0,-84 90-2 0 0,-2-1 0 0 0,-2-2-1 0 0,47-103 1 0 0,-74 143-48 0 0,-1 1 0 0 0,0-1-1 0 0,0 0 1 0 0,-1 0-1 0 0,1-9 1 0 0,-3 14-5 0 0,0 0-1 0 0,0 0 1 0 0,0 0-1 0 0,0 0 1 0 0,0 0-1 0 0,-1 0 1 0 0,0 0-1 0 0,0 0 1 0 0,0 0-1 0 0,0 0 1 0 0,-1 0-1 0 0,-3-6 1 0 0,4 8-4 0 0,0 1 1 0 0,0 0-1 0 0,0-1 1 0 0,0 1-1 0 0,0 0 1 0 0,-1 0 0 0 0,1 0-1 0 0,0 0 1 0 0,-1 0-1 0 0,1 0 1 0 0,-1 0-1 0 0,1 1 1 0 0,-1-1-1 0 0,1 0 1 0 0,-1 1 0 0 0,1-1-1 0 0,-1 1 1 0 0,0 0-1 0 0,1-1 1 0 0,-1 1-1 0 0,0 0 1 0 0,1 0-1 0 0,-1 0 1 0 0,0 0 0 0 0,1 0-1 0 0,-1 1 1 0 0,1-1-1 0 0,-4 1 1 0 0,2 0-4 0 0,0 0 1 0 0,-1 0-1 0 0,1 1 1 0 0,0-1-1 0 0,0 1 1 0 0,0-1-1 0 0,0 1 1 0 0,0 0-1 0 0,0 0 1 0 0,1 1-1 0 0,-1-1 1 0 0,-3 4-1 0 0,3-1 5 0 0,1 0 0 0 0,-1-1 1 0 0,1 1-1 0 0,0 0 0 0 0,0 0 0 0 0,1 0 1 0 0,-1 1-1 0 0,1-1 0 0 0,0 0 0 0 0,1 0 1 0 0,-1 1-1 0 0,1-1 0 0 0,0 1 0 0 0,1-1 1 0 0,-1 0-1 0 0,1 0 0 0 0,0 1 0 0 0,0-1 1 0 0,0 0-1 0 0,4 8 0 0 0,4 9 3 0 0,1 1 1 0 0,1-2-1 0 0,15 24 0 0 0,-22-39 2 0 0,40 63 5 0 0,-24-39 119 0 0,0 0 0 0 0,19 45 1 0 0,-37-70 52 0 0,0-1 0 0 0,0 1-1 0 0,-1 0 1 0 0,0 0 0 0 0,0 0 0 0 0,0 1 0 0 0,0-1 0 0 0,-1 0 0 0 0,0 0 0 0 0,0 0 0 0 0,-1 11 0 0 0,0-12-82 0 0,0 0 0 0 0,-1 0 1 0 0,1 0-1 0 0,-1 0 1 0 0,0-1-1 0 0,0 1 1 0 0,0-1-1 0 0,-1 1 0 0 0,1-1 1 0 0,-1 1-1 0 0,0-1 1 0 0,1 0-1 0 0,-2 0 1 0 0,1-1-1 0 0,-6 5 0 0 0,4-3-133 0 0,0-1-1 0 0,0 0 0 0 0,0 0 1 0 0,0-1-1 0 0,-1 1 1 0 0,1-1-1 0 0,-1 0 0 0 0,1-1 1 0 0,-1 1-1 0 0,0-1 0 0 0,1 0 1 0 0,-1-1-1 0 0,0 1 0 0 0,0-1 1 0 0,0 0-1 0 0,1-1 1 0 0,-1 1-1 0 0,0-1 0 0 0,0 0 1 0 0,1-1-1 0 0,-10-3 0 0 0,12 4-262 0 0,1 0 0 0 0,0-1 0 0 0,0 1-1 0 0,0-1 1 0 0,0 1 0 0 0,0-1 0 0 0,0 0 0 0 0,0 0-1 0 0,0 0 1 0 0,1 0 0 0 0,-1 0 0 0 0,-2-4-1 0 0,3 4 89 0 0,0 1-2 0 0,1 0-1 0 0,-1-1 0 0 0,1 1 1 0 0,-1 0-1 0 0,1-1 0 0 0,-1 1 1 0 0,1-1-1 0 0,0 1 0 0 0,0-1 1 0 0,0 1-1 0 0,0 0 0 0 0,0-1 0 0 0,0 1 1 0 0,0-1-1 0 0,0 1 0 0 0,0-1 1 0 0,1 1-1 0 0,-1-1 0 0 0,1 1 1 0 0,-1 0-1 0 0,1-1 0 0 0,1-1 1 0 0,16-26-5200 0 0,-17 28 5142 0 0,13-17-4263 0 0</inkml:trace>
</inkml:ink>
</file>

<file path=ppt/ink/ink4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21:35.1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1 195 1832 0 0,'57'-41'11765'0'0,"-56"40"-10627"0"0,-1 4-751 0 0,-3 23 1456 0 0,-10 14-664 0 0,-11 56 0 0 0,22-81-1091 0 0,0-1 0 0 0,0 1 0 0 0,2-1 1 0 0,-1 1-1 0 0,2 0 0 0 0,0-1 0 0 0,5 22 0 0 0,-6-31-53 0 0,2-1-1 0 0,-1 0 0 0 0,0 0 1 0 0,1 0-1 0 0,0 0 0 0 0,0 0 1 0 0,0 0-1 0 0,0 0 0 0 0,1-1 1 0 0,-1 1-1 0 0,1-1 0 0 0,0 1 1 0 0,0-1-1 0 0,0 0 0 0 0,1 0 0 0 0,-1-1 1 0 0,1 1-1 0 0,-1-1 0 0 0,1 1 1 0 0,0-1-1 0 0,0-1 0 0 0,0 1 1 0 0,0 0-1 0 0,0-1 0 0 0,0 0 1 0 0,1 0-1 0 0,-1 0 0 0 0,0 0 1 0 0,1-1-1 0 0,-1 0 0 0 0,0 1 0 0 0,1-2 1 0 0,-1 1-1 0 0,5-1 0 0 0,3-1 25 0 0,-1 0 1 0 0,1-1-1 0 0,-1 0 0 0 0,0-1 0 0 0,0 0 0 0 0,0-1 0 0 0,0 0 0 0 0,-1 0 0 0 0,0-2 0 0 0,0 1 0 0 0,15-13 0 0 0,-15 9-39 0 0,-1 0 1 0 0,0-1-1 0 0,-1 0 0 0 0,0 0 1 0 0,0-1-1 0 0,-1 0 0 0 0,-1 0 1 0 0,8-21-1 0 0,-8 16-16 0 0,0-1-1 0 0,-2 1 1 0 0,0-1 0 0 0,-1 0-1 0 0,-1 0 1 0 0,0-21 0 0 0,-2 28-3 0 0,-1 0 0 0 0,0 0 0 0 0,0 0 0 0 0,-1 0 0 0 0,-1 1 0 0 0,0-1 0 0 0,-1 0 0 0 0,1 1 0 0 0,-2 0 0 0 0,0 0 0 0 0,0 0 0 0 0,-9-12 0 0 0,11 18-1 0 0,-1-1-1 0 0,0 1 0 0 0,0 0 1 0 0,0 0-1 0 0,0 0 1 0 0,0 1-1 0 0,-1-1 0 0 0,0 1 1 0 0,1 0-1 0 0,-1 0 1 0 0,0 1-1 0 0,-1 0 0 0 0,1 0 1 0 0,0 0-1 0 0,-1 0 1 0 0,1 1-1 0 0,-1 0 0 0 0,1 0 1 0 0,-1 0-1 0 0,0 1 1 0 0,1 0-1 0 0,-1 0 0 0 0,0 0 1 0 0,1 1-1 0 0,-11 2 1 0 0,6 0-147 0 0,1 0 1 0 0,-1 1 0 0 0,1 0 0 0 0,0 1 0 0 0,0 0-1 0 0,0 0 1 0 0,1 1 0 0 0,-1 0 0 0 0,1 1 0 0 0,1-1-1 0 0,-1 2 1 0 0,1-1 0 0 0,1 1 0 0 0,-9 12 0 0 0,7-9-454 0 0,1 1 1 0 0,0 0-1 0 0,1 0 1 0 0,0 1 0 0 0,0-1-1 0 0,2 2 1 0 0,0-1 0 0 0,0 0-1 0 0,1 1 1 0 0,-1 16 0 0 0,3-23-603 0 0,1 1 1 0 0,1 0 0 0 0,-1-1-1 0 0,4 15 1 0 0,2 1-3747 0 0</inkml:trace>
</inkml:ink>
</file>

<file path=ppt/ink/ink4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21:36.7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 1047 2968 0 0,'10'-6'11290'0'0,"-18"33"-9224"0"0,1-5-1166 0 0,1 0 1 0 0,-6 44-1 0 0,11-56-801 0 0,0-4-19 0 0,0 1 0 0 0,1-1 0 0 0,0 0 0 0 0,0 1 1 0 0,1-1-1 0 0,0 0 0 0 0,0 0 0 0 0,2 10 0 0 0,-2-15-44 0 0,-1 1 0 0 0,1-1 0 0 0,-1 1-1 0 0,1-1 1 0 0,-1 1 0 0 0,1-1 0 0 0,0 1 0 0 0,0-1 0 0 0,0 0-1 0 0,0 1 1 0 0,0-1 0 0 0,0 0 0 0 0,0 0 0 0 0,0 0-1 0 0,0 0 1 0 0,1 0 0 0 0,-1 0 0 0 0,0 0 0 0 0,1 0 0 0 0,-1-1-1 0 0,1 1 1 0 0,1 0 0 0 0,-1-1-11 0 0,0 1-1 0 0,0-1 1 0 0,0 0 0 0 0,0 0 0 0 0,0-1-1 0 0,1 1 1 0 0,-1 0 0 0 0,0-1-1 0 0,0 1 1 0 0,0-1 0 0 0,0 0 0 0 0,0 1-1 0 0,0-1 1 0 0,2-2 0 0 0,5-2 8 0 0,-1 0 0 0 0,0-1 0 0 0,-1-1 0 0 0,1 1 0 0 0,11-15 1 0 0,-1-2-15 0 0,-1-1 0 0 0,-1-1 0 0 0,-1 0 0 0 0,-1-1 0 0 0,14-38 0 0 0,37-144-12 0 0,-45 122-26 0 0,-5 0 1 0 0,-3-1-1 0 0,1-155 1 0 0,-13 237 18 0 0,0-5-10 0 0,0-1 1 0 0,-1 1-1 0 0,0 0 1 0 0,-3-13 0 0 0,3 23 8 0 0,1 0 1 0 0,-1 0 0 0 0,0 0-1 0 0,1 0 1 0 0,-1 0-1 0 0,0 0 1 0 0,0 0 0 0 0,1 0-1 0 0,-1 0 1 0 0,0 0 0 0 0,1 0-1 0 0,-1 1 1 0 0,0-1-1 0 0,1 0 1 0 0,-1 0 0 0 0,0 1-1 0 0,1-1 1 0 0,-1 1 0 0 0,0 0-1 0 0,-2 1 6 0 0,0 0-1 0 0,1 1 1 0 0,-1 0-1 0 0,1-1 1 0 0,0 1-1 0 0,0 0 1 0 0,0 0-1 0 0,0 0 1 0 0,-2 6-1 0 0,-13 32 26 0 0,16-38-29 0 0,-18 59 48 0 0,2 1 0 0 0,3 1 0 0 0,3 0 0 0 0,2 1 0 0 0,4 0 1 0 0,2 0-1 0 0,3 0 0 0 0,10 70 0 0 0,-8-113-7 0 0,1-1 1 0 0,1 0 0 0 0,2 0 0 0 0,0 0 0 0 0,1 0-1 0 0,18 37 1 0 0,-20-50-79 0 0,0 0-1 0 0,0 0 1 0 0,0 0-1 0 0,1-1 1 0 0,0 0-1 0 0,1 0 1 0 0,0-1-1 0 0,0 0 1 0 0,0 0-1 0 0,1 0 1 0 0,-1-1-1 0 0,1 0 1 0 0,1-1-1 0 0,-1 1 1 0 0,1-2-1 0 0,-1 1 1 0 0,1-1-1 0 0,12 2 1 0 0,-10-3-253 0 0,1 0 1 0 0,-1-1-1 0 0,0-1 1 0 0,0 0 0 0 0,1 0-1 0 0,-1-1 1 0 0,0 0 0 0 0,0-1-1 0 0,18-6 1 0 0,-13 3-202 0 0,0-2 0 0 0,-1 0 0 0 0,1 0 0 0 0,-2-2 1 0 0,27-18-1 0 0,-17 7-53 0 0,0-2 0 0 0,-1 0 0 0 0,-1-1 0 0 0,-2-2 0 0 0,0 0 0 0 0,22-38 0 0 0,-2-6 514 0 0,-4-2-1 0 0,-2-2 1 0 0,-4-1-1 0 0,-3-1 1 0 0,28-127-1 0 0,-46 149 1639 0 0,-2-1 0 0 0,-1-92 1 0 0,-9 135-1182 0 0,-3 11-66 0 0,-6 11-64 0 0,7-4-134 0 0,0 1 0 0 0,1 0 0 0 0,-1 0 0 0 0,2 1 0 0 0,-1-1 1 0 0,1 1-1 0 0,1 0 0 0 0,-3 14 0 0 0,-1 1 129 0 0,-26 98 537 0 0,6 0-1 0 0,4 2 0 0 0,-7 184 0 0 0,29-255-604 0 0,13 104 0 0 0,-3-136-123 0 0,-9-20-111 0 0,0 1 66 0 0,2-4 5 0 0,2-2-65 0 0,-1 0-1 0 0,1-1 1 0 0,-1 0-1 0 0,0 0 0 0 0,-1 0 1 0 0,1-1-1 0 0,-1 1 1 0 0,5-11-1 0 0,20-56-139 0 0,-14 32 77 0 0,64-134-187 0 0,-66 152 210 0 0,2 0 0 0 0,0 0 0 0 0,1 1 0 0 0,1 1 0 0 0,25-24 0 0 0,-34 37 20 0 0,1 1 1 0 0,0 1-1 0 0,0 0 1 0 0,0 0-1 0 0,12-5 1 0 0,-18 10 20 0 0,0-1 1 0 0,0 0-1 0 0,1 1 0 0 0,-1-1 1 0 0,0 1-1 0 0,1 0 1 0 0,-1-1-1 0 0,0 1 0 0 0,1 1 1 0 0,-1-1-1 0 0,0 0 0 0 0,1 0 1 0 0,-1 1-1 0 0,0-1 0 0 0,0 1 1 0 0,1 0-1 0 0,-1 0 0 0 0,0 0 1 0 0,0 0-1 0 0,0 0 0 0 0,0 0 1 0 0,0 0-1 0 0,0 1 0 0 0,0-1 1 0 0,3 4-1 0 0,-1 0 9 0 0,1 0-1 0 0,-1 0 1 0 0,0 0-1 0 0,-1 0 0 0 0,1 1 1 0 0,-1 0-1 0 0,5 10 1 0 0,-4-4 8 0 0,-1 0 1 0 0,0-1-1 0 0,0 1 0 0 0,-1 1 1 0 0,-1-1-1 0 0,0 18 1 0 0,-9 75 89 0 0,4-74-107 0 0,1 62 1 0 0,3-89-112 0 0,0 1-1 0 0,1-1 1 0 0,-1 0 0 0 0,1 0 0 0 0,0 0 0 0 0,0 0-1 0 0,1 1 1 0 0,-1-1 0 0 0,1-1 0 0 0,0 1 0 0 0,0 0-1 0 0,0 0 1 0 0,1-1 0 0 0,-1 1 0 0 0,1-1 0 0 0,3 4-1 0 0,-1-4-147 0 0,-1 1-1 0 0,1-1 0 0 0,0 0 0 0 0,0 0 0 0 0,0-1 0 0 0,1 1 0 0 0,-1-1 0 0 0,0 0 0 0 0,1-1 0 0 0,0 1 0 0 0,9 0 0 0 0,4 0-290 0 0,0-1 0 0 0,1-1 1 0 0,-1-1-1 0 0,0 0 0 0 0,1-2 0 0 0,-1 0 0 0 0,0-1 1 0 0,-1-1-1 0 0,1 0 0 0 0,28-14 0 0 0,-15 4 121 0 0,-1-1-1 0 0,-1-1 1 0 0,0-2-1 0 0,52-43 1 0 0,-54 37 635 0 0,-1-1 0 0 0,-1 0 0 0 0,27-38 1 0 0,-42 48 236 0 0,0 0 1 0 0,-2 0 0 0 0,0-1 0 0 0,0 0 0 0 0,-2-1-1 0 0,0 0 1 0 0,-1 0 0 0 0,5-22 0 0 0,-10 33-165 0 0,0 0 0 0 0,-1 0 1 0 0,0 0-1 0 0,0 0 0 0 0,0 0 1 0 0,-1 0-1 0 0,-3-13 0 0 0,3 17-194 0 0,1 0 0 0 0,-1 0 0 0 0,0-1-1 0 0,-1 1 1 0 0,1 0 0 0 0,-1 0 0 0 0,1 0 0 0 0,-1 0-1 0 0,0 1 1 0 0,0-1 0 0 0,0 0 0 0 0,0 1 0 0 0,-1-1-1 0 0,1 1 1 0 0,-1 0 0 0 0,1 0 0 0 0,-5-3 0 0 0,5 5-58 0 0,-1-1 1 0 0,1 0 0 0 0,-1 1 0 0 0,1-1 0 0 0,-1 1 0 0 0,0 0-1 0 0,1-1 1 0 0,-1 1 0 0 0,0 1 0 0 0,1-1 0 0 0,-1 0 0 0 0,1 1-1 0 0,-1-1 1 0 0,1 1 0 0 0,-1 0 0 0 0,1 0 0 0 0,-1 0-1 0 0,1 0 1 0 0,-3 1 0 0 0,-5 4 40 0 0,0 0 1 0 0,-16 13-1 0 0,11-6-23 0 0,1 1 1 0 0,0 0-1 0 0,1 1 0 0 0,0 0 1 0 0,1 1-1 0 0,-16 29 0 0 0,15-21-3 0 0,1 0 1 0 0,2 1-1 0 0,0 0 0 0 0,-9 37 0 0 0,18-55-18 0 0,-1 0-1 0 0,1 0 1 0 0,1 0-1 0 0,-1 0 0 0 0,1 1 1 0 0,0-1-1 0 0,1 0 1 0 0,-1 0-1 0 0,2 0 1 0 0,1 9-1 0 0,-2-13-14 0 0,0 0 0 0 0,1 0 0 0 0,-1 0 0 0 0,1 0-1 0 0,-1 0 1 0 0,1-1 0 0 0,0 1 0 0 0,0-1 0 0 0,0 1-1 0 0,0-1 1 0 0,0 0 0 0 0,1 0 0 0 0,-1 0 0 0 0,1 0 0 0 0,-1 0-1 0 0,1 0 1 0 0,0-1 0 0 0,-1 1 0 0 0,1-1 0 0 0,0 0-1 0 0,0 0 1 0 0,0 0 0 0 0,0 0 0 0 0,0 0 0 0 0,5 0-1 0 0,1-1-68 0 0,-1 0 0 0 0,1 0 0 0 0,-1 0 0 0 0,1-1 0 0 0,-1-1 0 0 0,0 1-1 0 0,1-1 1 0 0,-1-1 0 0 0,0 0 0 0 0,0 0 0 0 0,0 0 0 0 0,-1-1 0 0 0,1 0-1 0 0,-1 0 1 0 0,11-10 0 0 0,8-6-206 0 0,-2-2-1 0 0,37-43 0 0 0,-42 45 267 0 0,0-6 38 0 0,-15 20 2 0 0,-1 1-1 0 0,1-1 1 0 0,1 1 0 0 0,-1 0 0 0 0,1 0-1 0 0,0 0 1 0 0,8-5 0 0 0,-12 9-27 0 0,0 6-5 0 0,-1 0 0 0 0,0 0 0 0 0,0 1 0 0 0,-1 7 0 0 0,-5 51 13 0 0,3-41 0 0 0,1 1 0 0 0,1-1 0 0 0,3 26 0 0 0,-1-35 17 0 0,1 1 0 0 0,0-1 1 0 0,2 0-1 0 0,6 19 0 0 0,-9-29-12 0 0,1 0-1 0 0,-1 0 0 0 0,1 0 0 0 0,1 0 0 0 0,-1 0 0 0 0,0-1 0 0 0,1 1 1 0 0,0-1-1 0 0,0 0 0 0 0,0 0 0 0 0,0 0 0 0 0,0 0 0 0 0,1 0 0 0 0,-1-1 1 0 0,1 1-1 0 0,0-1 0 0 0,0 0 0 0 0,-1 0 0 0 0,7 2 0 0 0,-2-2-3 0 0,-1 0 0 0 0,1-1-1 0 0,0 0 1 0 0,-1 0-1 0 0,1-1 1 0 0,0 0 0 0 0,0 0-1 0 0,-1-1 1 0 0,1 1-1 0 0,0-2 1 0 0,-1 1 0 0 0,13-5-1 0 0,-8 1-9 0 0,-1 0 0 0 0,-1-1 0 0 0,1 0 0 0 0,-1 0-1 0 0,0-1 1 0 0,0 0 0 0 0,12-13 0 0 0,0-4-17 0 0,-1 0 1 0 0,-1-1-1 0 0,-1-2 1 0 0,-1 0 0 0 0,17-36-1 0 0,-1-4-107 0 0,-3-2 0 0 0,-3-1 0 0 0,30-114 0 0 0,-47 137 247 0 0,-2 0 1 0 0,-2-1 0 0 0,-2 0-1 0 0,-2 0 1 0 0,-2 0 0 0 0,-10-82-1 0 0,7 114 34 0 0,-7-38 223 0 0,8 50-356 0 0,0 1 1 0 0,0-1 0 0 0,0 0 0 0 0,-1 0 0 0 0,1 0-1 0 0,-1 1 1 0 0,0-1 0 0 0,0 1 0 0 0,-5-6 0 0 0,5 7 35 0 0,0 2-62 0 0,1 0 1 0 0,-1 0 0 0 0,0 0 0 0 0,0 0 0 0 0,0 1-1 0 0,1-1 1 0 0,-1 0 0 0 0,0 1 0 0 0,1 0 0 0 0,-1-1 0 0 0,0 1-1 0 0,1 0 1 0 0,-1 0 0 0 0,0 0 0 0 0,1 0 0 0 0,-1 0 0 0 0,1 0-1 0 0,0 0 1 0 0,-1 0 0 0 0,1 1 0 0 0,0-1 0 0 0,0 0-1 0 0,-2 4 1 0 0,-22 36 314 0 0,8-2 53 0 0,3 1 0 0 0,1 1 0 0 0,2-1 0 0 0,-5 43 0 0 0,13-67-264 0 0,-37 265 1245 0 0,37-228-1176 0 0,2 0 0 0 0,3 0-1 0 0,11 71 1 0 0,-10-108-99 0 0,0 1 1 0 0,1-1-1 0 0,1 0 1 0 0,1 0-1 0 0,11 22 0 0 0,-14-32-192 0 0,0-1 0 0 0,0 1 0 0 0,1-1 0 0 0,-1 0 0 0 0,1 0 0 0 0,1-1 0 0 0,-1 1 0 0 0,0-1 0 0 0,1 0 0 0 0,0 0 0 0 0,0 0 0 0 0,0-1 0 0 0,1 0 0 0 0,-1 0 0 0 0,1 0 0 0 0,-1-1 0 0 0,9 3 0 0 0,-11-4-237 0 0,0-1 0 0 0,0 0-1 0 0,-1 0 1 0 0,1 0 0 0 0,0 0-1 0 0,0 0 1 0 0,0-1 0 0 0,0 1-1 0 0,0-1 1 0 0,0 0-1 0 0,0 1 1 0 0,-1-1 0 0 0,1-1-1 0 0,0 1 1 0 0,-1 0 0 0 0,6-4-1 0 0,-5 2-885 0 0,1 1-1 0 0,-1-1 0 0 0,0 0 1 0 0,0 0-1 0 0,6-7 0 0 0,4-10-6630 0 0</inkml:trace>
</inkml:ink>
</file>

<file path=ppt/ink/ink4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21:36.9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148 181 2236 0 0,'-33'-13'4850'0'0,"1"0"0"0"0,-38-23 0 0 0,59 25-3390 0 0,10 8-1230 0 0,1 3-193 0 0,-1-1 0 0 0,1 0 0 0 0,0 1-1 0 0,0-1 1 0 0,0 0 0 0 0,1 1 0 0 0,-1-1 0 0 0,0 0 0 0 0,0 1 0 0 0,0-1 0 0 0,0 1 0 0 0,0-1 0 0 0,1 0 0 0 0,-1 1 0 0 0,0-1 0 0 0,1 1 0 0 0,-1-1 0 0 0,0 0 0 0 0,1 1 0 0 0,-1-1 0 0 0,1 1 0 0 0,-1-1 0 0 0,1 1-1 0 0,-1 0 1 0 0,1-1 0 0 0,0 0 0 0 0,-1 1 24 0 0,4-3 24 0 0,-1 0-1 0 0,1 1 1 0 0,0-1-1 0 0,0 1 0 0 0,0 0 1 0 0,1 0-1 0 0,-1 0 0 0 0,0 1 1 0 0,10-3-1 0 0,45-6 236 0 0,-36 8-229 0 0,130-17 116 0 0,-22 4-3371 0 0,-45 1-4947 0 0,-62 9 794 0 0</inkml:trace>
</inkml:ink>
</file>

<file path=ppt/ink/ink4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21:37.2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136 84 2964 0 0,'-34'10'2229'0'0,"7"-2"676"0"0,-46 19-1 0 0,71-26-1446 0 0,8-2-1137 0 0,287-64-541 0 0,-119 24-5054 0 0,-74 18 391 0 0</inkml:trace>
</inkml:ink>
</file>

<file path=ppt/ink/ink4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21:40.1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437 13 2448 0 0,'-14'-7'7307'0'0,"12"6"-7012"0"0,1 0-1 0 0,-1 1 1 0 0,0-1 0 0 0,1 1 0 0 0,-1-1 0 0 0,0 1-1 0 0,1-1 1 0 0,-1 1 0 0 0,0 0 0 0 0,1 0 0 0 0,-1 0-1 0 0,0 0 1 0 0,1 0 0 0 0,-1 0 0 0 0,0 0 0 0 0,1 1-1 0 0,-1-1 1 0 0,-1 1 0 0 0,0 0-125 0 0,1 1 0 0 0,0-1 0 0 0,0 0-1 0 0,0 1 1 0 0,0-1 0 0 0,0 1 0 0 0,0 0 0 0 0,0 0 0 0 0,0-1 0 0 0,1 1 0 0 0,-2 3-1 0 0,-4 7-168 0 0,0 0 0 0 0,2 0-1 0 0,-9 26 1 0 0,6-16 618 0 0,-210 602 734 0 0,140-352-5531 0 0,76-261 3195 0 0,-4 11-280 0 0,-4-8-4539 0 0,1-5 1063 0 0</inkml:trace>
</inkml:ink>
</file>

<file path=ppt/ink/ink4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21:40.5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1 612 2264 0 0,'0'-38'1176'0'0,"1"0"0"0"0,3 0 0 0 0,1 1 0 0 0,2-1-1 0 0,1 1 1 0 0,2 1 0 0 0,20-51 0 0 0,-22 69-1024 0 0,0 1-1 0 0,1 1 1 0 0,1-1-1 0 0,1 1 1 0 0,0 1-1 0 0,1 0 1 0 0,0 1-1 0 0,1 0 1 0 0,1 1-1 0 0,0 0 1 0 0,1 1 0 0 0,0 1-1 0 0,1 0 1 0 0,0 1-1 0 0,1 1 1 0 0,29-12-1 0 0,-31 16-86 0 0,0 1 0 0 0,1 0-1 0 0,-1 1 1 0 0,1 1 0 0 0,0 1 0 0 0,-1 0-1 0 0,1 1 1 0 0,0 0 0 0 0,0 2 0 0 0,-1-1-1 0 0,1 2 1 0 0,-1 0 0 0 0,1 1-1 0 0,-1 1 1 0 0,0 0 0 0 0,-1 1 0 0 0,24 13-1 0 0,-27-13 46 0 0,-1 0 0 0 0,0 1-1 0 0,0 0 1 0 0,-1 1 0 0 0,0 0-1 0 0,0 0 1 0 0,-1 1-1 0 0,0 0 1 0 0,0 0 0 0 0,-1 1-1 0 0,0 0 1 0 0,-1 0 0 0 0,0 1-1 0 0,-1-1 1 0 0,0 1 0 0 0,-1 1-1 0 0,0-1 1 0 0,0 1-1 0 0,-2-1 1 0 0,1 1 0 0 0,-1 0-1 0 0,-1 0 1 0 0,0 17 0 0 0,-2-8 31 0 0,-1 0 0 0 0,-1-1 0 0 0,0 0 0 0 0,-2 1 0 0 0,0-1 0 0 0,-2-1 0 0 0,0 1 0 0 0,-1-1 0 0 0,-1 0 0 0 0,0-1 0 0 0,-2 0 0 0 0,0-1 0 0 0,-1 0 0 0 0,-1-1 0 0 0,0 0 0 0 0,-1-1 0 0 0,-1 0 0 0 0,0-1 0 0 0,-1-1 0 0 0,-1 0 0 0 0,0-2 0 0 0,0 1 0 0 0,-1-2 0 0 0,-1-1 0 0 0,1 0 0 0 0,-1-1 0 0 0,-1-1 0 0 0,-31 7 0 0 0,47-14-159 0 0,-17 5-101 0 0,0 0 0 0 0,-1-2 0 0 0,1-1 0 0 0,-1-1 0 0 0,1 0 0 0 0,-23-4 0 0 0,41 3-576 0 0,-8-6-2400 0 0,13 4 2595 0 0,1 0 0 0 0,-1 1 1 0 0,0-1-1 0 0,1 0 0 0 0,-1 1 0 0 0,1-1 1 0 0,0 1-1 0 0,0 0 0 0 0,-1 0 1 0 0,1 0-1 0 0,0 0 0 0 0,5-1 1 0 0,3-1-2164 0 0,11-3-3266 0 0</inkml:trace>
</inkml:ink>
</file>

<file path=ppt/ink/ink4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21:41.0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272 93 2852 0 0,'11'-12'2073'0'0,"-3"3"479"0"0,0 0 0 0 0,-1 0 1 0 0,0-1-1 0 0,0 0 0 0 0,10-21 1 0 0,-17 29-1356 0 0,-4 29-406 0 0,-146 434 1541 0 0,47-164-1965 0 0,31-88-1688 0 0,71-204 1378 0 0,-6 14-1088 0 0,7-17 418 0 0,6-11 398 0 0,14-40-148 0 0,-1 0 1 0 0,14-58 0 0 0,-19 61 271 0 0,23-83-34 0 0,49-154-61 0 0,-65 228 311 0 0,2 0 1 0 0,2 2-1 0 0,32-50 0 0 0,-45 84-77 0 0,-8 11-30 0 0,0 1 0 0 0,1-1 1 0 0,0 1-1 0 0,0 1 0 0 0,1-1 0 0 0,8-7 0 0 0,-13 13-12 0 0,0 0 1 0 0,0 1-1 0 0,0 0 0 0 0,0-1 1 0 0,0 1-1 0 0,0-1 1 0 0,0 1-1 0 0,0 0 0 0 0,0 0 1 0 0,0 0-1 0 0,0 0 1 0 0,0-1-1 0 0,0 1 0 0 0,0 1 1 0 0,0-1-1 0 0,0 0 0 0 0,0 0 1 0 0,0 0-1 0 0,0 0 1 0 0,0 1-1 0 0,0-1 0 0 0,0 0 1 0 0,0 1-1 0 0,0-1 1 0 0,0 1-1 0 0,0-1 0 0 0,-1 1 1 0 0,1 0-1 0 0,0-1 1 0 0,0 1-1 0 0,0 0 0 0 0,-1-1 1 0 0,1 1-1 0 0,0 1 0 0 0,3 2 50 0 0,-1 0-1 0 0,0 0 0 0 0,0 0 0 0 0,0 0 0 0 0,3 7 0 0 0,2 9 111 0 0,-1 0 0 0 0,-1 0 0 0 0,0 1 0 0 0,-2-1 0 0 0,3 23 0 0 0,3 107 424 0 0,-10 3-200 0 0,-2-71-384 0 0,4 0 0 0 0,13 84 0 0 0,-1-96-2453 0 0,-6-58 586 0 0</inkml:trace>
</inkml:ink>
</file>

<file path=ppt/ink/ink4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21:41.6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206 135 48 0 0,'-123'-27'13067'0'0,"43"15"-7950"0"0,77 11-4015 0 0,7 2-969 0 0,18 1-193 0 0,1-1 1 0 0,-1-1-1 0 0,1-1 0 0 0,0-1 1 0 0,24-5-1 0 0,-5 1-607 0 0,162-27-4460 0 0,-70 0-1320 0 0,-80 17 1983 0 0</inkml:trace>
</inkml:ink>
</file>

<file path=ppt/ink/ink4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21:42.0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299 206 3008 0 0,'9'-10'2408'0'0,"0"0"0"0"0,-1 0-1 0 0,9-17 1 0 0,-16 25-2085 0 0,-1 0 1 0 0,1 0-1 0 0,-1 0 0 0 0,1 0 0 0 0,-1 0 0 0 0,0 0 1 0 0,0 0-1 0 0,0 0 0 0 0,0 0 0 0 0,-1-3 0 0 0,1 5-265 0 0,0-1-1 0 0,1 1 0 0 0,-1-1 0 0 0,0 1 0 0 0,0-1 0 0 0,0 1 0 0 0,0 0 1 0 0,0-1-1 0 0,-1 1 0 0 0,1-1 0 0 0,0 1 0 0 0,0-1 0 0 0,0 1 0 0 0,0-1 0 0 0,0 1 1 0 0,-1-1-1 0 0,1 1 0 0 0,0 0 0 0 0,0-1 0 0 0,-1 1 0 0 0,1-1 0 0 0,0 1 1 0 0,-1 0-1 0 0,1-1 0 0 0,0 1 0 0 0,-1 0 0 0 0,1-1 0 0 0,-1 1 0 0 0,1 0 1 0 0,0 0-1 0 0,-1 0 0 0 0,1-1 0 0 0,-1 1 0 0 0,1 0 0 0 0,-1 0 0 0 0,1 0 0 0 0,-1 0 1 0 0,1 0-1 0 0,-1 0 0 0 0,1 0 0 0 0,-1 0 0 0 0,1 0 0 0 0,-1 0 0 0 0,-9 5 231 0 0,0 1 0 0 0,0 1 0 0 0,1 0-1 0 0,0 0 1 0 0,0 0 0 0 0,1 1-1 0 0,0 1 1 0 0,0-1 0 0 0,1 1 0 0 0,-9 14-1 0 0,-9 18 111 0 0,-23 49-1 0 0,42-77-292 0 0,-24 48 135 0 0,4 1 1 0 0,-20 69 0 0 0,34-86-182 0 0,1 1 1 0 0,2 1-1 0 0,-4 83 1 0 0,12-114-27 0 0,1 0 0 0 0,1 0 0 0 0,0-1 0 0 0,1 1 0 0 0,1 0 0 0 0,6 19-1 0 0,-8-31-14 0 0,1 0 0 0 0,-1 0 0 0 0,1 0 0 0 0,0 0 0 0 0,0 0 0 0 0,0 0 0 0 0,1 0 0 0 0,0-1 0 0 0,-1 1 0 0 0,1-1 0 0 0,0 0 0 0 0,1 0 0 0 0,-1 0 0 0 0,0 0 0 0 0,1 0 0 0 0,0-1 0 0 0,-1 1 0 0 0,1-1 0 0 0,0 0 0 0 0,0 0 0 0 0,0-1 0 0 0,1 1-1 0 0,-1-1 1 0 0,0 0 0 0 0,1 0 0 0 0,-1 0 0 0 0,5-1 0 0 0,4 0 19 0 0,-1-1 0 0 0,1 0 0 0 0,0-1 0 0 0,-1 0-1 0 0,0-1 1 0 0,1-1 0 0 0,-1 0 0 0 0,-1 0 0 0 0,1-1 0 0 0,-1-1 0 0 0,1 0-1 0 0,-2-1 1 0 0,1 0 0 0 0,-1 0 0 0 0,10-10 0 0 0,6-6 6 0 0,-2-1 0 0 0,0-1 0 0 0,-1-2 0 0 0,24-37 0 0 0,-25 29-43 0 0,-1-1-1 0 0,-1-1 1 0 0,25-71-1 0 0,-23 42-6 0 0,19-102 0 0 0,-36 143-4 0 0,-2-1 1 0 0,0 1-1 0 0,-2-1 0 0 0,-1 1 0 0 0,-4-30 1 0 0,3 43 9 0 0,-1 1 0 0 0,0-1 0 0 0,0 1 0 0 0,-2 0 0 0 0,1 0 0 0 0,-1 0 0 0 0,-1 1 0 0 0,0-1 0 0 0,0 1 0 0 0,-1 0 0 0 0,-1 0 0 0 0,0 1 0 0 0,-12-14 0 0 0,14 18-10 0 0,-1 1-1 0 0,1-1 1 0 0,-1 1-1 0 0,1 1 1 0 0,-1-1-1 0 0,0 1 1 0 0,-1 0 0 0 0,1 1-1 0 0,-1-1 1 0 0,1 1-1 0 0,-1 0 1 0 0,-11-1 0 0 0,8 2 8 0 0,-1 1 0 0 0,1 0 0 0 0,-1 0 0 0 0,1 1 0 0 0,0 1 0 0 0,-1-1 1 0 0,-16 7-1 0 0,4 0 7 0 0,0 2 0 0 0,0 0 0 0 0,1 2 0 0 0,1 0 0 0 0,0 2 0 0 0,-24 19 0 0 0,26-18-20 0 0,0 2 0 0 0,1 0 0 0 0,1 1 0 0 0,1 1 1 0 0,1 1-1 0 0,-14 22 0 0 0,22-32 12 0 0,1 1 1 0 0,1 0-1 0 0,0 0 1 0 0,0 0-1 0 0,1 1 1 0 0,0-1-1 0 0,1 1 0 0 0,1 0 1 0 0,0 0-1 0 0,0 0 1 0 0,1 0-1 0 0,1 0 1 0 0,0 1-1 0 0,2 14 1 0 0,0-20 4 0 0,0 1 1 0 0,1-1 0 0 0,0 0-1 0 0,0 0 1 0 0,0 0-1 0 0,1 0 1 0 0,0 0 0 0 0,1-1-1 0 0,-1 1 1 0 0,1-1 0 0 0,10 9-1 0 0,8 6-16 0 0,39 29 1 0 0,-53-44 8 0 0,36 27 14 0 0,-2 2 1 0 0,-1 1-1 0 0,-2 2 0 0 0,46 56 0 0 0,-57-53-46 0 0,22 28 182 0 0,-46-64-257 0 0,0 1 0 0 0,0-1 1 0 0,1 0-1 0 0,0 0 0 0 0,0 0 0 0 0,0-1 1 0 0,0 0-1 0 0,12 5 0 0 0,-10-6-452 0 0,0-1 0 0 0,0 0-1 0 0,0 0 1 0 0,0-1 0 0 0,1 0 0 0 0,-1-1-1 0 0,0 1 1 0 0,10-2 0 0 0,38-8-7425 0 0,-21-1-515 0 0</inkml:trace>
</inkml:ink>
</file>

<file path=ppt/ink/ink4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21:42.6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 89 2404 0 0,'3'-19'3548'0'0,"4"-48"7671"0"0,-7 64-10538 0 0,4 21 33 0 0,-2 12-216 0 0,-1 1 0 0 0,-2-1 0 0 0,-8 54 0 0 0,2-12-259 0 0,-10 65 52 0 0,9-89-982 0 0,3 1 0 0 0,1 0 0 0 0,4 72 0 0 0,0-118 352 0 0,0 0 0 0 0,1 0 0 0 0,-1 0 0 0 0,0 0 0 0 0,1 0 0 0 0,0 0 0 0 0,-1 0 0 0 0,1-1 0 0 0,1 1 0 0 0,-1 0 0 0 0,0 0 0 0 0,1-1 0 0 0,-1 1 0 0 0,1-1 0 0 0,0 1 0 0 0,-1-1 0 0 0,1 0 0 0 0,0 0 0 0 0,1 1 0 0 0,-1-1 0 0 0,5 3 0 0 0,-1-5-3193 0 0,15-2-1398 0 0</inkml:trace>
</inkml:ink>
</file>

<file path=ppt/ink/ink4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21:43.4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242 779 2196 0 0,'17'-27'3257'0'0,"-1"-1"1"0"0,-2-1-1 0 0,-1 0 0 0 0,15-46 0 0 0,-28 75-3234 0 0,0-1-1 0 0,0 1 0 0 0,0-1 0 0 0,0 1 0 0 0,0 0 0 0 0,0-1 0 0 0,0 1 1 0 0,0 0-1 0 0,0-1 0 0 0,0 1 0 0 0,0 0 0 0 0,0-1 0 0 0,0 1 0 0 0,0 0 1 0 0,0-1-1 0 0,0 1 0 0 0,0-1 0 0 0,0 1 0 0 0,0 0 0 0 0,0-1 0 0 0,-1 1 1 0 0,1 0-1 0 0,0 0 0 0 0,0-1 0 0 0,0 1 0 0 0,-1 0 0 0 0,1-1 0 0 0,0 1 1 0 0,-1 0-1 0 0,1 0 0 0 0,0 0 0 0 0,0-1 0 0 0,-1 1 0 0 0,1 0 0 0 0,0 0 1 0 0,-1 0-1 0 0,1 0 0 0 0,0-1 0 0 0,-1 1 0 0 0,1 0 0 0 0,0 0 0 0 0,-1 0 1 0 0,1 0-1 0 0,-1 0 0 0 0,1 0 0 0 0,-2 0 2 0 0,1 0 0 0 0,-1 0 0 0 0,1 0 0 0 0,0 0 0 0 0,-1 1 0 0 0,1-1 0 0 0,-1 0 0 0 0,1 1 0 0 0,0-1 0 0 0,0 1 0 0 0,-1-1 0 0 0,-1 2 0 0 0,-7 5 42 0 0,0 1 0 0 0,0 0 0 0 0,1 0 0 0 0,-16 19 0 0 0,21-21-54 0 0,-1 0 0 0 0,1 0 0 0 0,0 1 0 0 0,0-1 0 0 0,1 1 0 0 0,0 0 0 0 0,0 0 0 0 0,1 0 0 0 0,-3 13 0 0 0,4-16-10 0 0,1 1 0 0 0,0 0 0 0 0,1-1 0 0 0,-1 1 0 0 0,1-1 0 0 0,0 1 0 0 0,0-1 0 0 0,0 1 0 0 0,0-1 0 0 0,1 1 0 0 0,0-1 0 0 0,0 0 0 0 0,0 0 0 0 0,4 6 0 0 0,2 2 40 0 0,1 0 0 0 0,1-1 0 0 0,11 11 0 0 0,1 0 177 0 0,44 47 185 0 0,-60-62-252 0 0,-1 0 0 0 0,1 1 1 0 0,-2 0-1 0 0,1 0 0 0 0,-1 0 0 0 0,0 0 0 0 0,5 18 0 0 0,-8-23-82 0 0,0 0-1 0 0,-1 0 1 0 0,1 0 0 0 0,-1 1-1 0 0,0-1 1 0 0,0 0-1 0 0,0 1 1 0 0,0-1-1 0 0,-1 0 1 0 0,1 0-1 0 0,-1 1 1 0 0,0-1-1 0 0,0 0 1 0 0,0 0 0 0 0,0 0-1 0 0,0 0 1 0 0,-4 5-1 0 0,2-4 3 0 0,0 0 1 0 0,0-1-1 0 0,-1 1 0 0 0,0-1 0 0 0,1 0 0 0 0,-1 0 1 0 0,0 0-1 0 0,0 0 0 0 0,-1-1 0 0 0,1 1 0 0 0,-5 1 1 0 0,1-1-185 0 0,-1 0 0 0 0,1-1 0 0 0,-1 1 1 0 0,1-2-1 0 0,-1 1 0 0 0,0-1 1 0 0,0 0-1 0 0,1-1 0 0 0,-1 0 1 0 0,0-1-1 0 0,0 1 0 0 0,-17-5 0 0 0,12 0-954 0 0,0-1-1 0 0,0 0 0 0 0,0 0 0 0 0,1-2 0 0 0,-15-9 1 0 0,16 8-1638 0 0,0-1 0 0 0,-19-20 0 0 0,10 5-3347 0 0</inkml:trace>
  <inkml:trace contextRef="#ctx0" brushRef="#br0" timeOffset="1">1 135 3076 0 0,'0'-21'2425'0'0,"0"4"-373"0"0,0 3-296 0 0,0 1-364 0 0,0 1 584 0 0,0-9-768 0 0,0 2-780 0 0,4 6-524 0 0,7 9-2068 0 0,1 10-2816 0 0</inkml:trace>
</inkml:ink>
</file>

<file path=ppt/ink/ink4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21:44.2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479 214 564 0 0,'2'-17'3048'0'0,"-1"0"-1"0"0,-1-1 1 0 0,-3-30-1 0 0,2 42-2683 0 0,0-1 0 0 0,0 1 0 0 0,-1-1 0 0 0,1 1 0 0 0,-2-1 0 0 0,1 1 0 0 0,-1 0 0 0 0,1 0 0 0 0,-2 0 0 0 0,1 0 0 0 0,-1 0 0 0 0,-6-6 0 0 0,7 9-330 0 0,0 0 0 0 0,-1 0 0 0 0,1 1-1 0 0,-1 0 1 0 0,0 0 0 0 0,0 0 0 0 0,0 0-1 0 0,0 0 1 0 0,0 1 0 0 0,0 0 0 0 0,0 0 0 0 0,-1 0-1 0 0,1 0 1 0 0,0 1 0 0 0,-1-1 0 0 0,1 1-1 0 0,0 0 1 0 0,-1 1 0 0 0,1-1 0 0 0,0 1-1 0 0,0 0 1 0 0,-1 0 0 0 0,1 0 0 0 0,0 0 0 0 0,-7 4-1 0 0,-6 3-30 0 0,0 0-1 0 0,1 1 1 0 0,0 1-1 0 0,-22 18 0 0 0,19-12-1 0 0,1 0 0 0 0,1 1 0 0 0,0 1 0 0 0,1 1 0 0 0,1 0 0 0 0,1 1-1 0 0,-12 23 1 0 0,12-16 0 0 0,1 0 0 0 0,1 1 0 0 0,1 0 0 0 0,2 1 0 0 0,-8 38-1 0 0,14-53 15 0 0,1 1-1 0 0,1-1 1 0 0,0 0-1 0 0,1 1 1 0 0,0-1-1 0 0,1 1 1 0 0,5 22-1 0 0,-5-32-8 0 0,0 0-1 0 0,1 0 0 0 0,-1 0 1 0 0,1 0-1 0 0,0 0 0 0 0,1-1 1 0 0,-1 1-1 0 0,1-1 1 0 0,0 1-1 0 0,0-1 0 0 0,0 0 1 0 0,0 0-1 0 0,1 0 0 0 0,0-1 1 0 0,0 1-1 0 0,0-1 0 0 0,0 0 1 0 0,0 0-1 0 0,1-1 1 0 0,-1 1-1 0 0,1-1 0 0 0,0 0 1 0 0,5 2-1 0 0,-5-3 3 0 0,0 0 1 0 0,0-1-1 0 0,0 1 0 0 0,0-1 0 0 0,0 0 1 0 0,0 0-1 0 0,0-1 0 0 0,0 0 0 0 0,0 0 0 0 0,0 0 1 0 0,0 0-1 0 0,8-4 0 0 0,-4 1 2 0 0,-1 0-1 0 0,0 0 1 0 0,-1-1-1 0 0,1 0 0 0 0,-1 0 1 0 0,8-7-1 0 0,-4 0-1 0 0,-1 1 1 0 0,0-1-1 0 0,-1-1 0 0 0,0 0 0 0 0,-1 0 0 0 0,0-1 0 0 0,-1 0 0 0 0,7-18 0 0 0,2-18 668 0 0,13-57 1 0 0,-20 69 186 0 0,-5 22-596 0 0,4-15 106 0 0,-7 30-305 0 0,0 3-47 0 0,1 0-16 0 0,-1 0 0 0 0,1 0 0 0 0,-1 0 0 0 0,0 0-1 0 0,0 0 1 0 0,0 0 0 0 0,0 0 0 0 0,0 0 0 0 0,-1 1 0 0 0,1-1 0 0 0,0 0 0 0 0,-1 0 0 0 0,0 1-1 0 0,0-1 1 0 0,0 4 0 0 0,1 5 11 0 0,2 14-122 0 0,0 6 222 0 0,2-1 0 0 0,1 0 0 0 0,17 52-1 0 0,-20-74-230 0 0,0 0-1 0 0,1 0 0 0 0,0-1 1 0 0,0 1-1 0 0,1-1 0 0 0,0 0 1 0 0,0 0-1 0 0,1-1 0 0 0,0 0 0 0 0,0 0 1 0 0,0 0-1 0 0,1 0 0 0 0,0-1 1 0 0,0 0-1 0 0,0-1 0 0 0,0 0 1 0 0,1 0-1 0 0,12 4 0 0 0,-12-5-447 0 0,0-1-1 0 0,0 0 1 0 0,1 0-1 0 0,-1-1 1 0 0,1-1-1 0 0,0 1 1 0 0,9-2-1 0 0,-9 1-784 0 0,0-2 0 0 0,-1 1-1 0 0,1-1 1 0 0,8-3 0 0 0,11-5-5076 0 0</inkml:trace>
</inkml:ink>
</file>

<file path=ppt/ink/ink4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21:45.0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1 265 1464 0 0,'0'-14'1494'0'0,"2"-1"-1"0"0,-1 0 1 0 0,2 0-1 0 0,0 1 1 0 0,1-1-1 0 0,9-22 1 0 0,-9 26-1184 0 0,1 1 1 0 0,0-1 0 0 0,1 1-1 0 0,0 0 1 0 0,1 1-1 0 0,0 0 1 0 0,0 0 0 0 0,1 0-1 0 0,10-8 1 0 0,-16 15-277 0 0,1 0 0 0 0,0 0 0 0 0,-1 0 0 0 0,1 0 1 0 0,0 1-1 0 0,0-1 0 0 0,0 1 0 0 0,0 0 0 0 0,0 0 1 0 0,1 0-1 0 0,-1 0 0 0 0,0 1 0 0 0,0-1 0 0 0,1 1 0 0 0,-1 0 1 0 0,6 0-1 0 0,-4 1 6 0 0,0 0 0 0 0,-1 0 0 0 0,1 1 0 0 0,-1-1 0 0 0,0 1 1 0 0,1 0-1 0 0,-1 0 0 0 0,0 1 0 0 0,0-1 0 0 0,6 6 0 0 0,0 0 36 0 0,-2 1 0 0 0,1 0 0 0 0,-1 0 0 0 0,-1 1 0 0 0,0-1 0 0 0,0 2 0 0 0,-1-1 1 0 0,7 16-1 0 0,-6-7-17 0 0,-1-1 1 0 0,-1 2-1 0 0,0-1 1 0 0,-2 0-1 0 0,0 1 1 0 0,-1 0-1 0 0,-1-1 1 0 0,-1 1-1 0 0,-1 0 1 0 0,-1 0 0 0 0,0-1-1 0 0,-6 22 1 0 0,7-37-45 0 0,-1 1 1 0 0,1-1 0 0 0,-1 1-1 0 0,0-1 1 0 0,0 0-1 0 0,0 0 1 0 0,0 0 0 0 0,-1 0-1 0 0,0 0 1 0 0,-5 6 0 0 0,7-9 1 0 0,-5-4-9 0 0,6 3-8 0 0,0 0-1 0 0,-1 0 0 0 0,1 1 1 0 0,0-1-1 0 0,-1 0 1 0 0,1-1-1 0 0,0 1 0 0 0,-1 0 1 0 0,1 0-1 0 0,0 0 1 0 0,-1 0-1 0 0,1 0 0 0 0,0 0 1 0 0,-1 0-1 0 0,1 0 0 0 0,0-1 1 0 0,0 1-1 0 0,-1 0 1 0 0,1 0-1 0 0,0 0 0 0 0,0-1 1 0 0,-1 1-1 0 0,1 0 1 0 0,0 0-1 0 0,0-1 0 0 0,-1 1 1 0 0,1 0-1 0 0,0 0 1 0 0,0-1-1 0 0,0 1 0 0 0,0 0 1 0 0,0-1-1 0 0,-1 1 1 0 0,1 0-1 0 0,0-1 0 0 0,0 1 1 0 0,0 0-1 0 0,0-1 1 0 0,1-18-19 0 0,1 0 0 0 0,1 0 0 0 0,0 0 1 0 0,2 1-1 0 0,0-1 0 0 0,1 1 0 0 0,1 0 1 0 0,0 1-1 0 0,2 0 0 0 0,0 0 0 0 0,20-29 1 0 0,-13 24 14 0 0,2 1 1 0 0,0 1-1 0 0,0 0 0 0 0,2 1 1 0 0,1 1-1 0 0,0 1 1 0 0,44-26-1 0 0,-57 38 4 0 0,1 0 0 0 0,0 1 0 0 0,0 1 0 0 0,0-1 0 0 0,0 1-1 0 0,0 1 1 0 0,1 0 0 0 0,-1 0 0 0 0,14 0 0 0 0,-20 2 14 0 0,0 0 0 0 0,0 0 0 0 0,0 0 0 0 0,0 1 0 0 0,0-1 0 0 0,0 1 0 0 0,0 0 0 0 0,0 0 0 0 0,0 0 0 0 0,0 0 0 0 0,-1 0 0 0 0,1 1 0 0 0,0-1 0 0 0,-1 1 0 0 0,1-1 0 0 0,-1 1 0 0 0,1 0 0 0 0,-1 0 0 0 0,0 1 0 0 0,0-1 0 0 0,0 0 0 0 0,0 1 0 0 0,0-1 0 0 0,0 1 0 0 0,-1-1 0 0 0,1 1 1 0 0,-1 0-1 0 0,0 0 0 0 0,0 0 0 0 0,0 0 0 0 0,1 5 0 0 0,1 7 56 0 0,-1 1 1 0 0,-1-1 0 0 0,0 0 0 0 0,-1 1 0 0 0,0-1 0 0 0,-4 23-1 0 0,-24 92 111 0 0,16-82-140 0 0,10-40-95 0 0,-2 6-608 0 0,1 1 1 0 0,0 0-1 0 0,0 15 0 0 0,3-29 363 0 0,1 0 0 0 0,-1 0 0 0 0,0 0 0 0 0,1 0 0 0 0,-1 0 0 0 0,0 0 0 0 0,1 0 0 0 0,-1 0 0 0 0,1 0 0 0 0,0 0 0 0 0,-1-1 0 0 0,1 1 0 0 0,0 0 0 0 0,-1 0 0 0 0,1 0 0 0 0,0-1 0 0 0,0 1 0 0 0,0-1 0 0 0,-1 1 0 0 0,1 0 0 0 0,0-1 0 0 0,0 0 0 0 0,0 1 0 0 0,0-1 0 0 0,0 1 0 0 0,0-1 0 0 0,2 0 0 0 0</inkml:trace>
</inkml:ink>
</file>

<file path=ppt/ink/ink4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21:45.6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202 147 2888 0 0,'4'-10'1434'0'0,"-1"0"-1"0"0,0 0 1 0 0,0 0-1 0 0,-1 0 1 0 0,0-1-1 0 0,-1 1 1 0 0,0-12-1 0 0,-1 21-1325 0 0,0 0 1 0 0,0 0-1 0 0,0 0 0 0 0,0 0 1 0 0,0 0-1 0 0,0-1 1 0 0,0 1-1 0 0,0 0 0 0 0,-1 0 1 0 0,1 0-1 0 0,0 0 1 0 0,-1 0-1 0 0,1 0 0 0 0,-1 0 1 0 0,1 0-1 0 0,-1 0 0 0 0,1 0 1 0 0,-1 0-1 0 0,0 1 1 0 0,-1-3-1 0 0,2 3-77 0 0,-1 0 1 0 0,1 0-1 0 0,-1 0 1 0 0,0 0-1 0 0,1-1 0 0 0,-1 1 1 0 0,1 0-1 0 0,-1 0 0 0 0,0 0 1 0 0,1 0-1 0 0,-1 0 1 0 0,0 1-1 0 0,1-1 0 0 0,-1 0 1 0 0,1 0-1 0 0,-1 0 1 0 0,1 0-1 0 0,-1 1 0 0 0,0-1 1 0 0,1 0-1 0 0,-1 1 1 0 0,1-1-1 0 0,-1 0 0 0 0,1 1 1 0 0,0-1-1 0 0,-1 1 1 0 0,0 0-1 0 0,-5 6 101 0 0,1 0-1 0 0,-1 1 1 0 0,1 0-1 0 0,1 0 1 0 0,-1 0-1 0 0,2 1 1 0 0,-1 0 0 0 0,-4 17-1 0 0,3-10 18 0 0,-13 35 366 0 0,-18 86-1 0 0,33-121-465 0 0,1 1 0 0 0,0 0 0 0 0,1 0 0 0 0,1 0 0 0 0,0 0 0 0 0,1 0 0 0 0,1 0 0 0 0,1 0 0 0 0,7 23 0 0 0,-9-35-34 0 0,1 1 1 0 0,1-1-1 0 0,-1-1 0 0 0,1 1 0 0 0,0 0 0 0 0,0-1 1 0 0,0 1-1 0 0,0-1 0 0 0,1 0 0 0 0,0 0 0 0 0,0 0 1 0 0,0-1-1 0 0,0 0 0 0 0,1 1 0 0 0,-1-1 0 0 0,1-1 1 0 0,0 1-1 0 0,0-1 0 0 0,0 0 0 0 0,0 0 0 0 0,0 0 1 0 0,0 0-1 0 0,0-1 0 0 0,1 0 0 0 0,-1 0 1 0 0,1-1-1 0 0,7 0 0 0 0,-4 0-5 0 0,0 0-1 0 0,1-1 1 0 0,-1 0 0 0 0,0-1-1 0 0,0 0 1 0 0,0 0-1 0 0,0-1 1 0 0,0 0 0 0 0,-1-1-1 0 0,1 1 1 0 0,-1-2 0 0 0,0 1-1 0 0,0-1 1 0 0,0-1 0 0 0,9-8-1 0 0,-9 6-5 0 0,1-2-1 0 0,-1 1 1 0 0,0-1-1 0 0,-1-1 1 0 0,-1 1 0 0 0,1-1-1 0 0,-1 0 1 0 0,-1 0-1 0 0,0-1 1 0 0,-1 0-1 0 0,0 0 1 0 0,-1 0-1 0 0,0 0 1 0 0,-1-1-1 0 0,-1 1 1 0 0,1-18 0 0 0,-2 13 28 0 0,-1 0 1 0 0,-1 1-1 0 0,0 0 0 0 0,-1-1 1 0 0,-1 1-1 0 0,-1 0 1 0 0,0 0-1 0 0,-1 1 1 0 0,0 0-1 0 0,-2 0 1 0 0,-17-27-1 0 0,17 30 0 0 0,0 1-1 0 0,-1 1 0 0 0,-1-1 0 0 0,0 2 0 0 0,0-1 1 0 0,0 1-1 0 0,-2 1 0 0 0,1 0 0 0 0,-1 0 0 0 0,-18-8 1 0 0,24 13-26 0 0,-1 1 1 0 0,0-1 0 0 0,0 1 0 0 0,1 0 0 0 0,-2 1 0 0 0,1-1 0 0 0,0 1-1 0 0,0 1 1 0 0,0-1 0 0 0,0 1 0 0 0,0 1 0 0 0,-1-1 0 0 0,1 1 0 0 0,0 1-1 0 0,0-1 1 0 0,0 1 0 0 0,0 0 0 0 0,1 1 0 0 0,-1-1 0 0 0,0 1-1 0 0,-10 8 1 0 0,9-6-72 0 0,0 2 0 0 0,0-1 0 0 0,1 1-1 0 0,0 1 1 0 0,1-1 0 0 0,-1 1 0 0 0,1 0 0 0 0,1 1-1 0 0,0-1 1 0 0,0 1 0 0 0,0 0 0 0 0,1 0 0 0 0,1 1-1 0 0,0-1 1 0 0,0 1 0 0 0,-2 11 0 0 0,4-15-303 0 0,0 1 0 0 0,1 0 0 0 0,0 0 0 0 0,0 0 0 0 0,0 0 0 0 0,1 0 0 0 0,0 0 0 0 0,0 0 0 0 0,1 0 0 0 0,4 9 0 0 0,-4-10-298 0 0,1-1-1 0 0,-1 0 1 0 0,2 0 0 0 0,-1 0-1 0 0,0 0 1 0 0,1 0 0 0 0,0-1 0 0 0,0 0-1 0 0,0 0 1 0 0,1 0 0 0 0,-1 0-1 0 0,1-1 1 0 0,9 6 0 0 0,4-2-4333 0 0</inkml:trace>
</inkml:ink>
</file>

<file path=ppt/ink/ink4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21:46.1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0 151 2684 0 0,'37'-112'12889'0'0,"-36"110"-12797"0"0,-1 1-1 0 0,1-1 0 0 0,0 0 0 0 0,0 1 0 0 0,0-1 0 0 0,0 0 0 0 0,0 1 1 0 0,0-1-1 0 0,0 1 0 0 0,1 0 0 0 0,-1-1 0 0 0,0 1 0 0 0,1 0 0 0 0,-1 0 1 0 0,1 0-1 0 0,-1 0 0 0 0,1 0 0 0 0,0 0 0 0 0,0 0 0 0 0,-1 1 0 0 0,4-1 1 0 0,-3 0 2 0 0,0 1 1 0 0,1 0 0 0 0,-1 0 0 0 0,1 0 0 0 0,-1 0-1 0 0,1 1 1 0 0,-1-1 0 0 0,0 1 0 0 0,1-1 0 0 0,-1 1-1 0 0,0 0 1 0 0,0 0 0 0 0,1 0 0 0 0,-1 0 0 0 0,0 0-1 0 0,0 1 1 0 0,0-1 0 0 0,3 4 0 0 0,6 5 146 0 0,-1 1 0 0 0,0 0 0 0 0,-1 0 1 0 0,0 1-1 0 0,-1 1 0 0 0,0-1 0 0 0,-1 1 0 0 0,0 0 1 0 0,-1 1-1 0 0,6 21 0 0 0,-6-17-42 0 0,-1 0 0 0 0,-1 0 1 0 0,-1 0-1 0 0,-1 1 0 0 0,0 0 0 0 0,-1-1 1 0 0,-4 37-1 0 0,2-50-104 0 0,0 0 1 0 0,0 0-1 0 0,-1 0 0 0 0,1 0 1 0 0,-1 0-1 0 0,0-1 0 0 0,-1 1 1 0 0,1-1-1 0 0,-1 1 1 0 0,0-1-1 0 0,0 0 0 0 0,0 0 1 0 0,0 0-1 0 0,-1-1 0 0 0,0 1 1 0 0,0-1-1 0 0,0 0 1 0 0,0 0-1 0 0,-8 4 0 0 0,10-6-45 0 0,0 0-1 0 0,-1 0 1 0 0,1 0-1 0 0,0-1 0 0 0,-1 1 1 0 0,1-1-1 0 0,-1 0 1 0 0,1 1-1 0 0,-1-1 1 0 0,1 0-1 0 0,-1-1 0 0 0,1 1 1 0 0,0 0-1 0 0,-5-2 1 0 0,1 1 78 0 0,0-1 0 0 0,1 0 0 0 0,0-1 0 0 0,-11-5 0 0 0,14 6-104 0 0,0 1 1 0 0,0-1-1 0 0,0 0 1 0 0,0 0 0 0 0,0 0-1 0 0,1 0 1 0 0,-1 0-1 0 0,1-1 1 0 0,-1 1-1 0 0,0-3 1 0 0,0 1 6 0 0,1 3-27 0 0,1-1 0 0 0,0 0 0 0 0,-1 0 0 0 0,1 0-1 0 0,0 0 1 0 0,0 0 0 0 0,0 0 0 0 0,1 1 0 0 0,-1-1 0 0 0,0 0-1 0 0,1 0 1 0 0,-1 0 0 0 0,1 0 0 0 0,-1 1 0 0 0,1-1 0 0 0,0 0-1 0 0,0 0 1 0 0,1-1 0 0 0,-1 1-6 0 0,7-11-373 0 0,0-1 1 0 0,1 1-1 0 0,1 1 1 0 0,0 0 0 0 0,0 0-1 0 0,1 1 1 0 0,1 0-1 0 0,24-17 1 0 0,7 0-2972 0 0,63-31 0 0 0,-76 43 2425 0 0,1 0-571 0 0,31-21 1 0 0,-50 29 2119 0 0,0-2 0 0 0,-1 1 0 0 0,0-2 0 0 0,-1 1 0 0 0,15-20 0 0 0,-16 20-1 0 0,-8 10-616 0 0,-1 0 1 0 0,0 0 0 0 0,0 0 0 0 0,0 0-1 0 0,0 0 1 0 0,0 0 0 0 0,0 0 0 0 0,1 0-1 0 0,-1 0 1 0 0,0 0 0 0 0,0 0 0 0 0,0 0-1 0 0,0 0 1 0 0,0 0 0 0 0,0 0 0 0 0,1 0 0 0 0,-1 0-1 0 0,0 0 1 0 0,0 0 0 0 0,0 0 0 0 0,0 0-1 0 0,0 0 1 0 0,0 0 0 0 0,1 0 0 0 0,-1 0-1 0 0,0 1 1 0 0,0-1 0 0 0,0 0 0 0 0,0 0-1 0 0,0 0 1 0 0,0 0 0 0 0,0 0 0 0 0,0 0-1 0 0,0 0 1 0 0,1 0 0 0 0,-1 0 0 0 0,0 1-1 0 0,0-1 1 0 0,0 0 0 0 0,0 0 0 0 0,0 0-1 0 0,0 0 1 0 0,0 1 0 0 0,0 24 786 0 0,-1-8-431 0 0,-7 388 2476 0 0,9-410-2847 0 0,0-1-1 0 0,0 1 1 0 0,0-1-1 0 0,1 1 1 0 0,3-10-1 0 0,3-4-1 0 0,1-10-28 0 0,21-46-1 0 0,-24 61 22 0 0,1 1-1 0 0,1 1 0 0 0,0-1 1 0 0,0 1-1 0 0,17-16 1 0 0,-23 25 10 0 0,0 1 0 0 0,1-1-1 0 0,-1 1 1 0 0,1 0 0 0 0,0 0 0 0 0,-1 0 0 0 0,1 0 0 0 0,0 1 0 0 0,0-1 0 0 0,0 1 0 0 0,1 0 0 0 0,-1-1 0 0 0,0 2 0 0 0,0-1 0 0 0,1 0 0 0 0,-1 1 0 0 0,0-1-1 0 0,1 1 1 0 0,-1 0 0 0 0,1 0 0 0 0,-1 0 0 0 0,0 0 0 0 0,1 1 0 0 0,-1 0 0 0 0,0-1 0 0 0,1 1 0 0 0,-1 0 0 0 0,0 1 0 0 0,5 2 0 0 0,2 2 0 0 0,0 0 1 0 0,-1 1-1 0 0,0 1 1 0 0,0 0-1 0 0,0 0 1 0 0,-1 1-1 0 0,9 11 1 0 0,-4-2 8 0 0,0 0-1 0 0,-1 0 1 0 0,-1 1 0 0 0,-1 1 0 0 0,14 36 0 0 0,-23-55-4 0 0,-1 0-1 0 0,1 1 1 0 0,-1-1-1 0 0,0 1 1 0 0,1-1 0 0 0,-1 1-1 0 0,0-1 1 0 0,0 1 0 0 0,0-1-1 0 0,0 1 1 0 0,-1 0-1 0 0,1-1 1 0 0,0 1 0 0 0,0-1-1 0 0,-1 1 1 0 0,1-1 0 0 0,-1 0-1 0 0,0 1 1 0 0,1-1-1 0 0,-1 0 1 0 0,0 1 0 0 0,0-1-1 0 0,0 0 1 0 0,0 0-1 0 0,0 1 1 0 0,0-1 0 0 0,-1 1-1 0 0,0-1-35 0 0,-15-2-204 0 0,16 0 226 0 0,0 1 0 0 0,0 0 0 0 0,1-1 0 0 0,-1 1 0 0 0,0-1 0 0 0,1 1 1 0 0,-1-1-1 0 0,0 1 0 0 0,1-1 0 0 0,-1 1 0 0 0,1-1 0 0 0,-1 0 0 0 0,0 1 0 0 0,1-1 0 0 0,0 0 0 0 0,-1 0 0 0 0,1 1 0 0 0,-1-1 0 0 0,1 0 0 0 0,0 0 0 0 0,0 0 0 0 0,-1 0 0 0 0,1 0-20 0 0,-2-5-9 0 0,-1 1-1 0 0,2-1 1 0 0,-1 0 0 0 0,1 1-1 0 0,0-1 1 0 0,0 0-1 0 0,0 0 1 0 0,1 0 0 0 0,0 0-1 0 0,0 0 1 0 0,1 0 0 0 0,-1 1-1 0 0,4-12 1 0 0,0 0 3 0 0,1 0 0 0 0,1 0 1 0 0,10-19-1 0 0,-8 21 25 0 0,1 0-1 0 0,1 1 1 0 0,0 0 0 0 0,1 1-1 0 0,0 0 1 0 0,1 1 0 0 0,0 0 0 0 0,1 1-1 0 0,1 0 1 0 0,0 1 0 0 0,0 0-1 0 0,1 2 1 0 0,0 0 0 0 0,0 0-1 0 0,1 1 1 0 0,26-7 0 0 0,-34 12 7 0 0,28-1 1 0 0,-29 4 8 0 0,-1 2-1 0 0,-3-2 14 0 0,0-1 0 0 0,-1 1 0 0 0,1 0 0 0 0,0 0 0 0 0,0 0 0 0 0,-1 0 0 0 0,1 1 0 0 0,-1-1 0 0 0,1 1 0 0 0,-1 0 0 0 0,0-1 1 0 0,1 1-1 0 0,-1 0 0 0 0,0 0 0 0 0,0 1 0 0 0,-1-1 0 0 0,4 4 0 0 0,-3-2 16 0 0,0 0 0 0 0,-1 0 0 0 0,1 0 0 0 0,-1 1 0 0 0,0-1 0 0 0,0 0 0 0 0,-1 0 0 0 0,1 1 0 0 0,-1-1 0 0 0,0 8 0 0 0,-2 4 34 0 0,-1 0 0 0 0,0 0 0 0 0,-1 0 0 0 0,0 0 0 0 0,-8 15 0 0 0,-47 115-2491 0 0,58-144 2200 0 0,0 0 1 0 0,0 0 0 0 0,1 0-1 0 0,-1 0 1 0 0,1 0 0 0 0,0 0-1 0 0,0 1 1 0 0,0-1 0 0 0,0 0-1 0 0,0 0 1 0 0,0 0 0 0 0,0 0-1 0 0,1 0 1 0 0,-1 0 0 0 0,1 0-1 0 0,-1 0 1 0 0,1 0 0 0 0,2 4-1 0 0,-2-4-219 0 0,1 0 0 0 0,-1-1 0 0 0,1 1 0 0 0,0 0 0 0 0,-1 0 0 0 0,1-1 0 0 0,0 1 0 0 0,0-1 0 0 0,0 0 0 0 0,1 1 0 0 0,-1-1 0 0 0,0 0 0 0 0,0 0 0 0 0,1 0 0 0 0,-1-1 0 0 0,4 2 0 0 0,12 0-4439 0 0</inkml:trace>
</inkml:ink>
</file>

<file path=ppt/ink/ink4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21:47.0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399 491 1204 0 0,'4'-5'957'0'0,"0"-1"0"0"0,-1 1 0 0 0,0-1 0 0 0,0 0-1 0 0,0 0 1 0 0,-1 0 0 0 0,0-1 0 0 0,0 1 0 0 0,1-13 0 0 0,-2 16-698 0 0,-1-1 0 0 0,0 1 0 0 0,0 0 1 0 0,0 0-1 0 0,0-1 0 0 0,0 1 0 0 0,-1 0 1 0 0,0 0-1 0 0,0 0 0 0 0,1-1 0 0 0,-2 1 1 0 0,1 0-1 0 0,0 0 0 0 0,-1 1 0 0 0,1-1 1 0 0,-1 0-1 0 0,0 0 0 0 0,0 1 0 0 0,0-1 1 0 0,0 1-1 0 0,-4-4 0 0 0,3 4-160 0 0,-1 0 0 0 0,0 1-1 0 0,0-1 1 0 0,0 1 0 0 0,0 0-1 0 0,0 0 1 0 0,0 0 0 0 0,0 1-1 0 0,0-1 1 0 0,0 1 0 0 0,0 0-1 0 0,0 0 1 0 0,0 1 0 0 0,0-1-1 0 0,0 1 1 0 0,0 0 0 0 0,0 0-1 0 0,-6 2 1 0 0,-1 1-16 0 0,2 1 0 0 0,-1 0 0 0 0,0 0 0 0 0,1 1 0 0 0,0 0 0 0 0,-16 15 0 0 0,-45 50 175 0 0,60-60-212 0 0,-11 10 10 0 0,2 1 0 0 0,0 1 0 0 0,1 1 0 0 0,2 1 0 0 0,1 0 0 0 0,0 1 0 0 0,-16 43 0 0 0,30-66-43 0 0,0-1-1 0 0,1 1 1 0 0,-1-1-1 0 0,1 1 0 0 0,-1 0 1 0 0,1 0-1 0 0,0-1 1 0 0,0 1-1 0 0,0 0 0 0 0,0-1 1 0 0,1 1-1 0 0,-1 0 1 0 0,1-1-1 0 0,0 1 0 0 0,-1 0 1 0 0,1-1-1 0 0,2 5 0 0 0,-1-6-5 0 0,-1 1 0 0 0,0 0-1 0 0,1-1 1 0 0,0 1-1 0 0,-1-1 1 0 0,1 0-1 0 0,0 1 1 0 0,0-1-1 0 0,-1 0 1 0 0,1 0 0 0 0,0 0-1 0 0,0 0 1 0 0,0-1-1 0 0,0 1 1 0 0,1 0-1 0 0,-1-1 1 0 0,0 1-1 0 0,0-1 1 0 0,0 0 0 0 0,0 0-1 0 0,1 0 1 0 0,-1 0-1 0 0,0 0 1 0 0,0 0-1 0 0,4-2 1 0 0,4 0-7 0 0,-1-1 1 0 0,1 0-1 0 0,-1-1 0 0 0,0 0 1 0 0,0 0-1 0 0,0-1 1 0 0,-1 0-1 0 0,1 0 0 0 0,-1-1 1 0 0,-1-1-1 0 0,1 1 0 0 0,-1-1 1 0 0,0 0-1 0 0,11-16 1 0 0,4-7 2 0 0,-2 0 0 0 0,31-61 0 0 0,-36 59 3 0 0,17-31 4 0 0,-30 61 8 0 0,-3 9 67 0 0,0 0 0 0 0,0 0 0 0 0,-1-1 0 0 0,0 1 0 0 0,-5 12 0 0 0,-3 11 281 0 0,-2 16 89 0 0,-16 70 177 0 0,26-104-576 0 0,1 0 0 0 0,0 0-1 0 0,1 0 1 0 0,0 0 0 0 0,0 1 0 0 0,2-1-1 0 0,3 17 1 0 0,-5-27-38 0 0,1 1 1 0 0,0 0-1 0 0,0 0 1 0 0,0-1-1 0 0,0 1 0 0 0,0 0 1 0 0,0-1-1 0 0,1 1 1 0 0,0-1-1 0 0,-1 0 0 0 0,1 1 1 0 0,0-1-1 0 0,0 0 0 0 0,0 0 1 0 0,0 0-1 0 0,0 0 1 0 0,1-1-1 0 0,-1 1 0 0 0,1 0 1 0 0,-1-1-1 0 0,1 0 1 0 0,-1 0-1 0 0,1 0 0 0 0,0 0 1 0 0,0 0-1 0 0,-1 0 0 0 0,1-1 1 0 0,0 1-1 0 0,0-1 1 0 0,0 0-1 0 0,0 1 0 0 0,4-2 1 0 0,6-1-4 0 0,0 0-1 0 0,0-2 1 0 0,0 1 0 0 0,0-1 0 0 0,-1-1-1 0 0,0 0 1 0 0,0-1 0 0 0,-1-1 0 0 0,1 1-1 0 0,-1-2 1 0 0,-1 0 0 0 0,1 0 0 0 0,14-15-1 0 0,6-9-6 0 0,-1-1-1 0 0,46-67 0 0 0,-25 21-41 0 0,-3-2 0 0 0,66-156 0 0 0,-113 234 36 0 0,32-82 27 0 0,-29 74-31 0 0,-1-1-1 0 0,0-1 1 0 0,-1 1-1 0 0,2-25 0 0 0,-4 35-4 0 0,-1-1-1 0 0,0 0 0 0 0,1 1 0 0 0,-1-1 0 0 0,0 1 1 0 0,0-1-1 0 0,0 1 0 0 0,-2-3 0 0 0,2 3-2 0 0,0 2 11 0 0,1-1-1 0 0,-1 0 0 0 0,0 1 0 0 0,0 0 0 0 0,0-1 0 0 0,1 1 0 0 0,-1-1 0 0 0,0 1 1 0 0,0 0-1 0 0,0 0 0 0 0,0-1 0 0 0,0 1 0 0 0,0 0 0 0 0,0 0 0 0 0,0 0 0 0 0,0 0 1 0 0,1 0-1 0 0,-1 0 0 0 0,0 0 0 0 0,0 1 0 0 0,-2-1 0 0 0,3 0 0 0 0,-4 1 2 0 0,1 0-1 0 0,-1 0 1 0 0,1 0 0 0 0,-1 0-1 0 0,1 0 1 0 0,-1 1 0 0 0,1-1-1 0 0,0 1 1 0 0,0 0 0 0 0,0 0-1 0 0,0 1 1 0 0,0-1 0 0 0,-3 4-1 0 0,-34 40 76 0 0,33-37-43 0 0,-13 18 69 0 0,2 1 1 0 0,1 1-1 0 0,1 0 0 0 0,2 1 1 0 0,0 1-1 0 0,2 1 0 0 0,2-1 0 0 0,1 2 1 0 0,1-1-1 0 0,2 1 0 0 0,-4 62 1 0 0,10-85-87 0 0,0-1 1 0 0,0 1-1 0 0,1-1 1 0 0,0 1 0 0 0,1-1-1 0 0,0 1 1 0 0,1-1 0 0 0,0 0-1 0 0,0 0 1 0 0,8 15 0 0 0,-7-17-139 0 0,1-1 1 0 0,-1 1 0 0 0,2-1 0 0 0,-1 1 0 0 0,1-1 0 0 0,0-1-1 0 0,0 1 1 0 0,1-1 0 0 0,-1 0 0 0 0,1-1 0 0 0,0 0 0 0 0,14 6-1 0 0,-5-3-675 0 0,1-1 0 0 0,-1 0-1 0 0,2-2 1 0 0,-1 0-1 0 0,28 2 1 0 0,-19-4-3297 0 0,40-2-1 0 0,-12-4-3752 0 0</inkml:trace>
</inkml:ink>
</file>

<file path=ppt/ink/ink4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21:48.4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86 893 1308 0 0,'-63'82'13967'0'0,"66"-82"-13826"0"0,-1 0-1 0 0,0 0 0 0 0,1 0 0 0 0,-1 0 0 0 0,0 0 0 0 0,1 0 0 0 0,-1-1 1 0 0,0 1-1 0 0,1-1 0 0 0,-1 1 0 0 0,0-1 0 0 0,0 0 0 0 0,4-2 1 0 0,24-12 220 0 0,-1-2 1 0 0,-1-1-1 0 0,-1-1 1 0 0,0-1-1 0 0,23-23 1 0 0,-10 4-211 0 0,-2-2 0 0 0,39-53 0 0 0,-49 53-114 0 0,-1-2 0 0 0,-2 0 0 0 0,-2-1 0 0 0,23-62 0 0 0,-15 16 291 0 0,26-122 0 0 0,-53 195-218 0 0,0 4-11 0 0,-2 1 1 0 0,3-26-1 0 0,-5 36-73 0 0,-2 7-13 0 0,-10 17 21 0 0,2 0 1 0 0,-15 47 0 0 0,-201 832 2492 0 0,199-787-2086 0 0,-69 337 1540 0 0,37 8-573 0 0,56-310-1072 0 0,4-128-229 0 0,1 1-1 0 0,1-1 0 0 0,1 0 1 0 0,12 38-1 0 0,-15-56-92 0 0,-1-1-1 0 0,1 1 1 0 0,0-1 0 0 0,0 0-1 0 0,0 1 1 0 0,0-1-1 0 0,1 0 1 0 0,-1 0-1 0 0,0 0 1 0 0,1 0-1 0 0,0 0 1 0 0,-1 0 0 0 0,1 0-1 0 0,0-1 1 0 0,0 1-1 0 0,0-1 1 0 0,0 1-1 0 0,0-1 1 0 0,0 0-1 0 0,1 1 1 0 0,-1-1 0 0 0,0-1-1 0 0,1 1 1 0 0,-1 0-1 0 0,0 0 1 0 0,1-1-1 0 0,-1 1 1 0 0,1-1-1 0 0,-1 0 1 0 0,1 0 0 0 0,-1 0-1 0 0,1 0 1 0 0,-1 0-1 0 0,1-1 1 0 0,-1 1-1 0 0,1-1 1 0 0,2 0-1 0 0,4-3 10 0 0,0 1-1 0 0,-1-1 0 0 0,1-1 0 0 0,-1 0 0 0 0,0 0 0 0 0,-1-1 1 0 0,1 1-1 0 0,11-13 0 0 0,1-4-33 0 0,0 0 1 0 0,-2-2-1 0 0,0 0 0 0 0,-2-1 0 0 0,-1-1 1 0 0,19-43-1 0 0,-25 49-8 0 0,-1 0 0 0 0,-1-1 0 0 0,-2 0 0 0 0,0-1 0 0 0,-1 1 0 0 0,0-1 0 0 0,-2 0 0 0 0,-1 0 0 0 0,-3-36 0 0 0,-1 35 12 0 0,-2 1 1 0 0,-1 0-1 0 0,-1 0 1 0 0,0 1-1 0 0,-2 0 1 0 0,0 0-1 0 0,-1 1 1 0 0,-2 0-1 0 0,0 1 0 0 0,0 0 1 0 0,-2 1-1 0 0,-1 1 1 0 0,-18-18-1 0 0,-5-1-5 0 0,-1 1 0 0 0,-2 3 0 0 0,-2 1 0 0 0,-73-40 0 0 0,99 61-62 0 0,2 3-59 0 0,1-1 0 0 0,-1-1 0 0 0,1 0 0 0 0,1-1 0 0 0,-1 0 0 0 0,-20-23 1 0 0,34 27-325 0 0,1 2 311 0 0,0-1 0 0 0,0 1 0 0 0,1-1 0 0 0,-1 1 0 0 0,1 0 0 0 0,0-1 0 0 0,1 1 0 0 0,-1 0 0 0 0,1 0 0 0 0,-1 0 0 0 0,1 1 0 0 0,1-1 0 0 0,-1 1 0 0 0,6-5 0 0 0,10-8-672 0 0,32-21-1 0 0,-38 27 592 0 0,455-287-5584 0 0,-252 165 3839 0 0,-86 43 1137 0 0,-113 75 796 0 0,0-1 1 0 0,-1 0-1 0 0,-1-2 1 0 0,0 1-1 0 0,13-20 1 0 0,-25 30 169 0 0,1 0 0 0 0,-1-1 0 0 0,0 1 1 0 0,-1-1-1 0 0,1 0 0 0 0,-1 1 0 0 0,-1-1 0 0 0,1 0 1 0 0,-1 0-1 0 0,0-14 0 0 0,0 20-118 0 0,-1 0 1 0 0,-1 0-1 0 0,1 0 0 0 0,0 0 1 0 0,0 0-1 0 0,0 0 0 0 0,0 0 0 0 0,-1 1 1 0 0,1-1-1 0 0,0 0 0 0 0,-1 0 1 0 0,1 0-1 0 0,-1 0 0 0 0,1 0 1 0 0,-1 1-1 0 0,1-1 0 0 0,-1 0 0 0 0,0 0 1 0 0,1 1-1 0 0,-1-1 0 0 0,0 0 1 0 0,0 1-1 0 0,1-1 0 0 0,-1 1 0 0 0,0-1 1 0 0,0 1-1 0 0,0-1 0 0 0,0 1 1 0 0,0 0-1 0 0,0-1 0 0 0,1 1 1 0 0,-1 0-1 0 0,0 0 0 0 0,0 0 0 0 0,0 0 1 0 0,0 0-1 0 0,0 0 0 0 0,0 0 1 0 0,0 0-1 0 0,0 0 0 0 0,0 0 0 0 0,0 0 1 0 0,0 0-1 0 0,0 1 0 0 0,0-1 1 0 0,0 0-1 0 0,0 1 0 0 0,1-1 1 0 0,-2 2-1 0 0,-5 1 62 0 0,1 1 0 0 0,-1 1-1 0 0,1-1 1 0 0,1 1 0 0 0,-1 0 0 0 0,1 1 0 0 0,-10 11 0 0 0,6-4 56 0 0,-1 1 1 0 0,-10 23 0 0 0,11-19-66 0 0,0 1-1 0 0,2 1 1 0 0,0 0-1 0 0,1 0 1 0 0,1 0 0 0 0,-2 21-1 0 0,6-33-15 0 0,0-1 0 0 0,1 1 1 0 0,0-1-1 0 0,0 1 0 0 0,0-1 0 0 0,1 1 0 0 0,0-1 0 0 0,1 1 0 0 0,0-1 0 0 0,0 0 0 0 0,0 0 1 0 0,1 0-1 0 0,0 0 0 0 0,0 0 0 0 0,1-1 0 0 0,0 1 0 0 0,0-1 0 0 0,1 0 0 0 0,-1 0 0 0 0,7 5 0 0 0,-7-8-13 0 0,0 1 0 0 0,1-1 0 0 0,0-1-1 0 0,-1 1 1 0 0,1-1 0 0 0,0 1-1 0 0,0-1 1 0 0,1-1 0 0 0,-1 1-1 0 0,0-1 1 0 0,0 0 0 0 0,1 0-1 0 0,-1-1 1 0 0,1 1 0 0 0,-1-1 0 0 0,1 0-1 0 0,-1-1 1 0 0,0 1 0 0 0,1-1-1 0 0,-1 0 1 0 0,1-1 0 0 0,5-1-1 0 0,3-2 11 0 0,1-1-1 0 0,-1 0 1 0 0,0-1-1 0 0,0-1 0 0 0,-1 0 1 0 0,20-15-1 0 0,-19 10-25 0 0,1 0 0 0 0,-2-1 0 0 0,1 0 1 0 0,-2-1-1 0 0,0-1 0 0 0,-1 0 0 0 0,-1-1 0 0 0,0 0 0 0 0,-1 0 0 0 0,-1-1 0 0 0,-1 0 0 0 0,0 0 0 0 0,5-27 1 0 0,-10 37-14 0 0,-1 1 1 0 0,0-1 0 0 0,0 1 0 0 0,-1-1 0 0 0,0 1 0 0 0,-1-1 0 0 0,1 0 0 0 0,-1 1 0 0 0,-1-1 0 0 0,0 1-1 0 0,0 0 1 0 0,0 0 0 0 0,-1-1 0 0 0,0 1 0 0 0,0 1 0 0 0,0-1 0 0 0,-1 0 0 0 0,0 1 0 0 0,-1 0 0 0 0,1 0-1 0 0,-1 0 1 0 0,-1 1 0 0 0,1-1 0 0 0,-1 1 0 0 0,-8-6 0 0 0,7 5-3 0 0,4 4-4 0 0,0-1-1 0 0,0 1 0 0 0,0 0 0 0 0,1 1 0 0 0,-2-1 1 0 0,1 0-1 0 0,0 1 0 0 0,-5-2 0 0 0,-35-17 5 0 0,41 20-8 0 0,18-4-38 0 0,0 3 40 0 0,0 2 0 0 0,0 1 0 0 0,0 0-1 0 0,-1 0 1 0 0,21 7 0 0 0,-5-1 1 0 0,2 1-11 0 0,-1 0 0 0 0,0 3 1 0 0,51 24-1 0 0,-61-24 10 0 0,-1 1 1 0 0,0 0-1 0 0,0 2 1 0 0,-2 0-1 0 0,32 31 1 0 0,-48-42 26 0 0,1 0 1 0 0,-1 0 0 0 0,0 0-1 0 0,0 1 1 0 0,0-1-1 0 0,-1 0 1 0 0,1 1 0 0 0,-1 0-1 0 0,0 0 1 0 0,-1 0 0 0 0,1 0-1 0 0,-1 0 1 0 0,0 0 0 0 0,0 0-1 0 0,-1 0 1 0 0,1 0 0 0 0,-1 0-1 0 0,-1 8 1 0 0,0-7 29 0 0,-1 1 0 0 0,1-1 0 0 0,-1 0 0 0 0,0 1 0 0 0,-1-1 0 0 0,0 0 0 0 0,0 0 1 0 0,0-1-1 0 0,-1 1 0 0 0,1-1 0 0 0,-1 0 0 0 0,-1 0 0 0 0,1 0 0 0 0,-7 6 0 0 0,1-3 176 0 0,0 0 0 0 0,0 0 0 0 0,0-1 0 0 0,-1 0 0 0 0,-15 6-1 0 0,23-12-73 0 0,2-1-140 0 0,0 1 0 0 0,0-1 0 0 0,0 0 0 0 0,0 0 0 0 0,0-1 0 0 0,0 1-1 0 0,-1 0 1 0 0,1 0 0 0 0,0 0 0 0 0,0-1 0 0 0,0 1 0 0 0,0-1 0 0 0,0 1 0 0 0,0 0 0 0 0,0-1 0 0 0,0 0 0 0 0,0 1-1 0 0,0-1 1 0 0,1 0 0 0 0,-1 1 0 0 0,0-1 0 0 0,-1-1 0 0 0,2 1-12 0 0,-1-1 1 0 0,1 1-1 0 0,-1 0 1 0 0,1-1-1 0 0,-1 1 1 0 0,1 0-1 0 0,0-1 0 0 0,0 1 1 0 0,-1 0-1 0 0,1-1 1 0 0,0 1-1 0 0,0-1 1 0 0,1 1-1 0 0,-1-1 0 0 0,0 1 1 0 0,0 0-1 0 0,1-1 1 0 0,-1 1-1 0 0,1-2 1 0 0,3-8-96 0 0,1 1 0 0 0,0-1 0 0 0,1 1 0 0 0,0 0 0 0 0,1 1 0 0 0,0 0 0 0 0,9-10 0 0 0,63-57-2112 0 0,-61 59 1540 0 0,20-15-1527 0 0,2 1 0 0 0,49-30 1 0 0,92-41-2713 0 0,-84 49 4772 0 0,-40 12 2692 0 0,-30 21-186 0 0,-18 14 117 0 0,-9 11-185 0 0,-1 1-2592 0 0,-1 11 939 0 0,-1-1 0 0 0,-1 0 0 0 0,-7 20 0 0 0,-1 2-89 0 0,-10 51 115 0 0,-32 109 188 0 0,54-190-705 0 0,8-16-173 0 0,20-32-253 0 0,-11 16 117 0 0,-13 18 114 0 0,106-126-346 0 0,-94 116 332 0 0,0 0 0 0 0,0 2-1 0 0,2 0 1 0 0,-1 1 0 0 0,37-19-1 0 0,-47 28 25 0 0,1 1-1 0 0,0 0 0 0 0,0 0 0 0 0,9-1 0 0 0,1 3 2 0 0,-14 2 16 0 0,-1-1 0 0 0,1 1 0 0 0,-1 0 0 0 0,0 0 0 0 0,0 1 0 0 0,0-1 0 0 0,0 1-1 0 0,0 0 1 0 0,0-1 0 0 0,0 1 0 0 0,0 0 0 0 0,-1 1 0 0 0,1-1 0 0 0,3 5 0 0 0,-1-2-1 0 0,-1 1 1 0 0,0 0 0 0 0,-1 0-1 0 0,1 0 1 0 0,-1 0-1 0 0,4 13 1 0 0,-3-4 6 0 0,0 0 0 0 0,-1-1-1 0 0,-1 1 1 0 0,0 1 0 0 0,-1-1 0 0 0,-1 19 0 0 0,-1-23 27 0 0,0 0 0 0 0,0 0 0 0 0,-1 0 0 0 0,-1 0 0 0 0,0 0 0 0 0,-1 0 0 0 0,0 0 0 0 0,0-1 0 0 0,-9 16 0 0 0,11-24 17 0 0,2-2-50 0 0,-1 0 1 0 0,1 0-1 0 0,-1 0 1 0 0,1 0-1 0 0,-1 0 1 0 0,1 0-1 0 0,-1-1 1 0 0,1 1-1 0 0,-1 0 1 0 0,0 0 0 0 0,1 0-1 0 0,-1-1 1 0 0,1 1-1 0 0,0 0 1 0 0,-1 0-1 0 0,1-1 1 0 0,-1 1-1 0 0,1 0 1 0 0,-1-1-1 0 0,1 1 1 0 0,0-1-1 0 0,-1 1 1 0 0,1 0-1 0 0,0-1 1 0 0,-1 1-1 0 0,1-1 1 0 0,0 1-1 0 0,0-1 1 0 0,-1 0 0 0 0,1-20-10 0 0,14-20-10 0 0,0 10 7 0 0,2 1 1 0 0,1 0-1 0 0,1 2 1 0 0,2 0-1 0 0,25-28 1 0 0,-27 37-11 0 0,0 1 1 0 0,1 1 0 0 0,1 1 0 0 0,0 0 0 0 0,1 2-1 0 0,1 0 1 0 0,33-15 0 0 0,-48 25 12 0 0,1 1-1 0 0,0 0 1 0 0,1 1-1 0 0,-1-1 1 0 0,0 1 0 0 0,1 1-1 0 0,0 0 1 0 0,-1 0 0 0 0,18 1-1 0 0,-23 0 13 0 0,0 1 0 0 0,0-1 0 0 0,0 1-1 0 0,0 0 1 0 0,0 0 0 0 0,-1 0 0 0 0,1 0 0 0 0,0 1 0 0 0,0-1-1 0 0,-1 1 1 0 0,1-1 0 0 0,-1 1 0 0 0,1 0 0 0 0,-1 0 0 0 0,0 0-1 0 0,0 0 1 0 0,0 1 0 0 0,0-1 0 0 0,0 0 0 0 0,-1 1 0 0 0,1-1-1 0 0,-1 1 1 0 0,1 0 0 0 0,-1 0 0 0 0,0-1 0 0 0,0 1 0 0 0,0 0-1 0 0,0 0 1 0 0,-1 0 0 0 0,1 0 0 0 0,-1 5 0 0 0,2 16 54 0 0,-2 0 0 0 0,-1 0 0 0 0,0 0 0 0 0,-9 42 0 0 0,4-33-34 0 0,1 31-146 0 0,5-63-26 0 0,0 1 0 0 0,0-1 0 0 0,0 0 0 0 0,0 1 0 0 0,1-1 0 0 0,-1 0 0 0 0,0 1 0 0 0,1-1 0 0 0,-1 0 0 0 0,1 1 1 0 0,-1-1-1 0 0,1 0 0 0 0,-1 0 0 0 0,1 0 0 0 0,0 0 0 0 0,0 0 0 0 0,0 1 0 0 0,0-1 0 0 0,-1 0 0 0 0,1-1 0 0 0,0 1 0 0 0,2 1 0 0 0,-2-1-355 0 0,0-1 0 0 0,0 0 0 0 0,1 1 0 0 0,-1-1-1 0 0,0 0 1 0 0,0 1 0 0 0,1-1 0 0 0,-1 0 0 0 0,0 0-1 0 0,0 0 1 0 0,1 0 0 0 0,-1 0 0 0 0,0 0 0 0 0,1-1 0 0 0,-1 1-1 0 0,0 0 1 0 0,2-1 0 0 0,18-6-7018 0 0</inkml:trace>
</inkml:ink>
</file>

<file path=ppt/ink/ink4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21:50.7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0 762 356 0 0,'50'-150'14358'0'0,"-50"148"-14218"0"0,0 0 0 0 0,1 0 0 0 0,-1 1 0 0 0,1-1 0 0 0,0 0 0 0 0,-1 0 0 0 0,1 1 0 0 0,0-1 0 0 0,0 0 0 0 0,0 1 0 0 0,2-3 0 0 0,-2 5-103 0 0,0 1-1 0 0,-1-1 0 0 0,1 1 1 0 0,0-1-1 0 0,-1 1 0 0 0,0 0 0 0 0,1-1 1 0 0,-1 1-1 0 0,0 0 0 0 0,0-1 1 0 0,0 1-1 0 0,0 1 0 0 0,2 70 613 0 0,-3-49-533 0 0,2 0 0 0 0,6 41 1 0 0,-3-43-64 0 0,1 0 1 0 0,2-1-1 0 0,0 1 1 0 0,19 40-1 0 0,-23-56-34 0 0,1 0-1 0 0,0-1 1 0 0,0 1 0 0 0,0-1-1 0 0,0 0 1 0 0,1 0-1 0 0,0 0 1 0 0,0 0 0 0 0,0-1-1 0 0,1 0 1 0 0,-1 0-1 0 0,1-1 1 0 0,0 1 0 0 0,0-1-1 0 0,0 0 1 0 0,0-1-1 0 0,1 1 1 0 0,-1-1-1 0 0,1-1 1 0 0,9 2 0 0 0,-11-3-10 0 0,0 1 1 0 0,0-1 0 0 0,0-1 0 0 0,0 1 0 0 0,0-1 0 0 0,0 0-1 0 0,0 0 1 0 0,0 0 0 0 0,0-1 0 0 0,0 0 0 0 0,-1 0-1 0 0,1 0 1 0 0,-1 0 0 0 0,1-1 0 0 0,-1 0 0 0 0,0 0-1 0 0,0 0 1 0 0,0 0 0 0 0,0-1 0 0 0,-1 1 0 0 0,1-1-1 0 0,-1 0 1 0 0,4-7 0 0 0,5-7 17 0 0,-1-1-1 0 0,-1 0 1 0 0,15-42-1 0 0,-21 51-9 0 0,9-26 572 0 0,-3-1 0 0 0,9-56 0 0 0,-19 91-575 0 0,1 1 1 0 0,-1-1-1 0 0,0 0 1 0 0,1 1-1 0 0,-1-1 1 0 0,1 0-1 0 0,-1 1 1 0 0,1-1-1 0 0,0 0 1 0 0,2-2-1 0 0,2 5 23 0 0,1 9-36 0 0,-2 1-2 0 0,6 12 5 0 0,1 1 0 0 0,15 24 0 0 0,-21-41 4 0 0,1 0 0 0 0,-1 0 0 0 0,1 0-1 0 0,0-1 1 0 0,0 0 0 0 0,1 0 0 0 0,0 0-1 0 0,0-1 1 0 0,0 0 0 0 0,11 5 0 0 0,-9-5 10 0 0,1-1 1 0 0,0 0-1 0 0,0-1 1 0 0,1 0 0 0 0,-1-1-1 0 0,1 0 1 0 0,-1 0 0 0 0,1-1-1 0 0,-1-1 1 0 0,1 0-1 0 0,14-1 1 0 0,-19 0-12 0 0,0 0 1 0 0,0 0-1 0 0,0-1 1 0 0,-1 1-1 0 0,1-1 1 0 0,-1-1 0 0 0,1 1-1 0 0,-1-1 1 0 0,0 0-1 0 0,0 0 1 0 0,0 0-1 0 0,0-1 1 0 0,0 0-1 0 0,-1 1 1 0 0,0-2-1 0 0,0 1 1 0 0,0 0-1 0 0,0-1 1 0 0,-1 0-1 0 0,0 0 1 0 0,0 0-1 0 0,3-6 1 0 0,-1-2-9 0 0,0-1 1 0 0,-1 0-1 0 0,-1 1 0 0 0,0-1 1 0 0,-1 0-1 0 0,0 0 1 0 0,-1-1-1 0 0,-1 1 1 0 0,-2-27-1 0 0,0 25 2 0 0,-1 0 0 0 0,0 0 0 0 0,-1 0 0 0 0,-1 0 0 0 0,0 0 0 0 0,-2 1 0 0 0,1 0 0 0 0,-12-18 0 0 0,1 7-75 0 0,0 1 0 0 0,-39-44 1 0 0,55 68 57 0 0,4 0-26 0 0,24-3-18 0 0,36 0-1 0 0,19-3-148 0 0,-3-3-139 0 0,-1-5 0 0 0,120-37 0 0 0,-173 44 288 0 0,1-2 0 0 0,-2-1-1 0 0,1-2 1 0 0,-2 0 0 0 0,1-1 0 0 0,-2-1 0 0 0,0-1-1 0 0,-1-2 1 0 0,-1 0 0 0 0,0 0 0 0 0,22-30-1 0 0,-3-4 19 0 0,-38 50 38 0 0,-2 4 2 0 0,-10 14 13 0 0,0 1 0 0 0,2 1 0 0 0,0 0 0 0 0,-9 25 0 0 0,6-12 14 0 0,-24 62 207 0 0,4 1 1 0 0,5 2-1 0 0,4 1 1 0 0,-19 169 0 0 0,26-111 300 0 0,16-152-361 0 0,1-4-168 0 0,0 1-1 0 0,0 0 1 0 0,1 0-1 0 0,-1-1 1 0 0,0 1 0 0 0,0-1-1 0 0,1 1 1 0 0,-1-1 0 0 0,0 0-1 0 0,0 1 1 0 0,0-1 0 0 0,0 0-1 0 0,0 0 1 0 0,0 0 0 0 0,0 0-1 0 0,0 0 1 0 0,0 0-1 0 0,1-1 1 0 0,14-26-1 0 0,-10 16 4 0 0,38-64 33 0 0,-21 35-44 0 0,1 0 0 0 0,2 2 1 0 0,37-44-1 0 0,-49 68-7 0 0,0 1-1 0 0,2 0 1 0 0,-1 2 0 0 0,2-1 0 0 0,22-12 0 0 0,-32 23 3 0 0,-4 2 8 0 0,1-1-1 0 0,-1 1 1 0 0,0 0-1 0 0,1 0 1 0 0,-1 0-1 0 0,1 0 0 0 0,-1 0 1 0 0,1 1-1 0 0,-1 0 1 0 0,0 0-1 0 0,1 0 1 0 0,-1 0-1 0 0,0 0 1 0 0,0 1-1 0 0,0-1 1 0 0,0 1-1 0 0,0 0 1 0 0,0 0-1 0 0,0 0 0 0 0,0 0 1 0 0,-1 0-1 0 0,1 1 1 0 0,-1-1-1 0 0,0 1 1 0 0,0 0-1 0 0,0 0 1 0 0,0-1-1 0 0,2 6 1 0 0,0 2-2 0 0,-1-1 0 0 0,-1 1 0 0 0,0 0 0 0 0,0 0 1 0 0,-1 0-1 0 0,0 0 0 0 0,0 10 0 0 0,-1-10-8 0 0,0 79 56 0 0,0 16-69 0 0,1-90 30 0 0,0 0 1 0 0,2 0 0 0 0,0-1 0 0 0,8 26 0 0 0,-9-35-7 0 0,-1-1 1 0 0,1 0-1 0 0,0 0 1 0 0,1 0-1 0 0,-1-1 1 0 0,1 1-1 0 0,-1 0 1 0 0,1-1-1 0 0,0 0 1 0 0,1 1-1 0 0,-1-1 1 0 0,0 0-1 0 0,1-1 1 0 0,0 1-1 0 0,-1-1 1 0 0,1 1-1 0 0,0-1 1 0 0,0 0-1 0 0,1-1 1 0 0,-1 1-1 0 0,0-1 1 0 0,0 0 0 0 0,1 0-1 0 0,-1 0 1 0 0,1 0-1 0 0,-1-1 1 0 0,1 0-1 0 0,-1 0 1 0 0,1 0-1 0 0,5-1 1 0 0,1-1-4 0 0,1 0 1 0 0,-1 0-1 0 0,1-1 1 0 0,-1-1 0 0 0,0 0-1 0 0,0-1 1 0 0,0 0-1 0 0,-1 0 1 0 0,0-1-1 0 0,13-10 1 0 0,6-8-2 0 0,-1-2 0 0 0,-2-1 0 0 0,0-1 0 0 0,-2-1 0 0 0,-1-1 0 0 0,-2-1 0 0 0,-1-1 0 0 0,-1-1 1 0 0,17-42-1 0 0,-34 70-7 0 0,28-73-25 0 0,-28 72 33 0 0,0 0 0 0 0,-1 0-1 0 0,1-1 1 0 0,-2 1-1 0 0,1 0 1 0 0,-1 0 0 0 0,1-1-1 0 0,-2 1 1 0 0,1 0-1 0 0,-3-11 1 0 0,3 16 1 0 0,0 0 0 0 0,0 0 0 0 0,-1 0 1 0 0,1 0-1 0 0,-1 0 0 0 0,1 0 0 0 0,-1 0 0 0 0,1 1 1 0 0,-1-1-1 0 0,0 0 0 0 0,1 0 0 0 0,-1 0 0 0 0,0 1 0 0 0,1-1 1 0 0,-1 0-1 0 0,0 1 0 0 0,0-1 0 0 0,0 1 0 0 0,0-1 0 0 0,0 1 1 0 0,1-1-1 0 0,-1 1 0 0 0,0 0 0 0 0,0-1 0 0 0,0 1 1 0 0,0 0-1 0 0,0 0 0 0 0,0 0 0 0 0,0 0 0 0 0,0-1 0 0 0,0 1 1 0 0,0 1-1 0 0,-1-1 0 0 0,1 0 0 0 0,0 0 0 0 0,0 0 1 0 0,0 1-1 0 0,1-1 0 0 0,-1 0 0 0 0,0 1 0 0 0,0-1 0 0 0,0 1 1 0 0,0-1-1 0 0,0 1 0 0 0,-1 0 0 0 0,-4 3 4 0 0,0 0 0 0 0,-1 0 1 0 0,2 1-1 0 0,-11 9 0 0 0,4-1 1 0 0,-1 2 1 0 0,2 0-1 0 0,0 0 1 0 0,-14 27-1 0 0,-26 71-30 0 0,42-91 28 0 0,2 0 0 0 0,0 1-1 0 0,1 0 1 0 0,1 0 0 0 0,2 0 0 0 0,0 1 0 0 0,1 33 0 0 0,2-52 2 0 0,0 0 1 0 0,1 0 0 0 0,-1-1-1 0 0,1 1 1 0 0,1 0-1 0 0,-1-1 1 0 0,0 1 0 0 0,1-1-1 0 0,0 1 1 0 0,0-1 0 0 0,1 0-1 0 0,-1 0 1 0 0,1 0 0 0 0,0 0-1 0 0,0 0 1 0 0,0-1 0 0 0,5 5-1 0 0,-3-4 1 0 0,1 0-1 0 0,-1-1 1 0 0,1 1 0 0 0,0-1-1 0 0,1 0 1 0 0,-1-1-1 0 0,0 1 1 0 0,1-1-1 0 0,-1-1 1 0 0,1 1 0 0 0,7 0-1 0 0,4-1 3 0 0,0 0-1 0 0,0-2 0 0 0,0 1 1 0 0,-1-2-1 0 0,1-1 0 0 0,0 0 1 0 0,-1-1-1 0 0,25-9 1 0 0,-19 3-3 0 0,0 0 1 0 0,-1-2 0 0 0,0-1 0 0 0,0-1-1 0 0,-2 0 1 0 0,0-2 0 0 0,36-35 0 0 0,-36 30-2 0 0,-2 0 0 0 0,0-2-1 0 0,-2 0 1 0 0,0 0 0 0 0,-2-2 0 0 0,0 0 0 0 0,9-26 0 0 0,-17 36-7 0 0,-2 0 1 0 0,0 0-1 0 0,-1 0 0 0 0,0 0 1 0 0,-1-1-1 0 0,-1 1 1 0 0,0-1-1 0 0,-3-24 0 0 0,1 28-13 0 0,1 11 13 0 0,0 0 0 0 0,0 0 0 0 0,0-1 0 0 0,0 1 0 0 0,0 0 0 0 0,0 0 0 0 0,-1 0-1 0 0,1 0 1 0 0,0 0 0 0 0,-1 0 0 0 0,1 0 0 0 0,-1 0 0 0 0,1 0 0 0 0,-2-1 0 0 0,1 0-6 0 0,1 2-3 0 0,0 0 13 0 0,0 0 0 0 0,0 1-1 0 0,0-1 1 0 0,0 0 0 0 0,0 0 0 0 0,0 0-1 0 0,0 0 1 0 0,0 0 0 0 0,0 0 0 0 0,0 0-1 0 0,0 0 1 0 0,0 0 0 0 0,0 1-1 0 0,0-1 1 0 0,0 0 0 0 0,0 0 0 0 0,0 0-1 0 0,0 0 1 0 0,0 0 0 0 0,0 0 0 0 0,-1 0-1 0 0,1 0 1 0 0,0 0 0 0 0,0 0-1 0 0,0 0 1 0 0,0 0 0 0 0,0 0 0 0 0,0 0-1 0 0,0 0 1 0 0,0 0 0 0 0,0 1 0 0 0,-1-1-1 0 0,1 0 1 0 0,0 0 0 0 0,0 0-1 0 0,0 0 1 0 0,0 0 0 0 0,0 0 0 0 0,0 0-1 0 0,0 0 1 0 0,0-1 0 0 0,-1 1 0 0 0,1 0-1 0 0,0 0 1 0 0,0 0 0 0 0,0 0-1 0 0,0 0 1 0 0,0 0 0 0 0,0 0 0 0 0,0 0-1 0 0,0 0 1 0 0,0 0 0 0 0,-1 0 0 0 0,-6 0-17 0 0,7 1 17 0 0,-1 0-1 0 0,1-1 1 0 0,0 1-1 0 0,-1 0 1 0 0,1 0-1 0 0,0 0 1 0 0,-1-1-1 0 0,1 1 1 0 0,0 0-1 0 0,0 0 1 0 0,0 0 0 0 0,-1 0-1 0 0,1 0 1 0 0,0 0-1 0 0,0 0 1 0 0,1 1-1 0 0,-2 0 1 0 0,1 0 0 0 0,0 0 1 0 0,0 0-1 0 0,0 0 0 0 0,0 0 0 0 0,0 0 0 0 0,0 0 0 0 0,1 0 0 0 0,-1 0 0 0 0,1 0 1 0 0,-1 0-1 0 0,1 0 0 0 0,0-1 0 0 0,0 1 0 0 0,0 0 0 0 0,0 0 0 0 0,0 0 0 0 0,2 2 1 0 0,1 1 0 0 0,1 2-1 0 0,-1-1 0 0 0,1-1 0 0 0,0 1 0 0 0,1-1 0 0 0,0 0 0 0 0,-1 0 0 0 0,1 0 0 0 0,1-1 0 0 0,-1 0 0 0 0,1 0 0 0 0,-1-1 0 0 0,1 1 0 0 0,0-1-1 0 0,0-1 1 0 0,1 0 0 0 0,10 3 0 0 0,-3-3 4 0 0,0 1 0 0 0,0-2-1 0 0,1 0 1 0 0,-1 0 0 0 0,0-2 0 0 0,1 0-1 0 0,16-3 1 0 0,-24 3-4 0 0,0-1 0 0 0,0 0 0 0 0,-1-1 1 0 0,1 0-1 0 0,-1 0 0 0 0,0 0 0 0 0,0-1 0 0 0,0 0 0 0 0,0 0 1 0 0,-1-1-1 0 0,0 0 0 0 0,0 0 0 0 0,0 0 0 0 0,0-1 1 0 0,-1 0-1 0 0,0 0 0 0 0,0 0 0 0 0,7-14 0 0 0,-11 18-4 0 0,-2 0-6 0 0,1 1 11 0 0,0 0-1 0 0,-1 0 0 0 0,1 1 0 0 0,-1-1 1 0 0,1 0-1 0 0,-1 1 0 0 0,1-1 1 0 0,-1 1-1 0 0,1-1 0 0 0,-1 0 0 0 0,1 1 1 0 0,-1-1-1 0 0,0 1 0 0 0,1 0 0 0 0,-1-1 1 0 0,0 1-1 0 0,0-1 0 0 0,1 1 1 0 0,-1 0-1 0 0,0 0 0 0 0,0-1 0 0 0,0 1 1 0 0,1 0-1 0 0,-1 0 0 0 0,0 0 1 0 0,0 0-1 0 0,0 0 0 0 0,-1 0 0 0 0,-1 1 1 0 0,-1-1-1 0 0,1 1 1 0 0,-1 0-1 0 0,1 0 0 0 0,-1 0 1 0 0,1 1-1 0 0,-4 2 1 0 0,-8 4 4 0 0,1 1 0 0 0,-16 14 0 0 0,6-2 8 0 0,1 2 0 0 0,0 1 0 0 0,2 1 0 0 0,1 1 0 0 0,1 1 0 0 0,1 0 0 0 0,2 1 0 0 0,1 1 0 0 0,-15 37 0 0 0,26-54 4 0 0,-1 0 0 0 0,2 0 0 0 0,0 0 0 0 0,0 1 0 0 0,1-1 0 0 0,0 24 0 0 0,1-32-2 0 0,1 0 0 0 0,1 0-1 0 0,-1 0 1 0 0,0 0 0 0 0,1-1 0 0 0,0 1-1 0 0,0 0 1 0 0,0 0 0 0 0,0-1 0 0 0,1 1-1 0 0,0-1 1 0 0,-1 1 0 0 0,1-1 0 0 0,0 0-1 0 0,1 1 1 0 0,-1-1 0 0 0,0 0 0 0 0,1-1-1 0 0,0 1 1 0 0,0 0 0 0 0,0-1 0 0 0,0 1-1 0 0,0-1 1 0 0,0 0 0 0 0,6 3 0 0 0,0-2 9 0 0,0-1 0 0 0,0 1 0 0 0,0-1 0 0 0,0-1 1 0 0,1 0-1 0 0,-1 0 0 0 0,1-1 0 0 0,-1 0 0 0 0,1 0 0 0 0,-1-1 1 0 0,13-3-1 0 0,11-4 21 0 0,56-19 1 0 0,-44 9-27 0 0,-1-2-1 0 0,0-2 1 0 0,-1-2-1 0 0,-2-1 1 0 0,45-37-1 0 0,-30 17 7 0 0,-2-3-1 0 0,87-101 1 0 0,-86 76 38 0 0,-48 64-1 0 0,-1-1 0 0 0,-1-1 0 0 0,0 1 0 0 0,0-1 0 0 0,5-19-1 0 0,-9 28-45 0 0,-1 0-1 0 0,1-1 0 0 0,-1 1 0 0 0,1 0 1 0 0,-1-1-1 0 0,0 1 0 0 0,0-1 0 0 0,0 1 0 0 0,0 0 1 0 0,-1-1-1 0 0,1 1 0 0 0,-1-1 0 0 0,1 1 1 0 0,-1 0-1 0 0,0-1 0 0 0,0 1 0 0 0,0 0 0 0 0,-2-4 1 0 0,1 5-7 0 0,1-1-1 0 0,-1 1 1 0 0,1 0 0 0 0,-1 0 0 0 0,0 0-1 0 0,0 0 1 0 0,1 0 0 0 0,-1 0 0 0 0,0 0 0 0 0,0 0-1 0 0,0 1 1 0 0,0-1 0 0 0,0 1 0 0 0,0-1-1 0 0,0 1 1 0 0,0 0 0 0 0,0 0 0 0 0,0 0 0 0 0,0 0-1 0 0,0 0 1 0 0,0 0 0 0 0,-3 2 0 0 0,-10 1 41 0 0,1 1 1 0 0,0 0-1 0 0,-1 1 1 0 0,2 1-1 0 0,-1 0 0 0 0,1 1 1 0 0,0 1-1 0 0,0 0 1 0 0,1 0-1 0 0,-12 11 1 0 0,7-4 31 0 0,1 1 0 0 0,0 0 0 0 0,1 1 0 0 0,1 0 1 0 0,1 1-1 0 0,-12 20 0 0 0,21-30-47 0 0,0-1 0 0 0,0 1 0 0 0,1 0-1 0 0,0 0 1 0 0,0 0 0 0 0,1 1 0 0 0,0-1 0 0 0,0 0 0 0 0,1 1 0 0 0,0 0 0 0 0,1-1-1 0 0,1 14 1 0 0,0-16-18 0 0,0 1-1 0 0,0 0 0 0 0,1-1 0 0 0,0 1 1 0 0,1-1-1 0 0,-1 0 0 0 0,1 0 0 0 0,1 0 1 0 0,-1 0-1 0 0,1-1 0 0 0,0 1 1 0 0,0-1-1 0 0,0 0 0 0 0,1 0 0 0 0,0 0 1 0 0,6 5-1 0 0,9 4-56 0 0,0-1 1 0 0,0-1-1 0 0,1 0 0 0 0,0-2 1 0 0,1-1-1 0 0,26 8 1 0 0,139 30-2036 0 0,3-20-2677 0 0,-62-24-3483 0 0,-69-7 1025 0 0</inkml:trace>
</inkml:ink>
</file>

<file path=ppt/ink/ink4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22:44.0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127 66 1040 0 0,'2'-15'6157'0'0,"-4"-35"1738"0"0,0 53-7881 0 0,1-3-13 0 0,1 0 0 0 0,0 0-1 0 0,-1 0 1 0 0,1 0-1 0 0,0 0 1 0 0,0 0 0 0 0,-1 0-1 0 0,1 0 1 0 0,0 1-1 0 0,-1-1 1 0 0,1 0 0 0 0,0 0-1 0 0,0 0 1 0 0,-1 0-1 0 0,1 1 1 0 0,0-1-1 0 0,0 0 1 0 0,0 0 0 0 0,-1 1-1 0 0,1-1 1 0 0,0 0-1 0 0,0 0 1 0 0,0 1 0 0 0,0-1-1 0 0,0 0 1 0 0,0 1-1 0 0,-1-1 1 0 0,1 0 0 0 0,0 1-1 0 0,0-1 1 0 0,-8 49 37 0 0,-4 60 0 0 0,-11 114 10 0 0,-4-58-15 0 0,25-157 164 0 0,1 0 1 0 0,-1 0-1 0 0,1 1 0 0 0,0 13 1872 0 0,-1-23-2036 0 0,-6-3-6 0 0,6 3 23 0 0,1-1 38 0 0,1 0-1 0 0,-1 1 0 0 0,0-1 0 0 0,0 0 0 0 0,0 1 0 0 0,0-1 1 0 0,0 0-1 0 0,0 1 0 0 0,0-1 0 0 0,-1 1 0 0 0,1-1 0 0 0,0 1 1 0 0,-4-2-1 0 0,-2-5-130 0 0,7 7 661 0 0,-3-16-475 0 0,3 16-158 0 0,0 0 1 0 0,0 1 0 0 0,0-1 0 0 0,0 0-1 0 0,0 0 1 0 0,0 1 0 0 0,0-1-1 0 0,0 0 1 0 0,0 0 0 0 0,0 1 0 0 0,0-1-1 0 0,0 0 1 0 0,0 1 0 0 0,1-1-1 0 0,-1 0 1 0 0,0 1 0 0 0,1-1 0 0 0,-1 0-1 0 0,0 1 1 0 0,1-1 0 0 0,0-1-1 0 0,36 6 6 0 0,4-3-170 0 0,0-1-1 0 0,0-3 1 0 0,-1-1-1 0 0,1-2 1 0 0,77-22-1 0 0,-106 25-21 0 0,0-1-1 0 0,0-1 1 0 0,0 0-1 0 0,0 0 1 0 0,-1-1-1 0 0,0-1 1 0 0,0 0-1 0 0,-1 0 1 0 0,0-1-1 0 0,0 0 1 0 0,-1-1-1 0 0,0 0 1 0 0,0-1-1 0 0,-1 1 1 0 0,7-12-1 0 0,-3-1 12 0 0,0 1-1 0 0,-2-2 1 0 0,-1 1-1 0 0,0-1 0 0 0,7-34 1 0 0,-11 35 693 0 0,-2-1-1 0 0,0 0 1 0 0,-1-26 0 0 0,-2 46-396 0 0,-1-9 154 0 0,-5 22-236 0 0,0 1-1 0 0,1-1 1 0 0,1 1-1 0 0,0 1 1 0 0,-4 17-1 0 0,-11 66 39 0 0,16-74-51 0 0,-10 61 143 0 0,-4 105 1 0 0,17-147-717 0 0,7 54 1 0 0,-3-64-917 0 0,1-1 1 0 0,15 44-1 0 0,0-26-3520 0 0,-11-27 616 0 0</inkml:trace>
</inkml:ink>
</file>

<file path=ppt/ink/ink4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22:44.3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41 106 316 0 0,'1'-11'1689'0'0,"1"0"1"0"0,-2 0-1 0 0,0-1 1 0 0,0 1-1 0 0,-1 0 0 0 0,-3-17 1 0 0,4 26-1454 0 0,-4-6 398 0 0,1 14-627 0 0,0 0 1 0 0,0 0-1 0 0,1 1 1 0 0,-1 0-1 0 0,2-1 0 0 0,-3 11 1 0 0,-5 49-12 0 0,7-49 14 0 0,-1 21 20 0 0,2 0 1 0 0,1 0-1 0 0,7 49 1 0 0,4-2-4625 0 0,-8-63 2159 0 0,-1-7-1324 0 0</inkml:trace>
</inkml:ink>
</file>

<file path=ppt/ink/ink4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22:44.9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83 1056 0 0,'0'0'3254'0'0,"-1"-3"-2683"0"0,2 0-369 0 0,-1 0 1 0 0,0 0-1 0 0,1 0 1 0 0,-1 0-1 0 0,1 0 0 0 0,0 0 1 0 0,0 0-1 0 0,0 0 1 0 0,0 0-1 0 0,1 1 0 0 0,-1-1 1 0 0,1 0-1 0 0,0 1 0 0 0,0-1 1 0 0,0 1-1 0 0,3-4 1 0 0,3-4-60 0 0,-7 9-91 0 0,12-10-32 0 0,-13 10-219 0 0,1 1-1 0 0,-1-1 0 0 0,1 1 0 0 0,-1-1 1 0 0,1 1-1 0 0,0-1 0 0 0,-1 1 1 0 0,1-1-1 0 0,0 1 0 0 0,-1 0 0 0 0,1 0 1 0 0,0-1-1 0 0,0 1 0 0 0,-1 0 1 0 0,1 0-1 0 0,0 0 0 0 0,0 0 0 0 0,-1 0 1 0 0,1-1-1 0 0,0 2 0 0 0,0-1 0 0 0,1 0 1 0 0</inkml:trace>
</inkml:ink>
</file>

<file path=ppt/ink/ink4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22:46.2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61 10 852 0 0,'0'0'6390'0'0,"-1"-10"-64"0"0,-1 13-6303 0 0,0-1 0 0 0,1 0 0 0 0,-1 0 0 0 0,1 1 0 0 0,0-1 1 0 0,0 1-1 0 0,0-1 0 0 0,0 1 0 0 0,0-1 0 0 0,1 1 0 0 0,-2 3 0 0 0,-2 36 22 0 0,3-21 4 0 0,-8 65-19 0 0,-19 202-129 0 0,25 1 30 0 0,7-214 97 0 0,13 141 127 0 0,-15-204-598 0 0,0 5 48 0 0,-2-6-6830 0 0</inkml:trace>
</inkml:ink>
</file>

<file path=ppt/ink/ink4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22:47.4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0 454 888 0 0,'5'-15'5625'0'0,"8"-26"639"0"0,-10 36-5898 0 0,-1 0 0 0 0,1 0 0 0 0,0 0 0 0 0,0 1 0 0 0,6-7 0 0 0,-8 9-236 0 0,0 3-122 0 0,1-1 0 0 0,-1 0 0 0 0,0 0 0 0 0,0 1-1 0 0,0-1 1 0 0,0 1 0 0 0,0-1 0 0 0,0 1 0 0 0,0-1-1 0 0,0 1 1 0 0,0 0 0 0 0,0-1 0 0 0,-1 1-1 0 0,1 0 1 0 0,0 0 0 0 0,0-1 0 0 0,-1 1 0 0 0,2 2-1 0 0,12 20 28 0 0,-11-18-30 0 0,2 6 5 0 0,-1 0 0 0 0,0 0 0 0 0,0 0 0 0 0,-1 1-1 0 0,-1-1 1 0 0,2 18 0 0 0,-1-2 67 0 0,-3 47-1 0 0,-5-29 277 0 0,-1 0-1 0 0,-3 0 1 0 0,-16 50 0 0 0,24-93 24 0 0,-1 4 44 0 0,2-6-414 0 0,0 0 1 0 0,0 1-1 0 0,0-1 0 0 0,1 0 0 0 0,-1 0 1 0 0,0 0-1 0 0,0 0 0 0 0,0 0 1 0 0,0 0-1 0 0,0 0 0 0 0,0 0 0 0 0,0 0 1 0 0,0 1-1 0 0,0-1 0 0 0,0 0 1 0 0,0 0-1 0 0,0 0 0 0 0,-1 0 0 0 0,1 0 1 0 0,0 0-1 0 0,0 0 0 0 0,0 0 1 0 0,0 0-1 0 0,0 0 0 0 0,0 1 0 0 0,0-1 1 0 0,0 0-1 0 0,0 0 0 0 0,0 0 1 0 0,0 0-1 0 0,0 0 0 0 0,0 0 0 0 0,0 0 1 0 0,0 0-1 0 0,0 0 0 0 0,-1 0 1 0 0,1 0-1 0 0,0 0 0 0 0,0 0 0 0 0,0 0 1 0 0,0 0-1 0 0,0 0 0 0 0,0 0 1 0 0,0 0-1 0 0,0 0 0 0 0,0 0 1 0 0,-1 0-1 0 0,1 0 0 0 0,0 0 0 0 0,0 0 1 0 0,0 0-1 0 0,0 0 0 0 0,0 0 1 0 0,0 0-1 0 0,0 0 0 0 0,0 0 0 0 0,0 0 1 0 0,0 0-1 0 0,-1 0 0 0 0,1 0 1 0 0,0 0-1 0 0,0 0 0 0 0,0 0 0 0 0,0 0 1 0 0,0 0-1 0 0,0 0 0 0 0,-1-5 25 0 0,0 1 0 0 0,0-1 0 0 0,0 0 0 0 0,1 1-1 0 0,-1-1 1 0 0,1 1 0 0 0,0-1 0 0 0,1 0-1 0 0,-1 1 1 0 0,1-1 0 0 0,0 1 0 0 0,0-1 0 0 0,3-6-1 0 0,4-10 3 0 0,14-29 0 0 0,-19 43-22 0 0,7-12-11 0 0,0 0-1 0 0,1 1 1 0 0,1 0 0 0 0,24-26 0 0 0,-28 35-13 0 0,1 0 0 0 0,1 0 0 0 0,0 1 0 0 0,0 0 0 0 0,0 0 0 0 0,1 1 0 0 0,0 1 0 0 0,1 0 0 0 0,12-5 0 0 0,-20 9 3 0 0,0 1 0 0 0,0 0 0 0 0,0 0 0 0 0,0 0 0 0 0,0 0 0 0 0,1 1 0 0 0,-1 0 0 0 0,0-1 0 0 0,0 2 0 0 0,1-1 1 0 0,-1 0-1 0 0,0 1 0 0 0,0 0 0 0 0,0 0 0 0 0,0 0 0 0 0,0 0 0 0 0,0 1 0 0 0,7 3 0 0 0,-5-1 5 0 0,-2 0 1 0 0,1-1 0 0 0,0 2-1 0 0,-1-1 1 0 0,1 1-1 0 0,-1-1 1 0 0,-1 1-1 0 0,1 0 1 0 0,-1 0 0 0 0,0 1-1 0 0,0-1 1 0 0,3 9-1 0 0,0 3 51 0 0,0 1-1 0 0,5 35 0 0 0,-8-34-419 0 0,1 1 0 0 0,12 33-1 0 0,-13-48 46 0 0,-1 1 1 0 0,0-1-1 0 0,1 0 0 0 0,0-1 0 0 0,1 1 0 0 0,-1 0 0 0 0,1-1 0 0 0,-1 0 0 0 0,1 0 1 0 0,1 0-1 0 0,-1 0 0 0 0,0 0 0 0 0,1-1 0 0 0,6 3 0 0 0,-8-4-36 0 0,1-1-1 0 0,0 0 1 0 0,0 0-1 0 0,0 0 0 0 0,0 0 1 0 0,0 0-1 0 0,0-1 1 0 0,0 0-1 0 0,1 0 1 0 0,-1 0-1 0 0,0-1 1 0 0,0 1-1 0 0,0-1 1 0 0,0 0-1 0 0,0 0 1 0 0,0 0-1 0 0,0-1 1 0 0,-1 1-1 0 0,5-3 0 0 0,11-8-2445 0 0</inkml:trace>
  <inkml:trace contextRef="#ctx0" brushRef="#br0" timeOffset="1">865 429 1412 0 0,'67'-327'13069'0'0,"-55"228"-9429"0"0,-11 97-3396 0 0,-2 4-169 0 0,-14 71 50 0 0,3 1-1 0 0,3 0 1 0 0,4 0-1 0 0,3 0 1 0 0,13 133-1 0 0,-8-177-81 0 0,2-1 0 0 0,9 31 0 0 0,-11-49-3 0 0,1 0 1 0 0,0 0-1 0 0,0-1 0 0 0,1 1 0 0 0,1-1 0 0 0,0 0 0 0 0,0-1 1 0 0,11 13-1 0 0,-13-18-20 0 0,-1 0 0 0 0,1-1 0 0 0,0 1 0 0 0,1-1 0 0 0,-1 0 0 0 0,0-1 0 0 0,1 1 1 0 0,0-1-1 0 0,-1 0 0 0 0,1 0 0 0 0,0 0 0 0 0,0-1 0 0 0,9 2 0 0 0,-6-2 4 0 0,0-1 1 0 0,1 0-1 0 0,-1 0 0 0 0,0 0 1 0 0,0-1-1 0 0,0-1 0 0 0,0 1 1 0 0,8-4-1 0 0,4-2-33 0 0,0-2 0 0 0,-1 0 0 0 0,0-1 0 0 0,0-1 0 0 0,30-23 1 0 0,-25 15-593 0 0,-1-1 1 0 0,-1-1 0 0 0,21-26 0 0 0,-28 29-1017 0 0,16-28-1 0 0,-22 31-558 0 0,-1-1-1 0 0,9-22 0 0 0,-8 10-3378 0 0</inkml:trace>
</inkml:ink>
</file>

<file path=ppt/ink/ink4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22:48.4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1167 356 1944 0 0,'-6'0'2268'0'0,"-41"0"2821"0"0,43 0-3950 0 0,0 0-206 0 0,3 0-957 0 0,-25-1 2109 0 0,21-2-887 0 0,21-2-1105 0 0,-7 3-261 0 0,22-3-2444 0 0,-13-2-2898 0 0,-7 0 1479 0 0</inkml:trace>
  <inkml:trace contextRef="#ctx0" brushRef="#br0" timeOffset="1">294 31 1624 0 0,'-172'-16'14709'0'0,"60"3"-9621"0"0,109 12-5151 0 0,2 1-337 0 0,1 0 362 0 0,0 0-1 0 0,0 0 1 0 0,-1 0 0 0 0,1 0-1 0 0,0 0 1 0 0,0 0 0 0 0,0 0 0 0 0,-1 0-1 0 0,1 0 1 0 0,0 0 0 0 0,0 0 0 0 0,0 0-1 0 0,-1 0 1 0 0,1 0 0 0 0,0 0-1 0 0,0 0 1 0 0,0 0 0 0 0,-1 0 0 0 0,1 1-1 0 0,0-1 1 0 0,0 0 0 0 0,0 0 0 0 0,0 0-1 0 0,-1 0 1 0 0,1 0 0 0 0,0 1-1 0 0,0-1 1 0 0,0 0 0 0 0,0 0 0 0 0,0 0-1 0 0,0 0 1 0 0,0 1 0 0 0,-1-1 0 0 0,1 0-1 0 0,0 0 1 0 0,0 0 0 0 0,0 1 0 0 0,0-1-1 0 0,6 9-1556 0 0,12 5-1921 0 0,-6-5-1214 0 0,1 1-2490 0 0</inkml:trace>
</inkml:ink>
</file>

<file path=ppt/ink/ink4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7T06:23:33.2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25613,'592'1014'0</inkml:trace>
</inkml:ink>
</file>

<file path=ppt/ink/ink4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21:52.0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569 299 2388 0 0,'14'-33'2979'0'0,"-2"7"768"0"0,8-31 0 0 0,-19 54-2796 0 0,-2 4-925 0 0,1 0 1 0 0,0 1-1 0 0,-1-1 1 0 0,1 0-1 0 0,0 0 0 0 0,-1 1 1 0 0,0-1-1 0 0,1 0 1 0 0,-1 0-1 0 0,0 0 0 0 0,-1 2 1 0 0,-2 4 45 0 0,-225 499 3080 0 0,-40-22-1815 0 0,176-333-785 0 0,93-151-532 0 0,0 1 1 0 0,-1 0-1 0 0,1 0 1 0 0,0-1 0 0 0,-1 1-1 0 0,1 0 1 0 0,-1-1-1 0 0,1 1 1 0 0,-1 0-1 0 0,1-1 1 0 0,-1 1 0 0 0,1-1-1 0 0,-1 1 1 0 0,0-1-1 0 0,1 1 1 0 0,-1-1-1 0 0,0 1 1 0 0,1-1-1 0 0,-1 0 1 0 0,-1 1 0 0 0,1-14 101 0 0,11-29-70 0 0,101-323 45 0 0,96-258-93 0 0,-155 505 12 0 0,20-49-59 0 0,-71 165 35 0 0,0 0 0 0 0,0-1 0 0 0,0 1 0 0 0,0 0 1 0 0,1-1-1 0 0,-1 1 0 0 0,1 0 0 0 0,-1 0 0 0 0,4-3 0 0 0,-4 5 7 0 0,-1-1-1 0 0,1 1 1 0 0,-1 0 0 0 0,1-1-1 0 0,0 1 1 0 0,-1 0 0 0 0,1 0-1 0 0,-1 0 1 0 0,1-1 0 0 0,0 1-1 0 0,-1 0 1 0 0,1 0-1 0 0,0 0 1 0 0,-1 0 0 0 0,1 0-1 0 0,-1 0 1 0 0,1 0 0 0 0,0 0-1 0 0,-1 1 1 0 0,1-1-1 0 0,0 0 1 0 0,-1 0 0 0 0,1 0-1 0 0,-1 1 1 0 0,1-1 0 0 0,0 0-1 0 0,-1 1 1 0 0,1-1-1 0 0,-1 0 1 0 0,1 1 0 0 0,-1-1-1 0 0,1 1 1 0 0,-1-1 0 0 0,0 1-1 0 0,1-1 1 0 0,-1 1-1 0 0,1 0 1 0 0,2 5 3 0 0,1 0 0 0 0,-1 0 1 0 0,-1 1-1 0 0,0-1 0 0 0,1 1 0 0 0,-2 0 0 0 0,1-1 0 0 0,-1 1 0 0 0,0 8 0 0 0,2-2 4 0 0,22 286 82 0 0,-21-212 3 0 0,3 132 249 0 0,-5-88-96 0 0,27 192 0 0 0,-26-306-196 0 0,1 0 0 0 0,0 0 0 0 0,1 0 0 0 0,10 23 0 0 0,-12-36 16 0 0,-1 1 1 0 0,0 0-1 0 0,1-1 1 0 0,0 0-1 0 0,0 0 1 0 0,0 1-1 0 0,1-2 0 0 0,-1 1 1 0 0,1 0-1 0 0,0-1 1 0 0,0 0-1 0 0,0 0 1 0 0,1 0-1 0 0,-1 0 1 0 0,1-1-1 0 0,-1 1 0 0 0,1-1 1 0 0,7 2-1 0 0,-7-3-31 0 0,-1-1 0 0 0,1 0 0 0 0,-1 1 0 0 0,0-2 0 0 0,1 1-1 0 0,-1 0 1 0 0,1-1 0 0 0,-1 0 0 0 0,0 0 0 0 0,1 0-1 0 0,-1 0 1 0 0,0-1 0 0 0,0 0 0 0 0,7-4 0 0 0,1-1 18 0 0,-1 0 0 0 0,0-1 0 0 0,14-13 0 0 0,-8 4 3 0 0,0-1-1 0 0,-2 0 1 0 0,0-1-1 0 0,20-34 1 0 0,-13 15-1424 0 0,27-69 1 0 0,-45 98 645 0 0,-1 0 1 0 0,0-1 0 0 0,-1 1 0 0 0,0-1-1 0 0,1-11 1 0 0,-3 17-139 0 0,0-1-1 0 0,0 1 0 0 0,0-1 1 0 0,-1 1-1 0 0,1-1 1 0 0,-1 1-1 0 0,0-1 1 0 0,-2-4-1 0 0,-4-6-5145 0 0</inkml:trace>
</inkml:ink>
</file>

<file path=ppt/ink/ink4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21:52.3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114 82 1128 0 0,'-110'27'14673'0'0,"106"-26"-13282"0"0,8-2-1280 0 0,110-30-78 0 0,-30 6-1380 0 0,24-1-1846 0 0,-36 10-1668 0 0,-21 5-670 0 0</inkml:trace>
</inkml:ink>
</file>

<file path=ppt/ink/ink4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21:52.8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1 105 1452 0 0,'1'0'6010'0'0,"12"-7"-665"0"0,20-10 324 0 0,-14 7-5310 0 0,-1 0 1 0 0,2 2-1 0 0,-1 0 1 0 0,23-5-1 0 0,2 0-1212 0 0,12-2-2211 0 0,-13 11-5173 0 0,-22 4 2522 0 0</inkml:trace>
  <inkml:trace contextRef="#ctx0" brushRef="#br0" timeOffset="1">276 208 1648 0 0,'-20'19'5469'0'0,"-25"19"0"0"0,43-36-5230 0 0,0 0-1 0 0,0-1 0 0 0,1 1 0 0 0,-1 0 0 0 0,1 0 0 0 0,-1 1 0 0 0,1-1 0 0 0,0 0 0 0 0,0 0 0 0 0,-1 3 0 0 0,5-3-161 0 0,-1-1 0 0 0,1 1 0 0 0,0-1 0 0 0,1 0 0 0 0,-1 1 0 0 0,0-1 0 0 0,0-1 0 0 0,0 1 0 0 0,0 0 0 0 0,1-1 0 0 0,-1 0 0 0 0,0 0 0 0 0,1 0-1 0 0,5 0 1 0 0,58-8-233 0 0,-53 6 47 0 0,146-28-3173 0 0,-55 3-1983 0 0,-36 9 122 0 0</inkml:trace>
</inkml:ink>
</file>

<file path=ppt/ink/ink4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21:53.7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831 199 2436 0 0,'15'-31'8288'0'0,"-4"2"-3491"0"0,-9 23-4125 0 0,-1 0-1 0 0,1 0 1 0 0,-1 0-1 0 0,-1 0 1 0 0,1 0-1 0 0,-1 0 1 0 0,-1-13-1 0 0,0 16-594 0 0,0-1 0 0 0,0 1 0 0 0,0-1 0 0 0,0 1 0 0 0,0-1 0 0 0,-1 1 0 0 0,1 0 0 0 0,-1 0 0 0 0,0 0 0 0 0,0-1 0 0 0,0 2-1 0 0,0-1 1 0 0,-1 0 0 0 0,1 0 0 0 0,-1 1 0 0 0,0 0 0 0 0,0-1 0 0 0,0 1 0 0 0,0 0 0 0 0,0 0 0 0 0,0 1 0 0 0,-4-3 0 0 0,2 2-70 0 0,0 0 0 0 0,-1 0 0 0 0,1 1 0 0 0,0-1 0 0 0,-1 1 0 0 0,1 0 1 0 0,-1 1-1 0 0,1-1 0 0 0,-1 1 0 0 0,1 0 0 0 0,-1 1 0 0 0,1-1 0 0 0,-11 3 0 0 0,0 1 3 0 0,-1 1 0 0 0,1 0 0 0 0,-16 8 0 0 0,19-6-8 0 0,0 0 0 0 0,0 0 0 0 0,1 1 0 0 0,0 0 0 0 0,0 1 0 0 0,1 1 0 0 0,1 0 0 0 0,-18 19 0 0 0,15-11 12 0 0,1 0-1 0 0,0 0 0 0 0,1 1 0 0 0,1 0 0 0 0,-9 25 0 0 0,-1 18 141 0 0,2 1 0 0 0,-17 123 1 0 0,31-161-92 0 0,-9 69 345 0 0,0 132-1 0 0,21 94 1038 0 0,1-165-472 0 0,-1 490 2683 0 0,-104 201-1615 0 0,55-532-1629 0 0,-84 458-412 0 0,56-383 0 0 0,59-334 0 0 0,-10 80 0 0 0,18-113 0 0 0,1-1 0 0 0,1 1 0 0 0,0 0 0 0 0,6 25 0 0 0,-6-43 0 0 0,1 0 0 0 0,0 0 0 0 0,0 0 0 0 0,0 0 0 0 0,1 0 0 0 0,-1 0 0 0 0,1-1 0 0 0,0 1 0 0 0,0 0 0 0 0,0-1 0 0 0,1 0 0 0 0,2 4 0 0 0,-3-5 0 0 0,1 0 0 0 0,-1 0 0 0 0,1 0 0 0 0,-1-1 0 0 0,1 1 0 0 0,0-1 0 0 0,0 0 0 0 0,0 1 0 0 0,0-1 0 0 0,0-1 0 0 0,0 1 0 0 0,0 0 0 0 0,0-1 0 0 0,0 1 0 0 0,0-1 0 0 0,5 0 0 0 0,18-3-107 0 0,1 0 1 0 0,-1-2-1 0 0,0-1 1 0 0,0-2-1 0 0,35-14 0 0 0,-22 9-298 0 0,67-26-3804 0 0,114-59 0 0 0,-12-17-6701 0 0,-103 50 920 0 0</inkml:trace>
</inkml:ink>
</file>

<file path=ppt/ink/ink4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21:54.8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36 107 2196 0 0,'-13'-8'7183'0'0,"12"7"-7073"0"0,-16-14 4528 0 0,16 15-4526 0 0,1-1 0 0 0,-1 0 1 0 0,1 1-1 0 0,-1-1 1 0 0,1 0-1 0 0,0 0 0 0 0,-1 0 1 0 0,1 1-1 0 0,0-1 1 0 0,0 0-1 0 0,-1 0 0 0 0,1 0 1 0 0,0 0-1 0 0,0 0 1 0 0,0 0-1 0 0,0 1 0 0 0,0-1 1 0 0,0 0-1 0 0,1 0 1 0 0,-1 0-1 0 0,0 0 0 0 0,0 0 1 0 0,0 1-1 0 0,1-1 0 0 0,-1 0 1 0 0,1 0-1 0 0,-1 0 1 0 0,0 1-1 0 0,1-1 0 0 0,-1 0 1 0 0,1 0-1 0 0,0 0 1 0 0,5-5-62 0 0,0 1 0 0 0,0 0 0 0 0,1 0-1 0 0,0 0 1 0 0,0 1 0 0 0,0 0 0 0 0,0 1 0 0 0,0-1 0 0 0,1 1 0 0 0,0 0 0 0 0,-1 1 0 0 0,1 0 0 0 0,0 0 0 0 0,0 1 0 0 0,9 0 0 0 0,-12 0-49 0 0,0 1 0 0 0,0 0 0 0 0,0 1-1 0 0,0-1 1 0 0,0 1 0 0 0,0 0 0 0 0,0 0 0 0 0,0 1 0 0 0,0-1 0 0 0,-1 1 0 0 0,8 4 0 0 0,-9-4 6 0 0,0 0 1 0 0,0 0-1 0 0,0 1 1 0 0,-1-1-1 0 0,1 1 1 0 0,0 0-1 0 0,-1 0 1 0 0,0 0 0 0 0,0 0-1 0 0,0 0 1 0 0,0 0-1 0 0,0 0 1 0 0,0 1-1 0 0,-1-1 1 0 0,0 1 0 0 0,2 7-1 0 0,-1-1 13 0 0,-1 1 0 0 0,0-1 0 0 0,0 1 0 0 0,-2 0 0 0 0,1-1 0 0 0,-1 1 0 0 0,0 0 0 0 0,-1-1 0 0 0,-1 1 0 0 0,1-1 0 0 0,-2 0 0 0 0,-8 19-1 0 0,-6 7-2 0 0,-1-1-1 0 0,-28 37 0 0 0,18-29-5 0 0,-29 50 99 0 0,58-93-109 0 0,0 0 1 0 0,0 1 0 0 0,0-1-1 0 0,0 0 1 0 0,0 1-1 0 0,0-1 1 0 0,0 0 0 0 0,0 1-1 0 0,0-1 1 0 0,0 1-1 0 0,0-1 1 0 0,0 0 0 0 0,0 1-1 0 0,0-1 1 0 0,0 0-1 0 0,0 1 1 0 0,0-1 0 0 0,0 0-1 0 0,0 1 1 0 0,0-1-1 0 0,1 0 1 0 0,-1 1 0 0 0,0-1-1 0 0,0 0 1 0 0,1 1-1 0 0,-1-1 1 0 0,0 0 0 0 0,0 0-1 0 0,1 1 1 0 0,-1-1-1 0 0,0 0 1 0 0,0 0 0 0 0,1 1-1 0 0,-1-1 1 0 0,0 0-1 0 0,1 0 1 0 0,-1 0 0 0 0,1 0-1 0 0,-1 0 1 0 0,0 1-1 0 0,1-1 1 0 0,18 5 68 0 0,11-5-33 0 0,-1-2 0 0 0,1 0 0 0 0,42-10-1 0 0,-23 4-159 0 0,57-2-2574 0 0,-36 10-5505 0 0,-49 2 2027 0 0</inkml:trace>
</inkml:ink>
</file>

<file path=ppt/ink/ink4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21:55.5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130 0 2168 0 0,'-20'19'4760'0'0,"-41"27"-1"0"0,14-11 698 0 0,45-34-3947 0 0,5 3-444 0 0,-3-4-1045 0 0,0 1 0 0 0,0-1 0 0 0,0 0 0 0 0,0 0 0 0 0,0 1 0 0 0,0-1 0 0 0,0 0 0 0 0,0 0 0 0 0,0 1-1 0 0,0-1 1 0 0,0 0 0 0 0,1 0 0 0 0,-1 1 0 0 0,0-1 0 0 0,0 0 0 0 0,0 0 0 0 0,0 0 0 0 0,0 1 0 0 0,1-1 0 0 0,-1 0 0 0 0,0 0 0 0 0,0 0-1 0 0,0 0 1 0 0,1 1 0 0 0,-1-1 0 0 0,0 0 0 0 0,0 0 0 0 0,1 0 0 0 0,-1 0 0 0 0,0 0 0 0 0,0 0 0 0 0,1 0 0 0 0,-1 0 0 0 0,0 1 0 0 0,0-1-1 0 0,1 0 1 0 0,-1 0 0 0 0,0 0 0 0 0,0 0 0 0 0,1 0 0 0 0,-1-1 0 0 0,0 1 0 0 0,86-10 1809 0 0,-43 4-1548 0 0,-1 2 0 0 0,1 1 1 0 0,70 6-1 0 0,-107-3-282 0 0,-1 1 0 0 0,0 0 0 0 0,0 0 0 0 0,-1 0 0 0 0,1 1 0 0 0,0-1 0 0 0,0 1 0 0 0,0 0 0 0 0,-1 1 0 0 0,0-1 0 0 0,1 1 0 0 0,-1 0 0 0 0,0 0 0 0 0,0 0 0 0 0,0 1 0 0 0,-1-1 0 0 0,1 1 0 0 0,-1 0 0 0 0,0 0 0 0 0,5 8 0 0 0,-7-10-2 0 0,-1 1 1 0 0,1 0-1 0 0,-1-1 1 0 0,0 1-1 0 0,0-1 0 0 0,1 1 1 0 0,-2 0-1 0 0,1-1 1 0 0,0 1-1 0 0,0 0 1 0 0,-1-1-1 0 0,0 1 1 0 0,1-1-1 0 0,-1 1 0 0 0,0-1 1 0 0,0 1-1 0 0,-3 3 1 0 0,-1 4 9 0 0,-1-1 0 0 0,-12 14 0 0 0,16-21-9 0 0,-26 26 26 0 0,-21 15 0 0 0,35-27-36 0 0,13-15 4 0 0,-7 10-21 0 0,8-10 30 0 0,0 1 0 0 0,1 0 0 0 0,-1-1 0 0 0,1 1 0 0 0,-1-1 0 0 0,1 1 0 0 0,0-1 0 0 0,0 1 0 0 0,0-1 0 0 0,0 1 0 0 0,0-1 0 0 0,0 0-1 0 0,0 1 1 0 0,0-1 0 0 0,0 0 0 0 0,1 0 0 0 0,-1 0 0 0 0,2 1 0 0 0,36 27 6 0 0,-22-17 1 0 0,2 3-3 0 0,-1 0 1 0 0,-1 2 0 0 0,18 20-1 0 0,-29-30 109 0 0,0 1-1 0 0,0 0 0 0 0,-1 0 1 0 0,0 1-1 0 0,0 0 1 0 0,-1-1-1 0 0,0 1 0 0 0,-1 1 1 0 0,0-1-1 0 0,2 14 0 0 0,-4-18 50 0 0,0-1 0 0 0,-1 1-1 0 0,0 0 1 0 0,0 0 0 0 0,0 0-1 0 0,-1 0 1 0 0,0 0 0 0 0,0 0-1 0 0,0 0 1 0 0,-1-1 0 0 0,1 1-1 0 0,-1 0 1 0 0,0-1 0 0 0,0 1-1 0 0,-4 5 1 0 0,1-4 22 0 0,0-1 0 0 0,0 1 0 0 0,0-1 0 0 0,0 0 0 0 0,-1 0 0 0 0,0 0 0 0 0,0-1 0 0 0,0 0 0 0 0,-10 5 0 0 0,0-2-35 0 0,0-1 1 0 0,0 0-1 0 0,0-1 0 0 0,-1-1 1 0 0,0-1-1 0 0,0 0 1 0 0,0-1-1 0 0,-20 0 1 0 0,20-2-277 0 0,-15 0-712 0 0,1 0 0 0 0,-42-8 1 0 0,69 7-245 0 0</inkml:trace>
</inkml:ink>
</file>

<file path=ppt/ink/ink4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21:56.1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159 0 2200 0 0,'-3'2'2872'0'0,"-24"8"4076"0"0,24-9-5102 0 0,0 0-167 0 0,-10 3-176 0 0,10-3-184 0 0,-20 13 5903 0 0,22-13-7081 0 0,-1 0 0 0 0,1 0 0 0 0,0 0-1 0 0,0 1 1 0 0,0-1 0 0 0,-1 0 0 0 0,1 1 0 0 0,1-1 0 0 0,-1 1 0 0 0,0-1-1 0 0,0 1 1 0 0,0 0 0 0 0,1-1 0 0 0,-1 1 0 0 0,1 0 0 0 0,-1 2 0 0 0,-3 35 1411 0 0,1-10-744 0 0,-12 105 1100 0 0,8-50-1424 0 0,2-38-991 0 0,-13 101 1382 0 0,2-52-7254 0 0</inkml:trace>
</inkml:ink>
</file>

<file path=ppt/ink/ink4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21:56.9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 20 8 0 0,'16'-18'14931'0'0,"-16"18"-14898"0"0,1 0-1 0 0,-1 0 1 0 0,0 0 0 0 0,0 0 0 0 0,0 0 0 0 0,0-1 0 0 0,0 1 0 0 0,0 0 0 0 0,0 0 0 0 0,0 0 0 0 0,0 0-1 0 0,0 0 1 0 0,1 0 0 0 0,-1 0 0 0 0,0 0 0 0 0,0 0 0 0 0,0 0 0 0 0,0 0 0 0 0,0 0 0 0 0,0 0-1 0 0,1-1 1 0 0,-1 1 0 0 0,0 0 0 0 0,0 0 0 0 0,0 0 0 0 0,0 0 0 0 0,0 0 0 0 0,0 0 0 0 0,1 0 0 0 0,-1 0-1 0 0,0 0 1 0 0,0 1 0 0 0,0-1 0 0 0,0 0 0 0 0,0 0 0 0 0,0 0 0 0 0,1 0 0 0 0,-1 0 0 0 0,0 0-1 0 0,0 0 1 0 0,0 0 0 0 0,0 0 0 0 0,0 0 0 0 0,0 0 0 0 0,0 0 0 0 0,0 1 0 0 0,1-1 0 0 0,-1 0-1 0 0,0 0 1 0 0,0 0 0 0 0,0 0 0 0 0,0 0 0 0 0,0 0 0 0 0,0 0 0 0 0,0 1 0 0 0,0-1 0 0 0,2 14 972 0 0,-4 27-42 0 0,1-32-613 0 0,-25 251 3802 0 0,21-224-3877 0 0,1-12-35 0 0,-1 30 1 0 0,2-38 159 0 0,-1-4 470 0 0,3-5-3136 0 0</inkml:trace>
</inkml:ink>
</file>

<file path=ppt/ink/ink4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21:57.8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45 6 580 0 0,'-10'10'7570'0'0,"8"-8"-7223"0"0,-1-1 711 0 0,0 1 0 0 0,0 0-1 0 0,1 0 1 0 0,-1 0 0 0 0,1 0 0 0 0,-1 0-1 0 0,1 0 1 0 0,0 1 0 0 0,0-1 0 0 0,0 1-1 0 0,-3 4 1 0 0,5-6-1046 0 0,1 0 0 0 0,0-1-1 0 0,-1 1 1 0 0,1-1 0 0 0,0 1 0 0 0,-1-1 0 0 0,1 1 0 0 0,0-1-1 0 0,0 0 1 0 0,0 1 0 0 0,-1-1 0 0 0,1 0 0 0 0,0 1 0 0 0,0-1-1 0 0,0 0 1 0 0,0 0 0 0 0,-1 0 0 0 0,1 0 0 0 0,0 0 0 0 0,0 0-1 0 0,2 0 1 0 0,13 0 27 0 0,24-2 33 0 0,-1-1-1 0 0,42-10 1 0 0,-6 1-5 0 0,-54 10-47 0 0,3-1 64 0 0,31-7 0 0 0,-8 0-42 0 0,-44 10-52 0 0</inkml:trace>
</inkml:ink>
</file>

<file path=ppt/ink/ink4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21:58.7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120 122 1500 0 0,'-1'-2'2492'0'0,"-10"-46"9014"0"0,10 17-8056 0 0,1 29-3379 0 0,1 0 0 0 0,0 0 0 0 0,0 0-1 0 0,0 1 1 0 0,0-1 0 0 0,0 0-1 0 0,0 0 1 0 0,1 1 0 0 0,-1-1 0 0 0,0 1-1 0 0,1-1 1 0 0,-1 1 0 0 0,1 0 0 0 0,-1 0-1 0 0,1-1 1 0 0,0 1 0 0 0,0 0-1 0 0,-1 1 1 0 0,3-2 0 0 0,0 0-43 0 0,-1 1 1 0 0,1-1 0 0 0,-1 1-1 0 0,1 0 1 0 0,0 0 0 0 0,-1 0-1 0 0,1 0 1 0 0,0 1 0 0 0,6 0-1 0 0,-3 0-12 0 0,0 1-1 0 0,-1 0 1 0 0,1 1-1 0 0,0-1 1 0 0,0 2-1 0 0,-1-1 1 0 0,7 4-1 0 0,-9-4-2 0 0,-1 0 0 0 0,0 0-1 0 0,0 0 1 0 0,0 1 0 0 0,0-1 0 0 0,0 1-1 0 0,0 0 1 0 0,-1-1 0 0 0,0 2 0 0 0,1-1-1 0 0,-1 0 1 0 0,0 0 0 0 0,0 1 0 0 0,-1-1-1 0 0,1 1 1 0 0,-1-1 0 0 0,0 1 0 0 0,0 0-1 0 0,0-1 1 0 0,0 1 0 0 0,0 0-1 0 0,-1 7 1 0 0,0-2 17 0 0,-1 0 0 0 0,0-1 0 0 0,0 1 0 0 0,-1-1 0 0 0,0 1 0 0 0,-1-1 0 0 0,1 0 0 0 0,-2 1 0 0 0,-6 12 0 0 0,-36 64 227 0 0,45-84-212 0 0,1 1-20 0 0,0-2-13 0 0,0 0 0 0 0,0 1 0 0 0,0-1 0 0 0,-1 0 0 0 0,1 1 0 0 0,0-1 1 0 0,0 1-1 0 0,0-1 0 0 0,0 0 0 0 0,0 1 0 0 0,0-1 0 0 0,0 0 0 0 0,0 1 0 0 0,0-1 0 0 0,0 0 1 0 0,0 1-1 0 0,0-1 0 0 0,1 0 0 0 0,-1 1 0 0 0,0-1 0 0 0,0 0 0 0 0,0 1 0 0 0,0-1 0 0 0,1 0 0 0 0,-1 1 1 0 0,0-1-1 0 0,0 0 0 0 0,0 0 0 0 0,1 1 0 0 0,-1-1 0 0 0,0 0 0 0 0,0 0 0 0 0,1 0 0 0 0,-1 1 0 0 0,0-1 1 0 0,1 0-1 0 0,-1 0 0 0 0,0 0 0 0 0,1 0 0 0 0,-1 0 0 0 0,0 1 0 0 0,1-1 0 0 0,-1 0 0 0 0,0 0 1 0 0,1 0-1 0 0,0 0 0 0 0,1 0-63 0 0,1 1 62 0 0,0-1 0 0 0,6 1-19 0 0,0 0 1 0 0,0 0-1 0 0,-1 1 1 0 0,1 1-1 0 0,-1-1 1 0 0,1 1-1 0 0,-1 1 1 0 0,0 0-1 0 0,0 0 1 0 0,9 6 0 0 0,-11-6 111 0 0,1 0 0 0 0,-1 1 0 0 0,0-1 0 0 0,-1 1 0 0 0,1 1 0 0 0,-1-1 0 0 0,0 1 1 0 0,-1 0-1 0 0,1 0 0 0 0,-1 0 0 0 0,0 1 0 0 0,5 12 0 0 0,-8-16 15 0 0,0 0 1 0 0,-1 0-1 0 0,1 1 0 0 0,-1-1 0 0 0,0 1 1 0 0,0-1-1 0 0,0 0 0 0 0,-1 1 0 0 0,1-1 1 0 0,-1 0-1 0 0,0 1 0 0 0,0-1 0 0 0,0 0 1 0 0,0 0-1 0 0,0 0 0 0 0,-1 0 0 0 0,0 0 1 0 0,1 0-1 0 0,-4 4 0 0 0,-4 4 178 0 0,0-1-1 0 0,0 1 1 0 0,-13 9-1 0 0,21-19-273 0 0,-14 12 99 0 0,0-1 0 0 0,-2-1 0 0 0,1-1 0 0 0,-1 0 0 0 0,-1-1-1 0 0,0-1 1 0 0,0-1 0 0 0,-1 0 0 0 0,1-1 0 0 0,-35 5 0 0 0,47-10-253 0 0,0 0 0 0 0,0 0 0 0 0,0-1 1 0 0,0 0-1 0 0,0-1 0 0 0,0 1 0 0 0,0-1 0 0 0,0 0 1 0 0,0 0-1 0 0,0-1 0 0 0,0 0 0 0 0,0 0 1 0 0,0-1-1 0 0,-7-3 0 0 0,11 4-509 0 0,1 1-1 0 0,-1 0 1 0 0,0-1-1 0 0,0 1 1 0 0,1-1-1 0 0,-1 0 1 0 0,1 1 0 0 0,-3-4-1 0 0</inkml:trace>
</inkml:ink>
</file>

<file path=ppt/ink/ink4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21:59.5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58 17 932 0 0,'-19'2'21439'0'0,"21"-10"-18295"0"0,1-3 1632 0 0,-8 19-2300 0 0,2 1-2476 0 0,0 0 0 0 0,0 0 0 0 0,1 0 0 0 0,1 1 0 0 0,-2 15 0 0 0,-1 9 0 0 0,-5 34 0 0 0,-1 129 0 0 0,10-178-1163 0 0,1 0 0 0 0,1 0 0 0 0,7 29 0 0 0,-8-41 564 0 0,1 0 0 0 0,1 1 0 0 0,-1-1 0 0 0,1 0 0 0 0,1 0 0 0 0,-1-1 0 0 0,1 1 0 0 0,0-1 0 0 0,0 1 0 0 0,1-1 0 0 0,9 9 0 0 0,3-3-6540 0 0,4-3-4245 0 0</inkml:trace>
</inkml:ink>
</file>

<file path=ppt/ink/ink4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22:00.5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65 27 848 0 0,'0'0'2110'0'0,"-5"0"-316"0"0,-33 0 3531 0 0,34 0-3556 0 0,0 0-1063 0 0,-10 1 380 0 0,27 0 1071 0 0,28 0-940 0 0,185-17-590 0 0,-167 11-536 0 0,-19 3-31 0 0,-38 1-42 0 0,2 1-13 0 0,10-2 4 0 0,-11 2-7 0 0,0 0-4 0 0,3-1-832 0 0,9-1-512 0 0</inkml:trace>
</inkml:ink>
</file>

<file path=ppt/ink/ink4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22:01.3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149 164 1052 0 0,'-13'-32'7208'0'0,"8"20"-4915"0"0,0 1 1 0 0,1-1-1 0 0,-4-18 1 0 0,8 28-2237 0 0,0 0 1 0 0,-1 0 0 0 0,1 0 0 0 0,1 0-1 0 0,-1 0 1 0 0,0 0 0 0 0,0 0 0 0 0,1 0-1 0 0,-1 0 1 0 0,1 0 0 0 0,0 0 0 0 0,0 0-1 0 0,0 0 1 0 0,0 0 0 0 0,0 0 0 0 0,0 0-1 0 0,0 1 1 0 0,0-1 0 0 0,1 0 0 0 0,-1 1-1 0 0,1-1 1 0 0,-1 1 0 0 0,1 0 0 0 0,-1 0-1 0 0,1-1 1 0 0,0 1 0 0 0,0 0 0 0 0,2-1-1 0 0,2-1-42 0 0,-1 1 0 0 0,1 0 0 0 0,0-1 0 0 0,1 2 0 0 0,-1-1 0 0 0,11-1-1 0 0,-12 4-9 0 0,0-1 0 0 0,0 1-1 0 0,0 0 1 0 0,0 0 0 0 0,0 0-1 0 0,0 0 1 0 0,0 1 0 0 0,0 0-1 0 0,0 0 1 0 0,-1 1 0 0 0,1-1-1 0 0,-1 1 1 0 0,0 0 0 0 0,0 0-1 0 0,0 0 1 0 0,0 1 0 0 0,0-1-1 0 0,-1 1 1 0 0,1 0 0 0 0,4 7-1 0 0,-5-5 2 0 0,0-1 0 0 0,-1 1-1 0 0,1-1 1 0 0,-1 1-1 0 0,0 0 1 0 0,-1 0 0 0 0,0 0-1 0 0,0 0 1 0 0,0 0-1 0 0,0 0 1 0 0,-1 1 0 0 0,0-1-1 0 0,-1 0 1 0 0,1 0 0 0 0,-1 0-1 0 0,0 0 1 0 0,-1 0-1 0 0,1 0 1 0 0,-1 0 0 0 0,0 0-1 0 0,-5 7 1 0 0,-5 12 4 0 0,-2 0 0 0 0,0-1 0 0 0,-24 29 0 0 0,27-38-1 0 0,-36 49 55 0 0,46-62-11 0 0,4 0-38 0 0,-3-1-15 0 0,1-1 0 0 0,-1 0 1 0 0,0 0-1 0 0,0 1 0 0 0,0-1 0 0 0,0 0 0 0 0,0 0 1 0 0,1 0-1 0 0,-1 1 0 0 0,0-1 0 0 0,0 0 0 0 0,0 0 1 0 0,1 0-1 0 0,-1 0 0 0 0,0 1 0 0 0,0-1 1 0 0,1 0-1 0 0,-1 0 0 0 0,0 0 0 0 0,0 0 0 0 0,1 0 1 0 0,-1 0-1 0 0,0 0 0 0 0,0 0 0 0 0,1 0 0 0 0,-1 0 1 0 0,0 0-1 0 0,0 0 0 0 0,1 0 0 0 0,-1 0 0 0 0,0 0 1 0 0,0 0-1 0 0,1 0 0 0 0,-1 0 0 0 0,1 0 0 0 0,13-2-1 0 0,-11 2 6 0 0,1 0-9 0 0,0 0 3 0 0,0 0-1 0 0,0 0 1 0 0,0 0 0 0 0,0 1 0 0 0,-1-1-1 0 0,1 1 1 0 0,0 0 0 0 0,0 0 0 0 0,0 0 0 0 0,0 1-1 0 0,-1-1 1 0 0,1 1 0 0 0,-1 0 0 0 0,1 0-1 0 0,5 4 1 0 0,-3-1 7 0 0,5 3 8 0 0,-1 0-1 0 0,0 1 1 0 0,0 0-1 0 0,-1 1 1 0 0,0 0-1 0 0,0 1 1 0 0,12 21-1 0 0,-19-30 57 0 0,-1 1-1 0 0,1 0 0 0 0,-1-1 0 0 0,0 1 0 0 0,0 0 0 0 0,0 0 0 0 0,0 0 0 0 0,0 0 0 0 0,-1 0 0 0 0,0 0 0 0 0,1 0 0 0 0,-1 0 0 0 0,0 0 0 0 0,0 0 0 0 0,-1 0 1 0 0,1 0-1 0 0,-2 6 0 0 0,0-4-9 0 0,0-1 1 0 0,0 0 0 0 0,0 0-1 0 0,0 0 1 0 0,-1 0 0 0 0,0 0 0 0 0,0 0-1 0 0,0 0 1 0 0,0-1 0 0 0,-6 5-1 0 0,-2 0-9 0 0,0 0 0 0 0,0 0 0 0 0,-1-2 0 0 0,0 1 0 0 0,0-1 0 0 0,0-1 0 0 0,-15 4 0 0 0,9-5 152 0 0,-1 0 0 0 0,1-1-1 0 0,-1-1 1 0 0,0-1 0 0 0,-22-2-1 0 0,8 0-2389 0 0,6 0-2486 0 0,0 1-3461 0 0</inkml:trace>
  <inkml:trace contextRef="#ctx0" brushRef="#br0" timeOffset="1">114 1398 2700 0 0,'-18'16'19027'0'0,"16"6"-18077"0"0,1 38 0 0 0,-1 14-154 0 0,-12 124-1229 0 0,13-156-4143 0 0,1 2-4197 0 0,0-28 536 0 0</inkml:trace>
</inkml:ink>
</file>

<file path=ppt/ink/ink4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22:02.1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55 103 1912 0 0,'1'-3'2088'0'0,"0"1"-1578"0"0,4-12 2885 0 0,-1 0 1 0 0,0 0-1 0 0,-1 0 1 0 0,2-28-1 0 0,3 70-2053 0 0,-14 116 175 0 0,-30 164 0 0 0,30-264-1752 0 0,-10 34-3043 0 0,7-45-834 0 0,2-7-2066 0 0,1-7-3478 0 0</inkml:trace>
</inkml:ink>
</file>

<file path=ppt/ink/ink4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22:03.1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146 85 224 0 0,'-3'0'1884'0'0,"-79"-14"8468"0"0,79 14-8830 0 0,-1-1-776 0 0,-10 0-19 0 0,11 0 705 0 0,-25-1 3592 0 0,23 2-5336 0 0,2 0 658 0 0,6-1-237 0 0,27-6 139 0 0,0 1-1 0 0,47-3 0 0 0,-55 7-216 0 0,170-21 173 0 0,-189 23-208 0 0,16-2 9 0 0,-15 2 8 0 0,15-2 127 0 0,-13 0 1327 0 0,1 0-3542 0 0,-5 2 847 0 0,0 0 0 0 0,-1-1 0 0 0,1 0 0 0 0,0 1 0 0 0,-1-1 1 0 0,1 0-1 0 0,-1 0 0 0 0,1 0 0 0 0,2-2-1228 0 0</inkml:trace>
</inkml:ink>
</file>

<file path=ppt/ink/ink4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22:04.4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412 106 2664 0 0,'5'-10'2069'0'0,"0"0"0"0"0,-1 0 0 0 0,0 0 0 0 0,-1-1 0 0 0,0 1-1 0 0,2-13 1 0 0,-5 21-1437 0 0,-3-16 1161 0 0,2 17-1626 0 0,-16 5 103 0 0,6 2-228 0 0,1-1 0 0 0,0 1 0 0 0,0 1 0 0 0,1 0-1 0 0,0 1 1 0 0,0-1 0 0 0,-15 19 0 0 0,9-10-9 0 0,-39 39 64 0 0,-70 91 1 0 0,105-120-91 0 0,1 1 0 0 0,2 0 1 0 0,0 2-1 0 0,2 0 0 0 0,1 0 1 0 0,-12 41-1 0 0,21-54-1 0 0,1-1 1 0 0,0 1-1 0 0,1 0 0 0 0,1 0 1 0 0,1 0-1 0 0,0 0 0 0 0,1 0 1 0 0,5 29-1 0 0,-5-39 11 0 0,0 0 0 0 0,1 0 0 0 0,0 0 0 0 0,0-1 0 0 0,0 1 0 0 0,1-1 0 0 0,-1 1 0 0 0,1-1-1 0 0,1 0 1 0 0,-1 0 0 0 0,1 0 0 0 0,0 0 0 0 0,0-1 0 0 0,0 0 0 0 0,1 1 0 0 0,-1-1 0 0 0,1-1 0 0 0,0 1 0 0 0,0-1 0 0 0,0 0 0 0 0,1 0 0 0 0,-1-1 0 0 0,1 1 0 0 0,0-1-1 0 0,0 0 1 0 0,-1-1 0 0 0,8 2 0 0 0,-8-2 70 0 0,0-1 0 0 0,0 1 0 0 0,0-1 0 0 0,0 0 0 0 0,0 0-1 0 0,0 0 1 0 0,0-1 0 0 0,0 1 0 0 0,-1-1 0 0 0,1-1 0 0 0,0 1-1 0 0,0-1 1 0 0,-1 1 0 0 0,1-1 0 0 0,0-1 0 0 0,-1 1 0 0 0,0-1 0 0 0,8-5-1 0 0,-11 6-70 0 0,1 1-1 0 0,-1-1 1 0 0,1 0-1 0 0,-1 0 0 0 0,0 0 1 0 0,0 0-1 0 0,0 0 0 0 0,0 0 1 0 0,0 0-1 0 0,-1 0 1 0 0,1 0-1 0 0,0 0 0 0 0,-1-1 1 0 0,0 1-1 0 0,1 0 0 0 0,-1 0 1 0 0,0-3-1 0 0,0-1-1 0 0,-1 0-1 0 0,1 1 0 0 0,-1-1 1 0 0,0 0-1 0 0,-3-6 1 0 0,3 8-50 0 0,-1 0 0 0 0,0 0 0 0 0,0 1 0 0 0,0-1 0 0 0,0 1 0 0 0,-1-1-1 0 0,1 1 1 0 0,-1 0 0 0 0,0 0 0 0 0,0 0 0 0 0,0 1 0 0 0,0-1 0 0 0,-1 0 0 0 0,1 1 0 0 0,-1 0 0 0 0,1 0 0 0 0,-1 0 0 0 0,0 1 0 0 0,0-1 0 0 0,0 1 0 0 0,0 0 0 0 0,0 0 0 0 0,0 0 0 0 0,0 0 0 0 0,0 1 0 0 0,-4-1-1 0 0,4 1-253 0 0,0 0-1 0 0,0 1 1 0 0,0-1-1 0 0,1 1 1 0 0,-1 0-1 0 0,0 0 1 0 0,1 0-1 0 0,-1 0 0 0 0,0 0 1 0 0,1 1-1 0 0,0 0 1 0 0,-1 0-1 0 0,1 0 1 0 0,0 0-1 0 0,0 0 1 0 0,0 1-1 0 0,0-1 0 0 0,-4 6 1 0 0,-3 3-2041 0 0,1 1 1 0 0,0 1-1 0 0,-10 18 1 0 0,12-12-2611 0 0</inkml:trace>
</inkml:ink>
</file>

<file path=ppt/ink/ink4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22:05.7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403 125 1612 0 0,'-20'1'2691'0'0,"0"0"0"0"0,0-2 0 0 0,0-1 0 0 0,1 0 0 0 0,-27-6 0 0 0,44 7-2447 0 0,-1 0 0 0 0,1 0 0 0 0,-1 0 1 0 0,1-1-1 0 0,-1 1 0 0 0,1-1 1 0 0,0 1-1 0 0,0-1 0 0 0,0 0 0 0 0,-2-1 1 0 0,0-1 113 0 0,3 3-315 0 0,1 0 0 0 0,0 0 0 0 0,0 0-1 0 0,-1 0 1 0 0,1 0 0 0 0,0 0 0 0 0,0 0 0 0 0,0 0 0 0 0,0 0 0 0 0,0 0 0 0 0,1 0 0 0 0,-1 0 0 0 0,0 0 0 0 0,0 0 0 0 0,1 0 0 0 0,-1 0 0 0 0,0 0 0 0 0,1 0 0 0 0,-1 0 0 0 0,1 0 0 0 0,0 0 0 0 0,-1 0 0 0 0,1 0 0 0 0,0 0 0 0 0,1-1 0 0 0,6-5 43 0 0,0 1 0 0 0,1 0 0 0 0,0 0 0 0 0,0 0 0 0 0,0 1 0 0 0,1 1 0 0 0,0 0 0 0 0,0 0 0 0 0,0 0 0 0 0,0 2-1 0 0,16-4 1 0 0,-10 4-57 0 0,0 0-1 0 0,0 1 0 0 0,0 0 0 0 0,0 1 0 0 0,0 1 0 0 0,32 6 0 0 0,-40-5-22 0 0,0 0 1 0 0,0 0-1 0 0,0 1 1 0 0,-1 0-1 0 0,1 1 0 0 0,-1 0 1 0 0,0 0-1 0 0,0 1 0 0 0,7 5 1 0 0,-10-7-2 0 0,-1 0 0 0 0,0 0-1 0 0,0 1 1 0 0,0-1 0 0 0,0 1 0 0 0,-1 0 0 0 0,0-1 0 0 0,1 1 0 0 0,-1 0 0 0 0,-1 1 0 0 0,1-1 0 0 0,0 0-1 0 0,-1 0 1 0 0,0 1 0 0 0,0-1 0 0 0,-1 1 0 0 0,1-1 0 0 0,-1 6 0 0 0,0 1 0 0 0,-2 0 1 0 0,0 0-1 0 0,0 0 1 0 0,-1 0 0 0 0,0-1-1 0 0,0 1 1 0 0,-2-1-1 0 0,1 0 1 0 0,-1 0-1 0 0,-1-1 1 0 0,-12 18-1 0 0,-3 1 13 0 0,-2-1 0 0 0,-37 34 0 0 0,-71 53 22 0 0,126-110-30 0 0,4-2-7 0 0,0-1 1 0 0,0 0-1 0 0,0 0 0 0 0,0 1 0 0 0,0-1 0 0 0,0 0 1 0 0,-1 0-1 0 0,1 0 0 0 0,0 0 0 0 0,-1-1 0 0 0,-2 2 0 0 0,7 1 9 0 0,-3-3-11 0 0,1 1-1 0 0,-1-1 1 0 0,0 0 0 0 0,0 0 0 0 0,0 0 0 0 0,0 1-1 0 0,0-1 1 0 0,1 0 0 0 0,-1 0 0 0 0,0 0 0 0 0,0 1-1 0 0,0-1 1 0 0,0 0 0 0 0,1 0 0 0 0,-1 0 0 0 0,0 0-1 0 0,0 0 1 0 0,1 0 0 0 0,-1 0 0 0 0,0 1 0 0 0,0-1-1 0 0,1 0 1 0 0,-1 0 0 0 0,0 0 0 0 0,0 0 0 0 0,1 0-1 0 0,-1 0 1 0 0,0 0 0 0 0,0 0 0 0 0,1 0 0 0 0,-1 0-1 0 0,0 0 1 0 0,0 0 0 0 0,1-1 0 0 0,-1 1 0 0 0,0 0-1 0 0,0 0 1 0 0,1 0 0 0 0,-1 0 0 0 0,20-6-252 0 0,220-51 734 0 0,-117 43-3725 0 0,-92 13-1991 0 0,63 6 1 0 0,-71-3-2446 0 0</inkml:trace>
  <inkml:trace contextRef="#ctx0" brushRef="#br0" timeOffset="1">137 1248 1552 0 0,'-135'50'18099'0'0,"134"-57"-17133"0"0,1 6-935 0 0,0 1 0 0 0,0-1 0 0 0,0 1 0 0 0,0-1 0 0 0,0 1 0 0 0,0-1 0 0 0,0 1 0 0 0,0-1 1 0 0,0 0-1 0 0,0 1 0 0 0,0-1 0 0 0,0 1 0 0 0,1-1 0 0 0,-1 1 0 0 0,0-1 0 0 0,0 1 0 0 0,1-1 0 0 0,-1 1 0 0 0,0-1 0 0 0,1 1 0 0 0,-1 0 0 0 0,0-1 1 0 0,1 1-1 0 0,-1-1 0 0 0,0 1 0 0 0,1 0 0 0 0,-1-1 0 0 0,1 1 0 0 0,-1 0 0 0 0,1-1 0 0 0,-1 1 0 0 0,1 0 0 0 0,-1 0 0 0 0,1 0 0 0 0,-1-1 1 0 0,1 1-1 0 0,9-7 46 0 0,1 1 0 0 0,0 0 1 0 0,0 1-1 0 0,0 0 1 0 0,0 0-1 0 0,1 1 0 0 0,0 1 1 0 0,-1 0-1 0 0,1 0 1 0 0,1 1-1 0 0,-1 1 0 0 0,0 0 1 0 0,0 1-1 0 0,19 1 0 0 0,-23 0-72 0 0,0 1-1 0 0,-1-1 1 0 0,1 1 0 0 0,0 1-1 0 0,-1-1 1 0 0,0 1-1 0 0,0 1 1 0 0,0-1-1 0 0,13 9 1 0 0,-18-10 2 0 0,1 1 0 0 0,0-1 0 0 0,-1 1 1 0 0,1-1-1 0 0,-1 1 0 0 0,0 0 0 0 0,1 0 0 0 0,-1 0 1 0 0,-1 0-1 0 0,1 1 0 0 0,0-1 0 0 0,-1 0 0 0 0,0 1 1 0 0,0-1-1 0 0,0 1 0 0 0,0-1 0 0 0,0 1 0 0 0,-1-1 1 0 0,0 1-1 0 0,1 0 0 0 0,-1-1 0 0 0,-1 1 1 0 0,1 0-1 0 0,0-1 0 0 0,-2 6 0 0 0,-1 0 14 0 0,1 0-1 0 0,-2 0 1 0 0,1 0-1 0 0,-1 0 0 0 0,-1-1 1 0 0,-8 14-1 0 0,-41 46 497 0 0,5-6 65 0 0,48-60-511 0 0,1-2-67 0 0,0 1 0 0 0,0-1 0 0 0,0 1 0 0 0,0-1 0 0 0,1 1 0 0 0,-1-1 0 0 0,0 1 0 0 0,0-1 1 0 0,1 1-1 0 0,-1-1 0 0 0,0 0 0 0 0,1 1 0 0 0,-1-1 0 0 0,0 1 0 0 0,1-1 0 0 0,-1 0 0 0 0,1 1 0 0 0,-1-1 0 0 0,0 0 0 0 0,1 0 0 0 0,-1 1 0 0 0,1-1 1 0 0,-1 0-1 0 0,1 0 0 0 0,-1 0 0 0 0,1 0 0 0 0,-1 0 0 0 0,1 1 0 0 0,-1-1 0 0 0,1 0 0 0 0,-1 0 0 0 0,1 0 0 0 0,-1 0 0 0 0,1-1 0 0 0,19 0 16 0 0,-19 1-10 0 0,56-11-268 0 0,-1-2 0 0 0,99-37 1 0 0,-123 39-104 0 0,184-72-4040 0 0,-76 22-3558 0 0,-52 20-788 0 0</inkml:trace>
</inkml:ink>
</file>

<file path=ppt/ink/ink4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22:06.5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1725 72 1836 0 0,'-5'-10'6895'0'0,"3"6"-7401"0"0,-8-12 12874 0 0,4 10-10176 0 0,22 5-2050 0 0,38-5 43 0 0,191-18 25 0 0,-158 20-213 0 0,-84 4 14 0 0,1 0-34 0 0,13 0 40 0 0,-13 0-28 0 0,-1 0 23 0 0,0 1 3 0 0,-1 0 0 0 0,0-1 0 0 0,1 1 0 0 0,-1 0 0 0 0,0 1 0 0 0,0-1 0 0 0,0 0 0 0 0,0 1 0 0 0,0-1 0 0 0,0 1 0 0 0,0-1 0 0 0,-1 1 0 0 0,1 0 0 0 0,0 0 0 0 0,-1 0 0 0 0,0 0 0 0 0,1 0 0 0 0,-1 0 0 0 0,0 0-1 0 0,0 0 1 0 0,0 1 0 0 0,0-1 0 0 0,0 0 0 0 0,-1 1 0 0 0,1 3 0 0 0,3 11 390 0 0,-1-1-1 0 0,1 29 1 0 0,-3-36-257 0 0,3 45 511 0 0,38 396 1925 0 0,19 106-1184 0 0,-40 5-356 0 0,-52-134-8 0 0,-31-2-68 0 0,2-122-968 0 0,25-139 0 0 0,-15 179 0 0 0,37-59 0 0 0,8-128 0 0 0,-6 14 0 0 0,5-133 0 0 0,4-27 0 0 0,-1 0 0 0 0,0-1 0 0 0,0 1 0 0 0,-1-1 0 0 0,0 0 0 0 0,0 0 0 0 0,-1-1 0 0 0,-1 1 0 0 0,1-1 0 0 0,-1 0 0 0 0,-1 0 0 0 0,1-1 0 0 0,-1 0 0 0 0,-1 0 0 0 0,-8 6 0 0 0,-2 0 0 0 0,0-2 0 0 0,-1 0 0 0 0,-1-1 0 0 0,1-1 0 0 0,-1-1 0 0 0,-23 6 0 0 0,-44 11 0 0 0,-139 19 0 0 0,-94-8 0 0 0,-26-15-2593 0 0,-174-7-5766 0 0,297-9 5560 0 0,181-5-3761 0 0,8 0-3492 0 0</inkml:trace>
</inkml:ink>
</file>

<file path=ppt/ink/ink4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22:49.2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342 56 1908 0 0,'12'-9'8481'0'0,"3"-5"-545"0"0,-12 0-4986 0 0,-3 13-2890 0 0,0-1 0 0 0,-1 1 0 0 0,1 0-1 0 0,-1 0 1 0 0,1 1 0 0 0,-1-1 0 0 0,0 0 0 0 0,1 0-1 0 0,-1 0 1 0 0,0 0 0 0 0,0 0 0 0 0,1 1-1 0 0,-1-1 1 0 0,0 0 0 0 0,0 1 0 0 0,0-1-1 0 0,0 1 1 0 0,0-1 0 0 0,0 1 0 0 0,0-1 0 0 0,0 1-1 0 0,0 0 1 0 0,0-1 0 0 0,0 1 0 0 0,0 0-1 0 0,-1 0 1 0 0,1 0 0 0 0,0 0 0 0 0,0 0 0 0 0,0 0-1 0 0,0 0 1 0 0,-2 0 0 0 0,2 0-34 0 0,-3 0 29 0 0,0 1-39 0 0,-11 1 1 0 0,-1 1 1 0 0,1 1-1 0 0,0 0 0 0 0,0 1 0 0 0,-19 9 0 0 0,30-12-24 0 0,-3 2 5 0 0,-1 0 1 0 0,2 0-1 0 0,-1 0 1 0 0,0 1-1 0 0,1 0 1 0 0,0 1-1 0 0,0-1 1 0 0,1 1-1 0 0,-6 8 1 0 0,1-2 3 0 0,1 2-1 0 0,0-1 1 0 0,-10 24 0 0 0,10-15-16 0 0,1 0 0 0 0,1 1 0 0 0,1 0-1 0 0,1 0 1 0 0,-3 43 0 0 0,5 123-30 0 0,4-110 89 0 0,-1 102 152 0 0,7 419 961 0 0,-8 988-401 0 0,-25-1154-605 0 0,-12 246-113 0 0,44 239-1 0 0,-1-843-41 0 0,7 148 164 0 0,-5-140 156 0 0,-4-66-200 0 0,-2-9-10 0 0,-1-5-59 0 0,0 0 0 0 0,1 0 1 0 0,0-1-1 0 0,-1 1 0 0 0,1 0 0 0 0,3 5 1 0 0,-3-8-35 0 0,-1 1 0 0 0,1-1 0 0 0,0 0 1 0 0,0 0-1 0 0,0 0 0 0 0,0 0 1 0 0,1 0-1 0 0,-1 0 0 0 0,0 0 0 0 0,0 0 1 0 0,1 0-1 0 0,-1 0 0 0 0,0-1 0 0 0,1 1 1 0 0,-1-1-1 0 0,1 1 0 0 0,-1-1 1 0 0,1 1-1 0 0,-1-1 0 0 0,3 1 0 0 0,22 1 36 0 0,0-1 0 0 0,1 0-1 0 0,33-5 1 0 0,85-17-674 0 0,-111 16 227 0 0,301-60-5845 0 0,-115 7-2859 0 0,-111 23 644 0 0</inkml:trace>
</inkml:ink>
</file>

<file path=ppt/ink/ink4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22:50.5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1 200 1680 0 0,'4'-15'4371'0'0,"-3"7"-2978"0"0,-1-1 1 0 0,0 1-1 0 0,-3-14 0 0 0,1-11 988 0 0,2 31-2348 0 0,0-1 0 0 0,1 1 1 0 0,0 0-1 0 0,-1-1 0 0 0,1 1 1 0 0,0-1-1 0 0,0 1 0 0 0,0 0 1 0 0,1 0-1 0 0,-1 0 0 0 0,0-1 1 0 0,1 1-1 0 0,-1 1 0 0 0,1-1 0 0 0,0 0 1 0 0,0 0-1 0 0,0 1 0 0 0,0-1 1 0 0,3-2-1 0 0,5-2-11 0 0,1 0 0 0 0,17-8-1 0 0,-25 13-5 0 0,12-6-12 0 0,0 2 1 0 0,1 0-1 0 0,0 0 0 0 0,0 2 0 0 0,0 0 1 0 0,0 0-1 0 0,0 2 0 0 0,0 0 0 0 0,1 1 1 0 0,-1 0-1 0 0,27 5 0 0 0,-36-3-6 0 0,-1-1 1 0 0,1 1-1 0 0,0 0 0 0 0,-1 0 0 0 0,0 0 1 0 0,1 1-1 0 0,-1 0 0 0 0,0 1 0 0 0,0-1 1 0 0,-1 1-1 0 0,1 0 0 0 0,-1 1 0 0 0,0-1 1 0 0,0 1-1 0 0,0 0 0 0 0,-1 0 0 0 0,1 1 1 0 0,-1-1-1 0 0,-1 1 0 0 0,1 0 0 0 0,-1 0 1 0 0,0 0-1 0 0,0 0 0 0 0,-1 1 0 0 0,1-1 1 0 0,-2 1-1 0 0,1 0 0 0 0,-1-1 0 0 0,1 14 1 0 0,-1-2 8 0 0,-1 0-1 0 0,-2 0 1 0 0,1 0 0 0 0,-2 0 0 0 0,0 0 0 0 0,-2 0 0 0 0,0-1-1 0 0,-10 25 1 0 0,-10 15 33 0 0,-36 58-1 0 0,51-97-32 0 0,-62 99 16 0 0,9-18 39 0 0,63-99-38 0 0,-1 1 0 0 0,1-1 0 0 0,0 1 1 0 0,0-1-1 0 0,-1 1 0 0 0,1-1 0 0 0,0 0 1 0 0,0 1-1 0 0,0-1 0 0 0,0 1 0 0 0,0-1 0 0 0,-1 1 1 0 0,1-1-1 0 0,0 1 0 0 0,0-1 0 0 0,0 1 1 0 0,0-1-1 0 0,0 1 0 0 0,1-1 0 0 0,-1 1 1 0 0,0-1-1 0 0,0 1 0 0 0,0-1 0 0 0,0 1 0 0 0,0-1 1 0 0,1 0-1 0 0,-1 1 0 0 0,0-1 0 0 0,0 1 1 0 0,1-1-1 0 0,-1 1 0 0 0,0-1 0 0 0,1 0 1 0 0,-1 1-1 0 0,0-1 0 0 0,1 0 0 0 0,-1 0 0 0 0,1 1 1 0 0,-1-1-1 0 0,0 0 0 0 0,1 0 0 0 0,-1 1 1 0 0,1-1-1 0 0,-1 0 0 0 0,1 0 0 0 0,-1 0 1 0 0,1 0-1 0 0,-1 0 0 0 0,1 0 0 0 0,-1 0 0 0 0,1 0 1 0 0,0 0-1 0 0,22 1 300 0 0,-23-1-322 0 0,59-6 379 0 0,108-25 0 0 0,-54 8-274 0 0,-28 8-236 0 0,65-11-2555 0 0,-51 6-4410 0 0,-68 13 1943 0 0</inkml:trace>
</inkml:ink>
</file>

<file path=ppt/ink/ink4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22:51.3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40 2500 0 0,'8'-12'8258'0'0,"-5"3"-6413"0"0,5-8 4691 0 0,-4 16-4650 0 0,0 8-2827 0 0,51 268 3323 0 0,-47-224-2223 0 0,-2 7-21 0 0,-2-1 0 0 0,-7 113 0 0 0,-1-99-1372 0 0,4-27-4101 0 0,0-42 4055 0 0,2 10-1369 0 0,10 4-7488 0 0</inkml:trace>
</inkml:ink>
</file>

<file path=ppt/ink/ink4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22:52.4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73 85 2924 0 0,'-10'1'960'0'0,"-16"2"7140"0"0,23-2-6329 0 0,-13 0 1312 0 0,13 0-674 0 0,-5-1-1609 0 0,2 0 1924 0 0,14-5-1312 0 0,3 1-1357 0 0,-1 1 1 0 0,1 0-1 0 0,-1 1 0 0 0,17-1 1 0 0,8-3 30 0 0,250-41-550 0 0,-278 47 368 0 0,-5-1-419 0 0,15-2-1064 0 0,6-2-3506 0 0,0-4-3509 0 0</inkml:trace>
</inkml:ink>
</file>

<file path=ppt/ink/ink4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22:53.3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1 193 2636 0 0,'0'-9'1647'0'0,"0"0"1"0"0,1 0-1 0 0,1 0 0 0 0,0 0 0 0 0,3-12 0 0 0,-1 12-1000 0 0,-1 1 0 0 0,1 0 0 0 0,0-1 0 0 0,1 1 0 0 0,6-9 0 0 0,-7 12-570 0 0,0-1 0 0 0,1 1 0 0 0,0 0 0 0 0,0 0 0 0 0,0 1 0 0 0,0-1 0 0 0,1 1 0 0 0,0 0 0 0 0,0 1 0 0 0,0-1 0 0 0,0 1 0 0 0,0 1 0 0 0,1-1 0 0 0,-1 1 0 0 0,1 0 0 0 0,11-2 0 0 0,-12 3-70 0 0,-1 1 1 0 0,1-1-1 0 0,0 1 0 0 0,0 0 0 0 0,0 1 0 0 0,0 0 1 0 0,-1 0-1 0 0,1 0 0 0 0,0 0 0 0 0,-1 1 0 0 0,1 0 0 0 0,-1 0 1 0 0,1 0-1 0 0,-1 1 0 0 0,0 0 0 0 0,0 0 0 0 0,0 0 0 0 0,-1 1 1 0 0,1-1-1 0 0,-1 1 0 0 0,0 0 0 0 0,0 0 0 0 0,0 1 1 0 0,4 5-1 0 0,-3-2 2 0 0,-1 0 0 0 0,0 0 0 0 0,0 0 1 0 0,-1 1-1 0 0,0-1 0 0 0,0 1 0 0 0,-1 0 1 0 0,0-1-1 0 0,-1 1 0 0 0,0 0 0 0 0,0 0 1 0 0,-1 0-1 0 0,0 0 0 0 0,-2 16 0 0 0,-2-5 8 0 0,0 0 1 0 0,-2 0-1 0 0,0 0 0 0 0,-10 21 0 0 0,-42 72 100 0 0,36-69 106 0 0,21-42-174 0 0,0 1-10 0 0,-2 5-6 0 0,3-6 16 0 0,0-1-46 0 0,1-1 0 0 0,0 1 0 0 0,0-1 0 0 0,0 1 0 0 0,0-1 0 0 0,0 0 0 0 0,0 1 0 0 0,0-1 0 0 0,0 0 0 0 0,1 0 0 0 0,-1 0 0 0 0,0 0 0 0 0,0 0 0 0 0,2 0 0 0 0,11 0 4 0 0,1 1-9 0 0,-1 0 0 0 0,0 0 0 0 0,0 2 0 0 0,0 0 0 0 0,0 0 0 0 0,0 1 0 0 0,23 11 0 0 0,-12-2 2 0 0,1 1-1 0 0,38 29 1 0 0,-58-38 144 0 0,0 0 0 0 0,-1 1 1 0 0,0 0-1 0 0,8 10 0 0 0,-8-9 202 0 0,-4-6-272 0 0,-1 0-1 0 0,1 1 1 0 0,0-1-1 0 0,-1 0 1 0 0,1 1 0 0 0,0-1-1 0 0,-1 1 1 0 0,0-1-1 0 0,1 1 1 0 0,-1-1-1 0 0,0 1 1 0 0,0-1-1 0 0,0 1 1 0 0,0-1-1 0 0,0 1 1 0 0,0-1-1 0 0,0 1 1 0 0,0-1-1 0 0,-1 1 1 0 0,1-1-1 0 0,-1 1 1 0 0,1-1-1 0 0,-1 0 1 0 0,1 1-1 0 0,-1-1 1 0 0,0 0-1 0 0,0 1 1 0 0,0-1-1 0 0,1 0 1 0 0,-1 0-1 0 0,0 0 1 0 0,-2 2-1 0 0,-1 1 105 0 0,0 0 1 0 0,-1 0-1 0 0,0 0 0 0 0,1-1 1 0 0,-1 0-1 0 0,-7 4 0 0 0,-5-1 47 0 0,1 0-1 0 0,-1-1 1 0 0,0-2-1 0 0,0 1 1 0 0,0-2-1 0 0,-23 1 1 0 0,7 0-61 0 0,-1 0-714 0 0,1-1 0 0 0,-67-4 1 0 0,96 1-625 0 0,2 0-768 0 0,-7-4-1287 0 0,25-12-4409 0 0,-2 9 538 0 0</inkml:trace>
  <inkml:trace contextRef="#ctx0" brushRef="#br0" timeOffset="1">2279 189 932 0 0,'-22'-6'7107'0'0,"-9"1"-1886"0"0,16 3-1941 0 0,12 2-1974 0 0,-28-5 4830 0 0,232 1-5098 0 0,-151 5-959 0 0,197-8 125 0 0,-244 7-228 0 0,2 0 53 0 0,14 0-46 0 0,-14 0 39 0 0,14 0-83 0 0,-14 0-335 0 0,9 0-2493 0 0,1-1 498 0 0</inkml:trace>
</inkml:ink>
</file>

<file path=ppt/ink/ink4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22:54.5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775 110 1740 0 0,'7'-6'1782'0'0,"0"-1"1"0"0,-1-1-1 0 0,1 1 0 0 0,-2-1 0 0 0,1 0 1 0 0,7-16-1 0 0,3-15 2371 0 0,-16 37-3538 0 0,-3 2-586 0 0,1 0 0 0 0,-1 0 0 0 0,0 0-1 0 0,0 0 1 0 0,1 1 0 0 0,-1-1-1 0 0,0 1 1 0 0,1-1 0 0 0,-1 1 0 0 0,1 0-1 0 0,-1 0 1 0 0,-4 2 0 0 0,-14 11 66 0 0,-1 1 1 0 0,2 1 0 0 0,0 0 0 0 0,-23 26-1 0 0,-64 82 176 0 0,90-103-246 0 0,1-1-6 0 0,2 2-1 0 0,0-1 1 0 0,1 2 0 0 0,1 0-1 0 0,1 0 1 0 0,1 1 0 0 0,1 0 0 0 0,1 1-1 0 0,1 0 1 0 0,-5 38 0 0 0,11-53 10 0 0,1 0 0 0 0,0 0 0 0 0,0-1 0 0 0,1 1 0 0 0,0 0 0 0 0,1 0 1 0 0,0-1-1 0 0,0 1 0 0 0,1-1 0 0 0,1 0 0 0 0,-1 1 0 0 0,1-2 0 0 0,1 1 0 0 0,0 0 0 0 0,0-1 0 0 0,1 0 0 0 0,0 0 1 0 0,0 0-1 0 0,0-1 0 0 0,1 0 0 0 0,1 0 0 0 0,-1-1 0 0 0,1 0 0 0 0,0 0 0 0 0,0-1 0 0 0,1 0 0 0 0,-1-1 0 0 0,1 1 1 0 0,0-2-1 0 0,1 1 0 0 0,-1-1 0 0 0,19 3 0 0 0,-23-5-4 0 0,0-1 1 0 0,0-1-1 0 0,0 1 1 0 0,0-1-1 0 0,0 1 1 0 0,0-1-1 0 0,0-1 0 0 0,0 1 1 0 0,0-1-1 0 0,-1 0 1 0 0,1 0-1 0 0,0 0 1 0 0,-1-1-1 0 0,0 1 1 0 0,0-1-1 0 0,0 0 0 0 0,0-1 1 0 0,7-6-1 0 0,-9 8-20 0 0,0 0-1 0 0,0 0 0 0 0,0-1 1 0 0,0 1-1 0 0,0-1 1 0 0,-1 1-1 0 0,1-1 0 0 0,-1 0 1 0 0,0 1-1 0 0,1-1 0 0 0,-1 0 1 0 0,0 0-1 0 0,-1 0 1 0 0,1 0-1 0 0,-1 0 0 0 0,1 0 1 0 0,-1 0-1 0 0,0 0 0 0 0,0 0 1 0 0,0 0-1 0 0,0 0 1 0 0,-1 0-1 0 0,1 0 0 0 0,-1 0 1 0 0,0 0-1 0 0,0 0 0 0 0,0 0 1 0 0,0 0-1 0 0,0 1 1 0 0,-1-1-1 0 0,-3-5 0 0 0,1 3-5 0 0,-1 0 0 0 0,0 1-1 0 0,-1-1 1 0 0,1 1 0 0 0,-1 0-1 0 0,0 0 1 0 0,0 1 0 0 0,0-1-1 0 0,0 1 1 0 0,-1 1 0 0 0,1-1 0 0 0,-1 1-1 0 0,-9-2 1 0 0,-6 0-144 0 0,1 0 0 0 0,-43 0 1 0 0,14 4-873 0 0,0 3 1 0 0,-74 13 0 0 0,-94 31-7654 0 0,140-30 1324 0 0</inkml:trace>
</inkml:ink>
</file>

<file path=ppt/ink/ink4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22:55.2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0 298 2212 0 0,'7'-43'8678'0'0,"-6"36"-8348"0"0,1 0 1 0 0,-1 0 0 0 0,2 0 0 0 0,-1 1-1 0 0,1-1 1 0 0,0 0 0 0 0,0 1 0 0 0,1 0-1 0 0,0 0 1 0 0,7-10 0 0 0,-2 7-172 0 0,0 0 0 0 0,0 0 0 0 0,0 1 1 0 0,1 0-1 0 0,17-10 0 0 0,3 2-128 0 0,0 1 1 0 0,1 2-1 0 0,57-17 1 0 0,-49 19 20 0 0,78-11 1 0 0,-94 20-49 0 0,-1 0 1 0 0,1 2-1 0 0,0 0 1 0 0,44 7-1 0 0,-60-5-12 0 0,0 0 0 0 0,0 0 0 0 0,0 0 0 0 0,-1 1 0 0 0,1 0 0 0 0,-1 0 0 0 0,1 0 0 0 0,-1 1 0 0 0,0 0-1 0 0,9 8 1 0 0,-11-9 8 0 0,-1 0-1 0 0,-1 0 0 0 0,1 1 1 0 0,0-1-1 0 0,-1 1 1 0 0,0-1-1 0 0,0 1 0 0 0,0 0 1 0 0,0 0-1 0 0,0 0 0 0 0,-1 0 1 0 0,0 0-1 0 0,0 0 1 0 0,0 0-1 0 0,0 0 0 0 0,-1 0 1 0 0,1 1-1 0 0,-1-1 0 0 0,-1 6 1 0 0,-1 6 4 0 0,-1 0 1 0 0,0-1-1 0 0,-1 1 1 0 0,-1-1 0 0 0,-1 0-1 0 0,0 0 1 0 0,-1 0-1 0 0,-1-1 1 0 0,-11 18-1 0 0,-13 11 30 0 0,-53 58 0 0 0,27-35-22 0 0,35-42 53 0 0,17-18-28 0 0,0 1 0 0 0,0-1 0 0 0,-7 11 0 0 0,12-16 87 0 0,5-1-102 0 0,34-4 0 0 0,-28 2-14 0 0,0 0 1 0 0,0 1 0 0 0,19 0-1 0 0,-11 4 0 0 0,0 0 0 0 0,1 1 0 0 0,-1 1 0 0 0,0 1 0 0 0,-1 0 0 0 0,0 1 0 0 0,0 1 0 0 0,0 1 0 0 0,-1 0 0 0 0,0 1-1 0 0,-1 1 1 0 0,0 0 0 0 0,24 25 0 0 0,-37-34 29 0 0,0 0-1 0 0,0 1 1 0 0,0-1-1 0 0,-1 0 1 0 0,1 1-1 0 0,-1-1 1 0 0,1 1-1 0 0,-1 0 0 0 0,0 0 1 0 0,0-1-1 0 0,0 1 1 0 0,0 0-1 0 0,-1 0 1 0 0,1 0-1 0 0,-1 0 1 0 0,1 0-1 0 0,-1 0 1 0 0,0 0-1 0 0,0 0 1 0 0,-1 0-1 0 0,1 0 1 0 0,-1 0-1 0 0,1 0 1 0 0,-2 2-1 0 0,0 0 47 0 0,-1 0 0 0 0,1 0 0 0 0,-1 0 0 0 0,0-1 0 0 0,0 1-1 0 0,-1-1 1 0 0,1 0 0 0 0,-1 0 0 0 0,0 0 0 0 0,0-1 0 0 0,-1 1 0 0 0,-5 3 0 0 0,-6 2 60 0 0,-1 0 0 0 0,1-1 1 0 0,-1-1-1 0 0,-1 0 0 0 0,1-1 1 0 0,-1-1-1 0 0,0-1 0 0 0,-19 2 1 0 0,-17 0 194 0 0,-78-2 0 0 0,87-5-602 0 0,0-2 1 0 0,0-2-1 0 0,-58-14 1 0 0,98 18-420 0 0,42-5-9815 0 0,-15 4 4895 0 0</inkml:trace>
  <inkml:trace contextRef="#ctx0" brushRef="#br0" timeOffset="1">1865 524 1676 0 0,'0'0'4869'0'0,"-6"1"496"0"0,11-3-2952 0 0,22-6-1063 0 0,38-8-1446 0 0,297-37 614 0 0,-305 46-320 0 0,-55 6-165 0 0,10-1 984 0 0,-6 0-4351 0 0</inkml:trace>
</inkml:ink>
</file>

<file path=ppt/ink/ink4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22:56.3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1 162 2140 0 0,'39'-69'9979'0'0,"-11"19"-6283"0"0,-26 47-3622 0 0,1 0 0 0 0,-1 0 0 0 0,1 0 0 0 0,0 1 0 0 0,0-1 0 0 0,-1 1 0 0 0,2-1 0 0 0,-1 1 0 0 0,0 0 0 0 0,0 0 0 0 0,1 1 0 0 0,-1-1 0 0 0,1 1 0 0 0,7-3 0 0 0,-3 2-14 0 0,0 1 1 0 0,0-1-1 0 0,1 1 1 0 0,-1 1 0 0 0,12 0-1 0 0,-7 1-39 0 0,1 0-1 0 0,-1 1 0 0 0,0 1 0 0 0,1 0 1 0 0,-1 1-1 0 0,-1 0 0 0 0,1 1 1 0 0,0 1-1 0 0,-1 0 0 0 0,0 0 0 0 0,20 16 1 0 0,-26-18-16 0 0,-1 0 0 0 0,0 1 1 0 0,0 0-1 0 0,-1 0 0 0 0,0 0 1 0 0,0 0-1 0 0,0 1 0 0 0,0-1 1 0 0,-1 1-1 0 0,0 0 0 0 0,0 0 1 0 0,0 0-1 0 0,-1 1 0 0 0,0-1 1 0 0,0 1-1 0 0,-1-1 0 0 0,0 1 1 0 0,0-1-1 0 0,0 1 0 0 0,-1 0 1 0 0,0-1-1 0 0,0 1 0 0 0,-1 0 1 0 0,0 0-1 0 0,-3 12 0 0 0,-2-2 20 0 0,-1 0 0 0 0,0-1 0 0 0,-1 0 0 0 0,-1 0 0 0 0,0-1-1 0 0,-1 0 1 0 0,-21 24 0 0 0,17-21 34 0 0,-28 37 313 0 0,41-54-245 0 0,59-3-33 0 0,-43 2-89 0 0,1 1-1 0 0,-1 1 1 0 0,1 0-1 0 0,-1 1 1 0 0,0 0-1 0 0,0 1 1 0 0,0 1-1 0 0,-1 1 1 0 0,0 0-1 0 0,0 1 1 0 0,0 0-1 0 0,-1 1 1 0 0,0 0-1 0 0,0 1 1 0 0,15 15-1 0 0,-26-22 25 0 0,0-1 0 0 0,0 1 0 0 0,-1 0-1 0 0,1 0 1 0 0,-1 0 0 0 0,1 0 0 0 0,-1 0 0 0 0,0 0 0 0 0,0 0 0 0 0,0 1-1 0 0,0-1 1 0 0,0 0 0 0 0,0 1 0 0 0,-1-1 0 0 0,1 1 0 0 0,-1-1 0 0 0,1 0-1 0 0,-1 1 1 0 0,0-1 0 0 0,0 1 0 0 0,0-1 0 0 0,-1 1 0 0 0,1-1 0 0 0,0 1-1 0 0,-1-1 1 0 0,0 1 0 0 0,1-1 0 0 0,-1 0 0 0 0,0 0 0 0 0,0 1 0 0 0,-1-1-1 0 0,1 0 1 0 0,0 0 0 0 0,-1 0 0 0 0,1 0 0 0 0,-1 0 0 0 0,0 0 0 0 0,1-1-1 0 0,-3 3 1 0 0,-3 2 84 0 0,0 0-1 0 0,-1 0 1 0 0,0-1-1 0 0,0 0 1 0 0,0 0-1 0 0,0-1 1 0 0,-1 0-1 0 0,-16 5 1 0 0,6-4-13 0 0,1-2 0 0 0,0-1 0 0 0,-1 0 0 0 0,0-1 0 0 0,1-1 0 0 0,-28-4 0 0 0,7-1 27 0 0,-75-21 0 0 0,94 21-343 0 0,16 5-114 0 0,0-1-1 0 0,1 0 0 0 0,-1-1 0 0 0,0 1 1 0 0,1-1-1 0 0,-6-2 0 0 0,7 3-674 0 0,10-2-899 0 0,6-4-589 0 0,29-4-3523 0 0,-17 7 655 0 0</inkml:trace>
</inkml:ink>
</file>

<file path=ppt/ink/ink4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22:57.3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80 293 2680 0 0,'-11'-67'10622'0'0,"-1"2"-3718"0"0,12 63-6571 0 0,-4-7 551 0 0,-22 224 3181 0 0,23-179-3707 0 0,-5 75 537 0 0,-7 76-476 0 0,14-155-1273 0 0,1-29 110 0 0,1-1-1373 0 0,1 5 314 0 0,13 0-9897 0 0</inkml:trace>
  <inkml:trace contextRef="#ctx0" brushRef="#br0" timeOffset="1">2699 173 2164 0 0,'-4'-6'1412'0'0,"1"-2"0"0"0,0 1 0 0 0,0 0 0 0 0,1-1-1 0 0,0 1 1 0 0,0-1 0 0 0,-1-15 0 0 0,3 20-1223 0 0,0-1 0 0 0,0 1 0 0 0,1-1 0 0 0,-1 1 0 0 0,1 0 0 0 0,0-1 0 0 0,0 1 0 0 0,0 0 0 0 0,0 0-1 0 0,1-1 1 0 0,-1 1 0 0 0,1 0 0 0 0,0 0 0 0 0,0 0 0 0 0,0 1 0 0 0,0-1 0 0 0,0 0 0 0 0,1 1 0 0 0,-1 0 0 0 0,6-5 0 0 0,-1 3-85 0 0,0 0 1 0 0,0 0-1 0 0,0 1 0 0 0,1 0 1 0 0,-1 0-1 0 0,1 1 0 0 0,0 0 1 0 0,-1 0-1 0 0,1 1 0 0 0,0 0 1 0 0,0 0-1 0 0,0 1 0 0 0,0 0 1 0 0,0 0-1 0 0,0 1 0 0 0,0 0 1 0 0,0 0-1 0 0,-1 1 0 0 0,1 0 1 0 0,0 1-1 0 0,-1-1 0 0 0,12 7 0 0 0,-14-6-37 0 0,0-1 0 0 0,-1 1 0 0 0,1 0-1 0 0,-1 1 1 0 0,1-1 0 0 0,-1 1-1 0 0,0 0 1 0 0,0 0 0 0 0,-1 0-1 0 0,1 0 1 0 0,-1 1 0 0 0,0-1-1 0 0,0 1 1 0 0,-1 0 0 0 0,1 0-1 0 0,-1 0 1 0 0,0 0 0 0 0,0 1-1 0 0,-1-1 1 0 0,0 0 0 0 0,0 1-1 0 0,0-1 1 0 0,0 1 0 0 0,-1-1-1 0 0,0 6 1 0 0,0 1 26 0 0,-1 0 0 0 0,-1 0 0 0 0,0 0 0 0 0,0-1 0 0 0,-1 1 0 0 0,0-1-1 0 0,-1 0 1 0 0,-1 0 0 0 0,1 0 0 0 0,-12 18 0 0 0,-13 12 404 0 0,-1 0 1 0 0,-2-2-1 0 0,-2-1 1 0 0,-43 36-1 0 0,74-71-391 0 0,-47 46 3508 0 0,49-47-3160 0 0,0-2-424 0 0,1 1-1 0 0,0-1 1 0 0,0 0-1 0 0,-1 0 0 0 0,1 0 1 0 0,0 0-1 0 0,0 1 1 0 0,0-1-1 0 0,-1 0 0 0 0,1 0 1 0 0,0 0-1 0 0,0 1 1 0 0,0-1-1 0 0,0 0 1 0 0,0 0-1 0 0,-1 1 0 0 0,1-1 1 0 0,0 0-1 0 0,0 0 1 0 0,0 1-1 0 0,0-1 0 0 0,0 0 1 0 0,0 0-1 0 0,0 1 1 0 0,0-1-1 0 0,0 0 0 0 0,0 1 1 0 0,0-1-1 0 0,0 0 1 0 0,0 0-1 0 0,0 1 1 0 0,0-1-1 0 0,0 0 0 0 0,0 0 1 0 0,1 1-1 0 0,-1-1 1 0 0,0 0-1 0 0,0 0 0 0 0,0 1 1 0 0,0-1-1 0 0,1 0 1 0 0,-1 0-1 0 0,0 1 0 0 0,270-16 868 0 0,-93 2-887 0 0,273-10-94 0 0,-284 13-1995 0 0,-163 10 1542 0 0,-1 0-1 0 0,0 0 0 0 0,1 0 1 0 0,-1 0-1 0 0,1 1 0 0 0,-1-1 1 0 0,0 0-1 0 0,1 1 0 0 0,-1 0 1 0 0,0 0-1 0 0,0-1 0 0 0,3 3 1 0 0,-4-3 483 0 0,-23 16-5845 0 0,-12-3-1642 0 0,10-5 1147 0 0</inkml:trace>
</inkml:ink>
</file>

<file path=ppt/ink/ink4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22:58.3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21 149 24 0 0,'20'-144'14281'0'0,"-18"140"-13249"0"0,-2 8-386 0 0,-3 22-162 0 0,-5 38-284 0 0,-8 60 25 0 0,5 1 1 0 0,6 135 0 0 0,6-238-630 0 0,1-1 0 0 0,7 35 0 0 0,-7-48-244 0 0,0 1 0 0 0,1-1 0 0 0,0 0 1 0 0,0 0-1 0 0,1-1 0 0 0,0 1 0 0 0,0 0 0 0 0,1-1 0 0 0,8 9 1 0 0,0-5-2500 0 0,3-6-956 0 0</inkml:trace>
</inkml:ink>
</file>

<file path=ppt/ink/ink4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22:59.7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0 165 2400 0 0,'14'-24'6915'0'0,"12"-26"-1"0"0,-26 49-6051 0 0,2 5-771 0 0,-1 0 0 0 0,-1 1 0 0 0,1-1 0 0 0,0 0 0 0 0,-1 1 0 0 0,0 7 0 0 0,-13 140 507 0 0,2-55-448 0 0,4-8-280 0 0,-5 72 778 0 0,12-131-1497 0 0,1 0 0 0 0,1-1 0 0 0,9 41-1 0 0,-10-64-7 0 0,1 0-1 0 0,0 1 0 0 0,0-1 0 0 0,1 0 0 0 0,0-1 0 0 0,0 1 0 0 0,1 0 0 0 0,5 6 0 0 0,3 2-4640 0 0</inkml:trace>
  <inkml:trace contextRef="#ctx0" brushRef="#br0" timeOffset="1">2787 81 1348 0 0,'4'-26'4545'0'0,"-4"23"-3734"0"0,0 0-90 0 0,0-6-21 0 0,0 6-92 0 0,2-12 2100 0 0,-2-4 190 0 0,0 16-793 0 0,0 15-2201 0 0,-13 185 634 0 0,3-79-378 0 0,7-43-201 0 0,5 78-1 0 0,6-78-2613 0 0,4 1-3668 0 0,-8-50 742 0 0</inkml:trace>
</inkml:ink>
</file>

<file path=ppt/ink/ink4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23:00.9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46 65 1184 0 0,'-2'-1'378'0'0,"-1"-1"236"0"0,0 1 0 0 0,0-1 0 0 0,0 0 0 0 0,0 1 0 0 0,0-2 1 0 0,0 1-1 0 0,0 0 0 0 0,0 0 0 0 0,1-1 0 0 0,0 0 0 0 0,-1 1 0 0 0,1-1 0 0 0,0 0 0 0 0,0 0 0 0 0,-2-4 0 0 0,4 6-562 0 0,0 1 0 0 0,0-1 0 0 0,0 1 0 0 0,0-1 0 0 0,0 1 0 0 0,0-1 0 0 0,1 1 0 0 0,-1-1 1 0 0,0 1-1 0 0,0-1 0 0 0,0 1 0 0 0,0 0 0 0 0,1-1 0 0 0,-1 1 0 0 0,0-1 0 0 0,0 1 0 0 0,1 0 0 0 0,-1-1 0 0 0,0 1 0 0 0,1 0 0 0 0,-1-1 0 0 0,0 1 0 0 0,1 0 0 0 0,-1-1 0 0 0,0 1 0 0 0,1 0 0 0 0,0-1 1 0 0,18-5 796 0 0,15 1-100 0 0,-14 5-622 0 0,-1 1-1 0 0,0 1 0 0 0,1 1 1 0 0,-1 0-1 0 0,0 2 1 0 0,-1 0-1 0 0,1 1 0 0 0,-1 0 1 0 0,0 2-1 0 0,-1 0 0 0 0,0 1 1 0 0,0 1-1 0 0,-1 1 0 0 0,0 0 1 0 0,-1 1-1 0 0,15 14 1 0 0,-26-22-75 0 0,0 1 0 0 0,0 0 0 0 0,0-1 0 0 0,-1 2 0 0 0,0-1 0 0 0,0 0 0 0 0,0 1 0 0 0,0-1 0 0 0,-1 1 0 0 0,0 0 1 0 0,0 0-1 0 0,-1 0 0 0 0,1 0 0 0 0,-1 0 0 0 0,-1 0 0 0 0,1 0 0 0 0,-1 1 0 0 0,0-1 0 0 0,0 0 0 0 0,-2 8 1 0 0,-1-3 150 0 0,0 0 0 0 0,-1 0 0 0 0,0 0 0 0 0,-1 0 0 0 0,0-1 0 0 0,0 1 0 0 0,-1-1 0 0 0,-1-1 0 0 0,-13 17 0 0 0,-10 12 370 0 0,-37 40 355 0 0,67-78-924 0 0,-1 0 1 0 0,1 0 0 0 0,0 1-1 0 0,0-1 1 0 0,-1 0 0 0 0,1 1-1 0 0,0-1 1 0 0,0 0 0 0 0,-1 1 0 0 0,1-1-1 0 0,0 0 1 0 0,0 1 0 0 0,0-1-1 0 0,0 0 1 0 0,0 1 0 0 0,0-1-1 0 0,-1 1 1 0 0,1-1 0 0 0,0 0-1 0 0,0 1 1 0 0,0-1 0 0 0,0 0 0 0 0,0 1-1 0 0,0-1 1 0 0,1 1 0 0 0,-1-1-1 0 0,0 0 1 0 0,0 1 0 0 0,0-1-1 0 0,0 0 1 0 0,0 1 0 0 0,0-1-1 0 0,1 1 1 0 0,-1-1 0 0 0,0 0 0 0 0,0 0-1 0 0,1 1 1 0 0,-1-1 0 0 0,0 0-1 0 0,0 1 1 0 0,1-1 0 0 0,-1 0-1 0 0,0 0 1 0 0,1 0 0 0 0,-1 1-1 0 0,0-1 1 0 0,1 0 0 0 0,-1 0 0 0 0,0 0-1 0 0,1 0 1 0 0,0 1 0 0 0,17 5 65 0 0,-17-6-70 0 0,16 3 36 0 0,1-1-1 0 0,0-1 0 0 0,-1 0 0 0 0,25-2 1 0 0,72-13 12 0 0,-66 7-49 0 0,296-56-3278 0 0,-119 0-5547 0 0,-134 31 1580 0 0</inkml:trace>
</inkml:ink>
</file>

<file path=ppt/ink/ink4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23:01.8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197 20 720 0 0,'-5'-12'8791'0'0,"-1"8"-7537"0"0,-11 1 8350 0 0,11 4-10475 0 0,5 0 1265 0 0,32 10 1111 0 0,6-5-1017 0 0,0-1 1 0 0,0-2-1 0 0,38-2 1 0 0,-22 0-232 0 0,190-5 615 0 0,-71 0-544 0 0,-165 4-321 0 0,0 0-1 0 0,0 1 0 0 0,0 0 0 0 0,-1 0 1 0 0,1 0-1 0 0,0 1 0 0 0,-1 0 0 0 0,1 1 1 0 0,-1-1-1 0 0,0 1 0 0 0,0 0 0 0 0,0 1 1 0 0,6 4-1 0 0,-5-2-8 0 0,0 0-1 0 0,0 1 1 0 0,0 0 0 0 0,-1 0 0 0 0,0 1-1 0 0,0 0 1 0 0,-1 0 0 0 0,5 11-1 0 0,3 11-2 0 0,-1 0 0 0 0,-2 1-1 0 0,-1 0 1 0 0,6 40-1 0 0,-15-71 6 0 0,63 525-90 0 0,-47-119 111 0 0,-1-21-28 0 0,107 935-134 0 0,21 37 50 0 0,-130-1170 75 0 0,12 232 76 0 0,-30-2 24 0 0,-32-175 234 0 0,30-203-171 0 0,-18 74 4381 0 0,25-112-4225 0 0,-5 27 930 0 0,2-20-1053 0 0,3-6 335 0 0,-1-1-503 0 0,1 0-1 0 0,0 0 1 0 0,-1-1-1 0 0,1 1 0 0 0,0 0 1 0 0,-1 0-1 0 0,1-1 1 0 0,-1 1-1 0 0,1 0 1 0 0,-1-1-1 0 0,0 1 0 0 0,1 0 1 0 0,-1-1-1 0 0,0 1 1 0 0,1-1-1 0 0,-1 1 0 0 0,0-1 1 0 0,1 1-1 0 0,-1-1 1 0 0,0 0-1 0 0,0 1 1 0 0,0-1-1 0 0,0 0 0 0 0,1 1 1 0 0,-1-1-1 0 0,0 0 1 0 0,0 0-1 0 0,-2 0 1 0 0,-31 1-24 0 0,19-2 70 0 0,-274 19-500 0 0,-139 24-4536 0 0,105-3-816 0 0,109-9-4806 0 0,159-23 2548 0 0</inkml:trace>
  <inkml:trace contextRef="#ctx0" brushRef="#br0" timeOffset="1">2231 3515 1184 0 0,'-118'-104'13154'0'0,"78"65"-10533"0"0,38 38-2282 0 0,3-2-293 0 0,1 2-41 0 0,0-1 0 0 0,-1 1 1 0 0,1-1-1 0 0,0 1 0 0 0,0 0 1 0 0,0-1-1 0 0,0 1 0 0 0,0 0 1 0 0,0 0-1 0 0,0 1 0 0 0,0-1 1 0 0,1 0-1 0 0,-1 1 1 0 0,0-1-1 0 0,0 1 0 0 0,1 0 1 0 0,3 0-1 0 0,55-1 30 0 0,-37 2-16 0 0,73 0-717 0 0,0 4 1 0 0,108 21 0 0 0,-143-11-2254 0 0,-25 0-3040 0 0</inkml:trace>
</inkml:ink>
</file>

<file path=ppt/ink/ink4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23:02.8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193 0 800 0 0,'-189'19'14100'0'0,"185"-19"-12254"0"0,420 19-1881 0 0,-278-5-3155 0 0,0 2-3405 0 0,-97-10 2073 0 0</inkml:trace>
</inkml:ink>
</file>

<file path=ppt/ink/ink4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23:19.8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401 44 60 0 0,'21'-6'6875'0'0,"-15"5"-6645"0"0,-4 0 2161 0 0,8-2-997 0 0,0 1 1922 0 0,-7 1-3614 0 0,10-4 5434 0 0,-13 5-5081 0 0,1 0 0 0 0,-1 0 0 0 0,0-1 0 0 0,0 1 0 0 0,0 0 0 0 0,0 0 0 0 0,1-1 0 0 0,-1 1 0 0 0,0 0 0 0 0,0 0 0 0 0,0-1 0 0 0,0 1-1 0 0,0 0 1 0 0,0-1 0 0 0,0 1 0 0 0,0 0 0 0 0,0 0 0 0 0,0-1 0 0 0,0 1 0 0 0,0 0 0 0 0,0-1 0 0 0,0 1 0 0 0,0 0 0 0 0,0 0-1 0 0,0-1 1 0 0,0 1 0 0 0,0 0 0 0 0,0-1 0 0 0,0 1 0 0 0,-1 0 0 0 0,1 0 0 0 0,0-1 0 0 0,0 1 0 0 0,0 0 0 0 0,0 0 0 0 0,-1 0 0 0 0,1-1-1 0 0,0 1 1 0 0,-1 0 0 0 0,0-2 25 0 0,-10-1 11 0 0,1-1-22 0 0,6 3-57 0 0,-17-3 76 0 0,-34 3-22 0 0,32 2-73 0 0,0 0-1 0 0,0 2 0 0 0,0 0 1 0 0,0 1-1 0 0,1 2 0 0 0,0 0 0 0 0,0 1 1 0 0,1 2-1 0 0,-1 0 0 0 0,-22 14 1 0 0,37-18 15 0 0,1 0 1 0 0,-1 1 0 0 0,1 0-1 0 0,1 0 1 0 0,-1 0 0 0 0,1 1-1 0 0,0 0 1 0 0,0 0 0 0 0,1 0-1 0 0,0 0 1 0 0,0 1 0 0 0,1 0-1 0 0,0-1 1 0 0,0 1 0 0 0,1 0-1 0 0,-2 10 1 0 0,-2 15 426 0 0,2 1 0 0 0,-1 56 1 0 0,5-60-97 0 0,10 488 2474 0 0,8-201-1992 0 0,14 344 1239 0 0,7 103-863 0 0,-8-211-351 0 0,-13 563 456 0 0,-14-899-1208 0 0,9 0 0 0 0,41 215 0 0 0,-52-423-91 0 0,1 14 1 0 0,1 0 1 0 0,2 0 0 0 0,0 0 0 0 0,1-1-1 0 0,15 29 1 0 0,-19-46-5 0 0,0 0 0 0 0,1-1 0 0 0,0 0 0 0 0,0 0 0 0 0,0 0 0 0 0,0 0 0 0 0,1-1 0 0 0,-1 0 0 0 0,1 0 0 0 0,0 0 0 0 0,0 0 0 0 0,0-1 0 0 0,0 1 0 0 0,0-1 0 0 0,1-1 0 0 0,-1 1 0 0 0,1-1 0 0 0,-1 0 0 0 0,1 0 0 0 0,10 0 0 0 0,9-1 0 0 0,0 0 0 0 0,0-2 0 0 0,31-6 0 0 0,16-4-3828 0 0,124-38 0 0 0,-159 38 1809 0 0,-1-2 0 0 0,0-2 0 0 0,-1-1 0 0 0,-1-2 0 0 0,35-25 0 0 0,-26 10-8574 0 0</inkml:trace>
</inkml:ink>
</file>

<file path=ppt/ink/ink4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23:21.6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103 61 2228 0 0,'2'-3'806'0'0,"0"0"-1"0"0,-1 0 1 0 0,1 0-1 0 0,-1 0 1 0 0,0 0-1 0 0,0 0 1 0 0,0-1-1 0 0,0 1 1 0 0,0 0-1 0 0,-1-1 1 0 0,1 1-1 0 0,-1 0 1 0 0,0-1-1 0 0,0 1 1 0 0,-1-7-1 0 0,0 7 460 0 0,0 4-1260 0 0,0-1 0 0 0,0 1-1 0 0,0-1 1 0 0,0 1 0 0 0,0-1 0 0 0,1 1 0 0 0,-1 0 0 0 0,0-1 0 0 0,0 1-1 0 0,0 0 1 0 0,0 0 0 0 0,1-1 0 0 0,-1 1 0 0 0,0 0 0 0 0,1 0-1 0 0,-1 0 1 0 0,1 0 0 0 0,-1 0 0 0 0,1 0 0 0 0,-1 0 0 0 0,1 0 0 0 0,0 0-1 0 0,0 0 1 0 0,-1 0 0 0 0,1 0 0 0 0,0 0 0 0 0,0 1 0 0 0,0-1 0 0 0,0 1-1 0 0,-2 7 12 0 0,-27 119 600 0 0,-19 180 0 0 0,42-264-416 0 0,-5 70 253 0 0,11-112-418 0 0,0-1-27 0 0,-1 0 0 0 0,1 1-1 0 0,0-1 1 0 0,0 0 0 0 0,-1 0-1 0 0,1 1 1 0 0,0-1 0 0 0,0 0-1 0 0,0 0 1 0 0,1 1 0 0 0,-1-1-1 0 0,0 0 1 0 0,1 2 0 0 0,7-1-5608 0 0,5-15-4966 0 0</inkml:trace>
</inkml:ink>
</file>

<file path=ppt/ink/ink4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23:23.1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117 150 408 0 0,'0'-24'6931'0'0,"-3"-4"-3682"0"0,2 26-2565 0 0,1 1-422 0 0,0 0-234 0 0,0 1-1 0 0,0-1 1 0 0,0 1 0 0 0,0-1 0 0 0,0 1 0 0 0,0-1 0 0 0,0 1 0 0 0,0-1 0 0 0,0 1 0 0 0,0-1 0 0 0,0 1 0 0 0,-1-1 0 0 0,1 1 0 0 0,0-1-1 0 0,0 1 1 0 0,0-1 0 0 0,-1 1 0 0 0,1 0 0 0 0,0-1 0 0 0,-1 1 0 0 0,1 0 0 0 0,0-1 0 0 0,-1 0 0 0 0,-4 6 31 0 0,0 1-1 0 0,0-1 1 0 0,1 1 0 0 0,-1 0 0 0 0,2 0-1 0 0,-1 0 1 0 0,-5 13 0 0 0,-18 56 332 0 0,15-37-218 0 0,5-19-81 0 0,1 0 0 0 0,1 0 0 0 0,1 1 0 0 0,1 0 0 0 0,1-1 0 0 0,0 1 1 0 0,2 0-1 0 0,3 37 0 0 0,-2-47-32 0 0,0-1 1 0 0,1 1 0 0 0,1-1-1 0 0,-1 0 1 0 0,2 0 0 0 0,-1 0-1 0 0,1 0 1 0 0,1 0 0 0 0,-1-1-1 0 0,1 0 1 0 0,1 0 0 0 0,0 0-1 0 0,0-1 1 0 0,0 0 0 0 0,1 0-1 0 0,0 0 1 0 0,0-1 0 0 0,1 0-1 0 0,-1 0 1 0 0,13 6 0 0 0,-9-8 31 0 0,0 0 0 0 0,0 0 0 0 0,0-1-1 0 0,0 0 1 0 0,0-1 0 0 0,1 0 0 0 0,-1-1 0 0 0,1 0 0 0 0,-1-1 0 0 0,1 0 0 0 0,-1-1 0 0 0,1 0 0 0 0,17-5 0 0 0,-9 1 1 0 0,0 0 1 0 0,0-2 0 0 0,0 0-1 0 0,-1-1 1 0 0,0-1-1 0 0,28-19 1 0 0,-31 17-68 0 0,-1-1 0 0 0,0-1 1 0 0,0-1-1 0 0,-2 0 0 0 0,1 0 0 0 0,-2-2 1 0 0,0 1-1 0 0,-1-2 0 0 0,15-28 0 0 0,-18 28-17 0 0,-1 1-1 0 0,0-1 0 0 0,-1 0 0 0 0,-1-1 0 0 0,-1 1 0 0 0,0-1 0 0 0,-2 0 1 0 0,0 0-1 0 0,-1 0 0 0 0,-1-30 0 0 0,-1 39-3 0 0,-1 0-1 0 0,0 1 1 0 0,-1-1-1 0 0,1 0 1 0 0,-2 1-1 0 0,1-1 1 0 0,-1 1-1 0 0,0 0 1 0 0,-1 1 0 0 0,0-1-1 0 0,0 1 1 0 0,-1-1-1 0 0,0 2 1 0 0,0-1-1 0 0,0 1 1 0 0,-1 0 0 0 0,0 0-1 0 0,0 0 1 0 0,-15-7-1 0 0,12 7-146 0 0,0 1 0 0 0,-1 0 0 0 0,1 1 0 0 0,-1 0 0 0 0,0 0 0 0 0,0 1 1 0 0,0 1-1 0 0,-1 0 0 0 0,1 1 0 0 0,0 0 0 0 0,-1 0 0 0 0,1 1 0 0 0,-1 1 0 0 0,1 0 0 0 0,-17 3 0 0 0,23-2-209 0 0,-1 0 0 0 0,0 0 0 0 0,1 0 0 0 0,0 1 0 0 0,-1 0 0 0 0,1 0 0 0 0,-7 5 0 0 0,9-5-598 0 0,-1 0 0 0 0,1 0-1 0 0,-1 1 1 0 0,1-1-1 0 0,-4 6 1 0 0</inkml:trace>
</inkml:ink>
</file>

<file path=ppt/ink/ink4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23:23.7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306 174 1340 0 0,'-1'-15'5148'0'0,"-14"-26"942"0"0,12 30-5047 0 0,-1 1 1 0 0,0 0-1 0 0,-1-1 1 0 0,-8-11-1 0 0,12 21-833 0 0,0 0-183 0 0,0 0 1 0 0,0 0-1 0 0,0 0 1 0 0,0 1-1 0 0,0-1 1 0 0,0 0-1 0 0,0 1 1 0 0,0-1-1 0 0,0 0 0 0 0,0 1 1 0 0,0 0-1 0 0,0-1 1 0 0,0 1-1 0 0,-1-1 1 0 0,1 1-1 0 0,0 0 1 0 0,0 0-1 0 0,0 0 0 0 0,-1 0 1 0 0,1 0-1 0 0,0 0 1 0 0,0 0-1 0 0,-3 1 1 0 0,-5 4-16 0 0,0 0 0 0 0,0 1-1 0 0,0 1 1 0 0,1-1 0 0 0,0 1 0 0 0,0 1 0 0 0,1-1 0 0 0,0 2 0 0 0,0-1 0 0 0,-7 12 0 0 0,-9 18-6 0 0,-21 44 0 0 0,44-81-5 0 0,-13 25 9 0 0,1 0 0 0 0,2 1 0 0 0,1 0 0 0 0,1 1 0 0 0,-5 32 0 0 0,11-46 3 0 0,1-1-1 0 0,0 0 1 0 0,1 1 0 0 0,1-1 0 0 0,3 23 0 0 0,-2-28 5 0 0,0 0-1 0 0,0 0 1 0 0,1 0 0 0 0,0 0 0 0 0,1 0-1 0 0,0-1 1 0 0,0 1 0 0 0,0-1 0 0 0,11 13-1 0 0,-9-13 23 0 0,0-1-1 0 0,1 0 1 0 0,0 0-1 0 0,0-1 1 0 0,0 1-1 0 0,0-1 0 0 0,1-1 1 0 0,0 0-1 0 0,0 0 1 0 0,0 0-1 0 0,1-1 1 0 0,10 3-1 0 0,-7-4 52 0 0,1 0 0 0 0,-1 0 0 0 0,1-1 0 0 0,0-1 0 0 0,0 0 0 0 0,-1-1 0 0 0,25-4 0 0 0,-14 0 30 0 0,-1-1 0 0 0,1-2-1 0 0,-1 0 1 0 0,-1-1-1 0 0,1-1 1 0 0,-2-1-1 0 0,1-1 1 0 0,34-28 0 0 0,-35 24-64 0 0,-1-2 0 0 0,-1 0 0 0 0,-1-1 0 0 0,0-1 0 0 0,-1 0 0 0 0,-1-2 0 0 0,-2 1 0 0 0,0-2 0 0 0,-1 0 0 0 0,-1 0 0 0 0,15-47 0 0 0,-24 61-38 0 0,0-1 0 0 0,-1 1 0 0 0,1 0 0 0 0,-2 0 0 0 0,1-1 0 0 0,-1 1 0 0 0,-1 0 0 0 0,0-1-1 0 0,0 1 1 0 0,-1 0 0 0 0,0 0 0 0 0,0 0 0 0 0,-1 0 0 0 0,0 0 0 0 0,-1 1 0 0 0,0-1 0 0 0,0 1 0 0 0,-1 0 0 0 0,0 0 0 0 0,-1 1 0 0 0,-11-14 0 0 0,7 11-16 0 0,0 1 0 0 0,0 0-1 0 0,-1 1 1 0 0,0 0 0 0 0,-1 1 0 0 0,0 0-1 0 0,0 1 1 0 0,0 0 0 0 0,-1 1 0 0 0,0 0-1 0 0,0 1 1 0 0,0 0 0 0 0,0 1 0 0 0,-19-1-1 0 0,13 2-228 0 0,0 2 0 0 0,1 0 0 0 0,-1 1 0 0 0,1 1 0 0 0,-1 0-1 0 0,1 2 1 0 0,0 0 0 0 0,0 1 0 0 0,1 1 0 0 0,-31 14-1 0 0,30-11-1542 0 0,1 1-1 0 0,0 1 0 0 0,1 0 1 0 0,0 2-1 0 0,-28 27 1 0 0,21-15-5313 0 0</inkml:trace>
</inkml:ink>
</file>

<file path=ppt/ink/ink4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23:25.0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330 91 1800 0 0,'-2'-3'389'0'0,"0"-1"-1"0"0,0 1 0 0 0,-1 0 1 0 0,0 0-1 0 0,0 0 1 0 0,0 0-1 0 0,0 0 1 0 0,0 1-1 0 0,0-1 0 0 0,-1 1 1 0 0,1 0-1 0 0,-1 0 1 0 0,1 0-1 0 0,-1 1 1 0 0,0-1-1 0 0,0 1 1 0 0,0 0-1 0 0,0 0 0 0 0,-7-1 1 0 0,4 1-253 0 0,0 1 0 0 0,0 0 1 0 0,0 1-1 0 0,0-1 0 0 0,0 1 0 0 0,0 0 0 0 0,0 1 1 0 0,1 0-1 0 0,-1 0 0 0 0,0 0 0 0 0,-6 4 1 0 0,3 0 29 0 0,1 0 1 0 0,0 0-1 0 0,1 1 1 0 0,-1 0-1 0 0,1 0 0 0 0,1 1 1 0 0,-1 0-1 0 0,1 1 1 0 0,1-1-1 0 0,-11 19 1 0 0,5-5 209 0 0,1 0 1 0 0,1 0 0 0 0,-12 42-1 0 0,18-48-189 0 0,0 1-1 0 0,1 0 0 0 0,1 0 0 0 0,0 0 1 0 0,1 0-1 0 0,1 0 0 0 0,5 32 0 0 0,-4-38-100 0 0,1 0-1 0 0,1 0 0 0 0,0 0 1 0 0,1-1-1 0 0,0 1 1 0 0,0-1-1 0 0,1 0 0 0 0,0-1 1 0 0,1 1-1 0 0,0-1 0 0 0,1 0 1 0 0,0 0-1 0 0,8 7 0 0 0,-3-5-4 0 0,0-1 0 0 0,1 0 0 0 0,1-1 0 0 0,-1-1 0 0 0,2 0 0 0 0,-1-1-1 0 0,1 0 1 0 0,0-1 0 0 0,0-1 0 0 0,0 0 0 0 0,1-1 0 0 0,0-1 0 0 0,0-1 0 0 0,32 2 0 0 0,-27-4-5 0 0,0-1 0 0 0,0-1 1 0 0,1-1-1 0 0,-1-1 1 0 0,-1 0-1 0 0,1-2 1 0 0,-1 0-1 0 0,0-2 1 0 0,0 0-1 0 0,35-21 0 0 0,-42 21-61 0 0,-1-1 0 0 0,0-1 0 0 0,0 0 0 0 0,-1-1 0 0 0,-1 0 0 0 0,0 0 0 0 0,0-1 0 0 0,-1 0-1 0 0,-1-1 1 0 0,0 0 0 0 0,0-1 0 0 0,-2 1 0 0 0,0-1 0 0 0,0 0 0 0 0,-1-1 0 0 0,3-15 0 0 0,-5 13-13 0 0,1 0 0 0 0,-2 0 1 0 0,0 0-1 0 0,-2-1 1 0 0,1 1-1 0 0,-2 0 0 0 0,0-1 1 0 0,-2 1-1 0 0,0 0 1 0 0,0 0-1 0 0,-2 0 0 0 0,0 1 1 0 0,-13-30-1 0 0,11 33-7 0 0,0 0-1 0 0,-1 1 0 0 0,0 0 1 0 0,-19-21-1 0 0,21 27 1 0 0,0 0 0 0 0,-1 0 0 0 0,1 1-1 0 0,-2 0 1 0 0,1 0 0 0 0,0 1 0 0 0,-1-1 0 0 0,0 2-1 0 0,-13-5 1 0 0,15 6-116 0 0,1 0 1 0 0,0 1-1 0 0,-1 0 0 0 0,0 0 0 0 0,1 1 1 0 0,-1-1-1 0 0,1 1 0 0 0,-1 1 0 0 0,-9 0 1 0 0,14 0 19 0 0,-1-1-1 0 0,1 0 1 0 0,-1 1 0 0 0,1-1 0 0 0,0 1 0 0 0,-1-1 0 0 0,1 1 0 0 0,0-1 0 0 0,-1 1-1 0 0,1 0 1 0 0,0 0 0 0 0,0 0 0 0 0,0 0 0 0 0,-1 0 0 0 0,1 0 0 0 0,0 0 0 0 0,1 0-1 0 0,-1 0 1 0 0,0 1 0 0 0,0-1 0 0 0,0 0 0 0 0,1 0 0 0 0,-1 1 0 0 0,1-1 0 0 0,-1 1 0 0 0,1-1-1 0 0,-1 2 1 0 0,0 0-157 0 0,1 0 1 0 0,0 0-1 0 0,0 0 0 0 0,0 0 0 0 0,0 0 0 0 0,0 0 0 0 0,0 0 0 0 0,1 0 0 0 0,-1 0 1 0 0,1 0-1 0 0,2 4 0 0 0,-1-2-616 0 0,1 1 1 0 0,0-1-1 0 0,0 0 1 0 0,0-1-1 0 0,1 1 1 0 0,6 7-1 0 0,6 1-2961 0 0</inkml:trace>
</inkml:ink>
</file>

<file path=ppt/ink/ink4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23:26.0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208 68 1012 0 0,'2'-2'2008'0'0,"0"1"-1636"0"0,-1 0-1 0 0,1-1 0 0 0,-1 1 1 0 0,0-1-1 0 0,0 1 0 0 0,0-1 0 0 0,0 0 1 0 0,0 1-1 0 0,0-1 0 0 0,0 0 1 0 0,0 0-1 0 0,-1 1 0 0 0,1-1 1 0 0,-1 0-1 0 0,1 0 0 0 0,-1 0 1 0 0,0 0-1 0 0,1 0 0 0 0,-1 0 0 0 0,0 0 1 0 0,0 0-1 0 0,-1-2 0 0 0,0 2 245 0 0,-1 0-360 0 0,0 1 0 0 0,-1-1 0 0 0,1 1 0 0 0,0 0 0 0 0,-1 0 0 0 0,1 0 0 0 0,-1 0 0 0 0,0 0 0 0 0,1 0 0 0 0,-5 0 0 0 0,3 1 68 0 0,2 1-305 0 0,-4-1 131 0 0,-1 1 0 0 0,1 0 0 0 0,0 0-1 0 0,-1 0 1 0 0,1 1 0 0 0,0 0 0 0 0,-6 3 0 0 0,-1 3-60 0 0,1-1 0 0 0,0 2 0 0 0,1 0 0 0 0,0 0 0 0 0,0 1 0 0 0,-9 10 0 0 0,19-18-53 0 0,-1-1 30 0 0,1-1 0 0 0,0 1 0 0 0,0 0 0 0 0,0-1 0 0 0,0 1 1 0 0,0 0-1 0 0,0 0 0 0 0,0-1 0 0 0,0 1 0 0 0,0 0 0 0 0,0 0 0 0 0,-1 2 0 0 0,-8 7 1828 0 0,10-10-1873 0 0,0 1-1 0 0,0-1 1 0 0,-1 0 0 0 0,1 0 0 0 0,0 0 0 0 0,0 0 0 0 0,0 0-1 0 0,-1 0 1 0 0,1 0 0 0 0,0 0 0 0 0,0 0 0 0 0,-1 0 0 0 0,1 0 0 0 0,0 0-1 0 0,0 0 1 0 0,0 0 0 0 0,-1 0 0 0 0,1 0 0 0 0,0-1 0 0 0,0 1 0 0 0,0 0-1 0 0,0 0 1 0 0,-1 0 0 0 0,1 0 0 0 0,0 0 0 0 0,0 0 0 0 0,0-1-1 0 0,0 1 1 0 0,-1 0 0 0 0,1 0 0 0 0,0 0 0 0 0,0 0 0 0 0,0 0 0 0 0,0-1-1 0 0,0 1 1 0 0,0 0 0 0 0,0 0 0 0 0,0 0 0 0 0,-1-1 0 0 0,1 1 0 0 0,0 0-1 0 0,0 0 1 0 0,0 0 0 0 0,0-1 0 0 0,0 1 0 0 0,0 0 0 0 0,0 0-1 0 0,0 0 1 0 0,0-1 0 0 0,0 1 0 0 0,1 0 0 0 0,-2-2 47 0 0,4-11 121 0 0,0-10-111 0 0,-3 21-66 0 0,0 2-22 0 0,0-1 7 0 0,0 1 0 0 0,0 0 0 0 0,0-1-1 0 0,0 1 1 0 0,0-1 0 0 0,0 1-1 0 0,1 0 1 0 0,-1-1 0 0 0,0 1 0 0 0,0-1-1 0 0,0 1 1 0 0,0 0 0 0 0,0-1-1 0 0,1 1 1 0 0,-1 0 0 0 0,0-1 0 0 0,0 1-1 0 0,0 0 1 0 0,1-1 0 0 0,-1 1 0 0 0,0 0-1 0 0,1-1 1 0 0,2 3 4 0 0,2 3-5 0 0,2 24 1 0 0,-3-1 83 0 0,-1-1 0 0 0,-2 0-1 0 0,-1 0 1 0 0,-1 1 0 0 0,-6 41-1 0 0,-17 130 1728 0 0,22-186-1903 0 0,-3 21 3394 0 0,4-32-2321 0 0,0-5-200 0 0,1-22-346 0 0,20-262 60 0 0,-14 224-372 0 0,9-114-240 0 0,-35 411-492 0 0,17-203-1257 0 0,2 0-1 0 0,2 0 1 0 0,6 52-1 0 0,-3-63-12 0 0,0-1-1 0 0,1 1 1 0 0,1-1-1 0 0,0-1 1 0 0,2 1-1 0 0,17 31 0 0 0,-8-22-4012 0 0</inkml:trace>
</inkml:ink>
</file>

<file path=ppt/ink/ink4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23:27.4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367 447 848 0 0,'23'-28'3246'0'0,"-2"-2"-1"0"0,-1 0 1 0 0,-2-1-1 0 0,23-51 1 0 0,-40 81-3179 0 0,-1 0 0 0 0,1 0 1 0 0,-1 1-1 0 0,1-1 1 0 0,-1 0-1 0 0,0 0 0 0 0,1 0 1 0 0,-1 1-1 0 0,0-1 1 0 0,0 0-1 0 0,0 0 0 0 0,0 0 1 0 0,1 0-1 0 0,-1 0 1 0 0,0 1-1 0 0,-1-1 0 0 0,1 0 1 0 0,0 0-1 0 0,0 0 1 0 0,0 0-1 0 0,0 0 0 0 0,-1 1 1 0 0,1-1-1 0 0,0 0 1 0 0,-1 0-1 0 0,1 0 0 0 0,-1 1 1 0 0,1-1-1 0 0,-1 0 1 0 0,1 1-1 0 0,-1-1 0 0 0,1 0 1 0 0,-1 1-1 0 0,0-1 1 0 0,1 1-1 0 0,-1-1 1 0 0,-1 0-1 0 0,0 0 20 0 0,0 1 0 0 0,0 0 1 0 0,0 0-1 0 0,0-1 0 0 0,0 1 0 0 0,0 0 1 0 0,0 0-1 0 0,0 1 0 0 0,0-1 0 0 0,0 0 1 0 0,0 1-1 0 0,0-1 0 0 0,0 1 0 0 0,0 0 0 0 0,0 0 1 0 0,-2 1-1 0 0,-11 6 126 0 0,0 1 1 0 0,1 1 0 0 0,0 0-1 0 0,1 1 1 0 0,0 1-1 0 0,0 0 1 0 0,1 1-1 0 0,1 0 1 0 0,0 1-1 0 0,-13 22 1 0 0,17-25-137 0 0,0 0 1 0 0,1 1-1 0 0,1 0 1 0 0,0 0-1 0 0,1 1 0 0 0,0-1 1 0 0,0 1-1 0 0,2 0 1 0 0,-1 0-1 0 0,2 0 1 0 0,0 0-1 0 0,0 1 0 0 0,1-1 1 0 0,3 18-1 0 0,-1-20-20 0 0,1 1 0 0 0,0-1-1 0 0,1 0 1 0 0,0 0-1 0 0,1 0 1 0 0,0 0 0 0 0,1-1-1 0 0,0 0 1 0 0,0 0 0 0 0,1-1-1 0 0,0 0 1 0 0,12 11 0 0 0,-8-10 52 0 0,0 0 1 0 0,1-1 0 0 0,1 0 0 0 0,-1-1 0 0 0,1 0 0 0 0,1-2 0 0 0,-1 1 0 0 0,29 8 0 0 0,-24-10-7 0 0,0 0 0 0 0,1-2 0 0 0,0 0 1 0 0,0-1-1 0 0,-1 0 0 0 0,1-2 0 0 0,0-1 1 0 0,0 0-1 0 0,0-1 0 0 0,0-1 1 0 0,-1-1-1 0 0,1 0 0 0 0,-1-1 0 0 0,0-2 1 0 0,28-13-1 0 0,-26 9-68 0 0,-2-1 0 0 0,1-1 1 0 0,-2 0-1 0 0,0-1 0 0 0,0-1 1 0 0,-2-1-1 0 0,28-34 0 0 0,-33 36-7 0 0,0-1 1 0 0,-1 0-1 0 0,-1-1 0 0 0,0 0 1 0 0,-2 0-1 0 0,1 0 0 0 0,-2-1 0 0 0,0 0 1 0 0,-1 0-1 0 0,3-28 0 0 0,-7 31-19 0 0,0-1 0 0 0,0 0 0 0 0,-2 0 0 0 0,0 1-1 0 0,0-1 1 0 0,-1 1 0 0 0,-1 0 0 0 0,-1 0 0 0 0,0 0 0 0 0,0 0-1 0 0,-2 1 1 0 0,1 0 0 0 0,-2 0 0 0 0,0 0 0 0 0,0 1 0 0 0,-12-12-1 0 0,6 8-6 0 0,-1 0 0 0 0,-1 1 0 0 0,0 1 0 0 0,-1 1 0 0 0,-1 0 0 0 0,0 2 0 0 0,0-1 0 0 0,-1 2 0 0 0,-1 1 0 0 0,-27-10 0 0 0,22 11-48 0 0,0 1 1 0 0,-1 1-1 0 0,1 1 0 0 0,-1 2 0 0 0,0 0 0 0 0,0 2 0 0 0,0 1 0 0 0,0 0 0 0 0,-26 6 0 0 0,32-3-462 0 0,0 2 0 0 0,1 0 0 0 0,-1 1 0 0 0,1 1 0 0 0,1 1-1 0 0,0 0 1 0 0,0 2 0 0 0,0 0 0 0 0,1 1 0 0 0,1 0-1 0 0,0 1 1 0 0,-17 18 0 0 0,-11 16-3742 0 0,-46 63 1 0 0,63-75 390 0 0,-8 9-3087 0 0</inkml:trace>
</inkml:ink>
</file>

<file path=ppt/ink/ink4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23:28.0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157 167 212 0 0,'-5'-36'5813'0'0,"-8"-39"1500"0"0,12 72-6876 0 0,1 3-385 0 0,0 0-1 0 0,0-1 1 0 0,0 1 0 0 0,0-1-1 0 0,0 1 1 0 0,0-1-1 0 0,0 1 1 0 0,0 0 0 0 0,-1-1-1 0 0,1 1 1 0 0,0-1-1 0 0,0 1 1 0 0,0 0 0 0 0,-1-1-1 0 0,1 1 1 0 0,0 0-1 0 0,-1-1 1 0 0,1 1 0 0 0,0 0-1 0 0,-1-1 1 0 0,1 1-1 0 0,0 0 1 0 0,-1 0 0 0 0,1-1-1 0 0,-1 1 1 0 0,-3 3 149 0 0,0 0 1 0 0,0 0-1 0 0,0 0 1 0 0,1 1 0 0 0,-1-1-1 0 0,1 1 1 0 0,0 0-1 0 0,0 0 1 0 0,0 0-1 0 0,-4 9 1 0 0,-22 53 767 0 0,25-57-822 0 0,-8 21 43 0 0,2 1-1 0 0,1-1 0 0 0,1 2 0 0 0,1-1 0 0 0,2 1 1 0 0,2 0-1 0 0,1 0 0 0 0,3 64 0 0 0,1-84-128 0 0,0-1-1 0 0,0 1 1 0 0,1-1 0 0 0,1 0-1 0 0,-1 0 1 0 0,2 0 0 0 0,0-1-1 0 0,0 0 1 0 0,1 1 0 0 0,0-2-1 0 0,0 1 1 0 0,1-1 0 0 0,15 16-1 0 0,-16-20-11 0 0,-1 0 0 0 0,1-1 0 0 0,0 1 0 0 0,1-1 0 0 0,-1-1 0 0 0,1 1 0 0 0,-1-1 0 0 0,1 0 0 0 0,0 0 0 0 0,0-1 0 0 0,1 0 0 0 0,-1 0 0 0 0,0-1 0 0 0,1 0-1 0 0,-1 0 1 0 0,1 0 0 0 0,-1-1 0 0 0,1 0 0 0 0,-1-1 0 0 0,0 0 0 0 0,1 0 0 0 0,10-4 0 0 0,-3 0-13 0 0,0-1-1 0 0,0 0 1 0 0,-1-1 0 0 0,0-1 0 0 0,0 0-1 0 0,-1-1 1 0 0,0-1 0 0 0,0 0 0 0 0,-1-1-1 0 0,0 0 1 0 0,-1 0 0 0 0,-1-2-1 0 0,0 1 1 0 0,0-1 0 0 0,-1-1 0 0 0,14-28-1 0 0,-14 23-30 0 0,-1 0 0 0 0,0-1 0 0 0,-1 0 0 0 0,-1-1 0 0 0,-2 1 0 0 0,0-1 0 0 0,0 0-1 0 0,-2-1 1 0 0,-1 1 0 0 0,-1 0 0 0 0,0 0 0 0 0,-6-34 0 0 0,3 43 4 0 0,0 0 0 0 0,-1 1 1 0 0,0 0-1 0 0,-1 0 0 0 0,0 0 0 0 0,0 0 1 0 0,-1 1-1 0 0,-1 0 0 0 0,0 0 0 0 0,0 1 1 0 0,-1 0-1 0 0,0 0 0 0 0,-1 1 1 0 0,0 0-1 0 0,0 0 0 0 0,-1 1 0 0 0,-13-8 1 0 0,14 9-148 0 0,-1 1 1 0 0,1 1-1 0 0,-1-1 1 0 0,0 2 0 0 0,0-1-1 0 0,0 1 1 0 0,-1 1-1 0 0,1 0 1 0 0,-1 0-1 0 0,0 1 1 0 0,1 1 0 0 0,-1-1-1 0 0,0 2 1 0 0,0 0-1 0 0,1 0 1 0 0,-1 1-1 0 0,1 0 1 0 0,-1 0 0 0 0,-15 7-1 0 0,21-6-224 0 0,0-1-1 0 0,0 1 0 0 0,1 0 1 0 0,-1 0-1 0 0,1 0 0 0 0,0 1 1 0 0,0-1-1 0 0,0 1 1 0 0,0 0-1 0 0,1 0 0 0 0,-1 0 1 0 0,-3 8-1 0 0,5-8-329 0 0,0-1 1 0 0,0 1-1 0 0,1-1 1 0 0,0 1-1 0 0,0 0 0 0 0,0-1 1 0 0,0 1-1 0 0,1 0 1 0 0,-1 0-1 0 0,1-1 1 0 0,0 8-1 0 0,0 1-4108 0 0</inkml:trace>
</inkml:ink>
</file>

<file path=ppt/ink/ink4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23:29.4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162 187 1536 0 0,'0'0'3591'0'0,"-13"10"-799"0"0,-24 67-5 0 0,-47 138 1 0 0,82-208-2711 0 0,-4 10 96 0 0,1-1-1 0 0,1 1 1 0 0,0 0-1 0 0,1 1 1 0 0,1-1-1 0 0,1 0 1 0 0,1 1-1 0 0,0-1 0 0 0,5 30 1 0 0,-4-40-93 0 0,0 0 0 0 0,1 0 1 0 0,0 0-1 0 0,0 0 0 0 0,1-1 0 0 0,0 1 0 0 0,0-1 1 0 0,0 0-1 0 0,1 0 0 0 0,0 0 0 0 0,0 0 0 0 0,0-1 1 0 0,1 1-1 0 0,0-1 0 0 0,0 0 0 0 0,1-1 1 0 0,-1 1-1 0 0,1-1 0 0 0,0 0 0 0 0,0 0 0 0 0,0-1 1 0 0,0 0-1 0 0,1 0 0 0 0,0 0 0 0 0,-1-1 0 0 0,11 2 1 0 0,1-1 31 0 0,0-1 0 0 0,0 0 1 0 0,0-2-1 0 0,0 0 0 0 0,0-1 1 0 0,0 0-1 0 0,0-2 1 0 0,-1 0-1 0 0,1-1 0 0 0,-1-1 1 0 0,1 0-1 0 0,-1-2 1 0 0,-1 0-1 0 0,1 0 0 0 0,27-19 1 0 0,-25 13-79 0 0,-1 0 0 0 0,0 0 1 0 0,-1-2-1 0 0,-1 0 1 0 0,0-1-1 0 0,-1-1 1 0 0,-1 0-1 0 0,0-1 0 0 0,-2-1 1 0 0,0 0-1 0 0,-1 0 1 0 0,12-30-1 0 0,-16 29-22 0 0,0 0 1 0 0,-2 0-1 0 0,0-1 0 0 0,-1 0 1 0 0,-1 0-1 0 0,-1 1 0 0 0,-1-2 1 0 0,-1 1-1 0 0,-5-35 0 0 0,3 40-11 0 0,-2 0 1 0 0,0 0-1 0 0,0 0 0 0 0,-2 0 1 0 0,0 1-1 0 0,0 0 0 0 0,-2 0 1 0 0,0 1-1 0 0,0-1 0 0 0,-2 2 1 0 0,0-1-1 0 0,-20-21 0 0 0,21 27 3 0 0,0 0 0 0 0,-1 1 1 0 0,0 0-1 0 0,0 1 0 0 0,0 0 0 0 0,-1 0 0 0 0,0 1 0 0 0,0 0 1 0 0,-16-4-1 0 0,22 8-24 0 0,-1-1 1 0 0,1 2 0 0 0,-1-1-1 0 0,0 0 1 0 0,0 1-1 0 0,1 0 1 0 0,-1 0-1 0 0,0 1 1 0 0,-9 1 0 0 0,12 0-46 0 0,-1-1 0 0 0,1 0 0 0 0,-1 1 0 0 0,1-1 1 0 0,-1 1-1 0 0,1 0 0 0 0,0 0 0 0 0,0 1 0 0 0,0-1 1 0 0,0 0-1 0 0,0 1 0 0 0,0 0 0 0 0,1 0 0 0 0,-1 0 1 0 0,-2 5-1 0 0,3-6-85 0 0,1 0 0 0 0,0 0 0 0 0,0 0 0 0 0,0 1 0 0 0,0-1 1 0 0,0 0-1 0 0,1 1 0 0 0,-1-1 0 0 0,0 0 0 0 0,1 1 0 0 0,0-1 1 0 0,0 1-1 0 0,0-1 0 0 0,0 0 0 0 0,0 1 0 0 0,0-1 0 0 0,0 1 0 0 0,1-1 1 0 0,-1 0-1 0 0,1 1 0 0 0,0-1 0 0 0,0 0 0 0 0,0 1 0 0 0,0-1 1 0 0,0 0-1 0 0,0 0 0 0 0,1 0 0 0 0,-1 0 0 0 0,3 3 0 0 0,0-1-544 0 0,1 1 0 0 0,0-1-1 0 0,0 1 1 0 0,1-1 0 0 0,-1-1 0 0 0,1 1-1 0 0,-1-1 1 0 0,1 0 0 0 0,10 4-1 0 0,11 1-4120 0 0</inkml:trace>
</inkml:ink>
</file>

<file path=ppt/ink/ink4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23:30.2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 70 2188 0 0,'67'-69'17314'0'0,"-62"73"-16032"0"0,-5-4-1244 0 0,0 0 1 0 0,1 0-1 0 0,-1 0 1 0 0,0 0-1 0 0,1 0 1 0 0,-1 0-1 0 0,0 0 1 0 0,1 0-1 0 0,-1 0 0 0 0,0 0 1 0 0,1 1-1 0 0,-1-1 1 0 0,0 0-1 0 0,1 0 1 0 0,-1 0-1 0 0,0 1 1 0 0,0-1-1 0 0,1 0 0 0 0,-1 0 1 0 0,0 1-1 0 0,0-1 1 0 0,0 0-1 0 0,1 1 1 0 0,-1-1-1 0 0,0 0 1 0 0,0 1-1 0 0,0-1 0 0 0,0 0 1 0 0,0 1-1 0 0,1-1 1 0 0,-1 0-1 0 0,0 1 1 0 0,0 21 707 0 0,0 1 0 0 0,-2-1 0 0 0,0 0 1 0 0,-2 1-1 0 0,-10 37 0 0 0,0 5-312 0 0,-8 45-84 0 0,-33 234-1647 0 0,52-268-3559 0 0,6-26-1723 0 0,-2-39 1711 0 0</inkml:trace>
</inkml:ink>
</file>

<file path=ppt/ink/ink4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23:31.8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82 1608 0 0,'0'0'9078'0'0,"5"-10"-2728"0"0,1 7-6069 0 0,0-1 0 0 0,1 1 0 0 0,-1 1 0 0 0,0-1 0 0 0,1 1 0 0 0,0 0 1 0 0,0 1-1 0 0,9-2 0 0 0,137-19 1051 0 0,302-4 1 0 0,-444 26-1268 0 0,-1 0 1 0 0,1 1-1 0 0,-1 1 1 0 0,1-1-1 0 0,-1 2 1 0 0,0-1-1 0 0,1 2 1 0 0,-2-1-1 0 0,1 1 1 0 0,0 1-1 0 0,-1 0 1 0 0,0 0-1 0 0,0 1 1 0 0,0 0-1 0 0,-1 0 1 0 0,0 1-1 0 0,0 0 1 0 0,9 11-1 0 0,6 8 214 0 0,-2 1-1 0 0,-1 1 1 0 0,-1 1-1 0 0,-1 1 1 0 0,-2 0-1 0 0,21 52 0 0 0,-11-10 436 0 0,30 141 0 0 0,-40-125-142 0 0,7 124 1 0 0,-15 91 622 0 0,-3 394 476 0 0,7-195-721 0 0,-9-407-613 0 0,161 1770 280 0 0,-154-1796-617 0 0,92 804 0 0 0,-79-549 0 0 0,-21-310 0 0 0,0 5 0 0 0,15 96 0 0 0,-7-44 0 0 0,-6-27 0 0 0,-3-1 0 0 0,-1 1 0 0 0,-3-1 0 0 0,-13 77 0 0 0,12-103 0 0 0,-1 0 0 0 0,0-1 0 0 0,-1 0 0 0 0,-1 0 0 0 0,0 0 0 0 0,-17 24 0 0 0,18-31 0 0 0,0-1 0 0 0,-1 0 0 0 0,0 0 0 0 0,-1-1 0 0 0,0 0 0 0 0,0 0 0 0 0,0-1 0 0 0,-1 0 0 0 0,0 0 0 0 0,0-1 0 0 0,0 0 0 0 0,-12 4 0 0 0,-24 6-165 0 0,0-3-1 0 0,-1-1 1 0 0,-1-2 0 0 0,-65 4 0 0 0,-191-8-1528 0 0,112-10-4705 0 0,64-2-4474 0 0,70 3 298 0 0</inkml:trace>
</inkml:ink>
</file>

<file path=ppt/ink/ink4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23:33.9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189 256 804 0 0,'-42'-6'4193'0'0,"16"2"-886"0"0,0 0 0 0 0,0-2 0 0 0,-34-12 0 0 0,60 18-3262 0 0,-1 0 1 0 0,1-1-1 0 0,-1 1 0 0 0,1 0 1 0 0,0 0-1 0 0,-1 0 1 0 0,1 0-1 0 0,-1-1 0 0 0,1 1 1 0 0,0 0-1 0 0,-1 0 0 0 0,1 0 1 0 0,0-1-1 0 0,-1 1 0 0 0,1 0 1 0 0,0-1-1 0 0,0 1 1 0 0,-1 0-1 0 0,1-1 0 0 0,0 1 1 0 0,0 0-1 0 0,0-1 0 0 0,-1 1 1 0 0,1-1-1 0 0,0 1 0 0 0,0 0 1 0 0,0-1-1 0 0,0 1 1 0 0,0-1-1 0 0,0 1 0 0 0,0 0 1 0 0,0-1-1 0 0,0 1 0 0 0,0-1 1 0 0,0 1-1 0 0,0 0 0 0 0,0-1 1 0 0,0 1-1 0 0,0-1 0 0 0,0 1 1 0 0,0 0-1 0 0,1-1 1 0 0,-1 1-1 0 0,0-1 0 0 0,0 1 1 0 0,0 0-1 0 0,1-1 0 0 0,13-12 380 0 0,-14 13-402 0 0,13-8 111 0 0,0 1 1 0 0,1 1-1 0 0,-1 0 0 0 0,1 1 1 0 0,0 1-1 0 0,27-5 0 0 0,-21 4-103 0 0,181-41-1849 0 0,-48 11-1368 0 0,-1-4-4263 0 0,-84 20 485 0 0</inkml:trace>
</inkml:ink>
</file>

<file path=ppt/ink/ink4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23:34.8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620 243 948 0 0,'20'-44'8775'0'0,"-16"39"-8005"0"0,-1-1 0 0 0,0 0-1 0 0,-1 0 1 0 0,1 0 0 0 0,-1 0-1 0 0,0 0 1 0 0,-1 0 0 0 0,1-1-1 0 0,-1 1 1 0 0,-1 0 0 0 0,1-1-1 0 0,-1 1 1 0 0,-1-11 0 0 0,0 11-548 0 0,-1-1 1 0 0,0 1 0 0 0,0 0 0 0 0,-1 0-1 0 0,0 0 1 0 0,0 0 0 0 0,0 0 0 0 0,0 0-1 0 0,-1 1 1 0 0,0 0 0 0 0,-1 0 0 0 0,-4-5-1 0 0,7 8-205 0 0,0 0 12 0 0,0 1-1 0 0,0-1 0 0 0,-1 1 0 0 0,1-1 0 0 0,-1 1 0 0 0,1 0 1 0 0,-1 0-1 0 0,1 0 0 0 0,-1 0 0 0 0,-4-1 0 0 0,2 1 13 0 0,-3-1-12 0 0,-1 1 1 0 0,1 0-1 0 0,0 0 1 0 0,-1 1-1 0 0,1 0 1 0 0,0 1-1 0 0,-15 2 1 0 0,7 0-27 0 0,1 1 1 0 0,0 1-1 0 0,0 0 1 0 0,0 1-1 0 0,0 1 1 0 0,1 0-1 0 0,0 1 1 0 0,-19 14-1 0 0,-2 7 2 0 0,-52 52 0 0 0,86-80-5 0 0,-20 23 5 0 0,1 0 0 0 0,-21 34 1 0 0,3-4 7 0 0,4 3 81 0 0,33-56-85 0 0,-19 33-128 0 0,17-28-1039 0 0,0 0 1 0 0,1 0 0 0 0,-1 0 0 0 0,-2 12 0 0 0,4-12-73 0 0,-1 0 1 0 0,0 0-1 0 0,0 0 0 0 0,0 0 0 0 0,-1 0 0 0 0,-4 7 1 0 0,-7 7-6025 0 0</inkml:trace>
</inkml:ink>
</file>

<file path=ppt/ink/ink4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23:36.6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626 172 804 0 0,'0'0'1486'0'0,"3"-8"448"0"0,-2 3 1585 0 0,0 1-2767 0 0,-1 0-1 0 0,0 0 1 0 0,-1 0-1 0 0,1 0 1 0 0,-1 0-1 0 0,1 0 1 0 0,-3-6 507 0 0,0-2 659 0 0,-4-6-182 0 0,-4-11 220 0 0,11 28-1635 0 0,-22-43 1670 0 0,21 41-1786 0 0,1 3-178 0 0,0-1 0 0 0,0 1 0 0 0,0-1 1 0 0,0 1-1 0 0,0-1 0 0 0,0 1 0 0 0,0-1 0 0 0,0 1 0 0 0,0-1 0 0 0,0 0 1 0 0,0 1-1 0 0,0-1 0 0 0,0 1 0 0 0,0-1 0 0 0,-1 1 0 0 0,1-1 0 0 0,0 1 1 0 0,0-1-1 0 0,-1 1 0 0 0,1 0 0 0 0,0-1 0 0 0,-1 1 0 0 0,1-1 0 0 0,0 1 1 0 0,-1 0-1 0 0,0-1 0 0 0,1 1-3 0 0,-1 0 1 0 0,0 0-1 0 0,1 0 0 0 0,-1 0 1 0 0,1 0-1 0 0,-1 1 0 0 0,0-1 0 0 0,1 0 1 0 0,-1 0-1 0 0,1 0 0 0 0,-1 1 1 0 0,1-1-1 0 0,-1 0 0 0 0,1 1 1 0 0,-1-1-1 0 0,1 1 0 0 0,-1-1 1 0 0,0 1-1 0 0,-19 25 609 0 0,-17 43 710 0 0,-33 87-1 0 0,33-69-843 0 0,-255 582 1229 0 0,204-457-1542 0 0,68-170-229 0 0,19-40-161 0 0,10-5-5835 0 0,-7 1 5585 0 0,1 0 0 0 0,0 1 0 0 0,-1-1 0 0 0,0 0 0 0 0,1 0 0 0 0,-1 0 0 0 0,0 0 1 0 0,3-4-1 0 0,20-30-9219 0 0,-18 23 2805 0 0</inkml:trace>
</inkml:ink>
</file>

<file path=ppt/ink/ink4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23:38.0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 2432 68 0 0,'-22'-46'8800'0'0,"21"44"-8156"0"0,1 0-494 0 0,-1 0-1 0 0,1 0 0 0 0,0 1 1 0 0,0-1-1 0 0,0 0 1 0 0,0 0-1 0 0,0 0 0 0 0,0 1 1 0 0,0-1-1 0 0,0 0 1 0 0,1 0-1 0 0,-1 0 0 0 0,2-1 1 0 0,2 0-107 0 0,0 0 0 0 0,0 0 0 0 0,1 0 0 0 0,-1 1 0 0 0,1-1 0 0 0,-1 1 0 0 0,1 0 0 0 0,0 1 0 0 0,0-1 0 0 0,0 1 0 0 0,7-1 0 0 0,-8 2-39 0 0,162-30 204 0 0,-13 3-1934 0 0,-53 1-2959 0 0,-54 12 1168 0 0</inkml:trace>
  <inkml:trace contextRef="#ctx0" brushRef="#br0" timeOffset="1">2065 78 688 0 0,'-1'-20'6829'0'0,"-3"-3"-3816"0"0,3 17-1537 0 0,0 4 45 0 0,-4-12 1037 0 0,4 13-2507 0 0,0 0-1 0 0,-1-1 0 0 0,1 1 1 0 0,-1 0-1 0 0,1 0 0 0 0,-1 1 0 0 0,0-1 1 0 0,1 0-1 0 0,-1 0 0 0 0,0 1 1 0 0,1-1-1 0 0,-1 1 0 0 0,0-1 1 0 0,0 1-1 0 0,1 0 0 0 0,-1 0 0 0 0,0 0 1 0 0,0 0-1 0 0,0 0 0 0 0,0 0 1 0 0,1 0-1 0 0,-1 0 0 0 0,-3 2 0 0 0,-45 12 128 0 0,23-4-30 0 0,0 2-1 0 0,1 0 1 0 0,1 2-1 0 0,0 1 1 0 0,1 1-1 0 0,0 1 1 0 0,-21 20-1 0 0,25-18 86 0 0,1 2-1 0 0,1 0 0 0 0,1 1 1 0 0,1 0-1 0 0,0 2 0 0 0,2 0 1 0 0,1 0-1 0 0,1 1 0 0 0,1 1 1 0 0,1 0-1 0 0,1 0 0 0 0,-7 40 1 0 0,3 14 497 0 0,3 1 1 0 0,2 160-1 0 0,12-37 464 0 0,32 212 0 0 0,-7-176-219 0 0,-11 2-1 0 0,-19 352 0 0 0,-48 21-310 0 0,-11 230 787 0 0,51-298-655 0 0,5-162-408 0 0,3-332-348 0 0,-2 49 28 0 0,16 172 1 0 0,-11-258-62 0 0,1 0 0 0 0,1-1 0 0 0,0 1 0 0 0,0-1 0 0 0,2 0 0 0 0,0-1 0 0 0,0 1 0 0 0,15 21 0 0 0,-16-29-106 0 0,0 0 0 0 0,1-1-1 0 0,0 1 1 0 0,0-1 0 0 0,0 0-1 0 0,1-1 1 0 0,0 1 0 0 0,0-2-1 0 0,0 1 1 0 0,1-1 0 0 0,0 0-1 0 0,0 0 1 0 0,0-1 0 0 0,0 0-1 0 0,0 0 1 0 0,1-1 0 0 0,9 2-1 0 0,3-2-729 0 0,0-1-1 0 0,0 0 1 0 0,0-2 0 0 0,0 0-1 0 0,0-2 1 0 0,0 0 0 0 0,0-1-1 0 0,-1-1 1 0 0,37-15 0 0 0,-15 3-2106 0 0,-1-3 1 0 0,-1-1 0 0 0,58-41 0 0 0,-15 1-5556 0 0</inkml:trace>
</inkml:ink>
</file>

<file path=ppt/ink/ink5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23:40.0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82 34 1636 0 0,'-4'-14'5409'0'0,"2"2"3146"0"0,4 4-2259 0 0,1 19-5000 0 0,3 22-1151 0 0,0 32 1012 0 0,-7 110-1 0 0,-20 63-620 0 0,20-222-505 0 0,-29 173-96 0 0,13-109-2734 0 0,1-3-4110 0 0,15-70 6023 0 0,1-2-919 0 0,-2 3-2951 0 0,-1 12-1837 0 0</inkml:trace>
  <inkml:trace contextRef="#ctx0" brushRef="#br0" timeOffset="1">1392 363 520 0 0,'-5'-22'3696'0'0,"0"-1"0"0"0,-9-25 0 0 0,2 13-1138 0 0,12 33-2387 0 0,-1 0 1 0 0,0-1-1 0 0,0 1 1 0 0,0-1-1 0 0,0 1 0 0 0,0 0 1 0 0,0 0-1 0 0,-1 0 1 0 0,1 0-1 0 0,-4-4 0 0 0,4 6-137 0 0,1-1 0 0 0,-1 1 0 0 0,0-1 0 0 0,0 1 0 0 0,1-1 0 0 0,-1 1 0 0 0,0 0-1 0 0,0-1 1 0 0,0 1 0 0 0,0 0 0 0 0,0 0 0 0 0,1-1 0 0 0,-1 1 0 0 0,0 0 0 0 0,0 0 0 0 0,0 0-1 0 0,0 0 1 0 0,0 0 0 0 0,0 0 0 0 0,0 1 0 0 0,-1-1 0 0 0,-1 2-1 0 0,-1 0 1 0 0,0 0 0 0 0,0 0-1 0 0,1 1 1 0 0,-1 0-1 0 0,1-1 1 0 0,0 1-1 0 0,0 0 1 0 0,0 1-1 0 0,0-1 1 0 0,-3 5 0 0 0,-11 14 161 0 0,0 1 1 0 0,2 1 0 0 0,0 1 0 0 0,2 0-1 0 0,1 1 1 0 0,1 0 0 0 0,1 1-1 0 0,1 0 1 0 0,2 1 0 0 0,0 0 0 0 0,-4 49-1 0 0,11-68-119 0 0,0 0-1 0 0,0 0 1 0 0,1-1-1 0 0,0 1 1 0 0,1 0-1 0 0,0-1 0 0 0,0 1 1 0 0,1-1-1 0 0,0 0 1 0 0,0 0-1 0 0,9 15 1 0 0,-9-18 16 0 0,1 0 0 0 0,0 0 0 0 0,0 0 1 0 0,0-1-1 0 0,0 1 0 0 0,1-1 0 0 0,-1 0 1 0 0,1-1-1 0 0,0 1 0 0 0,0-1 0 0 0,1 0 1 0 0,-1 0-1 0 0,1 0 0 0 0,0-1 0 0 0,-1 0 1 0 0,1 0-1 0 0,9 2 0 0 0,-5-3-22 0 0,0-1-1 0 0,0 0 1 0 0,0 0-1 0 0,-1-1 1 0 0,1 0-1 0 0,0 0 1 0 0,0-1 0 0 0,-1-1-1 0 0,1 0 1 0 0,-1 0-1 0 0,0 0 1 0 0,0-1 0 0 0,0-1-1 0 0,0 0 1 0 0,-1 0-1 0 0,0 0 1 0 0,0-1-1 0 0,8-8 1 0 0,4-4-30 0 0,-1-1 1 0 0,-1-1-1 0 0,-1 0 1 0 0,0-1-1 0 0,19-35 1 0 0,-23 35-39 0 0,-1-1 0 0 0,-2 0 0 0 0,0-1 0 0 0,-1 0 0 0 0,-1-1 1 0 0,-2 0-1 0 0,0 0 0 0 0,3-31 0 0 0,-9 43-41 0 0,1 0-1 0 0,-1 1 1 0 0,-1-1-1 0 0,0 0 1 0 0,-1 0 0 0 0,0 1-1 0 0,-1-1 1 0 0,-5-14 0 0 0,4 18-46 0 0,0-1 0 0 0,0 1 0 0 0,-1 0 1 0 0,0 0-1 0 0,0 1 0 0 0,-1-1 0 0 0,0 1 1 0 0,0 0-1 0 0,-1 1 0 0 0,0-1 0 0 0,-12-7 1 0 0,11 8-253 0 0,-1 1 1 0 0,0 0-1 0 0,0 0 1 0 0,0 1-1 0 0,0 0 1 0 0,-1 1-1 0 0,-17-4 1 0 0,24 6 76 0 0,0 1 0 0 0,0-1 0 0 0,-1 1 0 0 0,1 0-1 0 0,0 0 1 0 0,0 0 0 0 0,0 0 0 0 0,-1 0 0 0 0,1 0 0 0 0,0 1 0 0 0,0 0 0 0 0,0 0-1 0 0,0 0 1 0 0,0 0 0 0 0,0 0 0 0 0,0 0 0 0 0,0 1 0 0 0,0 0 0 0 0,0-1 0 0 0,1 1 0 0 0,-1 0-1 0 0,1 0 1 0 0,0 1 0 0 0,-1-1 0 0 0,1 0 0 0 0,-3 6 0 0 0,4-8-40 0 0,0 1 1 0 0,1 0-1 0 0,-1 0 1 0 0,1 0-1 0 0,0 0 1 0 0,-1 0-1 0 0,1 0 1 0 0,0 0-1 0 0,-1 1 1 0 0,1-1-1 0 0,0 0 1 0 0,0 0-1 0 0,0 1 0 0 0,0 2-881 0 0</inkml:trace>
</inkml:ink>
</file>

<file path=ppt/ink/ink5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23:41.6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238 130 1768 0 0,'45'-77'10016'0'0,"-33"45"-6994"0"0,-12 31-2984 0 0,1 1-1 0 0,-1 0 1 0 0,1-1 0 0 0,-1 1 0 0 0,0-1-1 0 0,1 1 1 0 0,-1-1 0 0 0,0 1 0 0 0,0-1-1 0 0,1 1 1 0 0,-1-1 0 0 0,0 1 0 0 0,0-1-1 0 0,0 0 1 0 0,0 1 0 0 0,0-1 0 0 0,0 1-1 0 0,0-1 1 0 0,0 1 0 0 0,0-1-1 0 0,0 1 1 0 0,0-1 0 0 0,0 0 0 0 0,0 1-1 0 0,0-1 1 0 0,0 1 0 0 0,-1-1 0 0 0,1 1-1 0 0,0-1 1 0 0,0 1 0 0 0,-1-1 0 0 0,1 1-1 0 0,0-1 1 0 0,-1 1 0 0 0,1-1-1 0 0,-1 1-19 0 0,0-1 0 0 0,0 1-1 0 0,1 0 1 0 0,-1 0 0 0 0,0 0-1 0 0,0 0 1 0 0,1 0-1 0 0,-1 0 1 0 0,0 0 0 0 0,0 0-1 0 0,0 0 1 0 0,1 0 0 0 0,-1 0-1 0 0,0 0 1 0 0,1 1-1 0 0,-1-1 1 0 0,0 0 0 0 0,0 0-1 0 0,1 1 1 0 0,-1-1 0 0 0,-1 1-1 0 0,-10 9 101 0 0,-1 0 0 0 0,2 0 0 0 0,-1 1 0 0 0,2 1 0 0 0,-1 0 0 0 0,-9 15 0 0 0,-49 85 672 0 0,63-102-741 0 0,-14 27 239 0 0,1 2 1 0 0,1 0-1 0 0,-16 58 1 0 0,28-76-94 0 0,1-1 1 0 0,1 1-1 0 0,1 1 1 0 0,0-1 0 0 0,2 0-1 0 0,0 0 1 0 0,2 1-1 0 0,5 37 1 0 0,-4-50-96 0 0,0-1 0 0 0,1 1 0 0 0,0-1 0 0 0,1 1 0 0 0,-1-1 0 0 0,1 0 1 0 0,1 0-1 0 0,0-1 0 0 0,0 1 0 0 0,0-1 0 0 0,1 0 0 0 0,0-1 1 0 0,0 1-1 0 0,1-1 0 0 0,0 0 0 0 0,0-1 0 0 0,14 9 0 0 0,-11-9 43 0 0,0 0-1 0 0,0-1 0 0 0,0 0 0 0 0,1 0 1 0 0,0-1-1 0 0,0-1 0 0 0,0 0 0 0 0,0 0 1 0 0,0-1-1 0 0,0 0 0 0 0,0-1 0 0 0,0-1 1 0 0,22-3-1 0 0,-11-1-37 0 0,1-1 0 0 0,-1-1-1 0 0,0-1 1 0 0,0-1 0 0 0,-1-1 0 0 0,-1 0-1 0 0,1-2 1 0 0,33-26 0 0 0,-24 14-45 0 0,-1-2 0 0 0,-2 0 1 0 0,-1-2-1 0 0,37-50 0 0 0,-58 71-65 0 0,0 0-1 0 0,0 0 1 0 0,-1-1-1 0 0,0 0 1 0 0,-1 0-1 0 0,0 0 1 0 0,0 0-1 0 0,0-1 1 0 0,-1 1-1 0 0,0-1 1 0 0,-1 1-1 0 0,0-1 1 0 0,0-9-1 0 0,-2 11-11 0 0,1 1-1 0 0,-1-1 1 0 0,0 1-1 0 0,-1-1 0 0 0,0 1 1 0 0,0-1-1 0 0,0 1 1 0 0,-1 0-1 0 0,0 0 1 0 0,0 0-1 0 0,-1 0 1 0 0,1 1-1 0 0,-1-1 1 0 0,0 1-1 0 0,-1 0 0 0 0,1 0 1 0 0,-9-6-1 0 0,-3-2-219 0 0,0 2 0 0 0,-1 0 0 0 0,0 0 0 0 0,-1 2 0 0 0,0 0 0 0 0,-1 1 0 0 0,1 1 0 0 0,-2 1 0 0 0,-32-7 0 0 0,39 10-306 0 0,1 1 0 0 0,-1 1 0 0 0,0 0-1 0 0,0 1 1 0 0,0 0 0 0 0,1 0-1 0 0,-1 2 1 0 0,0 0 0 0 0,1 0 0 0 0,-1 1-1 0 0,1 0 1 0 0,0 1 0 0 0,0 1-1 0 0,0 0 1 0 0,0 1 0 0 0,-13 8 0 0 0,20-10-610 0 0,0 1 1 0 0,0-1-1 0 0,0 1 1 0 0,0 0-1 0 0,-5 7 1 0 0,3-1-3700 0 0</inkml:trace>
  <inkml:trace contextRef="#ctx0" brushRef="#br0" timeOffset="1">1902 283 40 0 0,'0'-3'2486'0'0,"18"-71"11081"0"0,-17 71-12994 0 0,-2-5 389 0 0,1 0 0 0 0,0 0 1 0 0,1-1-1 0 0,2-11 0 0 0,-2 18-436 0 0,1-10 1129 0 0,-2-9-1215 0 0,0 19-392 0 0,-2 4-438 0 0,-15 28 383 0 0,-62 119-106 0 0,68-127 125 0 0,2 2 0 0 0,0-1 0 0 0,2 1 0 0 0,-8 44-1 0 0,14-60 89 0 0,1-1-1 0 0,-1 1 1 0 0,1 0-1 0 0,1 0 1 0 0,-1 0-1 0 0,1-1 0 0 0,1 1 1 0 0,-1 0-1 0 0,2-1 1 0 0,-1 1-1 0 0,1-1 0 0 0,0 0 1 0 0,0 1-1 0 0,1-1 1 0 0,0-1-1 0 0,0 1 0 0 0,0-1 1 0 0,1 1-1 0 0,0-1 1 0 0,0-1-1 0 0,1 1 0 0 0,0-1 1 0 0,0 0-1 0 0,0 0 1 0 0,1-1-1 0 0,-1 1 0 0 0,1-2 1 0 0,0 1-1 0 0,0-1 1 0 0,13 5-1 0 0,-5-4 18 0 0,0-1-1 0 0,0 0 0 0 0,0-1 1 0 0,0 0-1 0 0,1-1 1 0 0,-1-1-1 0 0,0-1 1 0 0,0 0-1 0 0,1-1 1 0 0,-1 0-1 0 0,0-1 0 0 0,0-1 1 0 0,-1-1-1 0 0,1 0 1 0 0,-1 0-1 0 0,0-2 1 0 0,18-10-1 0 0,-15 7-113 0 0,0-1 0 0 0,-1-1 0 0 0,0-1 0 0 0,-1 0 0 0 0,-1 0 0 0 0,0-2 0 0 0,0 0 0 0 0,-2 0 0 0 0,0-2-1 0 0,0 1 1 0 0,-2-1 0 0 0,16-35 0 0 0,-22 44-19 0 0,-2 0-1 0 0,1-1 0 0 0,-1 1 0 0 0,0-1 1 0 0,-1 1-1 0 0,1-1 0 0 0,-2 0 1 0 0,1 1-1 0 0,-2-1 0 0 0,1 0 0 0 0,-1 1 1 0 0,0-1-1 0 0,-1 0 0 0 0,0 1 0 0 0,-5-16 1 0 0,2 14-144 0 0,1 1 0 0 0,-1 1 0 0 0,0-1 0 0 0,-1 1 0 0 0,0 0-1 0 0,0 0 1 0 0,-1 0 0 0 0,0 1 0 0 0,0 0 0 0 0,-1 0 0 0 0,0 1 0 0 0,0 0 0 0 0,-12-7 0 0 0,2 4-382 0 0,1 1 0 0 0,-1 0 0 0 0,-1 1 0 0 0,1 1 0 0 0,-1 1 0 0 0,-1 0 0 0 0,1 2 0 0 0,0 0 1 0 0,-1 1-1 0 0,-24 1 0 0 0,6 3-1804 0 0,0 1 0 0 0,0 3 0 0 0,0 0 0 0 0,-48 17 0 0 0,34-8-3962 0 0</inkml:trace>
</inkml:ink>
</file>

<file path=ppt/ink/ink5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23:42.8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39 194 1492 0 0,'42'-33'9472'0'0,"-40"32"-8865"0"0,-2 0-499 0 0,1 1 0 0 0,-1-1-1 0 0,0 1 1 0 0,1-1 0 0 0,-1 1 0 0 0,1 0-1 0 0,-1-1 1 0 0,1 1 0 0 0,0-1 0 0 0,-1 1-1 0 0,1 0 1 0 0,-1 0 0 0 0,1-1 0 0 0,0 1 0 0 0,-1 0-1 0 0,1 0 1 0 0,0 0 0 0 0,0-1 0 0 0,0 3-38 0 0,0 0 1 0 0,-1 0 0 0 0,0 0 0 0 0,1 0-1 0 0,-1 0 1 0 0,0 0 0 0 0,0 0 0 0 0,0 0-1 0 0,0 0 1 0 0,0 1 0 0 0,-1-1 0 0 0,1 0-1 0 0,0 0 1 0 0,-1-1 0 0 0,0 1 0 0 0,0 2-1 0 0,-19 42 716 0 0,7-16-336 0 0,7-12-239 0 0,-7 18 139 0 0,2 0 0 0 0,1 1 0 0 0,-8 72 0 0 0,17-97-257 0 0,1-1 0 0 0,0 1 1 0 0,1 0-1 0 0,0-1 0 0 0,1 1 0 0 0,1-1 1 0 0,4 15-1 0 0,-4-18 19 0 0,0 0 1 0 0,1-1-1 0 0,0 1 1 0 0,1-1-1 0 0,-1 0 1 0 0,1 0-1 0 0,1 0 1 0 0,-1-1-1 0 0,1 0 1 0 0,0 0-1 0 0,9 6 1 0 0,-8-7-25 0 0,-1-1 0 0 0,1 0 1 0 0,1 0-1 0 0,-1-1 1 0 0,0 1-1 0 0,1-2 0 0 0,0 1 1 0 0,-1-1-1 0 0,1 0 0 0 0,0-1 1 0 0,0 0-1 0 0,0 0 0 0 0,0-1 1 0 0,0 0-1 0 0,1 0 0 0 0,-1-1 1 0 0,0 0-1 0 0,0 0 0 0 0,-1-1 1 0 0,1 0-1 0 0,0 0 0 0 0,0-1 1 0 0,9-5-1 0 0,-2 1-53 0 0,-1-1 1 0 0,1 0-1 0 0,-2-1 1 0 0,1-1-1 0 0,-1 0 0 0 0,-1-1 1 0 0,0 0-1 0 0,-1-1 1 0 0,0 0-1 0 0,15-22 0 0 0,-9 9-26 0 0,-2-1-1 0 0,0-1 0 0 0,-2-1 0 0 0,15-46 1 0 0,-23 57-26 0 0,0 0 0 0 0,-1-1 1 0 0,-1 0-1 0 0,-1 0 1 0 0,-1 0-1 0 0,0 0 0 0 0,-2 0 1 0 0,0-1-1 0 0,-3-19 1 0 0,2 30-232 0 0,-1 0 0 0 0,1 0 0 0 0,-1 0 0 0 0,0 1 0 0 0,-1-1 0 0 0,0 1 1 0 0,0 0-1 0 0,0 0 0 0 0,-1 0 0 0 0,0 1 0 0 0,-1-1 0 0 0,1 1 0 0 0,-10-7 0 0 0,13 12-31 0 0,1 0-1 0 0,-1 0 1 0 0,0 0-1 0 0,0 0 1 0 0,0 1-1 0 0,0-1 1 0 0,0 1-1 0 0,0-1 1 0 0,0 1-1 0 0,0 0 1 0 0,0 0-1 0 0,0 0 1 0 0,0 0-1 0 0,0 0 1 0 0,-3 1-1 0 0,4-1 340 0 0,1 0-134 0 0,-1 0 0 0 0,1 0 0 0 0,0 0 0 0 0,-1 0 1 0 0,1 0-1 0 0,-1 0 0 0 0,1 0 0 0 0,0 1 0 0 0,-1-1 0 0 0,1 0 0 0 0,0 0 0 0 0,-1 0 0 0 0,1 1 1 0 0,0-1-1 0 0,-1 0 0 0 0,1 1 0 0 0,0-1 0 0 0,-1 0 0 0 0,1 0 0 0 0,0 1 0 0 0,0-1 0 0 0,-1 0 1 0 0,1 1-1 0 0,0-1 0 0 0,0 1 0 0 0,3 14-9867 0 0</inkml:trace>
  <inkml:trace contextRef="#ctx0" brushRef="#br0" timeOffset="1">1037 131 444 0 0,'31'-19'9930'0'0,"-6"3"-5804"0"0,-24 15-2933 0 0,15-1 368 0 0,-15 2-1443 0 0,0 1 1 0 0,0-1-1 0 0,0 0 1 0 0,0 0-1 0 0,0 1 1 0 0,1-1 0 0 0,-1 1-1 0 0,0-1 1 0 0,0 1-1 0 0,0-1 1 0 0,0 1 0 0 0,-1 0-1 0 0,1-1 1 0 0,0 1-1 0 0,0 0 1 0 0,0 0-1 0 0,-1 0 1 0 0,1-1 0 0 0,1 3-1 0 0,11 18 1006 0 0,-13-21-1112 0 0,7 13 374 0 0,-2 1 1 0 0,1 0 0 0 0,-2 0-1 0 0,0 0 1 0 0,0 1 0 0 0,-2 0 0 0 0,3 28-1 0 0,-8 110 104 0 0,0-96-310 0 0,-4 44-1270 0 0,2-31-2174 0 0,2-4-4292 0 0,5-59 3466 0 0,5 5-2030 0 0</inkml:trace>
  <inkml:trace contextRef="#ctx0" brushRef="#br0" timeOffset="2">2599 91 188 0 0,'1'-3'2925'0'0,"8"-15"1922"0"0,-1 0 0 0 0,6-21 0 0 0,-13 37-3943 0 0,-20 20-528 0 0,-11 19 148 0 0,3 1 1 0 0,-35 62-1 0 0,50-78-433 0 0,2 1-1 0 0,0 0 1 0 0,1 0-1 0 0,2 1 1 0 0,0 0-1 0 0,-5 39 1 0 0,11-54-59 0 0,0 0 1 0 0,1 0 0 0 0,0 1 0 0 0,0-1 0 0 0,1 0-1 0 0,0 1 1 0 0,1-1 0 0 0,0 0 0 0 0,4 11-1 0 0,-5-17-17 0 0,1 1-1 0 0,0-1 0 0 0,-1 0 0 0 0,1 0 0 0 0,0 0 0 0 0,1 0 1 0 0,-1 0-1 0 0,0-1 0 0 0,1 1 0 0 0,0-1 0 0 0,0 1 0 0 0,-1-1 1 0 0,1 0-1 0 0,0 0 0 0 0,1 0 0 0 0,-1-1 0 0 0,0 1 0 0 0,1-1 1 0 0,-1 1-1 0 0,0-1 0 0 0,1 0 0 0 0,-1-1 0 0 0,1 1 0 0 0,0-1 0 0 0,5 1 1 0 0,-2-1 3 0 0,-1-1 0 0 0,1 0-1 0 0,-1 0 1 0 0,1 0 0 0 0,-1 0 0 0 0,0-1 0 0 0,1 0 0 0 0,-1-1 0 0 0,0 1 0 0 0,0-1 0 0 0,-1-1 0 0 0,1 1 0 0 0,-1-1 0 0 0,9-6 0 0 0,-2-1 1 0 0,-1 0 0 0 0,0 0-1 0 0,0-1 1 0 0,16-24 0 0 0,-18 21 30 0 0,0 0 1 0 0,0 0-1 0 0,-2-1 0 0 0,0 0 0 0 0,7-23 1 0 0,-11 30-45 0 0,-1-1 0 0 0,-1 1 0 0 0,1-1 1 0 0,-2 0-1 0 0,1 1 0 0 0,-1-1 0 0 0,-1 0 1 0 0,0 1-1 0 0,0-1 0 0 0,-1 1 0 0 0,-3-13 1 0 0,0 9-124 0 0,-1 0 0 0 0,0 1 0 0 0,0 0 0 0 0,-2 0 0 0 0,1 1 0 0 0,-1-1 0 0 0,-1 2 0 0 0,0-1 0 0 0,-1 1 0 0 0,0 1 0 0 0,0 0 0 0 0,-1 0 0 0 0,0 1 0 0 0,0 0 0 0 0,-1 1 0 0 0,0 0 0 0 0,-1 1 0 0 0,1 1 0 0 0,-1 0 0 0 0,-18-5 0 0 0,28 10-116 0 0,-1-1 1 0 0,0 1 0 0 0,1 0 0 0 0,-1 0 0 0 0,0 0 0 0 0,1 1 0 0 0,-1-1 0 0 0,0 1 0 0 0,1 0 0 0 0,-1 0 0 0 0,-5 3 0 0 0,8-4 63 0 0,-1 1-1 0 0,1 0 1 0 0,-1 0-1 0 0,1-1 1 0 0,0 1-1 0 0,-1 0 1 0 0,1 1-1 0 0,0-1 1 0 0,0 0-1 0 0,-1 0 1 0 0,1 0-1 0 0,0 1 1 0 0,0-1-1 0 0,0 1 1 0 0,1-1-1 0 0,-1 0 1 0 0,0 1-1 0 0,1 0 1 0 0,-1-1-1 0 0,0 3 0 0 0,0 0-656 0 0,0-1 0 0 0,1 1 0 0 0,0-1-1 0 0,-1 1 1 0 0,1-1 0 0 0,0 1 0 0 0,2 5-1 0 0,0 2-3853 0 0</inkml:trace>
</inkml:ink>
</file>

<file path=ppt/ink/ink5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23:44.2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196 192 1220 0 0,'0'0'2031'0'0,"7"-12"3818"0"0,6-49 4878 0 0,-12 59-9307 0 0,-1 2-1401 0 0,0-1 0 0 0,0 1 0 0 0,0 0 0 0 0,0 0 0 0 0,0-1 0 0 0,0 1 1 0 0,0 0-1 0 0,0 0 0 0 0,0-1 0 0 0,0 1 0 0 0,0 0 0 0 0,0 0 0 0 0,0-1 1 0 0,0 1-1 0 0,0 0 0 0 0,0 0 0 0 0,0 0 0 0 0,-1-1 0 0 0,1 1 0 0 0,0 0 1 0 0,0 0-1 0 0,0-1 0 0 0,0 1 0 0 0,0 0 0 0 0,-1 0 0 0 0,1 0 0 0 0,0 0 1 0 0,0-1-1 0 0,0 1 0 0 0,-1 0 0 0 0,1 0 0 0 0,0 0 0 0 0,0 0 0 0 0,-1 0 1 0 0,1 0-1 0 0,0-1 0 0 0,0 1 0 0 0,-1 0 0 0 0,1 0 0 0 0,0 0 0 0 0,0 0 1 0 0,-1 0-1 0 0,1 0 0 0 0,0 0 0 0 0,0 0 0 0 0,-1 0 0 0 0,-15 9 140 0 0,-14 20-217 0 0,7-3 57 0 0,1 2-1 0 0,-34 54 1 0 0,46-65 41 0 0,1 0 0 0 0,0 1 1 0 0,2 0-1 0 0,0 1 0 0 0,1 0 0 0 0,-6 30 1 0 0,11-40 29 0 0,0-1 1 0 0,1 1-1 0 0,-1 0 1 0 0,2 0-1 0 0,-1-1 1 0 0,1 1-1 0 0,1 0 1 0 0,0-1-1 0 0,0 1 1 0 0,0-1-1 0 0,1 0 1 0 0,0 1-1 0 0,1-1 1 0 0,0-1-1 0 0,0 1 1 0 0,1-1-1 0 0,0 1 1 0 0,0-1-1 0 0,7 7 1 0 0,-4-7 11 0 0,0 1 0 0 0,1-1 0 0 0,0 0 0 0 0,0-1 0 0 0,0 0 0 0 0,1 0 0 0 0,0-1 0 0 0,0-1 0 0 0,0 1 0 0 0,1-2 0 0 0,-1 1 0 0 0,1-2 1 0 0,0 1-1 0 0,18 1 0 0 0,-12-4-19 0 0,-1 0 1 0 0,1-1-1 0 0,0 0 0 0 0,-1-2 1 0 0,1 0-1 0 0,-1 0 1 0 0,0-2-1 0 0,0 0 1 0 0,0-1-1 0 0,-1 0 1 0 0,0-1-1 0 0,0-1 1 0 0,21-15-1 0 0,-18 10-60 0 0,0-1-1 0 0,-1 0 1 0 0,0-1-1 0 0,-1-1 1 0 0,-1-1-1 0 0,0 0 1 0 0,-2-1-1 0 0,0-1 1 0 0,16-30-1 0 0,-23 37-63 0 0,-1 0 0 0 0,-1-1 0 0 0,0 1 1 0 0,-1-1-1 0 0,0 1 0 0 0,-1-1 0 0 0,-1 0 0 0 0,0 0 0 0 0,0 0 0 0 0,-1 0 0 0 0,-1 0 1 0 0,0 0-1 0 0,-1 0 0 0 0,-1 0 0 0 0,0 0 0 0 0,0 1 0 0 0,-1-1 0 0 0,-1 1 0 0 0,0 0 1 0 0,-1 0-1 0 0,0 1 0 0 0,0 0 0 0 0,-2 0 0 0 0,1 0 0 0 0,-1 1 0 0 0,-1 0 0 0 0,0 1 1 0 0,0-1-1 0 0,-1 2 0 0 0,0 0 0 0 0,0 0 0 0 0,-1 0 0 0 0,0 1 0 0 0,0 1 0 0 0,-1 0 0 0 0,0 1 1 0 0,0 0-1 0 0,-25-6 0 0 0,26 9-312 0 0,0 0 0 0 0,0 2 0 0 0,0-1 0 0 0,1 1-1 0 0,-1 1 1 0 0,0 0 0 0 0,0 0 0 0 0,0 1 0 0 0,1 0 0 0 0,-1 1 0 0 0,1 0 0 0 0,-20 10 0 0 0,1 1-2033 0 0,1 2 0 0 0,0 1 0 0 0,-26 22 1 0 0,7-3-4423 0 0</inkml:trace>
</inkml:ink>
</file>

<file path=ppt/ink/ink5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23:45.8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252 216 232 0 0,'1'-3'2312'0'0,"1"-6"-610"0"0,-1 0 1 0 0,0 0 0 0 0,-1 0-1 0 0,0-15 1 0 0,-7-39 2219 0 0,7 61-3784 0 0,-1-1-5 0 0,1 2-130 0 0,0 1 0 0 0,0 0 0 0 0,0 0 0 0 0,0 0 0 0 0,0-1 0 0 0,0 1 0 0 0,0 0 0 0 0,0 0 0 0 0,0 0 0 0 0,0-1 0 0 0,0 1 0 0 0,0 0 0 0 0,-1 0 0 0 0,1 0 0 0 0,0-1 0 0 0,0 1 0 0 0,0 0 0 0 0,0 0 0 0 0,0 0 0 0 0,0 0 0 0 0,0-1 0 0 0,-1 1 0 0 0,1 0-1 0 0,0 0 1 0 0,0 0 0 0 0,0 0 0 0 0,0 0 0 0 0,-1-1 0 0 0,1 1 0 0 0,0 0 0 0 0,0 0 0 0 0,0 0 0 0 0,0 0 0 0 0,-1 0 0 0 0,1 0 0 0 0,0 0 0 0 0,0 0 0 0 0,0 0 0 0 0,-1 0 0 0 0,1 0 0 0 0,0 0 0 0 0,0 0 0 0 0,0 0 0 0 0,-1 0 0 0 0,1 0 0 0 0,0 0 0 0 0,-13 8 18 0 0,0 1-1 0 0,1 1 1 0 0,0 0-1 0 0,0 1 1 0 0,2 0-1 0 0,-18 23 1 0 0,-51 83-57 0 0,66-95 32 0 0,1 0 0 0 0,-10 30 0 0 0,18-43 41 0 0,1 0-1 0 0,0 0 1 0 0,1 1 0 0 0,0-1-1 0 0,1 1 1 0 0,0 0 0 0 0,0-1-1 0 0,2 20 1 0 0,0-25 64 0 0,-1 1 1 0 0,1-1-1 0 0,0 0 0 0 0,1 1 0 0 0,-1-1 0 0 0,1 0 1 0 0,0 0-1 0 0,0 0 0 0 0,0 0 0 0 0,1 0 0 0 0,-1-1 1 0 0,1 1-1 0 0,0 0 0 0 0,0-1 0 0 0,5 5 1 0 0,-2-4 50 0 0,-1-1 0 0 0,0 1 1 0 0,1-1-1 0 0,0 0 1 0 0,0-1-1 0 0,0 1 1 0 0,0-1-1 0 0,0 0 1 0 0,0-1-1 0 0,7 2 0 0 0,-1-2 15 0 0,0 0 0 0 0,1 0 0 0 0,-1-1 0 0 0,0-1-1 0 0,1 0 1 0 0,-1-1 0 0 0,0 0 0 0 0,0-1 0 0 0,0 0-1 0 0,0-1 1 0 0,11-5 0 0 0,-4-1-101 0 0,0-2 0 0 0,0 0 0 0 0,-1 0 0 0 0,-1-2 0 0 0,0 0 0 0 0,-1-1-1 0 0,0-1 1 0 0,-2-1 0 0 0,0 0 0 0 0,14-21 0 0 0,-14 16-57 0 0,0-2-1 0 0,-2 0 1 0 0,0 0-1 0 0,-2-1 0 0 0,0 0 1 0 0,-2-1-1 0 0,9-53 1 0 0,-15 70-30 0 0,-1 0 0 0 0,0 0 0 0 0,-1 0 0 0 0,0 0 1 0 0,0 0-1 0 0,-1-1 0 0 0,-2-9 0 0 0,2 16-54 0 0,1 0 0 0 0,-1 0 0 0 0,-1 0 0 0 0,1 1 0 0 0,0-1 0 0 0,-1 0 0 0 0,1 1 0 0 0,-1-1 1 0 0,0 1-1 0 0,0 0 0 0 0,0-1 0 0 0,0 1 0 0 0,0 0 0 0 0,0 0 0 0 0,-1 0 0 0 0,1 1 0 0 0,-1-1 0 0 0,1 0 0 0 0,-1 1 0 0 0,0 0 0 0 0,0 0 0 0 0,1 0 0 0 0,-1 0 0 0 0,0 0 0 0 0,-5-1 0 0 0,3 1-252 0 0,-1 1 1 0 0,0-1-1 0 0,0 1 1 0 0,0 0-1 0 0,0 0 0 0 0,0 1 1 0 0,0 0-1 0 0,0 0 0 0 0,0 0 1 0 0,0 0-1 0 0,1 1 0 0 0,-11 5 1 0 0,13-5-105 0 0,-1-1 1 0 0,1 2-1 0 0,-1-1 0 0 0,1 0 1 0 0,0 1-1 0 0,0-1 1 0 0,0 1-1 0 0,0 0 0 0 0,1 0 1 0 0,-1 0-1 0 0,1 0 1 0 0,0 1-1 0 0,-1-1 1 0 0,2 1-1 0 0,-1-1 0 0 0,0 1 1 0 0,1 0-1 0 0,-1-1 1 0 0,1 1-1 0 0,-1 6 1 0 0,0 4-3669 0 0</inkml:trace>
  <inkml:trace contextRef="#ctx0" brushRef="#br0" timeOffset="1">1255 308 244 0 0,'36'-40'14511'0'0,"-32"33"-13247"0"0,-12 12-951 0 0,-12 7-150 0 0,1 1 0 0 0,0 0 0 0 0,0 2-1 0 0,2 0 1 0 0,0 1 0 0 0,1 0 0 0 0,0 2 0 0 0,2 0-1 0 0,0 0 1 0 0,1 1 0 0 0,-12 24 0 0 0,22-38-109 0 0,0 0 0 0 0,1 1 0 0 0,0 0 0 0 0,0-1 0 0 0,0 1 0 0 0,1 0 0 0 0,0 0 0 0 0,0 0 0 0 0,0 0 0 0 0,1 0 0 0 0,0 0 0 0 0,0 0 0 0 0,0 0 0 0 0,2 8 0 0 0,-1-10 3 0 0,1 0-1 0 0,-1 0 1 0 0,0-1-1 0 0,1 1 1 0 0,0 0-1 0 0,0-1 0 0 0,0 1 1 0 0,1-1-1 0 0,-1 0 1 0 0,1 1-1 0 0,-1-1 1 0 0,1 0-1 0 0,0-1 0 0 0,0 1 1 0 0,1 0-1 0 0,-1-1 1 0 0,0 0-1 0 0,1 0 1 0 0,0 0-1 0 0,-1 0 0 0 0,5 1 1 0 0,-3-1 22 0 0,1 0 1 0 0,-1-1-1 0 0,1 0 0 0 0,-1 0 1 0 0,1 0-1 0 0,-1-1 0 0 0,1 0 1 0 0,-1 0-1 0 0,1 0 0 0 0,0 0 1 0 0,-1-1-1 0 0,8-2 0 0 0,-4 0-15 0 0,0 0-1 0 0,0 0 0 0 0,0-1 1 0 0,0-1-1 0 0,-1 1 0 0 0,13-11 1 0 0,-3 1-26 0 0,0-2 1 0 0,-1 0 0 0 0,0-2 0 0 0,-2 1 0 0 0,15-23-1 0 0,-21 27-29 0 0,-1 0 0 0 0,-1 0 0 0 0,0-1 0 0 0,-1 0 0 0 0,0 0 0 0 0,-1-1 0 0 0,0 0 0 0 0,-2 0 0 0 0,0 0 0 0 0,0 0 0 0 0,0-24 0 0 0,-3 31-96 0 0,0-1-1 0 0,0 1 1 0 0,-1 0-1 0 0,0 0 0 0 0,-1 0 1 0 0,1 0-1 0 0,-2 0 1 0 0,1 0-1 0 0,-1 0 1 0 0,0 1-1 0 0,-1-1 1 0 0,0 1-1 0 0,0 0 0 0 0,0 0 1 0 0,-1 0-1 0 0,0 1 1 0 0,0-1-1 0 0,-1 1 1 0 0,0 0-1 0 0,0 1 1 0 0,0 0-1 0 0,-1 0 0 0 0,-7-4 1 0 0,11 7-167 0 0,0 0 0 0 0,0 1 0 0 0,-1 0 0 0 0,1-1 0 0 0,0 1 0 0 0,-1 1 0 0 0,1-1 1 0 0,-1 0-1 0 0,1 1 0 0 0,-1 0 0 0 0,1 0 0 0 0,-1 0 0 0 0,1 0 0 0 0,-1 0 0 0 0,-5 2 0 0 0,7-1-9 0 0,-1-1 0 0 0,1 1 0 0 0,0 0 0 0 0,0 0 0 0 0,0 0 0 0 0,0 1 0 0 0,0-1 0 0 0,0 0 0 0 0,1 1 0 0 0,-1-1 0 0 0,-2 3 0 0 0,3-3-281 0 0,-1 1 0 0 0,1 0 0 0 0,0 1 0 0 0,0-1 0 0 0,-1 0 1 0 0,1 0-1 0 0,1 0 0 0 0,-1 1 0 0 0,0-1 0 0 0,0 0 0 0 0,1 1 0 0 0,-1 2 1 0 0,-1 9-2816 0 0</inkml:trace>
</inkml:ink>
</file>

<file path=ppt/ink/ink5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23:47.4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47 155 564 0 0,'0'-3'2520'0'0,"14"-59"11130"0"0,-14 59-12895 0 0,5-19 3007 0 0,-4 45-3233 0 0,0 1 0 0 0,-2 0 0 0 0,-1 0 1 0 0,-6 28-1 0 0,0 13-32 0 0,-9 85 103 0 0,3-37-1787 0 0,7-37-2503 0 0,3-44-13 0 0,-1-4-4498 0 0,4-14 2392 0 0</inkml:trace>
  <inkml:trace contextRef="#ctx0" brushRef="#br0" timeOffset="1">1429 108 2924 0 0,'9'-14'2941'0'0,"-1"-1"-1"0"0,-1 0 1 0 0,7-22-1 0 0,-11 29-2385 0 0,-2 7-520 0 0,-1 1 0 0 0,0-1 1 0 0,0 0-1 0 0,0 1 0 0 0,0-1 0 0 0,0 0 1 0 0,0 1-1 0 0,0-1 0 0 0,0 1 1 0 0,-1-1-1 0 0,1 0 0 0 0,0 1 0 0 0,0-1 1 0 0,0 1-1 0 0,-1-1 0 0 0,1 0 1 0 0,0 1-1 0 0,-1-1 0 0 0,1 1 0 0 0,0-1 1 0 0,-1 1-1 0 0,1-1 0 0 0,-1 1 1 0 0,1-1-1 0 0,-1 1 0 0 0,1 0 0 0 0,-1-1 1 0 0,1 1-1 0 0,-1 0 0 0 0,1-1 1 0 0,-1 1-1 0 0,1 0 0 0 0,-1 0 0 0 0,0-1 1 0 0,1 1-1 0 0,-1 0 0 0 0,1 0 1 0 0,-1 0-1 0 0,0 0 0 0 0,1 0 0 0 0,-1 0 1 0 0,0 0-1 0 0,1 0 0 0 0,-1 0 1 0 0,1 0-1 0 0,-1 0 0 0 0,0 0 0 0 0,1 0 1 0 0,-1 1-1 0 0,1-1 0 0 0,-1 0 1 0 0,-1 1-1 0 0,-13 7 56 0 0,-1 0 1 0 0,2 1-1 0 0,-1 1 1 0 0,1 1 0 0 0,1 0-1 0 0,-1 0 1 0 0,-21 26-1 0 0,12-10 86 0 0,1 2 0 0 0,-35 60 0 0 0,46-71-47 0 0,2 1 0 0 0,0 1 0 0 0,1 0-1 0 0,1 0 1 0 0,-4 21 0 0 0,9-33-19 0 0,1 0 1 0 0,0 0-1 0 0,1 0 0 0 0,0-1 0 0 0,0 1 0 0 0,0 0 0 0 0,3 11 0 0 0,-2-15-17 0 0,1 1-1 0 0,-1-1 0 0 0,1 1 1 0 0,0-1-1 0 0,0 0 0 0 0,0 0 1 0 0,0 0-1 0 0,1 0 0 0 0,0 0 0 0 0,0 0 1 0 0,0-1-1 0 0,0 1 0 0 0,5 3 1 0 0,-2-3-19 0 0,-1 0 0 0 0,1-1 1 0 0,0 0-1 0 0,0 0 1 0 0,1 0-1 0 0,-1-1 0 0 0,0 0 1 0 0,1 0-1 0 0,0 0 1 0 0,-1-1-1 0 0,1 0 0 0 0,0-1 1 0 0,0 1-1 0 0,-1-1 0 0 0,1 0 1 0 0,0-1-1 0 0,0 0 1 0 0,-1 0-1 0 0,12-3 0 0 0,3-2 22 0 0,-1-1-1 0 0,0-1 1 0 0,0-1-1 0 0,35-20 1 0 0,-32 14-49 0 0,-1 0 1 0 0,0-2-1 0 0,37-36 1 0 0,-48 41-44 0 0,1-1-1 0 0,-1-1 1 0 0,-1 1 0 0 0,-1-2 0 0 0,0 1 0 0 0,0-1 0 0 0,7-21-1 0 0,-14 31-9 0 0,0 1 0 0 0,-1-1 0 0 0,0 1-1 0 0,0-1 1 0 0,0 1 0 0 0,0-1-1 0 0,-1 0 1 0 0,0 1 0 0 0,0-1-1 0 0,0 0 1 0 0,0 1 0 0 0,-1-1-1 0 0,0 0 1 0 0,0 1 0 0 0,0-1-1 0 0,0 1 1 0 0,-1-1 0 0 0,0 1-1 0 0,0 0 1 0 0,0-1 0 0 0,-5-6-1 0 0,2 6-83 0 0,1 0-1 0 0,-1 0 0 0 0,0 1 1 0 0,-1-1-1 0 0,1 1 0 0 0,-1 0 1 0 0,0 1-1 0 0,0-1 0 0 0,0 1 1 0 0,0 0-1 0 0,-1 1 0 0 0,1 0 1 0 0,-1 0-1 0 0,-8-2 0 0 0,0 1-557 0 0,-1 1 0 0 0,1 1 0 0 0,0 0 1 0 0,-1 1-1 0 0,1 1 0 0 0,-28 5 0 0 0,8 1-3891 0 0,-62 22 0 0 0,52-13-1563 0 0</inkml:trace>
</inkml:ink>
</file>

<file path=ppt/ink/ink5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23:48.8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166 86 1880 0 0,'4'-7'6932'0'0,"-6"20"-6638"0"0,0-1 0 0 0,-1 0 0 0 0,0 0 0 0 0,-1 0 0 0 0,-1 0 1 0 0,0-1-1 0 0,-13 21 0 0 0,-1 6 23 0 0,6-8-102 0 0,-12 24 213 0 0,-25 79 0 0 0,45-116-265 0 0,0 1-1 0 0,2-1 1 0 0,0 1-1 0 0,1 0 1 0 0,0 0-1 0 0,2 0 1 0 0,0 0 0 0 0,1 0-1 0 0,4 20 1 0 0,-4-34-69 0 0,0 0 1 0 0,0 0-1 0 0,0 0 1 0 0,1 0-1 0 0,0 0 1 0 0,-1 0 0 0 0,1 0-1 0 0,1-1 1 0 0,-1 1-1 0 0,0-1 1 0 0,1 0-1 0 0,0 1 1 0 0,0-1-1 0 0,0 0 1 0 0,0 0 0 0 0,4 2-1 0 0,-2-2 44 0 0,0 0 1 0 0,1 0-1 0 0,-1-1 0 0 0,1 1 0 0 0,0-1 0 0 0,-1-1 1 0 0,1 1-1 0 0,0-1 0 0 0,0 0 0 0 0,9 0 0 0 0,-5 0 47 0 0,0-2 0 0 0,1 1-1 0 0,-1-1 1 0 0,0-1 0 0 0,0 1-1 0 0,0-2 1 0 0,0 0-1 0 0,0 0 1 0 0,-1 0 0 0 0,1-1-1 0 0,-1-1 1 0 0,0 0 0 0 0,9-6-1 0 0,-6 1-112 0 0,-1 0-1 0 0,-1-1 1 0 0,0 0-1 0 0,-1-1 1 0 0,0 0-1 0 0,0 0 0 0 0,-1-1 1 0 0,-1 0-1 0 0,0 0 1 0 0,-1 0-1 0 0,7-24 1 0 0,-6 13-67 0 0,-1-1 0 0 0,0 1 0 0 0,-2-1 0 0 0,-1 0 0 0 0,-2 0 0 0 0,0-27 1 0 0,-2 36-13 0 0,-1 0 0 0 0,0 0 1 0 0,-2 0-1 0 0,1 1 1 0 0,-2-1-1 0 0,0 1 0 0 0,-1 0 1 0 0,-14-26-1 0 0,15 32-109 0 0,0 1 1 0 0,0 0-1 0 0,-1 0 1 0 0,0 1-1 0 0,-1-1 1 0 0,1 1-1 0 0,-1 1 0 0 0,-1-1 1 0 0,1 1-1 0 0,-1 0 1 0 0,0 1-1 0 0,0 0 0 0 0,-1 0 1 0 0,0 1-1 0 0,-15-5 1 0 0,22 8-32 0 0,-1 0 1 0 0,0 1 0 0 0,0-1 0 0 0,0 1-1 0 0,0 0 1 0 0,1 0 0 0 0,-1 0 0 0 0,0 0-1 0 0,0 0 1 0 0,0 1 0 0 0,0-1-1 0 0,0 1 1 0 0,1 0 0 0 0,-1 0 0 0 0,0 0-1 0 0,1 0 1 0 0,-1 0 0 0 0,1 0-1 0 0,-1 1 1 0 0,1 0 0 0 0,0-1 0 0 0,-1 1-1 0 0,1 0 1 0 0,0 0 0 0 0,0 0 0 0 0,0 0-1 0 0,0 0 1 0 0,-1 4 0 0 0,1-3-265 0 0,0 0 0 0 0,0 0 0 0 0,1 0 0 0 0,-1 1 0 0 0,1-1 0 0 0,0 1 1 0 0,0-1-1 0 0,0 1 0 0 0,0-1 0 0 0,1 1 0 0 0,-1 0 0 0 0,1-1 0 0 0,0 1 0 0 0,0 0 0 0 0,0-1 1 0 0,1 1-1 0 0,0 0 0 0 0,-1-1 0 0 0,1 1 0 0 0,3 6 0 0 0,3 3-3190 0 0</inkml:trace>
  <inkml:trace contextRef="#ctx0" brushRef="#br0" timeOffset="1">1578 178 2664 0 0,'2'-2'1938'0'0,"19"-16"4245"0"0,-16 13-3336 0 0,-15 12-2276 0 0,0 3-375 0 0,-1 1 0 0 0,2-1 0 0 0,-1 2 0 0 0,2-1 0 0 0,-1 1 0 0 0,2 0 0 0 0,-1 1 0 0 0,2 0 0 0 0,0 0 0 0 0,0 0 0 0 0,1 1 0 0 0,1 0 0 0 0,0 0 0 0 0,1 0 0 0 0,0 1 0 0 0,0 18 0 0 0,3-25-111 0 0,0 0 0 0 0,0 0 1 0 0,0 0-1 0 0,1 0 0 0 0,1-1 1 0 0,-1 1-1 0 0,1 0 0 0 0,0-1 0 0 0,1 1 1 0 0,0-1-1 0 0,0 0 0 0 0,1 0 0 0 0,0 0 1 0 0,0 0-1 0 0,0 0 0 0 0,1-1 0 0 0,0 0 1 0 0,0 0-1 0 0,1 0 0 0 0,0-1 0 0 0,0 0 1 0 0,0 0-1 0 0,0 0 0 0 0,1-1 0 0 0,0 0 1 0 0,0 0-1 0 0,0-1 0 0 0,0 0 1 0 0,0 0-1 0 0,1 0 0 0 0,-1-1 0 0 0,11 1 1 0 0,-9-1-25 0 0,1-2 1 0 0,-1 1-1 0 0,1-1 1 0 0,-1-1-1 0 0,1 0 1 0 0,-1 0-1 0 0,0 0 1 0 0,1-2-1 0 0,-1 1 0 0 0,0-1 1 0 0,0 0-1 0 0,-1-1 1 0 0,1 0-1 0 0,-1 0 1 0 0,1-1-1 0 0,-2 0 1 0 0,13-10-1 0 0,-5 2-33 0 0,-1 0 0 0 0,0 0 0 0 0,-1-2-1 0 0,0 1 1 0 0,-2-2 0 0 0,1 0 0 0 0,14-28-1 0 0,-20 32 4 0 0,0-1 0 0 0,0-1 0 0 0,-1 1-1 0 0,-1-1 1 0 0,0 0 0 0 0,-1 0 0 0 0,0 0 0 0 0,-1 0-1 0 0,-1-1 1 0 0,0-18 0 0 0,-2 23-32 0 0,0 1 0 0 0,-1-1 0 0 0,0 1-1 0 0,0 0 1 0 0,-1 0 0 0 0,0 0 0 0 0,-1 0 0 0 0,0 0 0 0 0,0 1 0 0 0,-1-1 0 0 0,0 1-1 0 0,0 0 1 0 0,-1 1 0 0 0,0-1 0 0 0,0 1 0 0 0,-11-8 0 0 0,8 6-94 0 0,-1 2 1 0 0,0 0-1 0 0,-1 0 1 0 0,0 0-1 0 0,0 2 1 0 0,0-1-1 0 0,-1 1 1 0 0,0 1 0 0 0,-14-4-1 0 0,21 7-147 0 0,0 0 1 0 0,-1 0-1 0 0,1 0 1 0 0,0 0-1 0 0,0 1 0 0 0,-1 0 1 0 0,1 0-1 0 0,0 1 1 0 0,-1-1-1 0 0,1 1 0 0 0,0 0 1 0 0,0 0-1 0 0,0 1 1 0 0,0 0-1 0 0,0 0 0 0 0,0 0 1 0 0,0 0-1 0 0,1 1 1 0 0,-1 0-1 0 0,1 0 0 0 0,0 0 1 0 0,0 0-1 0 0,0 1 1 0 0,-4 4-1 0 0,6-6-235 0 0,0 1 0 0 0,0 0 0 0 0,0 0 0 0 0,0 0 0 0 0,0 1 0 0 0,1-1 0 0 0,0 0 0 0 0,0 1 1 0 0,0-1-1 0 0,0 0 0 0 0,0 1 0 0 0,0 0 0 0 0,1-1 0 0 0,0 1 0 0 0,0-1 0 0 0,0 5 0 0 0,4 7-4023 0 0</inkml:trace>
</inkml:ink>
</file>

<file path=ppt/ink/ink5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23:50.1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17 299 2076 0 0,'0'0'4073'0'0,"0"-9"-2483"0"0,0 4 2103 0 0,1-1-3289 0 0,2-13 8652 0 0,0 12-7993 0 0,-3 10-1317 0 0,0 6 240 0 0,-1-4 5 0 0,-3 39 23 0 0,3-31-5 0 0,0 1-1 0 0,-7 23 1 0 0,5-25 12 0 0,1 0-1 0 0,0 0 1 0 0,1 0-1 0 0,0 1 1 0 0,1-1 0 0 0,1 0-1 0 0,0 0 1 0 0,0 1 0 0 0,1-1-1 0 0,1 0 1 0 0,0 0-1 0 0,7 18 1 0 0,-7-25-5 0 0,0 0 0 0 0,0 1-1 0 0,1-1 1 0 0,-1 0 0 0 0,1-1 0 0 0,0 1-1 0 0,1-1 1 0 0,-1 0 0 0 0,1 0 0 0 0,6 5-1 0 0,9 4 47 0 0,-13-10-41 0 0,2-2 8 0 0,-2 1-2 0 0,-1-1 1 0 0,0 0-1 0 0,1 0 0 0 0,-1-1 0 0 0,0 0 0 0 0,8 0 0 0 0,-11-1-19 0 0,-1 1 1 0 0,1-1-1 0 0,-1 0 0 0 0,1 1 1 0 0,-1-2-1 0 0,1 1 0 0 0,-1 0 1 0 0,1 0-1 0 0,-1-1 0 0 0,4-2 1 0 0,5-4 47 0 0,-2-1 0 0 0,1 0 1 0 0,-1 0-1 0 0,0-1 0 0 0,-1 0 0 0 0,0 0 1 0 0,-1-1-1 0 0,0 0 0 0 0,-1 0 0 0 0,0-1 1 0 0,-1 1-1 0 0,6-17 0 0 0,-7 13-68 0 0,0 0-1 0 0,-1 0 1 0 0,0 0 0 0 0,-1-1-1 0 0,-1 1 1 0 0,0-1 0 0 0,-1 1-1 0 0,-1-1 1 0 0,0 1-1 0 0,-1-1 1 0 0,-1 1 0 0 0,-1 0-1 0 0,0 0 1 0 0,0 0 0 0 0,-2 0-1 0 0,0 1 1 0 0,0 0 0 0 0,-2 0-1 0 0,0 1 1 0 0,0 0-1 0 0,-11-13 1 0 0,6 10-557 0 0,0 0 0 0 0,-1 1 0 0 0,0 1 0 0 0,-2 0 0 0 0,0 1 0 0 0,-33-22-1 0 0,18 27-2405 0 0,30 8 2706 0 0,0 0 1 0 0,0 0-1 0 0,0 1 0 0 0,0-1 1 0 0,0 0-1 0 0,0 0 1 0 0,0 1-1 0 0,0-1 0 0 0,0 1 1 0 0,0-1-1 0 0,0 1 1 0 0,0-1-1 0 0,0 1 0 0 0,0-1 1 0 0,1 1-1 0 0,-1 0 1 0 0,0 0-1 0 0,0-1 1 0 0,1 1-1 0 0,-1 0 0 0 0,0 0 1 0 0,1 0-1 0 0,-1 0 1 0 0,1 0-1 0 0,-1 0 0 0 0,1-1 1 0 0,0 1-1 0 0,-1 2 1 0 0,1-2-296 0 0</inkml:trace>
  <inkml:trace contextRef="#ctx0" brushRef="#br0" timeOffset="1">1392 125 148 0 0,'-1'-3'2939'0'0,"0"-15"2177"0"0,-1-7-779 0 0,1 20-1802 0 0,-1 12 976 0 0,-22 128-510 0 0,-24 126-739 0 0,-8 0-4837 0 0,34-162-1660 0 0,11-32-4103 0 0,9-44 2041 0 0</inkml:trace>
</inkml:ink>
</file>

<file path=ppt/ink/ink5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23:51.6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97 364 0 0,'9'-25'6813'0'0,"-5"3"-4485"0"0,-4 19-1771 0 0,4-22 630 0 0,-3 22-1562 0 0,2-8 1177 0 0,-3 4-7242 0 0</inkml:trace>
</inkml:ink>
</file>

<file path=ppt/ink/ink5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23:53.1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881 63 872 0 0,'0'0'5726'0'0,"4"0"-4272"0"0,25-3 3623 0 0,22-8-3082 0 0,14-2-1542 0 0,125-18 468 0 0,-179 32-886 0 0,11-6-46 0 0,-20 5 9 0 0,1-1-1 0 0,-1 1 1 0 0,1 0-1 0 0,-1 0 0 0 0,1 0 1 0 0,-1 0-1 0 0,1 1 1 0 0,-1-1-1 0 0,1 1 1 0 0,-1 0-1 0 0,1-1 0 0 0,-1 1 1 0 0,1 0-1 0 0,-1 0 1 0 0,0 1-1 0 0,0-1 1 0 0,1 0-1 0 0,-1 1 1 0 0,0-1-1 0 0,0 1 0 0 0,0 0 1 0 0,-1 0-1 0 0,1-1 1 0 0,0 1-1 0 0,2 5 1 0 0,3 3 0 0 0,0 0 1 0 0,-1 1-1 0 0,9 20 0 0 0,40 108 44 0 0,39 159-1 0 0,-88-278-31 0 0,16 64 63 0 0,19 147 1 0 0,-17 90-80 0 0,-16 197 310 0 0,-66 507 2193 0 0,13-512-2246 0 0,-135 1285 25 0 0,71-1168-53 0 0,103-606-208 0 0,-3 19 128 0 0,-21 54-1 0 0,25-83-111 0 0,-1 0 0 0 0,-1-1-1 0 0,0 1 1 0 0,-1-2 0 0 0,0 1 0 0 0,-1-1-1 0 0,-18 19 1 0 0,-8 0-220 0 0,0 0-1 0 0,-2-3 1 0 0,-1-1 0 0 0,-1-2-1 0 0,-1-1 1 0 0,-67 27 0 0 0,21-16-1582 0 0,-3-5 0 0 0,-116 25 0 0 0,-37-13-4259 0 0,110-26 322 0 0</inkml:trace>
</inkml:ink>
</file>

<file path=ppt/ink/ink5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24:27.6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91 344 0 0,'0'0'2351'0'0,"0"2"-365"0"0,-1 3-197 0 0,0-1-1 0 0,0 0 0 0 0,1 1 1 0 0,0-1-1 0 0,-1 0 1 0 0,2 6-1 0 0,11 50 1697 0 0,-2-11-2575 0 0,21 197 560 0 0,-31-244-1430 0 0,0-1 0 0 0,0 0 0 0 0,0 1-1 0 0,1-1 1 0 0,-1 0 0 0 0,0 0 0 0 0,0 1-1 0 0,1-1 1 0 0,-1 0 0 0 0,1 0 0 0 0,-1 0-1 0 0,1 0 1 0 0,0 1 0 0 0,-1-1-1 0 0,1 0 1 0 0,0 0 0 0 0,0 0 0 0 0,-1 0-1 0 0,1 0 1 0 0,0-1 0 0 0,0 1 0 0 0,0 0-1 0 0,0 0 1 0 0,0-1 0 0 0,1 1 0 0 0,-1 0-1 0 0,0-1 1 0 0,0 1 0 0 0,0-1 0 0 0,0 0-1 0 0,1 1 1 0 0,-1-1 0 0 0,0 0-1 0 0,1 0 1 0 0,-1 1 0 0 0,0-1 0 0 0,0 0-1 0 0,1 0 1 0 0,-1-1 0 0 0,2 1 0 0 0,4-2 68 0 0,1 1 1 0 0,-1-2 0 0 0,0 1-1 0 0,1-1 1 0 0,8-5 0 0 0,-10 5-114 0 0,146-85 518 0 0,-75 40-374 0 0,170-101 184 0 0,-39 24-911 0 0,-70 44-2860 0 0,-135 80 1737 0 0</inkml:trace>
</inkml:ink>
</file>

<file path=ppt/ink/ink5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24:28.0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98 99 1864 0 0,'-28'-3'7446'0'0,"21"2"-7109"0"0,4 1 864 0 0,-24-6 5150 0 0,26 5-6097 0 0,0 1-174 0 0,0-1 1 0 0,0 1-1 0 0,0 0 0 0 0,0-1 1 0 0,0 1-1 0 0,0 0 0 0 0,-1 0 1 0 0,1-1-1 0 0,0 1 1 0 0,0 0-1 0 0,0 0 0 0 0,-2 1 1 0 0,2 0-70 0 0,0 0 0 0 0,0 0 0 0 0,-1 0 0 0 0,1 0 1 0 0,0 1-1 0 0,0-1 0 0 0,0 0 0 0 0,1 1 0 0 0,-1-1 0 0 0,0 0 1 0 0,0 1-1 0 0,1 0 0 0 0,-1-1 0 0 0,1 1 0 0 0,-1-1 0 0 0,1 1 1 0 0,0-1-1 0 0,0 1 0 0 0,0 2 0 0 0,-1 41 93 0 0,2-29-55 0 0,-2 21 111 0 0,1 26 376 0 0,9 76-1 0 0,-9-139-481 0 0,0 1-1 0 0,0 0 0 0 0,1-1 1 0 0,-1 1-1 0 0,1 0 1 0 0,-1-1-1 0 0,0 1 0 0 0,1-1 1 0 0,-1 1-1 0 0,1-1 1 0 0,0 1-1 0 0,-1-1 1 0 0,1 1-1 0 0,-1-1 0 0 0,1 0 1 0 0,0 1-1 0 0,-1-1 1 0 0,1 0-1 0 0,0 1 0 0 0,-1-1 1 0 0,1 0-1 0 0,0 0 1 0 0,-1 0-1 0 0,1 0 0 0 0,0 1 1 0 0,-1-1-1 0 0,1 0 1 0 0,1 0-1 0 0,19-1 390 0 0,-20 1-438 0 0,19-4 168 0 0,-1 0 1 0 0,1-1-1 0 0,-1-1 0 0 0,0-1 0 0 0,0-1 0 0 0,19-11 1 0 0,3 1-28 0 0,297-143-243 0 0,-168 77-3140 0 0,2 4-5952 0 0,-104 51 655 0 0</inkml:trace>
</inkml:ink>
</file>

<file path=ppt/ink/ink5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24:31.5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7 312 0 0,'4'-7'15843'0'0,"-4"14"-15838"0"0,0 0-1 0 0,0-1 1 0 0,1 1-1 0 0,0-1 0 0 0,0 1 1 0 0,4 12-1 0 0,2 14 7 0 0,8 77 83 0 0,-9-65-4 0 0,-2-23 28 0 0,1 31 0 0 0,-5-51 393 0 0,-1-2-460 0 0,1 1 0 0 0,0-1 1 0 0,0 0-1 0 0,0 1 0 0 0,0-1 0 0 0,0 1 0 0 0,0-1 0 0 0,0 0 0 0 0,0 1 0 0 0,0-1 0 0 0,0 1 0 0 0,0-1 0 0 0,0 0 0 0 0,1 1 1 0 0,-1-1-1 0 0,0 0 0 0 0,0 1 0 0 0,0-1 0 0 0,0 0 0 0 0,1 1 0 0 0,-1-1 0 0 0,0 0 0 0 0,0 1 0 0 0,1-1 0 0 0,-1 0 1 0 0,0 0-1 0 0,0 1 0 0 0,1-1 0 0 0,-1 0 0 0 0,0 0 0 0 0,1 0 0 0 0,-1 1 0 0 0,0-1 0 0 0,1 0 0 0 0,-1 0 0 0 0,0 0 1 0 0,1 0-1 0 0,-1 0 0 0 0,1 0 0 0 0,-1 0 0 0 0,0 1 0 0 0,1-1 0 0 0,-1 0 0 0 0,0 0 0 0 0,1-1 0 0 0,-1 1 0 0 0,1 0 0 0 0,-1 0 1 0 0,0 0-1 0 0,1 0 0 0 0,0 0 0 0 0,23-8 903 0 0,217-125 173 0 0,2-2-1595 0 0,-155 89-5979 0 0,-86 44 5008 0 0</inkml:trace>
</inkml:ink>
</file>

<file path=ppt/ink/ink5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24:32.1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99 147 288 0 0,'-2'-1'2415'0'0,"-22"-6"2087"0"0,21 7-3438 0 0,1-1-180 0 0,-4-2 9 0 0,1 1-198 0 0,1 0 1 0 0,0 0 0 0 0,-1 0 0 0 0,1 1 0 0 0,-1 0 0 0 0,1 0-1 0 0,-1 0 1 0 0,1 0 0 0 0,-1 1 0 0 0,-9 0 0 0 0,14 0-696 0 0,0 1 1 0 0,-1-1-1 0 0,1 1 1 0 0,0 0-1 0 0,0-1 1 0 0,-1 1-1 0 0,1-1 1 0 0,0 1-1 0 0,0 0 1 0 0,0-1-1 0 0,0 1 1 0 0,0 0-1 0 0,0-1 1 0 0,0 1 0 0 0,0 0-1 0 0,0-1 1 0 0,0 1-1 0 0,0 0 1 0 0,1-1-1 0 0,-1 1 1 0 0,0 0-1 0 0,1 5 13 0 0,7 207 159 0 0,0-102 104 0 0,-7-109-76 0 0,1 3 216 0 0,-2-5-395 0 0,0 0 0 0 0,0 0 0 0 0,0 1 1 0 0,0-1-1 0 0,0 0 0 0 0,0 1 0 0 0,0-1 0 0 0,0 0 0 0 0,0 1 0 0 0,1-1 0 0 0,-1 0 0 0 0,0 1 0 0 0,0-1 0 0 0,0 0 0 0 0,0 0 0 0 0,0 1 1 0 0,1-1-1 0 0,-1 0 0 0 0,0 0 0 0 0,0 1 0 0 0,0-1 0 0 0,1 0 0 0 0,-1 0 0 0 0,0 0 0 0 0,0 1 0 0 0,1-1 0 0 0,-1 0 0 0 0,0 0 0 0 0,0 0 0 0 0,1 0 1 0 0,-1 0-1 0 0,0 1 0 0 0,1-1 0 0 0,-1 0 0 0 0,0 0 0 0 0,1 0 0 0 0,-1 0 0 0 0,0 0 0 0 0,1 0 0 0 0,-1 0 0 0 0,0 0 0 0 0,1 0 0 0 0,12-1 109 0 0,0-1 0 0 0,0 1 0 0 0,0-2 0 0 0,0 0-1 0 0,15-6 1 0 0,69-30 124 0 0,-50 19-164 0 0,991-334 71 0 0,-986 338-492 0 0,27-7-1088 0 0,-28 14-3540 0 0,-48 8 2828 0 0</inkml:trace>
</inkml:ink>
</file>

<file path=ppt/ink/ink5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24:34.7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122 30 2156 0 0,'11'-6'15999'0'0,"-10"6"-15982"0"0,-1 0 0 0 0,1 1-1 0 0,-1-1 1 0 0,1 0 0 0 0,-1 0 0 0 0,1 0-1 0 0,-1 1 1 0 0,1-1 0 0 0,-1 0 0 0 0,1 1-1 0 0,-1-1 1 0 0,1 0 0 0 0,-1 1 0 0 0,1-1-1 0 0,-1 1 1 0 0,0-1 0 0 0,1 0 0 0 0,-1 1-1 0 0,0-1 1 0 0,1 1 0 0 0,-1-1 0 0 0,0 1-1 0 0,1 0 1 0 0,-1 16 486 0 0,0-12-463 0 0,-58 425 2013 0 0,29-271-1967 0 0,15-102 253 0 0,14-55-194 0 0,-2-4-104 0 0,0-1-37 0 0,1 0 0 0 0,-1-1 0 0 0,1 1 0 0 0,0 0 0 0 0,0-1 0 0 0,0 1 0 0 0,1-1 0 0 0,-1 0 0 0 0,1 1 0 0 0,0-7-1 0 0,3-42-171 0 0,0 20 74 0 0,4-52-120 0 0,21-98 1 0 0,-26 167 199 0 0,2-3-5 0 0,0-1 0 0 0,2 1 0 0 0,-1 0 0 0 0,2 1 0 0 0,1-1 0 0 0,0 1 0 0 0,1 1 0 0 0,1 0 0 0 0,0 0 0 0 0,14-16 0 0 0,-17 24 5 0 0,0 1 1 0 0,0 0 0 0 0,1 0-1 0 0,-1 0 1 0 0,1 1 0 0 0,1 0-1 0 0,-1 1 1 0 0,1 0 0 0 0,0 0-1 0 0,0 1 1 0 0,1 0 0 0 0,-1 1-1 0 0,1 0 1 0 0,0 0 0 0 0,0 1-1 0 0,0 0 1 0 0,0 1 0 0 0,0 0-1 0 0,0 1 1 0 0,11 0 0 0 0,-17 0 8 0 0,0 1 1 0 0,1 0 0 0 0,-1-1 0 0 0,0 1-1 0 0,0 1 1 0 0,0-1 0 0 0,0 0-1 0 0,-1 1 1 0 0,1 0 0 0 0,0 0 0 0 0,-1 0-1 0 0,1 1 1 0 0,-1-1 0 0 0,0 1 0 0 0,1-1-1 0 0,-1 1 1 0 0,-1 0 0 0 0,6 6 0 0 0,-7-6 2 0 0,1 0 1 0 0,0 0-1 0 0,-1 0 1 0 0,0 1-1 0 0,1-1 1 0 0,-2 0-1 0 0,1 0 1 0 0,0 1-1 0 0,0-1 1 0 0,-1 1-1 0 0,0-1 1 0 0,0 0-1 0 0,0 1 1 0 0,0-1-1 0 0,0 1 1 0 0,-1-1-1 0 0,1 1 1 0 0,-1-1-1 0 0,0 0 1 0 0,0 0-1 0 0,0 1 1 0 0,-2 2-1 0 0,-6 10 1 0 0,0 0-1 0 0,-1-1 1 0 0,0-1-1 0 0,-1 0 1 0 0,-1 0 0 0 0,0-1-1 0 0,-1 0 1 0 0,-1-1-1 0 0,-17 12 1 0 0,-5 1 16 0 0,-2-2 0 0 0,-63 30 0 0 0,89-48 9 0 0,-1 0-1 0 0,0-1 1 0 0,0 0 0 0 0,-1-1 0 0 0,-24 3 0 0 0,34-6-10 0 0,1 0-4 0 0,-11-2-1 0 0,10 2-3 0 0,-6-4-97 0 0,14 7 89 0 0,1-1-1 0 0,0 1 1 0 0,-1-1-1 0 0,1 1 0 0 0,-1 1 1 0 0,0-1-1 0 0,0 1 1 0 0,0-1-1 0 0,5 7 1 0 0,32 43-6 0 0,-30-37 3 0 0,14 19 99 0 0,-5-6-1138 0 0,29 32-1 0 0,-44-54 518 0 0,1-1-1 0 0,0 0 0 0 0,1 0 0 0 0,0-1 1 0 0,0 0-1 0 0,0 0 0 0 0,0-1 0 0 0,1 0 1 0 0,-1 0-1 0 0,12 4 0 0 0,-15-7 304 0 0,-1-1 0 0 0,0 1 0 0 0,1-1 0 0 0,-1 1 0 0 0,0-1 0 0 0,1 0 0 0 0,-1 0-1 0 0,0-1 1 0 0,1 1 0 0 0,-1-1 0 0 0,0 1 0 0 0,1-1 0 0 0,-1 0 0 0 0,5-3 0 0 0,-2 1-11 0 0,-1 0 0 0 0,0 0 0 0 0,0-1 0 0 0,0 0 0 0 0,0 0 0 0 0,0 0 0 0 0,5-7 0 0 0,3-5 157 0 0,0-2 0 0 0,-1 0 1 0 0,13-28-1 0 0,-23 41 174 0 0,71-159 6151 0 0,-71 160-5674 0 0,-4 6-94 0 0,-6 13 259 0 0,-13 25 290 0 0,16-29-901 0 0,0 0 1 0 0,0 0 0 0 0,2 1 0 0 0,-1 0 0 0 0,2 0 0 0 0,-1 0-1 0 0,2 0 1 0 0,-1 0 0 0 0,2 0 0 0 0,0 0 0 0 0,2 24 0 0 0,-1-31-106 0 0,0-1 0 0 0,1 1 0 0 0,-1-1 1 0 0,1 0-1 0 0,0 0 0 0 0,0 0 0 0 0,0 0 0 0 0,0 0 1 0 0,1 0-1 0 0,0 0 0 0 0,-1-1 0 0 0,1 1 1 0 0,1-1-1 0 0,-1 0 0 0 0,0 0 0 0 0,1 0 0 0 0,0 0 1 0 0,0-1-1 0 0,-1 1 0 0 0,2-1 0 0 0,-1 0 0 0 0,0 0 1 0 0,0-1-1 0 0,0 1 0 0 0,1-1 0 0 0,-1 0 1 0 0,1 0-1 0 0,-1 0 0 0 0,1-1 0 0 0,6 0 0 0 0,0 0 2 0 0,-1 0 0 0 0,1-1 0 0 0,-1 0 0 0 0,0-1 0 0 0,1 0 0 0 0,-1-1-1 0 0,0 0 1 0 0,0-1 0 0 0,-1 0 0 0 0,1 0 0 0 0,-1-1 0 0 0,13-8-1 0 0,-13 6-12 0 0,0-1-1 0 0,0 0 1 0 0,0-1-1 0 0,-1 1 1 0 0,0-1-1 0 0,-1-1 1 0 0,0 0-1 0 0,-1 0 1 0 0,0 0-1 0 0,0-1 1 0 0,-1 0-1 0 0,6-17 1 0 0,-8 20-13 0 0,-1-1 1 0 0,0 1 0 0 0,-1-1-1 0 0,1 1 1 0 0,-2-1 0 0 0,1 0-1 0 0,-1 1 1 0 0,0-1 0 0 0,-1 0-1 0 0,0 1 1 0 0,-1-1 0 0 0,0 0 0 0 0,0 1-1 0 0,0 0 1 0 0,-1 0 0 0 0,-1-1-1 0 0,-7-13 1 0 0,9 19-1 0 0,0 0 0 0 0,0 0 0 0 0,0 0-1 0 0,-1 0 1 0 0,1 0 0 0 0,-1 0 0 0 0,0 1 0 0 0,0-1 0 0 0,0 1 0 0 0,0 0-1 0 0,0 0 1 0 0,-1 0 0 0 0,1 0 0 0 0,0 1 0 0 0,-1-1 0 0 0,0 1-1 0 0,-5-2 1 0 0,4 3-3 0 0,-1-1-1 0 0,1 1 1 0 0,-1 0 0 0 0,1 0-1 0 0,-1 1 1 0 0,1-1-1 0 0,0 1 1 0 0,-1 0 0 0 0,1 1-1 0 0,0-1 1 0 0,-6 4-1 0 0,0-1 1 0 0,1 2-1 0 0,0-1 1 0 0,0 1-1 0 0,1 1 1 0 0,0-1-1 0 0,0 2 1 0 0,1-1-1 0 0,-1 1 1 0 0,2 0-1 0 0,-1 1 1 0 0,-7 11-1 0 0,12-14 5 0 0,-1 0 0 0 0,1 0 1 0 0,0 1-1 0 0,1-1 0 0 0,-1 1 0 0 0,1 0 1 0 0,1 0-1 0 0,-1-1 0 0 0,1 1 0 0 0,0 0 0 0 0,1 14 1 0 0,0-17 2 0 0,0 0 0 0 0,1-1 0 0 0,0 1 0 0 0,-1 0 1 0 0,2 0-1 0 0,-1-1 0 0 0,0 1 0 0 0,1 0 1 0 0,-1-1-1 0 0,1 1 0 0 0,0-1 0 0 0,0 0 1 0 0,1 0-1 0 0,-1 0 0 0 0,1 0 0 0 0,-1 0 0 0 0,1 0 1 0 0,0-1-1 0 0,0 1 0 0 0,0-1 0 0 0,0 0 1 0 0,1 0-1 0 0,3 2 0 0 0,-1-1 0 0 0,0 0-1 0 0,1-1 1 0 0,0 0-1 0 0,0 0 1 0 0,-1 0-1 0 0,1-1 1 0 0,0 0-1 0 0,0 0 1 0 0,0-1-1 0 0,0 0 1 0 0,0 0-1 0 0,0-1 1 0 0,0 0-1 0 0,0 0 1 0 0,0-1-1 0 0,0 1 1 0 0,0-1-1 0 0,-1-1 1 0 0,1 1-1 0 0,10-7 1 0 0,-2 0-1 0 0,0-1 0 0 0,-1 0-1 0 0,-1-1 1 0 0,0 0 0 0 0,0-1 0 0 0,-1-1 0 0 0,14-20 0 0 0,9-13 15 0 0,-14 16-72 0 0,31-33 0 0 0,-50 62 12 0 0,-4 21-27 0 0,0-1 48 0 0,-5 21 0 0 0,3-21 23 0 0,1-1 1 0 0,1 1 0 0 0,0 30 0 0 0,2-44 12 0 0,1 0 0 0 0,-1 0 0 0 0,1 0 0 0 0,0 0 0 0 0,1 0 1 0 0,-1 0-1 0 0,1 0 0 0 0,0 0 0 0 0,0-1 0 0 0,0 1 0 0 0,1-1 0 0 0,0 1 1 0 0,0-1-1 0 0,0 0 0 0 0,0 0 0 0 0,1 0 0 0 0,6 5 0 0 0,-6-5 3 0 0,0-1-1 0 0,0-1 1 0 0,0 1-1 0 0,0 0 1 0 0,1-1-1 0 0,-1 0 1 0 0,1 0-1 0 0,0 0 1 0 0,-1-1-1 0 0,1 1 1 0 0,0-1-1 0 0,0 0 1 0 0,0-1-1 0 0,0 1 1 0 0,0-1-1 0 0,0 0 1 0 0,0 0-1 0 0,0 0 1 0 0,0-1-1 0 0,0 0 1 0 0,0 0-1 0 0,0 0 1 0 0,0-1-1 0 0,-1 1 1 0 0,1-1-1 0 0,0 0 1 0 0,-1-1-1 0 0,0 1 1 0 0,5-4-1 0 0,4-3 4 0 0,0-2-1 0 0,-1 1 0 0 0,0-1 0 0 0,0-1 0 0 0,-2 0 0 0 0,1-1 0 0 0,13-22 0 0 0,-8 9-27 0 0,16-34 0 0 0,-52 107-312 0 0,17-39 324 0 0,1-1 0 0 0,0 1 0 0 0,0 0 1 0 0,0 0-1 0 0,1-1 0 0 0,0 1 0 0 0,1 0 0 0 0,0 11 0 0 0,1-15 36 0 0,0 1 0 0 0,0-1 0 0 0,0 1-1 0 0,0-1 1 0 0,1 0 0 0 0,0 1 0 0 0,0-1 0 0 0,4 7-1 0 0,-4-9 33 0 0,0 0 0 0 0,1 1-1 0 0,-1-1 1 0 0,0 0 0 0 0,1 0 0 0 0,0 0-1 0 0,-1-1 1 0 0,1 1 0 0 0,0-1-1 0 0,0 1 1 0 0,0-1 0 0 0,0 0-1 0 0,5 1 1 0 0,-2-1 18 0 0,0 1 0 0 0,0-2-1 0 0,0 1 1 0 0,0 0 0 0 0,1-1 0 0 0,-1-1 0 0 0,0 1 0 0 0,0-1 0 0 0,0 0-1 0 0,0 0 1 0 0,0 0 0 0 0,11-5 0 0 0,-8 2-24 0 0,0-1-1 0 0,0 1 1 0 0,-1-2-1 0 0,0 1 1 0 0,0-1-1 0 0,0-1 1 0 0,10-10-1 0 0,-6 4-27 0 0,-1 0-1 0 0,-1-1 1 0 0,0 0-1 0 0,-1 0 1 0 0,0-1-1 0 0,-1 0 1 0 0,-1-1 0 0 0,10-33-1 0 0,-12 33-35 0 0,-2 0 0 0 0,0-1 0 0 0,0 0-1 0 0,-2 0 1 0 0,-1-28 0 0 0,0 37-4 0 0,-1 0 0 0 0,0 0 0 0 0,-1 1 0 0 0,0-1 0 0 0,0 1 0 0 0,0 0 0 0 0,-1-1 0 0 0,0 1 0 0 0,-1 0 0 0 0,1 1 1 0 0,-1-1-1 0 0,-1 1 0 0 0,1-1 0 0 0,-9-8 0 0 0,12 14 2 0 0,0 0 0 0 0,0 0 0 0 0,0 0 1 0 0,0 0-1 0 0,-1 0 0 0 0,1 1 0 0 0,0-1 0 0 0,0 0 1 0 0,0 0-1 0 0,-1 1 0 0 0,1-1 0 0 0,0 1 0 0 0,-1-1 1 0 0,1 1-1 0 0,-1 0 0 0 0,1-1 0 0 0,-1 1 1 0 0,1 0-1 0 0,0 0 0 0 0,-1 0 0 0 0,1 0 0 0 0,-1 0 1 0 0,1 0-1 0 0,-1 1 0 0 0,1-1 0 0 0,0 0 0 0 0,-1 1 1 0 0,1-1-1 0 0,0 1 0 0 0,-1-1 0 0 0,1 1 1 0 0,0 0-1 0 0,0 0 0 0 0,-1-1 0 0 0,1 1 0 0 0,0 0 1 0 0,0 0-1 0 0,-1 1 0 0 0,2-1 1 0 0,0 0 0 0 0,0 0 0 0 0,0 0 0 0 0,0 0 0 0 0,1 0 0 0 0,-1-1 0 0 0,0 1 0 0 0,0 0 0 0 0,1 0 0 0 0,-1 0 0 0 0,0-1 0 0 0,1 1 0 0 0,-1 0 0 0 0,1 0-1 0 0,-1-1 1 0 0,1 1 0 0 0,1 1 0 0 0,-2-2 0 0 0,3 4 1 0 0,-1-1-1 0 0,1 1 0 0 0,1-1 0 0 0,-1 0 1 0 0,0 0-1 0 0,1 0 0 0 0,-1 0 0 0 0,1-1 1 0 0,0 0-1 0 0,0 1 0 0 0,0-1 0 0 0,5 1 1 0 0,55 18-114 0 0,-52-18 58 0 0,-12-3 45 0 0,239 63-5004 0 0,-76-30-3356 0 0,-93-22 1833 0 0</inkml:trace>
</inkml:ink>
</file>

<file path=ppt/ink/ink5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24:35.6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1 142 1404 0 0,'7'-19'2368'0'0,"1"1"0"0"0,1-1 0 0 0,0 1 0 0 0,2 1 0 0 0,17-24 0 0 0,-27 39-2078 0 0,1-1 31 0 0,4-2 304 0 0,-5 10-508 0 0,1 1 0 0 0,-1-1-1 0 0,0 0 1 0 0,0 1 0 0 0,-1-1-1 0 0,0 1 1 0 0,0 9 0 0 0,-7 47 295 0 0,3-35-288 0 0,-6 49 81 0 0,3-30-136 0 0,1 1 0 0 0,3-1 0 0 0,4 73-1 0 0,0-112-56 0 0,0 1-1 0 0,0-1 0 0 0,1 0 0 0 0,0 1 0 0 0,0-1 1 0 0,4 7-1 0 0,-5-11-31 0 0,1-1 1 0 0,-1 0-1 0 0,1 1 1 0 0,-1-1-1 0 0,1 0 1 0 0,0 0-1 0 0,0 0 1 0 0,0 0-1 0 0,0 0 1 0 0,0 0-1 0 0,0 0 1 0 0,0-1-1 0 0,1 1 1 0 0,-1-1-1 0 0,1 0 1 0 0,-1 0-1 0 0,1 0 1 0 0,-1 0 0 0 0,6 1-1 0 0,-2-1-304 0 0,0-1 0 0 0,1 1 1 0 0,-1-1-1 0 0,0-1 0 0 0,1 1 0 0 0,-1-1 0 0 0,0 0 1 0 0,0-1-1 0 0,0 1 0 0 0,8-4 0 0 0,-5 1-990 0 0,0 0 0 0 0,0 0 1 0 0,0-1-1 0 0,-1 0 0 0 0,15-12 0 0 0,-9 5-3324 0 0</inkml:trace>
</inkml:ink>
</file>

<file path=ppt/ink/ink5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24:38.0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160 159 404 0 0,'-68'-9'5562'0'0,"41"6"-2944"0"0,-35-7 0 0 0,59 9-1639 0 0,8 0-755 0 0,35-10 22 0 0,0 3-1 0 0,81-7 1 0 0,-52 8-161 0 0,39-4-8 0 0,125-19 232 0 0,-229 29-314 0 0,0 0 1 0 0,1 0 0 0 0,-1 1 0 0 0,0-1 0 0 0,1 1 0 0 0,-1 0-1 0 0,1 1 1 0 0,-1-1 0 0 0,5 2 0 0 0,-7-2 3 0 0,-1 1 0 0 0,1 0 1 0 0,0 0-1 0 0,0 0 0 0 0,-1 1 0 0 0,1-1 1 0 0,-1 0-1 0 0,1 1 0 0 0,-1-1 0 0 0,0 0 1 0 0,1 1-1 0 0,-1 0 0 0 0,0-1 0 0 0,0 1 1 0 0,0 0-1 0 0,0 0 0 0 0,0-1 0 0 0,0 4 1 0 0,5 13 44 0 0,0 1 1 0 0,-2 0 0 0 0,0 0 0 0 0,-1 0 0 0 0,0 29 0 0 0,3 15 634 0 0,-4-40 140 0 0,0 0 0 0 0,-2 0 0 0 0,-3 26 1 0 0,2-46-316 0 0,-1 1 83 0 0,2-3-562 0 0,0-1-1 0 0,0 0 1 0 0,0 0-1 0 0,0 1 1 0 0,0-1-1 0 0,0 0 1 0 0,0 1-1 0 0,0-1 1 0 0,0 0-1 0 0,-1 0 0 0 0,1 1 1 0 0,0-1-1 0 0,0 0 1 0 0,0 0-1 0 0,0 1 1 0 0,0-1-1 0 0,0 0 1 0 0,-1 0-1 0 0,1 0 1 0 0,0 1-1 0 0,0-1 1 0 0,0 0-1 0 0,-1 0 1 0 0,1 0-1 0 0,0 0 1 0 0,0 1-1 0 0,0-1 1 0 0,-1 0-1 0 0,1 0 1 0 0,0 0-1 0 0,0 0 0 0 0,-1 0 1 0 0,1 0-1 0 0,0 0 1 0 0,0 0-1 0 0,-1 0 1 0 0,1 1-1 0 0,-1-1 1 0 0,-1-1 21 0 0,0 0 0 0 0,-1 0-1 0 0,1 0 1 0 0,0 0 0 0 0,0-1 0 0 0,0 1 0 0 0,0 0 0 0 0,0-1-1 0 0,0 0 1 0 0,1 1 0 0 0,-1-1 0 0 0,0 0 0 0 0,1 0 0 0 0,-1 0 0 0 0,1 0-1 0 0,0 0 1 0 0,0 0 0 0 0,0 0 0 0 0,0 0 0 0 0,0-1 0 0 0,0 1 0 0 0,-1-4-1 0 0,-2-5 45 0 0,3 8-81 0 0,1-1 1 0 0,0 1-1 0 0,0 0 0 0 0,0-1 1 0 0,0 1-1 0 0,0 0 0 0 0,1-1 1 0 0,-1 1-1 0 0,1 0 0 0 0,0-1 1 0 0,0 1-1 0 0,0 0 0 0 0,2-3 1 0 0,0 2-42 0 0,-1 0 1 0 0,1 0 0 0 0,0 0 0 0 0,0 0 0 0 0,1 1-1 0 0,-1 0 1 0 0,1 0 0 0 0,0 0 0 0 0,0 0 0 0 0,0 0-1 0 0,0 1 1 0 0,7-4 0 0 0,7-2-682 0 0,32-9 0 0 0,-41 15 467 0 0,105-27-2890 0 0,-80 23 2337 0 0,-1-2 0 0 0,1-1 1 0 0,-2-2-1 0 0,58-27 0 0 0,-83 34 925 0 0,-1 0-1 0 0,1 0 1 0 0,-1 0-1 0 0,0-1 1 0 0,-1 0-1 0 0,1 0 1 0 0,-1 0-1 0 0,0-1 1 0 0,0 0-1 0 0,0 0 1 0 0,-1 0-1 0 0,4-8 1 0 0,-7 13 483 0 0,-5 1-509 0 0,1 1-57 0 0,-1 1 0 0 0,1 0 0 0 0,0 0 0 0 0,-1 0 0 0 0,1 0 0 0 0,0 0 0 0 0,0 1 0 0 0,0-1 1 0 0,1 1-1 0 0,-1 0 0 0 0,1 0 0 0 0,-1 0 0 0 0,1 0 0 0 0,0 0 0 0 0,0 0 0 0 0,-2 6 0 0 0,-6 9 139 0 0,-13 35 1 0 0,16-36-129 0 0,1 1 0 0 0,1 1 0 0 0,1-1 0 0 0,-3 32 0 0 0,6-46-31 0 0,1-1 0 0 0,0 1 0 0 0,0-1 0 0 0,1 1 1 0 0,-1-1-1 0 0,1 1 0 0 0,-1-1 0 0 0,1 0 0 0 0,1 1 0 0 0,-1-1 1 0 0,0 0-1 0 0,1 0 0 0 0,-1 1 0 0 0,1-1 0 0 0,0 0 0 0 0,3 3 1 0 0,-3-4-7 0 0,0 0 0 0 0,-1 0-1 0 0,1-1 1 0 0,1 1 0 0 0,-1 0 0 0 0,0-1 0 0 0,0 0 0 0 0,0 0 0 0 0,1 1 0 0 0,-1-1 0 0 0,1-1 0 0 0,-1 1 0 0 0,1 0 0 0 0,-1-1 0 0 0,1 1 0 0 0,-1-1 0 0 0,1 1-1 0 0,0-1 1 0 0,-1 0 0 0 0,1-1 0 0 0,-1 1 0 0 0,4-1 0 0 0,1 0-2 0 0,-1-1 0 0 0,0 0 0 0 0,1-1 0 0 0,-1 1 0 0 0,0-1 0 0 0,0-1-1 0 0,0 1 1 0 0,-1-1 0 0 0,1 0 0 0 0,-1 0 0 0 0,0 0 0 0 0,0-1 0 0 0,-1 0 0 0 0,7-7 0 0 0,4-9 44 0 0,0-1 1 0 0,16-32-1 0 0,-10 15 133 0 0,10-18 578 0 0,-30 55-730 0 0,2 8-31 0 0,-2-5-10 0 0,-1-1 1 0 0,0 0-1 0 0,1 1 1 0 0,-1-1-1 0 0,0 0 1 0 0,0 1-1 0 0,1-1 0 0 0,-1 0 1 0 0,0 1-1 0 0,0-1 1 0 0,0 1-1 0 0,0-1 1 0 0,1 0-1 0 0,-1 1 0 0 0,0-1 1 0 0,0 1-1 0 0,0-1 1 0 0,0 0-1 0 0,0 1 1 0 0,0-1-1 0 0,0 1 0 0 0,0-1 1 0 0,0 1-1 0 0,0-1 1 0 0,0 0-1 0 0,-1 1 1 0 0,0 21-7 0 0,0 1 0 0 0,1-1 0 0 0,1 0 0 0 0,1 0 0 0 0,2 0 1 0 0,0 0-1 0 0,9 29 0 0 0,-3-21 38 0 0,-3-23-23 0 0,-3-4-2 0 0,-2-2 2 0 0,2-1 2 0 0,-1-1-8 0 0,1 0 0 0 0,-1 0 0 0 0,1 0 0 0 0,-1 0 0 0 0,0 0 0 0 0,0-1 0 0 0,1 0 0 0 0,-1 1 0 0 0,0-1 0 0 0,0-1 0 0 0,0 1 0 0 0,-1 0 0 0 0,1-1 0 0 0,0 1 0 0 0,-1-1 0 0 0,3-3 0 0 0,5-9 8 0 0,1 1 0 0 0,8-19 0 0 0,-5 8 3 0 0,45-74 0 0 0,-55 93-45 0 0,-1 1-1 0 0,1 1 0 0 0,0-1 1 0 0,7-5-1 0 0,-9 8 15 0 0,2 3-11 0 0,-1 1 25 0 0,1 0-1 0 0,0 0 0 0 0,0 0 0 0 0,-1 1 1 0 0,1-1-1 0 0,-1 1 0 0 0,0 0 1 0 0,1 0-1 0 0,-2 0 0 0 0,1 0 0 0 0,0 0 1 0 0,0 1-1 0 0,-1-1 0 0 0,0 1 1 0 0,0-1-1 0 0,0 1 0 0 0,3 7 0 0 0,3 11-3 0 0,-1-1 1 0 0,5 27-1 0 0,-7-26 1 0 0,0 0 46 0 0,-3-10 344 0 0,1-1 0 0 0,0 0-1 0 0,5 12 1 0 0,-8-22-150 0 0,2-3-41 0 0,5-10-46 0 0,-1-1 0 0 0,0-1 0 0 0,8-23 0 0 0,-8 18-99 0 0,15-31 1 0 0,-16 39-61 0 0,1 0 0 0 0,1 1 0 0 0,0-1 0 0 0,0 1 0 0 0,1 1 0 0 0,0-1 0 0 0,0 1 0 0 0,1 1 0 0 0,13-10 0 0 0,-20 17 5 0 0,0 0 0 0 0,1 0 0 0 0,-1 1 0 0 0,1-1 0 0 0,-1 0 0 0 0,1 1 0 0 0,-1 0 0 0 0,1 0 0 0 0,-1 0 0 0 0,1 0 0 0 0,-1 0 0 0 0,1 0 0 0 0,-1 0 0 0 0,1 1 0 0 0,-1-1 0 0 0,1 1 0 0 0,-1 0 1 0 0,0 0-1 0 0,1 0 0 0 0,-1 0 0 0 0,0 0 0 0 0,4 3 0 0 0,-2 0 4 0 0,0-1 0 0 0,-1 0-1 0 0,0 1 1 0 0,1 0 0 0 0,-1-1 0 0 0,-1 1 0 0 0,1 0 0 0 0,-1 1-1 0 0,1-1 1 0 0,-1 0 0 0 0,2 7 0 0 0,3 11-2 0 0,5 27-1 0 0,3 11-18 0 0,-11-50 4 0 0,-4-8-5 0 0,1 1 1 0 0,-1-1 0 0 0,1 0-1 0 0,0 1 1 0 0,0-1-1 0 0,0 0 1 0 0,0 0 0 0 0,1 1-1 0 0,-1-1 1 0 0,0 0-1 0 0,1 0 1 0 0,0-1 0 0 0,-1 1-1 0 0,1 0 1 0 0,0 0 0 0 0,0-1-1 0 0,4 3 1 0 0,-3-2 4 0 0,0-1-1 0 0,0 0 1 0 0,0 1 0 0 0,0-1 0 0 0,0-1 0 0 0,1 1 0 0 0,-1 0-1 0 0,0-1 1 0 0,1 0 0 0 0,-1 0 0 0 0,0 0 0 0 0,1 0-1 0 0,-1 0 1 0 0,6-2 0 0 0,-1 0-9 0 0,-1 0 0 0 0,0-1 0 0 0,0 0 1 0 0,0 0-1 0 0,0 0 0 0 0,7-6 0 0 0,9-8-42 0 0,-1-1 1 0 0,32-33-1 0 0,-47 44 58 0 0,23-27 14 0 0,-1-1-1 0 0,44-70 0 0 0,-50 70 52 0 0,-20 30-24 0 0,0 1 0 0 0,0-1 1 0 0,-1 0-1 0 0,1 0 0 0 0,-1 0 0 0 0,0 0 0 0 0,-1 0 0 0 0,1-1 0 0 0,-1 1 1 0 0,0-6-1 0 0,-1 9 7 0 0,-6 0-6 0 0,-5 2-14 0 0,-1 5-10 0 0,-2 7-7 0 0,10-8 2 0 0,0 1 0 0 0,0 0 0 0 0,1 0 1 0 0,0 1-1 0 0,0-1 0 0 0,0 1 0 0 0,1 0 0 0 0,0-1 0 0 0,0 1 0 0 0,0 0 0 0 0,0 0 0 0 0,1 0 1 0 0,0 0-1 0 0,1 1 0 0 0,-1-1 0 0 0,1 0 0 0 0,1 0 0 0 0,-1 0 0 0 0,1 1 0 0 0,0-1 1 0 0,3 10-1 0 0,3 9 9 0 0,2 0 0 0 0,1-1 1 0 0,25 43-1 0 0,-14-27 23 0 0,-13-25 78 0 0,-6-11 6 0 0,0 0 0 0 0,0 0 0 0 0,0 1 0 0 0,0-1 0 0 0,-1 1 0 0 0,2 8 0 0 0,-2-11-65 0 0,-1-1 1 0 0,0 0-1 0 0,0 1 1 0 0,0-1-1 0 0,0 0 0 0 0,0 0 1 0 0,-1 1-1 0 0,1-1 1 0 0,0 0-1 0 0,-1 0 0 0 0,1 1 1 0 0,0-1-1 0 0,-1 0 1 0 0,0 0-1 0 0,1 0 1 0 0,-1 0-1 0 0,0 0 0 0 0,1 0 1 0 0,-1 0-1 0 0,0 0 1 0 0,0 0-1 0 0,0 0 0 0 0,-1 1 1 0 0,-24 11 189 0 0,20-11-145 0 0,-2 0-49 0 0,0-1 0 0 0,0 1 1 0 0,0-2-1 0 0,-1 1 0 0 0,1-1 1 0 0,0 0-1 0 0,0-1 0 0 0,-1 0 1 0 0,-11-3-1 0 0,8 1-205 0 0,0 0 0 0 0,0-1 0 0 0,1-1 0 0 0,-16-8 1 0 0,22 10-328 0 0,0 0 1 0 0,0 0 0 0 0,1-1 0 0 0,-1 0 0 0 0,1 0 0 0 0,-7-7 0 0 0,10 9 253 0 0,0 0 0 0 0,0 0 1 0 0,1 1-1 0 0,-1-1 0 0 0,0 0 1 0 0,1 0-1 0 0,-1 0 0 0 0,1 0 1 0 0,0 0-1 0 0,0 0 1 0 0,0 0-1 0 0,0 0 0 0 0,0 0 1 0 0,0 0-1 0 0,0 0 0 0 0,1 0 1 0 0,-1 0-1 0 0,1 0 0 0 0,-1 0 1 0 0,1 1-1 0 0,0-1 0 0 0,0 0 1 0 0,-1 0-1 0 0,3-2 0 0 0,3-6-1572 0 0,0 0-1 0 0,15-16 0 0 0,-19 23 1210 0 0,15-15-2998 0 0</inkml:trace>
</inkml:ink>
</file>

<file path=ppt/ink/ink5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24:39.6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504 221 24 0 0,'32'-43'5820'0'0,"-1"-1"0"0"0,43-86 0 0 0,-72 127-4052 0 0,-5 3-1261 0 0,-1 1-395 0 0,1 1 1 0 0,-1-1-1 0 0,1 1 0 0 0,0 0 0 0 0,-1 0 0 0 0,1 0 1 0 0,0 0-1 0 0,0 1 0 0 0,1-1 0 0 0,-1 1 0 0 0,0 0 1 0 0,1 0-1 0 0,0 0 0 0 0,-1 0 0 0 0,-2 6 0 0 0,-6 9 485 0 0,-14 29-1 0 0,7-2 254 0 0,2 1 0 0 0,1 0 0 0 0,3 1 0 0 0,-11 85 0 0 0,-2 197 2072 0 0,23-205-2166 0 0,2-58-401 0 0,-3 1-1 0 0,-22 129 0 0 0,22-181-297 0 0,-2-1 0 0 0,0 1 0 0 0,0-1 1 0 0,-1 0-1 0 0,-1 0 0 0 0,0-1 0 0 0,-1 0 0 0 0,-1 0 0 0 0,-11 13 0 0 0,15-20-35 0 0,0-1 0 0 0,0 1 0 0 0,-1-2-1 0 0,0 1 1 0 0,0 0 0 0 0,0-1 0 0 0,0 0 0 0 0,-1-1-1 0 0,1 1 1 0 0,-1-1 0 0 0,0-1 0 0 0,0 1 0 0 0,0-1-1 0 0,0 0 1 0 0,-1-1 0 0 0,1 1 0 0 0,0-2 0 0 0,-1 1-1 0 0,1-1 1 0 0,-15-1 0 0 0,13 0-434 0 0,0-1-1 0 0,0 0 1 0 0,0-1 0 0 0,1 0-1 0 0,-1 0 1 0 0,1-1 0 0 0,-1 0-1 0 0,1 0 1 0 0,-13-10 0 0 0,14 8-337 0 0,-1 0 0 0 0,1 0 0 0 0,1-1 1 0 0,-1 0-1 0 0,1 0 0 0 0,0 0 0 0 0,1-1 0 0 0,0 0 1 0 0,0 0-1 0 0,1-1 0 0 0,0 1 0 0 0,0-1 0 0 0,1 0 0 0 0,0 0 1 0 0,0 0-1 0 0,1 0 0 0 0,1 0 0 0 0,-1-1 0 0 0,2 1 1 0 0,-1 0-1 0 0,1-1 0 0 0,0 1 0 0 0,1-1 0 0 0,3-14 1 0 0,6-12-6772 0 0</inkml:trace>
  <inkml:trace contextRef="#ctx0" brushRef="#br0" timeOffset="1">246 783 556 0 0,'48'-72'9002'0'0,"-33"51"-6624"0"0,23-22-1 0 0,-24 30-1961 0 0,1-1 0 0 0,0 2 0 0 0,1 0 0 0 0,0 1 1 0 0,1 1-1 0 0,28-14 0 0 0,1 6-802 0 0,1 2 0 0 0,71-15 0 0 0,-23 7-7191 0 0,-57 14 1490 0 0</inkml:trace>
</inkml:ink>
</file>

<file path=ppt/ink/ink5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24:41.1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309 106 804 0 0,'53'-92'12947'0'0,"-52"90"-12387"0"0,2-3 91 0 0,-2-1 780 0 0,-17 14-1224 0 0,0 1 0 0 0,0 0 1 0 0,1 1-1 0 0,-22 18 0 0 0,-56 57 332 0 0,83-75-496 0 0,-17 17 82 0 0,-35 45 1 0 0,51-57-101 0 0,0 0-1 0 0,2 0 1 0 0,-1 1 0 0 0,2 0 0 0 0,-8 23 0 0 0,14-34-23 0 0,0 1 0 0 0,0-1 1 0 0,1 1-1 0 0,0 0 0 0 0,0 0 0 0 0,0-1 0 0 0,1 1 1 0 0,0 0-1 0 0,0 0 0 0 0,1-1 0 0 0,-1 1 0 0 0,1 0 0 0 0,1-1 1 0 0,-1 1-1 0 0,1 0 0 0 0,0-1 0 0 0,0 0 0 0 0,0 1 1 0 0,1-1-1 0 0,0 0 0 0 0,0 0 0 0 0,0-1 0 0 0,0 1 1 0 0,1 0-1 0 0,0-1 0 0 0,0 0 0 0 0,0 0 0 0 0,0 0 0 0 0,1-1 1 0 0,0 1-1 0 0,9 4 0 0 0,0 0-471 0 0,0-1 1 0 0,1-1-1 0 0,-1 0 1 0 0,1-1-1 0 0,0-1 0 0 0,1 0 1 0 0,24 3-1 0 0,-24-6-662 0 0,-1 0 0 0 0,1-1 1 0 0,-1-1-1 0 0,1 0 0 0 0,-1-1 0 0 0,1 0 0 0 0,25-9 0 0 0,-9 1-2150 0 0</inkml:trace>
  <inkml:trace contextRef="#ctx0" brushRef="#br0" timeOffset="1">686 339 1460 0 0,'5'-9'1168'0'0,"-1"-1"0"0"0,-1 1-1 0 0,1-1 1 0 0,-2 0 0 0 0,1 0 0 0 0,-2 0-1 0 0,1 0 1 0 0,-1 0 0 0 0,-1 0 0 0 0,1 0-1 0 0,-2-1 1 0 0,-1-11 0 0 0,-6-11 885 0 0,8 31-1866 0 0,-5-21 482 0 0,2 18-735 0 0,-3 6-4484 0 0,-5 10-3010 0 0,10-10 7531 0 0</inkml:trace>
</inkml:ink>
</file>

<file path=ppt/ink/ink5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24:42.7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200 265 1880 0 0,'0'0'4413'0'0,"-1"-9"-2877"0"0,-1 4 1941 0 0,2 5-3466 0 0,0-1-1 0 0,-1 1 0 0 0,1 0 0 0 0,0 0 0 0 0,-1 0 0 0 0,1 0 0 0 0,0-1 1 0 0,0 1-1 0 0,-1 0 0 0 0,1 0 0 0 0,0 0 0 0 0,-1 0 0 0 0,1 0 0 0 0,0 0 0 0 0,-1 0 1 0 0,1 0-1 0 0,0 0 0 0 0,-1 0 0 0 0,1 0 0 0 0,0 0 0 0 0,-1 0 0 0 0,1 0 1 0 0,0 0-1 0 0,-1 0 0 0 0,1 0 0 0 0,0 0 0 0 0,0 0 0 0 0,-1 0 0 0 0,1 0 1 0 0,0 1-1 0 0,-1-1 0 0 0,1 0 0 0 0,0 0 0 0 0,0 0 0 0 0,-1 1 0 0 0,1-1 1 0 0,0 0-1 0 0,0 0 0 0 0,-1 1 0 0 0,-17 17 123 0 0,-14 26-74 0 0,19-25-47 0 0,1 2 0 0 0,1 0 0 0 0,-13 31 0 0 0,22-45-3 0 0,-1 0-1 0 0,1 0 1 0 0,0 0 0 0 0,0 1-1 0 0,1-1 1 0 0,0 0-1 0 0,0 1 1 0 0,1-1 0 0 0,0 1-1 0 0,0-1 1 0 0,1 1-1 0 0,0-1 1 0 0,0 0 0 0 0,5 15-1 0 0,-3-17 50 0 0,0 0 0 0 0,0 0 0 0 0,1 0 0 0 0,0 0 0 0 0,0 0 0 0 0,0-1 0 0 0,1 1-1 0 0,-1-1 1 0 0,1 0 0 0 0,0-1 0 0 0,0 1 0 0 0,0-1 0 0 0,1 0 0 0 0,-1 0 0 0 0,9 3 0 0 0,3 0 182 0 0,1 0 1 0 0,1-1 0 0 0,31 5 0 0 0,-33-7 58 0 0,0-1 0 0 0,0-1 1 0 0,0 0-1 0 0,0-2 1 0 0,1 0-1 0 0,28-5 1 0 0,-40 5-235 0 0,-1 0-1 0 0,0-1 1 0 0,0 0 0 0 0,0 0 0 0 0,0 0 0 0 0,0 0 0 0 0,0-1 0 0 0,0 0 0 0 0,-1 0 0 0 0,0 0 0 0 0,1 0 0 0 0,-1-1-1 0 0,0 0 1 0 0,-1 0 0 0 0,1 0 0 0 0,-1 0 0 0 0,0 0 0 0 0,0-1 0 0 0,0 1 0 0 0,0-1 0 0 0,-1 0 0 0 0,0 0 0 0 0,0 0-1 0 0,0 0 1 0 0,1-8 0 0 0,-1 4-47 0 0,-1 0-1 0 0,-1 0 1 0 0,0 0-1 0 0,0-1 0 0 0,-1 1 1 0 0,0 0-1 0 0,0 0 1 0 0,-1 0-1 0 0,-1 0 0 0 0,1 0 1 0 0,-1 1-1 0 0,-1-1 1 0 0,0 1-1 0 0,0 0 1 0 0,0 0-1 0 0,-1 0 0 0 0,0 0 1 0 0,-9-9-1 0 0,3 4-20 0 0,0 1-1 0 0,-1 0 0 0 0,0 1 0 0 0,-1 1 1 0 0,0-1-1 0 0,-1 2 0 0 0,0 0 1 0 0,-1 1-1 0 0,-21-9 0 0 0,32 15-3 0 0,1 1 0 0 0,-1-1 0 0 0,0 1 0 0 0,0 0 0 0 0,0 0 0 0 0,0 1 0 0 0,0-1 0 0 0,0 1-1 0 0,0 0 1 0 0,0 0 0 0 0,0 0 0 0 0,0 1 0 0 0,0-1 0 0 0,0 1 0 0 0,0 0 0 0 0,-8 3 0 0 0,12-4 5 0 0,-1 0 0 0 0,0 1 0 0 0,1-1 1 0 0,-1 0-1 0 0,1 1 0 0 0,-1-1 0 0 0,0 0 0 0 0,1 1 1 0 0,-1-1-1 0 0,1 1 0 0 0,-1-1 0 0 0,1 1 0 0 0,-1-1 1 0 0,1 1-1 0 0,-1-1 0 0 0,1 1 0 0 0,0-1 1 0 0,-1 1-1 0 0,1 0 0 0 0,0-1 0 0 0,-1 1 0 0 0,1-1 1 0 0,0 1-1 0 0,0 0 0 0 0,0-1 0 0 0,-1 1 1 0 0,1 0-1 0 0,0 0 0 0 0,0-1 0 0 0,0 1 0 0 0,0 0 1 0 0,0-1-1 0 0,0 1 0 0 0,1 0 0 0 0,-1-1 1 0 0,0 1-1 0 0,0 0 0 0 0,0-1 0 0 0,1 1 0 0 0,-1 0 1 0 0,0-1-1 0 0,1 1 0 0 0,-1-1 0 0 0,1 2 1 0 0,1 1-36 0 0,0 0 1 0 0,-1-1 0 0 0,1 1 0 0 0,0-1-1 0 0,1 1 1 0 0,-1-1 0 0 0,5 4 0 0 0,5 1-163 0 0,1-1 1 0 0,1 0-1 0 0,-1-1 1 0 0,1 0 0 0 0,0-1-1 0 0,0 0 1 0 0,1-1-1 0 0,17 1 1 0 0,-5-2-134 0 0,0-1 0 0 0,0-1 0 0 0,44-6 1 0 0,-58 4 287 0 0,1-1 1 0 0,-1 0-1 0 0,0-1 0 0 0,0 0 1 0 0,0-1-1 0 0,-1-1 1 0 0,0 0-1 0 0,0-1 1 0 0,14-9-1 0 0,-11 4 47 0 0,0 0 0 0 0,-1-2 1 0 0,-1 1-1 0 0,0-2 0 0 0,-1 1 0 0 0,11-18 0 0 0,31-60 253 0 0,-22 35 871 0 0,-26 49-879 0 0,-4 6-198 0 0,-1 0 1 0 0,0 0-1 0 0,0 1 1 0 0,0-1-1 0 0,0 0 1 0 0,0 0-1 0 0,0 0 1 0 0,0 0-1 0 0,0 0 1 0 0,0-4-1 0 0,3 9 337 0 0,-4-3-370 0 0,0 1-1 0 0,0-1 0 0 0,1 0 0 0 0,-1 0 1 0 0,0 0-1 0 0,0 0 0 0 0,0 0 0 0 0,1 0 1 0 0,-1 0-1 0 0,0 1 0 0 0,0-1 0 0 0,0 0 1 0 0,1 0-1 0 0,-1 0 0 0 0,0 0 0 0 0,0 1 1 0 0,0-1-1 0 0,0 0 0 0 0,1 0 0 0 0,-1 1 0 0 0,0-1 1 0 0,0 0-1 0 0,0 0 0 0 0,0 0 0 0 0,0 1 1 0 0,0-1-1 0 0,0 0 0 0 0,0 0 0 0 0,0 1 1 0 0,0-1-1 0 0,0 0 0 0 0,0 0 0 0 0,0 1 1 0 0,0-1-1 0 0,0 0 0 0 0,0 0 0 0 0,0 1 1 0 0,0-1-1 0 0,0 0 0 0 0,0 1 0 0 0,-28 263 3832 0 0,24-198-3513 0 0,-1 53-381 0 0,9-41-3684 0 0,-4-72 2757 0 0,3 10-702 0 0,4-4-4881 0 0,4 0 487 0 0</inkml:trace>
  <inkml:trace contextRef="#ctx0" brushRef="#br0" timeOffset="1">1249 355 2476 0 0,'23'-55'17372'0'0,"-11"28"-12228"0"0,-11 26-4570 0 0,4-10 179 0 0,-9 29-8908 0 0,-8 0 701 0 0,0-4-852 0 0</inkml:trace>
  <inkml:trace contextRef="#ctx0" brushRef="#br0" timeOffset="2">70 1447 2156 0 0,'4'-35'6706'0'0,"-2"-37"-1"0"0,-2 69-6313 0 0,4-7 1073 0 0,-2 18-1282 0 0,1 0 1 0 0,-1 0-1 0 0,-1 0 1 0 0,1 0-1 0 0,-1 0 0 0 0,-1 0 1 0 0,0 12-1 0 0,-7 64 420 0 0,3-50-431 0 0,-31 200 721 0 0,18-131-2010 0 0,2-1-3662 0 0,15-98 3895 0 0,-1 0 0 0 0,1-1 0 0 0,-1 1-1 0 0,0 0 1 0 0,-1-1 0 0 0,-1 4-1 0 0,-1 2-5184 0 0</inkml:trace>
</inkml:ink>
</file>

<file path=ppt/ink/ink5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24:44.6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63 412 252 0 0,'-22'-36'6089'0'0,"12"20"-2158"0"0,-16-33 1 0 0,25 47-3669 0 0,1 2-240 0 0,-1-1-1 0 0,1 1 0 0 0,0-1 1 0 0,-1 1-1 0 0,1-1 1 0 0,0 0-1 0 0,0 1 0 0 0,0-1 1 0 0,-1 1-1 0 0,1-1 0 0 0,0 1 1 0 0,0-1-1 0 0,0 0 0 0 0,0 1 1 0 0,0-1-1 0 0,0 1 0 0 0,0-1 1 0 0,0 0-1 0 0,0 1 1 0 0,0-1-1 0 0,1 1 0 0 0,-1-1 1 0 0,0 0-1 0 0,11-4 38 0 0,-1 0 0 0 0,1 1-1 0 0,0 0 1 0 0,1 0 0 0 0,12-1 0 0 0,66-8 13 0 0,-38 6-27 0 0,473-83 198 0 0,-469 82-352 0 0,-54 8 105 0 0,0 0 0 0 0,-1 0-1 0 0,1 0 1 0 0,0 0 0 0 0,0 1 0 0 0,0-1-1 0 0,-1 1 1 0 0,1-1 0 0 0,0 1-1 0 0,-1 0 1 0 0,1-1 0 0 0,-1 1 0 0 0,1 0-1 0 0,-1 0 1 0 0,1 0 0 0 0,-1 0 0 0 0,1 1-1 0 0,-1-1 1 0 0,0 0 0 0 0,0 0 0 0 0,1 1-1 0 0,-1-1 1 0 0,1 3 0 0 0,2 3-8 0 0,-1-1 0 0 0,1 1 0 0 0,3 13-1 0 0,-6-17 4 0 0,7 26-6 0 0,-1-1 1 0 0,-2 1-1 0 0,0 1 0 0 0,-3-1 1 0 0,0 0-1 0 0,-4 53 0 0 0,-4-40 446 0 0,1 9 3753 0 0,5-50-4078 0 0,-1-1 0 0 0,1 1 0 0 0,0-1 0 0 0,-1 1 0 0 0,1-1 0 0 0,-1 1 0 0 0,1-1 0 0 0,0 0-1 0 0,-1 1 1 0 0,1-1 0 0 0,-1 1 0 0 0,1-1 0 0 0,-1 0 0 0 0,1 1 0 0 0,-1-1 0 0 0,1 0 0 0 0,-1 0-1 0 0,-1 1 1 0 0,0-7-66 0 0,1 0-1 0 0,-1 0 0 0 0,1 0 1 0 0,0 0-1 0 0,1-1 1 0 0,0 1-1 0 0,0 0 0 0 0,0 0 1 0 0,0-1-1 0 0,1 1 0 0 0,0 0 1 0 0,0 0-1 0 0,1 0 1 0 0,0 0-1 0 0,0 0 0 0 0,0 0 1 0 0,1 1-1 0 0,0-1 0 0 0,0 1 1 0 0,7-11-1 0 0,-2 5-126 0 0,1 1 0 0 0,-1-1-1 0 0,2 1 1 0 0,-1 1 0 0 0,2-1 0 0 0,-1 2-1 0 0,1 0 1 0 0,23-14 0 0 0,3 5-875 0 0,1 2 0 0 0,1 2-1 0 0,62-14 1 0 0,-7 2-911 0 0,-90 24 1805 0 0,80-27-1007 0 0,-74 24 1005 0 0,-1 0 0 0 0,-1-1 1 0 0,1 0-1 0 0,-1 0 0 0 0,0-1 1 0 0,14-12-1 0 0,-20 15 75 0 0,1 1 1 0 0,0-1-1 0 0,-1 0 1 0 0,1 0-1 0 0,-1 0 1 0 0,0 0-1 0 0,0 0 1 0 0,0 0-1 0 0,0-1 1 0 0,-1 1-1 0 0,1-1 1 0 0,1-6-1 0 0,-3 8 49 0 0,-1 1-51 0 0,1 1 1 0 0,-1-1-1 0 0,0 1 1 0 0,0-1 0 0 0,1 1-1 0 0,-1 0 1 0 0,0-1-1 0 0,0 1 1 0 0,0 0 0 0 0,1 0-1 0 0,-1-1 1 0 0,0 1-1 0 0,0 0 1 0 0,0 0 0 0 0,0 0-1 0 0,0 0 1 0 0,0 0-1 0 0,-10 6 10 0 0,0 1-1 0 0,1 1 0 0 0,0 0 1 0 0,0 0-1 0 0,0 1 0 0 0,2 0 1 0 0,-1 0-1 0 0,1 1 1 0 0,-9 14-1 0 0,9-11-5 0 0,0 0 0 0 0,0 0 0 0 0,2 0 0 0 0,0 1 0 0 0,0 0 0 0 0,2 1 0 0 0,-7 25 0 0 0,11-35 20 0 0,-1 0-1 0 0,0 0 1 0 0,1 0 0 0 0,0 0 0 0 0,0-1 0 0 0,0 1 0 0 0,1 0-1 0 0,0 0 1 0 0,1 6 0 0 0,-1-10-20 0 0,-1 1 1 0 0,1-1-1 0 0,0 1 1 0 0,0-1-1 0 0,0 0 0 0 0,0 0 1 0 0,0 1-1 0 0,0-1 1 0 0,0 0-1 0 0,0 0 1 0 0,0 0-1 0 0,1 0 0 0 0,-1 0 1 0 0,0 0-1 0 0,1 0 1 0 0,-1-1-1 0 0,1 1 0 0 0,-1 0 1 0 0,1-1-1 0 0,-1 1 1 0 0,1-1-1 0 0,-1 0 1 0 0,1 1-1 0 0,-1-1 0 0 0,1 0 1 0 0,0 0-1 0 0,-1 0 1 0 0,1 0-1 0 0,2-1 0 0 0,3 0 7 0 0,0 0-1 0 0,-1 0 1 0 0,1-1-1 0 0,-1 0 1 0 0,1 0-1 0 0,-1 0 1 0 0,0-1 0 0 0,10-5-1 0 0,45-35 36 0 0,-38 25-9 0 0,57-45 47 0 0,-47 35-6 0 0,40-26 0 0 0,-72 54-82 0 0,-1-1-1 0 0,1 1 1 0 0,0-1-1 0 0,0 1 1 0 0,-1-1-1 0 0,1 1 1 0 0,0-1-1 0 0,0 1 1 0 0,0 0-1 0 0,0 0 1 0 0,0-1-1 0 0,0 1 1 0 0,-1 0-1 0 0,1 0 1 0 0,0 0-1 0 0,0 0 1 0 0,0 0-1 0 0,0 0 1 0 0,0 0-1 0 0,0 0 1 0 0,0 0-1 0 0,0 1 1 0 0,0-1-1 0 0,-1 0 1 0 0,1 1-1 0 0,1 0 1 0 0,-1 0-2 0 0,1 0 0 0 0,-1 0 0 0 0,0 0 1 0 0,0 1-1 0 0,0-1 0 0 0,0 0 0 0 0,-1 1 0 0 0,1-1 1 0 0,0 1-1 0 0,-1-1 0 0 0,1 1 0 0 0,-1 0 1 0 0,1 2-1 0 0,1 7-10 0 0,0 1 0 0 0,-1 0 1 0 0,-1 15-1 0 0,-1-20 8 0 0,-3 111 30 0 0,0-7-5186 0 0,4-110 5068 0 0,0-1 1 0 0,0 1 0 0 0,0-1-1 0 0,0 1 1 0 0,0-1 0 0 0,0 1-1 0 0,0-1 1 0 0,1 0 0 0 0,-1 1-1 0 0,0-1 1 0 0,0 1-1 0 0,0-1 1 0 0,1 0 0 0 0,-1 1-1 0 0,0-1 1 0 0,0 0 0 0 0,1 1-1 0 0,-1-1 1 0 0,0 0 0 0 0,0 1-1 0 0,1-1 1 0 0,-1 0 0 0 0,1 1-1 0 0,-1-1 1 0 0,0 0 0 0 0,1 0-1 0 0,-1 0 1 0 0,0 1-1 0 0,1-1 1 0 0,-1 0 0 0 0,1 0-1 0 0,-1 0 1 0 0,1 0 0 0 0,-1 0-1 0 0,1 0 1 0 0,-1 0 0 0 0,0 0-1 0 0,1 0 1 0 0,-1 0 0 0 0,2 0-1 0 0,14-4-1255 0 0,-16 4 1453 0 0,6-3-300 0 0,-1 0 1 0 0,1-1-1 0 0,-1 0 0 0 0,0 0 1 0 0,0 0-1 0 0,-1 0 1 0 0,0-1-1 0 0,1 0 1 0 0,-1 0-1 0 0,-1 0 1 0 0,6-8-1 0 0,3-4 282 0 0,51-72 1950 0 0,-31 42 997 0 0,42-49 0 0 0,-71 94-2921 0 0,-1-1 0 0 0,1 1 0 0 0,-1-1 0 0 0,1 1 0 0 0,0 0 1 0 0,0 0-1 0 0,0 0 0 0 0,0 0 0 0 0,1 1 0 0 0,-1-1 0 0 0,0 1 1 0 0,1 0-1 0 0,-1 0 0 0 0,0 0 0 0 0,1 1 0 0 0,0-1 0 0 0,-1 1 0 0 0,1 0 1 0 0,-1-1-1 0 0,1 2 0 0 0,-1-1 0 0 0,1 0 0 0 0,0 1 0 0 0,-1 0 0 0 0,1-1 1 0 0,-1 1-1 0 0,0 1 0 0 0,1-1 0 0 0,-1 0 0 0 0,4 3 0 0 0,0 0 46 0 0,0 0-1 0 0,-1 1 0 0 0,1 0 1 0 0,-1 0-1 0 0,0 0 1 0 0,0 1-1 0 0,0 0 0 0 0,-1 0 1 0 0,0 0-1 0 0,0 0 0 0 0,-1 1 1 0 0,6 11-1 0 0,-7-10-74 0 0,0 0 0 0 0,0 0 0 0 0,-1 1 0 0 0,0-1 0 0 0,0 1 0 0 0,-1-1 0 0 0,0 1 0 0 0,0 0 0 0 0,-1 0-1 0 0,-1 9 1 0 0,-3 7 49 0 0,0 1-1 0 0,-9 25 0 0 0,-4 28-53 0 0,16-76-103 0 0,1-2-25 0 0,0-1 43 0 0,0 1-1 0 0,0-1 1 0 0,0 0 0 0 0,0 1-1 0 0,0-1 1 0 0,0 0 0 0 0,0 1-1 0 0,0-1 1 0 0,0 0 0 0 0,0 1 0 0 0,0-1-1 0 0,0 1 1 0 0,0-1 0 0 0,0 0-1 0 0,0 1 1 0 0,0-1 0 0 0,0 0-1 0 0,0 1 1 0 0,1-1 0 0 0,-1 0-1 0 0,0 1 1 0 0,0-1 0 0 0,0 0 0 0 0,1 0-1 0 0,-1 1 1 0 0,0-1 0 0 0,0 0-1 0 0,1 1 1 0 0,-1-1 0 0 0,11-6-192 0 0,0-1 1 0 0,0-1-1 0 0,-1 1 1 0 0,18-18 0 0 0,36-45-356 0 0,-40 43 436 0 0,45-47-113 0 0,52-61 17 0 0,-101 110 224 0 0,-1-1 0 0 0,-2 0-1 0 0,24-48 1 0 0,-39 70 12 0 0,-1 1 0 0 0,1-1 0 0 0,-1 1 0 0 0,1-1 0 0 0,-1 0 0 0 0,0 1 0 0 0,-1-1 0 0 0,1 0 0 0 0,-1 0 0 0 0,1 0 0 0 0,-1 0 0 0 0,-1-4 0 0 0,1 8-22 0 0,0-1 0 0 0,0 1 0 0 0,-1-1 0 0 0,1 1 0 0 0,0-1-1 0 0,0 1 1 0 0,-1-1 0 0 0,1 1 0 0 0,0 0 0 0 0,-1-1 0 0 0,1 1 0 0 0,0 0 0 0 0,-1-1-1 0 0,1 1 1 0 0,-1 0 0 0 0,1-1 0 0 0,-1 1 0 0 0,1 0 0 0 0,-1 0 0 0 0,1 0 0 0 0,-1-1 0 0 0,1 1-1 0 0,-1 0 1 0 0,1 0 0 0 0,-1 0 0 0 0,1 0 0 0 0,-1 0 0 0 0,1 0 0 0 0,-1 0 0 0 0,1 0-1 0 0,-1 0 1 0 0,-1 0 2 0 0,1 0 0 0 0,-1 1 0 0 0,1-1 0 0 0,-1 0-1 0 0,1 0 1 0 0,-1 1 0 0 0,1-1 0 0 0,-1 1 0 0 0,1 0 0 0 0,0-1-1 0 0,-2 2 1 0 0,-2 2-5 0 0,0 0 0 0 0,1 0 0 0 0,0 0 0 0 0,0 0 0 0 0,0 1 0 0 0,0 0 0 0 0,1 0 1 0 0,0 0-1 0 0,0 0 0 0 0,0 1 0 0 0,0-1 0 0 0,1 1 0 0 0,0-1 0 0 0,0 1 0 0 0,1 0 0 0 0,0 0 0 0 0,0 0 0 0 0,0 0 0 0 0,0 0 0 0 0,1 0 0 0 0,0 0 0 0 0,1 0 0 0 0,-1 0 0 0 0,1 0 0 0 0,0 0 0 0 0,0 0 0 0 0,1-1 0 0 0,3 9 0 0 0,9 16 60 0 0,2 1 0 0 0,1-2-1 0 0,1 0 1 0 0,40 46 0 0 0,1 3 201 0 0,-58-76-210 0 0,1 0 0 0 0,-1 0 0 0 0,0 1 0 0 0,0-1 1 0 0,1 0-1 0 0,-1 0 0 0 0,-1 1 0 0 0,1-1 0 0 0,0 0 0 0 0,0 1 0 0 0,-1-1 0 0 0,0 1 0 0 0,1-1 0 0 0,-1 1 0 0 0,0-1 0 0 0,0 1 0 0 0,0-1 0 0 0,-2 6 0 0 0,1-5 0 0 0,0-1 1 0 0,0 1-1 0 0,-1 0 0 0 0,1-1 0 0 0,-1 1 1 0 0,0-1-1 0 0,0 1 0 0 0,0-1 0 0 0,0 0 1 0 0,0 0-1 0 0,0 0 0 0 0,-1 0 0 0 0,1 0 1 0 0,-1-1-1 0 0,-4 3 0 0 0,-5 3 56 0 0,-1-1 0 0 0,0 0 0 0 0,0-1 0 0 0,-24 5 1 0 0,28-8-368 0 0,1 0 0 0 0,-1-1 0 0 0,0 0 0 0 0,1-1 0 0 0,-1 0 0 0 0,1 0 0 0 0,-1-1 0 0 0,-13-2 1 0 0,20 3 22 0 0,1-1 1 0 0,0 1-1 0 0,0-1 1 0 0,-1 1-1 0 0,1 0 1 0 0,0-1-1 0 0,0 0 1 0 0,0 1-1 0 0,0-1 1 0 0,0 0-1 0 0,0 0 1 0 0,0 1-1 0 0,0-1 1 0 0,0 0-1 0 0,0 0 1 0 0,0 0-1 0 0,0 0 1 0 0,1 0-1 0 0,-1-1 1 0 0,0 1-1 0 0,1 0 1 0 0,-1 0-1 0 0,1 0 1 0 0,-1 0-1 0 0,1-1 1 0 0,0 1-1 0 0,-1 0 1 0 0,1-1-1 0 0,0 1 1 0 0,0 0-1 0 0,0 0 1 0 0,0-1-1 0 0,0 1 1 0 0,0 0-1 0 0,0-1 1 0 0,0 1-1 0 0,1 0 1 0 0,0-2-1 0 0,2-14-5585 0 0</inkml:trace>
</inkml:ink>
</file>

<file path=ppt/ink/ink5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24:46.7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11821 8449 1188 0 0,'20'-22'2195'0'0,"30"-35"2784"0"0,-45 51-4376 0 0,-1 0 0 0 0,0-1 0 0 0,0 1 0 0 0,-1-1 0 0 0,0 1-1 0 0,0-1 1 0 0,3-14 0 0 0,-6 19-489 0 0,1 0-1 0 0,-1 0 1 0 0,0 0-1 0 0,0 0 1 0 0,0 0-1 0 0,-1 0 0 0 0,1 1 1 0 0,0-1-1 0 0,-1 0 1 0 0,1 0-1 0 0,-1 0 1 0 0,-1-2-1 0 0,2 3-75 0 0,0 0-1 0 0,-1 1 0 0 0,1-1 1 0 0,-1 0-1 0 0,1 0 0 0 0,-1 1 1 0 0,1-1-1 0 0,-1 0 0 0 0,0 1 1 0 0,1-1-1 0 0,-1 1 0 0 0,0-1 1 0 0,1 1-1 0 0,-1-1 1 0 0,0 1-1 0 0,0-1 0 0 0,1 1 1 0 0,-1 0-1 0 0,0 0 0 0 0,0-1 1 0 0,0 1-1 0 0,0 0 0 0 0,1 0 1 0 0,-1 0-1 0 0,0 0 0 0 0,0 0 1 0 0,0 0-1 0 0,0 0 0 0 0,-1 0 1 0 0,-4 1 109 0 0,0 1 1 0 0,0 0 0 0 0,1 0-1 0 0,-1 0 1 0 0,0 1-1 0 0,1-1 1 0 0,0 1-1 0 0,0 1 1 0 0,0-1 0 0 0,0 1-1 0 0,0 0 1 0 0,1 0-1 0 0,-8 8 1 0 0,6-3 59 0 0,0-1 0 0 0,0 0 0 0 0,1 1 0 0 0,1 0-1 0 0,0 0 1 0 0,0 1 0 0 0,-5 16 0 0 0,4 0 240 0 0,1-1 0 0 0,0 1 0 0 0,2 0 1 0 0,1-1-1 0 0,4 48 0 0 0,41 178 2235 0 0,-10-72-1408 0 0,-32-164-1136 0 0,0-1-1 0 0,-1 0 1 0 0,-1 1-1 0 0,0-1 0 0 0,-1 0 1 0 0,-3 15-1 0 0,2-20-77 0 0,0 0 0 0 0,-1-1-1 0 0,0 1 1 0 0,-1-1 0 0 0,1 0-1 0 0,-2 0 1 0 0,1 0 0 0 0,-1 0 0 0 0,0-1-1 0 0,-11 12 1 0 0,3-5-213 0 0,0-2 1 0 0,-1 0 0 0 0,-15 11-1 0 0,21-18-961 0 0,0 0-1 0 0,-1 0 0 0 0,1-1 0 0 0,-12 4 1 0 0,18-7 606 0 0,0-1 0 0 0,-1 1 0 0 0,1-1 1 0 0,-1 1-1 0 0,1-1 0 0 0,-1 0 0 0 0,1 0 0 0 0,0 0 1 0 0,-1 0-1 0 0,-4-1 0 0 0,-6-3-4689 0 0,-2-2-3193 0 0</inkml:trace>
  <inkml:trace contextRef="#ctx0" brushRef="#br0" timeOffset="1">11563 8881 1332 0 0,'-1'-13'2280'0'0,"2"-1"0"0"0,-1 1 0 0 0,6-25 0 0 0,-4 32-2022 0 0,-1 1 0 0 0,1 1 0 0 0,0-1 0 0 0,1 0 0 0 0,-1 0 0 0 0,1 1 0 0 0,0 0 0 0 0,0-1 0 0 0,0 1 0 0 0,0 0 0 0 0,1 0 1 0 0,0 1-1 0 0,5-5 0 0 0,6-3 35 0 0,0 1 1 0 0,1 1-1 0 0,0 0 1 0 0,1 1-1 0 0,31-10 1 0 0,91-20 439 0 0,-6 15-681 0 0,-64 11-2271 0 0,-1-1-4600 0 0,-48 8 1650 0 0</inkml:trace>
  <inkml:trace contextRef="#ctx0" brushRef="#br0" timeOffset="2">43 193 288 0 0,'67'-50'16981'0'0,"-65"49"-15515"0"0,4 0-963 0 0,1 2-51 0 0,-5 12-234 0 0,-20 258 1743 0 0,2-74-1324 0 0,-5 52-160 0 0,19-230-293 0 0,-2 20 1262 0 0,-14 60 0 0 0,17-96-663 0 0,0-4-756 0 0,0 1-1 0 0,-1 0 1 0 0,1-1 0 0 0,0 1 0 0 0,0-1-1 0 0,0 0 1 0 0,0 1 0 0 0,0-1 0 0 0,0 0-1 0 0,0 0 1 0 0,0 1 0 0 0,0-1 0 0 0,0 0 0 0 0,0 0-1 0 0,0 0 1 0 0,1 0 0 0 0,-1 0 0 0 0,0-1-1 0 0,1 1 1 0 0,-1 0 0 0 0,1 0 0 0 0,-1 0 0 0 0,1 0-1 0 0,-1-3 1 0 0,-9-34 189 0 0,9 32-175 0 0,-5-32 39 0 0,1 0 0 0 0,2-1 1 0 0,3-63-1 0 0,21-115 49 0 0,-20 210-122 0 0,25-171 91 0 0,-17 139-93 0 0,1 0 1 0 0,21-53-1 0 0,-26 80-14 0 0,1 0 0 0 0,0 0 0 0 0,1 0 0 0 0,0 1-1 0 0,1 0 1 0 0,0 1 0 0 0,0 0 0 0 0,1 0 0 0 0,1 1 0 0 0,0 0-1 0 0,20-15 1 0 0,-22 20-5 0 0,-1-1-1 0 0,1 1 1 0 0,0 1-1 0 0,0-1 1 0 0,1 1-1 0 0,-1 1 1 0 0,1 0-1 0 0,-1 0 1 0 0,1 0-1 0 0,0 1 1 0 0,0 1-1 0 0,-1-1 1 0 0,1 1-1 0 0,0 1 1 0 0,0 0-1 0 0,0 0 1 0 0,-1 0-1 0 0,14 5 1 0 0,-13-3 1 0 0,0 1 1 0 0,0 0 0 0 0,-1 0-1 0 0,0 1 1 0 0,0 0-1 0 0,0 0 1 0 0,0 1-1 0 0,-1 0 1 0 0,0 0-1 0 0,0 1 1 0 0,-1 0 0 0 0,0 0-1 0 0,7 10 1 0 0,-10-13 3 0 0,-1 0 1 0 0,1 0-1 0 0,-1 1 1 0 0,0-1 0 0 0,0 0-1 0 0,-1 1 1 0 0,1 0-1 0 0,-1-1 1 0 0,0 1 0 0 0,0 0-1 0 0,-1-1 1 0 0,1 1-1 0 0,-1 0 1 0 0,0 0 0 0 0,-1-1-1 0 0,1 1 1 0 0,-1 0-1 0 0,0 0 1 0 0,0-1 0 0 0,0 1-1 0 0,0-1 1 0 0,-1 1-1 0 0,0-1 1 0 0,0 1 0 0 0,0-1-1 0 0,-1 0 1 0 0,-4 7 0 0 0,-4 1 16 0 0,0 0 1 0 0,-1-1 0 0 0,0 0 0 0 0,-1 0 0 0 0,0-2 0 0 0,-1 0 0 0 0,0 0 0 0 0,-28 12-1 0 0,10-7-331 0 0,-2-1 0 0 0,1-2 0 0 0,-38 7 0 0 0,-18-3-3566 0 0,58-14 145 0 0,2-3-3337 0 0,10 0-2133 0 0</inkml:trace>
</inkml:ink>
</file>

<file path=ppt/ink/ink5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24:48.0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5758 186 572 0 0,'1'-3'2454'0'0,"9"-82"10726"0"0,-10 83-12588 0 0,-2-9 898 0 0,-8 20-1416 0 0,1 1 1 0 0,0 0-1 0 0,1 0 0 0 0,0 1 0 0 0,1 0 0 0 0,-7 12 0 0 0,3-4-24 0 0,-116 199 191 0 0,107-178-219 0 0,2 1 0 0 0,2 1 0 0 0,-18 70 0 0 0,30-94-14 0 0,1 0 0 0 0,0 0 1 0 0,2 1-1 0 0,0-1 0 0 0,1 1 0 0 0,1-1 1 0 0,0 1-1 0 0,5 18 0 0 0,-4-26 30 0 0,2 0-1 0 0,-1 1 1 0 0,1-2 0 0 0,1 1-1 0 0,0 0 1 0 0,0-1-1 0 0,1 0 1 0 0,0 0 0 0 0,1-1-1 0 0,0 1 1 0 0,1-2-1 0 0,-1 1 1 0 0,18 13-1 0 0,-13-12 149 0 0,0-1-1 0 0,1-1 0 0 0,0 0 0 0 0,0-1 0 0 0,1 0 0 0 0,0-1 0 0 0,0 0 0 0 0,1-1 0 0 0,-1-1 0 0 0,1-1 0 0 0,0 0 0 0 0,0 0 0 0 0,1-2 0 0 0,-1 0 0 0 0,0 0 0 0 0,1-2 0 0 0,-1 0 0 0 0,0 0 0 0 0,0-2 0 0 0,0 0 0 0 0,0-1 0 0 0,0 0 1 0 0,15-7-1 0 0,-7 0-29 0 0,0-1 1 0 0,-1-1-1 0 0,0-1 1 0 0,-1-1-1 0 0,-1 0 1 0 0,0-2-1 0 0,32-35 1 0 0,-24 20-83 0 0,-3-1 1 0 0,0-2 0 0 0,-2 0-1 0 0,19-40 1 0 0,-31 51-29 0 0,0 0 1 0 0,-2-1-1 0 0,-1 0 0 0 0,-1 0 1 0 0,-1-1-1 0 0,-1 0 1 0 0,-1 0-1 0 0,-2 0 0 0 0,-1 0 1 0 0,0-1-1 0 0,-6-39 0 0 0,3 50-41 0 0,-1-1 0 0 0,0 0 0 0 0,-1 0 0 0 0,-1 1 0 0 0,-1 0 0 0 0,0 0 0 0 0,-1 0 0 0 0,-1 1 0 0 0,0 0 0 0 0,-1 1 0 0 0,-1 0 0 0 0,0 0 0 0 0,-1 1 0 0 0,0 0 0 0 0,-1 1 0 0 0,-1 0 0 0 0,0 1 0 0 0,-22-15 0 0 0,23 20-18 0 0,1 0-1 0 0,-1 1 0 0 0,0 1 0 0 0,0 0 0 0 0,-1 0 0 0 0,1 1 0 0 0,-1 1 0 0 0,0 0 0 0 0,0 1 1 0 0,1 0-1 0 0,-1 1 0 0 0,0 1 0 0 0,0 0 0 0 0,0 0 0 0 0,-21 6 0 0 0,8 0-3 0 0,0 1 0 0 0,1 1 0 0 0,0 1 0 0 0,0 1 1 0 0,1 1-1 0 0,-33 23 0 0 0,47-28-3 0 0,-1 0 0 0 0,2 1 0 0 0,-1 1 1 0 0,1-1-1 0 0,1 1 0 0 0,0 1 0 0 0,0 0 0 0 0,0 0 1 0 0,2 0-1 0 0,-1 1 0 0 0,-9 23 0 0 0,13-26 12 0 0,0 0 0 0 0,1 1 0 0 0,0-1 0 0 0,1 1 0 0 0,0 0 0 0 0,0 0 0 0 0,1-1 0 0 0,0 1 0 0 0,0 0 0 0 0,1 0 0 0 0,0-1 0 0 0,0 1 0 0 0,1-1 0 0 0,1 1 0 0 0,-1-1 0 0 0,1 0 0 0 0,8 14 0 0 0,0-2 31 0 0,1-1 0 0 0,1-1 0 0 0,1 0-1 0 0,0-1 1 0 0,2 0 0 0 0,32 28 0 0 0,119 74 50 0 0,-96-71-73 0 0,5 4 30 0 0,-2 4 0 0 0,123 120-1 0 0,-158-135-75 0 0,4 4-598 0 0,43 57 0 0 0,-77-90-1521 0 0,10 14-10190 0 0</inkml:trace>
  <inkml:trace contextRef="#ctx0" brushRef="#br0" timeOffset="1">7129 1434 3712 0 0,'16'7'4969'0'0,"-3"-3"1079"0"0,8-2-3483 0 0,-11-10-2609 0 0,-33 6-8461 0 0</inkml:trace>
  <inkml:trace contextRef="#ctx0" brushRef="#br0" timeOffset="2">1 2870 1432 0 0,'0'0'1576'0'0,"12"8"648"0"0,1-2-871 0 0,-5 3-157 0 0,5 1-716 0 0,-5-1-372 0 0,3 3-616 0 0,6-3-2645 0 0</inkml:trace>
  <inkml:trace contextRef="#ctx0" brushRef="#br0" timeOffset="3">7475 1267 1140 0 0,'0'0'1284'0'0,"17"-5"384"0"0,-3 1-1124 0 0,-5-4-2604 0 0</inkml:trace>
</inkml:ink>
</file>

<file path=ppt/ink/ink5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24:55.5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 0 0,'0'0'236'0'0</inkml:trace>
</inkml:ink>
</file>

<file path=ppt/ink/ink5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25:39.0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656 241 556 0 0,'2'-2'1485'0'0,"2"-5"341"0"0,0-1 0 0 0,-1 0 1 0 0,5-12-1 0 0,-2 4 1031 0 0,-5 14-2507 0 0,-9 11 236 0 0,-10 16-19 0 0,-19 37 0 0 0,0 0-334 0 0,-385 611 602 0 0,421-671-806 0 0,190-326 35 0 0,-111 197-133 0 0,272-386-279 0 0,-347 508 340 0 0,0 1 1 0 0,1 0-1 0 0,-1 0 0 0 0,1 0 0 0 0,0 0 0 0 0,0 1 0 0 0,1-1 0 0 0,-1 1 0 0 0,1 0 0 0 0,-1 0 1 0 0,7-2-1 0 0,-11 5 8 0 0,1 0-1 0 0,-1 0 1 0 0,0 0 0 0 0,1 0 0 0 0,-1 0 0 0 0,1 0 0 0 0,-1 0 0 0 0,0 0-1 0 0,1 0 1 0 0,-1 0 0 0 0,1 0 0 0 0,-1 0 0 0 0,0 0 0 0 0,1 0 0 0 0,-1 0-1 0 0,1 1 1 0 0,-1-1 0 0 0,0 0 0 0 0,1 0 0 0 0,-1 1 0 0 0,0-1 0 0 0,1 0-1 0 0,-1 0 1 0 0,0 1 0 0 0,0-1 0 0 0,1 0 0 0 0,-1 1 0 0 0,0-1 0 0 0,0 0 0 0 0,1 1-1 0 0,-1-1 1 0 0,0 0 0 0 0,0 1 0 0 0,0-1 0 0 0,0 1 0 0 0,4 13-3 0 0,-5-1 16 0 0,0 0-1 0 0,-1 0 0 0 0,-1 0 0 0 0,0 0 0 0 0,0 0 0 0 0,-10 20 0 0 0,5-8 10 0 0,-29 81 85 0 0,-25 80 34 0 0,49-141-122 0 0,3 1 1 0 0,-6 55 0 0 0,14-76-126 0 0,1 0 1 0 0,1 1 0 0 0,1-1 0 0 0,1 0-1 0 0,2 0 1 0 0,0 0 0 0 0,2 0 0 0 0,1-1-1 0 0,13 34 1 0 0,-12-39-1607 0 0,-10-23-393 0 0,-1 0 1658 0 0,0 1-1 0 0,0-1 0 0 0,0 1 1 0 0,-6-5-1 0 0,-23-16-66 0 0,-1 2 0 0 0,-1 1 0 0 0,-1 2 0 0 0,-49-20 0 0 0,14 11 1367 0 0,-99-23 0 0 0,150 46-502 0 0,0 1 0 0 0,0 1 0 0 0,0 0 0 0 0,0 1 0 0 0,0 2 0 0 0,-1 0 0 0 0,1 0 0 0 0,-34 7 0 0 0,50-6-309 0 0,1 0 0 0 0,-1 0 0 0 0,1 1 0 0 0,0-1 0 0 0,-1 0 0 0 0,1 1 0 0 0,0 0 0 0 0,0-1 0 0 0,0 1 0 0 0,0 0 0 0 0,0 0 0 0 0,0 0 0 0 0,1 0 0 0 0,-1 0 0 0 0,1 1 0 0 0,-1-1 0 0 0,0 3 0 0 0,2-4-33 0 0,0 0 1 0 0,0 0 0 0 0,0-1 0 0 0,0 1-1 0 0,0 0 1 0 0,1 0 0 0 0,-1-1 0 0 0,0 1-1 0 0,0 0 1 0 0,1 0 0 0 0,-1-1 0 0 0,1 1-1 0 0,-1 0 1 0 0,1-1 0 0 0,-1 1 0 0 0,1-1-1 0 0,-1 1 1 0 0,1 0 0 0 0,-1-1 0 0 0,1 1-1 0 0,1 0 1 0 0,-2-1 6 0 0,4 3 4 0 0,1-1-1 0 0,-1 1 0 0 0,1-1 0 0 0,-1 0 1 0 0,1 0-1 0 0,0-1 0 0 0,0 1 0 0 0,-1-1 1 0 0,1 0-1 0 0,0-1 0 0 0,0 1 0 0 0,0-1 0 0 0,0 0 1 0 0,7 0-1 0 0,-5 0 0 0 0,106-2 57 0 0,0-4 1 0 0,190-37 0 0 0,-241 32-88 0 0,-2-3 1 0 0,62-23 0 0 0,-102 30-27 0 0,0-1 1 0 0,0-1 0 0 0,-1-1-1 0 0,0-1 1 0 0,-1-1 0 0 0,0 0-1 0 0,-1-1 1 0 0,0-1-1 0 0,22-24 1 0 0,-28 24-13 0 0,19-29 1 0 0,-28 41 112 0 0,-3 4-54 0 0,-40 110 644 0 0,-16 53-582 0 0,-3 34 112 0 0,59-197 38 0 0,5-3-171 0 0,0 0-38 0 0,-1-1 0 0 0,1 0 0 0 0,0 0 0 0 0,-1 0 0 0 0,1-1 0 0 0,-1 1 0 0 0,0-1 0 0 0,0 0 0 0 0,4-5 1 0 0,29-37 137 0 0,-19 22-99 0 0,-3 6-33 0 0,108-126 295 0 0,-107 127-213 0 0,1 2 1 0 0,0 0-1 0 0,1 1 0 0 0,1 0 0 0 0,0 2 0 0 0,33-17 0 0 0,-47 26-73 0 0,-1 1-1 0 0,1 0 1 0 0,-1 0 0 0 0,1 0-1 0 0,-1 0 1 0 0,1 1 0 0 0,0 0 0 0 0,-1-1-1 0 0,1 1 1 0 0,0 0 0 0 0,-1 1-1 0 0,6 0 1 0 0,-7-1-15 0 0,0 1 0 0 0,0 0-1 0 0,0 0 1 0 0,0-1 0 0 0,0 1-1 0 0,0 1 1 0 0,0-1 0 0 0,-1 0-1 0 0,1 0 1 0 0,0 1 0 0 0,0-1-1 0 0,-1 0 1 0 0,1 1 0 0 0,-1 0 0 0 0,0-1-1 0 0,1 1 1 0 0,-1 0 0 0 0,0 0-1 0 0,0 0 1 0 0,0 0 0 0 0,0 0-1 0 0,0 3 1 0 0,2 4-1 0 0,-1 0 0 0 0,0 0 0 0 0,-1 0 0 0 0,0 1 0 0 0,-1-1 0 0 0,0 15 0 0 0,-11 60 94 0 0,3-27-73 0 0,7-51-33 0 0,0 8 1 0 0,-1-1 1 0 0,2 1-1 0 0,0-1 1 0 0,0 0-1 0 0,4 18 1 0 0,-4-28-2 0 0,1 0 0 0 0,0-1 0 0 0,-1 1 0 0 0,1-1 0 0 0,0 1 1 0 0,1-1-1 0 0,-1 1 0 0 0,0-1 0 0 0,1 1 0 0 0,-1-1 0 0 0,1 0 0 0 0,0 0 1 0 0,0 0-1 0 0,-1 0 0 0 0,2 0 0 0 0,-1 0 0 0 0,0-1 0 0 0,0 1 1 0 0,0-1-1 0 0,1 1 0 0 0,-1-1 0 0 0,1 0 0 0 0,-1 0 0 0 0,1 0 0 0 0,-1 0 1 0 0,1 0-1 0 0,0-1 0 0 0,-1 1 0 0 0,1-1 0 0 0,0 0 0 0 0,0 0 1 0 0,3 0-1 0 0,11-1-3 0 0,-1 0 1 0 0,0-1 0 0 0,-1-1 0 0 0,1-1 0 0 0,0 0-1 0 0,-1-1 1 0 0,20-9 0 0 0,99-57 26 0 0,-120 62-20 0 0,53-32-26 0 0,-1-4-1 0 0,-2-2 1 0 0,-2-3 0 0 0,-3-3 0 0 0,61-69 0 0 0,-113 113 39 0 0,1-1 0 0 0,-2 0 1 0 0,1 0-1 0 0,-1-1 0 0 0,6-15 0 0 0,-12 26-14 0 0,0-1-1 0 0,1 0 1 0 0,-1 1-1 0 0,0-1 0 0 0,0 0 1 0 0,0 1-1 0 0,0-1 1 0 0,0 0-1 0 0,0 0 0 0 0,0 1 1 0 0,0-1-1 0 0,0 0 1 0 0,0 1-1 0 0,0-1 1 0 0,0 0-1 0 0,0 1 0 0 0,0-1 1 0 0,-1 0-1 0 0,1 1 1 0 0,0-1-1 0 0,-1 0 0 0 0,1 1 1 0 0,0-1-1 0 0,-1 1 1 0 0,1-1-1 0 0,-1 1 0 0 0,1-1 1 0 0,-1 1-1 0 0,1-1 1 0 0,-1 1-1 0 0,1-1 1 0 0,-1 1-1 0 0,1-1 0 0 0,-1 1 1 0 0,0 0-1 0 0,1-1 1 0 0,-1 1-1 0 0,0 0 0 0 0,1 0 1 0 0,-1 0-1 0 0,0-1 1 0 0,1 1-1 0 0,-1 0 0 0 0,0 0 1 0 0,1 0-1 0 0,-1 0 1 0 0,0 0-1 0 0,0 0 1 0 0,1 0-1 0 0,-1 0 0 0 0,0 1 1 0 0,1-1-1 0 0,-1 0 1 0 0,0 0-1 0 0,1 1 0 0 0,-1-1 1 0 0,1 0-1 0 0,-1 1 1 0 0,0-1-1 0 0,-8 5 14 0 0,0-1 1 0 0,1 1-1 0 0,0 1 0 0 0,0-1 0 0 0,0 1 0 0 0,1 1 1 0 0,0-1-1 0 0,0 1 0 0 0,1 1 0 0 0,0-1 1 0 0,0 1-1 0 0,0 0 0 0 0,1 0 0 0 0,0 1 1 0 0,-3 8-1 0 0,5-10-11 0 0,1 0 0 0 0,0-1 0 0 0,0 1-1 0 0,1 0 1 0 0,0 0 0 0 0,0 0 0 0 0,0 0 0 0 0,1 0 0 0 0,0 0 0 0 0,0 0 0 0 0,1 0 0 0 0,0 0 0 0 0,0 0 0 0 0,1-1 0 0 0,0 1 0 0 0,0 0-1 0 0,0-1 1 0 0,1 1 0 0 0,0-1 0 0 0,1 0 0 0 0,4 8 0 0 0,28 35-35 0 0,-17-24 132 0 0,-1 1 0 0 0,26 50 0 0 0,-43-73-42 0 0,0-1 0 0 0,0 1 0 0 0,0-1 0 0 0,0 1 0 0 0,-1 0 0 0 0,1-1 0 0 0,-1 1-1 0 0,1 0 1 0 0,-1-1 0 0 0,0 1 0 0 0,0 0 0 0 0,0-1 0 0 0,-1 1 0 0 0,1 0 0 0 0,-1-1 0 0 0,1 1 0 0 0,-1 0 0 0 0,-1 2 0 0 0,0-2 11 0 0,0 1 0 0 0,0-1 0 0 0,0 1 0 0 0,-1-1 0 0 0,1 0 0 0 0,-1 0 0 0 0,0 0 0 0 0,0 0 0 0 0,0-1 0 0 0,-7 5 1 0 0,0-1 14 0 0,-1 0-1 0 0,1-1 1 0 0,-1-1 0 0 0,0 0 0 0 0,-1 0 0 0 0,1-1 0 0 0,-16 2 0 0 0,-1-2-44 0 0,1-1 0 0 0,0-2 0 0 0,0-1-1 0 0,-1-1 1 0 0,-37-7 0 0 0,41 4-1959 0 0,-33-12 0 0 0,53 16 1259 0 0,-3-1-32 0 0,1-3-4233 0 0,-5-6-1265 0 0</inkml:trace>
</inkml:ink>
</file>

<file path=ppt/ink/ink5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25:40.4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628 134 340 0 0,'27'-23'6999'0'0,"-19"18"-5141"0"0,-1-1 0 0 0,0-1 0 0 0,11-11 0 0 0,13-18 2015 0 0,-30 34-3377 0 0,0-3-237 0 0,-1 5-247 0 0,1 0 0 0 0,-1 0 1 0 0,0-1-1 0 0,0 1 0 0 0,0 0 1 0 0,1 0-1 0 0,-1-1 0 0 0,0 1 1 0 0,0 0-1 0 0,0 0 0 0 0,0-1 1 0 0,0 1-1 0 0,0 0 0 0 0,1 0 1 0 0,-1-1-1 0 0,0 1 0 0 0,0 0 1 0 0,0-1-1 0 0,0 1 0 0 0,0 0 1 0 0,0-1-1 0 0,0 1 0 0 0,0 0 1 0 0,0 0-1 0 0,0-1 0 0 0,0 1 1 0 0,-1 0-1 0 0,1-1 0 0 0,0 1 1 0 0,0 0-1 0 0,0 0 0 0 0,0-1 1 0 0,-3-1 4 0 0,1 0 0 0 0,-1 0-1 0 0,1 0 1 0 0,-1 0 0 0 0,1 1 0 0 0,-1-1 0 0 0,0 1 0 0 0,0 0 0 0 0,0-1-1 0 0,0 1 1 0 0,0 1 0 0 0,0-1 0 0 0,0 0 0 0 0,0 1 0 0 0,-3-1 0 0 0,-52 0 51 0 0,43 2-19 0 0,-6-2 40 0 0,8 1-59 0 0,-1-1 0 0 0,1 2 0 0 0,0 0 0 0 0,-1 0 0 0 0,1 1 0 0 0,0 1 0 0 0,0 0 0 0 0,0 1 0 0 0,0 0 0 0 0,-16 9 1 0 0,25-11-19 0 0,0 1 1 0 0,0-1-1 0 0,1 1 0 0 0,-1 0 1 0 0,1 0-1 0 0,0 0 1 0 0,0 0-1 0 0,0 1 1 0 0,0-1-1 0 0,1 1 1 0 0,-1 0-1 0 0,1 0 1 0 0,0 0-1 0 0,0 0 1 0 0,0 0-1 0 0,1 0 1 0 0,-1 1-1 0 0,-1 7 1 0 0,1 6 248 0 0,-1 0 1 0 0,2-1-1 0 0,1 25 1 0 0,0-27 65 0 0,-7 398 2610 0 0,5-348-2746 0 0,-25 911 2833 0 0,2-366-2476 0 0,-22-118-228 0 0,1-25-196 0 0,32-284-143 0 0,-7 118-16 0 0,3-63 207 0 0,-50 542-21 0 0,66-762-179 0 0,-81 744 232 0 0,78-701-178 0 0,3-1 0 0 0,2 0 1 0 0,8 61-1 0 0,-7-114-28 0 0,0 0 1 0 0,1-1 0 0 0,0 1-1 0 0,0 0 1 0 0,0-1 0 0 0,0 1-1 0 0,1-1 1 0 0,0 0 0 0 0,1 0-1 0 0,7 10 1 0 0,-7-12 0 0 0,0 0 0 0 0,0-1 0 0 0,0 1-1 0 0,0-1 1 0 0,1 0 0 0 0,0 0 0 0 0,-1-1 0 0 0,1 0 0 0 0,0 0-1 0 0,0 0 1 0 0,0 0 0 0 0,1-1 0 0 0,-1 1 0 0 0,8 0 0 0 0,31 1-99 0 0,0-1 0 0 0,0-2-1 0 0,79-11 1 0 0,-71 5-203 0 0,605-92-6288 0 0,-222-5-5197 0 0,-277 59 3390 0 0</inkml:trace>
</inkml:ink>
</file>

<file path=ppt/ink/ink5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25:42.2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94 30 1468 0 0,'0'-15'7345'0'0,"-6"1"-1067"0"0,6 14-6195 0 0,-4 22 509 0 0,-4 34-716 0 0,-20 100 347 0 0,9-61-147 0 0,8-45-168 0 0,-5 38-1413 0 0,15-78 54 0 0,1-1 1 0 0,0 0 0 0 0,0 0-1 0 0,3 11 1 0 0,-1-9-3238 0 0</inkml:trace>
</inkml:ink>
</file>

<file path=ppt/ink/ink5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25:42.7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62 274 128 0 0,'1'-2'2288'0'0,"12"-48"6206"0"0,-12 48-7883 0 0,-2-1-139 0 0,1 3-446 0 0,0 0-1 0 0,0 0 1 0 0,0 1-1 0 0,0-1 1 0 0,-1 0-1 0 0,1 0 1 0 0,0 0-1 0 0,0 0 1 0 0,0 0-1 0 0,-1 0 1 0 0,1 1-1 0 0,0-1 0 0 0,0 0 1 0 0,0 0-1 0 0,-1 0 1 0 0,1 0-1 0 0,0 0 1 0 0,0 0-1 0 0,-1 0 1 0 0,1 0-1 0 0,0 0 1 0 0,0 0-1 0 0,-1 0 1 0 0,1 0-1 0 0,0 0 1 0 0,0 0-1 0 0,0 0 0 0 0,-1-1 1 0 0,1 1-1 0 0,0 0 1 0 0,0 0-1 0 0,0 0 1 0 0,-1 0-1 0 0,1 0 1 0 0,0 0-1 0 0,0 0 1 0 0,0-1-1 0 0,-1 1 1 0 0,1 0-1 0 0,0 0 0 0 0,0 0 1 0 0,0-1-1 0 0,0 1 1 0 0,0 0-1 0 0,0 0 1 0 0,-1 0-1 0 0,1-1 1 0 0,0 1-1 0 0,0 0 1 0 0,0 0-1 0 0,0 0 1 0 0,0-1-1 0 0,0 1 0 0 0,0 0 1 0 0,0 0-1 0 0,0-1 1 0 0,0 1-1 0 0,0 0 1 0 0,0-1-1 0 0,-3 6 3 0 0,-1 1-1 0 0,1-1 1 0 0,0 0 0 0 0,0 1-1 0 0,1 0 1 0 0,0-1-1 0 0,0 1 1 0 0,-2 10 0 0 0,-1 1 5 0 0,-4 12 31 0 0,1-1 0 0 0,1 1-1 0 0,-5 58 1 0 0,12-77-45 0 0,0 1 0 0 0,1-1 1 0 0,0 1-1 0 0,0-1 0 0 0,1 1 0 0 0,4 13 0 0 0,-4-18-4 0 0,1 0-1 0 0,-1-1 0 0 0,1 1 1 0 0,0-1-1 0 0,0 1 0 0 0,1-1 0 0 0,0 0 1 0 0,0 0-1 0 0,0 0 0 0 0,0-1 1 0 0,9 7-1 0 0,-8-7 29 0 0,0-2-1 0 0,0 1 1 0 0,0 0 0 0 0,0-1 0 0 0,0 0-1 0 0,0 0 1 0 0,1 0 0 0 0,-1-1 0 0 0,1 0-1 0 0,-1 0 1 0 0,1 0 0 0 0,-1-1 0 0 0,1 0-1 0 0,0 0 1 0 0,-1 0 0 0 0,1-1-1 0 0,-1 0 1 0 0,1 0 0 0 0,-1 0 0 0 0,7-2-1 0 0,-1-1 81 0 0,0 0-1 0 0,-1-1 0 0 0,1 0 0 0 0,-1-1 0 0 0,0 0 0 0 0,-1 0 1 0 0,1-1-1 0 0,15-16 0 0 0,-12 9-51 0 0,0-1 1 0 0,-2 0-1 0 0,0-1 1 0 0,-1 0-1 0 0,0-1 0 0 0,-1 0 1 0 0,-1 0-1 0 0,-1-1 1 0 0,0 0-1 0 0,-2 0 1 0 0,7-34-1 0 0,-9 37-58 0 0,-1 1 1 0 0,-1-1-1 0 0,0 1 0 0 0,-1-1 1 0 0,-1 1-1 0 0,0-1 0 0 0,-1 0 0 0 0,0 1 1 0 0,-1 0-1 0 0,-1 0 0 0 0,0 0 1 0 0,-1 0-1 0 0,-1 0 0 0 0,0 1 1 0 0,0 0-1 0 0,-10-13 0 0 0,11 19-14 0 0,-1 0-1 0 0,-1 0 1 0 0,1 0-1 0 0,-1 1 1 0 0,0 0-1 0 0,-1 0 1 0 0,0 1-1 0 0,1 0 1 0 0,-2 0 0 0 0,1 0-1 0 0,0 2 1 0 0,-1-1-1 0 0,-15-4 1 0 0,21 7-11 0 0,-1 1 1 0 0,0 0-1 0 0,0-1 1 0 0,1 1 0 0 0,-1 0-1 0 0,0 1 1 0 0,0-1-1 0 0,0 1 1 0 0,1-1 0 0 0,-1 1-1 0 0,0 0 1 0 0,1 1-1 0 0,-1-1 1 0 0,-5 4 0 0 0,0-1-378 0 0,1 1 0 0 0,0 1 1 0 0,0 0-1 0 0,-8 7 0 0 0,13-11 157 0 0,1 1 0 0 0,1-1 0 0 0,-1 1 0 0 0,0-1 0 0 0,1 1 0 0 0,-1 0 0 0 0,1-1 0 0 0,0 1 0 0 0,0 0 0 0 0,0 0 0 0 0,0 0 0 0 0,0 0 0 0 0,0 4 0 0 0,1-4-313 0 0,-1 0-1 0 0,1 0 1 0 0,0-1 0 0 0,0 1-1 0 0,1 0 1 0 0,-1-1 0 0 0,0 1 0 0 0,1 0-1 0 0,1 2 1 0 0,3 4-3659 0 0</inkml:trace>
</inkml:ink>
</file>

<file path=ppt/ink/ink5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25:43.2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332 104 1012 0 0,'-1'-1'3656'0'0,"-1"-1"-3384"0"0,0 0 0 0 0,-1 0 0 0 0,1 0-1 0 0,0 1 1 0 0,-1-1 0 0 0,1 1 0 0 0,0-1 0 0 0,-1 1-1 0 0,0 0 1 0 0,1 0 0 0 0,-1 0 0 0 0,0 1-1 0 0,1-1 1 0 0,-1 1 0 0 0,0-1 0 0 0,0 1-1 0 0,1 0 1 0 0,-1 0 0 0 0,0 0 0 0 0,0 0-1 0 0,0 1 1 0 0,-3 0 0 0 0,-3 3-130 0 0,1 0-1 0 0,-1 1 1 0 0,1-1-1 0 0,0 2 1 0 0,-12 10-1 0 0,-4 9-27 0 0,2 1 0 0 0,0 2 0 0 0,2 0 0 0 0,0 1-1 0 0,3 1 1 0 0,0 1 0 0 0,2 0 0 0 0,1 2 0 0 0,-9 34 0 0 0,20-58-67 0 0,0 1 0 0 0,1 0 1 0 0,0 1-1 0 0,1-1 1 0 0,1 0-1 0 0,-1 0 0 0 0,1 0 1 0 0,1 1-1 0 0,2 14 1 0 0,-2-21 13 0 0,0 0 1 0 0,0 0-1 0 0,0 0 1 0 0,1-1-1 0 0,-1 1 1 0 0,1 0-1 0 0,0-1 1 0 0,0 1-1 0 0,0-1 1 0 0,1 0-1 0 0,-1 0 1 0 0,1 0-1 0 0,0 0 0 0 0,-1 0 1 0 0,1 0-1 0 0,1-1 1 0 0,-1 1-1 0 0,0-1 1 0 0,0 0-1 0 0,1 0 1 0 0,0 0-1 0 0,-1-1 1 0 0,1 1-1 0 0,0-1 1 0 0,0 0-1 0 0,6 1 1 0 0,-1-1 37 0 0,0 0 1 0 0,0-1 0 0 0,0 0 0 0 0,0-1 0 0 0,0 0-1 0 0,0-1 1 0 0,0 1 0 0 0,0-2 0 0 0,-1 1 0 0 0,1-1-1 0 0,-1-1 1 0 0,0 1 0 0 0,1-1 0 0 0,-2-1-1 0 0,1 0 1 0 0,0 0 0 0 0,-1 0 0 0 0,0-1 0 0 0,8-8-1 0 0,-1 0-34 0 0,0-1-1 0 0,-1 0 0 0 0,-1-1 0 0 0,0 0 1 0 0,-1-1-1 0 0,-1-1 0 0 0,14-31 0 0 0,-15 28-48 0 0,-1-1 0 0 0,-1 0 0 0 0,-1 0 0 0 0,-1-1-1 0 0,-1 1 1 0 0,-1-1 0 0 0,0 0 0 0 0,-2 0 0 0 0,-1 0-1 0 0,-5-41 1 0 0,4 57-17 0 0,-1 0 1 0 0,0 0-1 0 0,0 0 0 0 0,0 1 0 0 0,-1-1 0 0 0,0 1 1 0 0,-1-1-1 0 0,1 1 0 0 0,-1 0 0 0 0,-1 1 0 0 0,1-1 0 0 0,-1 1 1 0 0,1 0-1 0 0,-2 0 0 0 0,1 0 0 0 0,0 0 0 0 0,-1 1 0 0 0,0 0 1 0 0,0 1-1 0 0,0-1 0 0 0,-1 1 0 0 0,1 0 0 0 0,-1 0 0 0 0,-9-2 1 0 0,12 5-21 0 0,-1-1 1 0 0,1 1 0 0 0,0-1-1 0 0,-1 1 1 0 0,1 1 0 0 0,-1-1 0 0 0,1 1-1 0 0,0-1 1 0 0,-1 1 0 0 0,1 0-1 0 0,0 1 1 0 0,0-1 0 0 0,0 1-1 0 0,0 0 1 0 0,0 0 0 0 0,0 0 0 0 0,1 0-1 0 0,-1 1 1 0 0,1 0 0 0 0,-1-1-1 0 0,-4 6 1 0 0,3-2-377 0 0,-1 0 0 0 0,1 0 1 0 0,0 0-1 0 0,0 1 0 0 0,1 0 0 0 0,0 0 1 0 0,0 0-1 0 0,1 1 0 0 0,-1-1 0 0 0,-1 10 1 0 0,4-12-498 0 0,0 1 1 0 0,0-1 0 0 0,1 1 0 0 0,0-1 0 0 0,0 0 0 0 0,1 9 0 0 0,2-1-3344 0 0</inkml:trace>
</inkml:ink>
</file>

<file path=ppt/ink/ink5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25:43.7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317 82 1936 0 0,'1'-2'395'0'0,"1"0"0"0"0,-1 0 0 0 0,-1 0-1 0 0,1 0 1 0 0,0 0 0 0 0,-1-1 0 0 0,1 1 0 0 0,-1 0 0 0 0,1 0-1 0 0,-1 0 1 0 0,0-1 0 0 0,0 1 0 0 0,0 0 0 0 0,0 0-1 0 0,-1 0 1 0 0,1-1 0 0 0,-1-3 0 0 0,0 4-171 0 0,0-1 0 0 0,-1 1 0 0 0,1-1 0 0 0,0 1 0 0 0,-1-1 0 0 0,1 1 0 0 0,-1 0 0 0 0,0-1 0 0 0,0 1 0 0 0,0 0 0 0 0,0 0 0 0 0,0 1 0 0 0,-4-3 0 0 0,5 3-181 0 0,-1 0-1 0 0,0 0 1 0 0,0 1-1 0 0,0-1 1 0 0,0 1 0 0 0,0-1-1 0 0,0 1 1 0 0,1 0-1 0 0,-1 0 1 0 0,0 0-1 0 0,0 0 1 0 0,0 0 0 0 0,0 0-1 0 0,0 0 1 0 0,0 1-1 0 0,0-1 1 0 0,-3 2-1 0 0,0 0-3 0 0,0 0 0 0 0,0 0 0 0 0,0 0 0 0 0,0 1 0 0 0,-4 3 0 0 0,-9 8 12 0 0,1 1 0 0 0,1 1-1 0 0,0 0 1 0 0,1 2 0 0 0,1-1 0 0 0,1 1-1 0 0,-15 27 1 0 0,12-17 3 0 0,2 1 0 0 0,2 0 0 0 0,0 0 0 0 0,-12 54 0 0 0,21-70-24 0 0,0 0 0 0 0,2 1 0 0 0,-1 0 1 0 0,2-1-1 0 0,0 1 0 0 0,0-1 0 0 0,2 1 1 0 0,4 22-1 0 0,-5-29 47 0 0,1-1 1 0 0,0 1-1 0 0,1-1 1 0 0,-1 1 0 0 0,1-1-1 0 0,1 0 1 0 0,-1 0-1 0 0,1 0 1 0 0,0-1-1 0 0,0 0 1 0 0,1 1-1 0 0,0-1 1 0 0,-1-1-1 0 0,2 1 1 0 0,-1-1-1 0 0,0 0 1 0 0,1 0-1 0 0,0 0 1 0 0,7 3-1 0 0,1-2 169 0 0,1 1-1 0 0,0-2 1 0 0,0 0-1 0 0,1-1 1 0 0,-1 0-1 0 0,1-1 1 0 0,-1-1-1 0 0,1 0 1 0 0,0-1-1 0 0,0-1 1 0 0,-1-1-1 0 0,1 0 1 0 0,-1-1-1 0 0,1 0 1 0 0,-1-2 0 0 0,0 1-1 0 0,19-11 1 0 0,-15 7-62 0 0,-1-2 1 0 0,-1 0 0 0 0,1 0 0 0 0,-2-2 0 0 0,0 0 0 0 0,0-1 0 0 0,-1-1 0 0 0,-1 0 0 0 0,0-1 0 0 0,-1-1 0 0 0,0 0 0 0 0,-2-1 0 0 0,11-18 0 0 0,-13 16-128 0 0,0 1 0 0 0,-1-1 0 0 0,-1-1 1 0 0,-1 1-1 0 0,-1-1 0 0 0,-1 0 0 0 0,0-1 0 0 0,0-28 0 0 0,-4 38-53 0 0,0 1-1 0 0,-1 0 1 0 0,0-1 0 0 0,-1 1-1 0 0,0 0 1 0 0,0 0-1 0 0,-1 0 1 0 0,-5-10-1 0 0,4 13-5 0 0,1 0 0 0 0,-1 0 0 0 0,0 1 0 0 0,-1 0 0 0 0,0 0 0 0 0,0 0 0 0 0,0 0-1 0 0,-1 1 1 0 0,1 0 0 0 0,-1 0 0 0 0,0 0 0 0 0,-7-3 0 0 0,3 2-59 0 0,-1 1 0 0 0,1 0 0 0 0,-1 1 0 0 0,0 0 0 0 0,0 1 0 0 0,0 0-1 0 0,-1 0 1 0 0,-19-1 0 0 0,14 4-234 0 0,-1 0-1 0 0,0 1 1 0 0,1 0-1 0 0,0 2 0 0 0,-21 4 1 0 0,8 1-1111 0 0,0 2 0 0 0,-32 15 0 0 0,-48 31-6474 0 0,72-32 1500 0 0</inkml:trace>
</inkml:ink>
</file>

<file path=ppt/ink/ink5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25:45.7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216 66 1176 0 0,'-2'-1'1380'0'0,"-12"-5"165"0"0,0 1-1 0 0,0 0 0 0 0,-19-3 0 0 0,30 8-1303 0 0,0 0-30 0 0,0 0-182 0 0,0 0 0 0 0,1 1 0 0 0,-1-1 0 0 0,0 1-1 0 0,1 0 1 0 0,-1-1 0 0 0,1 1 0 0 0,-1 0 0 0 0,1 1 0 0 0,0-1 0 0 0,-1 0 0 0 0,1 1 0 0 0,0-1 0 0 0,0 1 0 0 0,0 0 0 0 0,0-1 0 0 0,0 1-1 0 0,0 0 1 0 0,1 0 0 0 0,-2 3 0 0 0,-7 9 92 0 0,1 1-1 0 0,1 0 1 0 0,0 0 0 0 0,1 1-1 0 0,1 0 1 0 0,-8 30 0 0 0,7-15 29 0 0,1 0 1 0 0,-3 56-1 0 0,9-73-99 0 0,0 0 1 0 0,1 0-1 0 0,1 0 0 0 0,0 0 0 0 0,0-1 0 0 0,2 1 0 0 0,-1-1 0 0 0,12 25 0 0 0,-13-33 30 0 0,1 1-1 0 0,0-1 0 0 0,0 0 1 0 0,0 0-1 0 0,1 0 1 0 0,-1 0-1 0 0,1 0 0 0 0,0-1 1 0 0,1 0-1 0 0,-1 0 1 0 0,1 0-1 0 0,0 0 1 0 0,0-1-1 0 0,0 0 0 0 0,0 0 1 0 0,1 0-1 0 0,-1 0 1 0 0,1-1-1 0 0,0 0 0 0 0,-1 0 1 0 0,12 1-1 0 0,-7-2 20 0 0,-1-1-1 0 0,1 0 1 0 0,-1-1-1 0 0,0 0 1 0 0,1 0-1 0 0,-1-1 1 0 0,0-1-1 0 0,0 1 1 0 0,0-1-1 0 0,0-1 1 0 0,-1 1-1 0 0,1-2 1 0 0,-1 1-1 0 0,0-1 0 0 0,13-10 1 0 0,-9 5-44 0 0,-1 0-1 0 0,1-1 1 0 0,-2-1 0 0 0,0 1 0 0 0,0-2-1 0 0,-1 1 1 0 0,0-1 0 0 0,9-21 0 0 0,-10 15-44 0 0,0 0 0 0 0,-2-1 1 0 0,0 1-1 0 0,-1-1 0 0 0,-2 0 1 0 0,4-40-1 0 0,-6 44-14 0 0,-1 0-1 0 0,-1 0 1 0 0,0 0-1 0 0,-1 0 1 0 0,-1 0-1 0 0,0 0 1 0 0,-1 1-1 0 0,-1-1 1 0 0,-9-20-1 0 0,11 31 1 0 0,2 1 0 0 0,-1 1-1 0 0,1-1 1 0 0,-1 1-1 0 0,0 0 1 0 0,0 0-1 0 0,-1 0 1 0 0,1 0-1 0 0,-1 0 1 0 0,1 0-1 0 0,-1 1 1 0 0,-6-5-1 0 0,-12-4 2 0 0,16 11-2 0 0,2 0-1 0 0,1 0-46 0 0,0 0 0 0 0,1 0-1 0 0,-1 1 1 0 0,0-1 0 0 0,1 0 0 0 0,-1 0 0 0 0,0 1-1 0 0,1-1 1 0 0,-1 1 0 0 0,0 0 0 0 0,1-1 0 0 0,-1 1-1 0 0,1 0 1 0 0,0 0 0 0 0,-1 0 0 0 0,1 0-1 0 0,0 0 1 0 0,-1 0 0 0 0,1 0 0 0 0,0 1 0 0 0,0-1-1 0 0,-2 3 1 0 0,2-2-162 0 0,-1 0 0 0 0,1 0 0 0 0,0 0 0 0 0,0 0 0 0 0,0 0-1 0 0,1 0 1 0 0,-1 0 0 0 0,0 0 0 0 0,1 1 0 0 0,0-1 0 0 0,-1 0 0 0 0,1 0 0 0 0,0 1-1 0 0,0-1 1 0 0,0 0 0 0 0,0 1 0 0 0,1 2 0 0 0,8 18-4430 0 0,1-15 1229 0 0</inkml:trace>
</inkml:ink>
</file>

<file path=ppt/ink/ink5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25:46.0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57 1952 0 0,'51'-49'10653'0'0,"-49"48"-10073"0"0,-2 0-543 0 0,0 1 0 0 0,1-1 0 0 0,-1 1 0 0 0,0 0 0 0 0,1-1 0 0 0,-1 1 0 0 0,0-1 0 0 0,1 1 0 0 0,-1 0 0 0 0,0-1 0 0 0,1 1 0 0 0,-1 0 0 0 0,1 0 1 0 0,-1-1-1 0 0,1 1 0 0 0,-1 0 0 0 0,1 0 0 0 0,-1 0 0 0 0,1 0 0 0 0,-1 0 0 0 0,1-1 0 0 0,-1 1 0 0 0,1 0 0 0 0,-1 0 0 0 0,1 0 0 0 0,-1 0 0 0 0,1 0 0 0 0,-1 1 0 0 0,1-1 0 0 0,-1 0 0 0 0,1 0 0 0 0,-1 0 0 0 0,1 0 0 0 0,-1 0 0 0 0,1 1 0 0 0,-1-1 0 0 0,0 0 0 0 0,1 0 0 0 0,-1 1 0 0 0,1-1 0 0 0,-1 0 0 0 0,0 1 0 0 0,1-1 0 0 0,-1 1 0 0 0,0-1 0 0 0,1 0 0 0 0,-1 1 0 0 0,0-1 0 0 0,1 1 0 0 0,-1-1 0 0 0,0 1 0 0 0,0 0 0 0 0,3 11 76 0 0,0 1-1 0 0,-2-1 1 0 0,1 1-1 0 0,-2 0 0 0 0,0 14 1 0 0,-10 69 148 0 0,4-43-172 0 0,-4 32-133 0 0,-5 89 636 0 0,15-155-1050 0 0,0-1-1 0 0,2 0 0 0 0,0 0 1 0 0,1 0-1 0 0,1-1 0 0 0,1 1 1 0 0,9 25-1 0 0,-11-37-480 0 0,1 1-1 0 0,-1-1 0 0 0,1 0 1 0 0,0 0-1 0 0,6 6 0 0 0,8 6-4069 0 0</inkml:trace>
</inkml:ink>
</file>

<file path=ppt/ink/ink5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25:46.4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162 152 1428 0 0,'0'-13'4237'0'0,"0"10"-2456"0"0,-3-36 6393 0 0,2 37-7057 0 0,-3-9 270 0 0,-1 17-1341 0 0,0 0 0 0 0,0 1 0 0 0,0 0 0 0 0,1-1 0 0 0,0 1 0 0 0,-5 13 1 0 0,-3 4-10 0 0,-55 115 108 0 0,59-119-131 0 0,1 0-1 0 0,1 1 1 0 0,1 0 0 0 0,0 0-1 0 0,-1 26 1 0 0,6-41-5 0 0,0 0-1 0 0,0 0 1 0 0,1 0 0 0 0,0 0 0 0 0,0 0-1 0 0,0 0 1 0 0,1 0 0 0 0,-1 0-1 0 0,6 9 1 0 0,-6-13 0 0 0,0 1 0 0 0,1-1-1 0 0,-1 1 1 0 0,1-1 0 0 0,0 0-1 0 0,0 0 1 0 0,0 0 0 0 0,0 0-1 0 0,0 0 1 0 0,0 0 0 0 0,0 0-1 0 0,1-1 1 0 0,-1 1 0 0 0,1-1-1 0 0,-1 1 1 0 0,1-1 0 0 0,0 0-1 0 0,-1 0 1 0 0,1 0 0 0 0,0-1-1 0 0,0 1 1 0 0,-1-1 0 0 0,1 1-1 0 0,5-1 1 0 0,6-1 3 0 0,0 0-1 0 0,0-2 1 0 0,0 1-1 0 0,0-2 1 0 0,0 0-1 0 0,-1-1 1 0 0,1 0-1 0 0,-1-1 1 0 0,-1 0-1 0 0,1-1 1 0 0,-1 0-1 0 0,0-1 1 0 0,-1-1-1 0 0,0 0 1 0 0,17-17-1 0 0,-15 13-5 0 0,-1 0-1 0 0,0-2 1 0 0,-1 1 0 0 0,0-2 0 0 0,-2 1-1 0 0,1-1 1 0 0,-2-1 0 0 0,0 0 0 0 0,-1 0-1 0 0,-1 0 1 0 0,8-37 0 0 0,-13 46-8 0 0,0-1 0 0 0,0 1 1 0 0,-1-1-1 0 0,0 0 0 0 0,0 1 0 0 0,-1-1 1 0 0,0 0-1 0 0,-1 1 0 0 0,0-1 0 0 0,0 1 1 0 0,-1 0-1 0 0,0-1 0 0 0,0 1 0 0 0,-1 1 1 0 0,0-1-1 0 0,0 0 0 0 0,-1 1 0 0 0,0 0 1 0 0,0 0-1 0 0,-1 1 0 0 0,0-1 0 0 0,0 1 1 0 0,-1 0-1 0 0,1 1 0 0 0,-1-1 0 0 0,0 2 1 0 0,-1-1-1 0 0,1 1 0 0 0,-1 0 0 0 0,0 0 1 0 0,0 1-1 0 0,0 0 0 0 0,-1 0 0 0 0,1 1 1 0 0,-1 0-1 0 0,-8 0 0 0 0,7 2-17 0 0,-1 0 1 0 0,0 1-1 0 0,1 0 0 0 0,-1 1 0 0 0,0 1 1 0 0,1-1-1 0 0,0 1 0 0 0,0 1 1 0 0,0 0-1 0 0,0 1 0 0 0,1 0 0 0 0,-1 0 1 0 0,1 1-1 0 0,-16 13 0 0 0,20-15-236 0 0,0 1 0 0 0,0-1-1 0 0,1 1 1 0 0,0 0 0 0 0,0 1-1 0 0,0-1 1 0 0,1 1 0 0 0,-1-1-1 0 0,1 1 1 0 0,0 0 0 0 0,-2 9-1 0 0,4-11-239 0 0,0 1 0 0 0,0 0 1 0 0,1-1-1 0 0,-1 1 0 0 0,1 0 0 0 0,0 0 0 0 0,1-1 0 0 0,-1 1 0 0 0,1 0 1 0 0,0 0-1 0 0,0-1 0 0 0,0 1 0 0 0,1-1 0 0 0,-1 1 0 0 0,1-1 0 0 0,0 0 1 0 0,3 5-1 0 0,7 11-4052 0 0</inkml:trace>
</inkml:ink>
</file>

<file path=ppt/ink/ink5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25:48.0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313 108 1832 0 0,'-1'-3'1650'0'0,"-13"-22"1760"0"0,13 23-3195 0 0,-1 0 1 0 0,1 1-1 0 0,-1-1 1 0 0,1 0-1 0 0,-1 0 1 0 0,0 1-1 0 0,1-1 1 0 0,-1 1-1 0 0,0 0 1 0 0,0-1-1 0 0,0 1 1 0 0,0 0-1 0 0,-1 0 1 0 0,-3-1-1 0 0,1 1-74 0 0,0 0 0 0 0,0 1 1 0 0,0 0-1 0 0,0 0 0 0 0,0 1 0 0 0,0-1 0 0 0,0 1 0 0 0,0 0 0 0 0,0 0 0 0 0,0 1 1 0 0,0-1-1 0 0,0 1 0 0 0,-6 4 0 0 0,2-1-18 0 0,1 0 1 0 0,0 1-1 0 0,0 0 0 0 0,0 1 1 0 0,1-1-1 0 0,-10 13 1 0 0,1 2-39 0 0,0 1 0 0 0,2 0 0 0 0,1 1 1 0 0,-16 37-1 0 0,22-43-64 0 0,0 0 1 0 0,1 1 0 0 0,1 0-1 0 0,1 1 1 0 0,1-1-1 0 0,0 1 1 0 0,2-1-1 0 0,0 1 1 0 0,2 28-1 0 0,0-37 43 0 0,0 0-1 0 0,1-1 1 0 0,0 0-1 0 0,0 1 1 0 0,1-1-1 0 0,0 0 1 0 0,1 0-1 0 0,0 0 0 0 0,0-1 1 0 0,1 1-1 0 0,0-1 1 0 0,1 0-1 0 0,0-1 1 0 0,0 1-1 0 0,0-1 1 0 0,1 0-1 0 0,0-1 1 0 0,1 0-1 0 0,-1 0 1 0 0,12 7-1 0 0,-13-10 59 0 0,0 1 0 0 0,1-1 0 0 0,0-1 1 0 0,0 1-1 0 0,-1-1 0 0 0,2 0 0 0 0,-1-1 0 0 0,0 1 0 0 0,0-2 0 0 0,0 1 0 0 0,0-1 0 0 0,1 0 1 0 0,-1 0-1 0 0,0-1 0 0 0,0 0 0 0 0,1 0 0 0 0,-1-1 0 0 0,0 0 0 0 0,0 0 0 0 0,-1 0 1 0 0,1-1-1 0 0,0 0 0 0 0,-1-1 0 0 0,7-4 0 0 0,-3 2-12 0 0,0-2-1 0 0,-1 0 1 0 0,0 0-1 0 0,0 0 1 0 0,-1-1 0 0 0,0-1-1 0 0,-1 1 1 0 0,0-1-1 0 0,0 0 1 0 0,-1-1-1 0 0,0 0 1 0 0,-1 0 0 0 0,6-17-1 0 0,-4 3-61 0 0,-1-1 0 0 0,-1 0 0 0 0,-1 0-1 0 0,-1 0 1 0 0,-1-1 0 0 0,-2 1 0 0 0,-3-31 0 0 0,1 35-45 0 0,-1-1-1 0 0,-1 1 1 0 0,-1 0 0 0 0,-2 1 0 0 0,0 0 0 0 0,-1 0 0 0 0,-1 0 0 0 0,-20-34 0 0 0,27 51-17 0 0,0 1 0 0 0,-1 0 0 0 0,1 0 0 0 0,-1 1 0 0 0,1-1 0 0 0,-1 0 0 0 0,0 1 0 0 0,0 0 1 0 0,0 0-1 0 0,0 0 0 0 0,0 0 0 0 0,-1 0 0 0 0,-4-2 0 0 0,6 4-30 0 0,0-1-1 0 0,0 1 1 0 0,0 0 0 0 0,0-1-1 0 0,0 1 1 0 0,0 0 0 0 0,0 0-1 0 0,0 0 1 0 0,0 1 0 0 0,0-1-1 0 0,0 0 1 0 0,0 1-1 0 0,0-1 1 0 0,0 1 0 0 0,0 0-1 0 0,0 0 1 0 0,0 0 0 0 0,0 0-1 0 0,0 0 1 0 0,1 0 0 0 0,-1 0-1 0 0,0 0 1 0 0,1 1 0 0 0,-1-1-1 0 0,1 1 1 0 0,-3 2 0 0 0,0 2-258 0 0,1-1 1 0 0,-1 0 0 0 0,1 1-1 0 0,1 0 1 0 0,-1-1-1 0 0,1 1 1 0 0,0 0 0 0 0,0 0-1 0 0,0 1 1 0 0,1-1 0 0 0,0 0-1 0 0,0 1 1 0 0,1-1 0 0 0,0 0-1 0 0,0 9 1 0 0,1-8-483 0 0,0 0 0 0 0,0-1 1 0 0,1 1-1 0 0,-1-1 0 0 0,1 0 0 0 0,1 1 0 0 0,-1-1 1 0 0,7 12-1 0 0,5 1-3478 0 0</inkml:trace>
</inkml:ink>
</file>

<file path=ppt/ink/ink5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25:48.4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73 123 2308 0 0,'8'-16'2492'0'0,"-6"14"-1877"0"0,0-1 0 0 0,0 0 1 0 0,-1 1-1 0 0,1-1 0 0 0,-1 0 1 0 0,0 0-1 0 0,0 0 0 0 0,0 0 1 0 0,-1 0-1 0 0,1-1 0 0 0,0-3 1 0 0,-1 7-551 0 0,0-1 0 0 0,0 1 1 0 0,0 0-1 0 0,0-1 0 0 0,0 1 0 0 0,0-1 1 0 0,0 1-1 0 0,0 0 0 0 0,0-1 0 0 0,0 1 1 0 0,0 0-1 0 0,0-1 0 0 0,0 1 1 0 0,0 0-1 0 0,0-1 0 0 0,-1 1 0 0 0,1-1 1 0 0,0 1-1 0 0,0 0 0 0 0,0-1 0 0 0,-1 1 1 0 0,1 0-1 0 0,0 0 0 0 0,0-1 0 0 0,-1 1 1 0 0,1 0-1 0 0,-1-1 0 0 0,-6 6 485 0 0,-7 14-314 0 0,2 5-187 0 0,1 0-1 0 0,2 1 0 0 0,0 0 0 0 0,1 0 0 0 0,2 1 1 0 0,1 0-1 0 0,0 0 0 0 0,2 0 0 0 0,1 1 0 0 0,2-1 0 0 0,0 1 1 0 0,2-1-1 0 0,5 32 0 0 0,-6-51-20 0 0,1 0 1 0 0,0 0-1 0 0,0 0 0 0 0,1 0 0 0 0,0 0 1 0 0,0 0-1 0 0,0-1 0 0 0,1 1 1 0 0,0-1-1 0 0,0 0 0 0 0,1 0 0 0 0,-1-1 1 0 0,1 1-1 0 0,0-1 0 0 0,1 0 0 0 0,0 0 1 0 0,-1-1-1 0 0,1 0 0 0 0,1 0 1 0 0,-1 0-1 0 0,1-1 0 0 0,-1 0 0 0 0,1 0 1 0 0,0 0-1 0 0,0-1 0 0 0,0 0 0 0 0,0-1 1 0 0,1 1-1 0 0,-1-1 0 0 0,0-1 1 0 0,1 1-1 0 0,-1-2 0 0 0,0 1 0 0 0,1 0 1 0 0,-1-1-1 0 0,13-4 0 0 0,-5 0 60 0 0,-1 0 0 0 0,1-2 0 0 0,-2 1-1 0 0,1-2 1 0 0,-1 0 0 0 0,0 0 0 0 0,0-2 0 0 0,-1 1-1 0 0,0-2 1 0 0,-1 1 0 0 0,0-1 0 0 0,-1-1 0 0 0,0 0-1 0 0,-1-1 1 0 0,0 0 0 0 0,-1 0 0 0 0,10-22-1 0 0,-11 18-31 0 0,0 0 0 0 0,-1 0 0 0 0,-1 0 0 0 0,-1-1 0 0 0,0 0 0 0 0,-1 0 0 0 0,-1 0 0 0 0,-1 0 0 0 0,0 0 0 0 0,-2 0 0 0 0,0-1 0 0 0,-1 1 0 0 0,0 0 0 0 0,-10-31 0 0 0,10 41-57 0 0,0 1-1 0 0,-1 0 0 0 0,0-1 1 0 0,-1 1-1 0 0,1 1 1 0 0,-1-1-1 0 0,-1 0 0 0 0,1 1 1 0 0,-1 0-1 0 0,0 0 0 0 0,-1 1 1 0 0,1-1-1 0 0,-1 1 0 0 0,0 0 1 0 0,0 1-1 0 0,-11-7 0 0 0,14 10-42 0 0,1 1 0 0 0,-1-1 1 0 0,0 0-1 0 0,0 1 0 0 0,0 0 0 0 0,0 0 0 0 0,0 0 0 0 0,0 0 0 0 0,1 0 0 0 0,-1 0 0 0 0,0 1 0 0 0,-5 1 0 0 0,6-2-25 0 0,-1 1-83 0 0,0 0-1 0 0,0 0 0 0 0,0 0 0 0 0,1 0 1 0 0,-1 1-1 0 0,0-1 0 0 0,1 1 0 0 0,-1-1 1 0 0,1 1-1 0 0,0 0 0 0 0,-1 0 1 0 0,1 0-1 0 0,0 0 0 0 0,0 0 0 0 0,0 1 1 0 0,1-1-1 0 0,-3 5 0 0 0,1-2-959 0 0,0 0 1 0 0,1 0-1 0 0,-1 1 0 0 0,2-1 1 0 0,-1 1-1 0 0,-2 10 0 0 0</inkml:trace>
</inkml:ink>
</file>

<file path=ppt/ink/ink5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25:48.7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75 2628 0 0,'85'-70'17374'0'0,"-84"69"-16774"0"0,0 0-571 0 0,-1 1 0 0 0,1 0-1 0 0,0-1 1 0 0,-1 1 0 0 0,1 0 0 0 0,0 0 0 0 0,-1-1-1 0 0,1 1 1 0 0,0 0 0 0 0,0 0 0 0 0,-1 0 0 0 0,1 0 0 0 0,0 0-1 0 0,0 0 1 0 0,0 0 0 0 0,1 0 0 0 0,0 5 18 0 0,-1-1-1 0 0,1 0 1 0 0,0 1-1 0 0,-1 0 1 0 0,0-1 0 0 0,0 1-1 0 0,-1 0 1 0 0,1 8-1 0 0,-2 44 82 0 0,0-37-96 0 0,-35 313 559 0 0,10-133-4313 0 0,27-162 1236 0 0,5-14-4384 0 0,-1-13 90 0 0</inkml:trace>
</inkml:ink>
</file>

<file path=ppt/ink/ink5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25:46.9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372 281 488 0 0,'0'-3'2119'0'0,"-1"0"-1606"0"0,1 0 1 0 0,0 0-1 0 0,-1-1 1 0 0,1 1 0 0 0,-1 0-1 0 0,0 0 1 0 0,0 0-1 0 0,0 0 1 0 0,0 0-1 0 0,-1 1 1 0 0,1-1-1 0 0,-1 0 1 0 0,0 0-1 0 0,0 1 1 0 0,0-1-1 0 0,-4-3 1 0 0,4 4-388 0 0,0 0-1 0 0,-1 0 1 0 0,0 0 0 0 0,1 0 0 0 0,-1 1 0 0 0,0-1 0 0 0,0 1 0 0 0,0-1 0 0 0,0 1-1 0 0,0 0 1 0 0,0 0 0 0 0,0 0 0 0 0,0 1 0 0 0,-1-1 0 0 0,1 1 0 0 0,0 0 0 0 0,0 0-1 0 0,-1 0 1 0 0,1 0 0 0 0,0 1 0 0 0,0-1 0 0 0,0 1 0 0 0,-1 0 0 0 0,1-1-1 0 0,-3 3 1 0 0,-5 2-72 0 0,1 1 0 0 0,0 1-1 0 0,0 0 1 0 0,1 0 0 0 0,-1 1-1 0 0,2 0 1 0 0,-1 0 0 0 0,1 1-1 0 0,1 0 1 0 0,-10 14 0 0 0,5-4-18 0 0,1 0 0 0 0,1 1-1 0 0,0 0 1 0 0,-10 33 0 0 0,17-44-24 0 0,1-1 0 0 0,0 1 0 0 0,0-1 0 0 0,1 1 0 0 0,0 0 0 0 0,1 0 0 0 0,0-1 0 0 0,0 1 0 0 0,1 0 0 0 0,2 13 0 0 0,-2-18 3 0 0,1 1 1 0 0,-1 0-1 0 0,1 0 1 0 0,0-1 0 0 0,1 1-1 0 0,-1-1 1 0 0,1 1 0 0 0,0-1-1 0 0,0 0 1 0 0,0 0-1 0 0,0-1 1 0 0,1 1 0 0 0,0-1-1 0 0,0 1 1 0 0,0-1-1 0 0,0 0 1 0 0,0 0 0 0 0,0-1-1 0 0,8 4 1 0 0,2-1 90 0 0,-1-1 0 0 0,1 0 0 0 0,0 0 0 0 0,0-2 0 0 0,1 0 0 0 0,-1 0 0 0 0,0-2 0 0 0,1 1 0 0 0,-1-2 0 0 0,1 0 0 0 0,-1-1-1 0 0,0 0 1 0 0,0-1 0 0 0,26-9 0 0 0,-15 3 119 0 0,0-1-1 0 0,0-2 0 0 0,-1 0 0 0 0,-1-1 1 0 0,0-2-1 0 0,-1 0 0 0 0,22-20 0 0 0,-23 16-59 0 0,-1-1-1 0 0,-1-1 0 0 0,0-1 1 0 0,21-32-1 0 0,-30 37-43 0 0,0 0 0 0 0,-1-1 0 0 0,0 0 0 0 0,-2-1 0 0 0,0 1-1 0 0,-1-1 1 0 0,4-22 0 0 0,-9 35-103 0 0,0 0-1 0 0,0 0 0 0 0,-1 0 1 0 0,0 0-1 0 0,0 0 1 0 0,-1-1-1 0 0,1 1 0 0 0,-1 0 1 0 0,0 0-1 0 0,-1 0 1 0 0,0 0-1 0 0,0 0 1 0 0,0 1-1 0 0,-1-1 0 0 0,1 0 1 0 0,-1 1-1 0 0,-1 0 1 0 0,1 0-1 0 0,-1 0 0 0 0,0 0 1 0 0,0 0-1 0 0,0 1 1 0 0,0 0-1 0 0,-1 0 0 0 0,0 0 1 0 0,0 0-1 0 0,-10-5 1 0 0,-1 1-19 0 0,-1 0 1 0 0,1 2 0 0 0,-1 0 0 0 0,0 0 0 0 0,-1 2-1 0 0,1 0 1 0 0,-1 1 0 0 0,-24-1 0 0 0,1 3-569 0 0,0 1 0 0 0,0 2 0 0 0,0 2 0 0 0,0 2-1 0 0,-65 17 1 0 0,64-10-2840 0 0,0 1-1 0 0,-67 34 0 0 0,72-27-2023 0 0</inkml:trace>
</inkml:ink>
</file>

<file path=ppt/ink/ink5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25:49.2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161 185 2472 0 0,'0'-3'2122'0'0,"0"-55"7816"0"0,0 56-9184 0 0,0 0-159 0 0,0-8-137 0 0,0 8 655 0 0,-3 3-957 0 0,-2 2-124 0 0,1 0 1 0 0,-1 0-1 0 0,1 0 1 0 0,0 0-1 0 0,1 1 1 0 0,-1 0-1 0 0,1 0 1 0 0,-1 0-1 0 0,1 0 1 0 0,0 1-1 0 0,0-1 1 0 0,1 1-1 0 0,-3 5 1 0 0,-29 74 103 0 0,29-71-129 0 0,-14 40 26 0 0,-17 73 0 0 0,32-107-17 0 0,1 0 0 0 0,1 1 0 0 0,0-1 0 0 0,1 0-1 0 0,1 0 1 0 0,1 1 0 0 0,6 30 0 0 0,-6-45 22 0 0,0-1 1 0 0,0 1-1 0 0,0-1 0 0 0,1 1 1 0 0,0-1-1 0 0,0 0 0 0 0,0 0 1 0 0,0 0-1 0 0,1 0 0 0 0,0 0 1 0 0,-1-1-1 0 0,1 1 0 0 0,1-1 1 0 0,-1 0-1 0 0,0 1 0 0 0,5 2 1 0 0,-4-4 39 0 0,-1-1 0 0 0,1 1 0 0 0,0-1 0 0 0,0 1 0 0 0,0-1 0 0 0,0 0 0 0 0,0 0 0 0 0,0-1 0 0 0,0 1 0 0 0,0-1 0 0 0,0 0 0 0 0,0 0 0 0 0,0 0 1 0 0,0-1-1 0 0,0 1 0 0 0,0-1 0 0 0,0 0 0 0 0,6-2 0 0 0,6-3 48 0 0,0-1 0 0 0,-1-1 0 0 0,0 0 0 0 0,0-1 0 0 0,-1 0 1 0 0,-1-1-1 0 0,1-1 0 0 0,-1 0 0 0 0,-1-1 0 0 0,0 0 0 0 0,11-15 0 0 0,1-6 89 0 0,0 0 0 0 0,-2-2-1 0 0,26-54 1 0 0,-41 74-76 0 0,0-1-1 0 0,-1 0 0 0 0,-1 0 1 0 0,0 0-1 0 0,-1-1 1 0 0,-1 1-1 0 0,-1-1 1 0 0,0 0-1 0 0,-1-20 0 0 0,-1 30-146 0 0,-1 0 0 0 0,0-1 0 0 0,0 1 0 0 0,0 0 0 0 0,-1 0 0 0 0,0 0 0 0 0,-1 0-1 0 0,1 0 1 0 0,-1 1 0 0 0,-1-1 0 0 0,1 1 0 0 0,-1 0 0 0 0,0-1 0 0 0,0 2 0 0 0,-1-1-1 0 0,0 1 1 0 0,0-1 0 0 0,0 1 0 0 0,-1 1 0 0 0,0-1 0 0 0,0 1 0 0 0,0 0 0 0 0,-10-5 0 0 0,2 3-888 0 0,-1 0 1 0 0,-16-5 0 0 0,-27-3-8215 0 0,48-1-786 0 0</inkml:trace>
</inkml:ink>
</file>

<file path=ppt/ink/ink5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25:51.3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768 50 684 0 0,'-3'-23'4978'0'0,"2"21"-3743"0"0,-6-22 4290 0 0,13 27-5071 0 0,0 1-1 0 0,1-1 0 0 0,0-1 1 0 0,-1 1-1 0 0,1-1 0 0 0,0 0 1 0 0,12 1-1 0 0,72 12 394 0 0,-37-12-385 0 0,96-8 0 0 0,-27-1-272 0 0,-80 4-173 0 0,-40 1-15 0 0,-1 1-1 0 0,1 0 1 0 0,0 0-1 0 0,-1 0 1 0 0,1 0 0 0 0,0 0-1 0 0,-1 1 1 0 0,1 0-1 0 0,0-1 1 0 0,-1 1 0 0 0,1 0-1 0 0,-1 0 1 0 0,0 0-1 0 0,1 0 1 0 0,-1 1-1 0 0,0-1 1 0 0,1 1 0 0 0,-1-1-1 0 0,0 1 1 0 0,0 0-1 0 0,0 0 1 0 0,-1-1 0 0 0,1 2-1 0 0,0-1 1 0 0,-1 0-1 0 0,1 0 1 0 0,-1 0 0 0 0,0 1-1 0 0,1-1 1 0 0,-1 1-1 0 0,0-1 1 0 0,0 5 0 0 0,3 6 5 0 0,-2-1 0 0 0,0 1 1 0 0,-1 0-1 0 0,0 1 0 0 0,-1 13 0 0 0,0-22-4 0 0,-7 143 496 0 0,-28 160 1 0 0,22-210-319 0 0,-57 368 899 0 0,-15 122-590 0 0,-26 825 761 0 0,109-714 302 0 0,4-352-703 0 0,2-120-244 0 0,-2 95 643 0 0,-5-224 10 0 0,-21 122 0 0 0,19-190-1007 0 0,-2 0-1 0 0,0 0 1 0 0,-2-1-1 0 0,-2 0 0 0 0,0-1 1 0 0,-2 0-1 0 0,-17 28 1 0 0,22-43-143 0 0,-1-1 0 0 0,0 0 0 0 0,0 0 0 0 0,-1-1-1 0 0,-1 0 1 0 0,0-1 0 0 0,0 0 0 0 0,-1-1 0 0 0,-1 0 0 0 0,1-1 0 0 0,-1-1 0 0 0,0 0 0 0 0,-1 0 0 0 0,0-1 0 0 0,0-1 0 0 0,-18 5 0 0 0,-30 2-157 0 0,-1-2 0 0 0,0-3 0 0 0,0-2 0 0 0,0-4 0 0 0,0-2-1 0 0,-88-13 1 0 0,132 12-840 0 0,1-1 0 0 0,0-1 0 0 0,-35-13 0 0 0,48 15 184 0 0,-1-1 1 0 0,1 0 0 0 0,0 0-1 0 0,0 0 1 0 0,0-1 0 0 0,-7-7-1 0 0,8 7-347 0 0,1 1-1 0 0,0-1 1 0 0,1 0-1 0 0,-1 0 1 0 0,1 0-1 0 0,-1 0 1 0 0,1-1-1 0 0,1 1 1 0 0,-3-9-1 0 0,-2-17-9983 0 0</inkml:trace>
</inkml:ink>
</file>

<file path=ppt/ink/ink5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25:51.6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66 108 2048 0 0,'-48'-42'10745'0'0,"32"24"-8705"0"0,15 17-1486 0 0,2-2-283 0 0,-1 2-264 0 0,0 1 0 0 0,0 0 0 0 0,0 0 0 0 0,0-1-1 0 0,0 1 1 0 0,0 0 0 0 0,0-1 0 0 0,0 1 0 0 0,0 0-1 0 0,0 0 1 0 0,0-1 0 0 0,0 1 0 0 0,0 0 0 0 0,0 0-1 0 0,0-1 1 0 0,0 1 0 0 0,0 0 0 0 0,0-1 0 0 0,1 1-1 0 0,-1 0 1 0 0,0 0 0 0 0,0 0 0 0 0,0-1 0 0 0,0 1-1 0 0,1 0 1 0 0,-1 0 0 0 0,0 0 0 0 0,0-1 0 0 0,1 1 0 0 0,-1 0-1 0 0,0 0 1 0 0,41-11-86 0 0,72-9 0 0 0,-50 16-7578 0 0</inkml:trace>
</inkml:ink>
</file>

<file path=ppt/ink/ink5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25:51.8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116 0 1348 0 0,'-114'73'16766'0'0,"112"-72"-16358"0"0,8 0-312 0 0,0 1-1 0 0,0-1 1 0 0,-1-1 0 0 0,1 1-1 0 0,0-1 1 0 0,0 0-1 0 0,0 0 1 0 0,9-2-1 0 0,3 1-6 0 0,256-20-1765 0 0,-95-7-6707 0 0,-114 12 1375 0 0</inkml:trace>
</inkml:ink>
</file>

<file path=ppt/ink/ink5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25:54.6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230 213 1480 0 0,'3'-3'674'0'0,"-1"0"-1"0"0,1-1 1 0 0,-1 1 0 0 0,0-1-1 0 0,0 0 1 0 0,0 0-1 0 0,-1 0 1 0 0,1 1-1 0 0,-1-2 1 0 0,0 1 0 0 0,0 0-1 0 0,0 0 1 0 0,-1 0-1 0 0,1 0 1 0 0,-1-1 0 0 0,0 1-1 0 0,-1-6 1 0 0,1 5-393 0 0,0 4-228 0 0,0 0-1 0 0,0 1 1 0 0,0-1 0 0 0,0 0 0 0 0,0 0-1 0 0,0 1 1 0 0,-1-1 0 0 0,1 0 0 0 0,0 1 0 0 0,0-1-1 0 0,-1 0 1 0 0,1 1 0 0 0,0-1 0 0 0,-1 0-1 0 0,1 1 1 0 0,-1-1 0 0 0,1 1 0 0 0,-1-1-1 0 0,1 1 1 0 0,-1-1 0 0 0,1 1 0 0 0,-1-1-1 0 0,1 1 1 0 0,-1-1 0 0 0,0 1 0 0 0,1 0-1 0 0,-1-1 1 0 0,1 1 0 0 0,-1 0 0 0 0,0 0-1 0 0,0-1 1 0 0,1 1 0 0 0,-1 0 0 0 0,-1 0-1 0 0,0 0 13 0 0,0 0-1 0 0,0 0 1 0 0,0 0-1 0 0,0 0 1 0 0,-1 0-1 0 0,1 1 1 0 0,0-1-1 0 0,0 1 0 0 0,-2 0 1 0 0,-6 4 48 0 0,1 0 0 0 0,1 1 0 0 0,-1 0 1 0 0,1 1-1 0 0,0-1 0 0 0,0 2 0 0 0,1-1 0 0 0,0 1 0 0 0,-10 13 1 0 0,-5 11 125 0 0,-20 40 0 0 0,41-71-232 0 0,-8 15 40 0 0,1 1 0 0 0,0-1 1 0 0,2 2-1 0 0,0-1 0 0 0,0 1 1 0 0,2 0-1 0 0,0 0 0 0 0,1 0 1 0 0,0 26-1 0 0,2-37-29 0 0,2 1 0 0 0,-1 0 0 0 0,1 0-1 0 0,0 0 1 0 0,1-1 0 0 0,0 1 0 0 0,0 0 0 0 0,1-1-1 0 0,0 0 1 0 0,0 0 0 0 0,0 0 0 0 0,1 0 0 0 0,0 0-1 0 0,1-1 1 0 0,-1 1 0 0 0,1-1 0 0 0,1 0 0 0 0,-1-1 0 0 0,1 1-1 0 0,0-1 1 0 0,0 0 0 0 0,0-1 0 0 0,1 1 0 0 0,9 4-1 0 0,-5-4 101 0 0,1 1-1 0 0,0-2 0 0 0,0 1 0 0 0,1-2 1 0 0,-1 0-1 0 0,1 0 0 0 0,0-1 1 0 0,-1-1-1 0 0,1 0 0 0 0,0 0 0 0 0,0-2 1 0 0,0 1-1 0 0,0-2 0 0 0,0 0 0 0 0,-1 0 1 0 0,1-1-1 0 0,-1-1 0 0 0,19-7 0 0 0,-17 4 26 0 0,0 0-1 0 0,0-1 0 0 0,-1 0 0 0 0,0-1 0 0 0,0-1 0 0 0,-1 0 0 0 0,0-1 0 0 0,-1 0 0 0 0,0 0 1 0 0,0-2-1 0 0,-2 1 0 0 0,0-1 0 0 0,0 0 0 0 0,11-25 0 0 0,-9 15-107 0 0,-1 0 0 0 0,-2-1 0 0 0,0 0 0 0 0,-2 0 0 0 0,0 0 0 0 0,-2-1-1 0 0,3-48 1 0 0,-7 62-40 0 0,0 0-1 0 0,-1 1 0 0 0,0-1 0 0 0,-1 0 0 0 0,0 0 0 0 0,-1 1 1 0 0,0-1-1 0 0,-1 1 0 0 0,0 0 0 0 0,0 0 0 0 0,-1 0 0 0 0,-1 0 0 0 0,1 1 1 0 0,-2 0-1 0 0,1 0 0 0 0,-1 1 0 0 0,0 0 0 0 0,-1 0 0 0 0,0 0 1 0 0,-13-8-1 0 0,13 10-67 0 0,0 1 0 0 0,-1 0 0 0 0,0 0 0 0 0,0 1 0 0 0,0 0 0 0 0,-1 0 0 0 0,1 1 0 0 0,-1 1 0 0 0,0 0 0 0 0,0 0 0 0 0,-16-1 0 0 0,24 3-61 0 0,0 0-1 0 0,0 0 1 0 0,0 0-1 0 0,0 0 0 0 0,0 0 1 0 0,0 0-1 0 0,0 1 1 0 0,0-1-1 0 0,0 1 0 0 0,0-1 1 0 0,1 1-1 0 0,-1 0 1 0 0,0-1-1 0 0,0 1 1 0 0,0 0-1 0 0,1 0 0 0 0,-1 0 1 0 0,1 1-1 0 0,-1-1 1 0 0,1 0-1 0 0,-1 1 0 0 0,1-1 1 0 0,0 1-1 0 0,-1-1 1 0 0,1 1-1 0 0,0-1 0 0 0,0 1 1 0 0,0 0-1 0 0,0 0 1 0 0,1 0-1 0 0,-1-1 0 0 0,0 1 1 0 0,1 0-1 0 0,-1 0 1 0 0,1 2-1 0 0,0 0-418 0 0,0-1-1 0 0,0 1 0 0 0,0 0 1 0 0,1-1-1 0 0,-1 1 1 0 0,1-1-1 0 0,0 1 0 0 0,0-1 1 0 0,0 0-1 0 0,0 1 1 0 0,1-1-1 0 0,0 0 0 0 0,-1 0 1 0 0,1 0-1 0 0,0 0 1 0 0,0 0-1 0 0,4 3 0 0 0,6 5-4785 0 0</inkml:trace>
</inkml:ink>
</file>

<file path=ppt/ink/ink5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25:53.3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953 25 848 0 0,'0'0'5192'0'0,"3"0"-3969"0"0,-2 0-1482 0 0,0 0 400 0 0,-1 0 1 0 0,1 0-1 0 0,-1 0 1 0 0,1 0-1 0 0,-1 0 0 0 0,1 0 1 0 0,-1 0-1 0 0,1 0 1 0 0,-1 0-1 0 0,1 0 1 0 0,0-1-1 0 0,-1 1 1 0 0,1 0-1 0 0,-1 0 1 0 0,0 0-1 0 0,1-1 0 0 0,-1 1 1 0 0,1 0-1 0 0,-1-1 1 0 0,1 1-1 0 0,-1 0 1 0 0,0-1-1 0 0,1 1 1 0 0,-1 0-1 0 0,1-1 1 0 0,-1 1-1 0 0,0-1 0 0 0,0 1 1 0 0,1-1-1 0 0,-1 1 1 0 0,0-1-1 0 0,0 1 1 0 0,0-1-1 0 0,1 1 1 0 0,-1-1-1 0 0,0 1 1 0 0,0-1-1 0 0,0 0 0 0 0,0-1 316 0 0,-13-3 686 0 0,12 4-1093 0 0,-1 1 0 0 0,1-1 1 0 0,-1 0-1 0 0,1 1 0 0 0,-1-1 1 0 0,1 1-1 0 0,-1-1 0 0 0,0 1 1 0 0,1 0-1 0 0,-4-1 0 0 0,-9 2-2 0 0,0 0 0 0 0,0 0 0 0 0,0 1-1 0 0,1 1 1 0 0,-1 1 0 0 0,0 0 0 0 0,1 0 0 0 0,0 2-1 0 0,0-1 1 0 0,1 2 0 0 0,-1-1 0 0 0,1 2-1 0 0,1 0 1 0 0,-1 0 0 0 0,1 1 0 0 0,-12 13-1 0 0,5-3-38 0 0,1 1-1 0 0,1 1 0 0 0,0 1 0 0 0,2 0 1 0 0,1 1-1 0 0,0 1 0 0 0,-16 45 0 0 0,-2 22 93 0 0,4 0-1 0 0,-18 119 0 0 0,-7 194 579 0 0,12 222-268 0 0,15-181-267 0 0,-64 671 1578 0 0,32-319 233 0 0,10-106-99 0 0,-16-39-95 0 0,18-343-1167 0 0,4-32-279 0 0,39-256-304 0 0,-2 7 15 0 0,1 1 0 0 0,1 34 0 0 0,2-56-24 0 0,1 0 0 0 0,-1 0 0 0 0,1-1 0 0 0,0 1 0 0 0,1 0 0 0 0,0-1 0 0 0,0 1 0 0 0,0-1 0 0 0,1 1 1 0 0,0-1-1 0 0,0 0 0 0 0,1 0 0 0 0,-1-1 0 0 0,9 11 0 0 0,-7-12-64 0 0,0-1 1 0 0,0 1-1 0 0,0-1 0 0 0,0 0 0 0 0,0 0 1 0 0,0-1-1 0 0,1 0 0 0 0,0 0 1 0 0,-1 0-1 0 0,1 0 0 0 0,0-1 0 0 0,0 0 1 0 0,0 0-1 0 0,0-1 0 0 0,0 1 1 0 0,7-2-1 0 0,10 0-550 0 0,-1-2 0 0 0,43-9 1 0 0,-17 0-1107 0 0,0-3 0 0 0,86-38 1 0 0,11-25-5103 0 0,-37 10-1328 0 0</inkml:trace>
</inkml:ink>
</file>

<file path=ppt/ink/ink5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25:54.0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339 89 756 0 0,'0'-3'1928'0'0,"1"-6"-49"0"0,0 4-1101 0 0,0 0 0 0 0,0 0 1 0 0,-1-1-1 0 0,0 1 0 0 0,0 0 1 0 0,-2-9-1 0 0,1 12-649 0 0,0 0 1 0 0,0 0-1 0 0,0 1 0 0 0,0-1 0 0 0,0 0 1 0 0,-1 0-1 0 0,1 0 0 0 0,-1 1 1 0 0,1-1-1 0 0,-1 1 0 0 0,0-1 1 0 0,1 1-1 0 0,-1 0 0 0 0,0 0 1 0 0,0-1-1 0 0,0 1 0 0 0,0 0 1 0 0,0 1-1 0 0,0-1 0 0 0,0 0 1 0 0,-4 0-1 0 0,0 2-83 0 0,-1 1-1 0 0,1 0 1 0 0,0 1 0 0 0,0-1-1 0 0,0 1 1 0 0,1 0 0 0 0,-1 1-1 0 0,1-1 1 0 0,-1 1 0 0 0,1 0 0 0 0,0 0-1 0 0,1 1 1 0 0,-7 6 0 0 0,-10 13 120 0 0,-24 37 0 0 0,42-58-147 0 0,-19 30 129 0 0,1 1 0 0 0,1 0 0 0 0,2 2 0 0 0,2 0 0 0 0,1 0 0 0 0,-14 58 0 0 0,26-84-118 0 0,1 0 1 0 0,1 0-1 0 0,0 0 1 0 0,0 0-1 0 0,1 1 0 0 0,0-1 1 0 0,1 0-1 0 0,0 0 1 0 0,1 0-1 0 0,0 0 1 0 0,0 0-1 0 0,1-1 1 0 0,1 1-1 0 0,4 9 1 0 0,-5-12 45 0 0,2 1 0 0 0,-1-1 1 0 0,1 0-1 0 0,0 0 1 0 0,1-1-1 0 0,-1 1 0 0 0,1-1 1 0 0,0-1-1 0 0,1 1 0 0 0,0-1 1 0 0,0 0-1 0 0,0 0 1 0 0,0-1-1 0 0,1 0 0 0 0,-1 0 1 0 0,17 5-1 0 0,-10-6 60 0 0,0 1 0 0 0,0-2 0 0 0,0 0 0 0 0,0 0-1 0 0,1-2 1 0 0,-1 1 0 0 0,0-2 0 0 0,0 0 0 0 0,1-1 0 0 0,-1 0 0 0 0,0-1-1 0 0,0 0 1 0 0,-1-2 0 0 0,1 1 0 0 0,-1-2 0 0 0,0 1 0 0 0,20-14 0 0 0,-15 8-46 0 0,-1-1 0 0 0,-1-2 0 0 0,0 1 0 0 0,0-2 0 0 0,-1 0 0 0 0,-1-1 1 0 0,-1 0-1 0 0,0-1 0 0 0,-1 0 0 0 0,-1-1 0 0 0,12-27 0 0 0,-9 15-30 0 0,-1-2-1 0 0,-2 1 0 0 0,12-54 1 0 0,-20 71-54 0 0,-1 0 0 0 0,0-1 1 0 0,-1 1-1 0 0,0 0 1 0 0,-2-1-1 0 0,0 1 1 0 0,0 0-1 0 0,-1-1 1 0 0,-1 1-1 0 0,0 0 0 0 0,-6-13 1 0 0,7 21-4 0 0,0 1 1 0 0,-1-1-1 0 0,0 1 1 0 0,0 0-1 0 0,-1 0 1 0 0,1 0-1 0 0,-1 1 1 0 0,0-1-1 0 0,0 1 0 0 0,-1 0 1 0 0,1 0-1 0 0,-1 0 1 0 0,0 1-1 0 0,0-1 1 0 0,0 1-1 0 0,-1 1 1 0 0,-10-5-1 0 0,12 5-124 0 0,0 1 0 0 0,-1 0 0 0 0,1 1 1 0 0,-1-1-1 0 0,1 1 0 0 0,-1 0 0 0 0,0 0 0 0 0,1 0 0 0 0,-1 0 0 0 0,1 1 0 0 0,-1 0 1 0 0,1 0-1 0 0,0 0 0 0 0,-1 0 0 0 0,1 1 0 0 0,0 0 0 0 0,0 0 0 0 0,0 0 0 0 0,0 0 1 0 0,0 1-1 0 0,0-1 0 0 0,1 1 0 0 0,-1 0 0 0 0,-3 4 0 0 0,5-4-225 0 0,-1 0 1 0 0,0 0-1 0 0,1 1 0 0 0,0-1 0 0 0,0 1 0 0 0,0-1 1 0 0,0 1-1 0 0,0 0 0 0 0,1 0 0 0 0,-1-1 0 0 0,0 6 0 0 0,2-7-171 0 0,-1 1-1 0 0,1 0 0 0 0,0-1 0 0 0,0 1 1 0 0,0 0-1 0 0,0-1 0 0 0,0 1 0 0 0,1 0 1 0 0,-1-1-1 0 0,1 1 0 0 0,0 2 0 0 0,5 8-4235 0 0</inkml:trace>
</inkml:ink>
</file>

<file path=ppt/ink/ink5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25:55.9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114 73 1068 0 0,'-48'-20'9470'0'0,"12"4"-4414"0"0,34 15-4322 0 0,-25-13 1908 0 0,50 11-2517 0 0,0 0 0 0 0,40 1 0 0 0,-21 1-64 0 0,40-3-72 0 0,29-1-822 0 0,-39 3-7134 0 0,-66 2 4562 0 0,10-2-1381 0 0</inkml:trace>
</inkml:ink>
</file>

<file path=ppt/ink/ink5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25:56.2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79 109 2188 0 0,'4'-12'3430'0'0,"-1"-1"1"0"0,0 0-1 0 0,2-19 0 0 0,0-5 928 0 0,-4 35-3402 0 0,1 23-647 0 0,-2 1 0 0 0,0-1-1 0 0,-1 0 1 0 0,0 0 0 0 0,-6 22-1 0 0,-31 104-33 0 0,9-40-307 0 0,24-84-407 0 0,-2 4-389 0 0,2 0 1 0 0,-4 35-1 0 0,9-53 21 0 0,0 0 1 0 0,0 0-1 0 0,1-1 1 0 0,3 14 0 0 0,-3-17-61 0 0,1 0 0 0 0,-1 0 1 0 0,1-1-1 0 0,0 1 0 0 0,0 0 0 0 0,1-1 1 0 0,-1 0-1 0 0,7 8 0 0 0,3-1-5292 0 0</inkml:trace>
</inkml:ink>
</file>

<file path=ppt/ink/ink5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25:56.7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124 210 1892 0 0,'4'-6'1320'0'0,"0"-1"-1"0"0,0 0 1 0 0,0 0-1 0 0,-1 0 1 0 0,4-11-1 0 0,-2 7-125 0 0,-1-18 1768 0 0,-3 26-1300 0 0,-3 4-1618 0 0,1-1-1 0 0,-1 1 0 0 0,1 0 0 0 0,0-1 0 0 0,0 1 1 0 0,-1 0-1 0 0,1 0 0 0 0,0 0 0 0 0,0 0 0 0 0,0 0 1 0 0,0 0-1 0 0,-2 2 0 0 0,2-1 39 0 0,-7 6 86 0 0,1 1-1 0 0,1-1 1 0 0,0 1-1 0 0,0 1 0 0 0,1-1 1 0 0,-6 13-1 0 0,2-2 33 0 0,-7 10 10 0 0,3 1-1 0 0,0 0 1 0 0,-13 55 0 0 0,21-66-160 0 0,1 0 0 0 0,2 0 1 0 0,0 0-1 0 0,1 0 0 0 0,0 1 1 0 0,2-1-1 0 0,4 28 0 0 0,-4-41-32 0 0,1-1-1 0 0,-1-1 0 0 0,1 1 0 0 0,0 0 0 0 0,1 0 1 0 0,-1-1-1 0 0,1 1 0 0 0,0-1 0 0 0,1 0 0 0 0,-1 0 0 0 0,1 0 1 0 0,0 0-1 0 0,0-1 0 0 0,0 1 0 0 0,1-1 0 0 0,0 0 1 0 0,-1-1-1 0 0,1 1 0 0 0,1-1 0 0 0,-1 0 0 0 0,9 4 1 0 0,-6-4 39 0 0,1 0 1 0 0,0-1 0 0 0,0 0-1 0 0,0 0 1 0 0,0-1 0 0 0,0 0-1 0 0,0-1 1 0 0,1 0 0 0 0,-1 0-1 0 0,0-1 1 0 0,0 0 0 0 0,0 0-1 0 0,16-6 1 0 0,-9 2 31 0 0,0-2 1 0 0,-1 0 0 0 0,0 0-1 0 0,0-1 1 0 0,-1-1 0 0 0,0-1-1 0 0,-1 0 1 0 0,0 0 0 0 0,0-2-1 0 0,-1 1 1 0 0,-1-2 0 0 0,13-15-1 0 0,-10 8-49 0 0,-1 0 1 0 0,0-1-1 0 0,-2 0 0 0 0,0-1 0 0 0,-2-1 0 0 0,0 1 0 0 0,10-43 1 0 0,-16 49-37 0 0,-1 1 1 0 0,0-1 0 0 0,-1 1 0 0 0,0-1-1 0 0,-2 1 1 0 0,1-1 0 0 0,-2 1 0 0 0,0-1-1 0 0,-1 1 1 0 0,-1 0 0 0 0,0 0 0 0 0,-1 0 0 0 0,-7-16-1 0 0,8 23-8 0 0,-1 0 0 0 0,1 0 0 0 0,-1 1 0 0 0,0-1-1 0 0,-1 1 1 0 0,0 0 0 0 0,0 0 0 0 0,0 1 0 0 0,-1 0-1 0 0,0 0 1 0 0,0 1 0 0 0,-1 0 0 0 0,1 0 0 0 0,-1 0-1 0 0,0 1 1 0 0,-1 0 0 0 0,1 1 0 0 0,-1 0 0 0 0,1 0-1 0 0,-1 1 1 0 0,0 0 0 0 0,0 1 0 0 0,-14-2 0 0 0,13 3-131 0 0,0 1 0 0 0,1-1 0 0 0,-1 1 0 0 0,1 1 0 0 0,-1 0 0 0 0,1 0 0 0 0,-1 1 0 0 0,-11 5 0 0 0,18-7-92 0 0,0 0 0 0 0,0 1-1 0 0,0-1 1 0 0,1 1 0 0 0,-1-1 0 0 0,1 1 0 0 0,-1 0 0 0 0,1 0 0 0 0,-1 0 0 0 0,1 0-1 0 0,0 1 1 0 0,0-1 0 0 0,0 0 0 0 0,0 1 0 0 0,1 0 0 0 0,-1-1 0 0 0,1 1-1 0 0,-1 0 1 0 0,1 0 0 0 0,0 0 0 0 0,0 0 0 0 0,0 0 0 0 0,1 0 0 0 0,-1 0 0 0 0,1 0-1 0 0,-1 0 1 0 0,1 0 0 0 0,0 0 0 0 0,1 5 0 0 0,-1-5-319 0 0,1-1 0 0 0,0 0 0 0 0,0 1-1 0 0,-1-1 1 0 0,2 0 0 0 0,-1 0 0 0 0,0 0 0 0 0,0 0 0 0 0,1 0 0 0 0,2 3 0 0 0,6 6-4537 0 0</inkml:trace>
</inkml:ink>
</file>

<file path=ppt/ink/ink5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25:54.8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235 149 2804 0 0,'10'-9'1798'0'0,"0"-2"0"0"0,-1 1-1 0 0,0-2 1 0 0,-1 1 0 0 0,0-1-1 0 0,8-17 1 0 0,12-24 3533 0 0,-27 51-4528 0 0,-2 11-606 0 0,0 0 1 0 0,-1-1 0 0 0,0 0-1 0 0,0 1 1 0 0,-1-1-1 0 0,-4 8 1 0 0,-4 16 244 0 0,-139 375 1804 0 0,70-213-2368 0 0,63-145-1793 0 0,-19 84 1 0 0,17-8-9302 0 0,16-93 3194 0 0</inkml:trace>
</inkml:ink>
</file>

<file path=ppt/ink/ink5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25:57.2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51 182 268 0 0,'9'-31'8837'0'0,"-3"-17"-868"0"0,-7 45-7669 0 0,2 0 0 0 0,-1 0 0 0 0,0-1 0 0 0,1 1 0 0 0,0 0 0 0 0,-1 0 0 0 0,1 0 0 0 0,0 0 0 0 0,1 0 0 0 0,-1 0 0 0 0,1 0 0 0 0,-1 0 0 0 0,1 0-1 0 0,0 0 1 0 0,2-2 0 0 0,0 1-186 0 0,-1 1 0 0 0,1 0-1 0 0,0 0 1 0 0,0 0-1 0 0,0 0 1 0 0,1 1 0 0 0,-1-1-1 0 0,1 1 1 0 0,4-2 0 0 0,9-1-197 0 0,0 1 0 0 0,0 0 0 0 0,0 1 0 0 0,23 0 0 0 0,-34 2 279 0 0,10 0-195 0 0,-1 0 1 0 0,1 2-1 0 0,0 0 1 0 0,-1 1-1 0 0,1 0 1 0 0,21 7-1 0 0,-28-6 0 0 0,0 0-1 0 0,-1 1 1 0 0,1 0-1 0 0,-1 1 1 0 0,0 0-1 0 0,0 0 1 0 0,0 1-1 0 0,-1 0 1 0 0,0 1-1 0 0,0 0 1 0 0,8 9-1 0 0,-13-13 1 0 0,0 1 0 0 0,-1-1 0 0 0,1 1-1 0 0,-1 0 1 0 0,0 0 0 0 0,0 0 0 0 0,0 0-1 0 0,-1 0 1 0 0,1 1 0 0 0,-1-1-1 0 0,0 0 1 0 0,0 1 0 0 0,-1-1 0 0 0,1 6-1 0 0,-1-3 4 0 0,-1 0-1 0 0,0 1 1 0 0,0-1 0 0 0,-1 0-1 0 0,1 0 1 0 0,-1 0-1 0 0,-1-1 1 0 0,-3 8 0 0 0,-3 4 7 0 0,-1-1 0 0 0,-1 0 0 0 0,0-1 0 0 0,-2 0 0 0 0,-19 20 0 0 0,-25 17 84 0 0,-1-3-1 0 0,-88 57 1 0 0,66-49 29 0 0,5-7 1211 0 0,74-50-1289 0 0,0-1 0 0 0,0 1 1 0 0,1-1-1 0 0,-1 1 0 0 0,0-1 1 0 0,1 1-1 0 0,-1 0 0 0 0,1-1 1 0 0,-1 1-1 0 0,1 0 0 0 0,-1 0 1 0 0,1 0-1 0 0,-1-1 1 0 0,1 1-1 0 0,-1 1 0 0 0,1-2-30 0 0,0 0 0 0 0,0 1 0 0 0,0-1 0 0 0,0 0 0 0 0,1 1 0 0 0,-1-1 0 0 0,0 0 0 0 0,0 1 0 0 0,0-1 0 0 0,0 0 0 0 0,0 0 1 0 0,0 1-1 0 0,0-1 0 0 0,1 0 0 0 0,-1 0 0 0 0,0 1 0 0 0,0-1 0 0 0,0 0 0 0 0,1 0 0 0 0,-1 1 0 0 0,0-1 0 0 0,0 0 0 0 0,1 0 0 0 0,-1 0 0 0 0,0 0 0 0 0,0 1 0 0 0,1-1 0 0 0,-1 0 0 0 0,0 0 0 0 0,1 0 0 0 0,-1 0 0 0 0,0 0 0 0 0,0 0 0 0 0,1 0 0 0 0,-1 0 0 0 0,0 0 0 0 0,1 0 0 0 0,-1 0 0 0 0,0 0 0 0 0,1 0 0 0 0,-1 0 0 0 0,0 0 0 0 0,1 0 0 0 0,-1 0 0 0 0,0 0 0 0 0,0 0 0 0 0,1-1 0 0 0,70-8 284 0 0,83-23 0 0 0,-47 8-236 0 0,110-29 436 0 0,-47 11-5469 0 0,-162 39 2797 0 0,-1 2 1752 0 0</inkml:trace>
</inkml:ink>
</file>

<file path=ppt/ink/ink5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25:58.3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0 256 0 0,'4'0'13197'0'0,"98"5"-11775"0"0,-76-5-1888 0 0,49-2-7140 0 0,-57-1 3207 0 0</inkml:trace>
</inkml:ink>
</file>

<file path=ppt/ink/ink5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25:58.7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470 84 1204 0 0,'35'-72'15412'0'0,"-34"71"-14737"0"0,1-9 852 0 0,-7 12-1461 0 0,0 0 0 0 0,0 1-1 0 0,0 0 1 0 0,0 0-1 0 0,0 0 1 0 0,1 1 0 0 0,0 0-1 0 0,-1 0 1 0 0,-3 5-1 0 0,-36 47 117 0 0,29-36-116 0 0,-27 39 68 0 0,-43 77-1 0 0,64-96-109 0 0,2 1 0 0 0,1 0 1 0 0,-14 52-1 0 0,26-72-1 0 0,1 1-1 0 0,-4 31 1 0 0,8-47 0 0 0,1 0 1 0 0,0 0-1 0 0,0-1 0 0 0,0 1 1 0 0,1 0-1 0 0,0 0 1 0 0,0-1-1 0 0,0 1 0 0 0,1-1 1 0 0,0 1-1 0 0,0-1 0 0 0,0 0 1 0 0,1 1-1 0 0,3 4 1 0 0,-5-9-17 0 0,0 0 0 0 0,0-1 1 0 0,0 1-1 0 0,0 0 1 0 0,0-1-1 0 0,0 1 0 0 0,1-1 1 0 0,-1 1-1 0 0,0-1 1 0 0,0 1-1 0 0,0-1 1 0 0,1 0-1 0 0,-1 1 0 0 0,0-1 1 0 0,1 0-1 0 0,-1 0 1 0 0,0 0-1 0 0,0 0 0 0 0,1 0 1 0 0,-1-1-1 0 0,0 1 1 0 0,0 0-1 0 0,1 0 1 0 0,1-2-1 0 0,1 1 11 0 0,0 0 1 0 0,-1 0-1 0 0,1-1 1 0 0,0 0-1 0 0,-1 0 0 0 0,0 0 1 0 0,5-3-1 0 0,-3 1 63 0 0,0-1 0 0 0,-1 0 0 0 0,1 0 0 0 0,-1-1 1 0 0,0 1-1 0 0,-1-1 0 0 0,1 0 0 0 0,-1 0 0 0 0,0 0 0 0 0,0-1 0 0 0,-1 1 0 0 0,0-1 0 0 0,2-12 0 0 0,-3 16-70 0 0,-1 0 0 0 0,0-1 0 0 0,0 1 0 0 0,0 0 0 0 0,0 0 0 0 0,0 0-1 0 0,-1-1 1 0 0,0 1 0 0 0,1 0 0 0 0,-1 0 0 0 0,0 0 0 0 0,-1 0 0 0 0,1 0 0 0 0,0 0 0 0 0,-1 1 0 0 0,0-1 0 0 0,0 0 0 0 0,1 1-1 0 0,-1-1 1 0 0,-1 1 0 0 0,1 0 0 0 0,0-1 0 0 0,-1 1 0 0 0,1 0 0 0 0,-1 0 0 0 0,1 1 0 0 0,-1-1 0 0 0,0 1 0 0 0,0-1 0 0 0,0 1-1 0 0,-5-2 1 0 0,0 0-136 0 0,-1 1-1 0 0,1 0 0 0 0,0 0 0 0 0,0 1 0 0 0,-1 0 0 0 0,1 0 1 0 0,-1 1-1 0 0,1 0 0 0 0,-1 1 0 0 0,1-1 0 0 0,0 2 1 0 0,-1-1-1 0 0,-9 4 0 0 0,12-3-417 0 0,-1 1 0 0 0,0 0 0 0 0,1 1 0 0 0,-1-1 0 0 0,1 1 1 0 0,0 0-1 0 0,1 0 0 0 0,-1 1 0 0 0,1 0 0 0 0,-1 0 0 0 0,2 0 0 0 0,-1 1 0 0 0,0 0 1 0 0,1 0-1 0 0,-6 11 0 0 0,-6 22-4773 0 0,10-20 1162 0 0</inkml:trace>
</inkml:ink>
</file>

<file path=ppt/ink/ink5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25:59.0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153 0 52 0 0,'-50'15'7701'0'0,"-50"22"1"0"0,97-36-6245 0 0,8 0-1354 0 0,-1 0 0 0 0,1 0-1 0 0,0-1 1 0 0,0 1 0 0 0,-1-1-1 0 0,1 0 1 0 0,0 0 0 0 0,0-1-1 0 0,-1 1 1 0 0,1-1 0 0 0,0 0-1 0 0,7-3 1 0 0,14-2 94 0 0,424-37 371 0 0,-311 46-1986 0 0,-138-3 1306 0 0,0 0 0 0 0,0 0 0 0 0,0 0 0 0 0,0 0 0 0 0,0 1 0 0 0,0-1 0 0 0,0 0 0 0 0,0 0 0 0 0,0 1 0 0 0,0-1 0 0 0,0 0 0 0 0,0 1 0 0 0,0-1 1 0 0,-1 1-1 0 0,1-1 0 0 0,0 1 0 0 0,0 0 0 0 0,0-1 0 0 0,-1 1 0 0 0,2 1 0 0 0,-2-1 6 0 0,1 0 1 0 0,-1-1-1 0 0,0 1 0 0 0,0 0 1 0 0,0 0-1 0 0,0 0 1 0 0,0-1-1 0 0,0 1 0 0 0,0 0 1 0 0,0 0-1 0 0,0-1 0 0 0,0 1 1 0 0,0 0-1 0 0,-1 0 1 0 0,1 0-1 0 0,0-1 0 0 0,0 1 1 0 0,-1 0-1 0 0,0 1 0 0 0,-1 1-699 0 0,0 1 0 0 0,0-1 0 0 0,-1 0 0 0 0,0 0-1 0 0,0 1 1 0 0,0-2 0 0 0,-3 4 0 0 0,-7 1-3480 0 0</inkml:trace>
</inkml:ink>
</file>

<file path=ppt/ink/ink5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25:59.5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152 23 1052 0 0,'-124'37'11118'0'0,"122"-36"-10556"0"0,-1-1-9 0 0,2 1-368 0 0,0-1 1 0 0,0 0-1 0 0,1 0 1 0 0,-1 0-1 0 0,0 1 1 0 0,0-1-1 0 0,0 0 1 0 0,0 0-1 0 0,0 0 1 0 0,0 0-1 0 0,0 0 0 0 0,1-1 1 0 0,-1 1-1 0 0,0 0 1 0 0,0 0-1 0 0,0-1 1 0 0,0 1-1 0 0,0 0 1 0 0,1-1-1 0 0,-1 1 1 0 0,0-1-1 0 0,-1 0 1 0 0,1-1 274 0 0,11-6 1063 0 0,-1 2-1362 0 0,1 1 0 0 0,0 0 0 0 0,0 0 0 0 0,0 1 0 0 0,0 0-1 0 0,1 1 1 0 0,0 0 0 0 0,12-2 0 0 0,-17 4-146 0 0,5-3-5 0 0,-10 3-10 0 0,0 1 0 0 0,0 0 0 0 0,0-1 1 0 0,0 1-1 0 0,0 0 0 0 0,0 0 1 0 0,0 0-1 0 0,0-1 0 0 0,0 1 0 0 0,0 0 1 0 0,0 0-1 0 0,0 1 0 0 0,0-1 1 0 0,2 0-1 0 0,0 1 3 0 0,1-1 8 0 0,0 1-7 0 0,2-2-5 0 0,8 2 3 0 0,20 15-36 0 0,-29-13 30 0 0,0 0 1 0 0,0 1-1 0 0,0-1 1 0 0,0 1-1 0 0,-1 0 1 0 0,1 0 0 0 0,-1 1-1 0 0,0-1 1 0 0,-1 1-1 0 0,1 0 1 0 0,-1 0-1 0 0,0 0 1 0 0,0 1-1 0 0,2 6 1 0 0,-2-4 19 0 0,0 1 0 0 0,-1 0 1 0 0,-1-1-1 0 0,1 1 1 0 0,-1 0-1 0 0,-1 0 1 0 0,0 0-1 0 0,-1 15 1 0 0,-3-1 38 0 0,0 0 1 0 0,-2-1-1 0 0,0 1 1 0 0,-2-1-1 0 0,0 0 1 0 0,-16 29 0 0 0,-7 0 405 0 0,-2 0 0 0 0,-53 60 0 0 0,83-107-418 0 0,3-4-33 0 0,-1 1 0 0 0,0-1 0 0 0,1 1 0 0 0,-1-1 0 0 0,0 1 0 0 0,1 0 0 0 0,-1 0 0 0 0,1-1 0 0 0,-1 1 0 0 0,1 0 0 0 0,-1 0 0 0 0,1-1 0 0 0,0 1-1 0 0,-1 0 1 0 0,1 0 0 0 0,0 0 0 0 0,0 0 0 0 0,-1 0 0 0 0,1-1 0 0 0,0 1 0 0 0,0 0 0 0 0,0 0 0 0 0,0 0 0 0 0,0 0 0 0 0,0 0 0 0 0,0 0 0 0 0,1 0-1 0 0,-1-1 1 0 0,0 1 0 0 0,1 2 0 0 0,1-2 6 0 0,0 0-1 0 0,0 0 0 0 0,0 0 1 0 0,0-1-1 0 0,0 1 0 0 0,0 0 1 0 0,0-1-1 0 0,0 1 0 0 0,0-1 1 0 0,0 0-1 0 0,0 0 0 0 0,0 0 1 0 0,0 0-1 0 0,2 0 0 0 0,52-2-424 0 0,0-2 0 0 0,60-13 0 0 0,113-40-6904 0 0,-179 40 2379 0 0,-2-4-2633 0 0</inkml:trace>
</inkml:ink>
</file>

<file path=ppt/ink/ink5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26:00.1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405 92 828 0 0,'-3'-6'766'0'0,"1"1"-1"0"0,-1-1 1 0 0,0 1-1 0 0,0 0 1 0 0,-1 0-1 0 0,1 1 1 0 0,-1-1-1 0 0,0 1 1 0 0,-1 0-1 0 0,1 0 1 0 0,-1 0-1 0 0,-5-4 1 0 0,4 5-306 0 0,-1-1 0 0 0,1 1 1 0 0,-1 0-1 0 0,0 0 1 0 0,0 0-1 0 0,0 1 1 0 0,-1 1-1 0 0,1-1 0 0 0,-9 0 1 0 0,8 1-327 0 0,-1 1-1 0 0,0 0 1 0 0,0 1 0 0 0,1-1 0 0 0,-1 2-1 0 0,1-1 1 0 0,-1 1 0 0 0,1 0 0 0 0,0 1-1 0 0,-1 0 1 0 0,1 1 0 0 0,1-1 0 0 0,-1 1 0 0 0,0 1-1 0 0,1-1 1 0 0,0 2 0 0 0,-11 9 0 0 0,15-12-114 0 0,0 0 1 0 0,0 1 0 0 0,0 0-1 0 0,0 0 1 0 0,1 0 0 0 0,-1 0-1 0 0,1 0 1 0 0,0 0 0 0 0,0 1-1 0 0,1-1 1 0 0,-1 1 0 0 0,1-1-1 0 0,-1 8 1 0 0,1-5 31 0 0,1 0 0 0 0,0 1 0 0 0,1-1-1 0 0,-1 0 1 0 0,1 0 0 0 0,1 0 0 0 0,-1 0 0 0 0,4 8 0 0 0,5 9 136 0 0,1 0 0 0 0,1 0 0 0 0,28 40 0 0 0,-27-45-164 0 0,-3-3 53 0 0,0 0 1 0 0,-1 1 0 0 0,14 33-1 0 0,-21-45 4 0 0,-1 0 0 0 0,0 0-1 0 0,0 0 1 0 0,0 0 0 0 0,0 0-1 0 0,-1 1 1 0 0,0-1 0 0 0,0 0 0 0 0,0 0-1 0 0,-1 0 1 0 0,1 0 0 0 0,-1 0-1 0 0,0 0 1 0 0,-1 0 0 0 0,1 0-1 0 0,-1 0 1 0 0,0 0 0 0 0,0-1-1 0 0,-5 8 1 0 0,1-4 43 0 0,0-1 1 0 0,0 1-1 0 0,-1-1 1 0 0,0 0-1 0 0,-1-1 1 0 0,1 0-1 0 0,-1 0 1 0 0,-16 9-1 0 0,-1-2 801 0 0,-45 15 0 0 0,69-27-887 0 0,0 0 1 0 0,-1-1 0 0 0,1 1 0 0 0,-1-1 0 0 0,1 1 0 0 0,-1-1 0 0 0,1 0-1 0 0,-1 1 1 0 0,0-1 0 0 0,1 0 0 0 0,-1 0 0 0 0,1 0 0 0 0,-1 0-1 0 0,0-1 1 0 0,1 1 0 0 0,-1 0 0 0 0,1-1 0 0 0,-1 1 0 0 0,1-1 0 0 0,-3 0-1 0 0,3 0-18 0 0,0 0-1 0 0,0-1 0 0 0,0 1 0 0 0,0 0 0 0 0,0 0 0 0 0,0 0 1 0 0,1-1-1 0 0,-1 1 0 0 0,0 0 0 0 0,1 0 0 0 0,-1-1 0 0 0,1 1 1 0 0,0-1-1 0 0,-1 1 0 0 0,1 0 0 0 0,0-1 0 0 0,0 1 0 0 0,0-2 0 0 0,0-4-1 0 0,0 0-1 0 0,1 0 0 0 0,0 0 0 0 0,0 0 0 0 0,1 0 0 0 0,0 1 0 0 0,5-13 0 0 0,78-129 55 0 0,-59 109-117 0 0,-2-2 0 0 0,31-73 0 0 0,-46 91 14 0 0,-4 13 24 0 0,-1-1 0 0 0,0 0 0 0 0,-1 0 0 0 0,0 0-1 0 0,-1-1 1 0 0,0 1 0 0 0,0-23 0 0 0,-2 32-5 0 0,-1-1 0 0 0,1 0-1 0 0,0 0 1 0 0,-1 0 0 0 0,0 0 0 0 0,0 1-1 0 0,0-1 1 0 0,0 0 0 0 0,0 1 0 0 0,0-1-1 0 0,-1 0 1 0 0,1 1 0 0 0,-1 0 0 0 0,0-1-1 0 0,1 1 1 0 0,-1 0 0 0 0,0 0 0 0 0,0 0-1 0 0,-5-3 1 0 0,1 1-267 0 0,0 0-1 0 0,-1 0 0 0 0,1 1 1 0 0,-1 0-1 0 0,-13-4 0 0 0,-12-6-4005 0 0,29 13 2903 0 0</inkml:trace>
</inkml:ink>
</file>

<file path=ppt/ink/ink5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26:00.5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183 168 2120 0 0,'1'-17'3251'0'0,"1"0"1"0"0,4-21-1 0 0,-3 22-206 0 0,-1 0 1 0 0,1-22 0 0 0,-1 24-1095 0 0,0 3 56 0 0,-8 16-1483 0 0,0 8-386 0 0,0 0-1 0 0,0 1 1 0 0,2 0 0 0 0,-6 23 0 0 0,0-4-25 0 0,-17 88 80 0 0,10-40-273 0 0,-2 2-1203 0 0,-20 76-4241 0 0,31-132 648 0 0,-22 45 1 0 0,15-44-2571 0 0</inkml:trace>
</inkml:ink>
</file>

<file path=ppt/ink/ink5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26:00.9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127 41 2124 0 0,'-123'37'15204'0'0,"120"-36"-13075"0"0,7-2-1794 0 0,79-13 295 0 0,312-41 42 0 0,-373 53-1062 0 0,94-4-1613 0 0,-40 10-7738 0 0</inkml:trace>
</inkml:ink>
</file>

<file path=ppt/ink/ink5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26:01.4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324 1 2728 0 0,'-151'43'16028'0'0,"149"-42"-14513"0"0,17 8-670 0 0,-10-8-799 0 0,0 0-1 0 0,0 1 1 0 0,0-1 0 0 0,0 1-1 0 0,0 0 1 0 0,-1 1 0 0 0,1-1-1 0 0,-1 1 1 0 0,0 0 0 0 0,0 0 0 0 0,0 0-1 0 0,0 1 1 0 0,0-1 0 0 0,-1 1-1 0 0,4 4 1 0 0,-4-4-38 0 0,-1 0-1 0 0,0 0 1 0 0,0 0-1 0 0,-1 0 1 0 0,1 0-1 0 0,-1 0 1 0 0,0 0-1 0 0,0 0 1 0 0,0 0-1 0 0,-1 1 1 0 0,1-1-1 0 0,-1 0 1 0 0,0 1-1 0 0,0-1 1 0 0,-1 0-1 0 0,1 1 1 0 0,-1-1-1 0 0,-2 8 1 0 0,-3 5 5 0 0,0-1 0 0 0,-1 0 0 0 0,-1 0 0 0 0,0 0 0 0 0,-1-1 0 0 0,-12 16 0 0 0,-72 78 112 0 0,7-9-36 0 0,74-87-27 0 0,11-13 2 0 0,0 1 0 0 0,0 0 0 0 0,0 0 1 0 0,0 0-1 0 0,0 0 0 0 0,0 0 0 0 0,0 1 0 0 0,0-1 0 0 0,0 0 0 0 0,1 0 0 0 0,-1 0 0 0 0,0 1 0 0 0,1-1 0 0 0,-1 0 0 0 0,1 1 1 0 0,0-1-1 0 0,-1 1 0 0 0,1-1 0 0 0,0 3 0 0 0,5-4 195 0 0,23-1-135 0 0,-1-2 1 0 0,1-1 0 0 0,0-1 0 0 0,33-10 0 0 0,114-45-2756 0 0,-119 39 901 0 0,32-12-2059 0 0,-30 7-2197 0 0,-12 5-1996 0 0</inkml:trace>
</inkml:ink>
</file>

<file path=ppt/ink/ink5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26:01.9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263 245 1772 0 0,'-2'-4'1023'0'0,"0"1"1"0"0,-1 0-1 0 0,1 0 0 0 0,-1 0 0 0 0,0 0 1 0 0,0 0-1 0 0,-5-4 0 0 0,0 3-42 0 0,1 0 1 0 0,-1 0-1 0 0,0 0 1 0 0,-10-2-1 0 0,13 4-569 0 0,-1 0-217 0 0,0 1 0 0 0,0 0-1 0 0,1 1 1 0 0,-1-1-1 0 0,0 1 1 0 0,0 0-1 0 0,0 0 1 0 0,0 1-1 0 0,0 0 1 0 0,0 0-1 0 0,0 0 1 0 0,1 1 0 0 0,-1 0-1 0 0,-5 2 1 0 0,8-2-173 0 0,1-1 1 0 0,0 0 0 0 0,-1 0 0 0 0,1 1-1 0 0,0 0 1 0 0,-1-1 0 0 0,1 1 0 0 0,0 0-1 0 0,0 0 1 0 0,1 0 0 0 0,-1 0-1 0 0,0 0 1 0 0,1 1 0 0 0,-1-1 0 0 0,1 0-1 0 0,0 1 1 0 0,0-1 0 0 0,0 1 0 0 0,0 0-1 0 0,0-1 1 0 0,0 1 0 0 0,1 0-1 0 0,-1-1 1 0 0,1 1 0 0 0,0 0 0 0 0,0 0-1 0 0,0-1 1 0 0,0 1 0 0 0,0 0 0 0 0,0-1-1 0 0,1 1 1 0 0,0 0 0 0 0,-1 0 0 0 0,3 3-1 0 0,2 8 139 0 0,1 1 0 0 0,0-1-1 0 0,1 0 1 0 0,14 21 0 0 0,-19-32-106 0 0,61 81 693 0 0,-2-3-480 0 0,-53-70-203 0 0,-2 0-1 0 0,0 1 1 0 0,0-1-1 0 0,-1 1 0 0 0,6 21 1 0 0,-10-29-1 0 0,0 0-1 0 0,-1 0 1 0 0,1 0 0 0 0,-1 0 0 0 0,0 0 0 0 0,0 0 0 0 0,-1 0 0 0 0,1 0 0 0 0,-1 0 0 0 0,0 0 0 0 0,0 0-1 0 0,0 0 1 0 0,0 0 0 0 0,-1-1 0 0 0,1 1 0 0 0,-1 0 0 0 0,0-1 0 0 0,0 0 0 0 0,0 1 0 0 0,-1-1 0 0 0,1 0 0 0 0,-1 0-1 0 0,0 0 1 0 0,0 0 0 0 0,0-1 0 0 0,0 1 0 0 0,0-1 0 0 0,-5 3 0 0 0,-1 0 106 0 0,0 0 0 0 0,-1-1 0 0 0,1 0 0 0 0,-1 0 0 0 0,1-1 0 0 0,-1 0 0 0 0,0-1 0 0 0,0 0 0 0 0,-1-1 0 0 0,-15 1 0 0 0,19-2-22 0 0,-2 0 26 0 0,1 0 0 0 0,0-1 0 0 0,-1 1 0 0 0,1-1 0 0 0,-12-4-1 0 0,18 5-161 0 0,0-1 0 0 0,0 1-1 0 0,1-1 1 0 0,-1 0-1 0 0,1 0 1 0 0,-1 0-1 0 0,1 0 1 0 0,-1 0-1 0 0,1 0 1 0 0,-1 0-1 0 0,1 0 1 0 0,0-1-1 0 0,-1 1 1 0 0,1 0 0 0 0,0-1-1 0 0,0 1 1 0 0,0-1-1 0 0,0 1 1 0 0,1-1-1 0 0,-1 0 1 0 0,0 1-1 0 0,1-1 1 0 0,-1 0-1 0 0,1 1 1 0 0,-1-1-1 0 0,1 0 1 0 0,0 0 0 0 0,0 1-1 0 0,-1-1 1 0 0,1 0-1 0 0,1 0 1 0 0,-1 0-1 0 0,0-2 1 0 0,2-5-6 0 0,0 1 1 0 0,1-1-1 0 0,0 1 1 0 0,0-1-1 0 0,1 1 1 0 0,0 0-1 0 0,0 0 1 0 0,1 1-1 0 0,6-10 0 0 0,11-9 3 0 0,25-26 0 0 0,-29 33 11 0 0,136-131-133 0 0,31-33-14 0 0,-179 176 125 0 0,0-1 0 0 0,0 1-1 0 0,-1-1 1 0 0,0 0-1 0 0,-1 0 1 0 0,1-1-1 0 0,-1 1 1 0 0,3-13-1 0 0,-6 18 2 0 0,0 1-1 0 0,-1-1 1 0 0,0 1-1 0 0,1-1 1 0 0,-1 0-1 0 0,0 1 1 0 0,0-1 0 0 0,0 1-1 0 0,-1-1 1 0 0,1 1-1 0 0,0-1 1 0 0,-1 0-1 0 0,0 1 1 0 0,0-1-1 0 0,1 1 1 0 0,-2 0-1 0 0,1-1 1 0 0,0 1-1 0 0,0 0 1 0 0,-1 0-1 0 0,1 0 1 0 0,-1 0-1 0 0,0 0 1 0 0,1 0-1 0 0,-1 0 1 0 0,0 0-1 0 0,0 1 1 0 0,0-1-1 0 0,0 1 1 0 0,-1-1-1 0 0,1 1 1 0 0,0 0-1 0 0,-1 0 1 0 0,-2-1-1 0 0,-15-5-567 0 0,0 1 0 0 0,-1 1-1 0 0,0 1 1 0 0,-26-2-1 0 0,15 2-2023 0 0,-6 0-4386 0 0</inkml:trace>
</inkml:ink>
</file>

<file path=ppt/ink/ink5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26:02.6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22 111 1124 0 0,'-9'-15'4258'0'0,"8"12"-3560"0"0,-1 1 0 0 0,1-1 0 0 0,-1 0 0 0 0,1 0 0 0 0,0 0-1 0 0,0 0 1 0 0,0 0 0 0 0,0 0 0 0 0,1 0 0 0 0,-1-6 0 0 0,1 8-613 0 0,0-1 1 0 0,1 1 0 0 0,-1-1-1 0 0,1 1 1 0 0,0-1 0 0 0,-1 1 0 0 0,1-1-1 0 0,0 1 1 0 0,0 0 0 0 0,0 0 0 0 0,0-1-1 0 0,0 1 1 0 0,0 0 0 0 0,0 0 0 0 0,0 0-1 0 0,2-1 1 0 0,22-14 362 0 0,-16 12-401 0 0,0 1 0 0 0,1 0 0 0 0,0 1-1 0 0,0 0 1 0 0,-1 0 0 0 0,1 1 0 0 0,0 0 0 0 0,0 1 0 0 0,0 0 0 0 0,0 0-1 0 0,20 5 1 0 0,-23-4-43 0 0,0 1 0 0 0,1 0 0 0 0,-1 0 0 0 0,0 1 0 0 0,0 0 0 0 0,0 1 0 0 0,0-1 0 0 0,-1 1 1 0 0,1 0-1 0 0,-1 1 0 0 0,0 0 0 0 0,0 0 0 0 0,-1 0 0 0 0,1 0 0 0 0,-1 1 0 0 0,7 11 0 0 0,-9-12-2 0 0,-1 0 1 0 0,1 0-1 0 0,-1 0 1 0 0,-1 0 0 0 0,1 1-1 0 0,-1-1 1 0 0,0 0-1 0 0,0 1 1 0 0,0-1-1 0 0,-1 1 1 0 0,0 0-1 0 0,0-1 1 0 0,-1 1 0 0 0,1-1-1 0 0,-1 1 1 0 0,0-1-1 0 0,-1 1 1 0 0,1-1-1 0 0,-1 0 1 0 0,0 0-1 0 0,-4 7 1 0 0,-5 10 3 0 0,-2-1 0 0 0,0 0 0 0 0,-25 28 1 0 0,18-23 6 0 0,-56 63 394 0 0,74-87-246 0 0,0 1 90 0 0,0 1-1 0 0,0-1 0 0 0,0 0 1 0 0,-1 0-1 0 0,1 0 0 0 0,-4 3 1 0 0,-3 3 755 0 0,8-7 78 0 0,-3 1-65 0 0</inkml:trace>
</inkml:ink>
</file>

<file path=ppt/ink/ink5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26:03.3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569 199 1620 0 0,'8'-11'1897'0'0,"0"-1"0"0"0,-1 0 1 0 0,0-1-1 0 0,-1 0 0 0 0,6-18 0 0 0,-12 28-1763 0 0,1 0 0 0 0,-1 0 1 0 0,1-1-1 0 0,-1 1 0 0 0,0 0 0 0 0,0 0 0 0 0,0 0 0 0 0,-1 0 1 0 0,1 0-1 0 0,-1-1 0 0 0,0 1 0 0 0,1 0 0 0 0,-1 0 0 0 0,-1 0 0 0 0,1 1 1 0 0,0-1-1 0 0,-1 0 0 0 0,0 0 0 0 0,1 1 0 0 0,-1-1 0 0 0,0 1 1 0 0,0-1-1 0 0,-4-2 0 0 0,4 2-115 0 0,-1 1 1 0 0,0 0 0 0 0,0 0-1 0 0,0 0 1 0 0,0 0 0 0 0,0 1-1 0 0,0-1 1 0 0,-1 1 0 0 0,1 0-1 0 0,-4-1 1 0 0,-34-7 51 0 0,40 8-69 0 0,-14-1 3 0 0,-1 1 0 0 0,1 0 0 0 0,-1 1 0 0 0,1 1 0 0 0,0 0 0 0 0,-1 1 0 0 0,1 1 0 0 0,0 0 0 0 0,0 1 0 0 0,0 1 0 0 0,1 0 0 0 0,0 1 0 0 0,0 1 0 0 0,0 0 0 0 0,-21 14 0 0 0,4 2-9 0 0,2 1 0 0 0,0 1 0 0 0,1 1 0 0 0,2 1 0 0 0,-27 36 0 0 0,46-54 6 0 0,0-1 1 0 0,1 1 0 0 0,1 0 0 0 0,-1 1 0 0 0,1-1 0 0 0,1 1 0 0 0,0 0 0 0 0,0 0 0 0 0,1 0 0 0 0,0 1 0 0 0,1-1 0 0 0,-2 13 0 0 0,5-21 2 0 0,-1 0 1 0 0,0 0 0 0 0,1 0-1 0 0,-1 0 1 0 0,1 0 0 0 0,-1 0 0 0 0,1 0-1 0 0,0 0 1 0 0,0 0 0 0 0,0-1 0 0 0,0 1-1 0 0,0 0 1 0 0,1-1 0 0 0,-1 1 0 0 0,0 0-1 0 0,1-1 1 0 0,2 3 0 0 0,-1-2 2 0 0,1 1 1 0 0,-1-1 0 0 0,1 1-1 0 0,0-1 1 0 0,0 0-1 0 0,-1 0 1 0 0,6 1 0 0 0,4 0 12 0 0,1 0 0 0 0,-1-1 0 0 0,1 0 0 0 0,0-1 0 0 0,-1 0 0 0 0,1-1 0 0 0,0-1 0 0 0,0 0 0 0 0,-1-1 0 0 0,1-1 0 0 0,14-4 0 0 0,-17 4-2 0 0,1-2 1 0 0,-1 1-1 0 0,0-2 0 0 0,0 1 0 0 0,12-10 1 0 0,-18 11-17 0 0,-1 1 1 0 0,0-1 0 0 0,0 0 0 0 0,0 0 0 0 0,0-1-1 0 0,-1 1 1 0 0,0-1 0 0 0,0 1 0 0 0,0-1-1 0 0,2-6 1 0 0,5-8 11 0 0,-7 12-12 0 0,0 0 0 0 0,-1 0 1 0 0,0-1-1 0 0,0 1 0 0 0,1-16 1 0 0,0 3 14 0 0,15-91 3299 0 0,-14 93-2067 0 0,0 1-855 0 0,-3 30-71 0 0,-3 63 1114 0 0,-4 0 1 0 0,-25 121-1 0 0,-61 147-2583 0 0,74-281-2117 0 0,9-27-730 0 0,-2 0-4372 0 0,6-20 690 0 0</inkml:trace>
</inkml:ink>
</file>

<file path=ppt/ink/ink5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26:03.9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181 43 1628 0 0,'-136'10'13603'0'0,"94"-4"-10102"0"0,39-6-2447 0 0,23-4-278 0 0,116-9 133 0 0,-44 5-745 0 0,190-12 246 0 0,-102 9-1904 0 0,-125 10-2312 0 0,-20 0-3741 0 0</inkml:trace>
</inkml:ink>
</file>

<file path=ppt/ink/ink5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26:04.4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156 0 376 0 0,'-56'11'6768'0'0,"34"-6"-2136"0"0,0-1-1 0 0,-34 1 0 0 0,101-13-2517 0 0,-22 8-1841 0 0,0 0-1 0 0,1 1 1 0 0,26 6-1 0 0,-41-6-250 0 0,0 1-1 0 0,0 1 1 0 0,0-1-1 0 0,0 2 1 0 0,0-1-1 0 0,-1 1 1 0 0,1 0-1 0 0,-1 1 1 0 0,0 0-1 0 0,10 9 1 0 0,-15-11-17 0 0,0 0 1 0 0,0-1 0 0 0,-1 2-1 0 0,1-1 1 0 0,-1 0-1 0 0,0 0 1 0 0,0 1-1 0 0,0 0 1 0 0,-1-1 0 0 0,1 1-1 0 0,-1 0 1 0 0,0-1-1 0 0,2 9 1 0 0,-3-6 1 0 0,1 1-1 0 0,-1 0 1 0 0,0-1 0 0 0,-1 1-1 0 0,0 0 1 0 0,0-1 0 0 0,-3 11-1 0 0,-2 2 4 0 0,-1 0 0 0 0,-2 0-1 0 0,0-1 1 0 0,-15 23 0 0 0,-5 2-22 0 0,-41 45 1 0 0,11-14 381 0 0,58-73-170 0 0,4 2 18 0 0,-3-3-212 0 0,0 1-1 0 0,0-1 1 0 0,0 0 0 0 0,0 0 0 0 0,0 1 0 0 0,0-1-1 0 0,0 0 1 0 0,1 1 0 0 0,-1-1 0 0 0,0 0-1 0 0,0 0 1 0 0,0 1 0 0 0,0-1 0 0 0,1 0 0 0 0,-1 0-1 0 0,0 1 1 0 0,0-1 0 0 0,1 0 0 0 0,-1 0-1 0 0,0 0 1 0 0,0 0 0 0 0,1 1 0 0 0,-1-1 0 0 0,0 0-1 0 0,1 0 1 0 0,-1 0 0 0 0,0 0 0 0 0,0 0-1 0 0,1 0 1 0 0,0 0 0 0 0,12 1 23 0 0,0 0 1 0 0,0-1-1 0 0,0-1 1 0 0,0 0-1 0 0,0-1 1 0 0,18-5-1 0 0,2 1-461 0 0,15-4-2178 0 0,78-24 0 0 0,-15-11-6969 0 0,-67 25 1405 0 0</inkml:trace>
</inkml:ink>
</file>

<file path=ppt/ink/ink5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26:04.9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250 469 1920 0 0,'-3'-37'8104'0'0,"-9"1"-3742"0"0,10 33-4109 0 0,1 0-1 0 0,-1 0 1 0 0,0 0 0 0 0,0 0-1 0 0,0 0 1 0 0,0 1-1 0 0,0-1 1 0 0,-1 1 0 0 0,1 0-1 0 0,-1-1 1 0 0,0 1 0 0 0,1 0-1 0 0,-1 1 1 0 0,0-1-1 0 0,0 0 1 0 0,0 1 0 0 0,0 0-1 0 0,-1-1 1 0 0,1 1 0 0 0,-5 0-1 0 0,1 0-154 0 0,1 0-1 0 0,-1 0 1 0 0,0 1-1 0 0,0 0 1 0 0,0 1 0 0 0,1-1-1 0 0,-1 1 1 0 0,0 1-1 0 0,1-1 1 0 0,-8 4-1 0 0,10-4-79 0 0,1 1-1 0 0,-1 0 1 0 0,1-1-1 0 0,0 1 1 0 0,0 1-1 0 0,0-1 0 0 0,0 0 1 0 0,0 1-1 0 0,0-1 1 0 0,1 1-1 0 0,-1 0 1 0 0,1 0-1 0 0,0 0 0 0 0,0 0 1 0 0,0 0-1 0 0,0 1 1 0 0,0-1-1 0 0,1 0 1 0 0,0 1-1 0 0,-1 0 1 0 0,0 6-1 0 0,1-2 14 0 0,0 1 1 0 0,1-1 0 0 0,0 1-1 0 0,1-1 1 0 0,0 1-1 0 0,0-1 1 0 0,0 1-1 0 0,1-1 1 0 0,1 0-1 0 0,-1 0 1 0 0,5 10-1 0 0,8 12 404 0 0,25 43 0 0 0,-35-65-305 0 0,74 106 812 0 0,-28-46-622 0 0,-41-54-309 0 0,-8-12 96 0 0,1 1 1 0 0,-1 0-1 0 0,0 0 0 0 0,0 0 0 0 0,0 0 1 0 0,-1 0-1 0 0,1 0 0 0 0,-1 0 1 0 0,0 0-1 0 0,1 0 0 0 0,-1 1 0 0 0,-1-1 1 0 0,2 7-1 0 0,-2-9-71 0 0,-1 0 0 0 0,1 0 0 0 0,0 0 0 0 0,-1 0-1 0 0,1 0 1 0 0,0 0 0 0 0,-1 0 0 0 0,1 0 0 0 0,-1 0 0 0 0,0 0 0 0 0,1-1 0 0 0,-1 1 0 0 0,0 0 0 0 0,1 0 0 0 0,-1-1-1 0 0,0 1 1 0 0,0 0 0 0 0,0-1 0 0 0,-1 2 0 0 0,-19 9 319 0 0,19-10-264 0 0,-9 3 70 0 0,1 0 1 0 0,-1-1-1 0 0,1 0 0 0 0,-1-1 1 0 0,0 0-1 0 0,0-1 0 0 0,0 0 0 0 0,-15-1 1 0 0,20 0-107 0 0,0 0 0 0 0,-1-1 0 0 0,1 1 0 0 0,0-1-1 0 0,0-1 1 0 0,0 1 0 0 0,0-1 0 0 0,0-1 0 0 0,0 1 0 0 0,0-1 0 0 0,0 0 0 0 0,1 0 0 0 0,0 0 0 0 0,-1-1 0 0 0,-8-8 0 0 0,12 10-47 0 0,0-1 1 0 0,0 1-1 0 0,1-1 1 0 0,-1 1-1 0 0,1-1 1 0 0,0 0-1 0 0,-1 0 1 0 0,1 0-1 0 0,0 0 0 0 0,1 0 1 0 0,-1 0-1 0 0,0 0 1 0 0,1 0-1 0 0,0 0 1 0 0,0 0-1 0 0,0 0 1 0 0,0-1-1 0 0,0 1 0 0 0,1 0 1 0 0,-1 0-1 0 0,1 0 1 0 0,0 0-1 0 0,0 0 1 0 0,0 0-1 0 0,0 0 1 0 0,0 1-1 0 0,1-1 0 0 0,2-4 1 0 0,5-7-8 0 0,0 1 1 0 0,1 1-1 0 0,0-1 1 0 0,15-12-1 0 0,112-93 32 0 0,-90 80-104 0 0,71-72 1 0 0,-113 104 63 0 0,0 1 1 0 0,-1-1-1 0 0,1 0 1 0 0,-1-1-1 0 0,-1 1 0 0 0,1-1 1 0 0,-1 1-1 0 0,-1-1 1 0 0,1 0-1 0 0,2-13 0 0 0,-4 16 4 0 0,-1-1 0 0 0,1 0 0 0 0,-1 0 0 0 0,0 1 0 0 0,-1-1-1 0 0,1 0 1 0 0,-1 1 0 0 0,0-1 0 0 0,0 0 0 0 0,0 1 0 0 0,-1-1 0 0 0,1 1-1 0 0,-1-1 1 0 0,0 1 0 0 0,0 0 0 0 0,-1 0 0 0 0,-4-6 0 0 0,-4-3-12 0 0,0 1 1 0 0,-1 0 0 0 0,0 1 0 0 0,0 0 0 0 0,-2 1-1 0 0,-15-10 1 0 0,-92-43-823 0 0,85 46-1079 0 0,1-1-1 0 0,-43-30 1 0 0,52 24-2065 0 0,16 3-3118 0 0,7 3-1542 0 0</inkml:trace>
</inkml:ink>
</file>

<file path=ppt/ink/ink5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26:05.7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275 79 1760 0 0,'0'0'7115'0'0,"-8"6"-1101"0"0,151-41-2935 0 0,347-13-1765 0 0,-481 47-1308 0 0,0 1 0 0 0,0 0 0 0 0,0 0 0 0 0,1 1 0 0 0,-2 0-1 0 0,1 1 1 0 0,0 0 0 0 0,0 1 0 0 0,0-1 0 0 0,-1 2 0 0 0,9 3 0 0 0,-12-3 14 0 0,1-1-1 0 0,-1 1 0 0 0,0 0 1 0 0,0 1-1 0 0,-1-1 1 0 0,1 1-1 0 0,-1 0 0 0 0,0 0 1 0 0,-1 0-1 0 0,1 0 1 0 0,-1 1-1 0 0,0 0 1 0 0,0-1-1 0 0,-1 1 0 0 0,1 0 1 0 0,1 8-1 0 0,9 47 477 0 0,-2-1 0 0 0,-3 1 0 0 0,1 75 1 0 0,-4-40 2 0 0,46 1189 2617 0 0,-27-454-2738 0 0,7 42-279 0 0,-13-313-63 0 0,-15-474-18 0 0,34 1440 123 0 0,-36-1066-433 0 0,0-186 1678 0 0,-1-94 3010 0 0,0-177-4069 0 0,0-1 63 0 0,0 22 215 0 0,0-22-605 0 0,0 0 0 0 0,0-1 0 0 0,0 1 0 0 0,0-1 0 0 0,-1 1 0 0 0,1 0 0 0 0,-1-1 0 0 0,1 1 0 0 0,-1-1 0 0 0,1 1 0 0 0,-1-1 0 0 0,0 0 0 0 0,0 1 0 0 0,0-1 0 0 0,1 0 0 0 0,-1 1 0 0 0,0-1 0 0 0,-1 0 0 0 0,1 0 0 0 0,0 0 0 0 0,0 0 0 0 0,0 0 0 0 0,-1 0 0 0 0,1 0 0 0 0,-1 0 0 0 0,1-1 0 0 0,0 1 0 0 0,-1-1 0 0 0,1 1 0 0 0,-1-1 0 0 0,-1 1 0 0 0,-4 2 0 0 0,-276 99-2174 0 0,-10-22-897 0 0,273-75 2958 0 0,-207 54-3710 0 0,36-9-1043 0 0,62-17-1729 0 0,14-4-3126 0 0</inkml:trace>
</inkml:ink>
</file>

<file path=ppt/ink/ink5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26:07.5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92 674 1564 0 0,'48'-120'15819'0'0,"-47"118"-15422"0"0,0-6 502 0 0,-75 356-126 0 0,56-273-688 0 0,12-49-59 0 0,-38 185 271 0 0,44-208-200 0 0,17-34-70 0 0,131-393-78 0 0,54-130-7 0 0,-180 499 131 0 0,-14 31-44 0 0,2 1 0 0 0,0 0-1 0 0,2 1 1 0 0,13-21 0 0 0,-24 42-29 0 0,-1 1 0 0 0,1-1 0 0 0,0 1 1 0 0,-1-1-1 0 0,1 0 0 0 0,-1 1 0 0 0,1 0 1 0 0,0-1-1 0 0,0 1 0 0 0,-1-1 0 0 0,1 1 0 0 0,0 0 1 0 0,0 0-1 0 0,-1-1 0 0 0,1 1 0 0 0,0 0 0 0 0,0 0 1 0 0,-1 0-1 0 0,1 0 0 0 0,0 0 0 0 0,0 0 0 0 0,0 0 1 0 0,0 0-1 0 0,-1 0 0 0 0,1 0 0 0 0,0 1 1 0 0,0-1-1 0 0,-1 0 0 0 0,1 0 0 0 0,0 1 0 0 0,0-1 1 0 0,-1 0-1 0 0,2 2 0 0 0,1-1 6 0 0,-1 1 1 0 0,0 0-1 0 0,1-1 1 0 0,-1 1-1 0 0,0 0 1 0 0,0 0-1 0 0,3 5 1 0 0,2 3 10 0 0,-2 1 0 0 0,1 0 0 0 0,-1 0 1 0 0,-1 0-1 0 0,0 1 0 0 0,0 0 0 0 0,1 14 1 0 0,9 89 188 0 0,-13-106-176 0 0,26 448 914 0 0,-25-402-888 0 0,0-14 9 0 0,2 0 0 0 0,1 1 1 0 0,3-1-1 0 0,1-1 0 0 0,1 0 1 0 0,21 49-1 0 0,-28-83-49 0 0,0 0 1 0 0,1 0-1 0 0,0 0 1 0 0,1 0-1 0 0,-1 0 1 0 0,1-1-1 0 0,0 1 1 0 0,0-1-1 0 0,1-1 0 0 0,-1 1 1 0 0,1-1-1 0 0,0 0 1 0 0,1 0-1 0 0,6 3 1 0 0,-9-6-268 0 0,0 1 1 0 0,0-1 0 0 0,-1 0-1 0 0,1 0 1 0 0,0 0-1 0 0,0-1 1 0 0,0 1 0 0 0,0-1-1 0 0,0 0 1 0 0,0 0 0 0 0,7-1-1 0 0,-7 0-377 0 0,-1 0-1 0 0,1 0 1 0 0,-1-1 0 0 0,0 1-1 0 0,1-1 1 0 0,-1 0-1 0 0,0 1 1 0 0,0-1 0 0 0,0-1-1 0 0,0 1 1 0 0,-1 0-1 0 0,1-1 1 0 0,-1 1 0 0 0,5-6-1 0 0,2-7-6765 0 0</inkml:trace>
</inkml:ink>
</file>

<file path=ppt/ink/ink5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26:07.7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197 214 2952 0 0,'-65'-5'5438'0'0,"-67"-2"4960"0"0,140-3-9924 0 0,-1 6-427 0 0,0 0 0 0 0,0 1 0 0 0,0 0 0 0 0,0 1 0 0 0,1-1 0 0 0,14-2-1 0 0,-1 0-25 0 0,244-69-3113 0 0,-91 12-4860 0 0,-105 35 1789 0 0</inkml:trace>
</inkml:ink>
</file>

<file path=ppt/ink/ink5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26:08.5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1094 131 1512 0 0,'6'-6'1892'0'0,"1"0"0"0"0,-1 0 0 0 0,0-1 0 0 0,0 1 0 0 0,-1-1 0 0 0,0 0 0 0 0,0-1 0 0 0,6-12 0 0 0,-10 19-1794 0 0,0-1 0 0 0,-1 1 0 0 0,1 0 0 0 0,0 0 0 0 0,-1-1 0 0 0,1 1 0 0 0,-1 0 1 0 0,1-1-1 0 0,-1 1 0 0 0,0 0 0 0 0,0-1 0 0 0,1 1 0 0 0,-1 0 0 0 0,0-1 0 0 0,0 1 0 0 0,0-1 1 0 0,-1 1-1 0 0,1 0 0 0 0,0-1 0 0 0,0 1 0 0 0,-1-1 0 0 0,1 1 0 0 0,-1 0 0 0 0,1-1 0 0 0,-1 1 0 0 0,0 0 1 0 0,1 0-1 0 0,-1 0 0 0 0,0-1 0 0 0,0 1 0 0 0,0 0 0 0 0,0 0 0 0 0,-1-1 0 0 0,-1 0-72 0 0,0 1 1 0 0,-1-1-1 0 0,1 1 0 0 0,-1-1 0 0 0,1 1 0 0 0,-1 0 0 0 0,0 0 0 0 0,1 1 1 0 0,-1-1-1 0 0,0 1 0 0 0,1 0 0 0 0,-1 0 0 0 0,0 0 0 0 0,0 0 0 0 0,1 1 1 0 0,-1-1-1 0 0,-4 2 0 0 0,-11 3 15 0 0,0 0 0 0 0,-22 10 0 0 0,6 0-31 0 0,0 2 1 0 0,2 1-1 0 0,0 2 1 0 0,1 1 0 0 0,-29 26-1 0 0,24-16-15 0 0,2 2-1 0 0,1 1 1 0 0,-46 62-1 0 0,63-73 12 0 0,2 2 1 0 0,1 0-1 0 0,-20 48 0 0 0,-17 84 77 0 0,34-77 134 0 0,3 0 0 0 0,-4 83 0 0 0,16-136-163 0 0,-58 718 1955 0 0,-20 199-1242 0 0,-40 205 1632 0 0,49 51 1800 0 0,67-1099-4129 0 0,1-31-70 0 0,-38 678 0 0 0,20-430 0 0 0,20-115 0 0 0,3-181 0 0 0,0 0 0 0 0,2 0 0 0 0,0 0 0 0 0,1-1 0 0 0,2 1 0 0 0,0-2 0 0 0,11 24 0 0 0,-12-33-8 0 0,0-1 1 0 0,0 0-1 0 0,1 0 1 0 0,1-1-1 0 0,0 0 1 0 0,0 0-1 0 0,0-1 0 0 0,1 0 1 0 0,20 13-1 0 0,-15-12-27 0 0,1-1 1 0 0,0-1-1 0 0,0 0 0 0 0,1-1 0 0 0,0-1 0 0 0,23 5 0 0 0,6-3-183 0 0,-1-3 0 0 0,1-1 0 0 0,-1-2 0 0 0,69-8 0 0 0,9-7-3413 0 0,153-36 0 0 0,-16-23-6501 0 0,-93 16-1427 0 0</inkml:trace>
</inkml:ink>
</file>

<file path=ppt/ink/ink5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26:10.2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45 71 2708 0 0,'17'-22'9080'0'0,"2"-1"-2388"0"0,-18 20-5355 0 0,1 0-1 0 0,0 0 1 0 0,0 0-1 0 0,0 0 1 0 0,0 1-1 0 0,5-5 1 0 0,-6 7-1294 0 0,-1 0 1 0 0,0 0 0 0 0,0 0-1 0 0,0-1 1 0 0,0 1-1 0 0,0 0 1 0 0,1 0-1 0 0,-1 0 1 0 0,0 0 0 0 0,0 0-1 0 0,0 0 1 0 0,0 0-1 0 0,1 0 1 0 0,-1 0-1 0 0,0 0 1 0 0,0 0 0 0 0,0 0-1 0 0,1 0 1 0 0,-1 0-1 0 0,0 0 1 0 0,0 0-1 0 0,0 0 1 0 0,0 0 0 0 0,1 0-1 0 0,-1 0 1 0 0,0 0-1 0 0,0 0 1 0 0,0 0 0 0 0,1 0-1 0 0,-1 0 1 0 0,0 0-1 0 0,0 0 1 0 0,0 0-1 0 0,0 1 1 0 0,0-1 0 0 0,1 0-1 0 0,-1 0 1 0 0,1 14 333 0 0,-32 214-1131 0 0,-10 3-6989 0 0,13-76-2801 0 0,21-109 2120 0 0</inkml:trace>
</inkml:ink>
</file>

<file path=ppt/ink/ink5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26:10.8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119 95 976 0 0,'2'-15'6433'0'0,"-2"12"-5993"0"0,2-25 7403 0 0,-2 28-7803 0 0,0 0 1 0 0,0 0 0 0 0,0 0-1 0 0,0 0 1 0 0,0 0-1 0 0,0 0 1 0 0,0 0-1 0 0,0 0 1 0 0,0 0-1 0 0,0 0 1 0 0,0 0-1 0 0,0 0 1 0 0,0-1-1 0 0,0 1 1 0 0,-1 0-1 0 0,1 0 1 0 0,0 0-1 0 0,0 0 1 0 0,0 0-1 0 0,0 0 1 0 0,0 0 0 0 0,0 0-1 0 0,0 0 1 0 0,0 0-1 0 0,0 0 1 0 0,0 0-1 0 0,-1 0 1 0 0,1 0-1 0 0,0 0 1 0 0,0 0-1 0 0,0 0 1 0 0,0 0-1 0 0,0 0 1 0 0,0 0-1 0 0,0 0 1 0 0,0 0-1 0 0,0 0 1 0 0,0 0 0 0 0,-1 0-1 0 0,1 1 1 0 0,0-1-1 0 0,0 0 1 0 0,0 0-1 0 0,0 0 1 0 0,0 0-1 0 0,0 0 1 0 0,0 0-1 0 0,0 0 1 0 0,0 0-1 0 0,0 0 1 0 0,0 0-1 0 0,0 0 1 0 0,0 0-1 0 0,0 0 1 0 0,0 1 0 0 0,0-1-1 0 0,0 0 1 0 0,0 0-1 0 0,0 0 1 0 0,0 0-1 0 0,0 0 1 0 0,0 0-1 0 0,0 0 1 0 0,0 0-1 0 0,0 1 1 0 0,-10 16 174 0 0,-14 40 535 0 0,2 1-1 0 0,3 1 0 0 0,-14 71 0 0 0,29-110-674 0 0,1 1-1 0 0,1-1 1 0 0,0 1-1 0 0,2 0 1 0 0,0-1-1 0 0,2 1 1 0 0,5 29-1 0 0,-6-43-48 0 0,0 0-1 0 0,1 0 1 0 0,1 0-1 0 0,-1-1 0 0 0,1 1 1 0 0,0-1-1 0 0,0 0 1 0 0,1 1-1 0 0,0-1 1 0 0,0-1-1 0 0,0 1 0 0 0,1-1 1 0 0,0 1-1 0 0,0-1 1 0 0,0-1-1 0 0,0 1 0 0 0,1-1 1 0 0,0 0-1 0 0,0 0 1 0 0,0-1-1 0 0,0 1 0 0 0,1-1 1 0 0,-1-1-1 0 0,1 1 1 0 0,7 1-1 0 0,0-2 16 0 0,-1 0 0 0 0,0-1-1 0 0,1 0 1 0 0,-1-1 0 0 0,1-1 0 0 0,-1 0 0 0 0,1-1-1 0 0,-1 0 1 0 0,0-1 0 0 0,0-1 0 0 0,0 0 0 0 0,0 0-1 0 0,-1-1 1 0 0,0-1 0 0 0,0 0 0 0 0,14-10 0 0 0,-8 3-16 0 0,0 0-1 0 0,-1-1 1 0 0,0 0 0 0 0,-2-1 0 0 0,0-1 0 0 0,0-1 0 0 0,-1 0 0 0 0,-2-1 0 0 0,14-23 0 0 0,-11 13-8 0 0,-1-1-1 0 0,-1 0 1 0 0,-2-1 0 0 0,12-45 0 0 0,-20 62-22 0 0,0 0 1 0 0,-1-1-1 0 0,-1 1 1 0 0,0-1-1 0 0,-1 1 1 0 0,0-1-1 0 0,-1 1 1 0 0,-1 0 0 0 0,0-1-1 0 0,0 1 1 0 0,-2 0-1 0 0,1 0 1 0 0,-8-14-1 0 0,9 21-1 0 0,-1 1 0 0 0,0 0 0 0 0,0 0 0 0 0,0 1 0 0 0,-1-1 0 0 0,0 1 0 0 0,0 0-1 0 0,0 0 1 0 0,0 0 0 0 0,-1 0 0 0 0,1 1 0 0 0,-1-1 0 0 0,0 1 0 0 0,-8-3 0 0 0,5 3-89 0 0,0 0-1 0 0,0 0 1 0 0,0 1 0 0 0,0 1 0 0 0,-1-1 0 0 0,1 1-1 0 0,-1 1 1 0 0,1-1 0 0 0,-10 2 0 0 0,2 1-369 0 0,1 0 1 0 0,0 1-1 0 0,0 0 1 0 0,0 1 0 0 0,0 1-1 0 0,1 1 1 0 0,0 0-1 0 0,0 0 1 0 0,0 2-1 0 0,-18 12 1 0 0,18-9-448 0 0,0 1 0 0 0,1 1 0 0 0,-14 16 1 0 0,-12 22-4636 0 0,16-16-520 0 0</inkml:trace>
</inkml:ink>
</file>

<file path=ppt/ink/ink5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26:11.4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301 96 1976 0 0,'-13'-10'5355'0'0,"-30"-35"6302"0"0,42 43-10488 0 0,-1 2-936 0 0,0 0-207 0 0,0 0 1 0 0,0 0-1 0 0,1 1 1 0 0,-1-1-1 0 0,0 1 1 0 0,1-1-1 0 0,-1 1 1 0 0,1 0-1 0 0,-1-1 0 0 0,1 1 1 0 0,-1 0-1 0 0,1 0 1 0 0,-1 0-1 0 0,1 0 1 0 0,0 0-1 0 0,0 1 1 0 0,-1-1-1 0 0,1 0 1 0 0,0 1-1 0 0,0-1 1 0 0,-1 3-1 0 0,-24 41 156 0 0,18-30-104 0 0,-26 47 173 0 0,4 1 1 0 0,2 2-1 0 0,-33 113 0 0 0,55-154-183 0 0,1 0 0 0 0,1 0 0 0 0,-2 49 0 0 0,6-71-48 0 0,0 1 1 0 0,0-1 0 0 0,0 1-1 0 0,0-1 1 0 0,0 0-1 0 0,1 1 1 0 0,-1-1-1 0 0,1 0 1 0 0,0 1 0 0 0,-1-1-1 0 0,1 0 1 0 0,0 0-1 0 0,0 0 1 0 0,0 1 0 0 0,1-1-1 0 0,-1 0 1 0 0,0-1-1 0 0,1 1 1 0 0,-1 0 0 0 0,1 0-1 0 0,0-1 1 0 0,0 1-1 0 0,0 0 1 0 0,0-1 0 0 0,0 0-1 0 0,0 0 1 0 0,0 1-1 0 0,0-1 1 0 0,0 0-1 0 0,0-1 1 0 0,1 1 0 0 0,-1 0-1 0 0,0-1 1 0 0,0 1-1 0 0,1-1 1 0 0,-1 0 0 0 0,1 1-1 0 0,-1-1 1 0 0,0 0-1 0 0,3-1 1 0 0,7 0 58 0 0,0 0 0 0 0,0-1 0 0 0,-1-1 0 0 0,1 0 0 0 0,-1-1 0 0 0,20-8 0 0 0,-1-3 59 0 0,-1 0 1 0 0,-1-2-1 0 0,-1-1 0 0 0,0-2 0 0 0,-1 0 1 0 0,-1-2-1 0 0,-1-1 0 0 0,-1-1 1 0 0,-2 0-1 0 0,0-2 0 0 0,-1 0 0 0 0,-2-2 1 0 0,0 0-1 0 0,-2-1 0 0 0,-2 0 0 0 0,0-1 1 0 0,-2-1-1 0 0,10-40 0 0 0,-20 63-117 0 0,0 0 0 0 0,-1 0 0 0 0,0 0-1 0 0,-1 0 1 0 0,1 0 0 0 0,-1 0 0 0 0,-1 0 0 0 0,0 0-1 0 0,0 0 1 0 0,-4-13 0 0 0,4 17-23 0 0,-1 0-1 0 0,1 0 1 0 0,-1 1-1 0 0,0-1 1 0 0,-1 1 0 0 0,1-1-1 0 0,0 1 1 0 0,-1 0 0 0 0,0 0-1 0 0,0 0 1 0 0,0 0-1 0 0,0 0 1 0 0,0 1 0 0 0,0 0-1 0 0,-1-1 1 0 0,1 1-1 0 0,-1 0 1 0 0,0 1 0 0 0,0-1-1 0 0,1 1 1 0 0,-1-1-1 0 0,-5 0 1 0 0,-4-1-266 0 0,0 1-1 0 0,0 1 1 0 0,0 0 0 0 0,0 0-1 0 0,-1 2 1 0 0,1-1 0 0 0,0 2-1 0 0,0 0 1 0 0,0 0 0 0 0,1 1-1 0 0,-1 1 1 0 0,-21 8-1 0 0,16-3-1270 0 0,0 0 0 0 0,-31 21 0 0 0,27-14-2890 0 0,-31 30 1 0 0,27-21-2912 0 0</inkml:trace>
</inkml:ink>
</file>

<file path=ppt/ink/ink5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26:12.0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149 1 1612 0 0,'-10'12'5597'0'0,"4"-4"-4379"0"0,1 0 0 0 0,1 0 0 0 0,-1 0 0 0 0,1 1 0 0 0,0-1 0 0 0,-3 13 0 0 0,-13 60 1530 0 0,9-29-1241 0 0,-44 210 2012 0 0,46-196-3001 0 0,3 0-1 0 0,3 70 1 0 0,3-119-347 0 0,1 1 0 0 0,1-1 0 0 0,1 1 0 0 0,7 25 1 0 0,-9-38-92 0 0,1 0 1 0 0,0-1-1 0 0,0 1 1 0 0,0 0 0 0 0,0-1-1 0 0,1 0 1 0 0,0 1-1 0 0,0-1 1 0 0,0 0-1 0 0,0-1 1 0 0,1 1 0 0 0,-1 0-1 0 0,1-1 1 0 0,0 0-1 0 0,0 0 1 0 0,0 0-1 0 0,1 0 1 0 0,-1-1 0 0 0,10 4-1 0 0,-6-4-13 0 0,0 0-1 0 0,1 0 0 0 0,-1-1 1 0 0,1 0-1 0 0,-1-1 0 0 0,1 0 1 0 0,0 0-1 0 0,-1-1 1 0 0,1 0-1 0 0,-1-1 0 0 0,0 0 1 0 0,1 0-1 0 0,-1 0 0 0 0,0-1 1 0 0,0-1-1 0 0,14-7 0 0 0,-4 0-1 0 0,0 0-1 0 0,-1-1 0 0 0,0-1 0 0 0,-1 0 0 0 0,25-28 1 0 0,-19 15 6 0 0,-2 0 0 0 0,-1-2 1 0 0,-1 0-1 0 0,-1 0 0 0 0,-2-2 0 0 0,-1 0 1 0 0,-1-1-1 0 0,-1 0 0 0 0,-2-1 1 0 0,-2 0-1 0 0,0-1 0 0 0,2-37 0 0 0,-8 59-43 0 0,-2-1 0 0 0,1 0-1 0 0,-2 0 1 0 0,1 1-1 0 0,-2-1 1 0 0,1 1 0 0 0,-2-1-1 0 0,1 1 1 0 0,-2 0-1 0 0,1-1 1 0 0,-2 2 0 0 0,-7-15-1 0 0,8 17-43 0 0,-1 0 0 0 0,-1 0 0 0 0,1 1 0 0 0,-1 0 0 0 0,-1 0 0 0 0,1 1 0 0 0,-1 0 0 0 0,0 0-1 0 0,-1 0 1 0 0,1 1 0 0 0,-1 0 0 0 0,0 1 0 0 0,-1-1 0 0 0,1 2 0 0 0,-18-6 0 0 0,11 4-408 0 0,0 2 1 0 0,-1 0 0 0 0,1 1 0 0 0,-1 1-1 0 0,0 0 1 0 0,0 1 0 0 0,-29 4 0 0 0,31-2-896 0 0,1 1 0 0 0,-1 1 0 0 0,-20 8 0 0 0,23-8-1020 0 0,1 1 1 0 0,0 1 0 0 0,0 0 0 0 0,-15 12 0 0 0,14-9-4976 0 0</inkml:trace>
</inkml:ink>
</file>

<file path=ppt/ink/ink5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26:14.0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123 65 564 0 0,'-4'-1'2073'0'0,"-87"-23"9357"0"0,88 24-10931 0 0,0-1-66 0 0,-5-1-206 0 0,-5-1 1824 0 0,28 0-958 0 0,92-1-368 0 0,27-2-458 0 0,2-2 103 0 0,-133 7-397 0 0,13-3-2259 0 0,6-1-5912 0 0,-13 3 5787 0 0</inkml:trace>
</inkml:ink>
</file>

<file path=ppt/ink/ink5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26:14.2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85 92 2360 0 0,'6'-11'2178'0'0,"0"-1"-1"0"0,-1 0 0 0 0,0-1 1 0 0,-1 1-1 0 0,3-18 1 0 0,-7 28-1657 0 0,-15 116 2511 0 0,-15 44-2693 0 0,-17 104-1614 0 0,28-85-4698 0 0,14-107 533 0 0,4-37 1215 0 0</inkml:trace>
</inkml:ink>
</file>

<file path=ppt/ink/ink5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26:14.7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 61 1820 0 0,'0'0'1996'0'0,"-2"-11"4266"0"0,1-1-4398 0 0,1 7 219 0 0,0 0 0 0 0,0-1-1 0 0,-1 1 1 0 0,-2-10-1 0 0,2 13-897 0 0,-4 18-951 0 0,3 6-79 0 0,-9 118-1473 0 0,10-105-494 0 0,2 0 0 0 0,5 38 0 0 0,6 3-5627 0 0,-4-36 107 0 0</inkml:trace>
</inkml:ink>
</file>

<file path=ppt/ink/ink5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26:15.8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267 394 904 0 0,'0'-3'1838'0'0,"-12"-79"8932"0"0,12 81-10337 0 0,0 0-401 0 0,0 1 1 0 0,0 0 0 0 0,0 0 0 0 0,0-1 0 0 0,0 1-1 0 0,0 0 1 0 0,0 0 0 0 0,0-1 0 0 0,0 1-1 0 0,0 0 1 0 0,0 0 0 0 0,0-1 0 0 0,0 1 0 0 0,0 0-1 0 0,0 0 1 0 0,0-1 0 0 0,0 1 0 0 0,0 0-1 0 0,0 0 1 0 0,0 0 0 0 0,0-1 0 0 0,-1 1 0 0 0,1 0-1 0 0,0 0 1 0 0,0 0 0 0 0,0-1 0 0 0,0 1-1 0 0,0 0 1 0 0,-1 0 0 0 0,1 0 0 0 0,0 0 0 0 0,0-1-1 0 0,0 1 1 0 0,-1 0 0 0 0,1 0 0 0 0,0 0-1 0 0,0 0 1 0 0,-1 0 0 0 0,1 0 0 0 0,-9 7 272 0 0,-8 17-33 0 0,-50 113 1489 0 0,61-120-1672 0 0,0 0 0 0 0,1 0-1 0 0,0 0 1 0 0,1 0 0 0 0,1 1 0 0 0,-1 26 0 0 0,4-38-15 0 0,0 1 0 0 0,1-1 1 0 0,0 0-1 0 0,0 0 0 0 0,0 0 1 0 0,1 0-1 0 0,-1 0 0 0 0,1 0 1 0 0,5 9-1 0 0,-5-12 8 0 0,0 0-1 0 0,0 0 1 0 0,0-1-1 0 0,0 1 1 0 0,0-1 0 0 0,1 0-1 0 0,-1 0 1 0 0,1 1-1 0 0,-1-1 1 0 0,1-1 0 0 0,0 1-1 0 0,0 0 1 0 0,0-1-1 0 0,0 1 1 0 0,0-1-1 0 0,0 0 1 0 0,0 0 0 0 0,0 0-1 0 0,1-1 1 0 0,-1 1-1 0 0,5-1 1 0 0,0 1 78 0 0,0-1 0 0 0,0-1 0 0 0,1 1 1 0 0,-1-2-1 0 0,0 1 0 0 0,0-1 0 0 0,-1 0 1 0 0,1 0-1 0 0,0-1 0 0 0,-1 0 0 0 0,11-6 0 0 0,-6 2-20 0 0,-1-1-1 0 0,1-1 0 0 0,-1 1 1 0 0,-1-2-1 0 0,1 0 0 0 0,9-12 0 0 0,-2-1-14 0 0,-2 0-1 0 0,0-1 0 0 0,-1-1 0 0 0,-2 0 0 0 0,0-1 0 0 0,9-30 0 0 0,-13 29-45 0 0,-1 0-1 0 0,-1 0 1 0 0,-2-1 0 0 0,4-46-1 0 0,-8 62-75 0 0,-1-1-1 0 0,0 0 1 0 0,-1 1-1 0 0,0-1 0 0 0,-1 1 1 0 0,-1-1-1 0 0,0 1 0 0 0,0 0 1 0 0,-1 0-1 0 0,-1 0 1 0 0,0 1-1 0 0,-12-20 0 0 0,14 27-30 0 0,0-1 0 0 0,-1 0 0 0 0,0 1 1 0 0,0 0-1 0 0,-1 0 0 0 0,1 0 0 0 0,-1 0 0 0 0,0 1 0 0 0,1-1 0 0 0,-2 1 0 0 0,1 1 0 0 0,0-1 0 0 0,-10-2 0 0 0,7 2-112 0 0,1 2-1 0 0,-1-1 1 0 0,0 1-1 0 0,-1 1 1 0 0,1-1-1 0 0,0 1 1 0 0,0 1-1 0 0,0 0 0 0 0,-8 1 1 0 0,-4 3-494 0 0,0 1 0 0 0,1 0 1 0 0,0 2-1 0 0,0 0 0 0 0,0 1 0 0 0,-33 22 1 0 0,33-17-507 0 0,1 0 0 0 0,1 1 0 0 0,-29 31 0 0 0,-8 24-5139 0 0,32-38 810 0 0</inkml:trace>
</inkml:ink>
</file>

<file path=ppt/ink/ink5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26:16.5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148 182 2268 0 0,'0'-11'2056'0'0,"0"9"-241"0"0,-2-10 1436 0 0,2 11-3092 0 0,0 1 0 0 0,0 0 0 0 0,0 0 0 0 0,0-1 1 0 0,0 1-1 0 0,0 0 0 0 0,0 0 0 0 0,0-1 0 0 0,0 1 0 0 0,0 0 0 0 0,0 0 0 0 0,0-1 0 0 0,0 1 0 0 0,0 0 0 0 0,0 0 0 0 0,-1-1 0 0 0,1 1 0 0 0,0 0 0 0 0,0 0 0 0 0,0-1 0 0 0,0 1 0 0 0,0 0 0 0 0,0 0 1 0 0,-1 0-1 0 0,1-1 0 0 0,0 1 0 0 0,0 0 0 0 0,0 0 0 0 0,-1 0 0 0 0,1 0 0 0 0,0 0 0 0 0,0-1 0 0 0,-1 1 0 0 0,1 0 0 0 0,0 0 0 0 0,0 0 0 0 0,-1 0 0 0 0,1 0 0 0 0,0 0 0 0 0,-1 0 0 0 0,-7 16 544 0 0,0 1-1 0 0,-9 28 0 0 0,1-3-53 0 0,8-22-405 0 0,-52 144 843 0 0,54-144-1020 0 0,1 1 1 0 0,1-1-1 0 0,1 1 0 0 0,0 0 0 0 0,2 0 0 0 0,1 27 1 0 0,1-42-46 0 0,-1-1 1 0 0,1 0-1 0 0,0 1 1 0 0,0-1 0 0 0,0 0-1 0 0,1 0 1 0 0,0 0 0 0 0,0 0-1 0 0,0 0 1 0 0,1 0-1 0 0,0 0 1 0 0,0-1 0 0 0,0 1-1 0 0,0-1 1 0 0,1 0 0 0 0,-1 0-1 0 0,1 0 1 0 0,0-1 0 0 0,0 1-1 0 0,1-1 1 0 0,-1 0-1 0 0,1 0 1 0 0,-1 0 0 0 0,1-1-1 0 0,0 1 1 0 0,0-1 0 0 0,0-1-1 0 0,0 1 1 0 0,0-1-1 0 0,1 0 1 0 0,-1 0 0 0 0,0 0-1 0 0,11 0 1 0 0,0-2 12 0 0,1 0 0 0 0,0 0 0 0 0,-1-2 0 0 0,1 0 0 0 0,-1-1 0 0 0,0 0 0 0 0,0-2 0 0 0,-1 0 0 0 0,1 0 0 0 0,-1-1 0 0 0,-1-1 0 0 0,28-20 0 0 0,-18 10 6 0 0,-1-1 0 0 0,0-2 1 0 0,-1 0-1 0 0,-2-1 0 0 0,0-2 0 0 0,21-31 0 0 0,-27 32-24 0 0,0 0 0 0 0,-2-1 0 0 0,0 0 0 0 0,-2-1 1 0 0,9-30-1 0 0,-15 38-1 0 0,0 0 0 0 0,0-1 1 0 0,-2 0-1 0 0,0 0 0 0 0,-1 0 1 0 0,-1 0-1 0 0,-1 0 0 0 0,-4-28 1 0 0,3 40-21 0 0,1 0 0 0 0,-1 0 1 0 0,0 0-1 0 0,0 0 0 0 0,0 1 1 0 0,-1-1-1 0 0,0 1 0 0 0,0 0 0 0 0,-1 0 1 0 0,1 0-1 0 0,-1 0 0 0 0,0 1 1 0 0,0-1-1 0 0,-1 1 0 0 0,-7-6 1 0 0,5 5 19 0 0,-1 1 0 0 0,1 0-1 0 0,-1 0 1 0 0,0 1 0 0 0,0-1 0 0 0,0 2 0 0 0,0-1 0 0 0,-1 1 0 0 0,1 1 0 0 0,-12-2 0 0 0,9 2-282 0 0,1 1 0 0 0,0 0 0 0 0,-1 0 0 0 0,1 1 0 0 0,-1 1 0 0 0,1-1 0 0 0,0 2-1 0 0,0-1 1 0 0,0 1 0 0 0,0 1 0 0 0,1 0 0 0 0,-1 0 0 0 0,1 1 0 0 0,0 0 0 0 0,0 1 0 0 0,1 0 0 0 0,-1 0 0 0 0,-12 13 0 0 0,20-17-244 0 0,-13 18-1258 0 0,14-19 1252 0 0,0 0 1 0 0,-1 0-1 0 0,1 0 1 0 0,0 0 0 0 0,0 0-1 0 0,-1 0 1 0 0,1 0-1 0 0,0 0 1 0 0,0 1-1 0 0,0-1 1 0 0,0 0-1 0 0,0 0 1 0 0,1 2-1 0 0,3 9-4877 0 0</inkml:trace>
</inkml:ink>
</file>

<file path=ppt/ink/ink5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26:18.1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100 91 2340 0 0,'1'-3'1862'0'0,"3"-3"-229"0"0,0-1 1 0 0,0 0-1 0 0,4-14 1 0 0,4-6 1457 0 0,-7 15-2221 0 0,-2 5 43 0 0,-3 17-719 0 0,-2 6-157 0 0,-2-1 0 0 0,0 1 0 0 0,0-1-1 0 0,-10 20 1 0 0,5-10-26 0 0,-20 50 41 0 0,-19 58 11 0 0,41-109-52 0 0,1 0-1 0 0,1 1 1 0 0,-3 38-1 0 0,8-58-4 0 0,0-1 1 0 0,-1 0-1 0 0,2 1 0 0 0,-1-1 0 0 0,0 0 0 0 0,1 1 0 0 0,0-1 1 0 0,0 0-1 0 0,0 0 0 0 0,1 1 0 0 0,-1-1 0 0 0,1 0 1 0 0,0 0-1 0 0,0-1 0 0 0,0 1 0 0 0,1 0 0 0 0,-1-1 1 0 0,1 1-1 0 0,0-1 0 0 0,0 0 0 0 0,0 0 0 0 0,1 0 1 0 0,-1 0-1 0 0,0-1 0 0 0,1 1 0 0 0,0-1 0 0 0,0 0 1 0 0,0 0-1 0 0,0 0 0 0 0,0-1 0 0 0,0 0 0 0 0,0 1 0 0 0,0-1 1 0 0,6 0-1 0 0,3 1 9 0 0,0-1 1 0 0,0 0-1 0 0,0-1 0 0 0,0 0 1 0 0,-1-1-1 0 0,1-1 1 0 0,0 0-1 0 0,-1-1 0 0 0,1 0 1 0 0,18-7-1 0 0,-13 2-16 0 0,0-1 0 0 0,-1-1 0 0 0,0-1-1 0 0,-1 0 1 0 0,23-20 0 0 0,-11 5 766 0 0,46-55 1 0 0,-67 72-472 0 0,-1 1-64 0 0,1 0 0 0 0,0 0 0 0 0,8-6 0 0 0,-13 12-140 0 0,-2 3-87 0 0,1-1-1 0 0,-1 0 0 0 0,0 0 0 0 0,0 0 0 0 0,1 1 1 0 0,-1-1-1 0 0,0 0 0 0 0,0 0 0 0 0,0 1 0 0 0,1-1 1 0 0,-1 0-1 0 0,0 1 0 0 0,0-1 0 0 0,0 0 0 0 0,0 1 1 0 0,0-1-1 0 0,0 0 0 0 0,0 1 0 0 0,0-1 1 0 0,0 0-1 0 0,0 0 0 0 0,0 1 0 0 0,0-1 0 0 0,0 0 1 0 0,0 1-1 0 0,0-1 0 0 0,0 0 0 0 0,0 1 0 0 0,0-1 1 0 0,0 0-1 0 0,0 1 0 0 0,-3 11 25 0 0,-121 335-223 0 0,57-109-2766 0 0,33-81-653 0 0,14-52-2111 0 0,13-65 1161 0 0</inkml:trace>
</inkml:ink>
</file>

<file path=ppt/ink/ink5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26:18.4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97 49 1824 0 0,'-3'1'1958'0'0,"-47"0"6273"0"0,47-1-6421 0 0,-1 0-1052 0 0,-12 0-93 0 0,13 0 936 0 0,-15-1 301 0 0,22-1-1871 0 0,0-1 0 0 0,0 1 0 0 0,1 1 0 0 0,-1-1 0 0 0,0 1 0 0 0,0-1 0 0 0,1 1 0 0 0,-1 0 0 0 0,8 0 0 0 0,5-2-12 0 0,13-3-1341 0 0,43-4-1 0 0,5 0-7277 0 0,-57 6 3171 0 0</inkml:trace>
</inkml:ink>
</file>

<file path=ppt/ink/ink5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26:19.2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265 42 636 0 0,'2'-28'12032'0'0,"-2"28"-11942"0"0,0-1-1 0 0,0 1 0 0 0,0-1 0 0 0,-1 0 0 0 0,1 1 1 0 0,0-1-1 0 0,0 1 0 0 0,0-1 0 0 0,0 1 0 0 0,0-1 0 0 0,-1 1 1 0 0,1-1-1 0 0,0 1 0 0 0,-1-1 0 0 0,1 1 0 0 0,0-1 0 0 0,-1 1 1 0 0,1-1-1 0 0,0 1 0 0 0,-1-1 0 0 0,1 1 0 0 0,-1 0 0 0 0,1-1 1 0 0,-1 1-1 0 0,1 0 0 0 0,-1 0 0 0 0,1-1 0 0 0,-1 1 0 0 0,1 0 1 0 0,-1 0-1 0 0,1 0 0 0 0,-2-1 0 0 0,1 1-22 0 0,-1 1 0 0 0,1-1-1 0 0,0 0 1 0 0,-1 1 0 0 0,1-1-1 0 0,0 1 1 0 0,-1 0 0 0 0,1-1 0 0 0,0 1-1 0 0,-1 0 1 0 0,1 0 0 0 0,-2 1-1 0 0,-3 3-35 0 0,0 1-1 0 0,1 0 1 0 0,-1 0-1 0 0,-4 8 1 0 0,4-5-9 0 0,0 0 0 0 0,1 0 1 0 0,0 1-1 0 0,1 0 0 0 0,0 0 1 0 0,1 0-1 0 0,0 1 0 0 0,1-1 0 0 0,0 1 1 0 0,-2 20-1 0 0,4-22 22 0 0,1-1 0 0 0,-1 1-1 0 0,2 0 1 0 0,-1-1 0 0 0,1 1 0 0 0,0 0 0 0 0,1-1-1 0 0,0 0 1 0 0,0 0 0 0 0,1 0 0 0 0,0 0-1 0 0,0 0 1 0 0,10 11 0 0 0,12 13 736 0 0,2-2-1 0 0,1-1 1 0 0,50 38 0 0 0,-73-62-603 0 0,1 1 1 0 0,-1 0-1 0 0,-1 1 0 0 0,1-1 1 0 0,-1 1-1 0 0,0 0 0 0 0,-1 0 1 0 0,0 1-1 0 0,0-1 0 0 0,4 10 1 0 0,-8-15-131 0 0,1 0 0 0 0,-1 0 0 0 0,0 0-1 0 0,0 0 1 0 0,0 0 0 0 0,0 0 0 0 0,0 0 0 0 0,0 0 0 0 0,0 0 0 0 0,0 0 0 0 0,-1 0 0 0 0,1 0 0 0 0,-2 3 0 0 0,0 3 204 0 0,-1-1-158 0 0,0 1 1 0 0,-1 0 0 0 0,1-1-1 0 0,-2 0 1 0 0,1 0-1 0 0,-1 0 1 0 0,0 0 0 0 0,0-1-1 0 0,-1 0 1 0 0,1 0-1 0 0,-2 0 1 0 0,1-1 0 0 0,-9 6-1 0 0,-4 2-19 0 0,-1 0 1 0 0,-1-1-1 0 0,-29 12 0 0 0,40-20-126 0 0,3 0-44 0 0,-1 0 0 0 0,0-1 0 0 0,0 0 0 0 0,0-1 0 0 0,0 0 0 0 0,0 0 0 0 0,0-1 0 0 0,-1 0 0 0 0,1 0 0 0 0,-12-1 0 0 0,12-1-349 0 0,1 0-1 0 0,-1-1 1 0 0,0 1-1 0 0,1-2 1 0 0,-1 1-1 0 0,1-1 1 0 0,-12-7-1 0 0,15 8-149 0 0,1 0-1 0 0,-1-1 0 0 0,1 1 1 0 0,0-1-1 0 0,0 0 0 0 0,0 0 1 0 0,0 0-1 0 0,0 0 0 0 0,1-1 1 0 0,-1 1-1 0 0,1-1 0 0 0,0 0 1 0 0,0 1-1 0 0,1-1 0 0 0,-1 0 1 0 0,1 0-1 0 0,0 0 0 0 0,-1-5 1 0 0,-3-16-6086 0 0</inkml:trace>
</inkml:ink>
</file>

<file path=ppt/ink/ink5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26:20.0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0 315 164 0 0,'15'-25'4167'0'0,"37"-52"5178"0"0,-46 69-8719 0 0,1 0 0 0 0,0 0 1 0 0,0 1-1 0 0,1 0 0 0 0,0 0 0 0 0,16-9 0 0 0,16-4-254 0 0,1 3-1 0 0,1 1 1 0 0,0 2-1 0 0,65-13 1 0 0,9-3-258 0 0,-58 18 31 0 0,-40 9-909 0 0,28-9 1 0 0,-44 12 89 0 0,4 1-510 0 0,-6-1 1094 0 0,0 0 0 0 0,1 0 0 0 0,-1 0 0 0 0,0 0 1 0 0,1 0-1 0 0,-1 0 0 0 0,0 0 0 0 0,1 0 1 0 0,-1 0-1 0 0,0 0 0 0 0,1 0 0 0 0,-1 0 0 0 0,0 0 1 0 0,1 1-1 0 0,-1-1 0 0 0,0 0 0 0 0,0 0 1 0 0,1 0-1 0 0,-1 0 0 0 0,0 1 0 0 0,1-1 0 0 0,-1 0 1 0 0,0 0-1 0 0,0 0 0 0 0,1 1 0 0 0,-1-1 1 0 0,0 0-1 0 0,0 0 0 0 0,0 1 0 0 0,1-1 0 0 0,-1 0 1 0 0,0 1-1 0 0,0 1-485 0 0,0 0 0 0 0,-1 1 0 0 0,1-1 1 0 0,-1 0-1 0 0,1 0 0 0 0,-1 0 0 0 0,0 0 0 0 0,0 0 0 0 0,0 0 1 0 0,0 0-1 0 0,-2 2 0 0 0,-6 5-3951 0 0</inkml:trace>
</inkml:ink>
</file>

<file path=ppt/ink/ink5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26:20.9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278 98 908 0 0,'0'-3'2316'0'0,"12"-57"8689"0"0,-8 35-6593 0 0,-2 15-3459 0 0,-1 25-264 0 0,-2 96 827 0 0,-17 135 1 0 0,7-170-1418 0 0,-2 12-433 0 0,6-32-4171 0 0,6-51 3610 0 0,0 0 0 0 0,0-1 0 0 0,-1 1 0 0 0,1 0 0 0 0,-5 7 0 0 0,-2 6-4438 0 0,4-4-136 0 0</inkml:trace>
  <inkml:trace contextRef="#ctx0" brushRef="#br0" timeOffset="1">240 1657 276 0 0,'0'0'4387'0'0,"-1"-15"1129"0"0,-1 8-4753 0 0,0 1 900 0 0,0-1 0 0 0,0 0 0 0 0,1 0 0 0 0,-2-9 0 0 0,-10 19-1551 0 0,9-1-97 0 0,1 1 1 0 0,-1 0-1 0 0,1 1 0 0 0,0-1 0 0 0,0 0 1 0 0,0 1-1 0 0,0 0 0 0 0,1 0 0 0 0,-3 5 1 0 0,-3 3 14 0 0,-24 34 120 0 0,-50 98 1 0 0,71-122-118 0 0,2 1 0 0 0,0 0 1 0 0,2 0-1 0 0,0 1 0 0 0,2 0 1 0 0,-5 48-1 0 0,10-67 18 0 0,0 0 0 0 0,0 0 0 0 0,0 0 0 0 0,1 0 0 0 0,-1 0 1 0 0,1 0-1 0 0,1 0 0 0 0,-1 0 0 0 0,1 0 0 0 0,0 0 0 0 0,0 0 0 0 0,0-1 0 0 0,0 1 0 0 0,7 7 1 0 0,-6-8 20 0 0,0-1 1 0 0,0-1 0 0 0,0 1 0 0 0,0 0 0 0 0,1-1 0 0 0,-1 0 0 0 0,1 1 0 0 0,-1-2 0 0 0,1 1-1 0 0,0 0 1 0 0,0-1 0 0 0,0 1 0 0 0,0-1 0 0 0,0 0 0 0 0,0 0 0 0 0,1-1 0 0 0,-1 0-1 0 0,7 1 1 0 0,7-3 117 0 0,0 1-1 0 0,0-2 0 0 0,0-1 0 0 0,0 0 1 0 0,-1-1-1 0 0,0-1 0 0 0,0 0 0 0 0,0-1 0 0 0,-1-1 1 0 0,0-1-1 0 0,0 0 0 0 0,22-19 0 0 0,-16 10-41 0 0,0 0-1 0 0,-2-1 1 0 0,0-2 0 0 0,-1 0-1 0 0,-1-1 1 0 0,-1-1-1 0 0,20-35 1 0 0,-31 46-116 0 0,0 0 0 0 0,0 0 0 0 0,-1-1 0 0 0,-1 0-1 0 0,0 0 1 0 0,-1 0 0 0 0,0-1 0 0 0,1-14 0 0 0,-4 20-34 0 0,0 0 1 0 0,0 1-1 0 0,-1-1 0 0 0,0 0 0 0 0,0 1 0 0 0,0-1 0 0 0,-1 1 0 0 0,-1-1 1 0 0,1 1-1 0 0,-1 0 0 0 0,0 0 0 0 0,-1 0 0 0 0,1 0 0 0 0,-2 0 1 0 0,-7-9-1 0 0,3 6-220 0 0,0 1 1 0 0,0 0-1 0 0,-1 1 1 0 0,0 0-1 0 0,0 1 0 0 0,-15-8 1 0 0,-72-31-4654 0 0,67 33 2244 0 0,15 5-42 0 0,6 0-1935 0 0,1-2-2786 0 0</inkml:trace>
</inkml:ink>
</file>

<file path=ppt/ink/ink5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26:21.7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114 66 20 0 0,'0'0'1794'0'0,"1"-2"-302"0"0,11-17 2003 0 0,-11 17-2533 0 0,9-11 2059 0 0,-6 3-2307 0 0,-3 8-17 0 0,5-11 2161 0 0,-2 9-1040 0 0,-7 8-1281 0 0,-17 26-657 0 0,-5 20 248 0 0,2 0 0 0 0,2 2 0 0 0,3 0 0 0 0,-18 81 0 0 0,33-121-22 0 0,2 0 0 0 0,0 0-1 0 0,0 1 1 0 0,1-1 0 0 0,0 0 0 0 0,1 0 0 0 0,1 1 0 0 0,0-1 0 0 0,5 14 0 0 0,-5-20 47 0 0,0 0 0 0 0,1 0 1 0 0,0 0-1 0 0,0 0 0 0 0,0-1 0 0 0,1 1 0 0 0,0-1 0 0 0,0 0 1 0 0,0 0-1 0 0,0 0 0 0 0,1-1 0 0 0,0 0 0 0 0,0 0 0 0 0,0 0 1 0 0,1 0-1 0 0,-1-1 0 0 0,1 0 0 0 0,11 5 0 0 0,-6-4 72 0 0,-1-1 0 0 0,1 0 0 0 0,0 0 0 0 0,-1-1 0 0 0,1-1 0 0 0,0 0 0 0 0,0 0-1 0 0,1-1 1 0 0,-1 0 0 0 0,0-1 0 0 0,0-1 0 0 0,0 1 0 0 0,-1-2 0 0 0,1 1 0 0 0,0-2 0 0 0,-1 1-1 0 0,14-8 1 0 0,-6 2-57 0 0,-1-2-1 0 0,-1 0 0 0 0,0 0 1 0 0,0-2-1 0 0,-1 0 0 0 0,-1 0 1 0 0,0-2-1 0 0,21-29 0 0 0,-20 25-125 0 0,-1-2 0 0 0,-1 1-1 0 0,-1-2 1 0 0,-1 0 0 0 0,-1 0 0 0 0,14-46-1 0 0,-22 58-42 0 0,0 0-1 0 0,0 0 0 0 0,-1 0 1 0 0,0-1-1 0 0,-1 1 0 0 0,0 0 1 0 0,-1-1-1 0 0,-3-12 0 0 0,3 16-8 0 0,-1-1-1 0 0,-1 1 1 0 0,0 0 0 0 0,0 0-1 0 0,0 0 1 0 0,-1 0-1 0 0,0 0 1 0 0,0 1-1 0 0,-1 0 1 0 0,1 0-1 0 0,-2 0 1 0 0,-6-6 0 0 0,5 5-26 0 0,0 1 0 0 0,-1 0 0 0 0,0 1 0 0 0,0 0 0 0 0,0 0 1 0 0,-1 1-1 0 0,1 0 0 0 0,-1 0 0 0 0,0 1 0 0 0,0 0 0 0 0,-1 1 1 0 0,1 0-1 0 0,0 0 0 0 0,-12 0 0 0 0,8 2-192 0 0,-1 0 0 0 0,1 1 1 0 0,0 1-1 0 0,0 0 0 0 0,-1 0 0 0 0,1 1 0 0 0,1 1 1 0 0,-1 1-1 0 0,-18 8 0 0 0,14-4-478 0 0,0 0 1 0 0,1 1-1 0 0,0 0 0 0 0,1 1 1 0 0,0 1-1 0 0,-15 16 1 0 0,20-17-712 0 0,0 0 0 0 0,1 1 0 0 0,1 0 1 0 0,-14 26-1 0 0,11-19-2734 0 0,3-3-2048 0 0</inkml:trace>
</inkml:ink>
</file>

<file path=ppt/ink/ink5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26:23.8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215 24 976 0 0,'-3'-15'6047'0'0,"3"15"-5970"0"0,0-1 1 0 0,0 1 0 0 0,0 0 0 0 0,0-1-1 0 0,0 1 1 0 0,0 0 0 0 0,0-1 0 0 0,0 1-1 0 0,0 0 1 0 0,0-1 0 0 0,0 1 0 0 0,0 0 0 0 0,-1-1-1 0 0,1 1 1 0 0,0 0 0 0 0,0 0 0 0 0,0-1-1 0 0,-1 1 1 0 0,1 0 0 0 0,0 0 0 0 0,0-1-1 0 0,-1 1 1 0 0,1 0 0 0 0,0 0 0 0 0,0 0-1 0 0,-1-1 1 0 0,1 1 0 0 0,0 0 0 0 0,-1 0-1 0 0,1 0 1 0 0,0 0 0 0 0,-1 0 0 0 0,1 0-1 0 0,0 0 1 0 0,-1 0 0 0 0,1 0 0 0 0,0 0-1 0 0,-1 0 1 0 0,1 0 0 0 0,0 0 0 0 0,-1 0 0 0 0,1 0-1 0 0,-1 0 1 0 0,-17 12 660 0 0,-14 24-708 0 0,6-1 311 0 0,1 1 0 0 0,-24 47 0 0 0,41-65-205 0 0,0-1 0 0 0,0 2 0 0 0,2-1 0 0 0,0 1 0 0 0,1 0 0 0 0,1 0 0 0 0,-2 27 0 0 0,6-38 47 0 0,-1 1 0 0 0,2-1 1 0 0,-1 0-1 0 0,1 1 0 0 0,0-1 1 0 0,1 0-1 0 0,0 0 0 0 0,0 0 1 0 0,1 0-1 0 0,5 12 0 0 0,-5-16-23 0 0,0 0-1 0 0,0 1 0 0 0,0-1 0 0 0,0-1 0 0 0,0 1 0 0 0,1 0 1 0 0,0-1-1 0 0,-1 0 0 0 0,1 0 0 0 0,1 0 0 0 0,-1 0 0 0 0,0 0 1 0 0,1-1-1 0 0,-1 0 0 0 0,1 0 0 0 0,0 0 0 0 0,0-1 1 0 0,7 2-1 0 0,-4-2-2 0 0,0 0 1 0 0,0-1 0 0 0,1 0 0 0 0,-1 0-1 0 0,0 0 1 0 0,0-2 0 0 0,1 1-1 0 0,-1-1 1 0 0,0 0 0 0 0,0 0 0 0 0,0-1-1 0 0,-1 0 1 0 0,1-1 0 0 0,-1 1-1 0 0,0-1 1 0 0,1-1 0 0 0,11-10 0 0 0,-2 2 17 0 0,-2-1 1 0 0,0-1-1 0 0,0-1 0 0 0,-1 0 1 0 0,21-34-1 0 0,-25 34-137 0 0,-1-1-1 0 0,-1 1 0 0 0,0-2 1 0 0,-2 1-1 0 0,0-1 0 0 0,0 0 0 0 0,-2 0 1 0 0,0 0-1 0 0,-2-1 0 0 0,1 0 1 0 0,-2 1-1 0 0,-2-30 0 0 0,1 44-61 0 0,-1-1 1 0 0,0 0-1 0 0,0 0 1 0 0,0 1-1 0 0,0-1 0 0 0,-1 0 1 0 0,0 1-1 0 0,0-1 1 0 0,0 1-1 0 0,0 0 0 0 0,-1 0 1 0 0,1 0-1 0 0,-1 0 1 0 0,0 0-1 0 0,-1 1 0 0 0,1-1 1 0 0,0 1-1 0 0,-6-4 1 0 0,5 4-84 0 0,0 1 0 0 0,0 1 0 0 0,0-1 0 0 0,0 1 0 0 0,0-1 0 0 0,-1 1 0 0 0,1 0 0 0 0,0 1 0 0 0,0-1 0 0 0,-1 1 0 0 0,1-1 0 0 0,0 2 0 0 0,-1-1 0 0 0,1 0 0 0 0,-1 1 0 0 0,1 0 0 0 0,0 0 0 0 0,0 0 0 0 0,0 0 0 0 0,-6 3 0 0 0,-3 2-456 0 0,0 0-1 0 0,0 1 1 0 0,0 1-1 0 0,1 0 1 0 0,0 1-1 0 0,1 0 0 0 0,-19 19 1 0 0,1 5-3396 0 0,-33 46 1 0 0,36-44-1258 0 0</inkml:trace>
</inkml:ink>
</file>

<file path=ppt/ink/ink5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26:24.1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90 1 800 0 0,'-65'63'14826'0'0,"40"-31"-8427"0"0,36-29-6250 0 0,1-1-1 0 0,-1-1 1 0 0,0 0-1 0 0,1 0 0 0 0,-1-1 1 0 0,0-1-1 0 0,22-3 1 0 0,10 0 2 0 0,228-14 186 0 0,-186 11-548 0 0,-74 6-1691 0 0,-1 0-1 0 0,20-7 1 0 0,-28 7 487 0 0</inkml:trace>
</inkml:ink>
</file>

<file path=ppt/ink/ink5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26:24.8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236 70 3112 0 0,'3'-2'2792'0'0,"-3"2"-2786"0"0,8-10 4247 0 0,0 1 0 0 0,8-16 0 0 0,-14 23-3903 0 0,-1 0 1 0 0,1-1-1 0 0,0 1 0 0 0,0 0 0 0 0,0 0 1 0 0,1 1-1 0 0,-1-1 0 0 0,0 0 0 0 0,1 1 1 0 0,-1-1-1 0 0,5-1 0 0 0,-5 5-338 0 0,0 1 0 0 0,-1-1 1 0 0,1 1-1 0 0,0-1 0 0 0,-1 1 0 0 0,1-1 0 0 0,-1 1 1 0 0,0 0-1 0 0,0 0 0 0 0,0 0 0 0 0,0 0 0 0 0,-1-1 0 0 0,1 1 1 0 0,-1 0-1 0 0,0 0 0 0 0,1 0 0 0 0,-1 0 0 0 0,-1 0 0 0 0,1 0 1 0 0,0 0-1 0 0,-2 4 0 0 0,-1 10 38 0 0,0-1 0 0 0,-9 24 0 0 0,3-17-8 0 0,0 0-1 0 0,-2-1 1 0 0,-1 0-1 0 0,-27 38 1 0 0,-69 72 69 0 0,53-68-117 0 0,4-5 335 0 0,51-59-312 0 0,0 0 0 0 0,-1 0 0 0 0,1 1 1 0 0,0-1-1 0 0,-1 0 0 0 0,1 1 1 0 0,0-1-1 0 0,-1 1 0 0 0,1-1 1 0 0,0 0-1 0 0,0 1 0 0 0,0-1 1 0 0,0 1-1 0 0,-1-1 0 0 0,1 1 1 0 0,0-1-1 0 0,0 0 0 0 0,0 1 1 0 0,0-1-1 0 0,0 1 0 0 0,0-1 1 0 0,0 1-1 0 0,0-1 0 0 0,0 1 0 0 0,0-1 1 0 0,0 1-1 0 0,0-1 0 0 0,1 0 1 0 0,-1 1-1 0 0,0-1 0 0 0,0 1 1 0 0,0-1-1 0 0,0 0 0 0 0,1 1 1 0 0,-1-1-1 0 0,0 1 0 0 0,1-1 1 0 0,-1 0-1 0 0,0 1 0 0 0,1-1 1 0 0,-1 0-1 0 0,0 1 0 0 0,1-1 1 0 0,-1 0-1 0 0,0 0 0 0 0,1 0 0 0 0,-1 1 1 0 0,1-1-1 0 0,-1 0 0 0 0,1 0 1 0 0,-1 0-1 0 0,0 0 0 0 0,1 0 1 0 0,-1 0-1 0 0,1 1 0 0 0,-1-1 1 0 0,1 0-1 0 0,-1 0 0 0 0,1-1 1 0 0,24 3 191 0 0,-25-2-205 0 0,60-3 234 0 0,61-10 0 0 0,-6 0-476 0 0,-71 9-465 0 0,114-5-1758 0 0,-79 11-1985 0 0,-3 9-4549 0 0,-56-7 2582 0 0</inkml:trace>
</inkml:ink>
</file>

<file path=ppt/ink/ink5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26:25.5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358 0 640 0 0,'-123'52'21283'0'0,"120"-51"-20591"0"0,1 0-150 0 0,-1 1-228 0 0,1 1 1 0 0,-1-1 0 0 0,1 1 0 0 0,-1-1-1 0 0,1 1 1 0 0,0 0 0 0 0,0 0-1 0 0,0 0 1 0 0,0 0 0 0 0,1 0-1 0 0,-1 1 1 0 0,1-1 0 0 0,-1 5 0 0 0,-11 54 1510 0 0,6-22-1231 0 0,-85 271 1118 0 0,16-62-4065 0 0,71-232 918 0 0,-3 31-1 0 0,8-15-2613 0 0,1-30 2809 0 0,-1 0 0 0 0,1 0 0 0 0,-1 0-1 0 0,1 0 1 0 0,0-1 0 0 0,0 1 0 0 0,3 4 0 0 0</inkml:trace>
</inkml:ink>
</file>

<file path=ppt/ink/ink5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06:26:26.1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1969 258 348 0 0,'-2'-2'1888'0'0,"-33"-69"8744"0"0,34 69-10491 0 0,0 0 0 0 0,0 0 0 0 0,0 0 0 0 0,0-1 0 0 0,0 1 0 0 0,0 0 0 0 0,0 0 0 0 0,1 0 0 0 0,-1-1 0 0 0,1 1 0 0 0,0 0 0 0 0,0 0 0 0 0,-1-1 0 0 0,2 1 0 0 0,-1 0 0 0 0,0-1 0 0 0,0 1 0 0 0,1 0 0 0 0,-1-1 0 0 0,1 1 0 0 0,-1 0 0 0 0,1 0 0 0 0,0 0 0 0 0,0 0 0 0 0,0 0 0 0 0,0 0 0 0 0,1 0 0 0 0,-1 0 0 0 0,1 0 0 0 0,-1 0 0 0 0,1 0 0 0 0,-1 1 0 0 0,1-1 0 0 0,0 1 0 0 0,3-3 0 0 0,4-3-86 0 0,1 1 0 0 0,0 0 0 0 0,0 0 0 0 0,1 1 0 0 0,18-6 0 0 0,11-2-10 0 0,0 3-1 0 0,43-7 0 0 0,85-4 662 0 0,-134 17-343 0 0,-25 3-325 0 0,0 1 0 0 0,0-1 0 0 0,0 1-1 0 0,0 1 1 0 0,0 0 0 0 0,0 0-1 0 0,0 0 1 0 0,14 6 0 0 0,-18-5-27 0 0,0 0 0 0 0,0 0 0 0 0,-1 1 0 0 0,1-1 0 0 0,-1 1 0 0 0,0 0 0 0 0,0 1-1 0 0,0-1 1 0 0,0 1 0 0 0,0 0 0 0 0,-1 0 0 0 0,0 0 0 0 0,0 0 0 0 0,0 0 0 0 0,4 9 0 0 0,0 3 51 0 0,-1 0 0 0 0,0 0-1 0 0,-1 1 1 0 0,-1-1 0 0 0,3 27-1 0 0,2 88 463 0 0,-9-118-456 0 0,23 1291 4490 0 0,-77-476-3694 0 0,-56 0-428 0 0,42-337-375 0 0,-14 421 1441 0 0,45 3 867 0 0,36-877-2257 0 0,-17 275 680 0 0,9-230-441 0 0,-34 141 0 0 0,35-194-326 0 0,-2 0-1 0 0,-1-1 1 0 0,-2 0-1 0 0,-1-1 1 0 0,-1-1 0 0 0,-1 0-1 0 0,-1-1 1 0 0,-1-1-1 0 0,-2 0 1 0 0,0-2-1 0 0,-2 0 1 0 0,0-1 0 0 0,-2-1-1 0 0,0-2 1 0 0,-1 0-1 0 0,-30 16 1 0 0,6-7-330 0 0,-1-2 0 0 0,-1-3 0 0 0,-96 31 0 0 0,68-32-1124 0 0,-161 22 1 0 0,-89-22-1861 0 0,5-23 773 0 0,-62-11-8077 0 0,177-1 705 0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E8F5A5-0122-0A3F-B278-159501358F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3F1971F-2A1A-3F5B-941D-7FF0645E37A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245C10-793E-F50F-C721-EF4006B593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3AAF4D-8FDC-47DD-9C24-3A8F5041EB72}" type="datetimeFigureOut">
              <a:rPr lang="en-IN" smtClean="0"/>
              <a:t>17-02-2026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6FFF41-1D56-196E-C7FE-A3AD0CABA2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59EE69-D205-D096-5BDC-52AE41C3C9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E9F64F-C1B9-427E-8103-EC6EA997B6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346608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4A3D00-3F05-2008-65F0-B4BEE0C4C9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B11449-514E-0F7A-1325-49C59E7459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082721-05B8-EA6C-2051-D99BDD9D31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3AAF4D-8FDC-47DD-9C24-3A8F5041EB72}" type="datetimeFigureOut">
              <a:rPr lang="en-IN" smtClean="0"/>
              <a:t>17-02-2026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D9F322-C44C-40AD-47FF-69E13ABD5C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EB3E8A-717E-0942-85CA-C447974B96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E9F64F-C1B9-427E-8103-EC6EA997B6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707466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BB6FCE-52CF-29FE-F4E5-38AA1FA95F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09418F-9841-7A92-0E2B-0FF50A6A30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062FD2-E65A-6F77-1D79-0F9A8956CC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3AAF4D-8FDC-47DD-9C24-3A8F5041EB72}" type="datetimeFigureOut">
              <a:rPr lang="en-IN" smtClean="0"/>
              <a:t>17-02-2026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468694-EA50-6171-396E-14C725D32E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4031AC-E841-4FEE-6B06-CBEC199837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E9F64F-C1B9-427E-8103-EC6EA997B6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134417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349782-C689-C3EA-EB10-CAEBB38065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252073-9F3B-A3C4-4CD9-224A5B0FFA7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895BD69-21FB-296B-30C2-23B7400B7A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A3D1C00-F5E2-BE65-C4E6-2E34407C9E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3AAF4D-8FDC-47DD-9C24-3A8F5041EB72}" type="datetimeFigureOut">
              <a:rPr lang="en-IN" smtClean="0"/>
              <a:t>17-02-2026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D03657-48E7-9F91-5699-7E0C046930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F5E664-72A5-B1FE-07E0-6F4B3E834D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E9F64F-C1B9-427E-8103-EC6EA997B6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624822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9C2002-4ECE-24F4-41E9-52B31B09F7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C1DB60-6EF4-C9F6-F8C1-C0BCF509FC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CA6646B-9BB0-FBD8-7B14-FB5DD04078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842059A-D105-77CD-35C4-CB51EC25408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D869CCC-4F9F-AAA4-E718-F82C850BBE6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E8D0188-5D39-BA30-2B18-E8EA2F71EE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3AAF4D-8FDC-47DD-9C24-3A8F5041EB72}" type="datetimeFigureOut">
              <a:rPr lang="en-IN" smtClean="0"/>
              <a:t>17-02-2026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57AEFD2-7797-4917-AE52-6DC71D84D8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47C847C-ACE4-8FD1-52B6-B44D0EA1EB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E9F64F-C1B9-427E-8103-EC6EA997B6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34148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B0B2F0-7017-EC4F-84EF-81F69BBEC2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F48458D-6003-B0B4-F4AA-1480673CBA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3AAF4D-8FDC-47DD-9C24-3A8F5041EB72}" type="datetimeFigureOut">
              <a:rPr lang="en-IN" smtClean="0"/>
              <a:t>17-02-2026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C2C10B5-A974-2527-5A6A-C1A12E282E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57C2320-1022-4FD9-A674-DDF2277355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E9F64F-C1B9-427E-8103-EC6EA997B6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74474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872575F-37D9-DDE1-A234-A335F8E856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3AAF4D-8FDC-47DD-9C24-3A8F5041EB72}" type="datetimeFigureOut">
              <a:rPr lang="en-IN" smtClean="0"/>
              <a:t>17-02-2026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103E745-B8F1-9AA9-740D-0F20274811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319ED1-3DB2-8B90-D1C1-8B1DA2D824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E9F64F-C1B9-427E-8103-EC6EA997B6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33347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3E4B8C-1CFE-3299-9B0D-7B5A0524E4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7A59D2-0F8C-E3BE-00B8-3A66CB8C5C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8223913-9D80-9DD4-B061-FB2500C653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9A17E0-EF3F-E4D3-E96F-8B9801E34C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3AAF4D-8FDC-47DD-9C24-3A8F5041EB72}" type="datetimeFigureOut">
              <a:rPr lang="en-IN" smtClean="0"/>
              <a:t>17-02-2026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636EA3-637E-7D00-22F4-E1598463CD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FA6AB9-3A12-1032-2729-F94EB748D7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E9F64F-C1B9-427E-8103-EC6EA997B6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449233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C66335-BD50-B5F0-CB9C-CBBFF67147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39161D8-32C5-954F-A416-9B44E50E135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B5CDEA-B52D-3383-8EE1-16AD346640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CD05461-6805-07F4-71DF-831DD61906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3AAF4D-8FDC-47DD-9C24-3A8F5041EB72}" type="datetimeFigureOut">
              <a:rPr lang="en-IN" smtClean="0"/>
              <a:t>17-02-2026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CEB08FD-E626-955E-755A-B42C6938BD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2CB48A-67BE-99AC-AD96-09EFAC8EDE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E9F64F-C1B9-427E-8103-EC6EA997B6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36851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601B06-5F90-3667-0731-65DAFB106D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811943-6156-0388-BEF9-941CE73593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414DC0-EB6A-9BA8-91B2-B7772AAA32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3AAF4D-8FDC-47DD-9C24-3A8F5041EB72}" type="datetimeFigureOut">
              <a:rPr lang="en-IN" smtClean="0"/>
              <a:t>17-02-2026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FD73B6-7420-C209-DC91-EAA337299F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C3F196-C92C-ED79-BAEB-B5BBCC3245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E9F64F-C1B9-427E-8103-EC6EA997B6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3221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296CF60-DD2E-4648-5734-7F689B13FB1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D6EC0B8-B52D-91E7-251D-DD2510A7C6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CD1B6B-E377-09C5-8A7E-3660C93982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3AAF4D-8FDC-47DD-9C24-3A8F5041EB72}" type="datetimeFigureOut">
              <a:rPr lang="en-IN" smtClean="0"/>
              <a:t>17-02-2026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C32AAD-B77A-EE34-8FB6-8829DFD978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7E0DDB-CD9E-E7CC-5B22-E79E4A361F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E9F64F-C1B9-427E-8103-EC6EA997B6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414885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0613F32-01C5-55DF-7DCD-02F7A6727A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81118D-9196-30E8-8E26-BA8C51AA88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04CDFD-A9C4-8AA1-7376-8EA81B67203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23AAF4D-8FDC-47DD-9C24-3A8F5041EB72}" type="datetimeFigureOut">
              <a:rPr lang="en-IN" smtClean="0"/>
              <a:t>17-02-2026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E8FCFB-530A-C4DC-36B1-F9204D6BA64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BA422A-F897-6E1C-A003-2382A22971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6E9F64F-C1B9-427E-8103-EC6EA997B6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705031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59.png"/><Relationship Id="rId21" Type="http://schemas.openxmlformats.org/officeDocument/2006/relationships/image" Target="../media/image11.png"/><Relationship Id="rId42" Type="http://schemas.openxmlformats.org/officeDocument/2006/relationships/customXml" Target="../ink/ink22.xml"/><Relationship Id="rId63" Type="http://schemas.openxmlformats.org/officeDocument/2006/relationships/image" Target="../media/image32.png"/><Relationship Id="rId84" Type="http://schemas.openxmlformats.org/officeDocument/2006/relationships/customXml" Target="../ink/ink43.xml"/><Relationship Id="rId138" Type="http://schemas.openxmlformats.org/officeDocument/2006/relationships/customXml" Target="../ink/ink70.xml"/><Relationship Id="rId159" Type="http://schemas.openxmlformats.org/officeDocument/2006/relationships/image" Target="../media/image80.png"/><Relationship Id="rId170" Type="http://schemas.openxmlformats.org/officeDocument/2006/relationships/customXml" Target="../ink/ink86.xml"/><Relationship Id="rId191" Type="http://schemas.openxmlformats.org/officeDocument/2006/relationships/image" Target="../media/image96.png"/><Relationship Id="rId205" Type="http://schemas.openxmlformats.org/officeDocument/2006/relationships/image" Target="../media/image103.png"/><Relationship Id="rId107" Type="http://schemas.openxmlformats.org/officeDocument/2006/relationships/image" Target="../media/image54.png"/><Relationship Id="rId11" Type="http://schemas.openxmlformats.org/officeDocument/2006/relationships/image" Target="../media/image6.png"/><Relationship Id="rId32" Type="http://schemas.openxmlformats.org/officeDocument/2006/relationships/customXml" Target="../ink/ink17.xml"/><Relationship Id="rId53" Type="http://schemas.openxmlformats.org/officeDocument/2006/relationships/image" Target="../media/image27.png"/><Relationship Id="rId74" Type="http://schemas.openxmlformats.org/officeDocument/2006/relationships/customXml" Target="../ink/ink38.xml"/><Relationship Id="rId128" Type="http://schemas.openxmlformats.org/officeDocument/2006/relationships/customXml" Target="../ink/ink65.xml"/><Relationship Id="rId149" Type="http://schemas.openxmlformats.org/officeDocument/2006/relationships/image" Target="../media/image75.png"/><Relationship Id="rId5" Type="http://schemas.openxmlformats.org/officeDocument/2006/relationships/image" Target="../media/image3.png"/><Relationship Id="rId95" Type="http://schemas.openxmlformats.org/officeDocument/2006/relationships/image" Target="../media/image48.png"/><Relationship Id="rId160" Type="http://schemas.openxmlformats.org/officeDocument/2006/relationships/customXml" Target="../ink/ink81.xml"/><Relationship Id="rId181" Type="http://schemas.openxmlformats.org/officeDocument/2006/relationships/image" Target="../media/image91.png"/><Relationship Id="rId216" Type="http://schemas.openxmlformats.org/officeDocument/2006/relationships/customXml" Target="../ink/ink109.xml"/><Relationship Id="rId22" Type="http://schemas.openxmlformats.org/officeDocument/2006/relationships/customXml" Target="../ink/ink12.xml"/><Relationship Id="rId43" Type="http://schemas.openxmlformats.org/officeDocument/2006/relationships/image" Target="../media/image22.png"/><Relationship Id="rId64" Type="http://schemas.openxmlformats.org/officeDocument/2006/relationships/customXml" Target="../ink/ink33.xml"/><Relationship Id="rId118" Type="http://schemas.openxmlformats.org/officeDocument/2006/relationships/customXml" Target="../ink/ink60.xml"/><Relationship Id="rId139" Type="http://schemas.openxmlformats.org/officeDocument/2006/relationships/image" Target="../media/image70.png"/><Relationship Id="rId85" Type="http://schemas.openxmlformats.org/officeDocument/2006/relationships/image" Target="../media/image43.png"/><Relationship Id="rId150" Type="http://schemas.openxmlformats.org/officeDocument/2006/relationships/customXml" Target="../ink/ink76.xml"/><Relationship Id="rId171" Type="http://schemas.openxmlformats.org/officeDocument/2006/relationships/image" Target="../media/image86.png"/><Relationship Id="rId192" Type="http://schemas.openxmlformats.org/officeDocument/2006/relationships/customXml" Target="../ink/ink97.xml"/><Relationship Id="rId206" Type="http://schemas.openxmlformats.org/officeDocument/2006/relationships/customXml" Target="../ink/ink104.xml"/><Relationship Id="rId12" Type="http://schemas.openxmlformats.org/officeDocument/2006/relationships/customXml" Target="../ink/ink7.xml"/><Relationship Id="rId33" Type="http://schemas.openxmlformats.org/officeDocument/2006/relationships/image" Target="../media/image17.png"/><Relationship Id="rId108" Type="http://schemas.openxmlformats.org/officeDocument/2006/relationships/customXml" Target="../ink/ink55.xml"/><Relationship Id="rId129" Type="http://schemas.openxmlformats.org/officeDocument/2006/relationships/image" Target="../media/image65.png"/><Relationship Id="rId54" Type="http://schemas.openxmlformats.org/officeDocument/2006/relationships/customXml" Target="../ink/ink28.xml"/><Relationship Id="rId75" Type="http://schemas.openxmlformats.org/officeDocument/2006/relationships/image" Target="../media/image38.png"/><Relationship Id="rId96" Type="http://schemas.openxmlformats.org/officeDocument/2006/relationships/customXml" Target="../ink/ink49.xml"/><Relationship Id="rId140" Type="http://schemas.openxmlformats.org/officeDocument/2006/relationships/customXml" Target="../ink/ink71.xml"/><Relationship Id="rId161" Type="http://schemas.openxmlformats.org/officeDocument/2006/relationships/image" Target="../media/image81.png"/><Relationship Id="rId182" Type="http://schemas.openxmlformats.org/officeDocument/2006/relationships/customXml" Target="../ink/ink92.xml"/><Relationship Id="rId217" Type="http://schemas.openxmlformats.org/officeDocument/2006/relationships/customXml" Target="../ink/ink110.xml"/><Relationship Id="rId6" Type="http://schemas.openxmlformats.org/officeDocument/2006/relationships/customXml" Target="../ink/ink4.xml"/><Relationship Id="rId23" Type="http://schemas.openxmlformats.org/officeDocument/2006/relationships/image" Target="../media/image12.png"/><Relationship Id="rId119" Type="http://schemas.openxmlformats.org/officeDocument/2006/relationships/image" Target="../media/image60.png"/><Relationship Id="rId44" Type="http://schemas.openxmlformats.org/officeDocument/2006/relationships/customXml" Target="../ink/ink23.xml"/><Relationship Id="rId65" Type="http://schemas.openxmlformats.org/officeDocument/2006/relationships/image" Target="../media/image33.png"/><Relationship Id="rId86" Type="http://schemas.openxmlformats.org/officeDocument/2006/relationships/customXml" Target="../ink/ink44.xml"/><Relationship Id="rId130" Type="http://schemas.openxmlformats.org/officeDocument/2006/relationships/customXml" Target="../ink/ink66.xml"/><Relationship Id="rId151" Type="http://schemas.openxmlformats.org/officeDocument/2006/relationships/image" Target="../media/image76.png"/><Relationship Id="rId172" Type="http://schemas.openxmlformats.org/officeDocument/2006/relationships/customXml" Target="../ink/ink87.xml"/><Relationship Id="rId193" Type="http://schemas.openxmlformats.org/officeDocument/2006/relationships/image" Target="../media/image97.png"/><Relationship Id="rId207" Type="http://schemas.openxmlformats.org/officeDocument/2006/relationships/image" Target="../media/image104.png"/><Relationship Id="rId13" Type="http://schemas.openxmlformats.org/officeDocument/2006/relationships/image" Target="../media/image7.png"/><Relationship Id="rId109" Type="http://schemas.openxmlformats.org/officeDocument/2006/relationships/image" Target="../media/image55.png"/><Relationship Id="rId34" Type="http://schemas.openxmlformats.org/officeDocument/2006/relationships/customXml" Target="../ink/ink18.xml"/><Relationship Id="rId55" Type="http://schemas.openxmlformats.org/officeDocument/2006/relationships/image" Target="../media/image28.png"/><Relationship Id="rId76" Type="http://schemas.openxmlformats.org/officeDocument/2006/relationships/customXml" Target="../ink/ink39.xml"/><Relationship Id="rId97" Type="http://schemas.openxmlformats.org/officeDocument/2006/relationships/image" Target="../media/image49.png"/><Relationship Id="rId120" Type="http://schemas.openxmlformats.org/officeDocument/2006/relationships/customXml" Target="../ink/ink61.xml"/><Relationship Id="rId141" Type="http://schemas.openxmlformats.org/officeDocument/2006/relationships/image" Target="../media/image71.png"/><Relationship Id="rId7" Type="http://schemas.openxmlformats.org/officeDocument/2006/relationships/image" Target="../media/image4.png"/><Relationship Id="rId162" Type="http://schemas.openxmlformats.org/officeDocument/2006/relationships/customXml" Target="../ink/ink82.xml"/><Relationship Id="rId183" Type="http://schemas.openxmlformats.org/officeDocument/2006/relationships/image" Target="../media/image92.png"/><Relationship Id="rId218" Type="http://schemas.openxmlformats.org/officeDocument/2006/relationships/customXml" Target="../ink/ink111.xml"/><Relationship Id="rId24" Type="http://schemas.openxmlformats.org/officeDocument/2006/relationships/customXml" Target="../ink/ink13.xml"/><Relationship Id="rId45" Type="http://schemas.openxmlformats.org/officeDocument/2006/relationships/image" Target="../media/image23.png"/><Relationship Id="rId66" Type="http://schemas.openxmlformats.org/officeDocument/2006/relationships/customXml" Target="../ink/ink34.xml"/><Relationship Id="rId87" Type="http://schemas.openxmlformats.org/officeDocument/2006/relationships/image" Target="../media/image44.png"/><Relationship Id="rId110" Type="http://schemas.openxmlformats.org/officeDocument/2006/relationships/customXml" Target="../ink/ink56.xml"/><Relationship Id="rId131" Type="http://schemas.openxmlformats.org/officeDocument/2006/relationships/image" Target="../media/image66.png"/><Relationship Id="rId152" Type="http://schemas.openxmlformats.org/officeDocument/2006/relationships/customXml" Target="../ink/ink77.xml"/><Relationship Id="rId173" Type="http://schemas.openxmlformats.org/officeDocument/2006/relationships/image" Target="../media/image87.png"/><Relationship Id="rId194" Type="http://schemas.openxmlformats.org/officeDocument/2006/relationships/customXml" Target="../ink/ink98.xml"/><Relationship Id="rId208" Type="http://schemas.openxmlformats.org/officeDocument/2006/relationships/customXml" Target="../ink/ink105.xml"/><Relationship Id="rId14" Type="http://schemas.openxmlformats.org/officeDocument/2006/relationships/customXml" Target="../ink/ink8.xml"/><Relationship Id="rId30" Type="http://schemas.openxmlformats.org/officeDocument/2006/relationships/customXml" Target="../ink/ink16.xml"/><Relationship Id="rId35" Type="http://schemas.openxmlformats.org/officeDocument/2006/relationships/image" Target="../media/image18.png"/><Relationship Id="rId56" Type="http://schemas.openxmlformats.org/officeDocument/2006/relationships/customXml" Target="../ink/ink29.xml"/><Relationship Id="rId77" Type="http://schemas.openxmlformats.org/officeDocument/2006/relationships/image" Target="../media/image39.png"/><Relationship Id="rId100" Type="http://schemas.openxmlformats.org/officeDocument/2006/relationships/customXml" Target="../ink/ink51.xml"/><Relationship Id="rId105" Type="http://schemas.openxmlformats.org/officeDocument/2006/relationships/image" Target="../media/image53.png"/><Relationship Id="rId126" Type="http://schemas.openxmlformats.org/officeDocument/2006/relationships/customXml" Target="../ink/ink64.xml"/><Relationship Id="rId147" Type="http://schemas.openxmlformats.org/officeDocument/2006/relationships/image" Target="../media/image74.png"/><Relationship Id="rId168" Type="http://schemas.openxmlformats.org/officeDocument/2006/relationships/customXml" Target="../ink/ink85.xml"/><Relationship Id="rId8" Type="http://schemas.openxmlformats.org/officeDocument/2006/relationships/customXml" Target="../ink/ink5.xml"/><Relationship Id="rId51" Type="http://schemas.openxmlformats.org/officeDocument/2006/relationships/image" Target="../media/image26.png"/><Relationship Id="rId72" Type="http://schemas.openxmlformats.org/officeDocument/2006/relationships/customXml" Target="../ink/ink37.xml"/><Relationship Id="rId93" Type="http://schemas.openxmlformats.org/officeDocument/2006/relationships/image" Target="../media/image47.png"/><Relationship Id="rId98" Type="http://schemas.openxmlformats.org/officeDocument/2006/relationships/customXml" Target="../ink/ink50.xml"/><Relationship Id="rId121" Type="http://schemas.openxmlformats.org/officeDocument/2006/relationships/image" Target="../media/image61.png"/><Relationship Id="rId142" Type="http://schemas.openxmlformats.org/officeDocument/2006/relationships/customXml" Target="../ink/ink72.xml"/><Relationship Id="rId163" Type="http://schemas.openxmlformats.org/officeDocument/2006/relationships/image" Target="../media/image82.png"/><Relationship Id="rId184" Type="http://schemas.openxmlformats.org/officeDocument/2006/relationships/customXml" Target="../ink/ink93.xml"/><Relationship Id="rId189" Type="http://schemas.openxmlformats.org/officeDocument/2006/relationships/image" Target="../media/image95.png"/><Relationship Id="rId219" Type="http://schemas.openxmlformats.org/officeDocument/2006/relationships/customXml" Target="../ink/ink112.xml"/><Relationship Id="rId3" Type="http://schemas.openxmlformats.org/officeDocument/2006/relationships/image" Target="../media/image2.png"/><Relationship Id="rId214" Type="http://schemas.openxmlformats.org/officeDocument/2006/relationships/customXml" Target="../ink/ink108.xml"/><Relationship Id="rId25" Type="http://schemas.openxmlformats.org/officeDocument/2006/relationships/image" Target="../media/image13.png"/><Relationship Id="rId46" Type="http://schemas.openxmlformats.org/officeDocument/2006/relationships/customXml" Target="../ink/ink24.xml"/><Relationship Id="rId67" Type="http://schemas.openxmlformats.org/officeDocument/2006/relationships/image" Target="../media/image34.png"/><Relationship Id="rId116" Type="http://schemas.openxmlformats.org/officeDocument/2006/relationships/customXml" Target="../ink/ink59.xml"/><Relationship Id="rId137" Type="http://schemas.openxmlformats.org/officeDocument/2006/relationships/image" Target="../media/image69.png"/><Relationship Id="rId158" Type="http://schemas.openxmlformats.org/officeDocument/2006/relationships/customXml" Target="../ink/ink80.xml"/><Relationship Id="rId20" Type="http://schemas.openxmlformats.org/officeDocument/2006/relationships/customXml" Target="../ink/ink11.xml"/><Relationship Id="rId41" Type="http://schemas.openxmlformats.org/officeDocument/2006/relationships/image" Target="../media/image21.png"/><Relationship Id="rId62" Type="http://schemas.openxmlformats.org/officeDocument/2006/relationships/customXml" Target="../ink/ink32.xml"/><Relationship Id="rId83" Type="http://schemas.openxmlformats.org/officeDocument/2006/relationships/image" Target="../media/image42.png"/><Relationship Id="rId88" Type="http://schemas.openxmlformats.org/officeDocument/2006/relationships/customXml" Target="../ink/ink45.xml"/><Relationship Id="rId111" Type="http://schemas.openxmlformats.org/officeDocument/2006/relationships/image" Target="../media/image56.png"/><Relationship Id="rId132" Type="http://schemas.openxmlformats.org/officeDocument/2006/relationships/customXml" Target="../ink/ink67.xml"/><Relationship Id="rId153" Type="http://schemas.openxmlformats.org/officeDocument/2006/relationships/image" Target="../media/image77.png"/><Relationship Id="rId174" Type="http://schemas.openxmlformats.org/officeDocument/2006/relationships/customXml" Target="../ink/ink88.xml"/><Relationship Id="rId179" Type="http://schemas.openxmlformats.org/officeDocument/2006/relationships/image" Target="../media/image90.png"/><Relationship Id="rId195" Type="http://schemas.openxmlformats.org/officeDocument/2006/relationships/image" Target="../media/image98.png"/><Relationship Id="rId209" Type="http://schemas.openxmlformats.org/officeDocument/2006/relationships/image" Target="../media/image105.png"/><Relationship Id="rId190" Type="http://schemas.openxmlformats.org/officeDocument/2006/relationships/customXml" Target="../ink/ink96.xml"/><Relationship Id="rId204" Type="http://schemas.openxmlformats.org/officeDocument/2006/relationships/customXml" Target="../ink/ink103.xml"/><Relationship Id="rId15" Type="http://schemas.openxmlformats.org/officeDocument/2006/relationships/image" Target="../media/image8.png"/><Relationship Id="rId36" Type="http://schemas.openxmlformats.org/officeDocument/2006/relationships/customXml" Target="../ink/ink19.xml"/><Relationship Id="rId57" Type="http://schemas.openxmlformats.org/officeDocument/2006/relationships/image" Target="../media/image29.png"/><Relationship Id="rId106" Type="http://schemas.openxmlformats.org/officeDocument/2006/relationships/customXml" Target="../ink/ink54.xml"/><Relationship Id="rId127" Type="http://schemas.openxmlformats.org/officeDocument/2006/relationships/image" Target="../media/image64.png"/><Relationship Id="rId10" Type="http://schemas.openxmlformats.org/officeDocument/2006/relationships/customXml" Target="../ink/ink6.xml"/><Relationship Id="rId31" Type="http://schemas.openxmlformats.org/officeDocument/2006/relationships/image" Target="../media/image16.png"/><Relationship Id="rId52" Type="http://schemas.openxmlformats.org/officeDocument/2006/relationships/customXml" Target="../ink/ink27.xml"/><Relationship Id="rId73" Type="http://schemas.openxmlformats.org/officeDocument/2006/relationships/image" Target="../media/image37.png"/><Relationship Id="rId78" Type="http://schemas.openxmlformats.org/officeDocument/2006/relationships/customXml" Target="../ink/ink40.xml"/><Relationship Id="rId94" Type="http://schemas.openxmlformats.org/officeDocument/2006/relationships/customXml" Target="../ink/ink48.xml"/><Relationship Id="rId99" Type="http://schemas.openxmlformats.org/officeDocument/2006/relationships/image" Target="../media/image50.png"/><Relationship Id="rId101" Type="http://schemas.openxmlformats.org/officeDocument/2006/relationships/image" Target="../media/image51.png"/><Relationship Id="rId122" Type="http://schemas.openxmlformats.org/officeDocument/2006/relationships/customXml" Target="../ink/ink62.xml"/><Relationship Id="rId143" Type="http://schemas.openxmlformats.org/officeDocument/2006/relationships/image" Target="../media/image72.png"/><Relationship Id="rId148" Type="http://schemas.openxmlformats.org/officeDocument/2006/relationships/customXml" Target="../ink/ink75.xml"/><Relationship Id="rId164" Type="http://schemas.openxmlformats.org/officeDocument/2006/relationships/customXml" Target="../ink/ink83.xml"/><Relationship Id="rId169" Type="http://schemas.openxmlformats.org/officeDocument/2006/relationships/image" Target="../media/image85.png"/><Relationship Id="rId185" Type="http://schemas.openxmlformats.org/officeDocument/2006/relationships/image" Target="../media/image93.png"/><Relationship Id="rId4" Type="http://schemas.openxmlformats.org/officeDocument/2006/relationships/customXml" Target="../ink/ink3.xml"/><Relationship Id="rId9" Type="http://schemas.openxmlformats.org/officeDocument/2006/relationships/image" Target="../media/image5.png"/><Relationship Id="rId180" Type="http://schemas.openxmlformats.org/officeDocument/2006/relationships/customXml" Target="../ink/ink91.xml"/><Relationship Id="rId210" Type="http://schemas.openxmlformats.org/officeDocument/2006/relationships/customXml" Target="../ink/ink106.xml"/><Relationship Id="rId215" Type="http://schemas.openxmlformats.org/officeDocument/2006/relationships/image" Target="../media/image108.png"/><Relationship Id="rId26" Type="http://schemas.openxmlformats.org/officeDocument/2006/relationships/customXml" Target="../ink/ink14.xml"/><Relationship Id="rId47" Type="http://schemas.openxmlformats.org/officeDocument/2006/relationships/image" Target="../media/image24.png"/><Relationship Id="rId68" Type="http://schemas.openxmlformats.org/officeDocument/2006/relationships/customXml" Target="../ink/ink35.xml"/><Relationship Id="rId89" Type="http://schemas.openxmlformats.org/officeDocument/2006/relationships/image" Target="../media/image45.png"/><Relationship Id="rId112" Type="http://schemas.openxmlformats.org/officeDocument/2006/relationships/customXml" Target="../ink/ink57.xml"/><Relationship Id="rId133" Type="http://schemas.openxmlformats.org/officeDocument/2006/relationships/image" Target="../media/image67.png"/><Relationship Id="rId154" Type="http://schemas.openxmlformats.org/officeDocument/2006/relationships/customXml" Target="../ink/ink78.xml"/><Relationship Id="rId175" Type="http://schemas.openxmlformats.org/officeDocument/2006/relationships/image" Target="../media/image88.png"/><Relationship Id="rId196" Type="http://schemas.openxmlformats.org/officeDocument/2006/relationships/customXml" Target="../ink/ink99.xml"/><Relationship Id="rId200" Type="http://schemas.openxmlformats.org/officeDocument/2006/relationships/customXml" Target="../ink/ink101.xml"/><Relationship Id="rId16" Type="http://schemas.openxmlformats.org/officeDocument/2006/relationships/customXml" Target="../ink/ink9.xml"/><Relationship Id="rId37" Type="http://schemas.openxmlformats.org/officeDocument/2006/relationships/image" Target="../media/image19.png"/><Relationship Id="rId58" Type="http://schemas.openxmlformats.org/officeDocument/2006/relationships/customXml" Target="../ink/ink30.xml"/><Relationship Id="rId79" Type="http://schemas.openxmlformats.org/officeDocument/2006/relationships/image" Target="../media/image40.png"/><Relationship Id="rId102" Type="http://schemas.openxmlformats.org/officeDocument/2006/relationships/customXml" Target="../ink/ink52.xml"/><Relationship Id="rId123" Type="http://schemas.openxmlformats.org/officeDocument/2006/relationships/image" Target="../media/image62.png"/><Relationship Id="rId144" Type="http://schemas.openxmlformats.org/officeDocument/2006/relationships/customXml" Target="../ink/ink73.xml"/><Relationship Id="rId90" Type="http://schemas.openxmlformats.org/officeDocument/2006/relationships/customXml" Target="../ink/ink46.xml"/><Relationship Id="rId165" Type="http://schemas.openxmlformats.org/officeDocument/2006/relationships/image" Target="../media/image83.png"/><Relationship Id="rId186" Type="http://schemas.openxmlformats.org/officeDocument/2006/relationships/customXml" Target="../ink/ink94.xml"/><Relationship Id="rId211" Type="http://schemas.openxmlformats.org/officeDocument/2006/relationships/image" Target="../media/image106.png"/><Relationship Id="rId27" Type="http://schemas.openxmlformats.org/officeDocument/2006/relationships/image" Target="../media/image14.png"/><Relationship Id="rId48" Type="http://schemas.openxmlformats.org/officeDocument/2006/relationships/customXml" Target="../ink/ink25.xml"/><Relationship Id="rId69" Type="http://schemas.openxmlformats.org/officeDocument/2006/relationships/image" Target="../media/image35.png"/><Relationship Id="rId113" Type="http://schemas.openxmlformats.org/officeDocument/2006/relationships/image" Target="../media/image57.png"/><Relationship Id="rId134" Type="http://schemas.openxmlformats.org/officeDocument/2006/relationships/customXml" Target="../ink/ink68.xml"/><Relationship Id="rId80" Type="http://schemas.openxmlformats.org/officeDocument/2006/relationships/customXml" Target="../ink/ink41.xml"/><Relationship Id="rId155" Type="http://schemas.openxmlformats.org/officeDocument/2006/relationships/image" Target="../media/image78.png"/><Relationship Id="rId176" Type="http://schemas.openxmlformats.org/officeDocument/2006/relationships/customXml" Target="../ink/ink89.xml"/><Relationship Id="rId197" Type="http://schemas.openxmlformats.org/officeDocument/2006/relationships/image" Target="../media/image99.png"/><Relationship Id="rId201" Type="http://schemas.openxmlformats.org/officeDocument/2006/relationships/image" Target="../media/image101.png"/><Relationship Id="rId17" Type="http://schemas.openxmlformats.org/officeDocument/2006/relationships/image" Target="../media/image9.png"/><Relationship Id="rId38" Type="http://schemas.openxmlformats.org/officeDocument/2006/relationships/customXml" Target="../ink/ink20.xml"/><Relationship Id="rId59" Type="http://schemas.openxmlformats.org/officeDocument/2006/relationships/image" Target="../media/image30.png"/><Relationship Id="rId103" Type="http://schemas.openxmlformats.org/officeDocument/2006/relationships/image" Target="../media/image52.png"/><Relationship Id="rId124" Type="http://schemas.openxmlformats.org/officeDocument/2006/relationships/customXml" Target="../ink/ink63.xml"/><Relationship Id="rId70" Type="http://schemas.openxmlformats.org/officeDocument/2006/relationships/customXml" Target="../ink/ink36.xml"/><Relationship Id="rId91" Type="http://schemas.openxmlformats.org/officeDocument/2006/relationships/image" Target="../media/image46.png"/><Relationship Id="rId145" Type="http://schemas.openxmlformats.org/officeDocument/2006/relationships/image" Target="../media/image73.png"/><Relationship Id="rId166" Type="http://schemas.openxmlformats.org/officeDocument/2006/relationships/customXml" Target="../ink/ink84.xml"/><Relationship Id="rId187" Type="http://schemas.openxmlformats.org/officeDocument/2006/relationships/image" Target="../media/image94.png"/><Relationship Id="rId1" Type="http://schemas.openxmlformats.org/officeDocument/2006/relationships/slideLayout" Target="../slideLayouts/slideLayout7.xml"/><Relationship Id="rId212" Type="http://schemas.openxmlformats.org/officeDocument/2006/relationships/customXml" Target="../ink/ink107.xml"/><Relationship Id="rId28" Type="http://schemas.openxmlformats.org/officeDocument/2006/relationships/customXml" Target="../ink/ink15.xml"/><Relationship Id="rId49" Type="http://schemas.openxmlformats.org/officeDocument/2006/relationships/image" Target="../media/image25.png"/><Relationship Id="rId114" Type="http://schemas.openxmlformats.org/officeDocument/2006/relationships/customXml" Target="../ink/ink58.xml"/><Relationship Id="rId60" Type="http://schemas.openxmlformats.org/officeDocument/2006/relationships/customXml" Target="../ink/ink31.xml"/><Relationship Id="rId81" Type="http://schemas.openxmlformats.org/officeDocument/2006/relationships/image" Target="../media/image41.png"/><Relationship Id="rId135" Type="http://schemas.openxmlformats.org/officeDocument/2006/relationships/image" Target="../media/image68.png"/><Relationship Id="rId156" Type="http://schemas.openxmlformats.org/officeDocument/2006/relationships/customXml" Target="../ink/ink79.xml"/><Relationship Id="rId177" Type="http://schemas.openxmlformats.org/officeDocument/2006/relationships/image" Target="../media/image89.png"/><Relationship Id="rId198" Type="http://schemas.openxmlformats.org/officeDocument/2006/relationships/customXml" Target="../ink/ink100.xml"/><Relationship Id="rId202" Type="http://schemas.openxmlformats.org/officeDocument/2006/relationships/customXml" Target="../ink/ink102.xml"/><Relationship Id="rId18" Type="http://schemas.openxmlformats.org/officeDocument/2006/relationships/customXml" Target="../ink/ink10.xml"/><Relationship Id="rId39" Type="http://schemas.openxmlformats.org/officeDocument/2006/relationships/image" Target="../media/image20.png"/><Relationship Id="rId50" Type="http://schemas.openxmlformats.org/officeDocument/2006/relationships/customXml" Target="../ink/ink26.xml"/><Relationship Id="rId104" Type="http://schemas.openxmlformats.org/officeDocument/2006/relationships/customXml" Target="../ink/ink53.xml"/><Relationship Id="rId125" Type="http://schemas.openxmlformats.org/officeDocument/2006/relationships/image" Target="../media/image63.png"/><Relationship Id="rId146" Type="http://schemas.openxmlformats.org/officeDocument/2006/relationships/customXml" Target="../ink/ink74.xml"/><Relationship Id="rId167" Type="http://schemas.openxmlformats.org/officeDocument/2006/relationships/image" Target="../media/image84.png"/><Relationship Id="rId188" Type="http://schemas.openxmlformats.org/officeDocument/2006/relationships/customXml" Target="../ink/ink95.xml"/><Relationship Id="rId71" Type="http://schemas.openxmlformats.org/officeDocument/2006/relationships/image" Target="../media/image36.png"/><Relationship Id="rId92" Type="http://schemas.openxmlformats.org/officeDocument/2006/relationships/customXml" Target="../ink/ink47.xml"/><Relationship Id="rId213" Type="http://schemas.openxmlformats.org/officeDocument/2006/relationships/image" Target="../media/image107.png"/><Relationship Id="rId2" Type="http://schemas.openxmlformats.org/officeDocument/2006/relationships/customXml" Target="../ink/ink2.xml"/><Relationship Id="rId29" Type="http://schemas.openxmlformats.org/officeDocument/2006/relationships/image" Target="../media/image15.png"/><Relationship Id="rId40" Type="http://schemas.openxmlformats.org/officeDocument/2006/relationships/customXml" Target="../ink/ink21.xml"/><Relationship Id="rId115" Type="http://schemas.openxmlformats.org/officeDocument/2006/relationships/image" Target="../media/image58.png"/><Relationship Id="rId136" Type="http://schemas.openxmlformats.org/officeDocument/2006/relationships/customXml" Target="../ink/ink69.xml"/><Relationship Id="rId157" Type="http://schemas.openxmlformats.org/officeDocument/2006/relationships/image" Target="../media/image79.png"/><Relationship Id="rId178" Type="http://schemas.openxmlformats.org/officeDocument/2006/relationships/customXml" Target="../ink/ink90.xml"/><Relationship Id="rId61" Type="http://schemas.openxmlformats.org/officeDocument/2006/relationships/image" Target="../media/image31.png"/><Relationship Id="rId82" Type="http://schemas.openxmlformats.org/officeDocument/2006/relationships/customXml" Target="../ink/ink42.xml"/><Relationship Id="rId199" Type="http://schemas.openxmlformats.org/officeDocument/2006/relationships/image" Target="../media/image100.png"/><Relationship Id="rId203" Type="http://schemas.openxmlformats.org/officeDocument/2006/relationships/image" Target="../media/image102.png"/><Relationship Id="rId19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66.png"/><Relationship Id="rId21" Type="http://schemas.openxmlformats.org/officeDocument/2006/relationships/image" Target="../media/image118.png"/><Relationship Id="rId42" Type="http://schemas.openxmlformats.org/officeDocument/2006/relationships/customXml" Target="../ink/ink133.xml"/><Relationship Id="rId63" Type="http://schemas.openxmlformats.org/officeDocument/2006/relationships/image" Target="../media/image139.png"/><Relationship Id="rId84" Type="http://schemas.openxmlformats.org/officeDocument/2006/relationships/customXml" Target="../ink/ink154.xml"/><Relationship Id="rId138" Type="http://schemas.openxmlformats.org/officeDocument/2006/relationships/customXml" Target="../ink/ink181.xml"/><Relationship Id="rId159" Type="http://schemas.openxmlformats.org/officeDocument/2006/relationships/image" Target="../media/image187.png"/><Relationship Id="rId170" Type="http://schemas.openxmlformats.org/officeDocument/2006/relationships/customXml" Target="../ink/ink197.xml"/><Relationship Id="rId107" Type="http://schemas.openxmlformats.org/officeDocument/2006/relationships/image" Target="../media/image161.png"/><Relationship Id="rId11" Type="http://schemas.openxmlformats.org/officeDocument/2006/relationships/image" Target="../media/image113.png"/><Relationship Id="rId32" Type="http://schemas.openxmlformats.org/officeDocument/2006/relationships/customXml" Target="../ink/ink128.xml"/><Relationship Id="rId53" Type="http://schemas.openxmlformats.org/officeDocument/2006/relationships/image" Target="../media/image134.png"/><Relationship Id="rId74" Type="http://schemas.openxmlformats.org/officeDocument/2006/relationships/customXml" Target="../ink/ink149.xml"/><Relationship Id="rId128" Type="http://schemas.openxmlformats.org/officeDocument/2006/relationships/customXml" Target="../ink/ink176.xml"/><Relationship Id="rId149" Type="http://schemas.openxmlformats.org/officeDocument/2006/relationships/image" Target="../media/image182.png"/><Relationship Id="rId5" Type="http://schemas.openxmlformats.org/officeDocument/2006/relationships/image" Target="../media/image110.png"/><Relationship Id="rId95" Type="http://schemas.openxmlformats.org/officeDocument/2006/relationships/image" Target="../media/image155.png"/><Relationship Id="rId160" Type="http://schemas.openxmlformats.org/officeDocument/2006/relationships/customXml" Target="../ink/ink192.xml"/><Relationship Id="rId22" Type="http://schemas.openxmlformats.org/officeDocument/2006/relationships/customXml" Target="../ink/ink123.xml"/><Relationship Id="rId43" Type="http://schemas.openxmlformats.org/officeDocument/2006/relationships/image" Target="../media/image129.png"/><Relationship Id="rId64" Type="http://schemas.openxmlformats.org/officeDocument/2006/relationships/customXml" Target="../ink/ink144.xml"/><Relationship Id="rId118" Type="http://schemas.openxmlformats.org/officeDocument/2006/relationships/customXml" Target="../ink/ink171.xml"/><Relationship Id="rId139" Type="http://schemas.openxmlformats.org/officeDocument/2006/relationships/image" Target="../media/image177.png"/><Relationship Id="rId85" Type="http://schemas.openxmlformats.org/officeDocument/2006/relationships/image" Target="../media/image150.png"/><Relationship Id="rId150" Type="http://schemas.openxmlformats.org/officeDocument/2006/relationships/customXml" Target="../ink/ink187.xml"/><Relationship Id="rId171" Type="http://schemas.openxmlformats.org/officeDocument/2006/relationships/image" Target="../media/image193.png"/><Relationship Id="rId12" Type="http://schemas.openxmlformats.org/officeDocument/2006/relationships/customXml" Target="../ink/ink118.xml"/><Relationship Id="rId33" Type="http://schemas.openxmlformats.org/officeDocument/2006/relationships/image" Target="../media/image124.png"/><Relationship Id="rId108" Type="http://schemas.openxmlformats.org/officeDocument/2006/relationships/customXml" Target="../ink/ink166.xml"/><Relationship Id="rId129" Type="http://schemas.openxmlformats.org/officeDocument/2006/relationships/image" Target="../media/image172.png"/><Relationship Id="rId54" Type="http://schemas.openxmlformats.org/officeDocument/2006/relationships/customXml" Target="../ink/ink139.xml"/><Relationship Id="rId70" Type="http://schemas.openxmlformats.org/officeDocument/2006/relationships/customXml" Target="../ink/ink147.xml"/><Relationship Id="rId75" Type="http://schemas.openxmlformats.org/officeDocument/2006/relationships/image" Target="../media/image145.png"/><Relationship Id="rId91" Type="http://schemas.openxmlformats.org/officeDocument/2006/relationships/image" Target="../media/image153.png"/><Relationship Id="rId96" Type="http://schemas.openxmlformats.org/officeDocument/2006/relationships/customXml" Target="../ink/ink160.xml"/><Relationship Id="rId140" Type="http://schemas.openxmlformats.org/officeDocument/2006/relationships/customXml" Target="../ink/ink182.xml"/><Relationship Id="rId145" Type="http://schemas.openxmlformats.org/officeDocument/2006/relationships/image" Target="../media/image180.png"/><Relationship Id="rId161" Type="http://schemas.openxmlformats.org/officeDocument/2006/relationships/image" Target="../media/image188.png"/><Relationship Id="rId166" Type="http://schemas.openxmlformats.org/officeDocument/2006/relationships/customXml" Target="../ink/ink195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115.xml"/><Relationship Id="rId23" Type="http://schemas.openxmlformats.org/officeDocument/2006/relationships/image" Target="../media/image119.png"/><Relationship Id="rId28" Type="http://schemas.openxmlformats.org/officeDocument/2006/relationships/customXml" Target="../ink/ink126.xml"/><Relationship Id="rId49" Type="http://schemas.openxmlformats.org/officeDocument/2006/relationships/image" Target="../media/image132.png"/><Relationship Id="rId114" Type="http://schemas.openxmlformats.org/officeDocument/2006/relationships/customXml" Target="../ink/ink169.xml"/><Relationship Id="rId119" Type="http://schemas.openxmlformats.org/officeDocument/2006/relationships/image" Target="../media/image167.png"/><Relationship Id="rId44" Type="http://schemas.openxmlformats.org/officeDocument/2006/relationships/customXml" Target="../ink/ink134.xml"/><Relationship Id="rId60" Type="http://schemas.openxmlformats.org/officeDocument/2006/relationships/customXml" Target="../ink/ink142.xml"/><Relationship Id="rId65" Type="http://schemas.openxmlformats.org/officeDocument/2006/relationships/image" Target="../media/image140.png"/><Relationship Id="rId81" Type="http://schemas.openxmlformats.org/officeDocument/2006/relationships/image" Target="../media/image148.png"/><Relationship Id="rId86" Type="http://schemas.openxmlformats.org/officeDocument/2006/relationships/customXml" Target="../ink/ink155.xml"/><Relationship Id="rId130" Type="http://schemas.openxmlformats.org/officeDocument/2006/relationships/customXml" Target="../ink/ink177.xml"/><Relationship Id="rId135" Type="http://schemas.openxmlformats.org/officeDocument/2006/relationships/image" Target="../media/image175.png"/><Relationship Id="rId151" Type="http://schemas.openxmlformats.org/officeDocument/2006/relationships/image" Target="../media/image183.png"/><Relationship Id="rId156" Type="http://schemas.openxmlformats.org/officeDocument/2006/relationships/customXml" Target="../ink/ink190.xml"/><Relationship Id="rId13" Type="http://schemas.openxmlformats.org/officeDocument/2006/relationships/image" Target="../media/image114.png"/><Relationship Id="rId18" Type="http://schemas.openxmlformats.org/officeDocument/2006/relationships/customXml" Target="../ink/ink121.xml"/><Relationship Id="rId39" Type="http://schemas.openxmlformats.org/officeDocument/2006/relationships/image" Target="../media/image127.png"/><Relationship Id="rId109" Type="http://schemas.openxmlformats.org/officeDocument/2006/relationships/image" Target="../media/image162.png"/><Relationship Id="rId34" Type="http://schemas.openxmlformats.org/officeDocument/2006/relationships/customXml" Target="../ink/ink129.xml"/><Relationship Id="rId50" Type="http://schemas.openxmlformats.org/officeDocument/2006/relationships/customXml" Target="../ink/ink137.xml"/><Relationship Id="rId55" Type="http://schemas.openxmlformats.org/officeDocument/2006/relationships/image" Target="../media/image135.png"/><Relationship Id="rId76" Type="http://schemas.openxmlformats.org/officeDocument/2006/relationships/customXml" Target="../ink/ink150.xml"/><Relationship Id="rId97" Type="http://schemas.openxmlformats.org/officeDocument/2006/relationships/image" Target="../media/image156.png"/><Relationship Id="rId104" Type="http://schemas.openxmlformats.org/officeDocument/2006/relationships/customXml" Target="../ink/ink164.xml"/><Relationship Id="rId120" Type="http://schemas.openxmlformats.org/officeDocument/2006/relationships/customXml" Target="../ink/ink172.xml"/><Relationship Id="rId125" Type="http://schemas.openxmlformats.org/officeDocument/2006/relationships/image" Target="../media/image170.png"/><Relationship Id="rId141" Type="http://schemas.openxmlformats.org/officeDocument/2006/relationships/image" Target="../media/image178.png"/><Relationship Id="rId146" Type="http://schemas.openxmlformats.org/officeDocument/2006/relationships/customXml" Target="../ink/ink185.xml"/><Relationship Id="rId167" Type="http://schemas.openxmlformats.org/officeDocument/2006/relationships/image" Target="../media/image191.png"/><Relationship Id="rId7" Type="http://schemas.openxmlformats.org/officeDocument/2006/relationships/image" Target="../media/image111.png"/><Relationship Id="rId71" Type="http://schemas.openxmlformats.org/officeDocument/2006/relationships/image" Target="../media/image143.png"/><Relationship Id="rId92" Type="http://schemas.openxmlformats.org/officeDocument/2006/relationships/customXml" Target="../ink/ink158.xml"/><Relationship Id="rId162" Type="http://schemas.openxmlformats.org/officeDocument/2006/relationships/customXml" Target="../ink/ink193.xml"/><Relationship Id="rId2" Type="http://schemas.openxmlformats.org/officeDocument/2006/relationships/customXml" Target="../ink/ink113.xml"/><Relationship Id="rId29" Type="http://schemas.openxmlformats.org/officeDocument/2006/relationships/image" Target="../media/image122.png"/><Relationship Id="rId24" Type="http://schemas.openxmlformats.org/officeDocument/2006/relationships/customXml" Target="../ink/ink124.xml"/><Relationship Id="rId40" Type="http://schemas.openxmlformats.org/officeDocument/2006/relationships/customXml" Target="../ink/ink132.xml"/><Relationship Id="rId45" Type="http://schemas.openxmlformats.org/officeDocument/2006/relationships/image" Target="../media/image130.png"/><Relationship Id="rId66" Type="http://schemas.openxmlformats.org/officeDocument/2006/relationships/customXml" Target="../ink/ink145.xml"/><Relationship Id="rId87" Type="http://schemas.openxmlformats.org/officeDocument/2006/relationships/image" Target="../media/image151.png"/><Relationship Id="rId110" Type="http://schemas.openxmlformats.org/officeDocument/2006/relationships/customXml" Target="../ink/ink167.xml"/><Relationship Id="rId115" Type="http://schemas.openxmlformats.org/officeDocument/2006/relationships/image" Target="../media/image165.png"/><Relationship Id="rId131" Type="http://schemas.openxmlformats.org/officeDocument/2006/relationships/image" Target="../media/image173.png"/><Relationship Id="rId136" Type="http://schemas.openxmlformats.org/officeDocument/2006/relationships/customXml" Target="../ink/ink180.xml"/><Relationship Id="rId157" Type="http://schemas.openxmlformats.org/officeDocument/2006/relationships/image" Target="../media/image186.png"/><Relationship Id="rId61" Type="http://schemas.openxmlformats.org/officeDocument/2006/relationships/image" Target="../media/image138.png"/><Relationship Id="rId82" Type="http://schemas.openxmlformats.org/officeDocument/2006/relationships/customXml" Target="../ink/ink153.xml"/><Relationship Id="rId152" Type="http://schemas.openxmlformats.org/officeDocument/2006/relationships/customXml" Target="../ink/ink188.xml"/><Relationship Id="rId19" Type="http://schemas.openxmlformats.org/officeDocument/2006/relationships/image" Target="../media/image117.png"/><Relationship Id="rId14" Type="http://schemas.openxmlformats.org/officeDocument/2006/relationships/customXml" Target="../ink/ink119.xml"/><Relationship Id="rId30" Type="http://schemas.openxmlformats.org/officeDocument/2006/relationships/customXml" Target="../ink/ink127.xml"/><Relationship Id="rId35" Type="http://schemas.openxmlformats.org/officeDocument/2006/relationships/image" Target="../media/image125.png"/><Relationship Id="rId56" Type="http://schemas.openxmlformats.org/officeDocument/2006/relationships/customXml" Target="../ink/ink140.xml"/><Relationship Id="rId77" Type="http://schemas.openxmlformats.org/officeDocument/2006/relationships/image" Target="../media/image146.png"/><Relationship Id="rId100" Type="http://schemas.openxmlformats.org/officeDocument/2006/relationships/customXml" Target="../ink/ink162.xml"/><Relationship Id="rId105" Type="http://schemas.openxmlformats.org/officeDocument/2006/relationships/image" Target="../media/image160.png"/><Relationship Id="rId126" Type="http://schemas.openxmlformats.org/officeDocument/2006/relationships/customXml" Target="../ink/ink175.xml"/><Relationship Id="rId147" Type="http://schemas.openxmlformats.org/officeDocument/2006/relationships/image" Target="../media/image181.png"/><Relationship Id="rId168" Type="http://schemas.openxmlformats.org/officeDocument/2006/relationships/customXml" Target="../ink/ink196.xml"/><Relationship Id="rId8" Type="http://schemas.openxmlformats.org/officeDocument/2006/relationships/customXml" Target="../ink/ink116.xml"/><Relationship Id="rId51" Type="http://schemas.openxmlformats.org/officeDocument/2006/relationships/image" Target="../media/image133.png"/><Relationship Id="rId72" Type="http://schemas.openxmlformats.org/officeDocument/2006/relationships/customXml" Target="../ink/ink148.xml"/><Relationship Id="rId93" Type="http://schemas.openxmlformats.org/officeDocument/2006/relationships/image" Target="../media/image154.png"/><Relationship Id="rId98" Type="http://schemas.openxmlformats.org/officeDocument/2006/relationships/customXml" Target="../ink/ink161.xml"/><Relationship Id="rId121" Type="http://schemas.openxmlformats.org/officeDocument/2006/relationships/image" Target="../media/image168.png"/><Relationship Id="rId142" Type="http://schemas.openxmlformats.org/officeDocument/2006/relationships/customXml" Target="../ink/ink183.xml"/><Relationship Id="rId163" Type="http://schemas.openxmlformats.org/officeDocument/2006/relationships/image" Target="../media/image189.png"/><Relationship Id="rId3" Type="http://schemas.openxmlformats.org/officeDocument/2006/relationships/image" Target="../media/image109.png"/><Relationship Id="rId25" Type="http://schemas.openxmlformats.org/officeDocument/2006/relationships/image" Target="../media/image120.png"/><Relationship Id="rId46" Type="http://schemas.openxmlformats.org/officeDocument/2006/relationships/customXml" Target="../ink/ink135.xml"/><Relationship Id="rId67" Type="http://schemas.openxmlformats.org/officeDocument/2006/relationships/image" Target="../media/image141.png"/><Relationship Id="rId116" Type="http://schemas.openxmlformats.org/officeDocument/2006/relationships/customXml" Target="../ink/ink170.xml"/><Relationship Id="rId137" Type="http://schemas.openxmlformats.org/officeDocument/2006/relationships/image" Target="../media/image176.png"/><Relationship Id="rId158" Type="http://schemas.openxmlformats.org/officeDocument/2006/relationships/customXml" Target="../ink/ink191.xml"/><Relationship Id="rId20" Type="http://schemas.openxmlformats.org/officeDocument/2006/relationships/customXml" Target="../ink/ink122.xml"/><Relationship Id="rId41" Type="http://schemas.openxmlformats.org/officeDocument/2006/relationships/image" Target="../media/image128.png"/><Relationship Id="rId62" Type="http://schemas.openxmlformats.org/officeDocument/2006/relationships/customXml" Target="../ink/ink143.xml"/><Relationship Id="rId83" Type="http://schemas.openxmlformats.org/officeDocument/2006/relationships/image" Target="../media/image149.png"/><Relationship Id="rId88" Type="http://schemas.openxmlformats.org/officeDocument/2006/relationships/customXml" Target="../ink/ink156.xml"/><Relationship Id="rId111" Type="http://schemas.openxmlformats.org/officeDocument/2006/relationships/image" Target="../media/image163.png"/><Relationship Id="rId132" Type="http://schemas.openxmlformats.org/officeDocument/2006/relationships/customXml" Target="../ink/ink178.xml"/><Relationship Id="rId153" Type="http://schemas.openxmlformats.org/officeDocument/2006/relationships/image" Target="../media/image184.png"/><Relationship Id="rId15" Type="http://schemas.openxmlformats.org/officeDocument/2006/relationships/image" Target="../media/image115.png"/><Relationship Id="rId36" Type="http://schemas.openxmlformats.org/officeDocument/2006/relationships/customXml" Target="../ink/ink130.xml"/><Relationship Id="rId57" Type="http://schemas.openxmlformats.org/officeDocument/2006/relationships/image" Target="../media/image136.png"/><Relationship Id="rId106" Type="http://schemas.openxmlformats.org/officeDocument/2006/relationships/customXml" Target="../ink/ink165.xml"/><Relationship Id="rId127" Type="http://schemas.openxmlformats.org/officeDocument/2006/relationships/image" Target="../media/image171.png"/><Relationship Id="rId10" Type="http://schemas.openxmlformats.org/officeDocument/2006/relationships/customXml" Target="../ink/ink117.xml"/><Relationship Id="rId31" Type="http://schemas.openxmlformats.org/officeDocument/2006/relationships/image" Target="../media/image123.png"/><Relationship Id="rId52" Type="http://schemas.openxmlformats.org/officeDocument/2006/relationships/customXml" Target="../ink/ink138.xml"/><Relationship Id="rId73" Type="http://schemas.openxmlformats.org/officeDocument/2006/relationships/image" Target="../media/image144.png"/><Relationship Id="rId78" Type="http://schemas.openxmlformats.org/officeDocument/2006/relationships/customXml" Target="../ink/ink151.xml"/><Relationship Id="rId94" Type="http://schemas.openxmlformats.org/officeDocument/2006/relationships/customXml" Target="../ink/ink159.xml"/><Relationship Id="rId99" Type="http://schemas.openxmlformats.org/officeDocument/2006/relationships/image" Target="../media/image157.png"/><Relationship Id="rId101" Type="http://schemas.openxmlformats.org/officeDocument/2006/relationships/image" Target="../media/image158.png"/><Relationship Id="rId122" Type="http://schemas.openxmlformats.org/officeDocument/2006/relationships/customXml" Target="../ink/ink173.xml"/><Relationship Id="rId143" Type="http://schemas.openxmlformats.org/officeDocument/2006/relationships/image" Target="../media/image179.png"/><Relationship Id="rId148" Type="http://schemas.openxmlformats.org/officeDocument/2006/relationships/customXml" Target="../ink/ink186.xml"/><Relationship Id="rId164" Type="http://schemas.openxmlformats.org/officeDocument/2006/relationships/customXml" Target="../ink/ink194.xml"/><Relationship Id="rId169" Type="http://schemas.openxmlformats.org/officeDocument/2006/relationships/image" Target="../media/image192.png"/><Relationship Id="rId4" Type="http://schemas.openxmlformats.org/officeDocument/2006/relationships/customXml" Target="../ink/ink114.xml"/><Relationship Id="rId9" Type="http://schemas.openxmlformats.org/officeDocument/2006/relationships/image" Target="../media/image112.png"/><Relationship Id="rId26" Type="http://schemas.openxmlformats.org/officeDocument/2006/relationships/customXml" Target="../ink/ink125.xml"/><Relationship Id="rId47" Type="http://schemas.openxmlformats.org/officeDocument/2006/relationships/image" Target="../media/image131.png"/><Relationship Id="rId68" Type="http://schemas.openxmlformats.org/officeDocument/2006/relationships/customXml" Target="../ink/ink146.xml"/><Relationship Id="rId89" Type="http://schemas.openxmlformats.org/officeDocument/2006/relationships/image" Target="../media/image152.png"/><Relationship Id="rId112" Type="http://schemas.openxmlformats.org/officeDocument/2006/relationships/customXml" Target="../ink/ink168.xml"/><Relationship Id="rId133" Type="http://schemas.openxmlformats.org/officeDocument/2006/relationships/image" Target="../media/image174.png"/><Relationship Id="rId154" Type="http://schemas.openxmlformats.org/officeDocument/2006/relationships/customXml" Target="../ink/ink189.xml"/><Relationship Id="rId16" Type="http://schemas.openxmlformats.org/officeDocument/2006/relationships/customXml" Target="../ink/ink120.xml"/><Relationship Id="rId37" Type="http://schemas.openxmlformats.org/officeDocument/2006/relationships/image" Target="../media/image126.png"/><Relationship Id="rId58" Type="http://schemas.openxmlformats.org/officeDocument/2006/relationships/customXml" Target="../ink/ink141.xml"/><Relationship Id="rId79" Type="http://schemas.openxmlformats.org/officeDocument/2006/relationships/image" Target="../media/image147.png"/><Relationship Id="rId102" Type="http://schemas.openxmlformats.org/officeDocument/2006/relationships/customXml" Target="../ink/ink163.xml"/><Relationship Id="rId123" Type="http://schemas.openxmlformats.org/officeDocument/2006/relationships/image" Target="../media/image169.png"/><Relationship Id="rId144" Type="http://schemas.openxmlformats.org/officeDocument/2006/relationships/customXml" Target="../ink/ink184.xml"/><Relationship Id="rId90" Type="http://schemas.openxmlformats.org/officeDocument/2006/relationships/customXml" Target="../ink/ink157.xml"/><Relationship Id="rId165" Type="http://schemas.openxmlformats.org/officeDocument/2006/relationships/image" Target="../media/image190.png"/><Relationship Id="rId27" Type="http://schemas.openxmlformats.org/officeDocument/2006/relationships/image" Target="../media/image121.png"/><Relationship Id="rId48" Type="http://schemas.openxmlformats.org/officeDocument/2006/relationships/customXml" Target="../ink/ink136.xml"/><Relationship Id="rId69" Type="http://schemas.openxmlformats.org/officeDocument/2006/relationships/image" Target="../media/image142.png"/><Relationship Id="rId113" Type="http://schemas.openxmlformats.org/officeDocument/2006/relationships/image" Target="../media/image164.png"/><Relationship Id="rId134" Type="http://schemas.openxmlformats.org/officeDocument/2006/relationships/customXml" Target="../ink/ink179.xml"/><Relationship Id="rId80" Type="http://schemas.openxmlformats.org/officeDocument/2006/relationships/customXml" Target="../ink/ink152.xml"/><Relationship Id="rId155" Type="http://schemas.openxmlformats.org/officeDocument/2006/relationships/image" Target="../media/image185.png"/><Relationship Id="rId17" Type="http://schemas.openxmlformats.org/officeDocument/2006/relationships/image" Target="../media/image116.png"/><Relationship Id="rId38" Type="http://schemas.openxmlformats.org/officeDocument/2006/relationships/customXml" Target="../ink/ink131.xml"/><Relationship Id="rId59" Type="http://schemas.openxmlformats.org/officeDocument/2006/relationships/image" Target="../media/image137.png"/><Relationship Id="rId103" Type="http://schemas.openxmlformats.org/officeDocument/2006/relationships/image" Target="../media/image159.png"/><Relationship Id="rId124" Type="http://schemas.openxmlformats.org/officeDocument/2006/relationships/customXml" Target="../ink/ink174.xml"/></Relationships>
</file>

<file path=ppt/slides/_rels/slide4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251.png"/><Relationship Id="rId21" Type="http://schemas.openxmlformats.org/officeDocument/2006/relationships/image" Target="../media/image203.png"/><Relationship Id="rId42" Type="http://schemas.openxmlformats.org/officeDocument/2006/relationships/customXml" Target="../ink/ink218.xml"/><Relationship Id="rId63" Type="http://schemas.openxmlformats.org/officeDocument/2006/relationships/image" Target="../media/image224.png"/><Relationship Id="rId84" Type="http://schemas.openxmlformats.org/officeDocument/2006/relationships/customXml" Target="../ink/ink239.xml"/><Relationship Id="rId138" Type="http://schemas.openxmlformats.org/officeDocument/2006/relationships/customXml" Target="../ink/ink266.xml"/><Relationship Id="rId159" Type="http://schemas.openxmlformats.org/officeDocument/2006/relationships/customXml" Target="../ink/ink277.xml"/><Relationship Id="rId170" Type="http://schemas.openxmlformats.org/officeDocument/2006/relationships/image" Target="../media/image276.png"/><Relationship Id="rId107" Type="http://schemas.openxmlformats.org/officeDocument/2006/relationships/image" Target="../media/image246.png"/><Relationship Id="rId11" Type="http://schemas.openxmlformats.org/officeDocument/2006/relationships/image" Target="../media/image198.png"/><Relationship Id="rId32" Type="http://schemas.openxmlformats.org/officeDocument/2006/relationships/customXml" Target="../ink/ink213.xml"/><Relationship Id="rId53" Type="http://schemas.openxmlformats.org/officeDocument/2006/relationships/image" Target="../media/image219.png"/><Relationship Id="rId74" Type="http://schemas.openxmlformats.org/officeDocument/2006/relationships/customXml" Target="../ink/ink234.xml"/><Relationship Id="rId128" Type="http://schemas.openxmlformats.org/officeDocument/2006/relationships/customXml" Target="../ink/ink261.xml"/><Relationship Id="rId149" Type="http://schemas.openxmlformats.org/officeDocument/2006/relationships/customXml" Target="../ink/ink272.xml"/><Relationship Id="rId5" Type="http://schemas.openxmlformats.org/officeDocument/2006/relationships/image" Target="../media/image195.png"/><Relationship Id="rId95" Type="http://schemas.openxmlformats.org/officeDocument/2006/relationships/image" Target="../media/image240.png"/><Relationship Id="rId160" Type="http://schemas.openxmlformats.org/officeDocument/2006/relationships/image" Target="../media/image271.png"/><Relationship Id="rId181" Type="http://schemas.openxmlformats.org/officeDocument/2006/relationships/customXml" Target="../ink/ink288.xml"/><Relationship Id="rId22" Type="http://schemas.openxmlformats.org/officeDocument/2006/relationships/customXml" Target="../ink/ink208.xml"/><Relationship Id="rId43" Type="http://schemas.openxmlformats.org/officeDocument/2006/relationships/image" Target="../media/image214.png"/><Relationship Id="rId64" Type="http://schemas.openxmlformats.org/officeDocument/2006/relationships/customXml" Target="../ink/ink229.xml"/><Relationship Id="rId118" Type="http://schemas.openxmlformats.org/officeDocument/2006/relationships/customXml" Target="../ink/ink256.xml"/><Relationship Id="rId139" Type="http://schemas.openxmlformats.org/officeDocument/2006/relationships/image" Target="../media/image262.png"/><Relationship Id="rId85" Type="http://schemas.openxmlformats.org/officeDocument/2006/relationships/image" Target="../media/image235.png"/><Relationship Id="rId150" Type="http://schemas.openxmlformats.org/officeDocument/2006/relationships/image" Target="../media/image266.png"/><Relationship Id="rId171" Type="http://schemas.openxmlformats.org/officeDocument/2006/relationships/customXml" Target="../ink/ink283.xml"/><Relationship Id="rId12" Type="http://schemas.openxmlformats.org/officeDocument/2006/relationships/customXml" Target="../ink/ink203.xml"/><Relationship Id="rId33" Type="http://schemas.openxmlformats.org/officeDocument/2006/relationships/image" Target="../media/image209.png"/><Relationship Id="rId108" Type="http://schemas.openxmlformats.org/officeDocument/2006/relationships/customXml" Target="../ink/ink251.xml"/><Relationship Id="rId129" Type="http://schemas.openxmlformats.org/officeDocument/2006/relationships/image" Target="../media/image257.png"/><Relationship Id="rId54" Type="http://schemas.openxmlformats.org/officeDocument/2006/relationships/customXml" Target="../ink/ink224.xml"/><Relationship Id="rId75" Type="http://schemas.openxmlformats.org/officeDocument/2006/relationships/image" Target="../media/image230.png"/><Relationship Id="rId96" Type="http://schemas.openxmlformats.org/officeDocument/2006/relationships/customXml" Target="../ink/ink245.xml"/><Relationship Id="rId140" Type="http://schemas.openxmlformats.org/officeDocument/2006/relationships/customXml" Target="../ink/ink267.xml"/><Relationship Id="rId161" Type="http://schemas.openxmlformats.org/officeDocument/2006/relationships/customXml" Target="../ink/ink278.xml"/><Relationship Id="rId182" Type="http://schemas.openxmlformats.org/officeDocument/2006/relationships/image" Target="../media/image282.png"/><Relationship Id="rId6" Type="http://schemas.openxmlformats.org/officeDocument/2006/relationships/customXml" Target="../ink/ink200.xml"/><Relationship Id="rId23" Type="http://schemas.openxmlformats.org/officeDocument/2006/relationships/image" Target="../media/image204.png"/><Relationship Id="rId119" Type="http://schemas.openxmlformats.org/officeDocument/2006/relationships/image" Target="../media/image252.png"/><Relationship Id="rId44" Type="http://schemas.openxmlformats.org/officeDocument/2006/relationships/customXml" Target="../ink/ink219.xml"/><Relationship Id="rId65" Type="http://schemas.openxmlformats.org/officeDocument/2006/relationships/image" Target="../media/image225.png"/><Relationship Id="rId86" Type="http://schemas.openxmlformats.org/officeDocument/2006/relationships/customXml" Target="../ink/ink240.xml"/><Relationship Id="rId130" Type="http://schemas.openxmlformats.org/officeDocument/2006/relationships/customXml" Target="../ink/ink262.xml"/><Relationship Id="rId151" Type="http://schemas.openxmlformats.org/officeDocument/2006/relationships/customXml" Target="../ink/ink273.xml"/><Relationship Id="rId172" Type="http://schemas.openxmlformats.org/officeDocument/2006/relationships/image" Target="../media/image277.png"/><Relationship Id="rId13" Type="http://schemas.openxmlformats.org/officeDocument/2006/relationships/image" Target="../media/image199.png"/><Relationship Id="rId18" Type="http://schemas.openxmlformats.org/officeDocument/2006/relationships/customXml" Target="../ink/ink206.xml"/><Relationship Id="rId39" Type="http://schemas.openxmlformats.org/officeDocument/2006/relationships/image" Target="../media/image212.png"/><Relationship Id="rId109" Type="http://schemas.openxmlformats.org/officeDocument/2006/relationships/image" Target="../media/image247.png"/><Relationship Id="rId34" Type="http://schemas.openxmlformats.org/officeDocument/2006/relationships/customXml" Target="../ink/ink214.xml"/><Relationship Id="rId50" Type="http://schemas.openxmlformats.org/officeDocument/2006/relationships/customXml" Target="../ink/ink222.xml"/><Relationship Id="rId55" Type="http://schemas.openxmlformats.org/officeDocument/2006/relationships/image" Target="../media/image220.png"/><Relationship Id="rId76" Type="http://schemas.openxmlformats.org/officeDocument/2006/relationships/customXml" Target="../ink/ink235.xml"/><Relationship Id="rId97" Type="http://schemas.openxmlformats.org/officeDocument/2006/relationships/image" Target="../media/image241.png"/><Relationship Id="rId104" Type="http://schemas.openxmlformats.org/officeDocument/2006/relationships/customXml" Target="../ink/ink249.xml"/><Relationship Id="rId120" Type="http://schemas.openxmlformats.org/officeDocument/2006/relationships/customXml" Target="../ink/ink257.xml"/><Relationship Id="rId125" Type="http://schemas.openxmlformats.org/officeDocument/2006/relationships/image" Target="../media/image255.png"/><Relationship Id="rId141" Type="http://schemas.openxmlformats.org/officeDocument/2006/relationships/image" Target="../media/image263.png"/><Relationship Id="rId146" Type="http://schemas.openxmlformats.org/officeDocument/2006/relationships/customXml" Target="../ink/ink270.xml"/><Relationship Id="rId167" Type="http://schemas.openxmlformats.org/officeDocument/2006/relationships/customXml" Target="../ink/ink281.xml"/><Relationship Id="rId188" Type="http://schemas.openxmlformats.org/officeDocument/2006/relationships/image" Target="../media/image284.png"/><Relationship Id="rId7" Type="http://schemas.openxmlformats.org/officeDocument/2006/relationships/image" Target="../media/image196.png"/><Relationship Id="rId71" Type="http://schemas.openxmlformats.org/officeDocument/2006/relationships/image" Target="../media/image228.png"/><Relationship Id="rId92" Type="http://schemas.openxmlformats.org/officeDocument/2006/relationships/customXml" Target="../ink/ink243.xml"/><Relationship Id="rId162" Type="http://schemas.openxmlformats.org/officeDocument/2006/relationships/image" Target="../media/image272.png"/><Relationship Id="rId183" Type="http://schemas.openxmlformats.org/officeDocument/2006/relationships/customXml" Target="../ink/ink289.xml"/><Relationship Id="rId2" Type="http://schemas.openxmlformats.org/officeDocument/2006/relationships/customXml" Target="../ink/ink198.xml"/><Relationship Id="rId29" Type="http://schemas.openxmlformats.org/officeDocument/2006/relationships/image" Target="../media/image207.png"/><Relationship Id="rId24" Type="http://schemas.openxmlformats.org/officeDocument/2006/relationships/customXml" Target="../ink/ink209.xml"/><Relationship Id="rId40" Type="http://schemas.openxmlformats.org/officeDocument/2006/relationships/customXml" Target="../ink/ink217.xml"/><Relationship Id="rId45" Type="http://schemas.openxmlformats.org/officeDocument/2006/relationships/image" Target="../media/image215.png"/><Relationship Id="rId66" Type="http://schemas.openxmlformats.org/officeDocument/2006/relationships/customXml" Target="../ink/ink230.xml"/><Relationship Id="rId87" Type="http://schemas.openxmlformats.org/officeDocument/2006/relationships/image" Target="../media/image236.png"/><Relationship Id="rId110" Type="http://schemas.openxmlformats.org/officeDocument/2006/relationships/customXml" Target="../ink/ink252.xml"/><Relationship Id="rId115" Type="http://schemas.openxmlformats.org/officeDocument/2006/relationships/image" Target="../media/image250.png"/><Relationship Id="rId131" Type="http://schemas.openxmlformats.org/officeDocument/2006/relationships/image" Target="../media/image258.png"/><Relationship Id="rId136" Type="http://schemas.openxmlformats.org/officeDocument/2006/relationships/customXml" Target="../ink/ink265.xml"/><Relationship Id="rId157" Type="http://schemas.openxmlformats.org/officeDocument/2006/relationships/customXml" Target="../ink/ink276.xml"/><Relationship Id="rId178" Type="http://schemas.openxmlformats.org/officeDocument/2006/relationships/image" Target="../media/image280.png"/><Relationship Id="rId61" Type="http://schemas.openxmlformats.org/officeDocument/2006/relationships/image" Target="../media/image223.png"/><Relationship Id="rId82" Type="http://schemas.openxmlformats.org/officeDocument/2006/relationships/customXml" Target="../ink/ink238.xml"/><Relationship Id="rId152" Type="http://schemas.openxmlformats.org/officeDocument/2006/relationships/image" Target="../media/image267.png"/><Relationship Id="rId173" Type="http://schemas.openxmlformats.org/officeDocument/2006/relationships/customXml" Target="../ink/ink284.xml"/><Relationship Id="rId19" Type="http://schemas.openxmlformats.org/officeDocument/2006/relationships/image" Target="../media/image202.png"/><Relationship Id="rId14" Type="http://schemas.openxmlformats.org/officeDocument/2006/relationships/customXml" Target="../ink/ink204.xml"/><Relationship Id="rId30" Type="http://schemas.openxmlformats.org/officeDocument/2006/relationships/customXml" Target="../ink/ink212.xml"/><Relationship Id="rId35" Type="http://schemas.openxmlformats.org/officeDocument/2006/relationships/image" Target="../media/image210.png"/><Relationship Id="rId56" Type="http://schemas.openxmlformats.org/officeDocument/2006/relationships/customXml" Target="../ink/ink225.xml"/><Relationship Id="rId77" Type="http://schemas.openxmlformats.org/officeDocument/2006/relationships/image" Target="../media/image231.png"/><Relationship Id="rId100" Type="http://schemas.openxmlformats.org/officeDocument/2006/relationships/customXml" Target="../ink/ink247.xml"/><Relationship Id="rId105" Type="http://schemas.openxmlformats.org/officeDocument/2006/relationships/image" Target="../media/image245.png"/><Relationship Id="rId126" Type="http://schemas.openxmlformats.org/officeDocument/2006/relationships/customXml" Target="../ink/ink260.xml"/><Relationship Id="rId147" Type="http://schemas.openxmlformats.org/officeDocument/2006/relationships/image" Target="../media/image11.png"/><Relationship Id="rId168" Type="http://schemas.openxmlformats.org/officeDocument/2006/relationships/image" Target="../media/image275.png"/><Relationship Id="rId8" Type="http://schemas.openxmlformats.org/officeDocument/2006/relationships/customXml" Target="../ink/ink201.xml"/><Relationship Id="rId51" Type="http://schemas.openxmlformats.org/officeDocument/2006/relationships/image" Target="../media/image218.png"/><Relationship Id="rId72" Type="http://schemas.openxmlformats.org/officeDocument/2006/relationships/customXml" Target="../ink/ink233.xml"/><Relationship Id="rId93" Type="http://schemas.openxmlformats.org/officeDocument/2006/relationships/image" Target="../media/image239.png"/><Relationship Id="rId98" Type="http://schemas.openxmlformats.org/officeDocument/2006/relationships/customXml" Target="../ink/ink246.xml"/><Relationship Id="rId121" Type="http://schemas.openxmlformats.org/officeDocument/2006/relationships/image" Target="../media/image253.png"/><Relationship Id="rId142" Type="http://schemas.openxmlformats.org/officeDocument/2006/relationships/customXml" Target="../ink/ink268.xml"/><Relationship Id="rId163" Type="http://schemas.openxmlformats.org/officeDocument/2006/relationships/customXml" Target="../ink/ink279.xml"/><Relationship Id="rId184" Type="http://schemas.openxmlformats.org/officeDocument/2006/relationships/image" Target="../media/image283.png"/><Relationship Id="rId3" Type="http://schemas.openxmlformats.org/officeDocument/2006/relationships/image" Target="../media/image194.png"/><Relationship Id="rId25" Type="http://schemas.openxmlformats.org/officeDocument/2006/relationships/image" Target="../media/image205.png"/><Relationship Id="rId46" Type="http://schemas.openxmlformats.org/officeDocument/2006/relationships/customXml" Target="../ink/ink220.xml"/><Relationship Id="rId67" Type="http://schemas.openxmlformats.org/officeDocument/2006/relationships/image" Target="../media/image226.png"/><Relationship Id="rId116" Type="http://schemas.openxmlformats.org/officeDocument/2006/relationships/customXml" Target="../ink/ink255.xml"/><Relationship Id="rId137" Type="http://schemas.openxmlformats.org/officeDocument/2006/relationships/image" Target="../media/image261.png"/><Relationship Id="rId158" Type="http://schemas.openxmlformats.org/officeDocument/2006/relationships/image" Target="../media/image270.png"/><Relationship Id="rId20" Type="http://schemas.openxmlformats.org/officeDocument/2006/relationships/customXml" Target="../ink/ink207.xml"/><Relationship Id="rId41" Type="http://schemas.openxmlformats.org/officeDocument/2006/relationships/image" Target="../media/image213.png"/><Relationship Id="rId62" Type="http://schemas.openxmlformats.org/officeDocument/2006/relationships/customXml" Target="../ink/ink228.xml"/><Relationship Id="rId83" Type="http://schemas.openxmlformats.org/officeDocument/2006/relationships/image" Target="../media/image234.png"/><Relationship Id="rId88" Type="http://schemas.openxmlformats.org/officeDocument/2006/relationships/customXml" Target="../ink/ink241.xml"/><Relationship Id="rId111" Type="http://schemas.openxmlformats.org/officeDocument/2006/relationships/image" Target="../media/image248.png"/><Relationship Id="rId132" Type="http://schemas.openxmlformats.org/officeDocument/2006/relationships/customXml" Target="../ink/ink263.xml"/><Relationship Id="rId153" Type="http://schemas.openxmlformats.org/officeDocument/2006/relationships/customXml" Target="../ink/ink274.xml"/><Relationship Id="rId174" Type="http://schemas.openxmlformats.org/officeDocument/2006/relationships/image" Target="../media/image278.png"/><Relationship Id="rId179" Type="http://schemas.openxmlformats.org/officeDocument/2006/relationships/customXml" Target="../ink/ink287.xml"/><Relationship Id="rId15" Type="http://schemas.openxmlformats.org/officeDocument/2006/relationships/image" Target="../media/image200.png"/><Relationship Id="rId36" Type="http://schemas.openxmlformats.org/officeDocument/2006/relationships/customXml" Target="../ink/ink215.xml"/><Relationship Id="rId57" Type="http://schemas.openxmlformats.org/officeDocument/2006/relationships/image" Target="../media/image221.png"/><Relationship Id="rId106" Type="http://schemas.openxmlformats.org/officeDocument/2006/relationships/customXml" Target="../ink/ink250.xml"/><Relationship Id="rId127" Type="http://schemas.openxmlformats.org/officeDocument/2006/relationships/image" Target="../media/image256.png"/><Relationship Id="rId10" Type="http://schemas.openxmlformats.org/officeDocument/2006/relationships/customXml" Target="../ink/ink202.xml"/><Relationship Id="rId31" Type="http://schemas.openxmlformats.org/officeDocument/2006/relationships/image" Target="../media/image208.png"/><Relationship Id="rId52" Type="http://schemas.openxmlformats.org/officeDocument/2006/relationships/customXml" Target="../ink/ink223.xml"/><Relationship Id="rId73" Type="http://schemas.openxmlformats.org/officeDocument/2006/relationships/image" Target="../media/image229.png"/><Relationship Id="rId78" Type="http://schemas.openxmlformats.org/officeDocument/2006/relationships/customXml" Target="../ink/ink236.xml"/><Relationship Id="rId94" Type="http://schemas.openxmlformats.org/officeDocument/2006/relationships/customXml" Target="../ink/ink244.xml"/><Relationship Id="rId99" Type="http://schemas.openxmlformats.org/officeDocument/2006/relationships/image" Target="../media/image242.png"/><Relationship Id="rId101" Type="http://schemas.openxmlformats.org/officeDocument/2006/relationships/image" Target="../media/image243.png"/><Relationship Id="rId122" Type="http://schemas.openxmlformats.org/officeDocument/2006/relationships/customXml" Target="../ink/ink258.xml"/><Relationship Id="rId143" Type="http://schemas.openxmlformats.org/officeDocument/2006/relationships/image" Target="../media/image264.png"/><Relationship Id="rId148" Type="http://schemas.openxmlformats.org/officeDocument/2006/relationships/customXml" Target="../ink/ink271.xml"/><Relationship Id="rId164" Type="http://schemas.openxmlformats.org/officeDocument/2006/relationships/image" Target="../media/image273.png"/><Relationship Id="rId169" Type="http://schemas.openxmlformats.org/officeDocument/2006/relationships/customXml" Target="../ink/ink282.xml"/><Relationship Id="rId185" Type="http://schemas.openxmlformats.org/officeDocument/2006/relationships/customXml" Target="../ink/ink290.xml"/><Relationship Id="rId4" Type="http://schemas.openxmlformats.org/officeDocument/2006/relationships/customXml" Target="../ink/ink199.xml"/><Relationship Id="rId9" Type="http://schemas.openxmlformats.org/officeDocument/2006/relationships/image" Target="../media/image197.png"/><Relationship Id="rId180" Type="http://schemas.openxmlformats.org/officeDocument/2006/relationships/image" Target="../media/image281.png"/><Relationship Id="rId26" Type="http://schemas.openxmlformats.org/officeDocument/2006/relationships/customXml" Target="../ink/ink210.xml"/><Relationship Id="rId47" Type="http://schemas.openxmlformats.org/officeDocument/2006/relationships/image" Target="../media/image216.png"/><Relationship Id="rId68" Type="http://schemas.openxmlformats.org/officeDocument/2006/relationships/customXml" Target="../ink/ink231.xml"/><Relationship Id="rId89" Type="http://schemas.openxmlformats.org/officeDocument/2006/relationships/image" Target="../media/image237.png"/><Relationship Id="rId112" Type="http://schemas.openxmlformats.org/officeDocument/2006/relationships/customXml" Target="../ink/ink253.xml"/><Relationship Id="rId133" Type="http://schemas.openxmlformats.org/officeDocument/2006/relationships/image" Target="../media/image259.png"/><Relationship Id="rId154" Type="http://schemas.openxmlformats.org/officeDocument/2006/relationships/image" Target="../media/image268.png"/><Relationship Id="rId175" Type="http://schemas.openxmlformats.org/officeDocument/2006/relationships/customXml" Target="../ink/ink285.xml"/><Relationship Id="rId16" Type="http://schemas.openxmlformats.org/officeDocument/2006/relationships/customXml" Target="../ink/ink205.xml"/><Relationship Id="rId37" Type="http://schemas.openxmlformats.org/officeDocument/2006/relationships/image" Target="../media/image211.png"/><Relationship Id="rId58" Type="http://schemas.openxmlformats.org/officeDocument/2006/relationships/customXml" Target="../ink/ink226.xml"/><Relationship Id="rId79" Type="http://schemas.openxmlformats.org/officeDocument/2006/relationships/image" Target="../media/image232.png"/><Relationship Id="rId102" Type="http://schemas.openxmlformats.org/officeDocument/2006/relationships/customXml" Target="../ink/ink248.xml"/><Relationship Id="rId123" Type="http://schemas.openxmlformats.org/officeDocument/2006/relationships/image" Target="../media/image254.png"/><Relationship Id="rId144" Type="http://schemas.openxmlformats.org/officeDocument/2006/relationships/customXml" Target="../ink/ink269.xml"/><Relationship Id="rId90" Type="http://schemas.openxmlformats.org/officeDocument/2006/relationships/customXml" Target="../ink/ink242.xml"/><Relationship Id="rId165" Type="http://schemas.openxmlformats.org/officeDocument/2006/relationships/customXml" Target="../ink/ink280.xml"/><Relationship Id="rId186" Type="http://schemas.openxmlformats.org/officeDocument/2006/relationships/customXml" Target="../ink/ink291.xml"/><Relationship Id="rId27" Type="http://schemas.openxmlformats.org/officeDocument/2006/relationships/image" Target="../media/image206.png"/><Relationship Id="rId48" Type="http://schemas.openxmlformats.org/officeDocument/2006/relationships/customXml" Target="../ink/ink221.xml"/><Relationship Id="rId69" Type="http://schemas.openxmlformats.org/officeDocument/2006/relationships/image" Target="../media/image227.png"/><Relationship Id="rId113" Type="http://schemas.openxmlformats.org/officeDocument/2006/relationships/image" Target="../media/image249.png"/><Relationship Id="rId134" Type="http://schemas.openxmlformats.org/officeDocument/2006/relationships/customXml" Target="../ink/ink264.xml"/><Relationship Id="rId80" Type="http://schemas.openxmlformats.org/officeDocument/2006/relationships/customXml" Target="../ink/ink237.xml"/><Relationship Id="rId155" Type="http://schemas.openxmlformats.org/officeDocument/2006/relationships/customXml" Target="../ink/ink275.xml"/><Relationship Id="rId176" Type="http://schemas.openxmlformats.org/officeDocument/2006/relationships/image" Target="../media/image279.png"/><Relationship Id="rId17" Type="http://schemas.openxmlformats.org/officeDocument/2006/relationships/image" Target="../media/image201.png"/><Relationship Id="rId38" Type="http://schemas.openxmlformats.org/officeDocument/2006/relationships/customXml" Target="../ink/ink216.xml"/><Relationship Id="rId59" Type="http://schemas.openxmlformats.org/officeDocument/2006/relationships/image" Target="../media/image222.png"/><Relationship Id="rId103" Type="http://schemas.openxmlformats.org/officeDocument/2006/relationships/image" Target="../media/image244.png"/><Relationship Id="rId124" Type="http://schemas.openxmlformats.org/officeDocument/2006/relationships/customXml" Target="../ink/ink259.xml"/><Relationship Id="rId70" Type="http://schemas.openxmlformats.org/officeDocument/2006/relationships/customXml" Target="../ink/ink232.xml"/><Relationship Id="rId91" Type="http://schemas.openxmlformats.org/officeDocument/2006/relationships/image" Target="../media/image238.png"/><Relationship Id="rId145" Type="http://schemas.openxmlformats.org/officeDocument/2006/relationships/image" Target="../media/image265.png"/><Relationship Id="rId166" Type="http://schemas.openxmlformats.org/officeDocument/2006/relationships/image" Target="../media/image274.png"/><Relationship Id="rId187" Type="http://schemas.openxmlformats.org/officeDocument/2006/relationships/customXml" Target="../ink/ink292.xml"/><Relationship Id="rId1" Type="http://schemas.openxmlformats.org/officeDocument/2006/relationships/slideLayout" Target="../slideLayouts/slideLayout7.xml"/><Relationship Id="rId28" Type="http://schemas.openxmlformats.org/officeDocument/2006/relationships/customXml" Target="../ink/ink211.xml"/><Relationship Id="rId49" Type="http://schemas.openxmlformats.org/officeDocument/2006/relationships/image" Target="../media/image217.png"/><Relationship Id="rId114" Type="http://schemas.openxmlformats.org/officeDocument/2006/relationships/customXml" Target="../ink/ink254.xml"/><Relationship Id="rId60" Type="http://schemas.openxmlformats.org/officeDocument/2006/relationships/customXml" Target="../ink/ink227.xml"/><Relationship Id="rId81" Type="http://schemas.openxmlformats.org/officeDocument/2006/relationships/image" Target="../media/image233.png"/><Relationship Id="rId135" Type="http://schemas.openxmlformats.org/officeDocument/2006/relationships/image" Target="../media/image260.png"/><Relationship Id="rId156" Type="http://schemas.openxmlformats.org/officeDocument/2006/relationships/image" Target="../media/image269.png"/><Relationship Id="rId177" Type="http://schemas.openxmlformats.org/officeDocument/2006/relationships/customXml" Target="../ink/ink286.xml"/></Relationships>
</file>

<file path=ppt/slides/_rels/slide5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341.png"/><Relationship Id="rId21" Type="http://schemas.openxmlformats.org/officeDocument/2006/relationships/image" Target="../media/image294.png"/><Relationship Id="rId42" Type="http://schemas.openxmlformats.org/officeDocument/2006/relationships/customXml" Target="../ink/ink313.xml"/><Relationship Id="rId63" Type="http://schemas.openxmlformats.org/officeDocument/2006/relationships/image" Target="../media/image315.png"/><Relationship Id="rId84" Type="http://schemas.openxmlformats.org/officeDocument/2006/relationships/customXml" Target="../ink/ink334.xml"/><Relationship Id="rId138" Type="http://schemas.openxmlformats.org/officeDocument/2006/relationships/customXml" Target="../ink/ink361.xml"/><Relationship Id="rId159" Type="http://schemas.openxmlformats.org/officeDocument/2006/relationships/image" Target="../media/image362.png"/><Relationship Id="rId170" Type="http://schemas.openxmlformats.org/officeDocument/2006/relationships/customXml" Target="../ink/ink377.xml"/><Relationship Id="rId191" Type="http://schemas.openxmlformats.org/officeDocument/2006/relationships/image" Target="../media/image376.png"/><Relationship Id="rId205" Type="http://schemas.openxmlformats.org/officeDocument/2006/relationships/image" Target="../media/image383.png"/><Relationship Id="rId107" Type="http://schemas.openxmlformats.org/officeDocument/2006/relationships/image" Target="../media/image336.png"/><Relationship Id="rId11" Type="http://schemas.openxmlformats.org/officeDocument/2006/relationships/image" Target="../media/image289.png"/><Relationship Id="rId32" Type="http://schemas.openxmlformats.org/officeDocument/2006/relationships/customXml" Target="../ink/ink308.xml"/><Relationship Id="rId53" Type="http://schemas.openxmlformats.org/officeDocument/2006/relationships/image" Target="../media/image310.png"/><Relationship Id="rId74" Type="http://schemas.openxmlformats.org/officeDocument/2006/relationships/customXml" Target="../ink/ink329.xml"/><Relationship Id="rId128" Type="http://schemas.openxmlformats.org/officeDocument/2006/relationships/customXml" Target="../ink/ink356.xml"/><Relationship Id="rId149" Type="http://schemas.openxmlformats.org/officeDocument/2006/relationships/image" Target="../media/image357.png"/><Relationship Id="rId5" Type="http://schemas.openxmlformats.org/officeDocument/2006/relationships/image" Target="../media/image286.png"/><Relationship Id="rId95" Type="http://schemas.openxmlformats.org/officeDocument/2006/relationships/image" Target="../media/image330.png"/><Relationship Id="rId160" Type="http://schemas.openxmlformats.org/officeDocument/2006/relationships/customXml" Target="../ink/ink372.xml"/><Relationship Id="rId181" Type="http://schemas.openxmlformats.org/officeDocument/2006/relationships/customXml" Target="../ink/ink383.xml"/><Relationship Id="rId22" Type="http://schemas.openxmlformats.org/officeDocument/2006/relationships/customXml" Target="../ink/ink303.xml"/><Relationship Id="rId43" Type="http://schemas.openxmlformats.org/officeDocument/2006/relationships/image" Target="../media/image305.png"/><Relationship Id="rId64" Type="http://schemas.openxmlformats.org/officeDocument/2006/relationships/customXml" Target="../ink/ink324.xml"/><Relationship Id="rId118" Type="http://schemas.openxmlformats.org/officeDocument/2006/relationships/customXml" Target="../ink/ink351.xml"/><Relationship Id="rId139" Type="http://schemas.openxmlformats.org/officeDocument/2006/relationships/image" Target="../media/image352.png"/><Relationship Id="rId85" Type="http://schemas.openxmlformats.org/officeDocument/2006/relationships/image" Target="../media/image325.png"/><Relationship Id="rId150" Type="http://schemas.openxmlformats.org/officeDocument/2006/relationships/customXml" Target="../ink/ink367.xml"/><Relationship Id="rId171" Type="http://schemas.openxmlformats.org/officeDocument/2006/relationships/image" Target="../media/image368.png"/><Relationship Id="rId192" Type="http://schemas.openxmlformats.org/officeDocument/2006/relationships/customXml" Target="../ink/ink389.xml"/><Relationship Id="rId206" Type="http://schemas.openxmlformats.org/officeDocument/2006/relationships/customXml" Target="../ink/ink396.xml"/><Relationship Id="rId12" Type="http://schemas.openxmlformats.org/officeDocument/2006/relationships/customXml" Target="../ink/ink298.xml"/><Relationship Id="rId33" Type="http://schemas.openxmlformats.org/officeDocument/2006/relationships/image" Target="../media/image300.png"/><Relationship Id="rId108" Type="http://schemas.openxmlformats.org/officeDocument/2006/relationships/customXml" Target="../ink/ink346.xml"/><Relationship Id="rId129" Type="http://schemas.openxmlformats.org/officeDocument/2006/relationships/image" Target="../media/image347.png"/><Relationship Id="rId54" Type="http://schemas.openxmlformats.org/officeDocument/2006/relationships/customXml" Target="../ink/ink319.xml"/><Relationship Id="rId75" Type="http://schemas.openxmlformats.org/officeDocument/2006/relationships/image" Target="../media/image321.png"/><Relationship Id="rId96" Type="http://schemas.openxmlformats.org/officeDocument/2006/relationships/customXml" Target="../ink/ink340.xml"/><Relationship Id="rId140" Type="http://schemas.openxmlformats.org/officeDocument/2006/relationships/customXml" Target="../ink/ink362.xml"/><Relationship Id="rId161" Type="http://schemas.openxmlformats.org/officeDocument/2006/relationships/image" Target="../media/image363.png"/><Relationship Id="rId182" Type="http://schemas.openxmlformats.org/officeDocument/2006/relationships/image" Target="../media/image372.png"/><Relationship Id="rId6" Type="http://schemas.openxmlformats.org/officeDocument/2006/relationships/customXml" Target="../ink/ink295.xml"/><Relationship Id="rId23" Type="http://schemas.openxmlformats.org/officeDocument/2006/relationships/image" Target="../media/image295.png"/><Relationship Id="rId119" Type="http://schemas.openxmlformats.org/officeDocument/2006/relationships/image" Target="../media/image342.png"/><Relationship Id="rId44" Type="http://schemas.openxmlformats.org/officeDocument/2006/relationships/customXml" Target="../ink/ink314.xml"/><Relationship Id="rId65" Type="http://schemas.openxmlformats.org/officeDocument/2006/relationships/image" Target="../media/image316.png"/><Relationship Id="rId86" Type="http://schemas.openxmlformats.org/officeDocument/2006/relationships/customXml" Target="../ink/ink335.xml"/><Relationship Id="rId130" Type="http://schemas.openxmlformats.org/officeDocument/2006/relationships/customXml" Target="../ink/ink357.xml"/><Relationship Id="rId151" Type="http://schemas.openxmlformats.org/officeDocument/2006/relationships/image" Target="../media/image358.png"/><Relationship Id="rId172" Type="http://schemas.openxmlformats.org/officeDocument/2006/relationships/customXml" Target="../ink/ink378.xml"/><Relationship Id="rId193" Type="http://schemas.openxmlformats.org/officeDocument/2006/relationships/image" Target="../media/image377.png"/><Relationship Id="rId207" Type="http://schemas.openxmlformats.org/officeDocument/2006/relationships/image" Target="../media/image384.png"/><Relationship Id="rId13" Type="http://schemas.openxmlformats.org/officeDocument/2006/relationships/image" Target="../media/image290.png"/><Relationship Id="rId109" Type="http://schemas.openxmlformats.org/officeDocument/2006/relationships/image" Target="../media/image337.png"/><Relationship Id="rId34" Type="http://schemas.openxmlformats.org/officeDocument/2006/relationships/customXml" Target="../ink/ink309.xml"/><Relationship Id="rId55" Type="http://schemas.openxmlformats.org/officeDocument/2006/relationships/image" Target="../media/image311.png"/><Relationship Id="rId76" Type="http://schemas.openxmlformats.org/officeDocument/2006/relationships/customXml" Target="../ink/ink330.xml"/><Relationship Id="rId97" Type="http://schemas.openxmlformats.org/officeDocument/2006/relationships/image" Target="../media/image331.png"/><Relationship Id="rId120" Type="http://schemas.openxmlformats.org/officeDocument/2006/relationships/customXml" Target="../ink/ink352.xml"/><Relationship Id="rId141" Type="http://schemas.openxmlformats.org/officeDocument/2006/relationships/image" Target="../media/image353.png"/><Relationship Id="rId7" Type="http://schemas.openxmlformats.org/officeDocument/2006/relationships/image" Target="../media/image287.png"/><Relationship Id="rId162" Type="http://schemas.openxmlformats.org/officeDocument/2006/relationships/customXml" Target="../ink/ink373.xml"/><Relationship Id="rId183" Type="http://schemas.openxmlformats.org/officeDocument/2006/relationships/customXml" Target="../ink/ink384.xml"/><Relationship Id="rId24" Type="http://schemas.openxmlformats.org/officeDocument/2006/relationships/customXml" Target="../ink/ink304.xml"/><Relationship Id="rId40" Type="http://schemas.openxmlformats.org/officeDocument/2006/relationships/customXml" Target="../ink/ink312.xml"/><Relationship Id="rId45" Type="http://schemas.openxmlformats.org/officeDocument/2006/relationships/image" Target="../media/image306.png"/><Relationship Id="rId66" Type="http://schemas.openxmlformats.org/officeDocument/2006/relationships/customXml" Target="../ink/ink325.xml"/><Relationship Id="rId87" Type="http://schemas.openxmlformats.org/officeDocument/2006/relationships/image" Target="../media/image326.png"/><Relationship Id="rId110" Type="http://schemas.openxmlformats.org/officeDocument/2006/relationships/customXml" Target="../ink/ink347.xml"/><Relationship Id="rId115" Type="http://schemas.openxmlformats.org/officeDocument/2006/relationships/image" Target="../media/image340.png"/><Relationship Id="rId131" Type="http://schemas.openxmlformats.org/officeDocument/2006/relationships/image" Target="../media/image348.png"/><Relationship Id="rId136" Type="http://schemas.openxmlformats.org/officeDocument/2006/relationships/customXml" Target="../ink/ink360.xml"/><Relationship Id="rId157" Type="http://schemas.openxmlformats.org/officeDocument/2006/relationships/image" Target="../media/image361.png"/><Relationship Id="rId178" Type="http://schemas.openxmlformats.org/officeDocument/2006/relationships/image" Target="../media/image370.png"/><Relationship Id="rId61" Type="http://schemas.openxmlformats.org/officeDocument/2006/relationships/image" Target="../media/image314.png"/><Relationship Id="rId82" Type="http://schemas.openxmlformats.org/officeDocument/2006/relationships/customXml" Target="../ink/ink333.xml"/><Relationship Id="rId152" Type="http://schemas.openxmlformats.org/officeDocument/2006/relationships/customXml" Target="../ink/ink368.xml"/><Relationship Id="rId173" Type="http://schemas.openxmlformats.org/officeDocument/2006/relationships/image" Target="../media/image369.png"/><Relationship Id="rId194" Type="http://schemas.openxmlformats.org/officeDocument/2006/relationships/customXml" Target="../ink/ink390.xml"/><Relationship Id="rId199" Type="http://schemas.openxmlformats.org/officeDocument/2006/relationships/image" Target="../media/image380.png"/><Relationship Id="rId203" Type="http://schemas.openxmlformats.org/officeDocument/2006/relationships/image" Target="../media/image382.png"/><Relationship Id="rId19" Type="http://schemas.openxmlformats.org/officeDocument/2006/relationships/image" Target="../media/image293.png"/><Relationship Id="rId14" Type="http://schemas.openxmlformats.org/officeDocument/2006/relationships/customXml" Target="../ink/ink299.xml"/><Relationship Id="rId30" Type="http://schemas.openxmlformats.org/officeDocument/2006/relationships/customXml" Target="../ink/ink307.xml"/><Relationship Id="rId35" Type="http://schemas.openxmlformats.org/officeDocument/2006/relationships/image" Target="../media/image301.png"/><Relationship Id="rId56" Type="http://schemas.openxmlformats.org/officeDocument/2006/relationships/customXml" Target="../ink/ink320.xml"/><Relationship Id="rId77" Type="http://schemas.openxmlformats.org/officeDocument/2006/relationships/image" Target="../media/image322.png"/><Relationship Id="rId100" Type="http://schemas.openxmlformats.org/officeDocument/2006/relationships/customXml" Target="../ink/ink342.xml"/><Relationship Id="rId105" Type="http://schemas.openxmlformats.org/officeDocument/2006/relationships/image" Target="../media/image335.png"/><Relationship Id="rId126" Type="http://schemas.openxmlformats.org/officeDocument/2006/relationships/customXml" Target="../ink/ink355.xml"/><Relationship Id="rId147" Type="http://schemas.openxmlformats.org/officeDocument/2006/relationships/image" Target="../media/image356.png"/><Relationship Id="rId168" Type="http://schemas.openxmlformats.org/officeDocument/2006/relationships/customXml" Target="../ink/ink376.xml"/><Relationship Id="rId8" Type="http://schemas.openxmlformats.org/officeDocument/2006/relationships/customXml" Target="../ink/ink296.xml"/><Relationship Id="rId51" Type="http://schemas.openxmlformats.org/officeDocument/2006/relationships/image" Target="../media/image309.png"/><Relationship Id="rId72" Type="http://schemas.openxmlformats.org/officeDocument/2006/relationships/customXml" Target="../ink/ink328.xml"/><Relationship Id="rId93" Type="http://schemas.openxmlformats.org/officeDocument/2006/relationships/image" Target="../media/image329.png"/><Relationship Id="rId98" Type="http://schemas.openxmlformats.org/officeDocument/2006/relationships/customXml" Target="../ink/ink341.xml"/><Relationship Id="rId121" Type="http://schemas.openxmlformats.org/officeDocument/2006/relationships/image" Target="../media/image343.png"/><Relationship Id="rId142" Type="http://schemas.openxmlformats.org/officeDocument/2006/relationships/customXml" Target="../ink/ink363.xml"/><Relationship Id="rId163" Type="http://schemas.openxmlformats.org/officeDocument/2006/relationships/image" Target="../media/image364.png"/><Relationship Id="rId184" Type="http://schemas.openxmlformats.org/officeDocument/2006/relationships/image" Target="../media/image373.png"/><Relationship Id="rId189" Type="http://schemas.openxmlformats.org/officeDocument/2006/relationships/customXml" Target="../ink/ink387.xml"/><Relationship Id="rId3" Type="http://schemas.openxmlformats.org/officeDocument/2006/relationships/image" Target="../media/image285.png"/><Relationship Id="rId25" Type="http://schemas.openxmlformats.org/officeDocument/2006/relationships/image" Target="../media/image296.png"/><Relationship Id="rId46" Type="http://schemas.openxmlformats.org/officeDocument/2006/relationships/customXml" Target="../ink/ink315.xml"/><Relationship Id="rId67" Type="http://schemas.openxmlformats.org/officeDocument/2006/relationships/image" Target="../media/image317.png"/><Relationship Id="rId116" Type="http://schemas.openxmlformats.org/officeDocument/2006/relationships/customXml" Target="../ink/ink350.xml"/><Relationship Id="rId137" Type="http://schemas.openxmlformats.org/officeDocument/2006/relationships/image" Target="../media/image351.png"/><Relationship Id="rId158" Type="http://schemas.openxmlformats.org/officeDocument/2006/relationships/customXml" Target="../ink/ink371.xml"/><Relationship Id="rId20" Type="http://schemas.openxmlformats.org/officeDocument/2006/relationships/customXml" Target="../ink/ink302.xml"/><Relationship Id="rId41" Type="http://schemas.openxmlformats.org/officeDocument/2006/relationships/image" Target="../media/image304.png"/><Relationship Id="rId62" Type="http://schemas.openxmlformats.org/officeDocument/2006/relationships/customXml" Target="../ink/ink323.xml"/><Relationship Id="rId83" Type="http://schemas.openxmlformats.org/officeDocument/2006/relationships/image" Target="../media/image324.png"/><Relationship Id="rId88" Type="http://schemas.openxmlformats.org/officeDocument/2006/relationships/customXml" Target="../ink/ink336.xml"/><Relationship Id="rId111" Type="http://schemas.openxmlformats.org/officeDocument/2006/relationships/image" Target="../media/image338.png"/><Relationship Id="rId132" Type="http://schemas.openxmlformats.org/officeDocument/2006/relationships/customXml" Target="../ink/ink358.xml"/><Relationship Id="rId153" Type="http://schemas.openxmlformats.org/officeDocument/2006/relationships/image" Target="../media/image359.png"/><Relationship Id="rId174" Type="http://schemas.openxmlformats.org/officeDocument/2006/relationships/customXml" Target="../ink/ink379.xml"/><Relationship Id="rId179" Type="http://schemas.openxmlformats.org/officeDocument/2006/relationships/customXml" Target="../ink/ink382.xml"/><Relationship Id="rId195" Type="http://schemas.openxmlformats.org/officeDocument/2006/relationships/image" Target="../media/image378.png"/><Relationship Id="rId190" Type="http://schemas.openxmlformats.org/officeDocument/2006/relationships/customXml" Target="../ink/ink388.xml"/><Relationship Id="rId204" Type="http://schemas.openxmlformats.org/officeDocument/2006/relationships/customXml" Target="../ink/ink395.xml"/><Relationship Id="rId15" Type="http://schemas.openxmlformats.org/officeDocument/2006/relationships/image" Target="../media/image291.png"/><Relationship Id="rId36" Type="http://schemas.openxmlformats.org/officeDocument/2006/relationships/customXml" Target="../ink/ink310.xml"/><Relationship Id="rId57" Type="http://schemas.openxmlformats.org/officeDocument/2006/relationships/image" Target="../media/image312.png"/><Relationship Id="rId106" Type="http://schemas.openxmlformats.org/officeDocument/2006/relationships/customXml" Target="../ink/ink345.xml"/><Relationship Id="rId127" Type="http://schemas.openxmlformats.org/officeDocument/2006/relationships/image" Target="../media/image346.png"/><Relationship Id="rId10" Type="http://schemas.openxmlformats.org/officeDocument/2006/relationships/customXml" Target="../ink/ink297.xml"/><Relationship Id="rId31" Type="http://schemas.openxmlformats.org/officeDocument/2006/relationships/image" Target="../media/image299.png"/><Relationship Id="rId52" Type="http://schemas.openxmlformats.org/officeDocument/2006/relationships/customXml" Target="../ink/ink318.xml"/><Relationship Id="rId73" Type="http://schemas.openxmlformats.org/officeDocument/2006/relationships/image" Target="../media/image320.png"/><Relationship Id="rId78" Type="http://schemas.openxmlformats.org/officeDocument/2006/relationships/customXml" Target="../ink/ink331.xml"/><Relationship Id="rId94" Type="http://schemas.openxmlformats.org/officeDocument/2006/relationships/customXml" Target="../ink/ink339.xml"/><Relationship Id="rId99" Type="http://schemas.openxmlformats.org/officeDocument/2006/relationships/image" Target="../media/image332.png"/><Relationship Id="rId101" Type="http://schemas.openxmlformats.org/officeDocument/2006/relationships/image" Target="../media/image333.png"/><Relationship Id="rId122" Type="http://schemas.openxmlformats.org/officeDocument/2006/relationships/customXml" Target="../ink/ink353.xml"/><Relationship Id="rId143" Type="http://schemas.openxmlformats.org/officeDocument/2006/relationships/image" Target="../media/image354.png"/><Relationship Id="rId148" Type="http://schemas.openxmlformats.org/officeDocument/2006/relationships/customXml" Target="../ink/ink366.xml"/><Relationship Id="rId164" Type="http://schemas.openxmlformats.org/officeDocument/2006/relationships/customXml" Target="../ink/ink374.xml"/><Relationship Id="rId169" Type="http://schemas.openxmlformats.org/officeDocument/2006/relationships/image" Target="../media/image367.png"/><Relationship Id="rId185" Type="http://schemas.openxmlformats.org/officeDocument/2006/relationships/customXml" Target="../ink/ink385.xml"/><Relationship Id="rId4" Type="http://schemas.openxmlformats.org/officeDocument/2006/relationships/customXml" Target="../ink/ink294.xml"/><Relationship Id="rId9" Type="http://schemas.openxmlformats.org/officeDocument/2006/relationships/image" Target="../media/image288.png"/><Relationship Id="rId180" Type="http://schemas.openxmlformats.org/officeDocument/2006/relationships/image" Target="../media/image371.png"/><Relationship Id="rId26" Type="http://schemas.openxmlformats.org/officeDocument/2006/relationships/customXml" Target="../ink/ink305.xml"/><Relationship Id="rId47" Type="http://schemas.openxmlformats.org/officeDocument/2006/relationships/image" Target="../media/image307.png"/><Relationship Id="rId68" Type="http://schemas.openxmlformats.org/officeDocument/2006/relationships/customXml" Target="../ink/ink326.xml"/><Relationship Id="rId89" Type="http://schemas.openxmlformats.org/officeDocument/2006/relationships/image" Target="../media/image327.png"/><Relationship Id="rId112" Type="http://schemas.openxmlformats.org/officeDocument/2006/relationships/customXml" Target="../ink/ink348.xml"/><Relationship Id="rId133" Type="http://schemas.openxmlformats.org/officeDocument/2006/relationships/image" Target="../media/image349.png"/><Relationship Id="rId154" Type="http://schemas.openxmlformats.org/officeDocument/2006/relationships/customXml" Target="../ink/ink369.xml"/><Relationship Id="rId175" Type="http://schemas.openxmlformats.org/officeDocument/2006/relationships/customXml" Target="../ink/ink380.xml"/><Relationship Id="rId196" Type="http://schemas.openxmlformats.org/officeDocument/2006/relationships/customXml" Target="../ink/ink391.xml"/><Relationship Id="rId200" Type="http://schemas.openxmlformats.org/officeDocument/2006/relationships/customXml" Target="../ink/ink393.xml"/><Relationship Id="rId16" Type="http://schemas.openxmlformats.org/officeDocument/2006/relationships/customXml" Target="../ink/ink300.xml"/><Relationship Id="rId37" Type="http://schemas.openxmlformats.org/officeDocument/2006/relationships/image" Target="../media/image302.png"/><Relationship Id="rId58" Type="http://schemas.openxmlformats.org/officeDocument/2006/relationships/customXml" Target="../ink/ink321.xml"/><Relationship Id="rId79" Type="http://schemas.openxmlformats.org/officeDocument/2006/relationships/image" Target="../media/image11.png"/><Relationship Id="rId102" Type="http://schemas.openxmlformats.org/officeDocument/2006/relationships/customXml" Target="../ink/ink343.xml"/><Relationship Id="rId123" Type="http://schemas.openxmlformats.org/officeDocument/2006/relationships/image" Target="../media/image344.png"/><Relationship Id="rId144" Type="http://schemas.openxmlformats.org/officeDocument/2006/relationships/customXml" Target="../ink/ink364.xml"/><Relationship Id="rId90" Type="http://schemas.openxmlformats.org/officeDocument/2006/relationships/customXml" Target="../ink/ink337.xml"/><Relationship Id="rId165" Type="http://schemas.openxmlformats.org/officeDocument/2006/relationships/image" Target="../media/image365.png"/><Relationship Id="rId186" Type="http://schemas.openxmlformats.org/officeDocument/2006/relationships/image" Target="../media/image374.png"/><Relationship Id="rId27" Type="http://schemas.openxmlformats.org/officeDocument/2006/relationships/image" Target="../media/image297.png"/><Relationship Id="rId48" Type="http://schemas.openxmlformats.org/officeDocument/2006/relationships/customXml" Target="../ink/ink316.xml"/><Relationship Id="rId69" Type="http://schemas.openxmlformats.org/officeDocument/2006/relationships/image" Target="../media/image318.png"/><Relationship Id="rId113" Type="http://schemas.openxmlformats.org/officeDocument/2006/relationships/image" Target="../media/image339.png"/><Relationship Id="rId134" Type="http://schemas.openxmlformats.org/officeDocument/2006/relationships/customXml" Target="../ink/ink359.xml"/><Relationship Id="rId80" Type="http://schemas.openxmlformats.org/officeDocument/2006/relationships/customXml" Target="../ink/ink332.xml"/><Relationship Id="rId155" Type="http://schemas.openxmlformats.org/officeDocument/2006/relationships/image" Target="../media/image360.png"/><Relationship Id="rId176" Type="http://schemas.openxmlformats.org/officeDocument/2006/relationships/image" Target="../media/image193.png"/><Relationship Id="rId197" Type="http://schemas.openxmlformats.org/officeDocument/2006/relationships/image" Target="../media/image379.png"/><Relationship Id="rId201" Type="http://schemas.openxmlformats.org/officeDocument/2006/relationships/image" Target="../media/image381.png"/><Relationship Id="rId17" Type="http://schemas.openxmlformats.org/officeDocument/2006/relationships/image" Target="../media/image292.png"/><Relationship Id="rId38" Type="http://schemas.openxmlformats.org/officeDocument/2006/relationships/customXml" Target="../ink/ink311.xml"/><Relationship Id="rId59" Type="http://schemas.openxmlformats.org/officeDocument/2006/relationships/image" Target="../media/image313.png"/><Relationship Id="rId103" Type="http://schemas.openxmlformats.org/officeDocument/2006/relationships/image" Target="../media/image334.png"/><Relationship Id="rId124" Type="http://schemas.openxmlformats.org/officeDocument/2006/relationships/customXml" Target="../ink/ink354.xml"/><Relationship Id="rId70" Type="http://schemas.openxmlformats.org/officeDocument/2006/relationships/customXml" Target="../ink/ink327.xml"/><Relationship Id="rId91" Type="http://schemas.openxmlformats.org/officeDocument/2006/relationships/image" Target="../media/image328.png"/><Relationship Id="rId145" Type="http://schemas.openxmlformats.org/officeDocument/2006/relationships/image" Target="../media/image355.png"/><Relationship Id="rId166" Type="http://schemas.openxmlformats.org/officeDocument/2006/relationships/customXml" Target="../ink/ink375.xml"/><Relationship Id="rId187" Type="http://schemas.openxmlformats.org/officeDocument/2006/relationships/customXml" Target="../ink/ink386.xml"/><Relationship Id="rId1" Type="http://schemas.openxmlformats.org/officeDocument/2006/relationships/slideLayout" Target="../slideLayouts/slideLayout7.xml"/><Relationship Id="rId28" Type="http://schemas.openxmlformats.org/officeDocument/2006/relationships/customXml" Target="../ink/ink306.xml"/><Relationship Id="rId49" Type="http://schemas.openxmlformats.org/officeDocument/2006/relationships/image" Target="../media/image308.png"/><Relationship Id="rId114" Type="http://schemas.openxmlformats.org/officeDocument/2006/relationships/customXml" Target="../ink/ink349.xml"/><Relationship Id="rId60" Type="http://schemas.openxmlformats.org/officeDocument/2006/relationships/customXml" Target="../ink/ink322.xml"/><Relationship Id="rId81" Type="http://schemas.openxmlformats.org/officeDocument/2006/relationships/image" Target="../media/image323.png"/><Relationship Id="rId135" Type="http://schemas.openxmlformats.org/officeDocument/2006/relationships/image" Target="../media/image350.png"/><Relationship Id="rId156" Type="http://schemas.openxmlformats.org/officeDocument/2006/relationships/customXml" Target="../ink/ink370.xml"/><Relationship Id="rId177" Type="http://schemas.openxmlformats.org/officeDocument/2006/relationships/customXml" Target="../ink/ink381.xml"/><Relationship Id="rId198" Type="http://schemas.openxmlformats.org/officeDocument/2006/relationships/customXml" Target="../ink/ink392.xml"/><Relationship Id="rId202" Type="http://schemas.openxmlformats.org/officeDocument/2006/relationships/customXml" Target="../ink/ink394.xml"/><Relationship Id="rId18" Type="http://schemas.openxmlformats.org/officeDocument/2006/relationships/customXml" Target="../ink/ink301.xml"/><Relationship Id="rId39" Type="http://schemas.openxmlformats.org/officeDocument/2006/relationships/image" Target="../media/image303.png"/><Relationship Id="rId50" Type="http://schemas.openxmlformats.org/officeDocument/2006/relationships/customXml" Target="../ink/ink317.xml"/><Relationship Id="rId104" Type="http://schemas.openxmlformats.org/officeDocument/2006/relationships/customXml" Target="../ink/ink344.xml"/><Relationship Id="rId125" Type="http://schemas.openxmlformats.org/officeDocument/2006/relationships/image" Target="../media/image345.png"/><Relationship Id="rId146" Type="http://schemas.openxmlformats.org/officeDocument/2006/relationships/customXml" Target="../ink/ink365.xml"/><Relationship Id="rId167" Type="http://schemas.openxmlformats.org/officeDocument/2006/relationships/image" Target="../media/image366.png"/><Relationship Id="rId188" Type="http://schemas.openxmlformats.org/officeDocument/2006/relationships/image" Target="../media/image375.png"/><Relationship Id="rId71" Type="http://schemas.openxmlformats.org/officeDocument/2006/relationships/image" Target="../media/image319.png"/><Relationship Id="rId92" Type="http://schemas.openxmlformats.org/officeDocument/2006/relationships/customXml" Target="../ink/ink338.xml"/><Relationship Id="rId2" Type="http://schemas.openxmlformats.org/officeDocument/2006/relationships/customXml" Target="../ink/ink293.xml"/><Relationship Id="rId29" Type="http://schemas.openxmlformats.org/officeDocument/2006/relationships/image" Target="../media/image298.png"/></Relationships>
</file>

<file path=ppt/slides/_rels/slide6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442.png"/><Relationship Id="rId21" Type="http://schemas.openxmlformats.org/officeDocument/2006/relationships/image" Target="../media/image394.png"/><Relationship Id="rId42" Type="http://schemas.openxmlformats.org/officeDocument/2006/relationships/customXml" Target="../ink/ink417.xml"/><Relationship Id="rId63" Type="http://schemas.openxmlformats.org/officeDocument/2006/relationships/image" Target="../media/image415.png"/><Relationship Id="rId84" Type="http://schemas.openxmlformats.org/officeDocument/2006/relationships/customXml" Target="../ink/ink438.xml"/><Relationship Id="rId138" Type="http://schemas.openxmlformats.org/officeDocument/2006/relationships/customXml" Target="../ink/ink465.xml"/><Relationship Id="rId159" Type="http://schemas.openxmlformats.org/officeDocument/2006/relationships/image" Target="../media/image463.png"/><Relationship Id="rId170" Type="http://schemas.openxmlformats.org/officeDocument/2006/relationships/customXml" Target="../ink/ink481.xml"/><Relationship Id="rId191" Type="http://schemas.openxmlformats.org/officeDocument/2006/relationships/image" Target="../media/image479.png"/><Relationship Id="rId205" Type="http://schemas.openxmlformats.org/officeDocument/2006/relationships/image" Target="../media/image486.png"/><Relationship Id="rId226" Type="http://schemas.openxmlformats.org/officeDocument/2006/relationships/customXml" Target="../ink/ink509.xml"/><Relationship Id="rId247" Type="http://schemas.openxmlformats.org/officeDocument/2006/relationships/image" Target="../media/image507.png"/><Relationship Id="rId107" Type="http://schemas.openxmlformats.org/officeDocument/2006/relationships/image" Target="../media/image437.png"/><Relationship Id="rId11" Type="http://schemas.openxmlformats.org/officeDocument/2006/relationships/image" Target="../media/image389.png"/><Relationship Id="rId32" Type="http://schemas.openxmlformats.org/officeDocument/2006/relationships/customXml" Target="../ink/ink412.xml"/><Relationship Id="rId53" Type="http://schemas.openxmlformats.org/officeDocument/2006/relationships/image" Target="../media/image410.png"/><Relationship Id="rId74" Type="http://schemas.openxmlformats.org/officeDocument/2006/relationships/customXml" Target="../ink/ink433.xml"/><Relationship Id="rId128" Type="http://schemas.openxmlformats.org/officeDocument/2006/relationships/customXml" Target="../ink/ink460.xml"/><Relationship Id="rId149" Type="http://schemas.openxmlformats.org/officeDocument/2006/relationships/image" Target="../media/image458.png"/><Relationship Id="rId5" Type="http://schemas.openxmlformats.org/officeDocument/2006/relationships/image" Target="../media/image386.png"/><Relationship Id="rId95" Type="http://schemas.openxmlformats.org/officeDocument/2006/relationships/image" Target="../media/image431.png"/><Relationship Id="rId160" Type="http://schemas.openxmlformats.org/officeDocument/2006/relationships/customXml" Target="../ink/ink476.xml"/><Relationship Id="rId181" Type="http://schemas.openxmlformats.org/officeDocument/2006/relationships/image" Target="../media/image474.png"/><Relationship Id="rId216" Type="http://schemas.openxmlformats.org/officeDocument/2006/relationships/customXml" Target="../ink/ink504.xml"/><Relationship Id="rId237" Type="http://schemas.openxmlformats.org/officeDocument/2006/relationships/image" Target="../media/image502.png"/><Relationship Id="rId22" Type="http://schemas.openxmlformats.org/officeDocument/2006/relationships/customXml" Target="../ink/ink407.xml"/><Relationship Id="rId43" Type="http://schemas.openxmlformats.org/officeDocument/2006/relationships/image" Target="../media/image405.png"/><Relationship Id="rId64" Type="http://schemas.openxmlformats.org/officeDocument/2006/relationships/customXml" Target="../ink/ink428.xml"/><Relationship Id="rId118" Type="http://schemas.openxmlformats.org/officeDocument/2006/relationships/customXml" Target="../ink/ink455.xml"/><Relationship Id="rId139" Type="http://schemas.openxmlformats.org/officeDocument/2006/relationships/image" Target="../media/image453.png"/><Relationship Id="rId85" Type="http://schemas.openxmlformats.org/officeDocument/2006/relationships/image" Target="../media/image426.png"/><Relationship Id="rId150" Type="http://schemas.openxmlformats.org/officeDocument/2006/relationships/customXml" Target="../ink/ink471.xml"/><Relationship Id="rId171" Type="http://schemas.openxmlformats.org/officeDocument/2006/relationships/image" Target="../media/image469.png"/><Relationship Id="rId192" Type="http://schemas.openxmlformats.org/officeDocument/2006/relationships/customXml" Target="../ink/ink492.xml"/><Relationship Id="rId206" Type="http://schemas.openxmlformats.org/officeDocument/2006/relationships/customXml" Target="../ink/ink499.xml"/><Relationship Id="rId227" Type="http://schemas.openxmlformats.org/officeDocument/2006/relationships/image" Target="../media/image497.png"/><Relationship Id="rId248" Type="http://schemas.openxmlformats.org/officeDocument/2006/relationships/customXml" Target="../ink/ink520.xml"/><Relationship Id="rId12" Type="http://schemas.openxmlformats.org/officeDocument/2006/relationships/customXml" Target="../ink/ink402.xml"/><Relationship Id="rId33" Type="http://schemas.openxmlformats.org/officeDocument/2006/relationships/image" Target="../media/image400.png"/><Relationship Id="rId108" Type="http://schemas.openxmlformats.org/officeDocument/2006/relationships/customXml" Target="../ink/ink450.xml"/><Relationship Id="rId129" Type="http://schemas.openxmlformats.org/officeDocument/2006/relationships/image" Target="../media/image448.png"/><Relationship Id="rId54" Type="http://schemas.openxmlformats.org/officeDocument/2006/relationships/customXml" Target="../ink/ink423.xml"/><Relationship Id="rId75" Type="http://schemas.openxmlformats.org/officeDocument/2006/relationships/image" Target="../media/image421.png"/><Relationship Id="rId96" Type="http://schemas.openxmlformats.org/officeDocument/2006/relationships/customXml" Target="../ink/ink444.xml"/><Relationship Id="rId140" Type="http://schemas.openxmlformats.org/officeDocument/2006/relationships/customXml" Target="../ink/ink466.xml"/><Relationship Id="rId161" Type="http://schemas.openxmlformats.org/officeDocument/2006/relationships/image" Target="../media/image464.png"/><Relationship Id="rId182" Type="http://schemas.openxmlformats.org/officeDocument/2006/relationships/customXml" Target="../ink/ink487.xml"/><Relationship Id="rId217" Type="http://schemas.openxmlformats.org/officeDocument/2006/relationships/image" Target="../media/image492.png"/><Relationship Id="rId6" Type="http://schemas.openxmlformats.org/officeDocument/2006/relationships/customXml" Target="../ink/ink399.xml"/><Relationship Id="rId238" Type="http://schemas.openxmlformats.org/officeDocument/2006/relationships/customXml" Target="../ink/ink515.xml"/><Relationship Id="rId23" Type="http://schemas.openxmlformats.org/officeDocument/2006/relationships/image" Target="../media/image395.png"/><Relationship Id="rId119" Type="http://schemas.openxmlformats.org/officeDocument/2006/relationships/image" Target="../media/image443.png"/><Relationship Id="rId44" Type="http://schemas.openxmlformats.org/officeDocument/2006/relationships/customXml" Target="../ink/ink418.xml"/><Relationship Id="rId65" Type="http://schemas.openxmlformats.org/officeDocument/2006/relationships/image" Target="../media/image416.png"/><Relationship Id="rId86" Type="http://schemas.openxmlformats.org/officeDocument/2006/relationships/customXml" Target="../ink/ink439.xml"/><Relationship Id="rId130" Type="http://schemas.openxmlformats.org/officeDocument/2006/relationships/customXml" Target="../ink/ink461.xml"/><Relationship Id="rId151" Type="http://schemas.openxmlformats.org/officeDocument/2006/relationships/image" Target="../media/image459.png"/><Relationship Id="rId172" Type="http://schemas.openxmlformats.org/officeDocument/2006/relationships/customXml" Target="../ink/ink482.xml"/><Relationship Id="rId193" Type="http://schemas.openxmlformats.org/officeDocument/2006/relationships/image" Target="../media/image480.png"/><Relationship Id="rId207" Type="http://schemas.openxmlformats.org/officeDocument/2006/relationships/image" Target="../media/image487.png"/><Relationship Id="rId228" Type="http://schemas.openxmlformats.org/officeDocument/2006/relationships/customXml" Target="../ink/ink510.xml"/><Relationship Id="rId249" Type="http://schemas.openxmlformats.org/officeDocument/2006/relationships/image" Target="../media/image508.png"/><Relationship Id="rId13" Type="http://schemas.openxmlformats.org/officeDocument/2006/relationships/image" Target="../media/image390.png"/><Relationship Id="rId109" Type="http://schemas.openxmlformats.org/officeDocument/2006/relationships/image" Target="../media/image438.png"/><Relationship Id="rId34" Type="http://schemas.openxmlformats.org/officeDocument/2006/relationships/customXml" Target="../ink/ink413.xml"/><Relationship Id="rId55" Type="http://schemas.openxmlformats.org/officeDocument/2006/relationships/image" Target="../media/image411.png"/><Relationship Id="rId76" Type="http://schemas.openxmlformats.org/officeDocument/2006/relationships/customXml" Target="../ink/ink434.xml"/><Relationship Id="rId97" Type="http://schemas.openxmlformats.org/officeDocument/2006/relationships/image" Target="../media/image432.png"/><Relationship Id="rId120" Type="http://schemas.openxmlformats.org/officeDocument/2006/relationships/customXml" Target="../ink/ink456.xml"/><Relationship Id="rId141" Type="http://schemas.openxmlformats.org/officeDocument/2006/relationships/image" Target="../media/image454.png"/><Relationship Id="rId7" Type="http://schemas.openxmlformats.org/officeDocument/2006/relationships/image" Target="../media/image387.png"/><Relationship Id="rId162" Type="http://schemas.openxmlformats.org/officeDocument/2006/relationships/customXml" Target="../ink/ink477.xml"/><Relationship Id="rId183" Type="http://schemas.openxmlformats.org/officeDocument/2006/relationships/image" Target="../media/image475.png"/><Relationship Id="rId218" Type="http://schemas.openxmlformats.org/officeDocument/2006/relationships/customXml" Target="../ink/ink505.xml"/><Relationship Id="rId239" Type="http://schemas.openxmlformats.org/officeDocument/2006/relationships/image" Target="../media/image503.png"/><Relationship Id="rId250" Type="http://schemas.openxmlformats.org/officeDocument/2006/relationships/customXml" Target="../ink/ink521.xml"/><Relationship Id="rId24" Type="http://schemas.openxmlformats.org/officeDocument/2006/relationships/customXml" Target="../ink/ink408.xml"/><Relationship Id="rId45" Type="http://schemas.openxmlformats.org/officeDocument/2006/relationships/image" Target="../media/image406.png"/><Relationship Id="rId66" Type="http://schemas.openxmlformats.org/officeDocument/2006/relationships/customXml" Target="../ink/ink429.xml"/><Relationship Id="rId87" Type="http://schemas.openxmlformats.org/officeDocument/2006/relationships/image" Target="../media/image427.png"/><Relationship Id="rId110" Type="http://schemas.openxmlformats.org/officeDocument/2006/relationships/customXml" Target="../ink/ink451.xml"/><Relationship Id="rId131" Type="http://schemas.openxmlformats.org/officeDocument/2006/relationships/image" Target="../media/image449.png"/><Relationship Id="rId152" Type="http://schemas.openxmlformats.org/officeDocument/2006/relationships/customXml" Target="../ink/ink472.xml"/><Relationship Id="rId173" Type="http://schemas.openxmlformats.org/officeDocument/2006/relationships/image" Target="../media/image470.png"/><Relationship Id="rId194" Type="http://schemas.openxmlformats.org/officeDocument/2006/relationships/customXml" Target="../ink/ink493.xml"/><Relationship Id="rId208" Type="http://schemas.openxmlformats.org/officeDocument/2006/relationships/customXml" Target="../ink/ink500.xml"/><Relationship Id="rId229" Type="http://schemas.openxmlformats.org/officeDocument/2006/relationships/image" Target="../media/image498.png"/><Relationship Id="rId240" Type="http://schemas.openxmlformats.org/officeDocument/2006/relationships/customXml" Target="../ink/ink516.xml"/><Relationship Id="rId14" Type="http://schemas.openxmlformats.org/officeDocument/2006/relationships/customXml" Target="../ink/ink403.xml"/><Relationship Id="rId35" Type="http://schemas.openxmlformats.org/officeDocument/2006/relationships/image" Target="../media/image401.png"/><Relationship Id="rId56" Type="http://schemas.openxmlformats.org/officeDocument/2006/relationships/customXml" Target="../ink/ink424.xml"/><Relationship Id="rId77" Type="http://schemas.openxmlformats.org/officeDocument/2006/relationships/image" Target="../media/image422.png"/><Relationship Id="rId100" Type="http://schemas.openxmlformats.org/officeDocument/2006/relationships/customXml" Target="../ink/ink446.xml"/><Relationship Id="rId8" Type="http://schemas.openxmlformats.org/officeDocument/2006/relationships/customXml" Target="../ink/ink400.xml"/><Relationship Id="rId98" Type="http://schemas.openxmlformats.org/officeDocument/2006/relationships/customXml" Target="../ink/ink445.xml"/><Relationship Id="rId121" Type="http://schemas.openxmlformats.org/officeDocument/2006/relationships/image" Target="../media/image444.png"/><Relationship Id="rId142" Type="http://schemas.openxmlformats.org/officeDocument/2006/relationships/customXml" Target="../ink/ink467.xml"/><Relationship Id="rId163" Type="http://schemas.openxmlformats.org/officeDocument/2006/relationships/image" Target="../media/image465.png"/><Relationship Id="rId184" Type="http://schemas.openxmlformats.org/officeDocument/2006/relationships/customXml" Target="../ink/ink488.xml"/><Relationship Id="rId219" Type="http://schemas.openxmlformats.org/officeDocument/2006/relationships/image" Target="../media/image493.png"/><Relationship Id="rId230" Type="http://schemas.openxmlformats.org/officeDocument/2006/relationships/customXml" Target="../ink/ink511.xml"/><Relationship Id="rId251" Type="http://schemas.openxmlformats.org/officeDocument/2006/relationships/image" Target="../media/image509.png"/><Relationship Id="rId25" Type="http://schemas.openxmlformats.org/officeDocument/2006/relationships/image" Target="../media/image396.png"/><Relationship Id="rId46" Type="http://schemas.openxmlformats.org/officeDocument/2006/relationships/customXml" Target="../ink/ink419.xml"/><Relationship Id="rId67" Type="http://schemas.openxmlformats.org/officeDocument/2006/relationships/image" Target="../media/image417.png"/><Relationship Id="rId88" Type="http://schemas.openxmlformats.org/officeDocument/2006/relationships/customXml" Target="../ink/ink440.xml"/><Relationship Id="rId111" Type="http://schemas.openxmlformats.org/officeDocument/2006/relationships/image" Target="../media/image439.png"/><Relationship Id="rId132" Type="http://schemas.openxmlformats.org/officeDocument/2006/relationships/customXml" Target="../ink/ink462.xml"/><Relationship Id="rId153" Type="http://schemas.openxmlformats.org/officeDocument/2006/relationships/image" Target="../media/image460.png"/><Relationship Id="rId174" Type="http://schemas.openxmlformats.org/officeDocument/2006/relationships/customXml" Target="../ink/ink483.xml"/><Relationship Id="rId195" Type="http://schemas.openxmlformats.org/officeDocument/2006/relationships/image" Target="../media/image481.png"/><Relationship Id="rId209" Type="http://schemas.openxmlformats.org/officeDocument/2006/relationships/image" Target="../media/image488.png"/><Relationship Id="rId220" Type="http://schemas.openxmlformats.org/officeDocument/2006/relationships/customXml" Target="../ink/ink506.xml"/><Relationship Id="rId241" Type="http://schemas.openxmlformats.org/officeDocument/2006/relationships/image" Target="../media/image504.png"/><Relationship Id="rId15" Type="http://schemas.openxmlformats.org/officeDocument/2006/relationships/image" Target="../media/image391.png"/><Relationship Id="rId36" Type="http://schemas.openxmlformats.org/officeDocument/2006/relationships/customXml" Target="../ink/ink414.xml"/><Relationship Id="rId57" Type="http://schemas.openxmlformats.org/officeDocument/2006/relationships/image" Target="../media/image412.png"/><Relationship Id="rId78" Type="http://schemas.openxmlformats.org/officeDocument/2006/relationships/customXml" Target="../ink/ink435.xml"/><Relationship Id="rId99" Type="http://schemas.openxmlformats.org/officeDocument/2006/relationships/image" Target="../media/image433.png"/><Relationship Id="rId101" Type="http://schemas.openxmlformats.org/officeDocument/2006/relationships/image" Target="../media/image434.png"/><Relationship Id="rId122" Type="http://schemas.openxmlformats.org/officeDocument/2006/relationships/customXml" Target="../ink/ink457.xml"/><Relationship Id="rId143" Type="http://schemas.openxmlformats.org/officeDocument/2006/relationships/image" Target="../media/image455.png"/><Relationship Id="rId164" Type="http://schemas.openxmlformats.org/officeDocument/2006/relationships/customXml" Target="../ink/ink478.xml"/><Relationship Id="rId185" Type="http://schemas.openxmlformats.org/officeDocument/2006/relationships/image" Target="../media/image476.png"/><Relationship Id="rId9" Type="http://schemas.openxmlformats.org/officeDocument/2006/relationships/image" Target="../media/image388.png"/><Relationship Id="rId210" Type="http://schemas.openxmlformats.org/officeDocument/2006/relationships/customXml" Target="../ink/ink501.xml"/><Relationship Id="rId26" Type="http://schemas.openxmlformats.org/officeDocument/2006/relationships/customXml" Target="../ink/ink409.xml"/><Relationship Id="rId231" Type="http://schemas.openxmlformats.org/officeDocument/2006/relationships/image" Target="../media/image499.png"/><Relationship Id="rId252" Type="http://schemas.openxmlformats.org/officeDocument/2006/relationships/customXml" Target="../ink/ink522.xml"/><Relationship Id="rId47" Type="http://schemas.openxmlformats.org/officeDocument/2006/relationships/image" Target="../media/image407.png"/><Relationship Id="rId68" Type="http://schemas.openxmlformats.org/officeDocument/2006/relationships/customXml" Target="../ink/ink430.xml"/><Relationship Id="rId89" Type="http://schemas.openxmlformats.org/officeDocument/2006/relationships/image" Target="../media/image428.png"/><Relationship Id="rId112" Type="http://schemas.openxmlformats.org/officeDocument/2006/relationships/customXml" Target="../ink/ink452.xml"/><Relationship Id="rId133" Type="http://schemas.openxmlformats.org/officeDocument/2006/relationships/image" Target="../media/image450.png"/><Relationship Id="rId154" Type="http://schemas.openxmlformats.org/officeDocument/2006/relationships/customXml" Target="../ink/ink473.xml"/><Relationship Id="rId175" Type="http://schemas.openxmlformats.org/officeDocument/2006/relationships/image" Target="../media/image471.png"/><Relationship Id="rId196" Type="http://schemas.openxmlformats.org/officeDocument/2006/relationships/customXml" Target="../ink/ink494.xml"/><Relationship Id="rId200" Type="http://schemas.openxmlformats.org/officeDocument/2006/relationships/customXml" Target="../ink/ink496.xml"/><Relationship Id="rId16" Type="http://schemas.openxmlformats.org/officeDocument/2006/relationships/customXml" Target="../ink/ink404.xml"/><Relationship Id="rId221" Type="http://schemas.openxmlformats.org/officeDocument/2006/relationships/image" Target="../media/image494.png"/><Relationship Id="rId242" Type="http://schemas.openxmlformats.org/officeDocument/2006/relationships/customXml" Target="../ink/ink517.xml"/><Relationship Id="rId37" Type="http://schemas.openxmlformats.org/officeDocument/2006/relationships/image" Target="../media/image402.png"/><Relationship Id="rId58" Type="http://schemas.openxmlformats.org/officeDocument/2006/relationships/customXml" Target="../ink/ink425.xml"/><Relationship Id="rId79" Type="http://schemas.openxmlformats.org/officeDocument/2006/relationships/image" Target="../media/image423.png"/><Relationship Id="rId102" Type="http://schemas.openxmlformats.org/officeDocument/2006/relationships/customXml" Target="../ink/ink447.xml"/><Relationship Id="rId123" Type="http://schemas.openxmlformats.org/officeDocument/2006/relationships/image" Target="../media/image445.png"/><Relationship Id="rId144" Type="http://schemas.openxmlformats.org/officeDocument/2006/relationships/customXml" Target="../ink/ink468.xml"/><Relationship Id="rId90" Type="http://schemas.openxmlformats.org/officeDocument/2006/relationships/customXml" Target="../ink/ink441.xml"/><Relationship Id="rId165" Type="http://schemas.openxmlformats.org/officeDocument/2006/relationships/image" Target="../media/image466.png"/><Relationship Id="rId186" Type="http://schemas.openxmlformats.org/officeDocument/2006/relationships/customXml" Target="../ink/ink489.xml"/><Relationship Id="rId211" Type="http://schemas.openxmlformats.org/officeDocument/2006/relationships/image" Target="../media/image489.png"/><Relationship Id="rId232" Type="http://schemas.openxmlformats.org/officeDocument/2006/relationships/customXml" Target="../ink/ink512.xml"/><Relationship Id="rId253" Type="http://schemas.openxmlformats.org/officeDocument/2006/relationships/image" Target="../media/image510.png"/><Relationship Id="rId27" Type="http://schemas.openxmlformats.org/officeDocument/2006/relationships/image" Target="../media/image397.png"/><Relationship Id="rId48" Type="http://schemas.openxmlformats.org/officeDocument/2006/relationships/customXml" Target="../ink/ink420.xml"/><Relationship Id="rId69" Type="http://schemas.openxmlformats.org/officeDocument/2006/relationships/image" Target="../media/image418.png"/><Relationship Id="rId113" Type="http://schemas.openxmlformats.org/officeDocument/2006/relationships/image" Target="../media/image440.png"/><Relationship Id="rId134" Type="http://schemas.openxmlformats.org/officeDocument/2006/relationships/customXml" Target="../ink/ink463.xml"/><Relationship Id="rId80" Type="http://schemas.openxmlformats.org/officeDocument/2006/relationships/customXml" Target="../ink/ink436.xml"/><Relationship Id="rId155" Type="http://schemas.openxmlformats.org/officeDocument/2006/relationships/image" Target="../media/image461.png"/><Relationship Id="rId176" Type="http://schemas.openxmlformats.org/officeDocument/2006/relationships/customXml" Target="../ink/ink484.xml"/><Relationship Id="rId197" Type="http://schemas.openxmlformats.org/officeDocument/2006/relationships/image" Target="../media/image482.png"/><Relationship Id="rId201" Type="http://schemas.openxmlformats.org/officeDocument/2006/relationships/image" Target="../media/image484.png"/><Relationship Id="rId222" Type="http://schemas.openxmlformats.org/officeDocument/2006/relationships/customXml" Target="../ink/ink507.xml"/><Relationship Id="rId243" Type="http://schemas.openxmlformats.org/officeDocument/2006/relationships/image" Target="../media/image505.png"/><Relationship Id="rId17" Type="http://schemas.openxmlformats.org/officeDocument/2006/relationships/image" Target="../media/image392.png"/><Relationship Id="rId38" Type="http://schemas.openxmlformats.org/officeDocument/2006/relationships/customXml" Target="../ink/ink415.xml"/><Relationship Id="rId59" Type="http://schemas.openxmlformats.org/officeDocument/2006/relationships/image" Target="../media/image413.png"/><Relationship Id="rId103" Type="http://schemas.openxmlformats.org/officeDocument/2006/relationships/image" Target="../media/image435.png"/><Relationship Id="rId124" Type="http://schemas.openxmlformats.org/officeDocument/2006/relationships/customXml" Target="../ink/ink458.xml"/><Relationship Id="rId70" Type="http://schemas.openxmlformats.org/officeDocument/2006/relationships/customXml" Target="../ink/ink431.xml"/><Relationship Id="rId91" Type="http://schemas.openxmlformats.org/officeDocument/2006/relationships/image" Target="../media/image429.png"/><Relationship Id="rId145" Type="http://schemas.openxmlformats.org/officeDocument/2006/relationships/image" Target="../media/image456.png"/><Relationship Id="rId166" Type="http://schemas.openxmlformats.org/officeDocument/2006/relationships/customXml" Target="../ink/ink479.xml"/><Relationship Id="rId187" Type="http://schemas.openxmlformats.org/officeDocument/2006/relationships/image" Target="../media/image477.png"/><Relationship Id="rId1" Type="http://schemas.openxmlformats.org/officeDocument/2006/relationships/slideLayout" Target="../slideLayouts/slideLayout7.xml"/><Relationship Id="rId212" Type="http://schemas.openxmlformats.org/officeDocument/2006/relationships/customXml" Target="../ink/ink502.xml"/><Relationship Id="rId233" Type="http://schemas.openxmlformats.org/officeDocument/2006/relationships/image" Target="../media/image500.png"/><Relationship Id="rId254" Type="http://schemas.openxmlformats.org/officeDocument/2006/relationships/customXml" Target="../ink/ink523.xml"/><Relationship Id="rId28" Type="http://schemas.openxmlformats.org/officeDocument/2006/relationships/customXml" Target="../ink/ink410.xml"/><Relationship Id="rId49" Type="http://schemas.openxmlformats.org/officeDocument/2006/relationships/image" Target="../media/image408.png"/><Relationship Id="rId114" Type="http://schemas.openxmlformats.org/officeDocument/2006/relationships/customXml" Target="../ink/ink453.xml"/><Relationship Id="rId60" Type="http://schemas.openxmlformats.org/officeDocument/2006/relationships/customXml" Target="../ink/ink426.xml"/><Relationship Id="rId81" Type="http://schemas.openxmlformats.org/officeDocument/2006/relationships/image" Target="../media/image424.png"/><Relationship Id="rId135" Type="http://schemas.openxmlformats.org/officeDocument/2006/relationships/image" Target="../media/image451.png"/><Relationship Id="rId156" Type="http://schemas.openxmlformats.org/officeDocument/2006/relationships/customXml" Target="../ink/ink474.xml"/><Relationship Id="rId177" Type="http://schemas.openxmlformats.org/officeDocument/2006/relationships/image" Target="../media/image472.png"/><Relationship Id="rId198" Type="http://schemas.openxmlformats.org/officeDocument/2006/relationships/customXml" Target="../ink/ink495.xml"/><Relationship Id="rId202" Type="http://schemas.openxmlformats.org/officeDocument/2006/relationships/customXml" Target="../ink/ink497.xml"/><Relationship Id="rId223" Type="http://schemas.openxmlformats.org/officeDocument/2006/relationships/image" Target="../media/image495.png"/><Relationship Id="rId244" Type="http://schemas.openxmlformats.org/officeDocument/2006/relationships/customXml" Target="../ink/ink518.xml"/><Relationship Id="rId18" Type="http://schemas.openxmlformats.org/officeDocument/2006/relationships/customXml" Target="../ink/ink405.xml"/><Relationship Id="rId39" Type="http://schemas.openxmlformats.org/officeDocument/2006/relationships/image" Target="../media/image403.png"/><Relationship Id="rId50" Type="http://schemas.openxmlformats.org/officeDocument/2006/relationships/customXml" Target="../ink/ink421.xml"/><Relationship Id="rId104" Type="http://schemas.openxmlformats.org/officeDocument/2006/relationships/customXml" Target="../ink/ink448.xml"/><Relationship Id="rId125" Type="http://schemas.openxmlformats.org/officeDocument/2006/relationships/image" Target="../media/image446.png"/><Relationship Id="rId146" Type="http://schemas.openxmlformats.org/officeDocument/2006/relationships/customXml" Target="../ink/ink469.xml"/><Relationship Id="rId167" Type="http://schemas.openxmlformats.org/officeDocument/2006/relationships/image" Target="../media/image467.png"/><Relationship Id="rId188" Type="http://schemas.openxmlformats.org/officeDocument/2006/relationships/customXml" Target="../ink/ink490.xml"/><Relationship Id="rId71" Type="http://schemas.openxmlformats.org/officeDocument/2006/relationships/image" Target="../media/image419.png"/><Relationship Id="rId92" Type="http://schemas.openxmlformats.org/officeDocument/2006/relationships/customXml" Target="../ink/ink442.xml"/><Relationship Id="rId213" Type="http://schemas.openxmlformats.org/officeDocument/2006/relationships/image" Target="../media/image490.png"/><Relationship Id="rId234" Type="http://schemas.openxmlformats.org/officeDocument/2006/relationships/customXml" Target="../ink/ink513.xml"/><Relationship Id="rId2" Type="http://schemas.openxmlformats.org/officeDocument/2006/relationships/customXml" Target="../ink/ink397.xml"/><Relationship Id="rId29" Type="http://schemas.openxmlformats.org/officeDocument/2006/relationships/image" Target="../media/image398.png"/><Relationship Id="rId255" Type="http://schemas.openxmlformats.org/officeDocument/2006/relationships/image" Target="../media/image11.png"/><Relationship Id="rId40" Type="http://schemas.openxmlformats.org/officeDocument/2006/relationships/customXml" Target="../ink/ink416.xml"/><Relationship Id="rId115" Type="http://schemas.openxmlformats.org/officeDocument/2006/relationships/image" Target="../media/image441.png"/><Relationship Id="rId136" Type="http://schemas.openxmlformats.org/officeDocument/2006/relationships/customXml" Target="../ink/ink464.xml"/><Relationship Id="rId157" Type="http://schemas.openxmlformats.org/officeDocument/2006/relationships/image" Target="../media/image462.png"/><Relationship Id="rId178" Type="http://schemas.openxmlformats.org/officeDocument/2006/relationships/customXml" Target="../ink/ink485.xml"/><Relationship Id="rId61" Type="http://schemas.openxmlformats.org/officeDocument/2006/relationships/image" Target="../media/image414.png"/><Relationship Id="rId82" Type="http://schemas.openxmlformats.org/officeDocument/2006/relationships/customXml" Target="../ink/ink437.xml"/><Relationship Id="rId199" Type="http://schemas.openxmlformats.org/officeDocument/2006/relationships/image" Target="../media/image483.png"/><Relationship Id="rId203" Type="http://schemas.openxmlformats.org/officeDocument/2006/relationships/image" Target="../media/image485.png"/><Relationship Id="rId19" Type="http://schemas.openxmlformats.org/officeDocument/2006/relationships/image" Target="../media/image393.png"/><Relationship Id="rId224" Type="http://schemas.openxmlformats.org/officeDocument/2006/relationships/customXml" Target="../ink/ink508.xml"/><Relationship Id="rId245" Type="http://schemas.openxmlformats.org/officeDocument/2006/relationships/image" Target="../media/image506.png"/><Relationship Id="rId30" Type="http://schemas.openxmlformats.org/officeDocument/2006/relationships/customXml" Target="../ink/ink411.xml"/><Relationship Id="rId105" Type="http://schemas.openxmlformats.org/officeDocument/2006/relationships/image" Target="../media/image436.png"/><Relationship Id="rId126" Type="http://schemas.openxmlformats.org/officeDocument/2006/relationships/customXml" Target="../ink/ink459.xml"/><Relationship Id="rId147" Type="http://schemas.openxmlformats.org/officeDocument/2006/relationships/image" Target="../media/image457.png"/><Relationship Id="rId168" Type="http://schemas.openxmlformats.org/officeDocument/2006/relationships/customXml" Target="../ink/ink480.xml"/><Relationship Id="rId51" Type="http://schemas.openxmlformats.org/officeDocument/2006/relationships/image" Target="../media/image409.png"/><Relationship Id="rId72" Type="http://schemas.openxmlformats.org/officeDocument/2006/relationships/customXml" Target="../ink/ink432.xml"/><Relationship Id="rId93" Type="http://schemas.openxmlformats.org/officeDocument/2006/relationships/image" Target="../media/image430.png"/><Relationship Id="rId189" Type="http://schemas.openxmlformats.org/officeDocument/2006/relationships/image" Target="../media/image478.png"/><Relationship Id="rId3" Type="http://schemas.openxmlformats.org/officeDocument/2006/relationships/image" Target="../media/image385.png"/><Relationship Id="rId214" Type="http://schemas.openxmlformats.org/officeDocument/2006/relationships/customXml" Target="../ink/ink503.xml"/><Relationship Id="rId235" Type="http://schemas.openxmlformats.org/officeDocument/2006/relationships/image" Target="../media/image501.png"/><Relationship Id="rId116" Type="http://schemas.openxmlformats.org/officeDocument/2006/relationships/customXml" Target="../ink/ink454.xml"/><Relationship Id="rId137" Type="http://schemas.openxmlformats.org/officeDocument/2006/relationships/image" Target="../media/image452.png"/><Relationship Id="rId158" Type="http://schemas.openxmlformats.org/officeDocument/2006/relationships/customXml" Target="../ink/ink475.xml"/><Relationship Id="rId20" Type="http://schemas.openxmlformats.org/officeDocument/2006/relationships/customXml" Target="../ink/ink406.xml"/><Relationship Id="rId41" Type="http://schemas.openxmlformats.org/officeDocument/2006/relationships/image" Target="../media/image404.png"/><Relationship Id="rId62" Type="http://schemas.openxmlformats.org/officeDocument/2006/relationships/customXml" Target="../ink/ink427.xml"/><Relationship Id="rId83" Type="http://schemas.openxmlformats.org/officeDocument/2006/relationships/image" Target="../media/image425.png"/><Relationship Id="rId179" Type="http://schemas.openxmlformats.org/officeDocument/2006/relationships/image" Target="../media/image473.png"/><Relationship Id="rId190" Type="http://schemas.openxmlformats.org/officeDocument/2006/relationships/customXml" Target="../ink/ink491.xml"/><Relationship Id="rId204" Type="http://schemas.openxmlformats.org/officeDocument/2006/relationships/customXml" Target="../ink/ink498.xml"/><Relationship Id="rId225" Type="http://schemas.openxmlformats.org/officeDocument/2006/relationships/image" Target="../media/image496.png"/><Relationship Id="rId246" Type="http://schemas.openxmlformats.org/officeDocument/2006/relationships/customXml" Target="../ink/ink519.xml"/><Relationship Id="rId106" Type="http://schemas.openxmlformats.org/officeDocument/2006/relationships/customXml" Target="../ink/ink449.xml"/><Relationship Id="rId127" Type="http://schemas.openxmlformats.org/officeDocument/2006/relationships/image" Target="../media/image447.png"/><Relationship Id="rId10" Type="http://schemas.openxmlformats.org/officeDocument/2006/relationships/customXml" Target="../ink/ink401.xml"/><Relationship Id="rId31" Type="http://schemas.openxmlformats.org/officeDocument/2006/relationships/image" Target="../media/image399.png"/><Relationship Id="rId52" Type="http://schemas.openxmlformats.org/officeDocument/2006/relationships/customXml" Target="../ink/ink422.xml"/><Relationship Id="rId73" Type="http://schemas.openxmlformats.org/officeDocument/2006/relationships/image" Target="../media/image420.png"/><Relationship Id="rId94" Type="http://schemas.openxmlformats.org/officeDocument/2006/relationships/customXml" Target="../ink/ink443.xml"/><Relationship Id="rId148" Type="http://schemas.openxmlformats.org/officeDocument/2006/relationships/customXml" Target="../ink/ink470.xml"/><Relationship Id="rId169" Type="http://schemas.openxmlformats.org/officeDocument/2006/relationships/image" Target="../media/image468.png"/><Relationship Id="rId4" Type="http://schemas.openxmlformats.org/officeDocument/2006/relationships/customXml" Target="../ink/ink398.xml"/><Relationship Id="rId180" Type="http://schemas.openxmlformats.org/officeDocument/2006/relationships/customXml" Target="../ink/ink486.xml"/><Relationship Id="rId215" Type="http://schemas.openxmlformats.org/officeDocument/2006/relationships/image" Target="../media/image491.png"/><Relationship Id="rId236" Type="http://schemas.openxmlformats.org/officeDocument/2006/relationships/customXml" Target="../ink/ink514.xml"/></Relationships>
</file>

<file path=ppt/slides/_rels/slide7.xml.rels><?xml version="1.0" encoding="UTF-8" standalone="yes"?>
<Relationships xmlns="http://schemas.openxmlformats.org/package/2006/relationships"><Relationship Id="rId26" Type="http://schemas.openxmlformats.org/officeDocument/2006/relationships/customXml" Target="../ink/ink536.xml"/><Relationship Id="rId117" Type="http://schemas.openxmlformats.org/officeDocument/2006/relationships/image" Target="../media/image568.png"/><Relationship Id="rId21" Type="http://schemas.openxmlformats.org/officeDocument/2006/relationships/image" Target="../media/image520.png"/><Relationship Id="rId42" Type="http://schemas.openxmlformats.org/officeDocument/2006/relationships/customXml" Target="../ink/ink544.xml"/><Relationship Id="rId47" Type="http://schemas.openxmlformats.org/officeDocument/2006/relationships/image" Target="../media/image533.png"/><Relationship Id="rId63" Type="http://schemas.openxmlformats.org/officeDocument/2006/relationships/image" Target="../media/image541.png"/><Relationship Id="rId68" Type="http://schemas.openxmlformats.org/officeDocument/2006/relationships/customXml" Target="../ink/ink557.xml"/><Relationship Id="rId84" Type="http://schemas.openxmlformats.org/officeDocument/2006/relationships/customXml" Target="../ink/ink565.xml"/><Relationship Id="rId89" Type="http://schemas.openxmlformats.org/officeDocument/2006/relationships/image" Target="../media/image554.png"/><Relationship Id="rId112" Type="http://schemas.openxmlformats.org/officeDocument/2006/relationships/customXml" Target="../ink/ink579.xml"/><Relationship Id="rId16" Type="http://schemas.openxmlformats.org/officeDocument/2006/relationships/customXml" Target="../ink/ink531.xml"/><Relationship Id="rId107" Type="http://schemas.openxmlformats.org/officeDocument/2006/relationships/image" Target="../media/image563.png"/><Relationship Id="rId11" Type="http://schemas.openxmlformats.org/officeDocument/2006/relationships/image" Target="../media/image515.png"/><Relationship Id="rId32" Type="http://schemas.openxmlformats.org/officeDocument/2006/relationships/customXml" Target="../ink/ink539.xml"/><Relationship Id="rId37" Type="http://schemas.openxmlformats.org/officeDocument/2006/relationships/image" Target="../media/image528.png"/><Relationship Id="rId53" Type="http://schemas.openxmlformats.org/officeDocument/2006/relationships/image" Target="../media/image536.png"/><Relationship Id="rId58" Type="http://schemas.openxmlformats.org/officeDocument/2006/relationships/customXml" Target="../ink/ink552.xml"/><Relationship Id="rId74" Type="http://schemas.openxmlformats.org/officeDocument/2006/relationships/customXml" Target="../ink/ink560.xml"/><Relationship Id="rId79" Type="http://schemas.openxmlformats.org/officeDocument/2006/relationships/image" Target="../media/image549.png"/><Relationship Id="rId102" Type="http://schemas.openxmlformats.org/officeDocument/2006/relationships/customXml" Target="../ink/ink574.xml"/><Relationship Id="rId123" Type="http://schemas.openxmlformats.org/officeDocument/2006/relationships/image" Target="../media/image571.png"/><Relationship Id="rId5" Type="http://schemas.openxmlformats.org/officeDocument/2006/relationships/image" Target="../media/image512.png"/><Relationship Id="rId90" Type="http://schemas.openxmlformats.org/officeDocument/2006/relationships/customXml" Target="../ink/ink568.xml"/><Relationship Id="rId95" Type="http://schemas.openxmlformats.org/officeDocument/2006/relationships/image" Target="../media/image557.png"/><Relationship Id="rId22" Type="http://schemas.openxmlformats.org/officeDocument/2006/relationships/customXml" Target="../ink/ink534.xml"/><Relationship Id="rId27" Type="http://schemas.openxmlformats.org/officeDocument/2006/relationships/image" Target="../media/image523.png"/><Relationship Id="rId43" Type="http://schemas.openxmlformats.org/officeDocument/2006/relationships/image" Target="../media/image531.png"/><Relationship Id="rId48" Type="http://schemas.openxmlformats.org/officeDocument/2006/relationships/customXml" Target="../ink/ink547.xml"/><Relationship Id="rId64" Type="http://schemas.openxmlformats.org/officeDocument/2006/relationships/customXml" Target="../ink/ink555.xml"/><Relationship Id="rId69" Type="http://schemas.openxmlformats.org/officeDocument/2006/relationships/image" Target="../media/image544.png"/><Relationship Id="rId113" Type="http://schemas.openxmlformats.org/officeDocument/2006/relationships/image" Target="../media/image566.png"/><Relationship Id="rId118" Type="http://schemas.openxmlformats.org/officeDocument/2006/relationships/customXml" Target="../ink/ink582.xml"/><Relationship Id="rId80" Type="http://schemas.openxmlformats.org/officeDocument/2006/relationships/customXml" Target="../ink/ink563.xml"/><Relationship Id="rId85" Type="http://schemas.openxmlformats.org/officeDocument/2006/relationships/image" Target="../media/image552.png"/><Relationship Id="rId12" Type="http://schemas.openxmlformats.org/officeDocument/2006/relationships/customXml" Target="../ink/ink529.xml"/><Relationship Id="rId17" Type="http://schemas.openxmlformats.org/officeDocument/2006/relationships/image" Target="../media/image518.png"/><Relationship Id="rId33" Type="http://schemas.openxmlformats.org/officeDocument/2006/relationships/image" Target="../media/image526.png"/><Relationship Id="rId38" Type="http://schemas.openxmlformats.org/officeDocument/2006/relationships/customXml" Target="../ink/ink542.xml"/><Relationship Id="rId59" Type="http://schemas.openxmlformats.org/officeDocument/2006/relationships/image" Target="../media/image539.png"/><Relationship Id="rId103" Type="http://schemas.openxmlformats.org/officeDocument/2006/relationships/image" Target="../media/image561.png"/><Relationship Id="rId108" Type="http://schemas.openxmlformats.org/officeDocument/2006/relationships/customXml" Target="../ink/ink577.xml"/><Relationship Id="rId124" Type="http://schemas.openxmlformats.org/officeDocument/2006/relationships/customXml" Target="../ink/ink585.xml"/><Relationship Id="rId54" Type="http://schemas.openxmlformats.org/officeDocument/2006/relationships/customXml" Target="../ink/ink550.xml"/><Relationship Id="rId70" Type="http://schemas.openxmlformats.org/officeDocument/2006/relationships/customXml" Target="../ink/ink558.xml"/><Relationship Id="rId75" Type="http://schemas.openxmlformats.org/officeDocument/2006/relationships/image" Target="../media/image547.png"/><Relationship Id="rId91" Type="http://schemas.openxmlformats.org/officeDocument/2006/relationships/image" Target="../media/image555.png"/><Relationship Id="rId96" Type="http://schemas.openxmlformats.org/officeDocument/2006/relationships/customXml" Target="../ink/ink571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526.xml"/><Relationship Id="rId23" Type="http://schemas.openxmlformats.org/officeDocument/2006/relationships/image" Target="../media/image521.png"/><Relationship Id="rId28" Type="http://schemas.openxmlformats.org/officeDocument/2006/relationships/customXml" Target="../ink/ink537.xml"/><Relationship Id="rId49" Type="http://schemas.openxmlformats.org/officeDocument/2006/relationships/image" Target="../media/image534.png"/><Relationship Id="rId114" Type="http://schemas.openxmlformats.org/officeDocument/2006/relationships/customXml" Target="../ink/ink580.xml"/><Relationship Id="rId119" Type="http://schemas.openxmlformats.org/officeDocument/2006/relationships/image" Target="../media/image569.png"/><Relationship Id="rId44" Type="http://schemas.openxmlformats.org/officeDocument/2006/relationships/customXml" Target="../ink/ink545.xml"/><Relationship Id="rId60" Type="http://schemas.openxmlformats.org/officeDocument/2006/relationships/customXml" Target="../ink/ink553.xml"/><Relationship Id="rId65" Type="http://schemas.openxmlformats.org/officeDocument/2006/relationships/image" Target="../media/image542.png"/><Relationship Id="rId81" Type="http://schemas.openxmlformats.org/officeDocument/2006/relationships/image" Target="../media/image550.png"/><Relationship Id="rId86" Type="http://schemas.openxmlformats.org/officeDocument/2006/relationships/customXml" Target="../ink/ink566.xml"/><Relationship Id="rId13" Type="http://schemas.openxmlformats.org/officeDocument/2006/relationships/image" Target="../media/image516.png"/><Relationship Id="rId18" Type="http://schemas.openxmlformats.org/officeDocument/2006/relationships/customXml" Target="../ink/ink532.xml"/><Relationship Id="rId39" Type="http://schemas.openxmlformats.org/officeDocument/2006/relationships/image" Target="../media/image529.png"/><Relationship Id="rId109" Type="http://schemas.openxmlformats.org/officeDocument/2006/relationships/image" Target="../media/image564.png"/><Relationship Id="rId34" Type="http://schemas.openxmlformats.org/officeDocument/2006/relationships/customXml" Target="../ink/ink540.xml"/><Relationship Id="rId50" Type="http://schemas.openxmlformats.org/officeDocument/2006/relationships/customXml" Target="../ink/ink548.xml"/><Relationship Id="rId55" Type="http://schemas.openxmlformats.org/officeDocument/2006/relationships/image" Target="../media/image537.png"/><Relationship Id="rId76" Type="http://schemas.openxmlformats.org/officeDocument/2006/relationships/customXml" Target="../ink/ink561.xml"/><Relationship Id="rId97" Type="http://schemas.openxmlformats.org/officeDocument/2006/relationships/image" Target="../media/image558.png"/><Relationship Id="rId104" Type="http://schemas.openxmlformats.org/officeDocument/2006/relationships/customXml" Target="../ink/ink575.xml"/><Relationship Id="rId120" Type="http://schemas.openxmlformats.org/officeDocument/2006/relationships/customXml" Target="../ink/ink583.xml"/><Relationship Id="rId125" Type="http://schemas.openxmlformats.org/officeDocument/2006/relationships/image" Target="../media/image572.png"/><Relationship Id="rId7" Type="http://schemas.openxmlformats.org/officeDocument/2006/relationships/image" Target="../media/image513.png"/><Relationship Id="rId71" Type="http://schemas.openxmlformats.org/officeDocument/2006/relationships/image" Target="../media/image545.png"/><Relationship Id="rId92" Type="http://schemas.openxmlformats.org/officeDocument/2006/relationships/customXml" Target="../ink/ink569.xml"/><Relationship Id="rId2" Type="http://schemas.openxmlformats.org/officeDocument/2006/relationships/customXml" Target="../ink/ink524.xml"/><Relationship Id="rId29" Type="http://schemas.openxmlformats.org/officeDocument/2006/relationships/image" Target="../media/image524.png"/><Relationship Id="rId24" Type="http://schemas.openxmlformats.org/officeDocument/2006/relationships/customXml" Target="../ink/ink535.xml"/><Relationship Id="rId40" Type="http://schemas.openxmlformats.org/officeDocument/2006/relationships/customXml" Target="../ink/ink543.xml"/><Relationship Id="rId45" Type="http://schemas.openxmlformats.org/officeDocument/2006/relationships/image" Target="../media/image532.png"/><Relationship Id="rId66" Type="http://schemas.openxmlformats.org/officeDocument/2006/relationships/customXml" Target="../ink/ink556.xml"/><Relationship Id="rId87" Type="http://schemas.openxmlformats.org/officeDocument/2006/relationships/image" Target="../media/image553.png"/><Relationship Id="rId110" Type="http://schemas.openxmlformats.org/officeDocument/2006/relationships/customXml" Target="../ink/ink578.xml"/><Relationship Id="rId115" Type="http://schemas.openxmlformats.org/officeDocument/2006/relationships/image" Target="../media/image567.png"/><Relationship Id="rId61" Type="http://schemas.openxmlformats.org/officeDocument/2006/relationships/image" Target="../media/image540.png"/><Relationship Id="rId82" Type="http://schemas.openxmlformats.org/officeDocument/2006/relationships/customXml" Target="../ink/ink564.xml"/><Relationship Id="rId19" Type="http://schemas.openxmlformats.org/officeDocument/2006/relationships/image" Target="../media/image519.png"/><Relationship Id="rId14" Type="http://schemas.openxmlformats.org/officeDocument/2006/relationships/customXml" Target="../ink/ink530.xml"/><Relationship Id="rId30" Type="http://schemas.openxmlformats.org/officeDocument/2006/relationships/customXml" Target="../ink/ink538.xml"/><Relationship Id="rId35" Type="http://schemas.openxmlformats.org/officeDocument/2006/relationships/image" Target="../media/image527.png"/><Relationship Id="rId56" Type="http://schemas.openxmlformats.org/officeDocument/2006/relationships/customXml" Target="../ink/ink551.xml"/><Relationship Id="rId77" Type="http://schemas.openxmlformats.org/officeDocument/2006/relationships/image" Target="../media/image548.png"/><Relationship Id="rId100" Type="http://schemas.openxmlformats.org/officeDocument/2006/relationships/customXml" Target="../ink/ink573.xml"/><Relationship Id="rId105" Type="http://schemas.openxmlformats.org/officeDocument/2006/relationships/image" Target="../media/image562.png"/><Relationship Id="rId126" Type="http://schemas.openxmlformats.org/officeDocument/2006/relationships/customXml" Target="../ink/ink586.xml"/><Relationship Id="rId8" Type="http://schemas.openxmlformats.org/officeDocument/2006/relationships/customXml" Target="../ink/ink527.xml"/><Relationship Id="rId51" Type="http://schemas.openxmlformats.org/officeDocument/2006/relationships/image" Target="../media/image535.png"/><Relationship Id="rId72" Type="http://schemas.openxmlformats.org/officeDocument/2006/relationships/customXml" Target="../ink/ink559.xml"/><Relationship Id="rId93" Type="http://schemas.openxmlformats.org/officeDocument/2006/relationships/image" Target="../media/image556.png"/><Relationship Id="rId98" Type="http://schemas.openxmlformats.org/officeDocument/2006/relationships/customXml" Target="../ink/ink572.xml"/><Relationship Id="rId121" Type="http://schemas.openxmlformats.org/officeDocument/2006/relationships/image" Target="../media/image570.png"/><Relationship Id="rId3" Type="http://schemas.openxmlformats.org/officeDocument/2006/relationships/image" Target="../media/image511.png"/><Relationship Id="rId25" Type="http://schemas.openxmlformats.org/officeDocument/2006/relationships/image" Target="../media/image522.png"/><Relationship Id="rId46" Type="http://schemas.openxmlformats.org/officeDocument/2006/relationships/customXml" Target="../ink/ink546.xml"/><Relationship Id="rId67" Type="http://schemas.openxmlformats.org/officeDocument/2006/relationships/image" Target="../media/image543.png"/><Relationship Id="rId116" Type="http://schemas.openxmlformats.org/officeDocument/2006/relationships/customXml" Target="../ink/ink581.xml"/><Relationship Id="rId20" Type="http://schemas.openxmlformats.org/officeDocument/2006/relationships/customXml" Target="../ink/ink533.xml"/><Relationship Id="rId41" Type="http://schemas.openxmlformats.org/officeDocument/2006/relationships/image" Target="../media/image530.png"/><Relationship Id="rId62" Type="http://schemas.openxmlformats.org/officeDocument/2006/relationships/customXml" Target="../ink/ink554.xml"/><Relationship Id="rId83" Type="http://schemas.openxmlformats.org/officeDocument/2006/relationships/image" Target="../media/image551.png"/><Relationship Id="rId88" Type="http://schemas.openxmlformats.org/officeDocument/2006/relationships/customXml" Target="../ink/ink567.xml"/><Relationship Id="rId111" Type="http://schemas.openxmlformats.org/officeDocument/2006/relationships/image" Target="../media/image565.png"/><Relationship Id="rId15" Type="http://schemas.openxmlformats.org/officeDocument/2006/relationships/image" Target="../media/image517.png"/><Relationship Id="rId36" Type="http://schemas.openxmlformats.org/officeDocument/2006/relationships/customXml" Target="../ink/ink541.xml"/><Relationship Id="rId57" Type="http://schemas.openxmlformats.org/officeDocument/2006/relationships/image" Target="../media/image538.png"/><Relationship Id="rId106" Type="http://schemas.openxmlformats.org/officeDocument/2006/relationships/customXml" Target="../ink/ink576.xml"/><Relationship Id="rId127" Type="http://schemas.openxmlformats.org/officeDocument/2006/relationships/image" Target="../media/image573.png"/><Relationship Id="rId10" Type="http://schemas.openxmlformats.org/officeDocument/2006/relationships/customXml" Target="../ink/ink528.xml"/><Relationship Id="rId31" Type="http://schemas.openxmlformats.org/officeDocument/2006/relationships/image" Target="../media/image525.png"/><Relationship Id="rId52" Type="http://schemas.openxmlformats.org/officeDocument/2006/relationships/customXml" Target="../ink/ink549.xml"/><Relationship Id="rId73" Type="http://schemas.openxmlformats.org/officeDocument/2006/relationships/image" Target="../media/image546.png"/><Relationship Id="rId78" Type="http://schemas.openxmlformats.org/officeDocument/2006/relationships/customXml" Target="../ink/ink562.xml"/><Relationship Id="rId94" Type="http://schemas.openxmlformats.org/officeDocument/2006/relationships/customXml" Target="../ink/ink570.xml"/><Relationship Id="rId99" Type="http://schemas.openxmlformats.org/officeDocument/2006/relationships/image" Target="../media/image559.png"/><Relationship Id="rId101" Type="http://schemas.openxmlformats.org/officeDocument/2006/relationships/image" Target="../media/image560.png"/><Relationship Id="rId122" Type="http://schemas.openxmlformats.org/officeDocument/2006/relationships/customXml" Target="../ink/ink584.xml"/><Relationship Id="rId4" Type="http://schemas.openxmlformats.org/officeDocument/2006/relationships/customXml" Target="../ink/ink525.xml"/><Relationship Id="rId9" Type="http://schemas.openxmlformats.org/officeDocument/2006/relationships/image" Target="../media/image5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7F6FFC-E4B2-B27F-7315-9D2C9C92F26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Normal form of matrix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E315EB-8304-AFFF-3C59-EFBF1A00D9D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By Dr. Niharika Kulshrestha</a:t>
            </a:r>
          </a:p>
          <a:p>
            <a:r>
              <a:rPr lang="en-US"/>
              <a:t>CDA-102</a:t>
            </a:r>
            <a:endParaRPr lang="en-IN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FEAB095A-40CB-6362-C163-AE4B758A9E7E}"/>
                  </a:ext>
                </a:extLst>
              </p14:cNvPr>
              <p14:cNvContentPartPr/>
              <p14:nvPr/>
            </p14:nvContentPartPr>
            <p14:xfrm>
              <a:off x="4334193" y="3019975"/>
              <a:ext cx="14760" cy="936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FEAB095A-40CB-6362-C163-AE4B758A9E7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325193" y="3010975"/>
                <a:ext cx="32400" cy="27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814983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B9B1F0F4-E583-086C-FA97-3067C155430D}"/>
                  </a:ext>
                </a:extLst>
              </p14:cNvPr>
              <p14:cNvContentPartPr/>
              <p14:nvPr/>
            </p14:nvContentPartPr>
            <p14:xfrm>
              <a:off x="408033" y="367495"/>
              <a:ext cx="116280" cy="47484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B9B1F0F4-E583-086C-FA97-3067C155430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99033" y="358855"/>
                <a:ext cx="133920" cy="492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6ABE8287-BFFE-7D1B-E00B-63E8F223606A}"/>
                  </a:ext>
                </a:extLst>
              </p14:cNvPr>
              <p14:cNvContentPartPr/>
              <p14:nvPr/>
            </p14:nvContentPartPr>
            <p14:xfrm>
              <a:off x="478593" y="426895"/>
              <a:ext cx="193680" cy="34056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6ABE8287-BFFE-7D1B-E00B-63E8F223606A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69953" y="418255"/>
                <a:ext cx="211320" cy="358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E76BD337-0696-600E-DF96-671268A0A705}"/>
                  </a:ext>
                </a:extLst>
              </p14:cNvPr>
              <p14:cNvContentPartPr/>
              <p14:nvPr/>
            </p14:nvContentPartPr>
            <p14:xfrm>
              <a:off x="720153" y="398095"/>
              <a:ext cx="68400" cy="38628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E76BD337-0696-600E-DF96-671268A0A705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11513" y="389095"/>
                <a:ext cx="86040" cy="403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D4D11E70-5BD5-CB1A-A10F-DE919B724FDA}"/>
                  </a:ext>
                </a:extLst>
              </p14:cNvPr>
              <p14:cNvContentPartPr/>
              <p14:nvPr/>
            </p14:nvContentPartPr>
            <p14:xfrm>
              <a:off x="797913" y="598975"/>
              <a:ext cx="140760" cy="19980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D4D11E70-5BD5-CB1A-A10F-DE919B724FDA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789273" y="590335"/>
                <a:ext cx="158400" cy="217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58F4B4BF-7E54-0599-EBBC-8EC5CFDDD103}"/>
                  </a:ext>
                </a:extLst>
              </p14:cNvPr>
              <p14:cNvContentPartPr/>
              <p14:nvPr/>
            </p14:nvContentPartPr>
            <p14:xfrm>
              <a:off x="968913" y="598975"/>
              <a:ext cx="101520" cy="18828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58F4B4BF-7E54-0599-EBBC-8EC5CFDDD103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959913" y="589975"/>
                <a:ext cx="119160" cy="205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38DE369B-E634-334C-6C94-9F30424E78EA}"/>
                  </a:ext>
                </a:extLst>
              </p14:cNvPr>
              <p14:cNvContentPartPr/>
              <p14:nvPr/>
            </p14:nvContentPartPr>
            <p14:xfrm>
              <a:off x="1153233" y="606535"/>
              <a:ext cx="339480" cy="20844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38DE369B-E634-334C-6C94-9F30424E78EA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144233" y="597535"/>
                <a:ext cx="357120" cy="226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E8CD6C1D-67AA-F8EC-1C7B-60DC54F897B4}"/>
                  </a:ext>
                </a:extLst>
              </p14:cNvPr>
              <p14:cNvContentPartPr/>
              <p14:nvPr/>
            </p14:nvContentPartPr>
            <p14:xfrm>
              <a:off x="1548513" y="406015"/>
              <a:ext cx="378360" cy="44028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E8CD6C1D-67AA-F8EC-1C7B-60DC54F897B4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1539513" y="397375"/>
                <a:ext cx="396000" cy="457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D945202F-903F-BE80-8E60-8E4262E33C79}"/>
                  </a:ext>
                </a:extLst>
              </p14:cNvPr>
              <p14:cNvContentPartPr/>
              <p14:nvPr/>
            </p14:nvContentPartPr>
            <p14:xfrm>
              <a:off x="2092833" y="412495"/>
              <a:ext cx="640080" cy="123624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D945202F-903F-BE80-8E60-8E4262E33C79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2084193" y="403855"/>
                <a:ext cx="657720" cy="1253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39D8CC81-57E1-2125-E14D-3182B0BCAF5A}"/>
                  </a:ext>
                </a:extLst>
              </p14:cNvPr>
              <p14:cNvContentPartPr/>
              <p14:nvPr/>
            </p14:nvContentPartPr>
            <p14:xfrm>
              <a:off x="2843073" y="719575"/>
              <a:ext cx="476280" cy="22068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39D8CC81-57E1-2125-E14D-3182B0BCAF5A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2834073" y="710935"/>
                <a:ext cx="493920" cy="238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A8B71F7E-63E9-C9FE-E160-E1D1ADBE9619}"/>
                  </a:ext>
                </a:extLst>
              </p14:cNvPr>
              <p14:cNvContentPartPr/>
              <p14:nvPr/>
            </p14:nvContentPartPr>
            <p14:xfrm>
              <a:off x="3958713" y="775015"/>
              <a:ext cx="6480" cy="648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A8B71F7E-63E9-C9FE-E160-E1D1ADBE9619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3949713" y="766015"/>
                <a:ext cx="24120" cy="24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4D97CE76-CAAD-7D75-DB9C-AC8AA2DDEB2A}"/>
                  </a:ext>
                </a:extLst>
              </p14:cNvPr>
              <p14:cNvContentPartPr/>
              <p14:nvPr/>
            </p14:nvContentPartPr>
            <p14:xfrm>
              <a:off x="387153" y="1015855"/>
              <a:ext cx="2565360" cy="74160"/>
            </p14:xfrm>
          </p:contentPart>
        </mc:Choice>
        <mc:Fallback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4D97CE76-CAAD-7D75-DB9C-AC8AA2DDEB2A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378153" y="1007215"/>
                <a:ext cx="2583000" cy="91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646287E8-2230-B367-A1F8-FFD93E49E0B8}"/>
                  </a:ext>
                </a:extLst>
              </p14:cNvPr>
              <p14:cNvContentPartPr/>
              <p14:nvPr/>
            </p14:nvContentPartPr>
            <p14:xfrm>
              <a:off x="3681153" y="628495"/>
              <a:ext cx="336240" cy="228960"/>
            </p14:xfrm>
          </p:contentPart>
        </mc:Choice>
        <mc:Fallback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646287E8-2230-B367-A1F8-FFD93E49E0B8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3672513" y="619855"/>
                <a:ext cx="353880" cy="246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C3FEB502-818A-BDCD-F385-BF93D608F69D}"/>
                  </a:ext>
                </a:extLst>
              </p14:cNvPr>
              <p14:cNvContentPartPr/>
              <p14:nvPr/>
            </p14:nvContentPartPr>
            <p14:xfrm>
              <a:off x="3850713" y="914695"/>
              <a:ext cx="16920" cy="10080"/>
            </p14:xfrm>
          </p:contentPart>
        </mc:Choice>
        <mc:Fallback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C3FEB502-818A-BDCD-F385-BF93D608F69D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3841713" y="905695"/>
                <a:ext cx="34560" cy="27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AD71B8F2-B57B-63D1-E77F-2540EAE14359}"/>
                  </a:ext>
                </a:extLst>
              </p14:cNvPr>
              <p14:cNvContentPartPr/>
              <p14:nvPr/>
            </p14:nvContentPartPr>
            <p14:xfrm>
              <a:off x="4517793" y="434455"/>
              <a:ext cx="238320" cy="399600"/>
            </p14:xfrm>
          </p:contentPart>
        </mc:Choice>
        <mc:Fallback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AD71B8F2-B57B-63D1-E77F-2540EAE14359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4508793" y="425455"/>
                <a:ext cx="255960" cy="417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7EA1B90D-5C18-787D-ACA9-DAD7481E30F5}"/>
                  </a:ext>
                </a:extLst>
              </p14:cNvPr>
              <p14:cNvContentPartPr/>
              <p14:nvPr/>
            </p14:nvContentPartPr>
            <p14:xfrm>
              <a:off x="4606713" y="615535"/>
              <a:ext cx="135720" cy="19080"/>
            </p14:xfrm>
          </p:contentPart>
        </mc:Choice>
        <mc:Fallback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7EA1B90D-5C18-787D-ACA9-DAD7481E30F5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4598073" y="606535"/>
                <a:ext cx="153360" cy="36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CA5FBD47-84E3-7182-644C-A8BD6875D168}"/>
                  </a:ext>
                </a:extLst>
              </p14:cNvPr>
              <p14:cNvContentPartPr/>
              <p14:nvPr/>
            </p14:nvContentPartPr>
            <p14:xfrm>
              <a:off x="4813713" y="542455"/>
              <a:ext cx="147960" cy="238320"/>
            </p14:xfrm>
          </p:contentPart>
        </mc:Choice>
        <mc:Fallback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CA5FBD47-84E3-7182-644C-A8BD6875D168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4805073" y="533815"/>
                <a:ext cx="165600" cy="255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B7E78320-FE57-3C77-5EB7-2AC55716C63D}"/>
                  </a:ext>
                </a:extLst>
              </p14:cNvPr>
              <p14:cNvContentPartPr/>
              <p14:nvPr/>
            </p14:nvContentPartPr>
            <p14:xfrm>
              <a:off x="4887153" y="625255"/>
              <a:ext cx="295560" cy="674280"/>
            </p14:xfrm>
          </p:contentPart>
        </mc:Choice>
        <mc:Fallback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B7E78320-FE57-3C77-5EB7-2AC55716C63D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4878513" y="616615"/>
                <a:ext cx="313200" cy="691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6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517A7DEE-BBC2-7A83-011D-1C661B13CDC5}"/>
                  </a:ext>
                </a:extLst>
              </p14:cNvPr>
              <p14:cNvContentPartPr/>
              <p14:nvPr/>
            </p14:nvContentPartPr>
            <p14:xfrm>
              <a:off x="5544513" y="653695"/>
              <a:ext cx="219240" cy="169200"/>
            </p14:xfrm>
          </p:contentPart>
        </mc:Choice>
        <mc:Fallback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517A7DEE-BBC2-7A83-011D-1C661B13CDC5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5535513" y="645055"/>
                <a:ext cx="236880" cy="186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8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DA18BF33-B301-C027-0AF2-D1F0840AF53A}"/>
                  </a:ext>
                </a:extLst>
              </p14:cNvPr>
              <p14:cNvContentPartPr/>
              <p14:nvPr/>
            </p14:nvContentPartPr>
            <p14:xfrm>
              <a:off x="5854473" y="577735"/>
              <a:ext cx="175680" cy="198360"/>
            </p14:xfrm>
          </p:contentPart>
        </mc:Choice>
        <mc:Fallback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DA18BF33-B301-C027-0AF2-D1F0840AF53A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5845833" y="568735"/>
                <a:ext cx="19332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0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DAF0C411-58FC-F7AB-6AD1-A3B7FF7D57A3}"/>
                  </a:ext>
                </a:extLst>
              </p14:cNvPr>
              <p14:cNvContentPartPr/>
              <p14:nvPr/>
            </p14:nvContentPartPr>
            <p14:xfrm>
              <a:off x="6119073" y="600415"/>
              <a:ext cx="120240" cy="171720"/>
            </p14:xfrm>
          </p:contentPart>
        </mc:Choice>
        <mc:Fallback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DAF0C411-58FC-F7AB-6AD1-A3B7FF7D57A3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6110073" y="591415"/>
                <a:ext cx="137880" cy="189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2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F25C0064-1BCD-9FAA-D7C3-1CF6C38556CA}"/>
                  </a:ext>
                </a:extLst>
              </p14:cNvPr>
              <p14:cNvContentPartPr/>
              <p14:nvPr/>
            </p14:nvContentPartPr>
            <p14:xfrm>
              <a:off x="6372153" y="631375"/>
              <a:ext cx="140760" cy="62280"/>
            </p14:xfrm>
          </p:contentPart>
        </mc:Choice>
        <mc:Fallback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F25C0064-1BCD-9FAA-D7C3-1CF6C38556CA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6363153" y="622375"/>
                <a:ext cx="158400" cy="79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4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7EBD6F01-5418-1D22-3AC9-5648AD6A55F7}"/>
                  </a:ext>
                </a:extLst>
              </p14:cNvPr>
              <p14:cNvContentPartPr/>
              <p14:nvPr/>
            </p14:nvContentPartPr>
            <p14:xfrm>
              <a:off x="6891633" y="657295"/>
              <a:ext cx="291240" cy="416160"/>
            </p14:xfrm>
          </p:contentPart>
        </mc:Choice>
        <mc:Fallback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7EBD6F01-5418-1D22-3AC9-5648AD6A55F7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6882993" y="648655"/>
                <a:ext cx="308880" cy="433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6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647512C3-0D54-FB56-949E-184FAB200718}"/>
                  </a:ext>
                </a:extLst>
              </p14:cNvPr>
              <p14:cNvContentPartPr/>
              <p14:nvPr/>
            </p14:nvContentPartPr>
            <p14:xfrm>
              <a:off x="7348473" y="604015"/>
              <a:ext cx="753120" cy="259200"/>
            </p14:xfrm>
          </p:contentPart>
        </mc:Choice>
        <mc:Fallback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647512C3-0D54-FB56-949E-184FAB200718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7339833" y="595375"/>
                <a:ext cx="770760" cy="276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8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6E4F6976-34F6-921D-43F8-B5139E0EA9BA}"/>
                  </a:ext>
                </a:extLst>
              </p14:cNvPr>
              <p14:cNvContentPartPr/>
              <p14:nvPr/>
            </p14:nvContentPartPr>
            <p14:xfrm>
              <a:off x="8375193" y="713095"/>
              <a:ext cx="399960" cy="153000"/>
            </p14:xfrm>
          </p:contentPart>
        </mc:Choice>
        <mc:Fallback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6E4F6976-34F6-921D-43F8-B5139E0EA9BA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8366553" y="704095"/>
                <a:ext cx="417600" cy="170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0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54D1E5CD-2DF6-F94A-3EAF-3AB7A7DE6A58}"/>
                  </a:ext>
                </a:extLst>
              </p14:cNvPr>
              <p14:cNvContentPartPr/>
              <p14:nvPr/>
            </p14:nvContentPartPr>
            <p14:xfrm>
              <a:off x="8823033" y="465055"/>
              <a:ext cx="709200" cy="439200"/>
            </p14:xfrm>
          </p:contentPart>
        </mc:Choice>
        <mc:Fallback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54D1E5CD-2DF6-F94A-3EAF-3AB7A7DE6A58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8814033" y="456415"/>
                <a:ext cx="726840" cy="456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2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49DC7F2C-B33B-254F-55CF-ACA2697F342F}"/>
                  </a:ext>
                </a:extLst>
              </p14:cNvPr>
              <p14:cNvContentPartPr/>
              <p14:nvPr/>
            </p14:nvContentPartPr>
            <p14:xfrm>
              <a:off x="9623313" y="705535"/>
              <a:ext cx="256320" cy="173160"/>
            </p14:xfrm>
          </p:contentPart>
        </mc:Choice>
        <mc:Fallback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49DC7F2C-B33B-254F-55CF-ACA2697F342F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9614313" y="696535"/>
                <a:ext cx="273960" cy="190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4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B2A2F74E-2DF7-D665-E290-48082B138F09}"/>
                  </a:ext>
                </a:extLst>
              </p14:cNvPr>
              <p14:cNvContentPartPr/>
              <p14:nvPr/>
            </p14:nvContentPartPr>
            <p14:xfrm>
              <a:off x="9567513" y="476215"/>
              <a:ext cx="126360" cy="46440"/>
            </p14:xfrm>
          </p:contentPart>
        </mc:Choice>
        <mc:Fallback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B2A2F74E-2DF7-D665-E290-48082B138F09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9558513" y="467575"/>
                <a:ext cx="144000" cy="64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6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2BD66D2D-AB26-EA98-A8E7-DA6C2A9174F7}"/>
                  </a:ext>
                </a:extLst>
              </p14:cNvPr>
              <p14:cNvContentPartPr/>
              <p14:nvPr/>
            </p14:nvContentPartPr>
            <p14:xfrm>
              <a:off x="8862633" y="508975"/>
              <a:ext cx="410400" cy="48600"/>
            </p14:xfrm>
          </p:contentPart>
        </mc:Choice>
        <mc:Fallback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2BD66D2D-AB26-EA98-A8E7-DA6C2A9174F7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8853993" y="500335"/>
                <a:ext cx="428040" cy="66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8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E192BEC2-5C93-4123-8E75-21F8B8989107}"/>
                  </a:ext>
                </a:extLst>
              </p14:cNvPr>
              <p14:cNvContentPartPr/>
              <p14:nvPr/>
            </p14:nvContentPartPr>
            <p14:xfrm>
              <a:off x="10127313" y="544975"/>
              <a:ext cx="370440" cy="411840"/>
            </p14:xfrm>
          </p:contentPart>
        </mc:Choice>
        <mc:Fallback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E192BEC2-5C93-4123-8E75-21F8B8989107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10118673" y="535975"/>
                <a:ext cx="388080" cy="429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0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FFFCF02B-2EBC-4732-227C-C5163FE7CFC5}"/>
                  </a:ext>
                </a:extLst>
              </p14:cNvPr>
              <p14:cNvContentPartPr/>
              <p14:nvPr/>
            </p14:nvContentPartPr>
            <p14:xfrm>
              <a:off x="10322793" y="772495"/>
              <a:ext cx="304920" cy="32040"/>
            </p14:xfrm>
          </p:contentPart>
        </mc:Choice>
        <mc:Fallback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FFFCF02B-2EBC-4732-227C-C5163FE7CFC5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10313793" y="763495"/>
                <a:ext cx="322560" cy="49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2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911B1B4E-925A-E38D-1A3A-ED8FF74A1EA8}"/>
                  </a:ext>
                </a:extLst>
              </p14:cNvPr>
              <p14:cNvContentPartPr/>
              <p14:nvPr/>
            </p14:nvContentPartPr>
            <p14:xfrm>
              <a:off x="11151153" y="709855"/>
              <a:ext cx="179640" cy="180360"/>
            </p14:xfrm>
          </p:contentPart>
        </mc:Choice>
        <mc:Fallback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911B1B4E-925A-E38D-1A3A-ED8FF74A1EA8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11142153" y="701215"/>
                <a:ext cx="197280" cy="19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4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DBE77509-9799-4E56-529B-4F707E35BB3F}"/>
                  </a:ext>
                </a:extLst>
              </p14:cNvPr>
              <p14:cNvContentPartPr/>
              <p14:nvPr/>
            </p14:nvContentPartPr>
            <p14:xfrm>
              <a:off x="11384073" y="732175"/>
              <a:ext cx="171720" cy="146520"/>
            </p14:xfrm>
          </p:contentPart>
        </mc:Choice>
        <mc:Fallback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DBE77509-9799-4E56-529B-4F707E35BB3F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11375073" y="723175"/>
                <a:ext cx="189360" cy="164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6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5C2B7BDA-B7EA-A4D5-FEF5-CEA7EC0E66EA}"/>
                  </a:ext>
                </a:extLst>
              </p14:cNvPr>
              <p14:cNvContentPartPr/>
              <p14:nvPr/>
            </p14:nvContentPartPr>
            <p14:xfrm>
              <a:off x="11600793" y="717415"/>
              <a:ext cx="371880" cy="166320"/>
            </p14:xfrm>
          </p:contentPart>
        </mc:Choice>
        <mc:Fallback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5C2B7BDA-B7EA-A4D5-FEF5-CEA7EC0E66EA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11592153" y="708775"/>
                <a:ext cx="389520" cy="183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8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843A8E26-C38A-7C14-B5B8-EEC7A25DBA5C}"/>
                  </a:ext>
                </a:extLst>
              </p14:cNvPr>
              <p14:cNvContentPartPr/>
              <p14:nvPr/>
            </p14:nvContentPartPr>
            <p14:xfrm>
              <a:off x="428913" y="1418335"/>
              <a:ext cx="187560" cy="387720"/>
            </p14:xfrm>
          </p:contentPart>
        </mc:Choice>
        <mc:Fallback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843A8E26-C38A-7C14-B5B8-EEC7A25DBA5C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419913" y="1409335"/>
                <a:ext cx="205200" cy="405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0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D0C3159D-3652-4064-A479-59923880C261}"/>
                  </a:ext>
                </a:extLst>
              </p14:cNvPr>
              <p14:cNvContentPartPr/>
              <p14:nvPr/>
            </p14:nvContentPartPr>
            <p14:xfrm>
              <a:off x="703953" y="1608775"/>
              <a:ext cx="217440" cy="170640"/>
            </p14:xfrm>
          </p:contentPart>
        </mc:Choice>
        <mc:Fallback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D0C3159D-3652-4064-A479-59923880C261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695313" y="1600135"/>
                <a:ext cx="235080" cy="188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2">
            <p14:nvContentPartPr>
              <p14:cNvPr id="41" name="Ink 40">
                <a:extLst>
                  <a:ext uri="{FF2B5EF4-FFF2-40B4-BE49-F238E27FC236}">
                    <a16:creationId xmlns:a16="http://schemas.microsoft.com/office/drawing/2014/main" id="{F6C85A1D-4137-9885-A688-36898351B0F4}"/>
                  </a:ext>
                </a:extLst>
              </p14:cNvPr>
              <p14:cNvContentPartPr/>
              <p14:nvPr/>
            </p14:nvContentPartPr>
            <p14:xfrm>
              <a:off x="1454553" y="1567735"/>
              <a:ext cx="440640" cy="225360"/>
            </p14:xfrm>
          </p:contentPart>
        </mc:Choice>
        <mc:Fallback>
          <p:pic>
            <p:nvPicPr>
              <p:cNvPr id="41" name="Ink 40">
                <a:extLst>
                  <a:ext uri="{FF2B5EF4-FFF2-40B4-BE49-F238E27FC236}">
                    <a16:creationId xmlns:a16="http://schemas.microsoft.com/office/drawing/2014/main" id="{F6C85A1D-4137-9885-A688-36898351B0F4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1445913" y="1559095"/>
                <a:ext cx="458280" cy="243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4">
            <p14:nvContentPartPr>
              <p14:cNvPr id="42" name="Ink 41">
                <a:extLst>
                  <a:ext uri="{FF2B5EF4-FFF2-40B4-BE49-F238E27FC236}">
                    <a16:creationId xmlns:a16="http://schemas.microsoft.com/office/drawing/2014/main" id="{415E7D62-BDA3-CD9A-F15B-E8FB4F0169A4}"/>
                  </a:ext>
                </a:extLst>
              </p14:cNvPr>
              <p14:cNvContentPartPr/>
              <p14:nvPr/>
            </p14:nvContentPartPr>
            <p14:xfrm>
              <a:off x="1931913" y="1412215"/>
              <a:ext cx="572760" cy="413640"/>
            </p14:xfrm>
          </p:contentPart>
        </mc:Choice>
        <mc:Fallback>
          <p:pic>
            <p:nvPicPr>
              <p:cNvPr id="42" name="Ink 41">
                <a:extLst>
                  <a:ext uri="{FF2B5EF4-FFF2-40B4-BE49-F238E27FC236}">
                    <a16:creationId xmlns:a16="http://schemas.microsoft.com/office/drawing/2014/main" id="{415E7D62-BDA3-CD9A-F15B-E8FB4F0169A4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1923273" y="1403215"/>
                <a:ext cx="590400" cy="431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6">
            <p14:nvContentPartPr>
              <p14:cNvPr id="43" name="Ink 42">
                <a:extLst>
                  <a:ext uri="{FF2B5EF4-FFF2-40B4-BE49-F238E27FC236}">
                    <a16:creationId xmlns:a16="http://schemas.microsoft.com/office/drawing/2014/main" id="{02126108-8D5D-37E9-E0F3-3E67A81D972B}"/>
                  </a:ext>
                </a:extLst>
              </p14:cNvPr>
              <p14:cNvContentPartPr/>
              <p14:nvPr/>
            </p14:nvContentPartPr>
            <p14:xfrm>
              <a:off x="2602593" y="1637575"/>
              <a:ext cx="529200" cy="194760"/>
            </p14:xfrm>
          </p:contentPart>
        </mc:Choice>
        <mc:Fallback>
          <p:pic>
            <p:nvPicPr>
              <p:cNvPr id="43" name="Ink 42">
                <a:extLst>
                  <a:ext uri="{FF2B5EF4-FFF2-40B4-BE49-F238E27FC236}">
                    <a16:creationId xmlns:a16="http://schemas.microsoft.com/office/drawing/2014/main" id="{02126108-8D5D-37E9-E0F3-3E67A81D972B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2593593" y="1628935"/>
                <a:ext cx="546840" cy="212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8">
            <p14:nvContentPartPr>
              <p14:cNvPr id="44" name="Ink 43">
                <a:extLst>
                  <a:ext uri="{FF2B5EF4-FFF2-40B4-BE49-F238E27FC236}">
                    <a16:creationId xmlns:a16="http://schemas.microsoft.com/office/drawing/2014/main" id="{57A151AE-88A3-0DE4-4798-1D256296FF1F}"/>
                  </a:ext>
                </a:extLst>
              </p14:cNvPr>
              <p14:cNvContentPartPr/>
              <p14:nvPr/>
            </p14:nvContentPartPr>
            <p14:xfrm>
              <a:off x="3222513" y="1346695"/>
              <a:ext cx="299880" cy="482400"/>
            </p14:xfrm>
          </p:contentPart>
        </mc:Choice>
        <mc:Fallback>
          <p:pic>
            <p:nvPicPr>
              <p:cNvPr id="44" name="Ink 43">
                <a:extLst>
                  <a:ext uri="{FF2B5EF4-FFF2-40B4-BE49-F238E27FC236}">
                    <a16:creationId xmlns:a16="http://schemas.microsoft.com/office/drawing/2014/main" id="{57A151AE-88A3-0DE4-4798-1D256296FF1F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3213513" y="1337695"/>
                <a:ext cx="317520" cy="500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0">
            <p14:nvContentPartPr>
              <p14:cNvPr id="45" name="Ink 44">
                <a:extLst>
                  <a:ext uri="{FF2B5EF4-FFF2-40B4-BE49-F238E27FC236}">
                    <a16:creationId xmlns:a16="http://schemas.microsoft.com/office/drawing/2014/main" id="{100A5EFD-A793-BDEF-F2BE-B965B9E05AF6}"/>
                  </a:ext>
                </a:extLst>
              </p14:cNvPr>
              <p14:cNvContentPartPr/>
              <p14:nvPr/>
            </p14:nvContentPartPr>
            <p14:xfrm>
              <a:off x="4200273" y="1310335"/>
              <a:ext cx="573840" cy="468000"/>
            </p14:xfrm>
          </p:contentPart>
        </mc:Choice>
        <mc:Fallback>
          <p:pic>
            <p:nvPicPr>
              <p:cNvPr id="45" name="Ink 44">
                <a:extLst>
                  <a:ext uri="{FF2B5EF4-FFF2-40B4-BE49-F238E27FC236}">
                    <a16:creationId xmlns:a16="http://schemas.microsoft.com/office/drawing/2014/main" id="{100A5EFD-A793-BDEF-F2BE-B965B9E05AF6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4191633" y="1301695"/>
                <a:ext cx="591480" cy="485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2">
            <p14:nvContentPartPr>
              <p14:cNvPr id="46" name="Ink 45">
                <a:extLst>
                  <a:ext uri="{FF2B5EF4-FFF2-40B4-BE49-F238E27FC236}">
                    <a16:creationId xmlns:a16="http://schemas.microsoft.com/office/drawing/2014/main" id="{43605026-FC08-A62E-A5EC-4CF6C6121C23}"/>
                  </a:ext>
                </a:extLst>
              </p14:cNvPr>
              <p14:cNvContentPartPr/>
              <p14:nvPr/>
            </p14:nvContentPartPr>
            <p14:xfrm>
              <a:off x="4199553" y="1425175"/>
              <a:ext cx="474120" cy="63000"/>
            </p14:xfrm>
          </p:contentPart>
        </mc:Choice>
        <mc:Fallback>
          <p:pic>
            <p:nvPicPr>
              <p:cNvPr id="46" name="Ink 45">
                <a:extLst>
                  <a:ext uri="{FF2B5EF4-FFF2-40B4-BE49-F238E27FC236}">
                    <a16:creationId xmlns:a16="http://schemas.microsoft.com/office/drawing/2014/main" id="{43605026-FC08-A62E-A5EC-4CF6C6121C23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4190913" y="1416535"/>
                <a:ext cx="491760" cy="80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4">
            <p14:nvContentPartPr>
              <p14:cNvPr id="47" name="Ink 46">
                <a:extLst>
                  <a:ext uri="{FF2B5EF4-FFF2-40B4-BE49-F238E27FC236}">
                    <a16:creationId xmlns:a16="http://schemas.microsoft.com/office/drawing/2014/main" id="{341D2A73-3323-85A3-3E6A-C161FE075372}"/>
                  </a:ext>
                </a:extLst>
              </p14:cNvPr>
              <p14:cNvContentPartPr/>
              <p14:nvPr/>
            </p14:nvContentPartPr>
            <p14:xfrm>
              <a:off x="5539113" y="1512655"/>
              <a:ext cx="744480" cy="300960"/>
            </p14:xfrm>
          </p:contentPart>
        </mc:Choice>
        <mc:Fallback>
          <p:pic>
            <p:nvPicPr>
              <p:cNvPr id="47" name="Ink 46">
                <a:extLst>
                  <a:ext uri="{FF2B5EF4-FFF2-40B4-BE49-F238E27FC236}">
                    <a16:creationId xmlns:a16="http://schemas.microsoft.com/office/drawing/2014/main" id="{341D2A73-3323-85A3-3E6A-C161FE075372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5530113" y="1503655"/>
                <a:ext cx="762120" cy="318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6">
            <p14:nvContentPartPr>
              <p14:cNvPr id="51" name="Ink 50">
                <a:extLst>
                  <a:ext uri="{FF2B5EF4-FFF2-40B4-BE49-F238E27FC236}">
                    <a16:creationId xmlns:a16="http://schemas.microsoft.com/office/drawing/2014/main" id="{CB85210C-E8BF-8C98-33FA-34183E191ED2}"/>
                  </a:ext>
                </a:extLst>
              </p14:cNvPr>
              <p14:cNvContentPartPr/>
              <p14:nvPr/>
            </p14:nvContentPartPr>
            <p14:xfrm>
              <a:off x="7137513" y="1333015"/>
              <a:ext cx="475560" cy="1020960"/>
            </p14:xfrm>
          </p:contentPart>
        </mc:Choice>
        <mc:Fallback>
          <p:pic>
            <p:nvPicPr>
              <p:cNvPr id="51" name="Ink 50">
                <a:extLst>
                  <a:ext uri="{FF2B5EF4-FFF2-40B4-BE49-F238E27FC236}">
                    <a16:creationId xmlns:a16="http://schemas.microsoft.com/office/drawing/2014/main" id="{CB85210C-E8BF-8C98-33FA-34183E191ED2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7128513" y="1324015"/>
                <a:ext cx="493200" cy="1038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8">
            <p14:nvContentPartPr>
              <p14:cNvPr id="52" name="Ink 51">
                <a:extLst>
                  <a:ext uri="{FF2B5EF4-FFF2-40B4-BE49-F238E27FC236}">
                    <a16:creationId xmlns:a16="http://schemas.microsoft.com/office/drawing/2014/main" id="{E000EABF-ABD6-B338-5557-8793DD68A6EB}"/>
                  </a:ext>
                </a:extLst>
              </p14:cNvPr>
              <p14:cNvContentPartPr/>
              <p14:nvPr/>
            </p14:nvContentPartPr>
            <p14:xfrm>
              <a:off x="8024913" y="1390975"/>
              <a:ext cx="875520" cy="446400"/>
            </p14:xfrm>
          </p:contentPart>
        </mc:Choice>
        <mc:Fallback>
          <p:pic>
            <p:nvPicPr>
              <p:cNvPr id="52" name="Ink 51">
                <a:extLst>
                  <a:ext uri="{FF2B5EF4-FFF2-40B4-BE49-F238E27FC236}">
                    <a16:creationId xmlns:a16="http://schemas.microsoft.com/office/drawing/2014/main" id="{E000EABF-ABD6-B338-5557-8793DD68A6EB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8016273" y="1381975"/>
                <a:ext cx="893160" cy="464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0">
            <p14:nvContentPartPr>
              <p14:cNvPr id="53" name="Ink 52">
                <a:extLst>
                  <a:ext uri="{FF2B5EF4-FFF2-40B4-BE49-F238E27FC236}">
                    <a16:creationId xmlns:a16="http://schemas.microsoft.com/office/drawing/2014/main" id="{A811F839-97DF-91D6-FA5E-1C1BAC3CCD12}"/>
                  </a:ext>
                </a:extLst>
              </p14:cNvPr>
              <p14:cNvContentPartPr/>
              <p14:nvPr/>
            </p14:nvContentPartPr>
            <p14:xfrm>
              <a:off x="8074593" y="1579975"/>
              <a:ext cx="355320" cy="20160"/>
            </p14:xfrm>
          </p:contentPart>
        </mc:Choice>
        <mc:Fallback>
          <p:pic>
            <p:nvPicPr>
              <p:cNvPr id="53" name="Ink 52">
                <a:extLst>
                  <a:ext uri="{FF2B5EF4-FFF2-40B4-BE49-F238E27FC236}">
                    <a16:creationId xmlns:a16="http://schemas.microsoft.com/office/drawing/2014/main" id="{A811F839-97DF-91D6-FA5E-1C1BAC3CCD12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8065953" y="1571335"/>
                <a:ext cx="372960" cy="37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2">
            <p14:nvContentPartPr>
              <p14:cNvPr id="54" name="Ink 53">
                <a:extLst>
                  <a:ext uri="{FF2B5EF4-FFF2-40B4-BE49-F238E27FC236}">
                    <a16:creationId xmlns:a16="http://schemas.microsoft.com/office/drawing/2014/main" id="{207CDC7D-2040-EE63-4B71-E39BD3DFD420}"/>
                  </a:ext>
                </a:extLst>
              </p14:cNvPr>
              <p14:cNvContentPartPr/>
              <p14:nvPr/>
            </p14:nvContentPartPr>
            <p14:xfrm>
              <a:off x="9269433" y="1390975"/>
              <a:ext cx="308880" cy="1202040"/>
            </p14:xfrm>
          </p:contentPart>
        </mc:Choice>
        <mc:Fallback>
          <p:pic>
            <p:nvPicPr>
              <p:cNvPr id="54" name="Ink 53">
                <a:extLst>
                  <a:ext uri="{FF2B5EF4-FFF2-40B4-BE49-F238E27FC236}">
                    <a16:creationId xmlns:a16="http://schemas.microsoft.com/office/drawing/2014/main" id="{207CDC7D-2040-EE63-4B71-E39BD3DFD420}"/>
                  </a:ext>
                </a:extLst>
              </p:cNvPr>
              <p:cNvPicPr/>
              <p:nvPr/>
            </p:nvPicPr>
            <p:blipFill>
              <a:blip r:embed="rId93"/>
              <a:stretch>
                <a:fillRect/>
              </a:stretch>
            </p:blipFill>
            <p:spPr>
              <a:xfrm>
                <a:off x="9260793" y="1382335"/>
                <a:ext cx="326520" cy="1219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4">
            <p14:nvContentPartPr>
              <p14:cNvPr id="55" name="Ink 54">
                <a:extLst>
                  <a:ext uri="{FF2B5EF4-FFF2-40B4-BE49-F238E27FC236}">
                    <a16:creationId xmlns:a16="http://schemas.microsoft.com/office/drawing/2014/main" id="{1495DD3F-FDF6-D765-77A8-CBB95359DA5B}"/>
                  </a:ext>
                </a:extLst>
              </p14:cNvPr>
              <p14:cNvContentPartPr/>
              <p14:nvPr/>
            </p14:nvContentPartPr>
            <p14:xfrm>
              <a:off x="9569673" y="1338415"/>
              <a:ext cx="529200" cy="500400"/>
            </p14:xfrm>
          </p:contentPart>
        </mc:Choice>
        <mc:Fallback>
          <p:pic>
            <p:nvPicPr>
              <p:cNvPr id="55" name="Ink 54">
                <a:extLst>
                  <a:ext uri="{FF2B5EF4-FFF2-40B4-BE49-F238E27FC236}">
                    <a16:creationId xmlns:a16="http://schemas.microsoft.com/office/drawing/2014/main" id="{1495DD3F-FDF6-D765-77A8-CBB95359DA5B}"/>
                  </a:ext>
                </a:extLst>
              </p:cNvPr>
              <p:cNvPicPr/>
              <p:nvPr/>
            </p:nvPicPr>
            <p:blipFill>
              <a:blip r:embed="rId95"/>
              <a:stretch>
                <a:fillRect/>
              </a:stretch>
            </p:blipFill>
            <p:spPr>
              <a:xfrm>
                <a:off x="9560673" y="1329415"/>
                <a:ext cx="546840" cy="518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6">
            <p14:nvContentPartPr>
              <p14:cNvPr id="56" name="Ink 55">
                <a:extLst>
                  <a:ext uri="{FF2B5EF4-FFF2-40B4-BE49-F238E27FC236}">
                    <a16:creationId xmlns:a16="http://schemas.microsoft.com/office/drawing/2014/main" id="{DC93806E-A16D-D1BE-0673-7DAAAFB66C37}"/>
                  </a:ext>
                </a:extLst>
              </p14:cNvPr>
              <p14:cNvContentPartPr/>
              <p14:nvPr/>
            </p14:nvContentPartPr>
            <p14:xfrm>
              <a:off x="10171953" y="1595815"/>
              <a:ext cx="1032480" cy="229320"/>
            </p14:xfrm>
          </p:contentPart>
        </mc:Choice>
        <mc:Fallback>
          <p:pic>
            <p:nvPicPr>
              <p:cNvPr id="56" name="Ink 55">
                <a:extLst>
                  <a:ext uri="{FF2B5EF4-FFF2-40B4-BE49-F238E27FC236}">
                    <a16:creationId xmlns:a16="http://schemas.microsoft.com/office/drawing/2014/main" id="{DC93806E-A16D-D1BE-0673-7DAAAFB66C37}"/>
                  </a:ext>
                </a:extLst>
              </p:cNvPr>
              <p:cNvPicPr/>
              <p:nvPr/>
            </p:nvPicPr>
            <p:blipFill>
              <a:blip r:embed="rId97"/>
              <a:stretch>
                <a:fillRect/>
              </a:stretch>
            </p:blipFill>
            <p:spPr>
              <a:xfrm>
                <a:off x="10163313" y="1587175"/>
                <a:ext cx="1050120" cy="246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8">
            <p14:nvContentPartPr>
              <p14:cNvPr id="57" name="Ink 56">
                <a:extLst>
                  <a:ext uri="{FF2B5EF4-FFF2-40B4-BE49-F238E27FC236}">
                    <a16:creationId xmlns:a16="http://schemas.microsoft.com/office/drawing/2014/main" id="{E3B28458-56F9-5B70-7266-00070A5637C0}"/>
                  </a:ext>
                </a:extLst>
              </p14:cNvPr>
              <p14:cNvContentPartPr/>
              <p14:nvPr/>
            </p14:nvContentPartPr>
            <p14:xfrm>
              <a:off x="11043153" y="1580335"/>
              <a:ext cx="435960" cy="646920"/>
            </p14:xfrm>
          </p:contentPart>
        </mc:Choice>
        <mc:Fallback>
          <p:pic>
            <p:nvPicPr>
              <p:cNvPr id="57" name="Ink 56">
                <a:extLst>
                  <a:ext uri="{FF2B5EF4-FFF2-40B4-BE49-F238E27FC236}">
                    <a16:creationId xmlns:a16="http://schemas.microsoft.com/office/drawing/2014/main" id="{E3B28458-56F9-5B70-7266-00070A5637C0}"/>
                  </a:ext>
                </a:extLst>
              </p:cNvPr>
              <p:cNvPicPr/>
              <p:nvPr/>
            </p:nvPicPr>
            <p:blipFill>
              <a:blip r:embed="rId99"/>
              <a:stretch>
                <a:fillRect/>
              </a:stretch>
            </p:blipFill>
            <p:spPr>
              <a:xfrm>
                <a:off x="11034513" y="1571335"/>
                <a:ext cx="453600" cy="664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0">
            <p14:nvContentPartPr>
              <p14:cNvPr id="58" name="Ink 57">
                <a:extLst>
                  <a:ext uri="{FF2B5EF4-FFF2-40B4-BE49-F238E27FC236}">
                    <a16:creationId xmlns:a16="http://schemas.microsoft.com/office/drawing/2014/main" id="{02978B51-D950-6C37-1905-0E5DDBEC9AE8}"/>
                  </a:ext>
                </a:extLst>
              </p14:cNvPr>
              <p14:cNvContentPartPr/>
              <p14:nvPr/>
            </p14:nvContentPartPr>
            <p14:xfrm>
              <a:off x="11146833" y="1262095"/>
              <a:ext cx="121320" cy="58680"/>
            </p14:xfrm>
          </p:contentPart>
        </mc:Choice>
        <mc:Fallback>
          <p:pic>
            <p:nvPicPr>
              <p:cNvPr id="58" name="Ink 57">
                <a:extLst>
                  <a:ext uri="{FF2B5EF4-FFF2-40B4-BE49-F238E27FC236}">
                    <a16:creationId xmlns:a16="http://schemas.microsoft.com/office/drawing/2014/main" id="{02978B51-D950-6C37-1905-0E5DDBEC9AE8}"/>
                  </a:ext>
                </a:extLst>
              </p:cNvPr>
              <p:cNvPicPr/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11138193" y="1253095"/>
                <a:ext cx="138960" cy="76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2">
            <p14:nvContentPartPr>
              <p14:cNvPr id="66" name="Ink 65">
                <a:extLst>
                  <a:ext uri="{FF2B5EF4-FFF2-40B4-BE49-F238E27FC236}">
                    <a16:creationId xmlns:a16="http://schemas.microsoft.com/office/drawing/2014/main" id="{35C475D1-B1C1-01B2-573A-A907C14BCB5B}"/>
                  </a:ext>
                </a:extLst>
              </p14:cNvPr>
              <p14:cNvContentPartPr/>
              <p14:nvPr/>
            </p14:nvContentPartPr>
            <p14:xfrm>
              <a:off x="3861873" y="2342455"/>
              <a:ext cx="1710720" cy="526320"/>
            </p14:xfrm>
          </p:contentPart>
        </mc:Choice>
        <mc:Fallback>
          <p:pic>
            <p:nvPicPr>
              <p:cNvPr id="66" name="Ink 65">
                <a:extLst>
                  <a:ext uri="{FF2B5EF4-FFF2-40B4-BE49-F238E27FC236}">
                    <a16:creationId xmlns:a16="http://schemas.microsoft.com/office/drawing/2014/main" id="{35C475D1-B1C1-01B2-573A-A907C14BCB5B}"/>
                  </a:ext>
                </a:extLst>
              </p:cNvPr>
              <p:cNvPicPr/>
              <p:nvPr/>
            </p:nvPicPr>
            <p:blipFill>
              <a:blip r:embed="rId103"/>
              <a:stretch>
                <a:fillRect/>
              </a:stretch>
            </p:blipFill>
            <p:spPr>
              <a:xfrm>
                <a:off x="3853233" y="2333815"/>
                <a:ext cx="1728360" cy="543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4">
            <p14:nvContentPartPr>
              <p14:cNvPr id="67" name="Ink 66">
                <a:extLst>
                  <a:ext uri="{FF2B5EF4-FFF2-40B4-BE49-F238E27FC236}">
                    <a16:creationId xmlns:a16="http://schemas.microsoft.com/office/drawing/2014/main" id="{FFF8AAF8-A94A-B1EA-2159-116087F612AA}"/>
                  </a:ext>
                </a:extLst>
              </p14:cNvPr>
              <p14:cNvContentPartPr/>
              <p14:nvPr/>
            </p14:nvContentPartPr>
            <p14:xfrm>
              <a:off x="6286473" y="2419135"/>
              <a:ext cx="940320" cy="461520"/>
            </p14:xfrm>
          </p:contentPart>
        </mc:Choice>
        <mc:Fallback>
          <p:pic>
            <p:nvPicPr>
              <p:cNvPr id="67" name="Ink 66">
                <a:extLst>
                  <a:ext uri="{FF2B5EF4-FFF2-40B4-BE49-F238E27FC236}">
                    <a16:creationId xmlns:a16="http://schemas.microsoft.com/office/drawing/2014/main" id="{FFF8AAF8-A94A-B1EA-2159-116087F612AA}"/>
                  </a:ext>
                </a:extLst>
              </p:cNvPr>
              <p:cNvPicPr/>
              <p:nvPr/>
            </p:nvPicPr>
            <p:blipFill>
              <a:blip r:embed="rId105"/>
              <a:stretch>
                <a:fillRect/>
              </a:stretch>
            </p:blipFill>
            <p:spPr>
              <a:xfrm>
                <a:off x="6277833" y="2410135"/>
                <a:ext cx="957960" cy="479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6">
            <p14:nvContentPartPr>
              <p14:cNvPr id="68" name="Ink 67">
                <a:extLst>
                  <a:ext uri="{FF2B5EF4-FFF2-40B4-BE49-F238E27FC236}">
                    <a16:creationId xmlns:a16="http://schemas.microsoft.com/office/drawing/2014/main" id="{349E9623-FC4C-3827-2513-E2B2C062C618}"/>
                  </a:ext>
                </a:extLst>
              </p14:cNvPr>
              <p14:cNvContentPartPr/>
              <p14:nvPr/>
            </p14:nvContentPartPr>
            <p14:xfrm>
              <a:off x="6418233" y="2595175"/>
              <a:ext cx="206280" cy="7560"/>
            </p14:xfrm>
          </p:contentPart>
        </mc:Choice>
        <mc:Fallback>
          <p:pic>
            <p:nvPicPr>
              <p:cNvPr id="68" name="Ink 67">
                <a:extLst>
                  <a:ext uri="{FF2B5EF4-FFF2-40B4-BE49-F238E27FC236}">
                    <a16:creationId xmlns:a16="http://schemas.microsoft.com/office/drawing/2014/main" id="{349E9623-FC4C-3827-2513-E2B2C062C618}"/>
                  </a:ext>
                </a:extLst>
              </p:cNvPr>
              <p:cNvPicPr/>
              <p:nvPr/>
            </p:nvPicPr>
            <p:blipFill>
              <a:blip r:embed="rId107"/>
              <a:stretch>
                <a:fillRect/>
              </a:stretch>
            </p:blipFill>
            <p:spPr>
              <a:xfrm>
                <a:off x="6409593" y="2586535"/>
                <a:ext cx="223920" cy="25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8">
            <p14:nvContentPartPr>
              <p14:cNvPr id="69" name="Ink 68">
                <a:extLst>
                  <a:ext uri="{FF2B5EF4-FFF2-40B4-BE49-F238E27FC236}">
                    <a16:creationId xmlns:a16="http://schemas.microsoft.com/office/drawing/2014/main" id="{431A854F-CAB2-780A-A018-C91E93F49842}"/>
                  </a:ext>
                </a:extLst>
              </p14:cNvPr>
              <p14:cNvContentPartPr/>
              <p14:nvPr/>
            </p14:nvContentPartPr>
            <p14:xfrm>
              <a:off x="7474473" y="2713975"/>
              <a:ext cx="269640" cy="217080"/>
            </p14:xfrm>
          </p:contentPart>
        </mc:Choice>
        <mc:Fallback>
          <p:pic>
            <p:nvPicPr>
              <p:cNvPr id="69" name="Ink 68">
                <a:extLst>
                  <a:ext uri="{FF2B5EF4-FFF2-40B4-BE49-F238E27FC236}">
                    <a16:creationId xmlns:a16="http://schemas.microsoft.com/office/drawing/2014/main" id="{431A854F-CAB2-780A-A018-C91E93F49842}"/>
                  </a:ext>
                </a:extLst>
              </p:cNvPr>
              <p:cNvPicPr/>
              <p:nvPr/>
            </p:nvPicPr>
            <p:blipFill>
              <a:blip r:embed="rId109"/>
              <a:stretch>
                <a:fillRect/>
              </a:stretch>
            </p:blipFill>
            <p:spPr>
              <a:xfrm>
                <a:off x="7465833" y="2704975"/>
                <a:ext cx="287280" cy="234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0">
            <p14:nvContentPartPr>
              <p14:cNvPr id="70" name="Ink 69">
                <a:extLst>
                  <a:ext uri="{FF2B5EF4-FFF2-40B4-BE49-F238E27FC236}">
                    <a16:creationId xmlns:a16="http://schemas.microsoft.com/office/drawing/2014/main" id="{C2C1C149-6FA3-5917-2B13-9D06637610EB}"/>
                  </a:ext>
                </a:extLst>
              </p14:cNvPr>
              <p14:cNvContentPartPr/>
              <p14:nvPr/>
            </p14:nvContentPartPr>
            <p14:xfrm>
              <a:off x="7761393" y="2721895"/>
              <a:ext cx="461160" cy="219240"/>
            </p14:xfrm>
          </p:contentPart>
        </mc:Choice>
        <mc:Fallback>
          <p:pic>
            <p:nvPicPr>
              <p:cNvPr id="70" name="Ink 69">
                <a:extLst>
                  <a:ext uri="{FF2B5EF4-FFF2-40B4-BE49-F238E27FC236}">
                    <a16:creationId xmlns:a16="http://schemas.microsoft.com/office/drawing/2014/main" id="{C2C1C149-6FA3-5917-2B13-9D06637610EB}"/>
                  </a:ext>
                </a:extLst>
              </p:cNvPr>
              <p:cNvPicPr/>
              <p:nvPr/>
            </p:nvPicPr>
            <p:blipFill>
              <a:blip r:embed="rId111"/>
              <a:stretch>
                <a:fillRect/>
              </a:stretch>
            </p:blipFill>
            <p:spPr>
              <a:xfrm>
                <a:off x="7752393" y="2712895"/>
                <a:ext cx="478800" cy="236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2">
            <p14:nvContentPartPr>
              <p14:cNvPr id="71" name="Ink 70">
                <a:extLst>
                  <a:ext uri="{FF2B5EF4-FFF2-40B4-BE49-F238E27FC236}">
                    <a16:creationId xmlns:a16="http://schemas.microsoft.com/office/drawing/2014/main" id="{9B03A2F0-AE1B-4B8B-4B84-D958672DA3DF}"/>
                  </a:ext>
                </a:extLst>
              </p14:cNvPr>
              <p14:cNvContentPartPr/>
              <p14:nvPr/>
            </p14:nvContentPartPr>
            <p14:xfrm>
              <a:off x="8245953" y="2707135"/>
              <a:ext cx="554040" cy="209160"/>
            </p14:xfrm>
          </p:contentPart>
        </mc:Choice>
        <mc:Fallback>
          <p:pic>
            <p:nvPicPr>
              <p:cNvPr id="71" name="Ink 70">
                <a:extLst>
                  <a:ext uri="{FF2B5EF4-FFF2-40B4-BE49-F238E27FC236}">
                    <a16:creationId xmlns:a16="http://schemas.microsoft.com/office/drawing/2014/main" id="{9B03A2F0-AE1B-4B8B-4B84-D958672DA3DF}"/>
                  </a:ext>
                </a:extLst>
              </p:cNvPr>
              <p:cNvPicPr/>
              <p:nvPr/>
            </p:nvPicPr>
            <p:blipFill>
              <a:blip r:embed="rId113"/>
              <a:stretch>
                <a:fillRect/>
              </a:stretch>
            </p:blipFill>
            <p:spPr>
              <a:xfrm>
                <a:off x="8237313" y="2698135"/>
                <a:ext cx="571680" cy="226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4">
            <p14:nvContentPartPr>
              <p14:cNvPr id="75" name="Ink 74">
                <a:extLst>
                  <a:ext uri="{FF2B5EF4-FFF2-40B4-BE49-F238E27FC236}">
                    <a16:creationId xmlns:a16="http://schemas.microsoft.com/office/drawing/2014/main" id="{3DDF1C3D-02AF-FA62-30D3-3788D7C3E67B}"/>
                  </a:ext>
                </a:extLst>
              </p14:cNvPr>
              <p14:cNvContentPartPr/>
              <p14:nvPr/>
            </p14:nvContentPartPr>
            <p14:xfrm>
              <a:off x="8827713" y="2446855"/>
              <a:ext cx="824760" cy="553680"/>
            </p14:xfrm>
          </p:contentPart>
        </mc:Choice>
        <mc:Fallback>
          <p:pic>
            <p:nvPicPr>
              <p:cNvPr id="75" name="Ink 74">
                <a:extLst>
                  <a:ext uri="{FF2B5EF4-FFF2-40B4-BE49-F238E27FC236}">
                    <a16:creationId xmlns:a16="http://schemas.microsoft.com/office/drawing/2014/main" id="{3DDF1C3D-02AF-FA62-30D3-3788D7C3E67B}"/>
                  </a:ext>
                </a:extLst>
              </p:cNvPr>
              <p:cNvPicPr/>
              <p:nvPr/>
            </p:nvPicPr>
            <p:blipFill>
              <a:blip r:embed="rId115"/>
              <a:stretch>
                <a:fillRect/>
              </a:stretch>
            </p:blipFill>
            <p:spPr>
              <a:xfrm>
                <a:off x="8818713" y="2437855"/>
                <a:ext cx="842400" cy="571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6">
            <p14:nvContentPartPr>
              <p14:cNvPr id="77" name="Ink 76">
                <a:extLst>
                  <a:ext uri="{FF2B5EF4-FFF2-40B4-BE49-F238E27FC236}">
                    <a16:creationId xmlns:a16="http://schemas.microsoft.com/office/drawing/2014/main" id="{AC701D47-FEEF-CF56-145C-726FF9766E46}"/>
                  </a:ext>
                </a:extLst>
              </p14:cNvPr>
              <p14:cNvContentPartPr/>
              <p14:nvPr/>
            </p14:nvContentPartPr>
            <p14:xfrm>
              <a:off x="9791793" y="2549095"/>
              <a:ext cx="1125720" cy="1018080"/>
            </p14:xfrm>
          </p:contentPart>
        </mc:Choice>
        <mc:Fallback>
          <p:pic>
            <p:nvPicPr>
              <p:cNvPr id="77" name="Ink 76">
                <a:extLst>
                  <a:ext uri="{FF2B5EF4-FFF2-40B4-BE49-F238E27FC236}">
                    <a16:creationId xmlns:a16="http://schemas.microsoft.com/office/drawing/2014/main" id="{AC701D47-FEEF-CF56-145C-726FF9766E46}"/>
                  </a:ext>
                </a:extLst>
              </p:cNvPr>
              <p:cNvPicPr/>
              <p:nvPr/>
            </p:nvPicPr>
            <p:blipFill>
              <a:blip r:embed="rId117"/>
              <a:stretch>
                <a:fillRect/>
              </a:stretch>
            </p:blipFill>
            <p:spPr>
              <a:xfrm>
                <a:off x="9782793" y="2540095"/>
                <a:ext cx="1143360" cy="1035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8">
            <p14:nvContentPartPr>
              <p14:cNvPr id="78" name="Ink 77">
                <a:extLst>
                  <a:ext uri="{FF2B5EF4-FFF2-40B4-BE49-F238E27FC236}">
                    <a16:creationId xmlns:a16="http://schemas.microsoft.com/office/drawing/2014/main" id="{A8A72533-0C6A-BD6F-F0B6-4DC57666F130}"/>
                  </a:ext>
                </a:extLst>
              </p14:cNvPr>
              <p14:cNvContentPartPr/>
              <p14:nvPr/>
            </p14:nvContentPartPr>
            <p14:xfrm>
              <a:off x="11049633" y="2564935"/>
              <a:ext cx="389160" cy="961560"/>
            </p14:xfrm>
          </p:contentPart>
        </mc:Choice>
        <mc:Fallback>
          <p:pic>
            <p:nvPicPr>
              <p:cNvPr id="78" name="Ink 77">
                <a:extLst>
                  <a:ext uri="{FF2B5EF4-FFF2-40B4-BE49-F238E27FC236}">
                    <a16:creationId xmlns:a16="http://schemas.microsoft.com/office/drawing/2014/main" id="{A8A72533-0C6A-BD6F-F0B6-4DC57666F130}"/>
                  </a:ext>
                </a:extLst>
              </p:cNvPr>
              <p:cNvPicPr/>
              <p:nvPr/>
            </p:nvPicPr>
            <p:blipFill>
              <a:blip r:embed="rId119"/>
              <a:stretch>
                <a:fillRect/>
              </a:stretch>
            </p:blipFill>
            <p:spPr>
              <a:xfrm>
                <a:off x="11040993" y="2556295"/>
                <a:ext cx="406800" cy="979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0">
            <p14:nvContentPartPr>
              <p14:cNvPr id="79" name="Ink 78">
                <a:extLst>
                  <a:ext uri="{FF2B5EF4-FFF2-40B4-BE49-F238E27FC236}">
                    <a16:creationId xmlns:a16="http://schemas.microsoft.com/office/drawing/2014/main" id="{83BFBF01-ADA3-5519-F96A-067FB77AF3CE}"/>
                  </a:ext>
                </a:extLst>
              </p14:cNvPr>
              <p14:cNvContentPartPr/>
              <p14:nvPr/>
            </p14:nvContentPartPr>
            <p14:xfrm>
              <a:off x="11578833" y="2621095"/>
              <a:ext cx="243000" cy="393840"/>
            </p14:xfrm>
          </p:contentPart>
        </mc:Choice>
        <mc:Fallback>
          <p:pic>
            <p:nvPicPr>
              <p:cNvPr id="79" name="Ink 78">
                <a:extLst>
                  <a:ext uri="{FF2B5EF4-FFF2-40B4-BE49-F238E27FC236}">
                    <a16:creationId xmlns:a16="http://schemas.microsoft.com/office/drawing/2014/main" id="{83BFBF01-ADA3-5519-F96A-067FB77AF3CE}"/>
                  </a:ext>
                </a:extLst>
              </p:cNvPr>
              <p:cNvPicPr/>
              <p:nvPr/>
            </p:nvPicPr>
            <p:blipFill>
              <a:blip r:embed="rId121"/>
              <a:stretch>
                <a:fillRect/>
              </a:stretch>
            </p:blipFill>
            <p:spPr>
              <a:xfrm>
                <a:off x="11570193" y="2612455"/>
                <a:ext cx="260640" cy="411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2">
            <p14:nvContentPartPr>
              <p14:cNvPr id="80" name="Ink 79">
                <a:extLst>
                  <a:ext uri="{FF2B5EF4-FFF2-40B4-BE49-F238E27FC236}">
                    <a16:creationId xmlns:a16="http://schemas.microsoft.com/office/drawing/2014/main" id="{8DBE9A27-FFCB-9271-2E75-4DDF98099B3C}"/>
                  </a:ext>
                </a:extLst>
              </p14:cNvPr>
              <p14:cNvContentPartPr/>
              <p14:nvPr/>
            </p14:nvContentPartPr>
            <p14:xfrm>
              <a:off x="11624913" y="2746015"/>
              <a:ext cx="504720" cy="140400"/>
            </p14:xfrm>
          </p:contentPart>
        </mc:Choice>
        <mc:Fallback>
          <p:pic>
            <p:nvPicPr>
              <p:cNvPr id="80" name="Ink 79">
                <a:extLst>
                  <a:ext uri="{FF2B5EF4-FFF2-40B4-BE49-F238E27FC236}">
                    <a16:creationId xmlns:a16="http://schemas.microsoft.com/office/drawing/2014/main" id="{8DBE9A27-FFCB-9271-2E75-4DDF98099B3C}"/>
                  </a:ext>
                </a:extLst>
              </p:cNvPr>
              <p:cNvPicPr/>
              <p:nvPr/>
            </p:nvPicPr>
            <p:blipFill>
              <a:blip r:embed="rId123"/>
              <a:stretch>
                <a:fillRect/>
              </a:stretch>
            </p:blipFill>
            <p:spPr>
              <a:xfrm>
                <a:off x="11616273" y="2737375"/>
                <a:ext cx="522360" cy="158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4">
            <p14:nvContentPartPr>
              <p14:cNvPr id="81" name="Ink 80">
                <a:extLst>
                  <a:ext uri="{FF2B5EF4-FFF2-40B4-BE49-F238E27FC236}">
                    <a16:creationId xmlns:a16="http://schemas.microsoft.com/office/drawing/2014/main" id="{857F16FA-4873-9288-70FE-3E74C7FB3D4C}"/>
                  </a:ext>
                </a:extLst>
              </p14:cNvPr>
              <p14:cNvContentPartPr/>
              <p14:nvPr/>
            </p14:nvContentPartPr>
            <p14:xfrm>
              <a:off x="7387353" y="2544415"/>
              <a:ext cx="35640" cy="511560"/>
            </p14:xfrm>
          </p:contentPart>
        </mc:Choice>
        <mc:Fallback>
          <p:pic>
            <p:nvPicPr>
              <p:cNvPr id="81" name="Ink 80">
                <a:extLst>
                  <a:ext uri="{FF2B5EF4-FFF2-40B4-BE49-F238E27FC236}">
                    <a16:creationId xmlns:a16="http://schemas.microsoft.com/office/drawing/2014/main" id="{857F16FA-4873-9288-70FE-3E74C7FB3D4C}"/>
                  </a:ext>
                </a:extLst>
              </p:cNvPr>
              <p:cNvPicPr/>
              <p:nvPr/>
            </p:nvPicPr>
            <p:blipFill>
              <a:blip r:embed="rId125"/>
              <a:stretch>
                <a:fillRect/>
              </a:stretch>
            </p:blipFill>
            <p:spPr>
              <a:xfrm>
                <a:off x="7378713" y="2535415"/>
                <a:ext cx="53280" cy="529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6">
            <p14:nvContentPartPr>
              <p14:cNvPr id="82" name="Ink 81">
                <a:extLst>
                  <a:ext uri="{FF2B5EF4-FFF2-40B4-BE49-F238E27FC236}">
                    <a16:creationId xmlns:a16="http://schemas.microsoft.com/office/drawing/2014/main" id="{70DA6110-644A-6F48-702F-D229AC3E01EE}"/>
                  </a:ext>
                </a:extLst>
              </p14:cNvPr>
              <p14:cNvContentPartPr/>
              <p14:nvPr/>
            </p14:nvContentPartPr>
            <p14:xfrm>
              <a:off x="7449273" y="2435695"/>
              <a:ext cx="282240" cy="492840"/>
            </p14:xfrm>
          </p:contentPart>
        </mc:Choice>
        <mc:Fallback>
          <p:pic>
            <p:nvPicPr>
              <p:cNvPr id="82" name="Ink 81">
                <a:extLst>
                  <a:ext uri="{FF2B5EF4-FFF2-40B4-BE49-F238E27FC236}">
                    <a16:creationId xmlns:a16="http://schemas.microsoft.com/office/drawing/2014/main" id="{70DA6110-644A-6F48-702F-D229AC3E01EE}"/>
                  </a:ext>
                </a:extLst>
              </p:cNvPr>
              <p:cNvPicPr/>
              <p:nvPr/>
            </p:nvPicPr>
            <p:blipFill>
              <a:blip r:embed="rId127"/>
              <a:stretch>
                <a:fillRect/>
              </a:stretch>
            </p:blipFill>
            <p:spPr>
              <a:xfrm>
                <a:off x="7440273" y="2427055"/>
                <a:ext cx="299880" cy="510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8">
            <p14:nvContentPartPr>
              <p14:cNvPr id="60" name="Ink 59">
                <a:extLst>
                  <a:ext uri="{FF2B5EF4-FFF2-40B4-BE49-F238E27FC236}">
                    <a16:creationId xmlns:a16="http://schemas.microsoft.com/office/drawing/2014/main" id="{D71DF741-19BD-3865-72A1-C74BE7DB0CF6}"/>
                  </a:ext>
                </a:extLst>
              </p14:cNvPr>
              <p14:cNvContentPartPr/>
              <p14:nvPr/>
            </p14:nvContentPartPr>
            <p14:xfrm>
              <a:off x="164313" y="2273335"/>
              <a:ext cx="767880" cy="1170720"/>
            </p14:xfrm>
          </p:contentPart>
        </mc:Choice>
        <mc:Fallback>
          <p:pic>
            <p:nvPicPr>
              <p:cNvPr id="60" name="Ink 59">
                <a:extLst>
                  <a:ext uri="{FF2B5EF4-FFF2-40B4-BE49-F238E27FC236}">
                    <a16:creationId xmlns:a16="http://schemas.microsoft.com/office/drawing/2014/main" id="{D71DF741-19BD-3865-72A1-C74BE7DB0CF6}"/>
                  </a:ext>
                </a:extLst>
              </p:cNvPr>
              <p:cNvPicPr/>
              <p:nvPr/>
            </p:nvPicPr>
            <p:blipFill>
              <a:blip r:embed="rId129"/>
              <a:stretch>
                <a:fillRect/>
              </a:stretch>
            </p:blipFill>
            <p:spPr>
              <a:xfrm>
                <a:off x="155313" y="2264695"/>
                <a:ext cx="785520" cy="1188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0">
            <p14:nvContentPartPr>
              <p14:cNvPr id="61" name="Ink 60">
                <a:extLst>
                  <a:ext uri="{FF2B5EF4-FFF2-40B4-BE49-F238E27FC236}">
                    <a16:creationId xmlns:a16="http://schemas.microsoft.com/office/drawing/2014/main" id="{029CB82F-5444-BE25-FDAD-F0DED22244BE}"/>
                  </a:ext>
                </a:extLst>
              </p14:cNvPr>
              <p14:cNvContentPartPr/>
              <p14:nvPr/>
            </p14:nvContentPartPr>
            <p14:xfrm>
              <a:off x="999153" y="2595895"/>
              <a:ext cx="198360" cy="174960"/>
            </p14:xfrm>
          </p:contentPart>
        </mc:Choice>
        <mc:Fallback>
          <p:pic>
            <p:nvPicPr>
              <p:cNvPr id="61" name="Ink 60">
                <a:extLst>
                  <a:ext uri="{FF2B5EF4-FFF2-40B4-BE49-F238E27FC236}">
                    <a16:creationId xmlns:a16="http://schemas.microsoft.com/office/drawing/2014/main" id="{029CB82F-5444-BE25-FDAD-F0DED22244BE}"/>
                  </a:ext>
                </a:extLst>
              </p:cNvPr>
              <p:cNvPicPr/>
              <p:nvPr/>
            </p:nvPicPr>
            <p:blipFill>
              <a:blip r:embed="rId131"/>
              <a:stretch>
                <a:fillRect/>
              </a:stretch>
            </p:blipFill>
            <p:spPr>
              <a:xfrm>
                <a:off x="990153" y="2587255"/>
                <a:ext cx="216000" cy="19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2">
            <p14:nvContentPartPr>
              <p14:cNvPr id="62" name="Ink 61">
                <a:extLst>
                  <a:ext uri="{FF2B5EF4-FFF2-40B4-BE49-F238E27FC236}">
                    <a16:creationId xmlns:a16="http://schemas.microsoft.com/office/drawing/2014/main" id="{112FBB6A-ED1F-C2A9-943C-53D6E3DDF6C5}"/>
                  </a:ext>
                </a:extLst>
              </p14:cNvPr>
              <p14:cNvContentPartPr/>
              <p14:nvPr/>
            </p14:nvContentPartPr>
            <p14:xfrm>
              <a:off x="1666233" y="2349655"/>
              <a:ext cx="366120" cy="1071720"/>
            </p14:xfrm>
          </p:contentPart>
        </mc:Choice>
        <mc:Fallback>
          <p:pic>
            <p:nvPicPr>
              <p:cNvPr id="62" name="Ink 61">
                <a:extLst>
                  <a:ext uri="{FF2B5EF4-FFF2-40B4-BE49-F238E27FC236}">
                    <a16:creationId xmlns:a16="http://schemas.microsoft.com/office/drawing/2014/main" id="{112FBB6A-ED1F-C2A9-943C-53D6E3DDF6C5}"/>
                  </a:ext>
                </a:extLst>
              </p:cNvPr>
              <p:cNvPicPr/>
              <p:nvPr/>
            </p:nvPicPr>
            <p:blipFill>
              <a:blip r:embed="rId133"/>
              <a:stretch>
                <a:fillRect/>
              </a:stretch>
            </p:blipFill>
            <p:spPr>
              <a:xfrm>
                <a:off x="1657593" y="2341015"/>
                <a:ext cx="383760" cy="1089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4">
            <p14:nvContentPartPr>
              <p14:cNvPr id="63" name="Ink 62">
                <a:extLst>
                  <a:ext uri="{FF2B5EF4-FFF2-40B4-BE49-F238E27FC236}">
                    <a16:creationId xmlns:a16="http://schemas.microsoft.com/office/drawing/2014/main" id="{28B3ECD1-33CD-F883-D5A3-ED6F35340E13}"/>
                  </a:ext>
                </a:extLst>
              </p14:cNvPr>
              <p14:cNvContentPartPr/>
              <p14:nvPr/>
            </p14:nvContentPartPr>
            <p14:xfrm>
              <a:off x="2142873" y="2588695"/>
              <a:ext cx="714240" cy="207000"/>
            </p14:xfrm>
          </p:contentPart>
        </mc:Choice>
        <mc:Fallback>
          <p:pic>
            <p:nvPicPr>
              <p:cNvPr id="63" name="Ink 62">
                <a:extLst>
                  <a:ext uri="{FF2B5EF4-FFF2-40B4-BE49-F238E27FC236}">
                    <a16:creationId xmlns:a16="http://schemas.microsoft.com/office/drawing/2014/main" id="{28B3ECD1-33CD-F883-D5A3-ED6F35340E13}"/>
                  </a:ext>
                </a:extLst>
              </p:cNvPr>
              <p:cNvPicPr/>
              <p:nvPr/>
            </p:nvPicPr>
            <p:blipFill>
              <a:blip r:embed="rId135"/>
              <a:stretch>
                <a:fillRect/>
              </a:stretch>
            </p:blipFill>
            <p:spPr>
              <a:xfrm>
                <a:off x="2133873" y="2579695"/>
                <a:ext cx="731880" cy="224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6">
            <p14:nvContentPartPr>
              <p14:cNvPr id="64" name="Ink 63">
                <a:extLst>
                  <a:ext uri="{FF2B5EF4-FFF2-40B4-BE49-F238E27FC236}">
                    <a16:creationId xmlns:a16="http://schemas.microsoft.com/office/drawing/2014/main" id="{AB2C67D2-F00D-A19E-31FF-9C86A8B1BABE}"/>
                  </a:ext>
                </a:extLst>
              </p14:cNvPr>
              <p14:cNvContentPartPr/>
              <p14:nvPr/>
            </p14:nvContentPartPr>
            <p14:xfrm>
              <a:off x="2891313" y="2571775"/>
              <a:ext cx="157680" cy="197640"/>
            </p14:xfrm>
          </p:contentPart>
        </mc:Choice>
        <mc:Fallback>
          <p:pic>
            <p:nvPicPr>
              <p:cNvPr id="64" name="Ink 63">
                <a:extLst>
                  <a:ext uri="{FF2B5EF4-FFF2-40B4-BE49-F238E27FC236}">
                    <a16:creationId xmlns:a16="http://schemas.microsoft.com/office/drawing/2014/main" id="{AB2C67D2-F00D-A19E-31FF-9C86A8B1BABE}"/>
                  </a:ext>
                </a:extLst>
              </p:cNvPr>
              <p:cNvPicPr/>
              <p:nvPr/>
            </p:nvPicPr>
            <p:blipFill>
              <a:blip r:embed="rId137"/>
              <a:stretch>
                <a:fillRect/>
              </a:stretch>
            </p:blipFill>
            <p:spPr>
              <a:xfrm>
                <a:off x="2882313" y="2562775"/>
                <a:ext cx="175320" cy="215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8">
            <p14:nvContentPartPr>
              <p14:cNvPr id="65" name="Ink 64">
                <a:extLst>
                  <a:ext uri="{FF2B5EF4-FFF2-40B4-BE49-F238E27FC236}">
                    <a16:creationId xmlns:a16="http://schemas.microsoft.com/office/drawing/2014/main" id="{944C0778-0C4B-0828-1ACE-25202C0D940C}"/>
                  </a:ext>
                </a:extLst>
              </p14:cNvPr>
              <p14:cNvContentPartPr/>
              <p14:nvPr/>
            </p14:nvContentPartPr>
            <p14:xfrm>
              <a:off x="3189753" y="2699575"/>
              <a:ext cx="122040" cy="225360"/>
            </p14:xfrm>
          </p:contentPart>
        </mc:Choice>
        <mc:Fallback>
          <p:pic>
            <p:nvPicPr>
              <p:cNvPr id="65" name="Ink 64">
                <a:extLst>
                  <a:ext uri="{FF2B5EF4-FFF2-40B4-BE49-F238E27FC236}">
                    <a16:creationId xmlns:a16="http://schemas.microsoft.com/office/drawing/2014/main" id="{944C0778-0C4B-0828-1ACE-25202C0D940C}"/>
                  </a:ext>
                </a:extLst>
              </p:cNvPr>
              <p:cNvPicPr/>
              <p:nvPr/>
            </p:nvPicPr>
            <p:blipFill>
              <a:blip r:embed="rId139"/>
              <a:stretch>
                <a:fillRect/>
              </a:stretch>
            </p:blipFill>
            <p:spPr>
              <a:xfrm>
                <a:off x="3180753" y="2690575"/>
                <a:ext cx="139680" cy="243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0">
            <p14:nvContentPartPr>
              <p14:cNvPr id="89" name="Ink 88">
                <a:extLst>
                  <a:ext uri="{FF2B5EF4-FFF2-40B4-BE49-F238E27FC236}">
                    <a16:creationId xmlns:a16="http://schemas.microsoft.com/office/drawing/2014/main" id="{E49539F6-708C-3D83-41F3-9124490AD99D}"/>
                  </a:ext>
                </a:extLst>
              </p14:cNvPr>
              <p14:cNvContentPartPr/>
              <p14:nvPr/>
            </p14:nvContentPartPr>
            <p14:xfrm>
              <a:off x="446193" y="4552495"/>
              <a:ext cx="274320" cy="976320"/>
            </p14:xfrm>
          </p:contentPart>
        </mc:Choice>
        <mc:Fallback>
          <p:pic>
            <p:nvPicPr>
              <p:cNvPr id="89" name="Ink 88">
                <a:extLst>
                  <a:ext uri="{FF2B5EF4-FFF2-40B4-BE49-F238E27FC236}">
                    <a16:creationId xmlns:a16="http://schemas.microsoft.com/office/drawing/2014/main" id="{E49539F6-708C-3D83-41F3-9124490AD99D}"/>
                  </a:ext>
                </a:extLst>
              </p:cNvPr>
              <p:cNvPicPr/>
              <p:nvPr/>
            </p:nvPicPr>
            <p:blipFill>
              <a:blip r:embed="rId141"/>
              <a:stretch>
                <a:fillRect/>
              </a:stretch>
            </p:blipFill>
            <p:spPr>
              <a:xfrm>
                <a:off x="437553" y="4543855"/>
                <a:ext cx="291960" cy="993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2">
            <p14:nvContentPartPr>
              <p14:cNvPr id="90" name="Ink 89">
                <a:extLst>
                  <a:ext uri="{FF2B5EF4-FFF2-40B4-BE49-F238E27FC236}">
                    <a16:creationId xmlns:a16="http://schemas.microsoft.com/office/drawing/2014/main" id="{BF4F08BC-5F97-3F2D-3823-906C6B661B69}"/>
                  </a:ext>
                </a:extLst>
              </p14:cNvPr>
              <p14:cNvContentPartPr/>
              <p14:nvPr/>
            </p14:nvContentPartPr>
            <p14:xfrm>
              <a:off x="803673" y="4624135"/>
              <a:ext cx="27720" cy="209520"/>
            </p14:xfrm>
          </p:contentPart>
        </mc:Choice>
        <mc:Fallback>
          <p:pic>
            <p:nvPicPr>
              <p:cNvPr id="90" name="Ink 89">
                <a:extLst>
                  <a:ext uri="{FF2B5EF4-FFF2-40B4-BE49-F238E27FC236}">
                    <a16:creationId xmlns:a16="http://schemas.microsoft.com/office/drawing/2014/main" id="{BF4F08BC-5F97-3F2D-3823-906C6B661B69}"/>
                  </a:ext>
                </a:extLst>
              </p:cNvPr>
              <p:cNvPicPr/>
              <p:nvPr/>
            </p:nvPicPr>
            <p:blipFill>
              <a:blip r:embed="rId143"/>
              <a:stretch>
                <a:fillRect/>
              </a:stretch>
            </p:blipFill>
            <p:spPr>
              <a:xfrm>
                <a:off x="794673" y="4615495"/>
                <a:ext cx="45360" cy="227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4">
            <p14:nvContentPartPr>
              <p14:cNvPr id="91" name="Ink 90">
                <a:extLst>
                  <a:ext uri="{FF2B5EF4-FFF2-40B4-BE49-F238E27FC236}">
                    <a16:creationId xmlns:a16="http://schemas.microsoft.com/office/drawing/2014/main" id="{25E53B35-8C11-F8FD-2F46-02400D86FCB7}"/>
                  </a:ext>
                </a:extLst>
              </p14:cNvPr>
              <p14:cNvContentPartPr/>
              <p14:nvPr/>
            </p14:nvContentPartPr>
            <p14:xfrm>
              <a:off x="1200753" y="4646095"/>
              <a:ext cx="205920" cy="227880"/>
            </p14:xfrm>
          </p:contentPart>
        </mc:Choice>
        <mc:Fallback>
          <p:pic>
            <p:nvPicPr>
              <p:cNvPr id="91" name="Ink 90">
                <a:extLst>
                  <a:ext uri="{FF2B5EF4-FFF2-40B4-BE49-F238E27FC236}">
                    <a16:creationId xmlns:a16="http://schemas.microsoft.com/office/drawing/2014/main" id="{25E53B35-8C11-F8FD-2F46-02400D86FCB7}"/>
                  </a:ext>
                </a:extLst>
              </p:cNvPr>
              <p:cNvPicPr/>
              <p:nvPr/>
            </p:nvPicPr>
            <p:blipFill>
              <a:blip r:embed="rId145"/>
              <a:stretch>
                <a:fillRect/>
              </a:stretch>
            </p:blipFill>
            <p:spPr>
              <a:xfrm>
                <a:off x="1191753" y="4637455"/>
                <a:ext cx="223560" cy="245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6">
            <p14:nvContentPartPr>
              <p14:cNvPr id="92" name="Ink 91">
                <a:extLst>
                  <a:ext uri="{FF2B5EF4-FFF2-40B4-BE49-F238E27FC236}">
                    <a16:creationId xmlns:a16="http://schemas.microsoft.com/office/drawing/2014/main" id="{098D54A5-C46F-5616-2237-43F0110D4970}"/>
                  </a:ext>
                </a:extLst>
              </p14:cNvPr>
              <p14:cNvContentPartPr/>
              <p14:nvPr/>
            </p14:nvContentPartPr>
            <p14:xfrm>
              <a:off x="742833" y="5120215"/>
              <a:ext cx="254880" cy="224280"/>
            </p14:xfrm>
          </p:contentPart>
        </mc:Choice>
        <mc:Fallback>
          <p:pic>
            <p:nvPicPr>
              <p:cNvPr id="92" name="Ink 91">
                <a:extLst>
                  <a:ext uri="{FF2B5EF4-FFF2-40B4-BE49-F238E27FC236}">
                    <a16:creationId xmlns:a16="http://schemas.microsoft.com/office/drawing/2014/main" id="{098D54A5-C46F-5616-2237-43F0110D4970}"/>
                  </a:ext>
                </a:extLst>
              </p:cNvPr>
              <p:cNvPicPr/>
              <p:nvPr/>
            </p:nvPicPr>
            <p:blipFill>
              <a:blip r:embed="rId147"/>
              <a:stretch>
                <a:fillRect/>
              </a:stretch>
            </p:blipFill>
            <p:spPr>
              <a:xfrm>
                <a:off x="733833" y="5111215"/>
                <a:ext cx="272520" cy="241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8">
            <p14:nvContentPartPr>
              <p14:cNvPr id="93" name="Ink 92">
                <a:extLst>
                  <a:ext uri="{FF2B5EF4-FFF2-40B4-BE49-F238E27FC236}">
                    <a16:creationId xmlns:a16="http://schemas.microsoft.com/office/drawing/2014/main" id="{AE59176F-5F88-9853-44A9-C276F65B971E}"/>
                  </a:ext>
                </a:extLst>
              </p14:cNvPr>
              <p14:cNvContentPartPr/>
              <p14:nvPr/>
            </p14:nvContentPartPr>
            <p14:xfrm>
              <a:off x="1260513" y="4403095"/>
              <a:ext cx="392040" cy="1225440"/>
            </p14:xfrm>
          </p:contentPart>
        </mc:Choice>
        <mc:Fallback>
          <p:pic>
            <p:nvPicPr>
              <p:cNvPr id="93" name="Ink 92">
                <a:extLst>
                  <a:ext uri="{FF2B5EF4-FFF2-40B4-BE49-F238E27FC236}">
                    <a16:creationId xmlns:a16="http://schemas.microsoft.com/office/drawing/2014/main" id="{AE59176F-5F88-9853-44A9-C276F65B971E}"/>
                  </a:ext>
                </a:extLst>
              </p:cNvPr>
              <p:cNvPicPr/>
              <p:nvPr/>
            </p:nvPicPr>
            <p:blipFill>
              <a:blip r:embed="rId149"/>
              <a:stretch>
                <a:fillRect/>
              </a:stretch>
            </p:blipFill>
            <p:spPr>
              <a:xfrm>
                <a:off x="1251513" y="4394095"/>
                <a:ext cx="409680" cy="1243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0">
            <p14:nvContentPartPr>
              <p14:cNvPr id="95" name="Ink 94">
                <a:extLst>
                  <a:ext uri="{FF2B5EF4-FFF2-40B4-BE49-F238E27FC236}">
                    <a16:creationId xmlns:a16="http://schemas.microsoft.com/office/drawing/2014/main" id="{BF1CA83D-3DC4-978F-A9F7-21EF275D0D56}"/>
                  </a:ext>
                </a:extLst>
              </p14:cNvPr>
              <p14:cNvContentPartPr/>
              <p14:nvPr/>
            </p14:nvContentPartPr>
            <p14:xfrm>
              <a:off x="2666313" y="3635935"/>
              <a:ext cx="12240" cy="250200"/>
            </p14:xfrm>
          </p:contentPart>
        </mc:Choice>
        <mc:Fallback>
          <p:pic>
            <p:nvPicPr>
              <p:cNvPr id="95" name="Ink 94">
                <a:extLst>
                  <a:ext uri="{FF2B5EF4-FFF2-40B4-BE49-F238E27FC236}">
                    <a16:creationId xmlns:a16="http://schemas.microsoft.com/office/drawing/2014/main" id="{BF1CA83D-3DC4-978F-A9F7-21EF275D0D56}"/>
                  </a:ext>
                </a:extLst>
              </p:cNvPr>
              <p:cNvPicPr/>
              <p:nvPr/>
            </p:nvPicPr>
            <p:blipFill>
              <a:blip r:embed="rId151"/>
              <a:stretch>
                <a:fillRect/>
              </a:stretch>
            </p:blipFill>
            <p:spPr>
              <a:xfrm>
                <a:off x="2657313" y="3627295"/>
                <a:ext cx="29880" cy="267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2">
            <p14:nvContentPartPr>
              <p14:cNvPr id="96" name="Ink 95">
                <a:extLst>
                  <a:ext uri="{FF2B5EF4-FFF2-40B4-BE49-F238E27FC236}">
                    <a16:creationId xmlns:a16="http://schemas.microsoft.com/office/drawing/2014/main" id="{7D1426D1-3815-FA76-55AC-6B444E583072}"/>
                  </a:ext>
                </a:extLst>
              </p14:cNvPr>
              <p14:cNvContentPartPr/>
              <p14:nvPr/>
            </p14:nvContentPartPr>
            <p14:xfrm>
              <a:off x="2820393" y="3696415"/>
              <a:ext cx="22320" cy="159480"/>
            </p14:xfrm>
          </p:contentPart>
        </mc:Choice>
        <mc:Fallback>
          <p:pic>
            <p:nvPicPr>
              <p:cNvPr id="96" name="Ink 95">
                <a:extLst>
                  <a:ext uri="{FF2B5EF4-FFF2-40B4-BE49-F238E27FC236}">
                    <a16:creationId xmlns:a16="http://schemas.microsoft.com/office/drawing/2014/main" id="{7D1426D1-3815-FA76-55AC-6B444E583072}"/>
                  </a:ext>
                </a:extLst>
              </p:cNvPr>
              <p:cNvPicPr/>
              <p:nvPr/>
            </p:nvPicPr>
            <p:blipFill>
              <a:blip r:embed="rId153"/>
              <a:stretch>
                <a:fillRect/>
              </a:stretch>
            </p:blipFill>
            <p:spPr>
              <a:xfrm>
                <a:off x="2811393" y="3687775"/>
                <a:ext cx="39960" cy="177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4">
            <p14:nvContentPartPr>
              <p14:cNvPr id="97" name="Ink 96">
                <a:extLst>
                  <a:ext uri="{FF2B5EF4-FFF2-40B4-BE49-F238E27FC236}">
                    <a16:creationId xmlns:a16="http://schemas.microsoft.com/office/drawing/2014/main" id="{1AD487F7-24EC-7A9E-2EA9-DDC72703C191}"/>
                  </a:ext>
                </a:extLst>
              </p14:cNvPr>
              <p14:cNvContentPartPr/>
              <p14:nvPr/>
            </p14:nvContentPartPr>
            <p14:xfrm>
              <a:off x="2833713" y="3465655"/>
              <a:ext cx="141120" cy="726840"/>
            </p14:xfrm>
          </p:contentPart>
        </mc:Choice>
        <mc:Fallback>
          <p:pic>
            <p:nvPicPr>
              <p:cNvPr id="97" name="Ink 96">
                <a:extLst>
                  <a:ext uri="{FF2B5EF4-FFF2-40B4-BE49-F238E27FC236}">
                    <a16:creationId xmlns:a16="http://schemas.microsoft.com/office/drawing/2014/main" id="{1AD487F7-24EC-7A9E-2EA9-DDC72703C191}"/>
                  </a:ext>
                </a:extLst>
              </p:cNvPr>
              <p:cNvPicPr/>
              <p:nvPr/>
            </p:nvPicPr>
            <p:blipFill>
              <a:blip r:embed="rId155"/>
              <a:stretch>
                <a:fillRect/>
              </a:stretch>
            </p:blipFill>
            <p:spPr>
              <a:xfrm>
                <a:off x="2825073" y="3456655"/>
                <a:ext cx="158760" cy="744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6">
            <p14:nvContentPartPr>
              <p14:cNvPr id="98" name="Ink 97">
                <a:extLst>
                  <a:ext uri="{FF2B5EF4-FFF2-40B4-BE49-F238E27FC236}">
                    <a16:creationId xmlns:a16="http://schemas.microsoft.com/office/drawing/2014/main" id="{E771A585-123A-79C9-864B-971CF1D65221}"/>
                  </a:ext>
                </a:extLst>
              </p14:cNvPr>
              <p14:cNvContentPartPr/>
              <p14:nvPr/>
            </p14:nvContentPartPr>
            <p14:xfrm>
              <a:off x="3596913" y="3590935"/>
              <a:ext cx="156240" cy="20520"/>
            </p14:xfrm>
          </p:contentPart>
        </mc:Choice>
        <mc:Fallback>
          <p:pic>
            <p:nvPicPr>
              <p:cNvPr id="98" name="Ink 97">
                <a:extLst>
                  <a:ext uri="{FF2B5EF4-FFF2-40B4-BE49-F238E27FC236}">
                    <a16:creationId xmlns:a16="http://schemas.microsoft.com/office/drawing/2014/main" id="{E771A585-123A-79C9-864B-971CF1D65221}"/>
                  </a:ext>
                </a:extLst>
              </p:cNvPr>
              <p:cNvPicPr/>
              <p:nvPr/>
            </p:nvPicPr>
            <p:blipFill>
              <a:blip r:embed="rId157"/>
              <a:stretch>
                <a:fillRect/>
              </a:stretch>
            </p:blipFill>
            <p:spPr>
              <a:xfrm>
                <a:off x="3587913" y="3582295"/>
                <a:ext cx="173880" cy="38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8">
            <p14:nvContentPartPr>
              <p14:cNvPr id="99" name="Ink 98">
                <a:extLst>
                  <a:ext uri="{FF2B5EF4-FFF2-40B4-BE49-F238E27FC236}">
                    <a16:creationId xmlns:a16="http://schemas.microsoft.com/office/drawing/2014/main" id="{36740CB3-056D-2BF8-0FB9-584CC04CD7AE}"/>
                  </a:ext>
                </a:extLst>
              </p14:cNvPr>
              <p14:cNvContentPartPr/>
              <p14:nvPr/>
            </p14:nvContentPartPr>
            <p14:xfrm>
              <a:off x="3482793" y="3619735"/>
              <a:ext cx="990720" cy="470880"/>
            </p14:xfrm>
          </p:contentPart>
        </mc:Choice>
        <mc:Fallback>
          <p:pic>
            <p:nvPicPr>
              <p:cNvPr id="99" name="Ink 98">
                <a:extLst>
                  <a:ext uri="{FF2B5EF4-FFF2-40B4-BE49-F238E27FC236}">
                    <a16:creationId xmlns:a16="http://schemas.microsoft.com/office/drawing/2014/main" id="{36740CB3-056D-2BF8-0FB9-584CC04CD7AE}"/>
                  </a:ext>
                </a:extLst>
              </p:cNvPr>
              <p:cNvPicPr/>
              <p:nvPr/>
            </p:nvPicPr>
            <p:blipFill>
              <a:blip r:embed="rId159"/>
              <a:stretch>
                <a:fillRect/>
              </a:stretch>
            </p:blipFill>
            <p:spPr>
              <a:xfrm>
                <a:off x="3473793" y="3610735"/>
                <a:ext cx="1008360" cy="488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0">
            <p14:nvContentPartPr>
              <p14:cNvPr id="100" name="Ink 99">
                <a:extLst>
                  <a:ext uri="{FF2B5EF4-FFF2-40B4-BE49-F238E27FC236}">
                    <a16:creationId xmlns:a16="http://schemas.microsoft.com/office/drawing/2014/main" id="{E5D7DBB6-AF2B-9652-7D9F-5BF97523F50C}"/>
                  </a:ext>
                </a:extLst>
              </p14:cNvPr>
              <p14:cNvContentPartPr/>
              <p14:nvPr/>
            </p14:nvContentPartPr>
            <p14:xfrm>
              <a:off x="4346073" y="3418495"/>
              <a:ext cx="510120" cy="935280"/>
            </p14:xfrm>
          </p:contentPart>
        </mc:Choice>
        <mc:Fallback>
          <p:pic>
            <p:nvPicPr>
              <p:cNvPr id="100" name="Ink 99">
                <a:extLst>
                  <a:ext uri="{FF2B5EF4-FFF2-40B4-BE49-F238E27FC236}">
                    <a16:creationId xmlns:a16="http://schemas.microsoft.com/office/drawing/2014/main" id="{E5D7DBB6-AF2B-9652-7D9F-5BF97523F50C}"/>
                  </a:ext>
                </a:extLst>
              </p:cNvPr>
              <p:cNvPicPr/>
              <p:nvPr/>
            </p:nvPicPr>
            <p:blipFill>
              <a:blip r:embed="rId161"/>
              <a:stretch>
                <a:fillRect/>
              </a:stretch>
            </p:blipFill>
            <p:spPr>
              <a:xfrm>
                <a:off x="4337433" y="3409495"/>
                <a:ext cx="527760" cy="952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2">
            <p14:nvContentPartPr>
              <p14:cNvPr id="101" name="Ink 100">
                <a:extLst>
                  <a:ext uri="{FF2B5EF4-FFF2-40B4-BE49-F238E27FC236}">
                    <a16:creationId xmlns:a16="http://schemas.microsoft.com/office/drawing/2014/main" id="{89BB96BC-1B89-FFC8-BECB-12F61BD22142}"/>
                  </a:ext>
                </a:extLst>
              </p14:cNvPr>
              <p14:cNvContentPartPr/>
              <p14:nvPr/>
            </p14:nvContentPartPr>
            <p14:xfrm>
              <a:off x="3262473" y="3376015"/>
              <a:ext cx="303840" cy="1011240"/>
            </p14:xfrm>
          </p:contentPart>
        </mc:Choice>
        <mc:Fallback>
          <p:pic>
            <p:nvPicPr>
              <p:cNvPr id="101" name="Ink 100">
                <a:extLst>
                  <a:ext uri="{FF2B5EF4-FFF2-40B4-BE49-F238E27FC236}">
                    <a16:creationId xmlns:a16="http://schemas.microsoft.com/office/drawing/2014/main" id="{89BB96BC-1B89-FFC8-BECB-12F61BD22142}"/>
                  </a:ext>
                </a:extLst>
              </p:cNvPr>
              <p:cNvPicPr/>
              <p:nvPr/>
            </p:nvPicPr>
            <p:blipFill>
              <a:blip r:embed="rId163"/>
              <a:stretch>
                <a:fillRect/>
              </a:stretch>
            </p:blipFill>
            <p:spPr>
              <a:xfrm>
                <a:off x="3253473" y="3367015"/>
                <a:ext cx="321480" cy="1028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4">
            <p14:nvContentPartPr>
              <p14:cNvPr id="102" name="Ink 101">
                <a:extLst>
                  <a:ext uri="{FF2B5EF4-FFF2-40B4-BE49-F238E27FC236}">
                    <a16:creationId xmlns:a16="http://schemas.microsoft.com/office/drawing/2014/main" id="{56EA7319-71EB-F441-1E60-98973E472821}"/>
                  </a:ext>
                </a:extLst>
              </p14:cNvPr>
              <p14:cNvContentPartPr/>
              <p14:nvPr/>
            </p14:nvContentPartPr>
            <p14:xfrm>
              <a:off x="3543993" y="3601375"/>
              <a:ext cx="248760" cy="37440"/>
            </p14:xfrm>
          </p:contentPart>
        </mc:Choice>
        <mc:Fallback>
          <p:pic>
            <p:nvPicPr>
              <p:cNvPr id="102" name="Ink 101">
                <a:extLst>
                  <a:ext uri="{FF2B5EF4-FFF2-40B4-BE49-F238E27FC236}">
                    <a16:creationId xmlns:a16="http://schemas.microsoft.com/office/drawing/2014/main" id="{56EA7319-71EB-F441-1E60-98973E472821}"/>
                  </a:ext>
                </a:extLst>
              </p:cNvPr>
              <p:cNvPicPr/>
              <p:nvPr/>
            </p:nvPicPr>
            <p:blipFill>
              <a:blip r:embed="rId165"/>
              <a:stretch>
                <a:fillRect/>
              </a:stretch>
            </p:blipFill>
            <p:spPr>
              <a:xfrm>
                <a:off x="3534993" y="3592735"/>
                <a:ext cx="266400" cy="55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6">
            <p14:nvContentPartPr>
              <p14:cNvPr id="104" name="Ink 103">
                <a:extLst>
                  <a:ext uri="{FF2B5EF4-FFF2-40B4-BE49-F238E27FC236}">
                    <a16:creationId xmlns:a16="http://schemas.microsoft.com/office/drawing/2014/main" id="{1BA8F2DC-21FD-FA10-2751-F660EFC5CDC7}"/>
                  </a:ext>
                </a:extLst>
              </p14:cNvPr>
              <p14:cNvContentPartPr/>
              <p14:nvPr/>
            </p14:nvContentPartPr>
            <p14:xfrm>
              <a:off x="6011073" y="3710815"/>
              <a:ext cx="17280" cy="178920"/>
            </p14:xfrm>
          </p:contentPart>
        </mc:Choice>
        <mc:Fallback>
          <p:pic>
            <p:nvPicPr>
              <p:cNvPr id="104" name="Ink 103">
                <a:extLst>
                  <a:ext uri="{FF2B5EF4-FFF2-40B4-BE49-F238E27FC236}">
                    <a16:creationId xmlns:a16="http://schemas.microsoft.com/office/drawing/2014/main" id="{1BA8F2DC-21FD-FA10-2751-F660EFC5CDC7}"/>
                  </a:ext>
                </a:extLst>
              </p:cNvPr>
              <p:cNvPicPr/>
              <p:nvPr/>
            </p:nvPicPr>
            <p:blipFill>
              <a:blip r:embed="rId167"/>
              <a:stretch>
                <a:fillRect/>
              </a:stretch>
            </p:blipFill>
            <p:spPr>
              <a:xfrm>
                <a:off x="6002073" y="3702175"/>
                <a:ext cx="34920" cy="196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8">
            <p14:nvContentPartPr>
              <p14:cNvPr id="105" name="Ink 104">
                <a:extLst>
                  <a:ext uri="{FF2B5EF4-FFF2-40B4-BE49-F238E27FC236}">
                    <a16:creationId xmlns:a16="http://schemas.microsoft.com/office/drawing/2014/main" id="{A46E9781-9F9A-5E42-C489-29AE9C3EC48B}"/>
                  </a:ext>
                </a:extLst>
              </p14:cNvPr>
              <p14:cNvContentPartPr/>
              <p14:nvPr/>
            </p14:nvContentPartPr>
            <p14:xfrm>
              <a:off x="6152193" y="3751855"/>
              <a:ext cx="53280" cy="233640"/>
            </p14:xfrm>
          </p:contentPart>
        </mc:Choice>
        <mc:Fallback>
          <p:pic>
            <p:nvPicPr>
              <p:cNvPr id="105" name="Ink 104">
                <a:extLst>
                  <a:ext uri="{FF2B5EF4-FFF2-40B4-BE49-F238E27FC236}">
                    <a16:creationId xmlns:a16="http://schemas.microsoft.com/office/drawing/2014/main" id="{A46E9781-9F9A-5E42-C489-29AE9C3EC48B}"/>
                  </a:ext>
                </a:extLst>
              </p:cNvPr>
              <p:cNvPicPr/>
              <p:nvPr/>
            </p:nvPicPr>
            <p:blipFill>
              <a:blip r:embed="rId169"/>
              <a:stretch>
                <a:fillRect/>
              </a:stretch>
            </p:blipFill>
            <p:spPr>
              <a:xfrm>
                <a:off x="6143193" y="3742855"/>
                <a:ext cx="70920" cy="251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0">
            <p14:nvContentPartPr>
              <p14:cNvPr id="106" name="Ink 105">
                <a:extLst>
                  <a:ext uri="{FF2B5EF4-FFF2-40B4-BE49-F238E27FC236}">
                    <a16:creationId xmlns:a16="http://schemas.microsoft.com/office/drawing/2014/main" id="{B4A633BD-CB43-9375-D276-BF6584638271}"/>
                  </a:ext>
                </a:extLst>
              </p14:cNvPr>
              <p14:cNvContentPartPr/>
              <p14:nvPr/>
            </p14:nvContentPartPr>
            <p14:xfrm>
              <a:off x="6189993" y="3515335"/>
              <a:ext cx="150120" cy="730800"/>
            </p14:xfrm>
          </p:contentPart>
        </mc:Choice>
        <mc:Fallback>
          <p:pic>
            <p:nvPicPr>
              <p:cNvPr id="106" name="Ink 105">
                <a:extLst>
                  <a:ext uri="{FF2B5EF4-FFF2-40B4-BE49-F238E27FC236}">
                    <a16:creationId xmlns:a16="http://schemas.microsoft.com/office/drawing/2014/main" id="{B4A633BD-CB43-9375-D276-BF6584638271}"/>
                  </a:ext>
                </a:extLst>
              </p:cNvPr>
              <p:cNvPicPr/>
              <p:nvPr/>
            </p:nvPicPr>
            <p:blipFill>
              <a:blip r:embed="rId171"/>
              <a:stretch>
                <a:fillRect/>
              </a:stretch>
            </p:blipFill>
            <p:spPr>
              <a:xfrm>
                <a:off x="6181353" y="3506335"/>
                <a:ext cx="167760" cy="748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2">
            <p14:nvContentPartPr>
              <p14:cNvPr id="107" name="Ink 106">
                <a:extLst>
                  <a:ext uri="{FF2B5EF4-FFF2-40B4-BE49-F238E27FC236}">
                    <a16:creationId xmlns:a16="http://schemas.microsoft.com/office/drawing/2014/main" id="{206259C8-A03E-24E3-D347-61C2EFC066F8}"/>
                  </a:ext>
                </a:extLst>
              </p14:cNvPr>
              <p14:cNvContentPartPr/>
              <p14:nvPr/>
            </p14:nvContentPartPr>
            <p14:xfrm>
              <a:off x="7029513" y="3625855"/>
              <a:ext cx="570600" cy="453960"/>
            </p14:xfrm>
          </p:contentPart>
        </mc:Choice>
        <mc:Fallback>
          <p:pic>
            <p:nvPicPr>
              <p:cNvPr id="107" name="Ink 106">
                <a:extLst>
                  <a:ext uri="{FF2B5EF4-FFF2-40B4-BE49-F238E27FC236}">
                    <a16:creationId xmlns:a16="http://schemas.microsoft.com/office/drawing/2014/main" id="{206259C8-A03E-24E3-D347-61C2EFC066F8}"/>
                  </a:ext>
                </a:extLst>
              </p:cNvPr>
              <p:cNvPicPr/>
              <p:nvPr/>
            </p:nvPicPr>
            <p:blipFill>
              <a:blip r:embed="rId173"/>
              <a:stretch>
                <a:fillRect/>
              </a:stretch>
            </p:blipFill>
            <p:spPr>
              <a:xfrm>
                <a:off x="7020513" y="3616855"/>
                <a:ext cx="588240" cy="471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4">
            <p14:nvContentPartPr>
              <p14:cNvPr id="108" name="Ink 107">
                <a:extLst>
                  <a:ext uri="{FF2B5EF4-FFF2-40B4-BE49-F238E27FC236}">
                    <a16:creationId xmlns:a16="http://schemas.microsoft.com/office/drawing/2014/main" id="{9A599EE0-A3FC-E9E6-58DD-6A577031F9E3}"/>
                  </a:ext>
                </a:extLst>
              </p14:cNvPr>
              <p14:cNvContentPartPr/>
              <p14:nvPr/>
            </p14:nvContentPartPr>
            <p14:xfrm>
              <a:off x="7170633" y="3440815"/>
              <a:ext cx="675000" cy="1522800"/>
            </p14:xfrm>
          </p:contentPart>
        </mc:Choice>
        <mc:Fallback>
          <p:pic>
            <p:nvPicPr>
              <p:cNvPr id="108" name="Ink 107">
                <a:extLst>
                  <a:ext uri="{FF2B5EF4-FFF2-40B4-BE49-F238E27FC236}">
                    <a16:creationId xmlns:a16="http://schemas.microsoft.com/office/drawing/2014/main" id="{9A599EE0-A3FC-E9E6-58DD-6A577031F9E3}"/>
                  </a:ext>
                </a:extLst>
              </p:cNvPr>
              <p:cNvPicPr/>
              <p:nvPr/>
            </p:nvPicPr>
            <p:blipFill>
              <a:blip r:embed="rId175"/>
              <a:stretch>
                <a:fillRect/>
              </a:stretch>
            </p:blipFill>
            <p:spPr>
              <a:xfrm>
                <a:off x="7161993" y="3431815"/>
                <a:ext cx="692640" cy="1540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6">
            <p14:nvContentPartPr>
              <p14:cNvPr id="109" name="Ink 108">
                <a:extLst>
                  <a:ext uri="{FF2B5EF4-FFF2-40B4-BE49-F238E27FC236}">
                    <a16:creationId xmlns:a16="http://schemas.microsoft.com/office/drawing/2014/main" id="{88234D9B-A9F1-9037-3FA4-95B6BA9C9D54}"/>
                  </a:ext>
                </a:extLst>
              </p14:cNvPr>
              <p14:cNvContentPartPr/>
              <p14:nvPr/>
            </p14:nvContentPartPr>
            <p14:xfrm>
              <a:off x="6570873" y="3456295"/>
              <a:ext cx="415080" cy="1599480"/>
            </p14:xfrm>
          </p:contentPart>
        </mc:Choice>
        <mc:Fallback>
          <p:pic>
            <p:nvPicPr>
              <p:cNvPr id="109" name="Ink 108">
                <a:extLst>
                  <a:ext uri="{FF2B5EF4-FFF2-40B4-BE49-F238E27FC236}">
                    <a16:creationId xmlns:a16="http://schemas.microsoft.com/office/drawing/2014/main" id="{88234D9B-A9F1-9037-3FA4-95B6BA9C9D54}"/>
                  </a:ext>
                </a:extLst>
              </p:cNvPr>
              <p:cNvPicPr/>
              <p:nvPr/>
            </p:nvPicPr>
            <p:blipFill>
              <a:blip r:embed="rId177"/>
              <a:stretch>
                <a:fillRect/>
              </a:stretch>
            </p:blipFill>
            <p:spPr>
              <a:xfrm>
                <a:off x="6561873" y="3447655"/>
                <a:ext cx="432720" cy="1617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8">
            <p14:nvContentPartPr>
              <p14:cNvPr id="110" name="Ink 109">
                <a:extLst>
                  <a:ext uri="{FF2B5EF4-FFF2-40B4-BE49-F238E27FC236}">
                    <a16:creationId xmlns:a16="http://schemas.microsoft.com/office/drawing/2014/main" id="{359EED22-C1E7-A31B-1383-8B250C13957A}"/>
                  </a:ext>
                </a:extLst>
              </p14:cNvPr>
              <p14:cNvContentPartPr/>
              <p14:nvPr/>
            </p14:nvContentPartPr>
            <p14:xfrm>
              <a:off x="8527833" y="3408055"/>
              <a:ext cx="567000" cy="711720"/>
            </p14:xfrm>
          </p:contentPart>
        </mc:Choice>
        <mc:Fallback>
          <p:pic>
            <p:nvPicPr>
              <p:cNvPr id="110" name="Ink 109">
                <a:extLst>
                  <a:ext uri="{FF2B5EF4-FFF2-40B4-BE49-F238E27FC236}">
                    <a16:creationId xmlns:a16="http://schemas.microsoft.com/office/drawing/2014/main" id="{359EED22-C1E7-A31B-1383-8B250C13957A}"/>
                  </a:ext>
                </a:extLst>
              </p:cNvPr>
              <p:cNvPicPr/>
              <p:nvPr/>
            </p:nvPicPr>
            <p:blipFill>
              <a:blip r:embed="rId179"/>
              <a:stretch>
                <a:fillRect/>
              </a:stretch>
            </p:blipFill>
            <p:spPr>
              <a:xfrm>
                <a:off x="8519193" y="3399415"/>
                <a:ext cx="584640" cy="729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0">
            <p14:nvContentPartPr>
              <p14:cNvPr id="111" name="Ink 110">
                <a:extLst>
                  <a:ext uri="{FF2B5EF4-FFF2-40B4-BE49-F238E27FC236}">
                    <a16:creationId xmlns:a16="http://schemas.microsoft.com/office/drawing/2014/main" id="{FA9765E1-FF37-991B-4722-0B915C779776}"/>
                  </a:ext>
                </a:extLst>
              </p14:cNvPr>
              <p14:cNvContentPartPr/>
              <p14:nvPr/>
            </p14:nvContentPartPr>
            <p14:xfrm>
              <a:off x="9782433" y="3683455"/>
              <a:ext cx="1233720" cy="493200"/>
            </p14:xfrm>
          </p:contentPart>
        </mc:Choice>
        <mc:Fallback>
          <p:pic>
            <p:nvPicPr>
              <p:cNvPr id="111" name="Ink 110">
                <a:extLst>
                  <a:ext uri="{FF2B5EF4-FFF2-40B4-BE49-F238E27FC236}">
                    <a16:creationId xmlns:a16="http://schemas.microsoft.com/office/drawing/2014/main" id="{FA9765E1-FF37-991B-4722-0B915C779776}"/>
                  </a:ext>
                </a:extLst>
              </p:cNvPr>
              <p:cNvPicPr/>
              <p:nvPr/>
            </p:nvPicPr>
            <p:blipFill>
              <a:blip r:embed="rId181"/>
              <a:stretch>
                <a:fillRect/>
              </a:stretch>
            </p:blipFill>
            <p:spPr>
              <a:xfrm>
                <a:off x="9773793" y="3674455"/>
                <a:ext cx="1251360" cy="510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2">
            <p14:nvContentPartPr>
              <p14:cNvPr id="112" name="Ink 111">
                <a:extLst>
                  <a:ext uri="{FF2B5EF4-FFF2-40B4-BE49-F238E27FC236}">
                    <a16:creationId xmlns:a16="http://schemas.microsoft.com/office/drawing/2014/main" id="{4A3FF68E-29BF-0142-5A49-01B08D1A4C6E}"/>
                  </a:ext>
                </a:extLst>
              </p14:cNvPr>
              <p14:cNvContentPartPr/>
              <p14:nvPr/>
            </p14:nvContentPartPr>
            <p14:xfrm>
              <a:off x="9868113" y="4556815"/>
              <a:ext cx="267120" cy="403920"/>
            </p14:xfrm>
          </p:contentPart>
        </mc:Choice>
        <mc:Fallback>
          <p:pic>
            <p:nvPicPr>
              <p:cNvPr id="112" name="Ink 111">
                <a:extLst>
                  <a:ext uri="{FF2B5EF4-FFF2-40B4-BE49-F238E27FC236}">
                    <a16:creationId xmlns:a16="http://schemas.microsoft.com/office/drawing/2014/main" id="{4A3FF68E-29BF-0142-5A49-01B08D1A4C6E}"/>
                  </a:ext>
                </a:extLst>
              </p:cNvPr>
              <p:cNvPicPr/>
              <p:nvPr/>
            </p:nvPicPr>
            <p:blipFill>
              <a:blip r:embed="rId183"/>
              <a:stretch>
                <a:fillRect/>
              </a:stretch>
            </p:blipFill>
            <p:spPr>
              <a:xfrm>
                <a:off x="9859473" y="4547815"/>
                <a:ext cx="284760" cy="421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4">
            <p14:nvContentPartPr>
              <p14:cNvPr id="113" name="Ink 112">
                <a:extLst>
                  <a:ext uri="{FF2B5EF4-FFF2-40B4-BE49-F238E27FC236}">
                    <a16:creationId xmlns:a16="http://schemas.microsoft.com/office/drawing/2014/main" id="{9592E356-FCB8-81F7-E26B-EB4BBBA1D6C9}"/>
                  </a:ext>
                </a:extLst>
              </p14:cNvPr>
              <p14:cNvContentPartPr/>
              <p14:nvPr/>
            </p14:nvContentPartPr>
            <p14:xfrm>
              <a:off x="10746513" y="4557175"/>
              <a:ext cx="255960" cy="277200"/>
            </p14:xfrm>
          </p:contentPart>
        </mc:Choice>
        <mc:Fallback>
          <p:pic>
            <p:nvPicPr>
              <p:cNvPr id="113" name="Ink 112">
                <a:extLst>
                  <a:ext uri="{FF2B5EF4-FFF2-40B4-BE49-F238E27FC236}">
                    <a16:creationId xmlns:a16="http://schemas.microsoft.com/office/drawing/2014/main" id="{9592E356-FCB8-81F7-E26B-EB4BBBA1D6C9}"/>
                  </a:ext>
                </a:extLst>
              </p:cNvPr>
              <p:cNvPicPr/>
              <p:nvPr/>
            </p:nvPicPr>
            <p:blipFill>
              <a:blip r:embed="rId185"/>
              <a:stretch>
                <a:fillRect/>
              </a:stretch>
            </p:blipFill>
            <p:spPr>
              <a:xfrm>
                <a:off x="10737513" y="4548175"/>
                <a:ext cx="273600" cy="294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6">
            <p14:nvContentPartPr>
              <p14:cNvPr id="114" name="Ink 113">
                <a:extLst>
                  <a:ext uri="{FF2B5EF4-FFF2-40B4-BE49-F238E27FC236}">
                    <a16:creationId xmlns:a16="http://schemas.microsoft.com/office/drawing/2014/main" id="{DAD13502-0F55-4B99-C09F-36D977C55C10}"/>
                  </a:ext>
                </a:extLst>
              </p14:cNvPr>
              <p14:cNvContentPartPr/>
              <p14:nvPr/>
            </p14:nvContentPartPr>
            <p14:xfrm>
              <a:off x="9393273" y="3413455"/>
              <a:ext cx="2057040" cy="1729080"/>
            </p14:xfrm>
          </p:contentPart>
        </mc:Choice>
        <mc:Fallback>
          <p:pic>
            <p:nvPicPr>
              <p:cNvPr id="114" name="Ink 113">
                <a:extLst>
                  <a:ext uri="{FF2B5EF4-FFF2-40B4-BE49-F238E27FC236}">
                    <a16:creationId xmlns:a16="http://schemas.microsoft.com/office/drawing/2014/main" id="{DAD13502-0F55-4B99-C09F-36D977C55C10}"/>
                  </a:ext>
                </a:extLst>
              </p:cNvPr>
              <p:cNvPicPr/>
              <p:nvPr/>
            </p:nvPicPr>
            <p:blipFill>
              <a:blip r:embed="rId187"/>
              <a:stretch>
                <a:fillRect/>
              </a:stretch>
            </p:blipFill>
            <p:spPr>
              <a:xfrm>
                <a:off x="9384273" y="3404455"/>
                <a:ext cx="2074680" cy="1746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8">
            <p14:nvContentPartPr>
              <p14:cNvPr id="119" name="Ink 118">
                <a:extLst>
                  <a:ext uri="{FF2B5EF4-FFF2-40B4-BE49-F238E27FC236}">
                    <a16:creationId xmlns:a16="http://schemas.microsoft.com/office/drawing/2014/main" id="{5D45B41D-7782-E01D-5F57-3F7B74C1CCD9}"/>
                  </a:ext>
                </a:extLst>
              </p14:cNvPr>
              <p14:cNvContentPartPr/>
              <p14:nvPr/>
            </p14:nvContentPartPr>
            <p14:xfrm>
              <a:off x="3513033" y="5458975"/>
              <a:ext cx="7200" cy="5760"/>
            </p14:xfrm>
          </p:contentPart>
        </mc:Choice>
        <mc:Fallback>
          <p:pic>
            <p:nvPicPr>
              <p:cNvPr id="119" name="Ink 118">
                <a:extLst>
                  <a:ext uri="{FF2B5EF4-FFF2-40B4-BE49-F238E27FC236}">
                    <a16:creationId xmlns:a16="http://schemas.microsoft.com/office/drawing/2014/main" id="{5D45B41D-7782-E01D-5F57-3F7B74C1CCD9}"/>
                  </a:ext>
                </a:extLst>
              </p:cNvPr>
              <p:cNvPicPr/>
              <p:nvPr/>
            </p:nvPicPr>
            <p:blipFill>
              <a:blip r:embed="rId189"/>
              <a:stretch>
                <a:fillRect/>
              </a:stretch>
            </p:blipFill>
            <p:spPr>
              <a:xfrm>
                <a:off x="3504033" y="5449975"/>
                <a:ext cx="24840" cy="23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0">
            <p14:nvContentPartPr>
              <p14:cNvPr id="124" name="Ink 123">
                <a:extLst>
                  <a:ext uri="{FF2B5EF4-FFF2-40B4-BE49-F238E27FC236}">
                    <a16:creationId xmlns:a16="http://schemas.microsoft.com/office/drawing/2014/main" id="{261B49F8-0C2A-70B7-A392-7DAAB98E3FF3}"/>
                  </a:ext>
                </a:extLst>
              </p14:cNvPr>
              <p14:cNvContentPartPr/>
              <p14:nvPr/>
            </p14:nvContentPartPr>
            <p14:xfrm>
              <a:off x="2255553" y="6141535"/>
              <a:ext cx="45360" cy="27000"/>
            </p14:xfrm>
          </p:contentPart>
        </mc:Choice>
        <mc:Fallback>
          <p:pic>
            <p:nvPicPr>
              <p:cNvPr id="124" name="Ink 123">
                <a:extLst>
                  <a:ext uri="{FF2B5EF4-FFF2-40B4-BE49-F238E27FC236}">
                    <a16:creationId xmlns:a16="http://schemas.microsoft.com/office/drawing/2014/main" id="{261B49F8-0C2A-70B7-A392-7DAAB98E3FF3}"/>
                  </a:ext>
                </a:extLst>
              </p:cNvPr>
              <p:cNvPicPr/>
              <p:nvPr/>
            </p:nvPicPr>
            <p:blipFill>
              <a:blip r:embed="rId191"/>
              <a:stretch>
                <a:fillRect/>
              </a:stretch>
            </p:blipFill>
            <p:spPr>
              <a:xfrm>
                <a:off x="2246913" y="6132535"/>
                <a:ext cx="63000" cy="44640"/>
              </a:xfrm>
              <a:prstGeom prst="rect">
                <a:avLst/>
              </a:prstGeom>
            </p:spPr>
          </p:pic>
        </mc:Fallback>
      </mc:AlternateContent>
      <p:grpSp>
        <p:nvGrpSpPr>
          <p:cNvPr id="132" name="Group 131">
            <a:extLst>
              <a:ext uri="{FF2B5EF4-FFF2-40B4-BE49-F238E27FC236}">
                <a16:creationId xmlns:a16="http://schemas.microsoft.com/office/drawing/2014/main" id="{B75B8E2E-C285-56C9-0B5E-B98FEE368DF8}"/>
              </a:ext>
            </a:extLst>
          </p:cNvPr>
          <p:cNvGrpSpPr/>
          <p:nvPr/>
        </p:nvGrpSpPr>
        <p:grpSpPr>
          <a:xfrm>
            <a:off x="2250153" y="5091775"/>
            <a:ext cx="1024560" cy="844560"/>
            <a:chOff x="2250153" y="5091775"/>
            <a:chExt cx="1024560" cy="844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2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9C722D71-4254-A927-6075-F6D64A0D8A38}"/>
                    </a:ext>
                  </a:extLst>
                </p14:cNvPr>
                <p14:cNvContentPartPr/>
                <p14:nvPr/>
              </p14:nvContentPartPr>
              <p14:xfrm>
                <a:off x="2406033" y="5100055"/>
                <a:ext cx="63360" cy="324720"/>
              </p14:xfrm>
            </p:contentPart>
          </mc:Choice>
          <mc:Fallback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9C722D71-4254-A927-6075-F6D64A0D8A38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2397033" y="5091415"/>
                  <a:ext cx="81000" cy="34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4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8A420616-3B3B-7505-917D-C8E0019D722C}"/>
                    </a:ext>
                  </a:extLst>
                </p14:cNvPr>
                <p14:cNvContentPartPr/>
                <p14:nvPr/>
              </p14:nvContentPartPr>
              <p14:xfrm>
                <a:off x="2497113" y="5530615"/>
                <a:ext cx="7200" cy="8640"/>
              </p14:xfrm>
            </p:contentPart>
          </mc:Choice>
          <mc:Fallback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8A420616-3B3B-7505-917D-C8E0019D722C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2488113" y="5521975"/>
                  <a:ext cx="24840" cy="2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6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8A1517C7-7567-5737-5652-623E465F80CC}"/>
                    </a:ext>
                  </a:extLst>
                </p14:cNvPr>
                <p14:cNvContentPartPr/>
                <p14:nvPr/>
              </p14:nvContentPartPr>
              <p14:xfrm>
                <a:off x="3015153" y="5113375"/>
                <a:ext cx="259560" cy="233640"/>
              </p14:xfrm>
            </p:contentPart>
          </mc:Choice>
          <mc:Fallback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8A1517C7-7567-5737-5652-623E465F80CC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3006513" y="5104375"/>
                  <a:ext cx="277200" cy="25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8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0F47A763-1020-E3CB-3E5B-05359775D185}"/>
                    </a:ext>
                  </a:extLst>
                </p14:cNvPr>
                <p14:cNvContentPartPr/>
                <p14:nvPr/>
              </p14:nvContentPartPr>
              <p14:xfrm>
                <a:off x="2397033" y="5718895"/>
                <a:ext cx="240840" cy="217440"/>
              </p14:xfrm>
            </p:contentPart>
          </mc:Choice>
          <mc:Fallback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0F47A763-1020-E3CB-3E5B-05359775D185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2388393" y="5709895"/>
                  <a:ext cx="258480" cy="23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0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D01B6BB1-749C-4428-EDA7-F856191A73A3}"/>
                    </a:ext>
                  </a:extLst>
                </p14:cNvPr>
                <p14:cNvContentPartPr/>
                <p14:nvPr/>
              </p14:nvContentPartPr>
              <p14:xfrm>
                <a:off x="3178233" y="5647615"/>
                <a:ext cx="48600" cy="221040"/>
              </p14:xfrm>
            </p:contentPart>
          </mc:Choice>
          <mc:Fallback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D01B6BB1-749C-4428-EDA7-F856191A73A3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3169593" y="5638615"/>
                  <a:ext cx="66240" cy="23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2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681DFAE2-1D14-94CC-2FAB-566FEAB004DD}"/>
                    </a:ext>
                  </a:extLst>
                </p14:cNvPr>
                <p14:cNvContentPartPr/>
                <p14:nvPr/>
              </p14:nvContentPartPr>
              <p14:xfrm>
                <a:off x="2250153" y="5091775"/>
                <a:ext cx="543600" cy="359280"/>
              </p14:xfrm>
            </p:contentPart>
          </mc:Choice>
          <mc:Fallback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681DFAE2-1D14-94CC-2FAB-566FEAB004DD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2241153" y="5082775"/>
                  <a:ext cx="561240" cy="376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4" name="Group 133">
            <a:extLst>
              <a:ext uri="{FF2B5EF4-FFF2-40B4-BE49-F238E27FC236}">
                <a16:creationId xmlns:a16="http://schemas.microsoft.com/office/drawing/2014/main" id="{0E108458-4914-2A13-25DA-16C845A71D0C}"/>
              </a:ext>
            </a:extLst>
          </p:cNvPr>
          <p:cNvGrpSpPr/>
          <p:nvPr/>
        </p:nvGrpSpPr>
        <p:grpSpPr>
          <a:xfrm>
            <a:off x="249273" y="3535855"/>
            <a:ext cx="1012680" cy="725040"/>
            <a:chOff x="249273" y="3535855"/>
            <a:chExt cx="1012680" cy="725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4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CB57FF12-C58F-D38F-050A-6EDE114FC52B}"/>
                    </a:ext>
                  </a:extLst>
                </p14:cNvPr>
                <p14:cNvContentPartPr/>
                <p14:nvPr/>
              </p14:nvContentPartPr>
              <p14:xfrm>
                <a:off x="249273" y="3766615"/>
                <a:ext cx="32760" cy="28584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CB57FF12-C58F-D38F-050A-6EDE114FC52B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240273" y="3757975"/>
                  <a:ext cx="50400" cy="30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6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192C3475-9CDD-5030-1DAB-B013FCF13469}"/>
                    </a:ext>
                  </a:extLst>
                </p14:cNvPr>
                <p14:cNvContentPartPr/>
                <p14:nvPr/>
              </p14:nvContentPartPr>
              <p14:xfrm>
                <a:off x="289593" y="3535855"/>
                <a:ext cx="113400" cy="70020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192C3475-9CDD-5030-1DAB-B013FCF13469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280953" y="3526855"/>
                  <a:ext cx="131040" cy="71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8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77C43A28-DE61-1688-879D-DC2116E891FB}"/>
                    </a:ext>
                  </a:extLst>
                </p14:cNvPr>
                <p14:cNvContentPartPr/>
                <p14:nvPr/>
              </p14:nvContentPartPr>
              <p14:xfrm>
                <a:off x="673353" y="3637735"/>
                <a:ext cx="262800" cy="11880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77C43A28-DE61-1688-879D-DC2116E891FB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664353" y="3628735"/>
                  <a:ext cx="280440" cy="13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0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CEE32C4D-7395-639D-6763-5961E4E43DD4}"/>
                    </a:ext>
                  </a:extLst>
                </p14:cNvPr>
                <p14:cNvContentPartPr/>
                <p14:nvPr/>
              </p14:nvContentPartPr>
              <p14:xfrm>
                <a:off x="702873" y="3665815"/>
                <a:ext cx="559080" cy="59508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CEE32C4D-7395-639D-6763-5961E4E43DD4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694233" y="3656815"/>
                  <a:ext cx="576720" cy="61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2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C9B6FD28-8E4D-D472-17E1-E1AC1357F5A6}"/>
                    </a:ext>
                  </a:extLst>
                </p14:cNvPr>
                <p14:cNvContentPartPr/>
                <p14:nvPr/>
              </p14:nvContentPartPr>
              <p14:xfrm>
                <a:off x="510273" y="4079455"/>
                <a:ext cx="349200" cy="71280"/>
              </p14:xfrm>
            </p:contentPart>
          </mc:Choice>
          <mc:Fallback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C9B6FD28-8E4D-D472-17E1-E1AC1357F5A6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501633" y="4070815"/>
                  <a:ext cx="366840" cy="8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4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4FF9251C-49D1-4C6E-44B3-CFC614C53358}"/>
                    </a:ext>
                  </a:extLst>
                </p14:cNvPr>
                <p14:cNvContentPartPr/>
                <p14:nvPr/>
              </p14:nvContentPartPr>
              <p14:xfrm>
                <a:off x="830673" y="4120495"/>
                <a:ext cx="13320" cy="5760"/>
              </p14:xfrm>
            </p:contentPart>
          </mc:Choice>
          <mc:Fallback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4FF9251C-49D1-4C6E-44B3-CFC614C53358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821673" y="4111495"/>
                  <a:ext cx="3096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6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15CCB8D7-2732-D814-84F0-707BAA17F539}"/>
                    </a:ext>
                  </a:extLst>
                </p14:cNvPr>
                <p14:cNvContentPartPr/>
                <p14:nvPr/>
              </p14:nvContentPartPr>
              <p14:xfrm>
                <a:off x="952353" y="4204375"/>
                <a:ext cx="3960" cy="2520"/>
              </p14:xfrm>
            </p:contentPart>
          </mc:Choice>
          <mc:Fallback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15CCB8D7-2732-D814-84F0-707BAA17F539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943353" y="4195375"/>
                  <a:ext cx="21600" cy="2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7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C58CCC43-F9A1-0D53-36E0-E760B912AE65}"/>
                    </a:ext>
                  </a:extLst>
                </p14:cNvPr>
                <p14:cNvContentPartPr/>
                <p14:nvPr/>
              </p14:nvContentPartPr>
              <p14:xfrm>
                <a:off x="1088073" y="4181695"/>
                <a:ext cx="1800" cy="3960"/>
              </p14:xfrm>
            </p:contentPart>
          </mc:Choice>
          <mc:Fallback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C58CCC43-F9A1-0D53-36E0-E760B912AE65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1079433" y="4172695"/>
                  <a:ext cx="19440" cy="2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8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6ED4F6FB-AEDD-9E90-8503-069C58DC40C4}"/>
                    </a:ext>
                  </a:extLst>
                </p14:cNvPr>
                <p14:cNvContentPartPr/>
                <p14:nvPr/>
              </p14:nvContentPartPr>
              <p14:xfrm>
                <a:off x="1166913" y="4189255"/>
                <a:ext cx="2520" cy="3240"/>
              </p14:xfrm>
            </p:contentPart>
          </mc:Choice>
          <mc:Fallback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6ED4F6FB-AEDD-9E90-8503-069C58DC40C4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1157913" y="4180255"/>
                  <a:ext cx="20160" cy="2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9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D073B307-CD9E-DDD3-BB55-80AEE43F49CF}"/>
                    </a:ext>
                  </a:extLst>
                </p14:cNvPr>
                <p14:cNvContentPartPr/>
                <p14:nvPr/>
              </p14:nvContentPartPr>
              <p14:xfrm>
                <a:off x="1163673" y="4053175"/>
                <a:ext cx="2520" cy="3240"/>
              </p14:xfrm>
            </p:contentPart>
          </mc:Choice>
          <mc:Fallback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D073B307-CD9E-DDD3-BB55-80AEE43F49CF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1155033" y="4044175"/>
                  <a:ext cx="20160" cy="208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9988190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FB3D22F5-C534-C9C9-2212-BF777267B75B}"/>
              </a:ext>
            </a:extLst>
          </p:cNvPr>
          <p:cNvGrpSpPr/>
          <p:nvPr/>
        </p:nvGrpSpPr>
        <p:grpSpPr>
          <a:xfrm>
            <a:off x="94473" y="433015"/>
            <a:ext cx="389520" cy="486360"/>
            <a:chOff x="94473" y="433015"/>
            <a:chExt cx="389520" cy="486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844ED3DF-79F1-F543-9D73-965AD8E79686}"/>
                    </a:ext>
                  </a:extLst>
                </p14:cNvPr>
                <p14:cNvContentPartPr/>
                <p14:nvPr/>
              </p14:nvContentPartPr>
              <p14:xfrm>
                <a:off x="94473" y="433015"/>
                <a:ext cx="301680" cy="48636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844ED3DF-79F1-F543-9D73-965AD8E79686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85473" y="424375"/>
                  <a:ext cx="319320" cy="50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C22DB00D-8604-6671-780B-74A33FAD6A10}"/>
                    </a:ext>
                  </a:extLst>
                </p14:cNvPr>
                <p14:cNvContentPartPr/>
                <p14:nvPr/>
              </p14:nvContentPartPr>
              <p14:xfrm>
                <a:off x="472473" y="754495"/>
                <a:ext cx="11520" cy="3204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C22DB00D-8604-6671-780B-74A33FAD6A10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463833" y="745495"/>
                  <a:ext cx="29160" cy="49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C44D28C3-E638-728B-BB94-8DBF68FCCF8E}"/>
              </a:ext>
            </a:extLst>
          </p:cNvPr>
          <p:cNvGrpSpPr/>
          <p:nvPr/>
        </p:nvGrpSpPr>
        <p:grpSpPr>
          <a:xfrm>
            <a:off x="2090673" y="301975"/>
            <a:ext cx="1693800" cy="537480"/>
            <a:chOff x="2090673" y="301975"/>
            <a:chExt cx="1693800" cy="537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BC88E45C-D4E7-A4D8-7353-CB7408630D73}"/>
                    </a:ext>
                  </a:extLst>
                </p14:cNvPr>
                <p14:cNvContentPartPr/>
                <p14:nvPr/>
              </p14:nvContentPartPr>
              <p14:xfrm>
                <a:off x="2090673" y="346615"/>
                <a:ext cx="109080" cy="49284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BC88E45C-D4E7-A4D8-7353-CB7408630D73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2081673" y="337615"/>
                  <a:ext cx="126720" cy="51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BA82F100-1578-E996-BF13-1D1E9914A0D7}"/>
                    </a:ext>
                  </a:extLst>
                </p14:cNvPr>
                <p14:cNvContentPartPr/>
                <p14:nvPr/>
              </p14:nvContentPartPr>
              <p14:xfrm>
                <a:off x="2112273" y="301975"/>
                <a:ext cx="1134360" cy="43452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BA82F100-1578-E996-BF13-1D1E9914A0D7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2103633" y="293335"/>
                  <a:ext cx="1152000" cy="45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7467B5CE-B86A-6D7A-7400-EDA51DA22020}"/>
                    </a:ext>
                  </a:extLst>
                </p14:cNvPr>
                <p14:cNvContentPartPr/>
                <p14:nvPr/>
              </p14:nvContentPartPr>
              <p14:xfrm>
                <a:off x="3385233" y="492775"/>
                <a:ext cx="399240" cy="21096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7467B5CE-B86A-6D7A-7400-EDA51DA22020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3376593" y="484135"/>
                  <a:ext cx="416880" cy="228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BF37F836-645E-876F-45B2-566142AD29C4}"/>
              </a:ext>
            </a:extLst>
          </p:cNvPr>
          <p:cNvGrpSpPr/>
          <p:nvPr/>
        </p:nvGrpSpPr>
        <p:grpSpPr>
          <a:xfrm>
            <a:off x="4227633" y="341215"/>
            <a:ext cx="475920" cy="443880"/>
            <a:chOff x="4227633" y="341215"/>
            <a:chExt cx="475920" cy="443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6287798D-7437-939F-F93B-AF0149D88D6D}"/>
                    </a:ext>
                  </a:extLst>
                </p14:cNvPr>
                <p14:cNvContentPartPr/>
                <p14:nvPr/>
              </p14:nvContentPartPr>
              <p14:xfrm>
                <a:off x="4263273" y="341215"/>
                <a:ext cx="440280" cy="44388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6287798D-7437-939F-F93B-AF0149D88D6D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4254633" y="332575"/>
                  <a:ext cx="457920" cy="46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E52E2059-0FCE-DF8A-D1BE-ED26F91A0B7A}"/>
                    </a:ext>
                  </a:extLst>
                </p14:cNvPr>
                <p14:cNvContentPartPr/>
                <p14:nvPr/>
              </p14:nvContentPartPr>
              <p14:xfrm>
                <a:off x="4227633" y="457495"/>
                <a:ext cx="388440" cy="8352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E52E2059-0FCE-DF8A-D1BE-ED26F91A0B7A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4218993" y="448855"/>
                  <a:ext cx="406080" cy="101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E418E153-D3D0-4A4D-CC32-C4394B5AFBA5}"/>
              </a:ext>
            </a:extLst>
          </p:cNvPr>
          <p:cNvGrpSpPr/>
          <p:nvPr/>
        </p:nvGrpSpPr>
        <p:grpSpPr>
          <a:xfrm>
            <a:off x="5698233" y="271735"/>
            <a:ext cx="4762800" cy="1114920"/>
            <a:chOff x="5698233" y="271735"/>
            <a:chExt cx="4762800" cy="1114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632D2DB2-F308-5F04-3E3E-398F7FBC2F9E}"/>
                    </a:ext>
                  </a:extLst>
                </p14:cNvPr>
                <p14:cNvContentPartPr/>
                <p14:nvPr/>
              </p14:nvContentPartPr>
              <p14:xfrm>
                <a:off x="5698233" y="514015"/>
                <a:ext cx="328320" cy="22428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632D2DB2-F308-5F04-3E3E-398F7FBC2F9E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5689593" y="505015"/>
                  <a:ext cx="345960" cy="24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C2FD26FA-4D11-0732-1D96-CC99C62BEDD7}"/>
                    </a:ext>
                  </a:extLst>
                </p14:cNvPr>
                <p14:cNvContentPartPr/>
                <p14:nvPr/>
              </p14:nvContentPartPr>
              <p14:xfrm>
                <a:off x="6120873" y="543895"/>
                <a:ext cx="174960" cy="21924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C2FD26FA-4D11-0732-1D96-CC99C62BEDD7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6112233" y="534895"/>
                  <a:ext cx="192600" cy="23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5FECF91C-8229-071F-B062-C3ACE9C65BBC}"/>
                    </a:ext>
                  </a:extLst>
                </p14:cNvPr>
                <p14:cNvContentPartPr/>
                <p14:nvPr/>
              </p14:nvContentPartPr>
              <p14:xfrm>
                <a:off x="6350193" y="534895"/>
                <a:ext cx="146880" cy="19908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5FECF91C-8229-071F-B062-C3ACE9C65BBC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6341193" y="525895"/>
                  <a:ext cx="164520" cy="21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BCE905A3-6CBA-8E0B-84E9-3F4BC7F88FEE}"/>
                    </a:ext>
                  </a:extLst>
                </p14:cNvPr>
                <p14:cNvContentPartPr/>
                <p14:nvPr/>
              </p14:nvContentPartPr>
              <p14:xfrm>
                <a:off x="6524793" y="531655"/>
                <a:ext cx="365040" cy="21348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BCE905A3-6CBA-8E0B-84E9-3F4BC7F88FEE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6515793" y="522655"/>
                  <a:ext cx="382680" cy="23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A4EEB9BA-4198-485C-6EC8-9BAECBCAA626}"/>
                    </a:ext>
                  </a:extLst>
                </p14:cNvPr>
                <p14:cNvContentPartPr/>
                <p14:nvPr/>
              </p14:nvContentPartPr>
              <p14:xfrm>
                <a:off x="7031673" y="271735"/>
                <a:ext cx="541800" cy="47484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A4EEB9BA-4198-485C-6EC8-9BAECBCAA626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7022673" y="263095"/>
                  <a:ext cx="559440" cy="49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F71F7F3F-1988-DD08-3072-34C110CC31E4}"/>
                    </a:ext>
                  </a:extLst>
                </p14:cNvPr>
                <p14:cNvContentPartPr/>
                <p14:nvPr/>
              </p14:nvContentPartPr>
              <p14:xfrm>
                <a:off x="8055873" y="311335"/>
                <a:ext cx="230760" cy="107532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F71F7F3F-1988-DD08-3072-34C110CC31E4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8046873" y="302695"/>
                  <a:ext cx="248400" cy="109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807C268E-16CC-2DCF-6C44-904FFE1FF684}"/>
                    </a:ext>
                  </a:extLst>
                </p14:cNvPr>
                <p14:cNvContentPartPr/>
                <p14:nvPr/>
              </p14:nvContentPartPr>
              <p14:xfrm>
                <a:off x="8334153" y="524815"/>
                <a:ext cx="877680" cy="21168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807C268E-16CC-2DCF-6C44-904FFE1FF684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8325513" y="515815"/>
                  <a:ext cx="895320" cy="22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6E9D2ECD-66D8-CB7A-8D20-1A91EFDCFF33}"/>
                    </a:ext>
                  </a:extLst>
                </p14:cNvPr>
                <p14:cNvContentPartPr/>
                <p14:nvPr/>
              </p14:nvContentPartPr>
              <p14:xfrm>
                <a:off x="9565713" y="350575"/>
                <a:ext cx="895320" cy="43740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6E9D2ECD-66D8-CB7A-8D20-1A91EFDCFF33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9557073" y="341935"/>
                  <a:ext cx="912960" cy="45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A9619266-7327-D943-96D2-1BE9BA1C36A8}"/>
                    </a:ext>
                  </a:extLst>
                </p14:cNvPr>
                <p14:cNvContentPartPr/>
                <p14:nvPr/>
              </p14:nvContentPartPr>
              <p14:xfrm>
                <a:off x="9617913" y="456055"/>
                <a:ext cx="365040" cy="1224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A9619266-7327-D943-96D2-1BE9BA1C36A8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9609273" y="447415"/>
                  <a:ext cx="382680" cy="29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0D7DE80B-F475-3C49-F0CB-3ECBCF888293}"/>
              </a:ext>
            </a:extLst>
          </p:cNvPr>
          <p:cNvGrpSpPr/>
          <p:nvPr/>
        </p:nvGrpSpPr>
        <p:grpSpPr>
          <a:xfrm>
            <a:off x="1015353" y="931255"/>
            <a:ext cx="4102560" cy="1157040"/>
            <a:chOff x="1015353" y="931255"/>
            <a:chExt cx="4102560" cy="1157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76DFD1C9-EB11-AE47-0837-C01FDBB0BA4E}"/>
                    </a:ext>
                  </a:extLst>
                </p14:cNvPr>
                <p14:cNvContentPartPr/>
                <p14:nvPr/>
              </p14:nvContentPartPr>
              <p14:xfrm>
                <a:off x="1015353" y="931255"/>
                <a:ext cx="335520" cy="115704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76DFD1C9-EB11-AE47-0837-C01FDBB0BA4E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1006713" y="922255"/>
                  <a:ext cx="353160" cy="117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2225AF31-DC27-94CF-374F-55B0736B6C8B}"/>
                    </a:ext>
                  </a:extLst>
                </p14:cNvPr>
                <p14:cNvContentPartPr/>
                <p14:nvPr/>
              </p14:nvContentPartPr>
              <p14:xfrm>
                <a:off x="1303353" y="982375"/>
                <a:ext cx="587160" cy="48816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2225AF31-DC27-94CF-374F-55B0736B6C8B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1294713" y="973375"/>
                  <a:ext cx="604800" cy="50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13DED24F-C590-9D6F-7B4F-A9DD7B3E961F}"/>
                    </a:ext>
                  </a:extLst>
                </p14:cNvPr>
                <p14:cNvContentPartPr/>
                <p14:nvPr/>
              </p14:nvContentPartPr>
              <p14:xfrm>
                <a:off x="1921473" y="1272535"/>
                <a:ext cx="147240" cy="20844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13DED24F-C590-9D6F-7B4F-A9DD7B3E961F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1912473" y="1263535"/>
                  <a:ext cx="164880" cy="22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5343B692-C16A-BE2C-5CD2-D7CE2967C1BE}"/>
                    </a:ext>
                  </a:extLst>
                </p14:cNvPr>
                <p14:cNvContentPartPr/>
                <p14:nvPr/>
              </p14:nvContentPartPr>
              <p14:xfrm>
                <a:off x="2101113" y="1216735"/>
                <a:ext cx="886320" cy="69912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5343B692-C16A-BE2C-5CD2-D7CE2967C1BE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2092473" y="1208095"/>
                  <a:ext cx="903960" cy="71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EAF7179F-0BB0-E8A3-2970-22956F0217B7}"/>
                    </a:ext>
                  </a:extLst>
                </p14:cNvPr>
                <p14:cNvContentPartPr/>
                <p14:nvPr/>
              </p14:nvContentPartPr>
              <p14:xfrm>
                <a:off x="2489553" y="1075615"/>
                <a:ext cx="122760" cy="1260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EAF7179F-0BB0-E8A3-2970-22956F0217B7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2480553" y="1066615"/>
                  <a:ext cx="140400" cy="3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D6CB2FEA-7C0E-43DF-1156-7F8DCC7A7120}"/>
                    </a:ext>
                  </a:extLst>
                </p14:cNvPr>
                <p14:cNvContentPartPr/>
                <p14:nvPr/>
              </p14:nvContentPartPr>
              <p14:xfrm>
                <a:off x="3387753" y="1348855"/>
                <a:ext cx="479160" cy="16524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D6CB2FEA-7C0E-43DF-1156-7F8DCC7A7120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3378753" y="1340215"/>
                  <a:ext cx="496800" cy="18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31823084-BA09-8038-5E21-3296883914D9}"/>
                    </a:ext>
                  </a:extLst>
                </p14:cNvPr>
                <p14:cNvContentPartPr/>
                <p14:nvPr/>
              </p14:nvContentPartPr>
              <p14:xfrm>
                <a:off x="3862593" y="1114855"/>
                <a:ext cx="882000" cy="45216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31823084-BA09-8038-5E21-3296883914D9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3853593" y="1105855"/>
                  <a:ext cx="899640" cy="46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61A6804E-1A9C-16FE-88D6-6A605BF81B37}"/>
                    </a:ext>
                  </a:extLst>
                </p14:cNvPr>
                <p14:cNvContentPartPr/>
                <p14:nvPr/>
              </p14:nvContentPartPr>
              <p14:xfrm>
                <a:off x="4872753" y="1301695"/>
                <a:ext cx="245160" cy="23580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61A6804E-1A9C-16FE-88D6-6A605BF81B37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4863753" y="1293055"/>
                  <a:ext cx="262800" cy="25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F3BA4F06-2846-AA46-2920-6D565A482AB3}"/>
                    </a:ext>
                  </a:extLst>
                </p14:cNvPr>
                <p14:cNvContentPartPr/>
                <p14:nvPr/>
              </p14:nvContentPartPr>
              <p14:xfrm>
                <a:off x="4765473" y="1117015"/>
                <a:ext cx="123480" cy="5112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F3BA4F06-2846-AA46-2920-6D565A482AB3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4756473" y="1108375"/>
                  <a:ext cx="141120" cy="6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C7F7FEB9-8584-D3ED-11E3-5A23033A280F}"/>
                    </a:ext>
                  </a:extLst>
                </p14:cNvPr>
                <p14:cNvContentPartPr/>
                <p14:nvPr/>
              </p14:nvContentPartPr>
              <p14:xfrm>
                <a:off x="3945393" y="1108735"/>
                <a:ext cx="535680" cy="4968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C7F7FEB9-8584-D3ED-11E3-5A23033A280F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3936393" y="1100095"/>
                  <a:ext cx="553320" cy="67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92275856-1EA3-E188-7D74-D4465D069787}"/>
              </a:ext>
            </a:extLst>
          </p:cNvPr>
          <p:cNvGrpSpPr/>
          <p:nvPr/>
        </p:nvGrpSpPr>
        <p:grpSpPr>
          <a:xfrm>
            <a:off x="791073" y="2424895"/>
            <a:ext cx="694800" cy="561600"/>
            <a:chOff x="791073" y="2424895"/>
            <a:chExt cx="694800" cy="561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7DA25030-DFE1-7046-96AE-D94A511965D6}"/>
                    </a:ext>
                  </a:extLst>
                </p14:cNvPr>
                <p14:cNvContentPartPr/>
                <p14:nvPr/>
              </p14:nvContentPartPr>
              <p14:xfrm>
                <a:off x="791073" y="2424895"/>
                <a:ext cx="321480" cy="56160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7DA25030-DFE1-7046-96AE-D94A511965D6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782433" y="2416255"/>
                  <a:ext cx="339120" cy="57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81E6B6F4-7540-AFFB-8DEF-181FDE3958DD}"/>
                    </a:ext>
                  </a:extLst>
                </p14:cNvPr>
                <p14:cNvContentPartPr/>
                <p14:nvPr/>
              </p14:nvContentPartPr>
              <p14:xfrm>
                <a:off x="848673" y="2720095"/>
                <a:ext cx="205200" cy="4932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81E6B6F4-7540-AFFB-8DEF-181FDE3958DD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840033" y="2711095"/>
                  <a:ext cx="222840" cy="6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ECB596B1-623E-89EA-8D5C-6F257F1403E0}"/>
                    </a:ext>
                  </a:extLst>
                </p14:cNvPr>
                <p14:cNvContentPartPr/>
                <p14:nvPr/>
              </p14:nvContentPartPr>
              <p14:xfrm>
                <a:off x="1288953" y="2690935"/>
                <a:ext cx="196920" cy="15228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ECB596B1-623E-89EA-8D5C-6F257F1403E0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1279953" y="2681935"/>
                  <a:ext cx="214560" cy="169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FBAA09DF-2FA4-659E-81CD-FDB4FA21D5A3}"/>
              </a:ext>
            </a:extLst>
          </p:cNvPr>
          <p:cNvGrpSpPr/>
          <p:nvPr/>
        </p:nvGrpSpPr>
        <p:grpSpPr>
          <a:xfrm>
            <a:off x="2085993" y="2269015"/>
            <a:ext cx="588960" cy="2011320"/>
            <a:chOff x="2085993" y="2269015"/>
            <a:chExt cx="588960" cy="2011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5C659FF8-5AA4-DB1B-B02D-E23F6DB86B4F}"/>
                    </a:ext>
                  </a:extLst>
                </p14:cNvPr>
                <p14:cNvContentPartPr/>
                <p14:nvPr/>
              </p14:nvContentPartPr>
              <p14:xfrm>
                <a:off x="2085993" y="2269015"/>
                <a:ext cx="520920" cy="201132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5C659FF8-5AA4-DB1B-B02D-E23F6DB86B4F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2076993" y="2260015"/>
                  <a:ext cx="538560" cy="202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1015E120-1895-0004-3244-3C72906CDC2C}"/>
                    </a:ext>
                  </a:extLst>
                </p14:cNvPr>
                <p14:cNvContentPartPr/>
                <p14:nvPr/>
              </p14:nvContentPartPr>
              <p14:xfrm>
                <a:off x="2644713" y="2467375"/>
                <a:ext cx="30240" cy="23328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1015E120-1895-0004-3244-3C72906CDC2C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2636073" y="2458735"/>
                  <a:ext cx="47880" cy="2509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64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42ADA226-2270-D053-1002-872F295CAFC1}"/>
                  </a:ext>
                </a:extLst>
              </p14:cNvPr>
              <p14:cNvContentPartPr/>
              <p14:nvPr/>
            </p14:nvContentPartPr>
            <p14:xfrm>
              <a:off x="3286593" y="2480695"/>
              <a:ext cx="260640" cy="178560"/>
            </p14:xfrm>
          </p:contentPart>
        </mc:Choice>
        <mc:Fallback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42ADA226-2270-D053-1002-872F295CAFC1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3277953" y="2471695"/>
                <a:ext cx="278280" cy="196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6">
            <p14:nvContentPartPr>
              <p14:cNvPr id="43" name="Ink 42">
                <a:extLst>
                  <a:ext uri="{FF2B5EF4-FFF2-40B4-BE49-F238E27FC236}">
                    <a16:creationId xmlns:a16="http://schemas.microsoft.com/office/drawing/2014/main" id="{3048EDD0-BD70-2D57-2437-CD78349EFA00}"/>
                  </a:ext>
                </a:extLst>
              </p14:cNvPr>
              <p14:cNvContentPartPr/>
              <p14:nvPr/>
            </p14:nvContentPartPr>
            <p14:xfrm>
              <a:off x="2455353" y="3117175"/>
              <a:ext cx="358560" cy="182880"/>
            </p14:xfrm>
          </p:contentPart>
        </mc:Choice>
        <mc:Fallback>
          <p:pic>
            <p:nvPicPr>
              <p:cNvPr id="43" name="Ink 42">
                <a:extLst>
                  <a:ext uri="{FF2B5EF4-FFF2-40B4-BE49-F238E27FC236}">
                    <a16:creationId xmlns:a16="http://schemas.microsoft.com/office/drawing/2014/main" id="{3048EDD0-BD70-2D57-2437-CD78349EFA00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2446713" y="3108535"/>
                <a:ext cx="376200" cy="200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8">
            <p14:nvContentPartPr>
              <p14:cNvPr id="44" name="Ink 43">
                <a:extLst>
                  <a:ext uri="{FF2B5EF4-FFF2-40B4-BE49-F238E27FC236}">
                    <a16:creationId xmlns:a16="http://schemas.microsoft.com/office/drawing/2014/main" id="{51F5CDD5-EF30-19A1-2AEB-1C02E893935D}"/>
                  </a:ext>
                </a:extLst>
              </p14:cNvPr>
              <p14:cNvContentPartPr/>
              <p14:nvPr/>
            </p14:nvContentPartPr>
            <p14:xfrm>
              <a:off x="3439953" y="3053095"/>
              <a:ext cx="47160" cy="237600"/>
            </p14:xfrm>
          </p:contentPart>
        </mc:Choice>
        <mc:Fallback>
          <p:pic>
            <p:nvPicPr>
              <p:cNvPr id="44" name="Ink 43">
                <a:extLst>
                  <a:ext uri="{FF2B5EF4-FFF2-40B4-BE49-F238E27FC236}">
                    <a16:creationId xmlns:a16="http://schemas.microsoft.com/office/drawing/2014/main" id="{51F5CDD5-EF30-19A1-2AEB-1C02E893935D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3430953" y="3044095"/>
                <a:ext cx="64800" cy="255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0">
            <p14:nvContentPartPr>
              <p14:cNvPr id="47" name="Ink 46">
                <a:extLst>
                  <a:ext uri="{FF2B5EF4-FFF2-40B4-BE49-F238E27FC236}">
                    <a16:creationId xmlns:a16="http://schemas.microsoft.com/office/drawing/2014/main" id="{E2882DC1-E0E7-A960-0642-6C5522F20D3B}"/>
                  </a:ext>
                </a:extLst>
              </p14:cNvPr>
              <p14:cNvContentPartPr/>
              <p14:nvPr/>
            </p14:nvContentPartPr>
            <p14:xfrm>
              <a:off x="2406393" y="3676975"/>
              <a:ext cx="226080" cy="291960"/>
            </p14:xfrm>
          </p:contentPart>
        </mc:Choice>
        <mc:Fallback>
          <p:pic>
            <p:nvPicPr>
              <p:cNvPr id="47" name="Ink 46">
                <a:extLst>
                  <a:ext uri="{FF2B5EF4-FFF2-40B4-BE49-F238E27FC236}">
                    <a16:creationId xmlns:a16="http://schemas.microsoft.com/office/drawing/2014/main" id="{E2882DC1-E0E7-A960-0642-6C5522F20D3B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2397393" y="3668335"/>
                <a:ext cx="243720" cy="309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2">
            <p14:nvContentPartPr>
              <p14:cNvPr id="48" name="Ink 47">
                <a:extLst>
                  <a:ext uri="{FF2B5EF4-FFF2-40B4-BE49-F238E27FC236}">
                    <a16:creationId xmlns:a16="http://schemas.microsoft.com/office/drawing/2014/main" id="{86462608-A5A2-C44F-FD0B-35A518034F5F}"/>
                  </a:ext>
                </a:extLst>
              </p14:cNvPr>
              <p14:cNvContentPartPr/>
              <p14:nvPr/>
            </p14:nvContentPartPr>
            <p14:xfrm>
              <a:off x="3434553" y="3674815"/>
              <a:ext cx="218160" cy="206640"/>
            </p14:xfrm>
          </p:contentPart>
        </mc:Choice>
        <mc:Fallback>
          <p:pic>
            <p:nvPicPr>
              <p:cNvPr id="48" name="Ink 47">
                <a:extLst>
                  <a:ext uri="{FF2B5EF4-FFF2-40B4-BE49-F238E27FC236}">
                    <a16:creationId xmlns:a16="http://schemas.microsoft.com/office/drawing/2014/main" id="{86462608-A5A2-C44F-FD0B-35A518034F5F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3425553" y="3666175"/>
                <a:ext cx="235800" cy="224280"/>
              </a:xfrm>
              <a:prstGeom prst="rect">
                <a:avLst/>
              </a:prstGeom>
            </p:spPr>
          </p:pic>
        </mc:Fallback>
      </mc:AlternateContent>
      <p:grpSp>
        <p:nvGrpSpPr>
          <p:cNvPr id="55" name="Group 54">
            <a:extLst>
              <a:ext uri="{FF2B5EF4-FFF2-40B4-BE49-F238E27FC236}">
                <a16:creationId xmlns:a16="http://schemas.microsoft.com/office/drawing/2014/main" id="{6ECB60E9-CC26-1A65-C0AA-9A7D4AA7AC4F}"/>
              </a:ext>
            </a:extLst>
          </p:cNvPr>
          <p:cNvGrpSpPr/>
          <p:nvPr/>
        </p:nvGrpSpPr>
        <p:grpSpPr>
          <a:xfrm>
            <a:off x="4000833" y="2198455"/>
            <a:ext cx="1447920" cy="1837080"/>
            <a:chOff x="4000833" y="2198455"/>
            <a:chExt cx="1447920" cy="1837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B3298FFF-E67C-91EF-7B7E-BA5FDAE11E6A}"/>
                    </a:ext>
                  </a:extLst>
                </p14:cNvPr>
                <p14:cNvContentPartPr/>
                <p14:nvPr/>
              </p14:nvContentPartPr>
              <p14:xfrm>
                <a:off x="4108113" y="2407255"/>
                <a:ext cx="176760" cy="23652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B3298FFF-E67C-91EF-7B7E-BA5FDAE11E6A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4099473" y="2398615"/>
                  <a:ext cx="194400" cy="25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7280793A-0E4A-0825-0CCA-A560F4FF7B8E}"/>
                    </a:ext>
                  </a:extLst>
                </p14:cNvPr>
                <p14:cNvContentPartPr/>
                <p14:nvPr/>
              </p14:nvContentPartPr>
              <p14:xfrm>
                <a:off x="4718313" y="2311135"/>
                <a:ext cx="185760" cy="34056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7280793A-0E4A-0825-0CCA-A560F4FF7B8E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4709313" y="2302135"/>
                  <a:ext cx="203400" cy="35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193314F2-6AA7-FC38-A1B0-8B8E3B7DB4FA}"/>
                    </a:ext>
                  </a:extLst>
                </p14:cNvPr>
                <p14:cNvContentPartPr/>
                <p14:nvPr/>
              </p14:nvContentPartPr>
              <p14:xfrm>
                <a:off x="4074273" y="3068575"/>
                <a:ext cx="152640" cy="26568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193314F2-6AA7-FC38-A1B0-8B8E3B7DB4FA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4065633" y="3059935"/>
                  <a:ext cx="170280" cy="28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8D6B9A15-C41F-B94E-E0FC-7C9AD42F886E}"/>
                    </a:ext>
                  </a:extLst>
                </p14:cNvPr>
                <p14:cNvContentPartPr/>
                <p14:nvPr/>
              </p14:nvContentPartPr>
              <p14:xfrm>
                <a:off x="4648833" y="2958415"/>
                <a:ext cx="313200" cy="26928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8D6B9A15-C41F-B94E-E0FC-7C9AD42F886E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4640193" y="2949415"/>
                  <a:ext cx="330840" cy="28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5350BAFB-6581-D926-E64B-7285E37899CD}"/>
                    </a:ext>
                  </a:extLst>
                </p14:cNvPr>
                <p14:cNvContentPartPr/>
                <p14:nvPr/>
              </p14:nvContentPartPr>
              <p14:xfrm>
                <a:off x="4052673" y="3590575"/>
                <a:ext cx="124560" cy="2772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5350BAFB-6581-D926-E64B-7285E37899CD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4044033" y="3581575"/>
                  <a:ext cx="142200" cy="4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1F1571C5-5CDC-12CE-0760-EA47706A430A}"/>
                    </a:ext>
                  </a:extLst>
                </p14:cNvPr>
                <p14:cNvContentPartPr/>
                <p14:nvPr/>
              </p14:nvContentPartPr>
              <p14:xfrm>
                <a:off x="4000833" y="3615775"/>
                <a:ext cx="180720" cy="26964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1F1571C5-5CDC-12CE-0760-EA47706A430A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3991833" y="3607135"/>
                  <a:ext cx="198360" cy="28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5DC9601E-C3F2-45FE-F338-7D19E14A60F6}"/>
                    </a:ext>
                  </a:extLst>
                </p14:cNvPr>
                <p14:cNvContentPartPr/>
                <p14:nvPr/>
              </p14:nvContentPartPr>
              <p14:xfrm>
                <a:off x="4564593" y="3689575"/>
                <a:ext cx="131040" cy="3564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5DC9601E-C3F2-45FE-F338-7D19E14A60F6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4555593" y="3680575"/>
                  <a:ext cx="148680" cy="5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A310EC7F-D986-B763-9BCA-BFF1464E2201}"/>
                    </a:ext>
                  </a:extLst>
                </p14:cNvPr>
                <p14:cNvContentPartPr/>
                <p14:nvPr/>
              </p14:nvContentPartPr>
              <p14:xfrm>
                <a:off x="4809033" y="3583375"/>
                <a:ext cx="18720" cy="23940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A310EC7F-D986-B763-9BCA-BFF1464E2201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4800033" y="3574735"/>
                  <a:ext cx="36360" cy="25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FBB676DD-F6C7-7DFF-97AE-ADC317595CB3}"/>
                    </a:ext>
                  </a:extLst>
                </p14:cNvPr>
                <p14:cNvContentPartPr/>
                <p14:nvPr/>
              </p14:nvContentPartPr>
              <p14:xfrm>
                <a:off x="5005593" y="3594535"/>
                <a:ext cx="153360" cy="16416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FBB676DD-F6C7-7DFF-97AE-ADC317595CB3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4996953" y="3585895"/>
                  <a:ext cx="171000" cy="18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1BD01F34-1258-16CD-C985-3DA996976BDF}"/>
                    </a:ext>
                  </a:extLst>
                </p14:cNvPr>
                <p14:cNvContentPartPr/>
                <p14:nvPr/>
              </p14:nvContentPartPr>
              <p14:xfrm>
                <a:off x="5186673" y="2198455"/>
                <a:ext cx="262080" cy="183708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1BD01F34-1258-16CD-C985-3DA996976BDF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5178033" y="2189455"/>
                  <a:ext cx="279720" cy="18547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94">
            <p14:nvContentPartPr>
              <p14:cNvPr id="56" name="Ink 55">
                <a:extLst>
                  <a:ext uri="{FF2B5EF4-FFF2-40B4-BE49-F238E27FC236}">
                    <a16:creationId xmlns:a16="http://schemas.microsoft.com/office/drawing/2014/main" id="{8BE8C3E3-CBA7-72D5-81F7-64E62763C9D6}"/>
                  </a:ext>
                </a:extLst>
              </p14:cNvPr>
              <p14:cNvContentPartPr/>
              <p14:nvPr/>
            </p14:nvContentPartPr>
            <p14:xfrm>
              <a:off x="2863233" y="3183775"/>
              <a:ext cx="68040" cy="671760"/>
            </p14:xfrm>
          </p:contentPart>
        </mc:Choice>
        <mc:Fallback>
          <p:pic>
            <p:nvPicPr>
              <p:cNvPr id="56" name="Ink 55">
                <a:extLst>
                  <a:ext uri="{FF2B5EF4-FFF2-40B4-BE49-F238E27FC236}">
                    <a16:creationId xmlns:a16="http://schemas.microsoft.com/office/drawing/2014/main" id="{8BE8C3E3-CBA7-72D5-81F7-64E62763C9D6}"/>
                  </a:ext>
                </a:extLst>
              </p:cNvPr>
              <p:cNvPicPr/>
              <p:nvPr/>
            </p:nvPicPr>
            <p:blipFill>
              <a:blip r:embed="rId95"/>
              <a:stretch>
                <a:fillRect/>
              </a:stretch>
            </p:blipFill>
            <p:spPr>
              <a:xfrm>
                <a:off x="2854593" y="3174775"/>
                <a:ext cx="85680" cy="689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6">
            <p14:nvContentPartPr>
              <p14:cNvPr id="60" name="Ink 59">
                <a:extLst>
                  <a:ext uri="{FF2B5EF4-FFF2-40B4-BE49-F238E27FC236}">
                    <a16:creationId xmlns:a16="http://schemas.microsoft.com/office/drawing/2014/main" id="{930BC5FC-DD0D-3ADD-6A68-0D502E2ACC98}"/>
                  </a:ext>
                </a:extLst>
              </p14:cNvPr>
              <p14:cNvContentPartPr/>
              <p14:nvPr/>
            </p14:nvContentPartPr>
            <p14:xfrm>
              <a:off x="435393" y="4781815"/>
              <a:ext cx="59400" cy="376920"/>
            </p14:xfrm>
          </p:contentPart>
        </mc:Choice>
        <mc:Fallback>
          <p:pic>
            <p:nvPicPr>
              <p:cNvPr id="60" name="Ink 59">
                <a:extLst>
                  <a:ext uri="{FF2B5EF4-FFF2-40B4-BE49-F238E27FC236}">
                    <a16:creationId xmlns:a16="http://schemas.microsoft.com/office/drawing/2014/main" id="{930BC5FC-DD0D-3ADD-6A68-0D502E2ACC98}"/>
                  </a:ext>
                </a:extLst>
              </p:cNvPr>
              <p:cNvPicPr/>
              <p:nvPr/>
            </p:nvPicPr>
            <p:blipFill>
              <a:blip r:embed="rId97"/>
              <a:stretch>
                <a:fillRect/>
              </a:stretch>
            </p:blipFill>
            <p:spPr>
              <a:xfrm>
                <a:off x="426753" y="4773175"/>
                <a:ext cx="77040" cy="394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8">
            <p14:nvContentPartPr>
              <p14:cNvPr id="61" name="Ink 60">
                <a:extLst>
                  <a:ext uri="{FF2B5EF4-FFF2-40B4-BE49-F238E27FC236}">
                    <a16:creationId xmlns:a16="http://schemas.microsoft.com/office/drawing/2014/main" id="{278FBD18-4026-6FE6-4195-A5EFC2EA7969}"/>
                  </a:ext>
                </a:extLst>
              </p14:cNvPr>
              <p14:cNvContentPartPr/>
              <p14:nvPr/>
            </p14:nvContentPartPr>
            <p14:xfrm>
              <a:off x="463473" y="4726375"/>
              <a:ext cx="204480" cy="412200"/>
            </p14:xfrm>
          </p:contentPart>
        </mc:Choice>
        <mc:Fallback>
          <p:pic>
            <p:nvPicPr>
              <p:cNvPr id="61" name="Ink 60">
                <a:extLst>
                  <a:ext uri="{FF2B5EF4-FFF2-40B4-BE49-F238E27FC236}">
                    <a16:creationId xmlns:a16="http://schemas.microsoft.com/office/drawing/2014/main" id="{278FBD18-4026-6FE6-4195-A5EFC2EA7969}"/>
                  </a:ext>
                </a:extLst>
              </p:cNvPr>
              <p:cNvPicPr/>
              <p:nvPr/>
            </p:nvPicPr>
            <p:blipFill>
              <a:blip r:embed="rId99"/>
              <a:stretch>
                <a:fillRect/>
              </a:stretch>
            </p:blipFill>
            <p:spPr>
              <a:xfrm>
                <a:off x="454833" y="4717735"/>
                <a:ext cx="222120" cy="429840"/>
              </a:xfrm>
              <a:prstGeom prst="rect">
                <a:avLst/>
              </a:prstGeom>
            </p:spPr>
          </p:pic>
        </mc:Fallback>
      </mc:AlternateContent>
      <p:grpSp>
        <p:nvGrpSpPr>
          <p:cNvPr id="84" name="Group 83">
            <a:extLst>
              <a:ext uri="{FF2B5EF4-FFF2-40B4-BE49-F238E27FC236}">
                <a16:creationId xmlns:a16="http://schemas.microsoft.com/office/drawing/2014/main" id="{721E30CB-CC12-3642-7061-C6CEEBD7BE34}"/>
              </a:ext>
            </a:extLst>
          </p:cNvPr>
          <p:cNvGrpSpPr/>
          <p:nvPr/>
        </p:nvGrpSpPr>
        <p:grpSpPr>
          <a:xfrm>
            <a:off x="728073" y="4920055"/>
            <a:ext cx="592560" cy="443160"/>
            <a:chOff x="728073" y="4920055"/>
            <a:chExt cx="592560" cy="443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43F5E5DB-9A0C-4DB2-E73B-B35F0F2981F8}"/>
                    </a:ext>
                  </a:extLst>
                </p14:cNvPr>
                <p14:cNvContentPartPr/>
                <p14:nvPr/>
              </p14:nvContentPartPr>
              <p14:xfrm>
                <a:off x="728073" y="5116255"/>
                <a:ext cx="216000" cy="24696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43F5E5DB-9A0C-4DB2-E73B-B35F0F2981F8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719073" y="5107615"/>
                  <a:ext cx="233640" cy="26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4780C74A-7CC3-79D8-698C-77854630F781}"/>
                    </a:ext>
                  </a:extLst>
                </p14:cNvPr>
                <p14:cNvContentPartPr/>
                <p14:nvPr/>
              </p14:nvContentPartPr>
              <p14:xfrm>
                <a:off x="1072233" y="4920055"/>
                <a:ext cx="248400" cy="27864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4780C74A-7CC3-79D8-698C-77854630F781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1063233" y="4911055"/>
                  <a:ext cx="266040" cy="296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3" name="Group 82">
            <a:extLst>
              <a:ext uri="{FF2B5EF4-FFF2-40B4-BE49-F238E27FC236}">
                <a16:creationId xmlns:a16="http://schemas.microsoft.com/office/drawing/2014/main" id="{F14E1471-BE56-98AA-3A97-BDB96F8BE57B}"/>
              </a:ext>
            </a:extLst>
          </p:cNvPr>
          <p:cNvGrpSpPr/>
          <p:nvPr/>
        </p:nvGrpSpPr>
        <p:grpSpPr>
          <a:xfrm>
            <a:off x="1645713" y="4839415"/>
            <a:ext cx="866160" cy="480600"/>
            <a:chOff x="1645713" y="4839415"/>
            <a:chExt cx="866160" cy="480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C0C37EDD-F6EC-0AE9-72DE-CA6EEA02B1B6}"/>
                    </a:ext>
                  </a:extLst>
                </p14:cNvPr>
                <p14:cNvContentPartPr/>
                <p14:nvPr/>
              </p14:nvContentPartPr>
              <p14:xfrm>
                <a:off x="1668753" y="4933735"/>
                <a:ext cx="76320" cy="34884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C0C37EDD-F6EC-0AE9-72DE-CA6EEA02B1B6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1659753" y="4925095"/>
                  <a:ext cx="93960" cy="36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A63CF128-FCC6-B531-93A1-F1DE1CFED9E9}"/>
                    </a:ext>
                  </a:extLst>
                </p14:cNvPr>
                <p14:cNvContentPartPr/>
                <p14:nvPr/>
              </p14:nvContentPartPr>
              <p14:xfrm>
                <a:off x="1645713" y="4839415"/>
                <a:ext cx="229320" cy="40320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A63CF128-FCC6-B531-93A1-F1DE1CFED9E9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1636713" y="4830415"/>
                  <a:ext cx="246960" cy="42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10760B3C-6C63-E744-C56B-70A1842A6FC2}"/>
                    </a:ext>
                  </a:extLst>
                </p14:cNvPr>
                <p14:cNvContentPartPr/>
                <p14:nvPr/>
              </p14:nvContentPartPr>
              <p14:xfrm>
                <a:off x="1924713" y="5115175"/>
                <a:ext cx="215640" cy="20484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10760B3C-6C63-E744-C56B-70A1842A6FC2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1915713" y="5106175"/>
                  <a:ext cx="233280" cy="22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9D3BD474-09C6-1DAE-0C9F-F921EE987DA6}"/>
                    </a:ext>
                  </a:extLst>
                </p14:cNvPr>
                <p14:cNvContentPartPr/>
                <p14:nvPr/>
              </p14:nvContentPartPr>
              <p14:xfrm>
                <a:off x="2306673" y="4976215"/>
                <a:ext cx="205200" cy="6912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9D3BD474-09C6-1DAE-0C9F-F921EE987DA6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2297673" y="4967215"/>
                  <a:ext cx="222840" cy="86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7" name="Group 96">
            <a:extLst>
              <a:ext uri="{FF2B5EF4-FFF2-40B4-BE49-F238E27FC236}">
                <a16:creationId xmlns:a16="http://schemas.microsoft.com/office/drawing/2014/main" id="{548472F1-F508-A0EF-5BEB-798764A68C53}"/>
              </a:ext>
            </a:extLst>
          </p:cNvPr>
          <p:cNvGrpSpPr/>
          <p:nvPr/>
        </p:nvGrpSpPr>
        <p:grpSpPr>
          <a:xfrm>
            <a:off x="2633553" y="4837255"/>
            <a:ext cx="762120" cy="545040"/>
            <a:chOff x="2633553" y="4837255"/>
            <a:chExt cx="762120" cy="545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D91B43CD-E2C8-BA50-99B8-FCFD0B88C17E}"/>
                    </a:ext>
                  </a:extLst>
                </p14:cNvPr>
                <p14:cNvContentPartPr/>
                <p14:nvPr/>
              </p14:nvContentPartPr>
              <p14:xfrm>
                <a:off x="2633553" y="4837255"/>
                <a:ext cx="183240" cy="35460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D91B43CD-E2C8-BA50-99B8-FCFD0B88C17E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2624913" y="4828615"/>
                  <a:ext cx="200880" cy="37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7372412A-7CD8-CA88-69AD-18630FE93D06}"/>
                    </a:ext>
                  </a:extLst>
                </p14:cNvPr>
                <p14:cNvContentPartPr/>
                <p14:nvPr/>
              </p14:nvContentPartPr>
              <p14:xfrm>
                <a:off x="2885913" y="4847695"/>
                <a:ext cx="276480" cy="34848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7372412A-7CD8-CA88-69AD-18630FE93D06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2876913" y="4839055"/>
                  <a:ext cx="294120" cy="36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84E8E888-EEE7-47C4-B442-619AA17C4835}"/>
                    </a:ext>
                  </a:extLst>
                </p14:cNvPr>
                <p14:cNvContentPartPr/>
                <p14:nvPr/>
              </p14:nvContentPartPr>
              <p14:xfrm>
                <a:off x="3367233" y="5066215"/>
                <a:ext cx="28440" cy="31608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84E8E888-EEE7-47C4-B442-619AA17C4835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3358233" y="5057215"/>
                  <a:ext cx="46080" cy="333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6" name="Group 95">
            <a:extLst>
              <a:ext uri="{FF2B5EF4-FFF2-40B4-BE49-F238E27FC236}">
                <a16:creationId xmlns:a16="http://schemas.microsoft.com/office/drawing/2014/main" id="{48D5DBDB-FC0D-33A5-4F60-3559B980DF70}"/>
              </a:ext>
            </a:extLst>
          </p:cNvPr>
          <p:cNvGrpSpPr/>
          <p:nvPr/>
        </p:nvGrpSpPr>
        <p:grpSpPr>
          <a:xfrm>
            <a:off x="291033" y="5790895"/>
            <a:ext cx="883800" cy="532440"/>
            <a:chOff x="291033" y="5790895"/>
            <a:chExt cx="883800" cy="532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19EFE481-8A74-40CB-E3F9-C293720FC2EC}"/>
                    </a:ext>
                  </a:extLst>
                </p14:cNvPr>
                <p14:cNvContentPartPr/>
                <p14:nvPr/>
              </p14:nvContentPartPr>
              <p14:xfrm>
                <a:off x="291033" y="5790895"/>
                <a:ext cx="253080" cy="38916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19EFE481-8A74-40CB-E3F9-C293720FC2EC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282033" y="5782255"/>
                  <a:ext cx="270720" cy="40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11A02E2E-B4CE-5DE9-A4EA-A73A507289C9}"/>
                    </a:ext>
                  </a:extLst>
                </p14:cNvPr>
                <p14:cNvContentPartPr/>
                <p14:nvPr/>
              </p14:nvContentPartPr>
              <p14:xfrm>
                <a:off x="669033" y="6054055"/>
                <a:ext cx="138960" cy="26928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11A02E2E-B4CE-5DE9-A4EA-A73A507289C9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660033" y="6045415"/>
                  <a:ext cx="156600" cy="28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31E6842D-C11C-E695-9A90-B22B5212A680}"/>
                    </a:ext>
                  </a:extLst>
                </p14:cNvPr>
                <p14:cNvContentPartPr/>
                <p14:nvPr/>
              </p14:nvContentPartPr>
              <p14:xfrm>
                <a:off x="906273" y="5871535"/>
                <a:ext cx="268560" cy="26208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31E6842D-C11C-E695-9A90-B22B5212A680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897273" y="5862895"/>
                  <a:ext cx="286200" cy="279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7" name="Group 106">
            <a:extLst>
              <a:ext uri="{FF2B5EF4-FFF2-40B4-BE49-F238E27FC236}">
                <a16:creationId xmlns:a16="http://schemas.microsoft.com/office/drawing/2014/main" id="{0EB0FB93-084F-23FE-B627-9C98F2A858DE}"/>
              </a:ext>
            </a:extLst>
          </p:cNvPr>
          <p:cNvGrpSpPr/>
          <p:nvPr/>
        </p:nvGrpSpPr>
        <p:grpSpPr>
          <a:xfrm>
            <a:off x="1484793" y="5783335"/>
            <a:ext cx="1915200" cy="625320"/>
            <a:chOff x="1484793" y="5783335"/>
            <a:chExt cx="1915200" cy="625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2D171722-ABB8-9913-5457-F53F2E58C26A}"/>
                    </a:ext>
                  </a:extLst>
                </p14:cNvPr>
                <p14:cNvContentPartPr/>
                <p14:nvPr/>
              </p14:nvContentPartPr>
              <p14:xfrm>
                <a:off x="1484793" y="5807095"/>
                <a:ext cx="959760" cy="52272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2D171722-ABB8-9913-5457-F53F2E58C26A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1475793" y="5798455"/>
                  <a:ext cx="977400" cy="54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2E5541D8-471E-CD9B-5D33-9E2CD7DE66B1}"/>
                    </a:ext>
                  </a:extLst>
                </p14:cNvPr>
                <p14:cNvContentPartPr/>
                <p14:nvPr/>
              </p14:nvContentPartPr>
              <p14:xfrm>
                <a:off x="2594673" y="5783335"/>
                <a:ext cx="272160" cy="27720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2E5541D8-471E-CD9B-5D33-9E2CD7DE66B1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2585673" y="5774335"/>
                  <a:ext cx="289800" cy="29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D1BDFDB8-334E-C833-A8C6-4F1EEE36B684}"/>
                    </a:ext>
                  </a:extLst>
                </p14:cNvPr>
                <p14:cNvContentPartPr/>
                <p14:nvPr/>
              </p14:nvContentPartPr>
              <p14:xfrm>
                <a:off x="2591433" y="6054055"/>
                <a:ext cx="277200" cy="215640"/>
              </p14:xfrm>
            </p:contentPart>
          </mc:Choice>
          <mc:Fallback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D1BDFDB8-334E-C833-A8C6-4F1EEE36B684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2582793" y="6045415"/>
                  <a:ext cx="294840" cy="23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DEEE5EA1-8495-FA75-58CB-23283C55CA71}"/>
                    </a:ext>
                  </a:extLst>
                </p14:cNvPr>
                <p14:cNvContentPartPr/>
                <p14:nvPr/>
              </p14:nvContentPartPr>
              <p14:xfrm>
                <a:off x="2997153" y="5814295"/>
                <a:ext cx="221400" cy="50508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DEEE5EA1-8495-FA75-58CB-23283C55CA71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2988513" y="5805655"/>
                  <a:ext cx="239040" cy="52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8C61041E-F02E-D5F5-C443-6241139D32A6}"/>
                    </a:ext>
                  </a:extLst>
                </p14:cNvPr>
                <p14:cNvContentPartPr/>
                <p14:nvPr/>
              </p14:nvContentPartPr>
              <p14:xfrm>
                <a:off x="3352833" y="6147655"/>
                <a:ext cx="47160" cy="261000"/>
              </p14:xfrm>
            </p:contentPart>
          </mc:Choice>
          <mc:Fallback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8C61041E-F02E-D5F5-C443-6241139D32A6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3343833" y="6139015"/>
                  <a:ext cx="64800" cy="278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6" name="Group 105">
            <a:extLst>
              <a:ext uri="{FF2B5EF4-FFF2-40B4-BE49-F238E27FC236}">
                <a16:creationId xmlns:a16="http://schemas.microsoft.com/office/drawing/2014/main" id="{A10D075B-9BA2-1FE6-0039-9259FAA9FF9B}"/>
              </a:ext>
            </a:extLst>
          </p:cNvPr>
          <p:cNvGrpSpPr/>
          <p:nvPr/>
        </p:nvGrpSpPr>
        <p:grpSpPr>
          <a:xfrm>
            <a:off x="3864753" y="4335055"/>
            <a:ext cx="1221480" cy="2813400"/>
            <a:chOff x="3864753" y="4335055"/>
            <a:chExt cx="1221480" cy="2813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C01A8AD6-11F6-33AF-4AD6-1832D1EB52DA}"/>
                    </a:ext>
                  </a:extLst>
                </p14:cNvPr>
                <p14:cNvContentPartPr/>
                <p14:nvPr/>
              </p14:nvContentPartPr>
              <p14:xfrm>
                <a:off x="3864753" y="4335055"/>
                <a:ext cx="654120" cy="2813400"/>
              </p14:xfrm>
            </p:contentPart>
          </mc:Choice>
          <mc:Fallback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C01A8AD6-11F6-33AF-4AD6-1832D1EB52DA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3856113" y="4326055"/>
                  <a:ext cx="671760" cy="283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BD85BB76-4BA8-9CD5-B795-94E45CA1E8F3}"/>
                    </a:ext>
                  </a:extLst>
                </p14:cNvPr>
                <p14:cNvContentPartPr/>
                <p14:nvPr/>
              </p14:nvContentPartPr>
              <p14:xfrm>
                <a:off x="4304313" y="4759135"/>
                <a:ext cx="12240" cy="298800"/>
              </p14:xfrm>
            </p:contentPart>
          </mc:Choice>
          <mc:Fallback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BD85BB76-4BA8-9CD5-B795-94E45CA1E8F3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4295673" y="4750495"/>
                  <a:ext cx="29880" cy="31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B4576F88-4777-9303-3099-90EBF36C450E}"/>
                    </a:ext>
                  </a:extLst>
                </p14:cNvPr>
                <p14:cNvContentPartPr/>
                <p14:nvPr/>
              </p14:nvContentPartPr>
              <p14:xfrm>
                <a:off x="4302513" y="5574535"/>
                <a:ext cx="181080" cy="237600"/>
              </p14:xfrm>
            </p:contentPart>
          </mc:Choice>
          <mc:Fallback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B4576F88-4777-9303-3099-90EBF36C450E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4293873" y="5565895"/>
                  <a:ext cx="198720" cy="25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883A37E2-A2DD-CAEA-639E-14126CBB0E4E}"/>
                    </a:ext>
                  </a:extLst>
                </p14:cNvPr>
                <p14:cNvContentPartPr/>
                <p14:nvPr/>
              </p14:nvContentPartPr>
              <p14:xfrm>
                <a:off x="4337433" y="6065935"/>
                <a:ext cx="270000" cy="293400"/>
              </p14:xfrm>
            </p:contentPart>
          </mc:Choice>
          <mc:Fallback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883A37E2-A2DD-CAEA-639E-14126CBB0E4E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4328433" y="6057295"/>
                  <a:ext cx="287640" cy="31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F299ED22-C351-56D0-68B5-D8E882DFF101}"/>
                    </a:ext>
                  </a:extLst>
                </p14:cNvPr>
                <p14:cNvContentPartPr/>
                <p14:nvPr/>
              </p14:nvContentPartPr>
              <p14:xfrm>
                <a:off x="4830993" y="4711255"/>
                <a:ext cx="255240" cy="250200"/>
              </p14:xfrm>
            </p:contentPart>
          </mc:Choice>
          <mc:Fallback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F299ED22-C351-56D0-68B5-D8E882DFF101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4821993" y="4702255"/>
                  <a:ext cx="272880" cy="267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0" name="Group 109">
            <a:extLst>
              <a:ext uri="{FF2B5EF4-FFF2-40B4-BE49-F238E27FC236}">
                <a16:creationId xmlns:a16="http://schemas.microsoft.com/office/drawing/2014/main" id="{87C46B25-7CA2-03E3-4D48-47709175736B}"/>
              </a:ext>
            </a:extLst>
          </p:cNvPr>
          <p:cNvGrpSpPr/>
          <p:nvPr/>
        </p:nvGrpSpPr>
        <p:grpSpPr>
          <a:xfrm>
            <a:off x="4890753" y="5420095"/>
            <a:ext cx="367560" cy="332280"/>
            <a:chOff x="4890753" y="5420095"/>
            <a:chExt cx="367560" cy="332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B7AA9B9D-D369-CACE-486A-59A3E88A25E8}"/>
                    </a:ext>
                  </a:extLst>
                </p14:cNvPr>
                <p14:cNvContentPartPr/>
                <p14:nvPr/>
              </p14:nvContentPartPr>
              <p14:xfrm>
                <a:off x="4890753" y="5590375"/>
                <a:ext cx="84240" cy="3600"/>
              </p14:xfrm>
            </p:contentPart>
          </mc:Choice>
          <mc:Fallback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B7AA9B9D-D369-CACE-486A-59A3E88A25E8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4882113" y="5581375"/>
                  <a:ext cx="101880" cy="2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ED7299DE-9B3A-1BEF-D5E4-B97E8AB0184F}"/>
                    </a:ext>
                  </a:extLst>
                </p14:cNvPr>
                <p14:cNvContentPartPr/>
                <p14:nvPr/>
              </p14:nvContentPartPr>
              <p14:xfrm>
                <a:off x="5088033" y="5420095"/>
                <a:ext cx="170280" cy="332280"/>
              </p14:xfrm>
            </p:contentPart>
          </mc:Choice>
          <mc:Fallback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ED7299DE-9B3A-1BEF-D5E4-B97E8AB0184F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5079033" y="5411455"/>
                  <a:ext cx="187920" cy="3499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48">
            <p14:nvContentPartPr>
              <p14:cNvPr id="117" name="Ink 116">
                <a:extLst>
                  <a:ext uri="{FF2B5EF4-FFF2-40B4-BE49-F238E27FC236}">
                    <a16:creationId xmlns:a16="http://schemas.microsoft.com/office/drawing/2014/main" id="{6DEBDEAC-16A0-0603-9D9A-DF0AFFDCC9A4}"/>
                  </a:ext>
                </a:extLst>
              </p14:cNvPr>
              <p14:cNvContentPartPr/>
              <p14:nvPr/>
            </p14:nvContentPartPr>
            <p14:xfrm>
              <a:off x="5010993" y="6087175"/>
              <a:ext cx="343440" cy="286200"/>
            </p14:xfrm>
          </p:contentPart>
        </mc:Choice>
        <mc:Fallback>
          <p:pic>
            <p:nvPicPr>
              <p:cNvPr id="117" name="Ink 116">
                <a:extLst>
                  <a:ext uri="{FF2B5EF4-FFF2-40B4-BE49-F238E27FC236}">
                    <a16:creationId xmlns:a16="http://schemas.microsoft.com/office/drawing/2014/main" id="{6DEBDEAC-16A0-0603-9D9A-DF0AFFDCC9A4}"/>
                  </a:ext>
                </a:extLst>
              </p:cNvPr>
              <p:cNvPicPr/>
              <p:nvPr/>
            </p:nvPicPr>
            <p:blipFill>
              <a:blip r:embed="rId149"/>
              <a:stretch>
                <a:fillRect/>
              </a:stretch>
            </p:blipFill>
            <p:spPr>
              <a:xfrm>
                <a:off x="5001993" y="6078535"/>
                <a:ext cx="361080" cy="303840"/>
              </a:xfrm>
              <a:prstGeom prst="rect">
                <a:avLst/>
              </a:prstGeom>
            </p:spPr>
          </p:pic>
        </mc:Fallback>
      </mc:AlternateContent>
      <p:grpSp>
        <p:nvGrpSpPr>
          <p:cNvPr id="121" name="Group 120">
            <a:extLst>
              <a:ext uri="{FF2B5EF4-FFF2-40B4-BE49-F238E27FC236}">
                <a16:creationId xmlns:a16="http://schemas.microsoft.com/office/drawing/2014/main" id="{671A8392-127B-B3F5-01D1-2A17E9870ED8}"/>
              </a:ext>
            </a:extLst>
          </p:cNvPr>
          <p:cNvGrpSpPr/>
          <p:nvPr/>
        </p:nvGrpSpPr>
        <p:grpSpPr>
          <a:xfrm>
            <a:off x="5674833" y="4309855"/>
            <a:ext cx="2092320" cy="2390400"/>
            <a:chOff x="5674833" y="4309855"/>
            <a:chExt cx="2092320" cy="2390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093C5CD7-040C-F569-87B1-8C2632D896F2}"/>
                    </a:ext>
                  </a:extLst>
                </p14:cNvPr>
                <p14:cNvContentPartPr/>
                <p14:nvPr/>
              </p14:nvContentPartPr>
              <p14:xfrm>
                <a:off x="5674833" y="4637815"/>
                <a:ext cx="229680" cy="272160"/>
              </p14:xfrm>
            </p:contentPart>
          </mc:Choice>
          <mc:Fallback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093C5CD7-040C-F569-87B1-8C2632D896F2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5666193" y="4629175"/>
                  <a:ext cx="247320" cy="28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12850B5F-43FC-9D60-54E4-E4D7E0F4FF73}"/>
                    </a:ext>
                  </a:extLst>
                </p14:cNvPr>
                <p14:cNvContentPartPr/>
                <p14:nvPr/>
              </p14:nvContentPartPr>
              <p14:xfrm>
                <a:off x="5712633" y="5598655"/>
                <a:ext cx="131760" cy="38160"/>
              </p14:xfrm>
            </p:contentPart>
          </mc:Choice>
          <mc:Fallback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12850B5F-43FC-9D60-54E4-E4D7E0F4FF73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5703993" y="5589655"/>
                  <a:ext cx="149400" cy="5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370C0E9F-375A-CADE-7D6A-64DF51FFA648}"/>
                    </a:ext>
                  </a:extLst>
                </p14:cNvPr>
                <p14:cNvContentPartPr/>
                <p14:nvPr/>
              </p14:nvContentPartPr>
              <p14:xfrm>
                <a:off x="5927913" y="5499655"/>
                <a:ext cx="244440" cy="209880"/>
              </p14:xfrm>
            </p:contentPart>
          </mc:Choice>
          <mc:Fallback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370C0E9F-375A-CADE-7D6A-64DF51FFA648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5919273" y="5490655"/>
                  <a:ext cx="262080" cy="22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248D1DF7-ACF9-4107-AF7C-F2E51CB1A3DD}"/>
                    </a:ext>
                  </a:extLst>
                </p14:cNvPr>
                <p14:cNvContentPartPr/>
                <p14:nvPr/>
              </p14:nvContentPartPr>
              <p14:xfrm>
                <a:off x="6621273" y="4708015"/>
                <a:ext cx="152280" cy="351720"/>
              </p14:xfrm>
            </p:contentPart>
          </mc:Choice>
          <mc:Fallback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248D1DF7-ACF9-4107-AF7C-F2E51CB1A3DD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6612633" y="4699015"/>
                  <a:ext cx="169920" cy="36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0841CEC6-FA9B-1F15-99FC-260BFDAA4FCA}"/>
                    </a:ext>
                  </a:extLst>
                </p14:cNvPr>
                <p14:cNvContentPartPr/>
                <p14:nvPr/>
              </p14:nvContentPartPr>
              <p14:xfrm>
                <a:off x="6458913" y="5430175"/>
                <a:ext cx="352800" cy="219960"/>
              </p14:xfrm>
            </p:contentPart>
          </mc:Choice>
          <mc:Fallback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0841CEC6-FA9B-1F15-99FC-260BFDAA4FCA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6450273" y="5421175"/>
                  <a:ext cx="370440" cy="23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F29EA0F3-9A93-A7D5-4754-371D3DE5A072}"/>
                    </a:ext>
                  </a:extLst>
                </p14:cNvPr>
                <p14:cNvContentPartPr/>
                <p14:nvPr/>
              </p14:nvContentPartPr>
              <p14:xfrm>
                <a:off x="6775353" y="5367895"/>
                <a:ext cx="339480" cy="90720"/>
              </p14:xfrm>
            </p:contentPart>
          </mc:Choice>
          <mc:Fallback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F29EA0F3-9A93-A7D5-4754-371D3DE5A072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6766713" y="5358895"/>
                  <a:ext cx="357120" cy="10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AE1C5BD8-0A6C-D912-9BEA-3B458AF7E6BF}"/>
                    </a:ext>
                  </a:extLst>
                </p14:cNvPr>
                <p14:cNvContentPartPr/>
                <p14:nvPr/>
              </p14:nvContentPartPr>
              <p14:xfrm>
                <a:off x="5793633" y="6198415"/>
                <a:ext cx="132480" cy="10080"/>
              </p14:xfrm>
            </p:contentPart>
          </mc:Choice>
          <mc:Fallback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AE1C5BD8-0A6C-D912-9BEA-3B458AF7E6BF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5784633" y="6189415"/>
                  <a:ext cx="150120" cy="2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372A81FA-9404-92EE-353E-B77C26B55220}"/>
                    </a:ext>
                  </a:extLst>
                </p14:cNvPr>
                <p14:cNvContentPartPr/>
                <p14:nvPr/>
              </p14:nvContentPartPr>
              <p14:xfrm>
                <a:off x="6057873" y="6058375"/>
                <a:ext cx="1406160" cy="336960"/>
              </p14:xfrm>
            </p:contentPart>
          </mc:Choice>
          <mc:Fallback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372A81FA-9404-92EE-353E-B77C26B55220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6048873" y="6049375"/>
                  <a:ext cx="1423800" cy="35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3A826E95-4083-2900-FA8D-FF49E285A6EE}"/>
                    </a:ext>
                  </a:extLst>
                </p14:cNvPr>
                <p14:cNvContentPartPr/>
                <p14:nvPr/>
              </p14:nvContentPartPr>
              <p14:xfrm>
                <a:off x="7099713" y="4309855"/>
                <a:ext cx="667440" cy="2390400"/>
              </p14:xfrm>
            </p:contentPart>
          </mc:Choice>
          <mc:Fallback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3A826E95-4083-2900-FA8D-FF49E285A6EE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7090713" y="4301215"/>
                  <a:ext cx="685080" cy="24080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68">
            <p14:nvContentPartPr>
              <p14:cNvPr id="122" name="Ink 121">
                <a:extLst>
                  <a:ext uri="{FF2B5EF4-FFF2-40B4-BE49-F238E27FC236}">
                    <a16:creationId xmlns:a16="http://schemas.microsoft.com/office/drawing/2014/main" id="{A2C3F807-ACC0-0BDD-6931-EE87908A17AF}"/>
                  </a:ext>
                </a:extLst>
              </p14:cNvPr>
              <p14:cNvContentPartPr/>
              <p14:nvPr/>
            </p14:nvContentPartPr>
            <p14:xfrm>
              <a:off x="7786953" y="5434855"/>
              <a:ext cx="7200" cy="21600"/>
            </p14:xfrm>
          </p:contentPart>
        </mc:Choice>
        <mc:Fallback>
          <p:pic>
            <p:nvPicPr>
              <p:cNvPr id="122" name="Ink 121">
                <a:extLst>
                  <a:ext uri="{FF2B5EF4-FFF2-40B4-BE49-F238E27FC236}">
                    <a16:creationId xmlns:a16="http://schemas.microsoft.com/office/drawing/2014/main" id="{A2C3F807-ACC0-0BDD-6931-EE87908A17AF}"/>
                  </a:ext>
                </a:extLst>
              </p:cNvPr>
              <p:cNvPicPr/>
              <p:nvPr/>
            </p:nvPicPr>
            <p:blipFill>
              <a:blip r:embed="rId169"/>
              <a:stretch>
                <a:fillRect/>
              </a:stretch>
            </p:blipFill>
            <p:spPr>
              <a:xfrm>
                <a:off x="7777953" y="5425855"/>
                <a:ext cx="24840" cy="3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0">
            <p14:nvContentPartPr>
              <p14:cNvPr id="123" name="Ink 122">
                <a:extLst>
                  <a:ext uri="{FF2B5EF4-FFF2-40B4-BE49-F238E27FC236}">
                    <a16:creationId xmlns:a16="http://schemas.microsoft.com/office/drawing/2014/main" id="{5291D1BA-3DB5-41D9-B05D-F8B79E5025BA}"/>
                  </a:ext>
                </a:extLst>
              </p14:cNvPr>
              <p14:cNvContentPartPr/>
              <p14:nvPr/>
            </p14:nvContentPartPr>
            <p14:xfrm>
              <a:off x="8160993" y="5450695"/>
              <a:ext cx="1800" cy="8640"/>
            </p14:xfrm>
          </p:contentPart>
        </mc:Choice>
        <mc:Fallback>
          <p:pic>
            <p:nvPicPr>
              <p:cNvPr id="123" name="Ink 122">
                <a:extLst>
                  <a:ext uri="{FF2B5EF4-FFF2-40B4-BE49-F238E27FC236}">
                    <a16:creationId xmlns:a16="http://schemas.microsoft.com/office/drawing/2014/main" id="{5291D1BA-3DB5-41D9-B05D-F8B79E5025BA}"/>
                  </a:ext>
                </a:extLst>
              </p:cNvPr>
              <p:cNvPicPr/>
              <p:nvPr/>
            </p:nvPicPr>
            <p:blipFill>
              <a:blip r:embed="rId171"/>
              <a:stretch>
                <a:fillRect/>
              </a:stretch>
            </p:blipFill>
            <p:spPr>
              <a:xfrm>
                <a:off x="8151993" y="5441695"/>
                <a:ext cx="19440" cy="26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7240041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150A0778-ED70-F018-7ABB-8DF3B3D48630}"/>
              </a:ext>
            </a:extLst>
          </p:cNvPr>
          <p:cNvGrpSpPr/>
          <p:nvPr/>
        </p:nvGrpSpPr>
        <p:grpSpPr>
          <a:xfrm>
            <a:off x="324873" y="402055"/>
            <a:ext cx="1405440" cy="501480"/>
            <a:chOff x="324873" y="402055"/>
            <a:chExt cx="1405440" cy="501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E22E75E7-E618-DDAC-1ACA-8623256835B1}"/>
                    </a:ext>
                  </a:extLst>
                </p14:cNvPr>
                <p14:cNvContentPartPr/>
                <p14:nvPr/>
              </p14:nvContentPartPr>
              <p14:xfrm>
                <a:off x="324873" y="460375"/>
                <a:ext cx="142920" cy="29124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E22E75E7-E618-DDAC-1ACA-8623256835B1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315873" y="451735"/>
                  <a:ext cx="160560" cy="30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19738766-A8A6-2CF2-72F1-974AD3E7711C}"/>
                    </a:ext>
                  </a:extLst>
                </p14:cNvPr>
                <p14:cNvContentPartPr/>
                <p14:nvPr/>
              </p14:nvContentPartPr>
              <p14:xfrm>
                <a:off x="496233" y="704455"/>
                <a:ext cx="165960" cy="19908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19738766-A8A6-2CF2-72F1-974AD3E7711C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487233" y="695815"/>
                  <a:ext cx="183600" cy="21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541A052A-0F02-FB99-699B-0DF4C8CB115C}"/>
                    </a:ext>
                  </a:extLst>
                </p14:cNvPr>
                <p14:cNvContentPartPr/>
                <p14:nvPr/>
              </p14:nvContentPartPr>
              <p14:xfrm>
                <a:off x="786753" y="672775"/>
                <a:ext cx="156240" cy="2772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541A052A-0F02-FB99-699B-0DF4C8CB115C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778113" y="664135"/>
                  <a:ext cx="173880" cy="4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509EA8A7-A662-349F-2C1F-40A3A3F1BE46}"/>
                    </a:ext>
                  </a:extLst>
                </p14:cNvPr>
                <p14:cNvContentPartPr/>
                <p14:nvPr/>
              </p14:nvContentPartPr>
              <p14:xfrm>
                <a:off x="1034073" y="433375"/>
                <a:ext cx="192600" cy="32076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509EA8A7-A662-349F-2C1F-40A3A3F1BE46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025073" y="424375"/>
                  <a:ext cx="210240" cy="33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89F12DFF-A812-C366-94F5-0D041CB6D2B4}"/>
                    </a:ext>
                  </a:extLst>
                </p14:cNvPr>
                <p14:cNvContentPartPr/>
                <p14:nvPr/>
              </p14:nvContentPartPr>
              <p14:xfrm>
                <a:off x="1353753" y="402055"/>
                <a:ext cx="196920" cy="28224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89F12DFF-A812-C366-94F5-0D041CB6D2B4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345113" y="393415"/>
                  <a:ext cx="214560" cy="29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2D01AE2A-0F15-68F3-5A6A-BC667C79C893}"/>
                    </a:ext>
                  </a:extLst>
                </p14:cNvPr>
                <p14:cNvContentPartPr/>
                <p14:nvPr/>
              </p14:nvContentPartPr>
              <p14:xfrm>
                <a:off x="1706913" y="584215"/>
                <a:ext cx="23400" cy="24552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2D01AE2A-0F15-68F3-5A6A-BC667C79C893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697913" y="575575"/>
                  <a:ext cx="41040" cy="263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E6AEFFB1-1481-A28E-90DC-561856841CF0}"/>
              </a:ext>
            </a:extLst>
          </p:cNvPr>
          <p:cNvGrpSpPr/>
          <p:nvPr/>
        </p:nvGrpSpPr>
        <p:grpSpPr>
          <a:xfrm>
            <a:off x="351513" y="1216375"/>
            <a:ext cx="296640" cy="388080"/>
            <a:chOff x="351513" y="1216375"/>
            <a:chExt cx="296640" cy="388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8141F179-7601-1CA8-E81F-24B36DF6A3B0}"/>
                    </a:ext>
                  </a:extLst>
                </p14:cNvPr>
                <p14:cNvContentPartPr/>
                <p14:nvPr/>
              </p14:nvContentPartPr>
              <p14:xfrm>
                <a:off x="351513" y="1216375"/>
                <a:ext cx="160920" cy="27252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8141F179-7601-1CA8-E81F-24B36DF6A3B0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342513" y="1207375"/>
                  <a:ext cx="178560" cy="29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4F7B3C52-6F5D-2234-D5BA-F4352AC5FF02}"/>
                    </a:ext>
                  </a:extLst>
                </p14:cNvPr>
                <p14:cNvContentPartPr/>
                <p14:nvPr/>
              </p14:nvContentPartPr>
              <p14:xfrm>
                <a:off x="521073" y="1332295"/>
                <a:ext cx="127080" cy="27216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4F7B3C52-6F5D-2234-D5BA-F4352AC5FF02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512073" y="1323655"/>
                  <a:ext cx="144720" cy="289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22AC225A-CAC8-881E-29E1-F1684EA0870C}"/>
              </a:ext>
            </a:extLst>
          </p:cNvPr>
          <p:cNvGrpSpPr/>
          <p:nvPr/>
        </p:nvGrpSpPr>
        <p:grpSpPr>
          <a:xfrm>
            <a:off x="892233" y="1105135"/>
            <a:ext cx="370080" cy="331920"/>
            <a:chOff x="892233" y="1105135"/>
            <a:chExt cx="370080" cy="331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60398750-6077-0C95-7B7D-FE069A08A8F0}"/>
                    </a:ext>
                  </a:extLst>
                </p14:cNvPr>
                <p14:cNvContentPartPr/>
                <p14:nvPr/>
              </p14:nvContentPartPr>
              <p14:xfrm>
                <a:off x="892233" y="1296655"/>
                <a:ext cx="113760" cy="5616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60398750-6077-0C95-7B7D-FE069A08A8F0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883593" y="1288015"/>
                  <a:ext cx="131400" cy="7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B0B9BB5D-AE48-70D0-FE84-F229F7939D34}"/>
                    </a:ext>
                  </a:extLst>
                </p14:cNvPr>
                <p14:cNvContentPartPr/>
                <p14:nvPr/>
              </p14:nvContentPartPr>
              <p14:xfrm>
                <a:off x="1077273" y="1105135"/>
                <a:ext cx="185040" cy="33192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B0B9BB5D-AE48-70D0-FE84-F229F7939D34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1068273" y="1096135"/>
                  <a:ext cx="202680" cy="349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12214C43-862B-8FA6-11CA-C73BCD3F636C}"/>
              </a:ext>
            </a:extLst>
          </p:cNvPr>
          <p:cNvGrpSpPr/>
          <p:nvPr/>
        </p:nvGrpSpPr>
        <p:grpSpPr>
          <a:xfrm>
            <a:off x="1460313" y="1076335"/>
            <a:ext cx="381600" cy="476640"/>
            <a:chOff x="1460313" y="1076335"/>
            <a:chExt cx="381600" cy="476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7575EB97-C645-E5AD-87F9-6E7190298447}"/>
                    </a:ext>
                  </a:extLst>
                </p14:cNvPr>
                <p14:cNvContentPartPr/>
                <p14:nvPr/>
              </p14:nvContentPartPr>
              <p14:xfrm>
                <a:off x="1460313" y="1076335"/>
                <a:ext cx="199440" cy="30240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7575EB97-C645-E5AD-87F9-6E7190298447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1451313" y="1067695"/>
                  <a:ext cx="217080" cy="32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8D00FFE6-75C9-6E15-F7B8-52047E166DF6}"/>
                    </a:ext>
                  </a:extLst>
                </p14:cNvPr>
                <p14:cNvContentPartPr/>
                <p14:nvPr/>
              </p14:nvContentPartPr>
              <p14:xfrm>
                <a:off x="1782513" y="1304215"/>
                <a:ext cx="59400" cy="24876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8D00FFE6-75C9-6E15-F7B8-52047E166DF6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1773513" y="1295575"/>
                  <a:ext cx="77040" cy="266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53B78497-9480-1146-0BB9-BBABC6104D98}"/>
              </a:ext>
            </a:extLst>
          </p:cNvPr>
          <p:cNvGrpSpPr/>
          <p:nvPr/>
        </p:nvGrpSpPr>
        <p:grpSpPr>
          <a:xfrm>
            <a:off x="322353" y="1942495"/>
            <a:ext cx="390960" cy="515520"/>
            <a:chOff x="322353" y="1942495"/>
            <a:chExt cx="390960" cy="515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D5AC59BC-0C82-A917-1765-EEB0DFA568B6}"/>
                    </a:ext>
                  </a:extLst>
                </p14:cNvPr>
                <p14:cNvContentPartPr/>
                <p14:nvPr/>
              </p14:nvContentPartPr>
              <p14:xfrm>
                <a:off x="322353" y="1942495"/>
                <a:ext cx="196200" cy="32112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D5AC59BC-0C82-A917-1765-EEB0DFA568B6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313353" y="1933855"/>
                  <a:ext cx="213840" cy="33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72DE3121-E4A9-A498-2078-AF64FA3725FF}"/>
                    </a:ext>
                  </a:extLst>
                </p14:cNvPr>
                <p14:cNvContentPartPr/>
                <p14:nvPr/>
              </p14:nvContentPartPr>
              <p14:xfrm>
                <a:off x="580113" y="2200975"/>
                <a:ext cx="133200" cy="25704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72DE3121-E4A9-A498-2078-AF64FA3725FF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571113" y="2192335"/>
                  <a:ext cx="150840" cy="274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EBD7EF61-9F40-B6C0-4633-753CA1F44D0A}"/>
              </a:ext>
            </a:extLst>
          </p:cNvPr>
          <p:cNvGrpSpPr/>
          <p:nvPr/>
        </p:nvGrpSpPr>
        <p:grpSpPr>
          <a:xfrm>
            <a:off x="919233" y="1891375"/>
            <a:ext cx="372240" cy="303480"/>
            <a:chOff x="919233" y="1891375"/>
            <a:chExt cx="372240" cy="303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C10CC763-5EEF-EDD9-B943-2AC0CCC6B9AB}"/>
                    </a:ext>
                  </a:extLst>
                </p14:cNvPr>
                <p14:cNvContentPartPr/>
                <p14:nvPr/>
              </p14:nvContentPartPr>
              <p14:xfrm>
                <a:off x="919233" y="2054815"/>
                <a:ext cx="146520" cy="9432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C10CC763-5EEF-EDD9-B943-2AC0CCC6B9AB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910233" y="2046175"/>
                  <a:ext cx="164160" cy="11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B627080A-3B66-E5A2-DDD0-087DF41C58C1}"/>
                    </a:ext>
                  </a:extLst>
                </p14:cNvPr>
                <p14:cNvContentPartPr/>
                <p14:nvPr/>
              </p14:nvContentPartPr>
              <p14:xfrm>
                <a:off x="1164753" y="1891375"/>
                <a:ext cx="126720" cy="30348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B627080A-3B66-E5A2-DDD0-087DF41C58C1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1156113" y="1882735"/>
                  <a:ext cx="144360" cy="321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5335DD5C-880A-BF3A-EFDD-0396BC1EA9C1}"/>
              </a:ext>
            </a:extLst>
          </p:cNvPr>
          <p:cNvGrpSpPr/>
          <p:nvPr/>
        </p:nvGrpSpPr>
        <p:grpSpPr>
          <a:xfrm>
            <a:off x="1553913" y="1863295"/>
            <a:ext cx="327960" cy="396000"/>
            <a:chOff x="1553913" y="1863295"/>
            <a:chExt cx="327960" cy="396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8B5BFAC5-0FC1-D756-93A0-9EA00903833E}"/>
                    </a:ext>
                  </a:extLst>
                </p14:cNvPr>
                <p14:cNvContentPartPr/>
                <p14:nvPr/>
              </p14:nvContentPartPr>
              <p14:xfrm>
                <a:off x="1553913" y="1863295"/>
                <a:ext cx="164160" cy="25416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8B5BFAC5-0FC1-D756-93A0-9EA00903833E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1545273" y="1854655"/>
                  <a:ext cx="181800" cy="27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E75F6432-1990-4A76-C745-47B54D48A61B}"/>
                    </a:ext>
                  </a:extLst>
                </p14:cNvPr>
                <p14:cNvContentPartPr/>
                <p14:nvPr/>
              </p14:nvContentPartPr>
              <p14:xfrm>
                <a:off x="1842993" y="2009815"/>
                <a:ext cx="38880" cy="24948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E75F6432-1990-4A76-C745-47B54D48A61B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1833993" y="2001175"/>
                  <a:ext cx="56520" cy="267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63D05059-EC44-2F22-1366-6756C1C8CFC0}"/>
              </a:ext>
            </a:extLst>
          </p:cNvPr>
          <p:cNvGrpSpPr/>
          <p:nvPr/>
        </p:nvGrpSpPr>
        <p:grpSpPr>
          <a:xfrm>
            <a:off x="2568033" y="284695"/>
            <a:ext cx="500400" cy="2196000"/>
            <a:chOff x="2568033" y="284695"/>
            <a:chExt cx="500400" cy="2196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90AFF15F-90FE-B8C2-8B91-98A81DE49A89}"/>
                    </a:ext>
                  </a:extLst>
                </p14:cNvPr>
                <p14:cNvContentPartPr/>
                <p14:nvPr/>
              </p14:nvContentPartPr>
              <p14:xfrm>
                <a:off x="2568033" y="284695"/>
                <a:ext cx="437760" cy="219600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90AFF15F-90FE-B8C2-8B91-98A81DE49A89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2559393" y="276055"/>
                  <a:ext cx="455400" cy="221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080C129A-CACA-2870-52A7-F2407665F9E7}"/>
                    </a:ext>
                  </a:extLst>
                </p14:cNvPr>
                <p14:cNvContentPartPr/>
                <p14:nvPr/>
              </p14:nvContentPartPr>
              <p14:xfrm>
                <a:off x="3048273" y="487015"/>
                <a:ext cx="20160" cy="29376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080C129A-CACA-2870-52A7-F2407665F9E7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3039633" y="478375"/>
                  <a:ext cx="37800" cy="3114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2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BDDD9609-0363-E223-E438-A9C285C9C349}"/>
                  </a:ext>
                </a:extLst>
              </p14:cNvPr>
              <p14:cNvContentPartPr/>
              <p14:nvPr/>
            </p14:nvContentPartPr>
            <p14:xfrm>
              <a:off x="3747033" y="457495"/>
              <a:ext cx="240120" cy="296280"/>
            </p14:xfrm>
          </p:contentPart>
        </mc:Choice>
        <mc:Fallback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BDDD9609-0363-E223-E438-A9C285C9C349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3738393" y="448495"/>
                <a:ext cx="257760" cy="313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4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CA05ACD7-E2A8-31F6-069A-8D1908460C54}"/>
                  </a:ext>
                </a:extLst>
              </p14:cNvPr>
              <p14:cNvContentPartPr/>
              <p14:nvPr/>
            </p14:nvContentPartPr>
            <p14:xfrm>
              <a:off x="4540833" y="432655"/>
              <a:ext cx="232200" cy="267480"/>
            </p14:xfrm>
          </p:contentPart>
        </mc:Choice>
        <mc:Fallback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CA05ACD7-E2A8-31F6-069A-8D1908460C54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4532193" y="424015"/>
                <a:ext cx="249840" cy="285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6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3CC5376D-4F54-04EC-A51C-01109CBC9E26}"/>
                  </a:ext>
                </a:extLst>
              </p14:cNvPr>
              <p14:cNvContentPartPr/>
              <p14:nvPr/>
            </p14:nvContentPartPr>
            <p14:xfrm>
              <a:off x="5497353" y="359935"/>
              <a:ext cx="312840" cy="280440"/>
            </p14:xfrm>
          </p:contentPart>
        </mc:Choice>
        <mc:Fallback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3CC5376D-4F54-04EC-A51C-01109CBC9E26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5488713" y="351295"/>
                <a:ext cx="330480" cy="298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8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C4580DB4-496C-F338-C66D-F9A55B115B91}"/>
                  </a:ext>
                </a:extLst>
              </p14:cNvPr>
              <p14:cNvContentPartPr/>
              <p14:nvPr/>
            </p14:nvContentPartPr>
            <p14:xfrm>
              <a:off x="2925513" y="1136095"/>
              <a:ext cx="201240" cy="280080"/>
            </p14:xfrm>
          </p:contentPart>
        </mc:Choice>
        <mc:Fallback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C4580DB4-496C-F338-C66D-F9A55B115B91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2916513" y="1127095"/>
                <a:ext cx="218880" cy="297720"/>
              </a:xfrm>
              <a:prstGeom prst="rect">
                <a:avLst/>
              </a:prstGeom>
            </p:spPr>
          </p:pic>
        </mc:Fallback>
      </mc:AlternateContent>
      <p:grpSp>
        <p:nvGrpSpPr>
          <p:cNvPr id="43" name="Group 42">
            <a:extLst>
              <a:ext uri="{FF2B5EF4-FFF2-40B4-BE49-F238E27FC236}">
                <a16:creationId xmlns:a16="http://schemas.microsoft.com/office/drawing/2014/main" id="{ABB467BD-6EE0-1137-968E-46FE941105D1}"/>
              </a:ext>
            </a:extLst>
          </p:cNvPr>
          <p:cNvGrpSpPr/>
          <p:nvPr/>
        </p:nvGrpSpPr>
        <p:grpSpPr>
          <a:xfrm>
            <a:off x="3610593" y="1084975"/>
            <a:ext cx="434880" cy="280800"/>
            <a:chOff x="3610593" y="1084975"/>
            <a:chExt cx="434880" cy="280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17BED501-A17D-1085-0F0A-3198E04C4F0F}"/>
                    </a:ext>
                  </a:extLst>
                </p14:cNvPr>
                <p14:cNvContentPartPr/>
                <p14:nvPr/>
              </p14:nvContentPartPr>
              <p14:xfrm>
                <a:off x="3610593" y="1220695"/>
                <a:ext cx="136080" cy="2736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17BED501-A17D-1085-0F0A-3198E04C4F0F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3601593" y="1212055"/>
                  <a:ext cx="153720" cy="4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452EB126-290A-D94B-EA35-ECF010EE9A5B}"/>
                    </a:ext>
                  </a:extLst>
                </p14:cNvPr>
                <p14:cNvContentPartPr/>
                <p14:nvPr/>
              </p14:nvContentPartPr>
              <p14:xfrm>
                <a:off x="3840993" y="1084975"/>
                <a:ext cx="204480" cy="28080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452EB126-290A-D94B-EA35-ECF010EE9A5B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3832353" y="1076335"/>
                  <a:ext cx="222120" cy="298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C615048B-6E27-37A1-199E-44F70DF16B82}"/>
              </a:ext>
            </a:extLst>
          </p:cNvPr>
          <p:cNvGrpSpPr/>
          <p:nvPr/>
        </p:nvGrpSpPr>
        <p:grpSpPr>
          <a:xfrm>
            <a:off x="4459113" y="1073095"/>
            <a:ext cx="581760" cy="248760"/>
            <a:chOff x="4459113" y="1073095"/>
            <a:chExt cx="581760" cy="248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220E8200-5732-4B18-0109-D5DB99B285A4}"/>
                    </a:ext>
                  </a:extLst>
                </p14:cNvPr>
                <p14:cNvContentPartPr/>
                <p14:nvPr/>
              </p14:nvContentPartPr>
              <p14:xfrm>
                <a:off x="4459113" y="1195855"/>
                <a:ext cx="174240" cy="5976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220E8200-5732-4B18-0109-D5DB99B285A4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4450473" y="1186855"/>
                  <a:ext cx="191880" cy="7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CF25A2E5-07DF-AAC5-E9CE-5F0DC3FE3FE6}"/>
                    </a:ext>
                  </a:extLst>
                </p14:cNvPr>
                <p14:cNvContentPartPr/>
                <p14:nvPr/>
              </p14:nvContentPartPr>
              <p14:xfrm>
                <a:off x="4702113" y="1073095"/>
                <a:ext cx="338760" cy="24876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CF25A2E5-07DF-AAC5-E9CE-5F0DC3FE3FE6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4693113" y="1064095"/>
                  <a:ext cx="356400" cy="2664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58">
            <p14:nvContentPartPr>
              <p14:cNvPr id="44" name="Ink 43">
                <a:extLst>
                  <a:ext uri="{FF2B5EF4-FFF2-40B4-BE49-F238E27FC236}">
                    <a16:creationId xmlns:a16="http://schemas.microsoft.com/office/drawing/2014/main" id="{F81251D1-8F67-1FC3-5A8B-4045EC0D117E}"/>
                  </a:ext>
                </a:extLst>
              </p14:cNvPr>
              <p14:cNvContentPartPr/>
              <p14:nvPr/>
            </p14:nvContentPartPr>
            <p14:xfrm>
              <a:off x="2787633" y="1994695"/>
              <a:ext cx="189000" cy="282960"/>
            </p14:xfrm>
          </p:contentPart>
        </mc:Choice>
        <mc:Fallback>
          <p:pic>
            <p:nvPicPr>
              <p:cNvPr id="44" name="Ink 43">
                <a:extLst>
                  <a:ext uri="{FF2B5EF4-FFF2-40B4-BE49-F238E27FC236}">
                    <a16:creationId xmlns:a16="http://schemas.microsoft.com/office/drawing/2014/main" id="{F81251D1-8F67-1FC3-5A8B-4045EC0D117E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2778993" y="1986055"/>
                <a:ext cx="206640" cy="300600"/>
              </a:xfrm>
              <a:prstGeom prst="rect">
                <a:avLst/>
              </a:prstGeom>
            </p:spPr>
          </p:pic>
        </mc:Fallback>
      </mc:AlternateContent>
      <p:grpSp>
        <p:nvGrpSpPr>
          <p:cNvPr id="55" name="Group 54">
            <a:extLst>
              <a:ext uri="{FF2B5EF4-FFF2-40B4-BE49-F238E27FC236}">
                <a16:creationId xmlns:a16="http://schemas.microsoft.com/office/drawing/2014/main" id="{FC206D0C-0DB6-6CE6-818E-B8AD3A40081B}"/>
              </a:ext>
            </a:extLst>
          </p:cNvPr>
          <p:cNvGrpSpPr/>
          <p:nvPr/>
        </p:nvGrpSpPr>
        <p:grpSpPr>
          <a:xfrm>
            <a:off x="3687633" y="1802455"/>
            <a:ext cx="458280" cy="300240"/>
            <a:chOff x="3687633" y="1802455"/>
            <a:chExt cx="458280" cy="300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551615FE-901C-E916-EEF1-8B4B4FDA67F7}"/>
                    </a:ext>
                  </a:extLst>
                </p14:cNvPr>
                <p14:cNvContentPartPr/>
                <p14:nvPr/>
              </p14:nvContentPartPr>
              <p14:xfrm>
                <a:off x="3687633" y="1996855"/>
                <a:ext cx="124560" cy="1368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551615FE-901C-E916-EEF1-8B4B4FDA67F7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3678633" y="1987855"/>
                  <a:ext cx="142200" cy="3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710A602F-5F41-DB83-F121-2BDD38878539}"/>
                    </a:ext>
                  </a:extLst>
                </p14:cNvPr>
                <p14:cNvContentPartPr/>
                <p14:nvPr/>
              </p14:nvContentPartPr>
              <p14:xfrm>
                <a:off x="3999753" y="1802455"/>
                <a:ext cx="146160" cy="30024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710A602F-5F41-DB83-F121-2BDD38878539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3990753" y="1793455"/>
                  <a:ext cx="163800" cy="317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81D6875C-144C-69F6-E98A-609B2D26B5CB}"/>
              </a:ext>
            </a:extLst>
          </p:cNvPr>
          <p:cNvGrpSpPr/>
          <p:nvPr/>
        </p:nvGrpSpPr>
        <p:grpSpPr>
          <a:xfrm>
            <a:off x="4560633" y="1710655"/>
            <a:ext cx="456120" cy="336960"/>
            <a:chOff x="4560633" y="1710655"/>
            <a:chExt cx="456120" cy="336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812A4421-7338-8F24-8C3C-C1B3286BB9C2}"/>
                    </a:ext>
                  </a:extLst>
                </p14:cNvPr>
                <p14:cNvContentPartPr/>
                <p14:nvPr/>
              </p14:nvContentPartPr>
              <p14:xfrm>
                <a:off x="4560633" y="1887415"/>
                <a:ext cx="131760" cy="3204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812A4421-7338-8F24-8C3C-C1B3286BB9C2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4551993" y="1878415"/>
                  <a:ext cx="149400" cy="4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A1B22682-750C-7E7B-1D83-E399B80D821D}"/>
                    </a:ext>
                  </a:extLst>
                </p14:cNvPr>
                <p14:cNvContentPartPr/>
                <p14:nvPr/>
              </p14:nvContentPartPr>
              <p14:xfrm>
                <a:off x="4850793" y="1710655"/>
                <a:ext cx="165960" cy="33696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A1B22682-750C-7E7B-1D83-E399B80D821D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4841793" y="1701655"/>
                  <a:ext cx="183600" cy="354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E1DCC1FD-1693-19A6-F283-8D3592FEAF1B}"/>
              </a:ext>
            </a:extLst>
          </p:cNvPr>
          <p:cNvGrpSpPr/>
          <p:nvPr/>
        </p:nvGrpSpPr>
        <p:grpSpPr>
          <a:xfrm>
            <a:off x="5382153" y="231775"/>
            <a:ext cx="1420920" cy="2023200"/>
            <a:chOff x="5382153" y="231775"/>
            <a:chExt cx="1420920" cy="2023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A05D7B37-4FD0-150C-353A-4A7E6BBA1782}"/>
                    </a:ext>
                  </a:extLst>
                </p14:cNvPr>
                <p14:cNvContentPartPr/>
                <p14:nvPr/>
              </p14:nvContentPartPr>
              <p14:xfrm>
                <a:off x="5382153" y="1136095"/>
                <a:ext cx="142200" cy="4284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A05D7B37-4FD0-150C-353A-4A7E6BBA1782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5373153" y="1127095"/>
                  <a:ext cx="159840" cy="6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8CF63D3C-8C84-89F0-01DF-28C895A8E9C9}"/>
                    </a:ext>
                  </a:extLst>
                </p14:cNvPr>
                <p14:cNvContentPartPr/>
                <p14:nvPr/>
              </p14:nvContentPartPr>
              <p14:xfrm>
                <a:off x="5713353" y="1004695"/>
                <a:ext cx="138600" cy="23148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8CF63D3C-8C84-89F0-01DF-28C895A8E9C9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5704353" y="995695"/>
                  <a:ext cx="156240" cy="24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2B21C9CB-8371-7CE2-6240-01883E83F920}"/>
                    </a:ext>
                  </a:extLst>
                </p14:cNvPr>
                <p14:cNvContentPartPr/>
                <p14:nvPr/>
              </p14:nvContentPartPr>
              <p14:xfrm>
                <a:off x="5832873" y="904975"/>
                <a:ext cx="322920" cy="11376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2B21C9CB-8371-7CE2-6240-01883E83F920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5823873" y="895975"/>
                  <a:ext cx="340560" cy="13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7334E867-1F1F-B557-CB94-0C9FB425136C}"/>
                    </a:ext>
                  </a:extLst>
                </p14:cNvPr>
                <p14:cNvContentPartPr/>
                <p14:nvPr/>
              </p14:nvContentPartPr>
              <p14:xfrm>
                <a:off x="5414913" y="1848895"/>
                <a:ext cx="196560" cy="2484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7334E867-1F1F-B557-CB94-0C9FB425136C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5406273" y="1839895"/>
                  <a:ext cx="214200" cy="4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9686D824-12F1-5BA7-FEA8-E629F0F219C7}"/>
                    </a:ext>
                  </a:extLst>
                </p14:cNvPr>
                <p14:cNvContentPartPr/>
                <p14:nvPr/>
              </p14:nvContentPartPr>
              <p14:xfrm>
                <a:off x="5718033" y="1703095"/>
                <a:ext cx="212040" cy="22608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9686D824-12F1-5BA7-FEA8-E629F0F219C7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5709393" y="1694455"/>
                  <a:ext cx="229680" cy="24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BB461CC5-CAAB-4C6C-A068-EC04A7A11BA8}"/>
                    </a:ext>
                  </a:extLst>
                </p14:cNvPr>
                <p14:cNvContentPartPr/>
                <p14:nvPr/>
              </p14:nvContentPartPr>
              <p14:xfrm>
                <a:off x="5976873" y="1714975"/>
                <a:ext cx="275400" cy="21852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BB461CC5-CAAB-4C6C-A068-EC04A7A11BA8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5967873" y="1705975"/>
                  <a:ext cx="293040" cy="23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3F5FAE63-D592-1F3E-A161-EA60D0F6E367}"/>
                    </a:ext>
                  </a:extLst>
                </p14:cNvPr>
                <p14:cNvContentPartPr/>
                <p14:nvPr/>
              </p14:nvContentPartPr>
              <p14:xfrm>
                <a:off x="6165153" y="231775"/>
                <a:ext cx="637920" cy="202320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3F5FAE63-D592-1F3E-A161-EA60D0F6E367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6156153" y="222775"/>
                  <a:ext cx="655560" cy="2040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344493A5-6D2D-F636-4998-80D111DDA5D0}"/>
              </a:ext>
            </a:extLst>
          </p:cNvPr>
          <p:cNvGrpSpPr/>
          <p:nvPr/>
        </p:nvGrpSpPr>
        <p:grpSpPr>
          <a:xfrm>
            <a:off x="430713" y="3480415"/>
            <a:ext cx="1175040" cy="887760"/>
            <a:chOff x="430713" y="3480415"/>
            <a:chExt cx="1175040" cy="887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D4D3AF49-B943-5DAF-04B6-B3AE7BB1ABBF}"/>
                    </a:ext>
                  </a:extLst>
                </p14:cNvPr>
                <p14:cNvContentPartPr/>
                <p14:nvPr/>
              </p14:nvContentPartPr>
              <p14:xfrm>
                <a:off x="430713" y="3622615"/>
                <a:ext cx="153360" cy="2880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D4D3AF49-B943-5DAF-04B6-B3AE7BB1ABBF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421713" y="3613975"/>
                  <a:ext cx="171000" cy="4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5AF0C193-DC72-8DB6-075D-F44CA492166D}"/>
                    </a:ext>
                  </a:extLst>
                </p14:cNvPr>
                <p14:cNvContentPartPr/>
                <p14:nvPr/>
              </p14:nvContentPartPr>
              <p14:xfrm>
                <a:off x="676593" y="3480415"/>
                <a:ext cx="16200" cy="36792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5AF0C193-DC72-8DB6-075D-F44CA492166D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667593" y="3471775"/>
                  <a:ext cx="33840" cy="38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EFD94F7D-9251-68E3-2B0B-0DB900A25D03}"/>
                    </a:ext>
                  </a:extLst>
                </p14:cNvPr>
                <p14:cNvContentPartPr/>
                <p14:nvPr/>
              </p14:nvContentPartPr>
              <p14:xfrm>
                <a:off x="467433" y="3973255"/>
                <a:ext cx="312120" cy="7056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EFD94F7D-9251-68E3-2B0B-0DB900A25D03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458433" y="3964255"/>
                  <a:ext cx="329760" cy="8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12062E2D-600A-E21B-F85C-E24531A9ADD6}"/>
                    </a:ext>
                  </a:extLst>
                </p14:cNvPr>
                <p14:cNvContentPartPr/>
                <p14:nvPr/>
              </p14:nvContentPartPr>
              <p14:xfrm>
                <a:off x="523953" y="4079455"/>
                <a:ext cx="199080" cy="28872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12062E2D-600A-E21B-F85C-E24531A9ADD6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514953" y="4070815"/>
                  <a:ext cx="216720" cy="30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67DCBBF6-9FAC-67A8-4F22-7709319435A8}"/>
                    </a:ext>
                  </a:extLst>
                </p14:cNvPr>
                <p14:cNvContentPartPr/>
                <p14:nvPr/>
              </p14:nvContentPartPr>
              <p14:xfrm>
                <a:off x="951633" y="3584455"/>
                <a:ext cx="188280" cy="37116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67DCBBF6-9FAC-67A8-4F22-7709319435A8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942993" y="3575815"/>
                  <a:ext cx="205920" cy="38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9D403723-B3A3-16C1-EFCF-BBCEA584CC85}"/>
                    </a:ext>
                  </a:extLst>
                </p14:cNvPr>
                <p14:cNvContentPartPr/>
                <p14:nvPr/>
              </p14:nvContentPartPr>
              <p14:xfrm>
                <a:off x="1245393" y="3781375"/>
                <a:ext cx="360360" cy="19692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9D403723-B3A3-16C1-EFCF-BBCEA584CC85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1236393" y="3772375"/>
                  <a:ext cx="378000" cy="214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0" name="Group 69">
            <a:extLst>
              <a:ext uri="{FF2B5EF4-FFF2-40B4-BE49-F238E27FC236}">
                <a16:creationId xmlns:a16="http://schemas.microsoft.com/office/drawing/2014/main" id="{1155059B-BF38-EE58-FD99-54D4ECF273A2}"/>
              </a:ext>
            </a:extLst>
          </p:cNvPr>
          <p:cNvGrpSpPr/>
          <p:nvPr/>
        </p:nvGrpSpPr>
        <p:grpSpPr>
          <a:xfrm>
            <a:off x="376713" y="4616215"/>
            <a:ext cx="1271160" cy="867960"/>
            <a:chOff x="376713" y="4616215"/>
            <a:chExt cx="1271160" cy="867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5316E98A-58B5-0EAA-64D8-30B9D4B7D3C8}"/>
                    </a:ext>
                  </a:extLst>
                </p14:cNvPr>
                <p14:cNvContentPartPr/>
                <p14:nvPr/>
              </p14:nvContentPartPr>
              <p14:xfrm>
                <a:off x="376713" y="4812415"/>
                <a:ext cx="207360" cy="2124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5316E98A-58B5-0EAA-64D8-30B9D4B7D3C8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367713" y="4803415"/>
                  <a:ext cx="225000" cy="3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C68C7914-5CF0-8A2B-4242-0AB0E2FFB065}"/>
                    </a:ext>
                  </a:extLst>
                </p14:cNvPr>
                <p14:cNvContentPartPr/>
                <p14:nvPr/>
              </p14:nvContentPartPr>
              <p14:xfrm>
                <a:off x="832833" y="4616215"/>
                <a:ext cx="22320" cy="27180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C68C7914-5CF0-8A2B-4242-0AB0E2FFB065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824193" y="4607575"/>
                  <a:ext cx="39960" cy="28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BCEB487D-6B38-AFB4-B445-1315ECCC6B9B}"/>
                    </a:ext>
                  </a:extLst>
                </p14:cNvPr>
                <p14:cNvContentPartPr/>
                <p14:nvPr/>
              </p14:nvContentPartPr>
              <p14:xfrm>
                <a:off x="571833" y="5037415"/>
                <a:ext cx="447120" cy="5868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BCEB487D-6B38-AFB4-B445-1315ECCC6B9B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562833" y="5028415"/>
                  <a:ext cx="464760" cy="7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5DA47303-1077-5F32-3E8C-3C432DDAB1E4}"/>
                    </a:ext>
                  </a:extLst>
                </p14:cNvPr>
                <p14:cNvContentPartPr/>
                <p14:nvPr/>
              </p14:nvContentPartPr>
              <p14:xfrm>
                <a:off x="704673" y="5225335"/>
                <a:ext cx="153720" cy="25884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5DA47303-1077-5F32-3E8C-3C432DDAB1E4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695673" y="5216695"/>
                  <a:ext cx="171360" cy="27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E986F0F5-4054-67E2-F110-90537F6DC0F5}"/>
                    </a:ext>
                  </a:extLst>
                </p14:cNvPr>
                <p14:cNvContentPartPr/>
                <p14:nvPr/>
              </p14:nvContentPartPr>
              <p14:xfrm>
                <a:off x="1179513" y="4697215"/>
                <a:ext cx="52560" cy="27324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E986F0F5-4054-67E2-F110-90537F6DC0F5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1170873" y="4688215"/>
                  <a:ext cx="70200" cy="29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B6CDD647-0074-957F-81D1-263F8EBCAC0E}"/>
                    </a:ext>
                  </a:extLst>
                </p14:cNvPr>
                <p14:cNvContentPartPr/>
                <p14:nvPr/>
              </p14:nvContentPartPr>
              <p14:xfrm>
                <a:off x="1189593" y="4634935"/>
                <a:ext cx="458280" cy="49212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B6CDD647-0074-957F-81D1-263F8EBCAC0E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1180593" y="4626295"/>
                  <a:ext cx="475920" cy="509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2" name="Group 91">
            <a:extLst>
              <a:ext uri="{FF2B5EF4-FFF2-40B4-BE49-F238E27FC236}">
                <a16:creationId xmlns:a16="http://schemas.microsoft.com/office/drawing/2014/main" id="{1D118E1F-4EE8-11C4-3346-4BF896CBCCA4}"/>
              </a:ext>
            </a:extLst>
          </p:cNvPr>
          <p:cNvGrpSpPr/>
          <p:nvPr/>
        </p:nvGrpSpPr>
        <p:grpSpPr>
          <a:xfrm>
            <a:off x="2161593" y="3005215"/>
            <a:ext cx="635760" cy="2782800"/>
            <a:chOff x="2161593" y="3005215"/>
            <a:chExt cx="635760" cy="2782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084E1814-2CF6-B410-C200-98CC922F8611}"/>
                    </a:ext>
                  </a:extLst>
                </p14:cNvPr>
                <p14:cNvContentPartPr/>
                <p14:nvPr/>
              </p14:nvContentPartPr>
              <p14:xfrm>
                <a:off x="2161593" y="3005215"/>
                <a:ext cx="495000" cy="278280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084E1814-2CF6-B410-C200-98CC922F8611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2152953" y="2996215"/>
                  <a:ext cx="512640" cy="280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99B0861C-EC9E-EDD2-1580-A917DD38313F}"/>
                    </a:ext>
                  </a:extLst>
                </p14:cNvPr>
                <p14:cNvContentPartPr/>
                <p14:nvPr/>
              </p14:nvContentPartPr>
              <p14:xfrm>
                <a:off x="2761353" y="3325615"/>
                <a:ext cx="36000" cy="28152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99B0861C-EC9E-EDD2-1580-A917DD38313F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2752713" y="3316975"/>
                  <a:ext cx="53640" cy="2991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10">
            <p14:nvContentPartPr>
              <p14:cNvPr id="72" name="Ink 71">
                <a:extLst>
                  <a:ext uri="{FF2B5EF4-FFF2-40B4-BE49-F238E27FC236}">
                    <a16:creationId xmlns:a16="http://schemas.microsoft.com/office/drawing/2014/main" id="{37C54492-587D-7078-E6F8-2FE3B779A29F}"/>
                  </a:ext>
                </a:extLst>
              </p14:cNvPr>
              <p14:cNvContentPartPr/>
              <p14:nvPr/>
            </p14:nvContentPartPr>
            <p14:xfrm>
              <a:off x="3524913" y="3240655"/>
              <a:ext cx="277560" cy="289080"/>
            </p14:xfrm>
          </p:contentPart>
        </mc:Choice>
        <mc:Fallback>
          <p:pic>
            <p:nvPicPr>
              <p:cNvPr id="72" name="Ink 71">
                <a:extLst>
                  <a:ext uri="{FF2B5EF4-FFF2-40B4-BE49-F238E27FC236}">
                    <a16:creationId xmlns:a16="http://schemas.microsoft.com/office/drawing/2014/main" id="{37C54492-587D-7078-E6F8-2FE3B779A29F}"/>
                  </a:ext>
                </a:extLst>
              </p:cNvPr>
              <p:cNvPicPr/>
              <p:nvPr/>
            </p:nvPicPr>
            <p:blipFill>
              <a:blip r:embed="rId111"/>
              <a:stretch>
                <a:fillRect/>
              </a:stretch>
            </p:blipFill>
            <p:spPr>
              <a:xfrm>
                <a:off x="3516273" y="3232015"/>
                <a:ext cx="295200" cy="306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2">
            <p14:nvContentPartPr>
              <p14:cNvPr id="73" name="Ink 72">
                <a:extLst>
                  <a:ext uri="{FF2B5EF4-FFF2-40B4-BE49-F238E27FC236}">
                    <a16:creationId xmlns:a16="http://schemas.microsoft.com/office/drawing/2014/main" id="{58BA318C-A510-1C5C-F882-8700E5C516FF}"/>
                  </a:ext>
                </a:extLst>
              </p14:cNvPr>
              <p14:cNvContentPartPr/>
              <p14:nvPr/>
            </p14:nvContentPartPr>
            <p14:xfrm>
              <a:off x="4529673" y="3149575"/>
              <a:ext cx="236160" cy="270720"/>
            </p14:xfrm>
          </p:contentPart>
        </mc:Choice>
        <mc:Fallback>
          <p:pic>
            <p:nvPicPr>
              <p:cNvPr id="73" name="Ink 72">
                <a:extLst>
                  <a:ext uri="{FF2B5EF4-FFF2-40B4-BE49-F238E27FC236}">
                    <a16:creationId xmlns:a16="http://schemas.microsoft.com/office/drawing/2014/main" id="{58BA318C-A510-1C5C-F882-8700E5C516FF}"/>
                  </a:ext>
                </a:extLst>
              </p:cNvPr>
              <p:cNvPicPr/>
              <p:nvPr/>
            </p:nvPicPr>
            <p:blipFill>
              <a:blip r:embed="rId113"/>
              <a:stretch>
                <a:fillRect/>
              </a:stretch>
            </p:blipFill>
            <p:spPr>
              <a:xfrm>
                <a:off x="4520673" y="3140575"/>
                <a:ext cx="253800" cy="288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4">
            <p14:nvContentPartPr>
              <p14:cNvPr id="74" name="Ink 73">
                <a:extLst>
                  <a:ext uri="{FF2B5EF4-FFF2-40B4-BE49-F238E27FC236}">
                    <a16:creationId xmlns:a16="http://schemas.microsoft.com/office/drawing/2014/main" id="{61EE7D41-1FBB-35A4-339A-73EC2E0609B3}"/>
                  </a:ext>
                </a:extLst>
              </p14:cNvPr>
              <p14:cNvContentPartPr/>
              <p14:nvPr/>
            </p14:nvContentPartPr>
            <p14:xfrm>
              <a:off x="5249673" y="3130135"/>
              <a:ext cx="260280" cy="273240"/>
            </p14:xfrm>
          </p:contentPart>
        </mc:Choice>
        <mc:Fallback>
          <p:pic>
            <p:nvPicPr>
              <p:cNvPr id="74" name="Ink 73">
                <a:extLst>
                  <a:ext uri="{FF2B5EF4-FFF2-40B4-BE49-F238E27FC236}">
                    <a16:creationId xmlns:a16="http://schemas.microsoft.com/office/drawing/2014/main" id="{61EE7D41-1FBB-35A4-339A-73EC2E0609B3}"/>
                  </a:ext>
                </a:extLst>
              </p:cNvPr>
              <p:cNvPicPr/>
              <p:nvPr/>
            </p:nvPicPr>
            <p:blipFill>
              <a:blip r:embed="rId115"/>
              <a:stretch>
                <a:fillRect/>
              </a:stretch>
            </p:blipFill>
            <p:spPr>
              <a:xfrm>
                <a:off x="5240673" y="3121135"/>
                <a:ext cx="277920" cy="290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6">
            <p14:nvContentPartPr>
              <p14:cNvPr id="75" name="Ink 74">
                <a:extLst>
                  <a:ext uri="{FF2B5EF4-FFF2-40B4-BE49-F238E27FC236}">
                    <a16:creationId xmlns:a16="http://schemas.microsoft.com/office/drawing/2014/main" id="{AC2C4685-7896-A070-4957-4C3957C07274}"/>
                  </a:ext>
                </a:extLst>
              </p14:cNvPr>
              <p14:cNvContentPartPr/>
              <p14:nvPr/>
            </p14:nvContentPartPr>
            <p14:xfrm>
              <a:off x="2814273" y="3964615"/>
              <a:ext cx="212760" cy="293400"/>
            </p14:xfrm>
          </p:contentPart>
        </mc:Choice>
        <mc:Fallback>
          <p:pic>
            <p:nvPicPr>
              <p:cNvPr id="75" name="Ink 74">
                <a:extLst>
                  <a:ext uri="{FF2B5EF4-FFF2-40B4-BE49-F238E27FC236}">
                    <a16:creationId xmlns:a16="http://schemas.microsoft.com/office/drawing/2014/main" id="{AC2C4685-7896-A070-4957-4C3957C07274}"/>
                  </a:ext>
                </a:extLst>
              </p:cNvPr>
              <p:cNvPicPr/>
              <p:nvPr/>
            </p:nvPicPr>
            <p:blipFill>
              <a:blip r:embed="rId117"/>
              <a:stretch>
                <a:fillRect/>
              </a:stretch>
            </p:blipFill>
            <p:spPr>
              <a:xfrm>
                <a:off x="2805273" y="3955975"/>
                <a:ext cx="230400" cy="311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8">
            <p14:nvContentPartPr>
              <p14:cNvPr id="76" name="Ink 75">
                <a:extLst>
                  <a:ext uri="{FF2B5EF4-FFF2-40B4-BE49-F238E27FC236}">
                    <a16:creationId xmlns:a16="http://schemas.microsoft.com/office/drawing/2014/main" id="{1F931C00-FEF3-1674-DEEE-6B44A155E547}"/>
                  </a:ext>
                </a:extLst>
              </p14:cNvPr>
              <p14:cNvContentPartPr/>
              <p14:nvPr/>
            </p14:nvContentPartPr>
            <p14:xfrm>
              <a:off x="3757833" y="3845455"/>
              <a:ext cx="15480" cy="207720"/>
            </p14:xfrm>
          </p:contentPart>
        </mc:Choice>
        <mc:Fallback>
          <p:pic>
            <p:nvPicPr>
              <p:cNvPr id="76" name="Ink 75">
                <a:extLst>
                  <a:ext uri="{FF2B5EF4-FFF2-40B4-BE49-F238E27FC236}">
                    <a16:creationId xmlns:a16="http://schemas.microsoft.com/office/drawing/2014/main" id="{1F931C00-FEF3-1674-DEEE-6B44A155E547}"/>
                  </a:ext>
                </a:extLst>
              </p:cNvPr>
              <p:cNvPicPr/>
              <p:nvPr/>
            </p:nvPicPr>
            <p:blipFill>
              <a:blip r:embed="rId119"/>
              <a:stretch>
                <a:fillRect/>
              </a:stretch>
            </p:blipFill>
            <p:spPr>
              <a:xfrm>
                <a:off x="3748833" y="3836815"/>
                <a:ext cx="33120" cy="225360"/>
              </a:xfrm>
              <a:prstGeom prst="rect">
                <a:avLst/>
              </a:prstGeom>
            </p:spPr>
          </p:pic>
        </mc:Fallback>
      </mc:AlternateContent>
      <p:grpSp>
        <p:nvGrpSpPr>
          <p:cNvPr id="91" name="Group 90">
            <a:extLst>
              <a:ext uri="{FF2B5EF4-FFF2-40B4-BE49-F238E27FC236}">
                <a16:creationId xmlns:a16="http://schemas.microsoft.com/office/drawing/2014/main" id="{EE760B14-5681-6CA5-19B1-670596516C42}"/>
              </a:ext>
            </a:extLst>
          </p:cNvPr>
          <p:cNvGrpSpPr/>
          <p:nvPr/>
        </p:nvGrpSpPr>
        <p:grpSpPr>
          <a:xfrm>
            <a:off x="4518513" y="3800095"/>
            <a:ext cx="478800" cy="512280"/>
            <a:chOff x="4518513" y="3800095"/>
            <a:chExt cx="478800" cy="512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DA294C5F-26CC-428F-2837-E4B3196A3E2E}"/>
                    </a:ext>
                  </a:extLst>
                </p14:cNvPr>
                <p14:cNvContentPartPr/>
                <p14:nvPr/>
              </p14:nvContentPartPr>
              <p14:xfrm>
                <a:off x="4518513" y="3800095"/>
                <a:ext cx="164160" cy="23832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DA294C5F-26CC-428F-2837-E4B3196A3E2E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4509513" y="3791095"/>
                  <a:ext cx="181800" cy="25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459442AE-5765-0A36-E561-BDE7BE0DD4A8}"/>
                    </a:ext>
                  </a:extLst>
                </p14:cNvPr>
                <p14:cNvContentPartPr/>
                <p14:nvPr/>
              </p14:nvContentPartPr>
              <p14:xfrm>
                <a:off x="4687713" y="3950215"/>
                <a:ext cx="309600" cy="36216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459442AE-5765-0A36-E561-BDE7BE0DD4A8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4678713" y="3941215"/>
                  <a:ext cx="327240" cy="379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24">
            <p14:nvContentPartPr>
              <p14:cNvPr id="81" name="Ink 80">
                <a:extLst>
                  <a:ext uri="{FF2B5EF4-FFF2-40B4-BE49-F238E27FC236}">
                    <a16:creationId xmlns:a16="http://schemas.microsoft.com/office/drawing/2014/main" id="{A8C84AB5-67A9-D7F3-FAFA-BDE945E3C864}"/>
                  </a:ext>
                </a:extLst>
              </p14:cNvPr>
              <p14:cNvContentPartPr/>
              <p14:nvPr/>
            </p14:nvContentPartPr>
            <p14:xfrm>
              <a:off x="2766393" y="4810615"/>
              <a:ext cx="229680" cy="285480"/>
            </p14:xfrm>
          </p:contentPart>
        </mc:Choice>
        <mc:Fallback>
          <p:pic>
            <p:nvPicPr>
              <p:cNvPr id="81" name="Ink 80">
                <a:extLst>
                  <a:ext uri="{FF2B5EF4-FFF2-40B4-BE49-F238E27FC236}">
                    <a16:creationId xmlns:a16="http://schemas.microsoft.com/office/drawing/2014/main" id="{A8C84AB5-67A9-D7F3-FAFA-BDE945E3C864}"/>
                  </a:ext>
                </a:extLst>
              </p:cNvPr>
              <p:cNvPicPr/>
              <p:nvPr/>
            </p:nvPicPr>
            <p:blipFill>
              <a:blip r:embed="rId125"/>
              <a:stretch>
                <a:fillRect/>
              </a:stretch>
            </p:blipFill>
            <p:spPr>
              <a:xfrm>
                <a:off x="2757393" y="4801615"/>
                <a:ext cx="247320" cy="303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6">
            <p14:nvContentPartPr>
              <p14:cNvPr id="82" name="Ink 81">
                <a:extLst>
                  <a:ext uri="{FF2B5EF4-FFF2-40B4-BE49-F238E27FC236}">
                    <a16:creationId xmlns:a16="http://schemas.microsoft.com/office/drawing/2014/main" id="{81007D21-EDDD-EAB4-5552-953E7DEA5728}"/>
                  </a:ext>
                </a:extLst>
              </p14:cNvPr>
              <p14:cNvContentPartPr/>
              <p14:nvPr/>
            </p14:nvContentPartPr>
            <p14:xfrm>
              <a:off x="3552273" y="4714855"/>
              <a:ext cx="26280" cy="269280"/>
            </p14:xfrm>
          </p:contentPart>
        </mc:Choice>
        <mc:Fallback>
          <p:pic>
            <p:nvPicPr>
              <p:cNvPr id="82" name="Ink 81">
                <a:extLst>
                  <a:ext uri="{FF2B5EF4-FFF2-40B4-BE49-F238E27FC236}">
                    <a16:creationId xmlns:a16="http://schemas.microsoft.com/office/drawing/2014/main" id="{81007D21-EDDD-EAB4-5552-953E7DEA5728}"/>
                  </a:ext>
                </a:extLst>
              </p:cNvPr>
              <p:cNvPicPr/>
              <p:nvPr/>
            </p:nvPicPr>
            <p:blipFill>
              <a:blip r:embed="rId127"/>
              <a:stretch>
                <a:fillRect/>
              </a:stretch>
            </p:blipFill>
            <p:spPr>
              <a:xfrm>
                <a:off x="3543273" y="4705855"/>
                <a:ext cx="43920" cy="286920"/>
              </a:xfrm>
              <a:prstGeom prst="rect">
                <a:avLst/>
              </a:prstGeom>
            </p:spPr>
          </p:pic>
        </mc:Fallback>
      </mc:AlternateContent>
      <p:grpSp>
        <p:nvGrpSpPr>
          <p:cNvPr id="90" name="Group 89">
            <a:extLst>
              <a:ext uri="{FF2B5EF4-FFF2-40B4-BE49-F238E27FC236}">
                <a16:creationId xmlns:a16="http://schemas.microsoft.com/office/drawing/2014/main" id="{79DDD1E3-34E4-3DCE-6900-A8697F3C6E8E}"/>
              </a:ext>
            </a:extLst>
          </p:cNvPr>
          <p:cNvGrpSpPr/>
          <p:nvPr/>
        </p:nvGrpSpPr>
        <p:grpSpPr>
          <a:xfrm>
            <a:off x="4482873" y="4751935"/>
            <a:ext cx="526680" cy="590400"/>
            <a:chOff x="4482873" y="4751935"/>
            <a:chExt cx="526680" cy="590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5C591FB4-524D-98BE-5109-8BEEC9B992DE}"/>
                    </a:ext>
                  </a:extLst>
                </p14:cNvPr>
                <p14:cNvContentPartPr/>
                <p14:nvPr/>
              </p14:nvContentPartPr>
              <p14:xfrm>
                <a:off x="4482873" y="4751935"/>
                <a:ext cx="250200" cy="19440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5C591FB4-524D-98BE-5109-8BEEC9B992DE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4474233" y="4742935"/>
                  <a:ext cx="267840" cy="21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EB16BDCD-DDAD-40ED-7B84-7B6BCD0114A3}"/>
                    </a:ext>
                  </a:extLst>
                </p14:cNvPr>
                <p14:cNvContentPartPr/>
                <p14:nvPr/>
              </p14:nvContentPartPr>
              <p14:xfrm>
                <a:off x="4636953" y="4843015"/>
                <a:ext cx="372600" cy="49932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EB16BDCD-DDAD-40ED-7B84-7B6BCD0114A3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4627953" y="4834015"/>
                  <a:ext cx="390240" cy="516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9" name="Group 88">
            <a:extLst>
              <a:ext uri="{FF2B5EF4-FFF2-40B4-BE49-F238E27FC236}">
                <a16:creationId xmlns:a16="http://schemas.microsoft.com/office/drawing/2014/main" id="{01EA51A0-DBF9-1C6F-0D4A-A4183AC250B3}"/>
              </a:ext>
            </a:extLst>
          </p:cNvPr>
          <p:cNvGrpSpPr/>
          <p:nvPr/>
        </p:nvGrpSpPr>
        <p:grpSpPr>
          <a:xfrm>
            <a:off x="5515353" y="2948695"/>
            <a:ext cx="1242360" cy="2605680"/>
            <a:chOff x="5515353" y="2948695"/>
            <a:chExt cx="1242360" cy="2605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28BD18A2-4BAA-A2B5-FFD5-D5834AA2E87F}"/>
                    </a:ext>
                  </a:extLst>
                </p14:cNvPr>
                <p14:cNvContentPartPr/>
                <p14:nvPr/>
              </p14:nvContentPartPr>
              <p14:xfrm>
                <a:off x="5515353" y="3790375"/>
                <a:ext cx="514080" cy="44208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28BD18A2-4BAA-A2B5-FFD5-D5834AA2E87F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5506713" y="3781375"/>
                  <a:ext cx="531720" cy="45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4FBA4C40-AF75-C2E7-DDB5-A87AAE84ABEF}"/>
                    </a:ext>
                  </a:extLst>
                </p14:cNvPr>
                <p14:cNvContentPartPr/>
                <p14:nvPr/>
              </p14:nvContentPartPr>
              <p14:xfrm>
                <a:off x="5737473" y="4121215"/>
                <a:ext cx="328320" cy="25056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4FBA4C40-AF75-C2E7-DDB5-A87AAE84ABEF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5728833" y="4112215"/>
                  <a:ext cx="345960" cy="26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6E89A547-3C15-0259-9E80-4189F95E5A0E}"/>
                    </a:ext>
                  </a:extLst>
                </p14:cNvPr>
                <p14:cNvContentPartPr/>
                <p14:nvPr/>
              </p14:nvContentPartPr>
              <p14:xfrm>
                <a:off x="5791833" y="4733215"/>
                <a:ext cx="11520" cy="27576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6E89A547-3C15-0259-9E80-4189F95E5A0E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5783193" y="4724575"/>
                  <a:ext cx="29160" cy="29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C606241F-15A2-9E97-106C-AF828DF861E1}"/>
                    </a:ext>
                  </a:extLst>
                </p14:cNvPr>
                <p14:cNvContentPartPr/>
                <p14:nvPr/>
              </p14:nvContentPartPr>
              <p14:xfrm>
                <a:off x="5860233" y="4753375"/>
                <a:ext cx="324000" cy="45648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C606241F-15A2-9E97-106C-AF828DF861E1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5851593" y="4744375"/>
                  <a:ext cx="341640" cy="47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5794C659-D62D-1469-520A-EA920A4D3A3F}"/>
                    </a:ext>
                  </a:extLst>
                </p14:cNvPr>
                <p14:cNvContentPartPr/>
                <p14:nvPr/>
              </p14:nvContentPartPr>
              <p14:xfrm>
                <a:off x="5961033" y="5176735"/>
                <a:ext cx="290160" cy="27072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5794C659-D62D-1469-520A-EA920A4D3A3F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5952393" y="5167735"/>
                  <a:ext cx="307800" cy="28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DD8B7FEE-DD86-8BAF-6E79-099CC5F9FEEA}"/>
                    </a:ext>
                  </a:extLst>
                </p14:cNvPr>
                <p14:cNvContentPartPr/>
                <p14:nvPr/>
              </p14:nvContentPartPr>
              <p14:xfrm>
                <a:off x="6081273" y="2948695"/>
                <a:ext cx="676440" cy="260568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DD8B7FEE-DD86-8BAF-6E79-099CC5F9FEEA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6072273" y="2940055"/>
                  <a:ext cx="694080" cy="26233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44">
            <p14:nvContentPartPr>
              <p14:cNvPr id="93" name="Ink 92">
                <a:extLst>
                  <a:ext uri="{FF2B5EF4-FFF2-40B4-BE49-F238E27FC236}">
                    <a16:creationId xmlns:a16="http://schemas.microsoft.com/office/drawing/2014/main" id="{C90843FC-06F2-976B-E74A-A37C070BCEF4}"/>
                  </a:ext>
                </a:extLst>
              </p14:cNvPr>
              <p14:cNvContentPartPr/>
              <p14:nvPr/>
            </p14:nvContentPartPr>
            <p14:xfrm>
              <a:off x="7140393" y="4032295"/>
              <a:ext cx="478440" cy="136080"/>
            </p14:xfrm>
          </p:contentPart>
        </mc:Choice>
        <mc:Fallback>
          <p:pic>
            <p:nvPicPr>
              <p:cNvPr id="93" name="Ink 92">
                <a:extLst>
                  <a:ext uri="{FF2B5EF4-FFF2-40B4-BE49-F238E27FC236}">
                    <a16:creationId xmlns:a16="http://schemas.microsoft.com/office/drawing/2014/main" id="{C90843FC-06F2-976B-E74A-A37C070BCEF4}"/>
                  </a:ext>
                </a:extLst>
              </p:cNvPr>
              <p:cNvPicPr/>
              <p:nvPr/>
            </p:nvPicPr>
            <p:blipFill>
              <a:blip r:embed="rId145"/>
              <a:stretch>
                <a:fillRect/>
              </a:stretch>
            </p:blipFill>
            <p:spPr>
              <a:xfrm>
                <a:off x="7131393" y="4023295"/>
                <a:ext cx="496080" cy="153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6">
            <p14:nvContentPartPr>
              <p14:cNvPr id="94" name="Ink 93">
                <a:extLst>
                  <a:ext uri="{FF2B5EF4-FFF2-40B4-BE49-F238E27FC236}">
                    <a16:creationId xmlns:a16="http://schemas.microsoft.com/office/drawing/2014/main" id="{CED77A3C-492C-AAE8-9F2A-AFEE1590DF22}"/>
                  </a:ext>
                </a:extLst>
              </p14:cNvPr>
              <p14:cNvContentPartPr/>
              <p14:nvPr/>
            </p14:nvContentPartPr>
            <p14:xfrm>
              <a:off x="3557673" y="4001695"/>
              <a:ext cx="1440" cy="3240"/>
            </p14:xfrm>
          </p:contentPart>
        </mc:Choice>
        <mc:Fallback>
          <p:pic>
            <p:nvPicPr>
              <p:cNvPr id="94" name="Ink 93">
                <a:extLst>
                  <a:ext uri="{FF2B5EF4-FFF2-40B4-BE49-F238E27FC236}">
                    <a16:creationId xmlns:a16="http://schemas.microsoft.com/office/drawing/2014/main" id="{CED77A3C-492C-AAE8-9F2A-AFEE1590DF22}"/>
                  </a:ext>
                </a:extLst>
              </p:cNvPr>
              <p:cNvPicPr/>
              <p:nvPr/>
            </p:nvPicPr>
            <p:blipFill>
              <a:blip r:embed="rId147"/>
              <a:stretch>
                <a:fillRect/>
              </a:stretch>
            </p:blipFill>
            <p:spPr>
              <a:xfrm>
                <a:off x="3548673" y="3993055"/>
                <a:ext cx="19080" cy="20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8">
            <p14:nvContentPartPr>
              <p14:cNvPr id="95" name="Ink 94">
                <a:extLst>
                  <a:ext uri="{FF2B5EF4-FFF2-40B4-BE49-F238E27FC236}">
                    <a16:creationId xmlns:a16="http://schemas.microsoft.com/office/drawing/2014/main" id="{688E14EB-A50B-D4F8-460C-1F8FA3BC88E6}"/>
                  </a:ext>
                </a:extLst>
              </p14:cNvPr>
              <p14:cNvContentPartPr/>
              <p14:nvPr/>
            </p14:nvContentPartPr>
            <p14:xfrm>
              <a:off x="3543993" y="4862815"/>
              <a:ext cx="360" cy="360"/>
            </p14:xfrm>
          </p:contentPart>
        </mc:Choice>
        <mc:Fallback>
          <p:pic>
            <p:nvPicPr>
              <p:cNvPr id="95" name="Ink 94">
                <a:extLst>
                  <a:ext uri="{FF2B5EF4-FFF2-40B4-BE49-F238E27FC236}">
                    <a16:creationId xmlns:a16="http://schemas.microsoft.com/office/drawing/2014/main" id="{688E14EB-A50B-D4F8-460C-1F8FA3BC88E6}"/>
                  </a:ext>
                </a:extLst>
              </p:cNvPr>
              <p:cNvPicPr/>
              <p:nvPr/>
            </p:nvPicPr>
            <p:blipFill>
              <a:blip r:embed="rId147"/>
              <a:stretch>
                <a:fillRect/>
              </a:stretch>
            </p:blipFill>
            <p:spPr>
              <a:xfrm>
                <a:off x="3534993" y="4854175"/>
                <a:ext cx="18000" cy="18000"/>
              </a:xfrm>
              <a:prstGeom prst="rect">
                <a:avLst/>
              </a:prstGeom>
            </p:spPr>
          </p:pic>
        </mc:Fallback>
      </mc:AlternateContent>
      <p:grpSp>
        <p:nvGrpSpPr>
          <p:cNvPr id="115" name="Group 114">
            <a:extLst>
              <a:ext uri="{FF2B5EF4-FFF2-40B4-BE49-F238E27FC236}">
                <a16:creationId xmlns:a16="http://schemas.microsoft.com/office/drawing/2014/main" id="{AE3E5CBC-22C7-C348-5564-5E18352DCE1D}"/>
              </a:ext>
            </a:extLst>
          </p:cNvPr>
          <p:cNvGrpSpPr/>
          <p:nvPr/>
        </p:nvGrpSpPr>
        <p:grpSpPr>
          <a:xfrm>
            <a:off x="6916113" y="2935015"/>
            <a:ext cx="1824120" cy="2547360"/>
            <a:chOff x="6916113" y="2935015"/>
            <a:chExt cx="1824120" cy="2547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9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E91D32E4-4084-5779-A93B-4B5588C7D61B}"/>
                    </a:ext>
                  </a:extLst>
                </p14:cNvPr>
                <p14:cNvContentPartPr/>
                <p14:nvPr/>
              </p14:nvContentPartPr>
              <p14:xfrm>
                <a:off x="8023833" y="2935015"/>
                <a:ext cx="611280" cy="254736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E91D32E4-4084-5779-A93B-4B5588C7D61B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8014833" y="2926375"/>
                  <a:ext cx="628920" cy="256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1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1A3581FA-CFDD-3BC4-1A04-D200886967B3}"/>
                    </a:ext>
                  </a:extLst>
                </p14:cNvPr>
                <p14:cNvContentPartPr/>
                <p14:nvPr/>
              </p14:nvContentPartPr>
              <p14:xfrm>
                <a:off x="6916113" y="3295735"/>
                <a:ext cx="22320" cy="258480"/>
              </p14:xfrm>
            </p:contentPart>
          </mc:Choice>
          <mc:Fallback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1A3581FA-CFDD-3BC4-1A04-D200886967B3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6907113" y="3287095"/>
                  <a:ext cx="39960" cy="27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3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5EE95CA0-EC7F-D5BD-11DB-5F4CFDF0DFCE}"/>
                    </a:ext>
                  </a:extLst>
                </p14:cNvPr>
                <p14:cNvContentPartPr/>
                <p14:nvPr/>
              </p14:nvContentPartPr>
              <p14:xfrm>
                <a:off x="6921873" y="3199615"/>
                <a:ext cx="140040" cy="282240"/>
              </p14:xfrm>
            </p:contentPart>
          </mc:Choice>
          <mc:Fallback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5EE95CA0-EC7F-D5BD-11DB-5F4CFDF0DFCE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6913233" y="3190975"/>
                  <a:ext cx="157680" cy="29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5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A0E2579F-D1DB-3DDE-7DD8-156F1580116E}"/>
                    </a:ext>
                  </a:extLst>
                </p14:cNvPr>
                <p14:cNvContentPartPr/>
                <p14:nvPr/>
              </p14:nvContentPartPr>
              <p14:xfrm>
                <a:off x="7070913" y="3402655"/>
                <a:ext cx="108000" cy="20700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A0E2579F-D1DB-3DDE-7DD8-156F1580116E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7062273" y="3394015"/>
                  <a:ext cx="125640" cy="22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7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B9F5F49B-A515-5824-2ACC-BCDC3CE372EE}"/>
                    </a:ext>
                  </a:extLst>
                </p14:cNvPr>
                <p14:cNvContentPartPr/>
                <p14:nvPr/>
              </p14:nvContentPartPr>
              <p14:xfrm>
                <a:off x="7254873" y="3408055"/>
                <a:ext cx="102960" cy="11880"/>
              </p14:xfrm>
            </p:contentPart>
          </mc:Choice>
          <mc:Fallback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B9F5F49B-A515-5824-2ACC-BCDC3CE372EE}"/>
                    </a:ext>
                  </a:extLst>
                </p:cNvPr>
                <p:cNvPicPr/>
                <p:nvPr/>
              </p:nvPicPr>
              <p:blipFill>
                <a:blip r:embed="rId158"/>
                <a:stretch>
                  <a:fillRect/>
                </a:stretch>
              </p:blipFill>
              <p:spPr>
                <a:xfrm>
                  <a:off x="7246233" y="3399055"/>
                  <a:ext cx="120600" cy="2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9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344DF510-8193-70EC-0DDC-4C09FE1D52C2}"/>
                    </a:ext>
                  </a:extLst>
                </p14:cNvPr>
                <p14:cNvContentPartPr/>
                <p14:nvPr/>
              </p14:nvContentPartPr>
              <p14:xfrm>
                <a:off x="7433793" y="3232735"/>
                <a:ext cx="375480" cy="400320"/>
              </p14:xfrm>
            </p:contentPart>
          </mc:Choice>
          <mc:Fallback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344DF510-8193-70EC-0DDC-4C09FE1D52C2}"/>
                    </a:ext>
                  </a:extLst>
                </p:cNvPr>
                <p:cNvPicPr/>
                <p:nvPr/>
              </p:nvPicPr>
              <p:blipFill>
                <a:blip r:embed="rId160"/>
                <a:stretch>
                  <a:fillRect/>
                </a:stretch>
              </p:blipFill>
              <p:spPr>
                <a:xfrm>
                  <a:off x="7424793" y="3224095"/>
                  <a:ext cx="393120" cy="41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1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03296ABA-08F5-498E-B159-29C63BEAF0C8}"/>
                    </a:ext>
                  </a:extLst>
                </p14:cNvPr>
                <p14:cNvContentPartPr/>
                <p14:nvPr/>
              </p14:nvContentPartPr>
              <p14:xfrm>
                <a:off x="8706033" y="3304375"/>
                <a:ext cx="34200" cy="322560"/>
              </p14:xfrm>
            </p:contentPart>
          </mc:Choice>
          <mc:Fallback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03296ABA-08F5-498E-B159-29C63BEAF0C8}"/>
                    </a:ext>
                  </a:extLst>
                </p:cNvPr>
                <p:cNvPicPr/>
                <p:nvPr/>
              </p:nvPicPr>
              <p:blipFill>
                <a:blip r:embed="rId162"/>
                <a:stretch>
                  <a:fillRect/>
                </a:stretch>
              </p:blipFill>
              <p:spPr>
                <a:xfrm>
                  <a:off x="8697393" y="3295375"/>
                  <a:ext cx="51840" cy="3402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63">
            <p14:nvContentPartPr>
              <p14:cNvPr id="103" name="Ink 102">
                <a:extLst>
                  <a:ext uri="{FF2B5EF4-FFF2-40B4-BE49-F238E27FC236}">
                    <a16:creationId xmlns:a16="http://schemas.microsoft.com/office/drawing/2014/main" id="{76BED3BE-DBB3-A4A4-1849-E70B4E835074}"/>
                  </a:ext>
                </a:extLst>
              </p14:cNvPr>
              <p14:cNvContentPartPr/>
              <p14:nvPr/>
            </p14:nvContentPartPr>
            <p14:xfrm>
              <a:off x="9157473" y="3338935"/>
              <a:ext cx="223200" cy="278640"/>
            </p14:xfrm>
          </p:contentPart>
        </mc:Choice>
        <mc:Fallback>
          <p:pic>
            <p:nvPicPr>
              <p:cNvPr id="103" name="Ink 102">
                <a:extLst>
                  <a:ext uri="{FF2B5EF4-FFF2-40B4-BE49-F238E27FC236}">
                    <a16:creationId xmlns:a16="http://schemas.microsoft.com/office/drawing/2014/main" id="{76BED3BE-DBB3-A4A4-1849-E70B4E835074}"/>
                  </a:ext>
                </a:extLst>
              </p:cNvPr>
              <p:cNvPicPr/>
              <p:nvPr/>
            </p:nvPicPr>
            <p:blipFill>
              <a:blip r:embed="rId164"/>
              <a:stretch>
                <a:fillRect/>
              </a:stretch>
            </p:blipFill>
            <p:spPr>
              <a:xfrm>
                <a:off x="9148473" y="3330295"/>
                <a:ext cx="240840" cy="296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5">
            <p14:nvContentPartPr>
              <p14:cNvPr id="104" name="Ink 103">
                <a:extLst>
                  <a:ext uri="{FF2B5EF4-FFF2-40B4-BE49-F238E27FC236}">
                    <a16:creationId xmlns:a16="http://schemas.microsoft.com/office/drawing/2014/main" id="{871EE022-69BD-5583-0ED7-046C1FD04D91}"/>
                  </a:ext>
                </a:extLst>
              </p14:cNvPr>
              <p14:cNvContentPartPr/>
              <p14:nvPr/>
            </p14:nvContentPartPr>
            <p14:xfrm>
              <a:off x="9814833" y="3288175"/>
              <a:ext cx="238680" cy="310320"/>
            </p14:xfrm>
          </p:contentPart>
        </mc:Choice>
        <mc:Fallback>
          <p:pic>
            <p:nvPicPr>
              <p:cNvPr id="104" name="Ink 103">
                <a:extLst>
                  <a:ext uri="{FF2B5EF4-FFF2-40B4-BE49-F238E27FC236}">
                    <a16:creationId xmlns:a16="http://schemas.microsoft.com/office/drawing/2014/main" id="{871EE022-69BD-5583-0ED7-046C1FD04D91}"/>
                  </a:ext>
                </a:extLst>
              </p:cNvPr>
              <p:cNvPicPr/>
              <p:nvPr/>
            </p:nvPicPr>
            <p:blipFill>
              <a:blip r:embed="rId166"/>
              <a:stretch>
                <a:fillRect/>
              </a:stretch>
            </p:blipFill>
            <p:spPr>
              <a:xfrm>
                <a:off x="9806193" y="3279175"/>
                <a:ext cx="256320" cy="327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7">
            <p14:nvContentPartPr>
              <p14:cNvPr id="105" name="Ink 104">
                <a:extLst>
                  <a:ext uri="{FF2B5EF4-FFF2-40B4-BE49-F238E27FC236}">
                    <a16:creationId xmlns:a16="http://schemas.microsoft.com/office/drawing/2014/main" id="{A3EEC9AA-E91F-D4D7-2C55-46A90367869E}"/>
                  </a:ext>
                </a:extLst>
              </p14:cNvPr>
              <p14:cNvContentPartPr/>
              <p14:nvPr/>
            </p14:nvContentPartPr>
            <p14:xfrm>
              <a:off x="10435473" y="3300415"/>
              <a:ext cx="307800" cy="287280"/>
            </p14:xfrm>
          </p:contentPart>
        </mc:Choice>
        <mc:Fallback>
          <p:pic>
            <p:nvPicPr>
              <p:cNvPr id="105" name="Ink 104">
                <a:extLst>
                  <a:ext uri="{FF2B5EF4-FFF2-40B4-BE49-F238E27FC236}">
                    <a16:creationId xmlns:a16="http://schemas.microsoft.com/office/drawing/2014/main" id="{A3EEC9AA-E91F-D4D7-2C55-46A90367869E}"/>
                  </a:ext>
                </a:extLst>
              </p:cNvPr>
              <p:cNvPicPr/>
              <p:nvPr/>
            </p:nvPicPr>
            <p:blipFill>
              <a:blip r:embed="rId168"/>
              <a:stretch>
                <a:fillRect/>
              </a:stretch>
            </p:blipFill>
            <p:spPr>
              <a:xfrm>
                <a:off x="10426833" y="3291775"/>
                <a:ext cx="325440" cy="304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9">
            <p14:nvContentPartPr>
              <p14:cNvPr id="106" name="Ink 105">
                <a:extLst>
                  <a:ext uri="{FF2B5EF4-FFF2-40B4-BE49-F238E27FC236}">
                    <a16:creationId xmlns:a16="http://schemas.microsoft.com/office/drawing/2014/main" id="{0A1CB953-1CA3-0E57-46DA-BDFBB222744A}"/>
                  </a:ext>
                </a:extLst>
              </p14:cNvPr>
              <p14:cNvContentPartPr/>
              <p14:nvPr/>
            </p14:nvContentPartPr>
            <p14:xfrm>
              <a:off x="8615673" y="3973615"/>
              <a:ext cx="690840" cy="292320"/>
            </p14:xfrm>
          </p:contentPart>
        </mc:Choice>
        <mc:Fallback>
          <p:pic>
            <p:nvPicPr>
              <p:cNvPr id="106" name="Ink 105">
                <a:extLst>
                  <a:ext uri="{FF2B5EF4-FFF2-40B4-BE49-F238E27FC236}">
                    <a16:creationId xmlns:a16="http://schemas.microsoft.com/office/drawing/2014/main" id="{0A1CB953-1CA3-0E57-46DA-BDFBB222744A}"/>
                  </a:ext>
                </a:extLst>
              </p:cNvPr>
              <p:cNvPicPr/>
              <p:nvPr/>
            </p:nvPicPr>
            <p:blipFill>
              <a:blip r:embed="rId170"/>
              <a:stretch>
                <a:fillRect/>
              </a:stretch>
            </p:blipFill>
            <p:spPr>
              <a:xfrm>
                <a:off x="8607033" y="3964975"/>
                <a:ext cx="708480" cy="309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1">
            <p14:nvContentPartPr>
              <p14:cNvPr id="107" name="Ink 106">
                <a:extLst>
                  <a:ext uri="{FF2B5EF4-FFF2-40B4-BE49-F238E27FC236}">
                    <a16:creationId xmlns:a16="http://schemas.microsoft.com/office/drawing/2014/main" id="{83BFFE3F-B09A-8C5D-FF35-831B300C2EEE}"/>
                  </a:ext>
                </a:extLst>
              </p14:cNvPr>
              <p14:cNvContentPartPr/>
              <p14:nvPr/>
            </p14:nvContentPartPr>
            <p14:xfrm>
              <a:off x="9725193" y="3912055"/>
              <a:ext cx="323280" cy="417240"/>
            </p14:xfrm>
          </p:contentPart>
        </mc:Choice>
        <mc:Fallback>
          <p:pic>
            <p:nvPicPr>
              <p:cNvPr id="107" name="Ink 106">
                <a:extLst>
                  <a:ext uri="{FF2B5EF4-FFF2-40B4-BE49-F238E27FC236}">
                    <a16:creationId xmlns:a16="http://schemas.microsoft.com/office/drawing/2014/main" id="{83BFFE3F-B09A-8C5D-FF35-831B300C2EEE}"/>
                  </a:ext>
                </a:extLst>
              </p:cNvPr>
              <p:cNvPicPr/>
              <p:nvPr/>
            </p:nvPicPr>
            <p:blipFill>
              <a:blip r:embed="rId172"/>
              <a:stretch>
                <a:fillRect/>
              </a:stretch>
            </p:blipFill>
            <p:spPr>
              <a:xfrm>
                <a:off x="9716553" y="3903055"/>
                <a:ext cx="340920" cy="434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3">
            <p14:nvContentPartPr>
              <p14:cNvPr id="110" name="Ink 109">
                <a:extLst>
                  <a:ext uri="{FF2B5EF4-FFF2-40B4-BE49-F238E27FC236}">
                    <a16:creationId xmlns:a16="http://schemas.microsoft.com/office/drawing/2014/main" id="{E92BCDB3-E862-8374-F42C-D50057D2B046}"/>
                  </a:ext>
                </a:extLst>
              </p14:cNvPr>
              <p14:cNvContentPartPr/>
              <p14:nvPr/>
            </p14:nvContentPartPr>
            <p14:xfrm>
              <a:off x="8640513" y="4804135"/>
              <a:ext cx="752400" cy="269280"/>
            </p14:xfrm>
          </p:contentPart>
        </mc:Choice>
        <mc:Fallback>
          <p:pic>
            <p:nvPicPr>
              <p:cNvPr id="110" name="Ink 109">
                <a:extLst>
                  <a:ext uri="{FF2B5EF4-FFF2-40B4-BE49-F238E27FC236}">
                    <a16:creationId xmlns:a16="http://schemas.microsoft.com/office/drawing/2014/main" id="{E92BCDB3-E862-8374-F42C-D50057D2B046}"/>
                  </a:ext>
                </a:extLst>
              </p:cNvPr>
              <p:cNvPicPr/>
              <p:nvPr/>
            </p:nvPicPr>
            <p:blipFill>
              <a:blip r:embed="rId174"/>
              <a:stretch>
                <a:fillRect/>
              </a:stretch>
            </p:blipFill>
            <p:spPr>
              <a:xfrm>
                <a:off x="8631873" y="4795135"/>
                <a:ext cx="770040" cy="286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5">
            <p14:nvContentPartPr>
              <p14:cNvPr id="111" name="Ink 110">
                <a:extLst>
                  <a:ext uri="{FF2B5EF4-FFF2-40B4-BE49-F238E27FC236}">
                    <a16:creationId xmlns:a16="http://schemas.microsoft.com/office/drawing/2014/main" id="{8A6EBF50-BC81-81D1-DA71-02FE21D6A840}"/>
                  </a:ext>
                </a:extLst>
              </p14:cNvPr>
              <p14:cNvContentPartPr/>
              <p14:nvPr/>
            </p14:nvContentPartPr>
            <p14:xfrm>
              <a:off x="9884313" y="4802695"/>
              <a:ext cx="219960" cy="259200"/>
            </p14:xfrm>
          </p:contentPart>
        </mc:Choice>
        <mc:Fallback>
          <p:pic>
            <p:nvPicPr>
              <p:cNvPr id="111" name="Ink 110">
                <a:extLst>
                  <a:ext uri="{FF2B5EF4-FFF2-40B4-BE49-F238E27FC236}">
                    <a16:creationId xmlns:a16="http://schemas.microsoft.com/office/drawing/2014/main" id="{8A6EBF50-BC81-81D1-DA71-02FE21D6A840}"/>
                  </a:ext>
                </a:extLst>
              </p:cNvPr>
              <p:cNvPicPr/>
              <p:nvPr/>
            </p:nvPicPr>
            <p:blipFill>
              <a:blip r:embed="rId176"/>
              <a:stretch>
                <a:fillRect/>
              </a:stretch>
            </p:blipFill>
            <p:spPr>
              <a:xfrm>
                <a:off x="9875313" y="4793695"/>
                <a:ext cx="237600" cy="276840"/>
              </a:xfrm>
              <a:prstGeom prst="rect">
                <a:avLst/>
              </a:prstGeom>
            </p:spPr>
          </p:pic>
        </mc:Fallback>
      </mc:AlternateContent>
      <p:grpSp>
        <p:nvGrpSpPr>
          <p:cNvPr id="114" name="Group 113">
            <a:extLst>
              <a:ext uri="{FF2B5EF4-FFF2-40B4-BE49-F238E27FC236}">
                <a16:creationId xmlns:a16="http://schemas.microsoft.com/office/drawing/2014/main" id="{A3927CF3-06B7-15BC-63E7-26D62C3E6868}"/>
              </a:ext>
            </a:extLst>
          </p:cNvPr>
          <p:cNvGrpSpPr/>
          <p:nvPr/>
        </p:nvGrpSpPr>
        <p:grpSpPr>
          <a:xfrm>
            <a:off x="10438713" y="3021415"/>
            <a:ext cx="816480" cy="2400840"/>
            <a:chOff x="10438713" y="3021415"/>
            <a:chExt cx="816480" cy="2400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7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2E1DFB59-3483-4877-8309-195671F5B195}"/>
                    </a:ext>
                  </a:extLst>
                </p14:cNvPr>
                <p14:cNvContentPartPr/>
                <p14:nvPr/>
              </p14:nvContentPartPr>
              <p14:xfrm>
                <a:off x="10438713" y="3903415"/>
                <a:ext cx="351360" cy="388800"/>
              </p14:xfrm>
            </p:contentPart>
          </mc:Choice>
          <mc:Fallback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2E1DFB59-3483-4877-8309-195671F5B195}"/>
                    </a:ext>
                  </a:extLst>
                </p:cNvPr>
                <p:cNvPicPr/>
                <p:nvPr/>
              </p:nvPicPr>
              <p:blipFill>
                <a:blip r:embed="rId178"/>
                <a:stretch>
                  <a:fillRect/>
                </a:stretch>
              </p:blipFill>
              <p:spPr>
                <a:xfrm>
                  <a:off x="10430073" y="3894775"/>
                  <a:ext cx="369000" cy="40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9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C75F78D9-FB72-9DD6-D281-CB07784686A1}"/>
                    </a:ext>
                  </a:extLst>
                </p14:cNvPr>
                <p14:cNvContentPartPr/>
                <p14:nvPr/>
              </p14:nvContentPartPr>
              <p14:xfrm>
                <a:off x="10714113" y="4142815"/>
                <a:ext cx="195120" cy="216360"/>
              </p14:xfrm>
            </p:contentPart>
          </mc:Choice>
          <mc:Fallback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C75F78D9-FB72-9DD6-D281-CB07784686A1}"/>
                    </a:ext>
                  </a:extLst>
                </p:cNvPr>
                <p:cNvPicPr/>
                <p:nvPr/>
              </p:nvPicPr>
              <p:blipFill>
                <a:blip r:embed="rId180"/>
                <a:stretch>
                  <a:fillRect/>
                </a:stretch>
              </p:blipFill>
              <p:spPr>
                <a:xfrm>
                  <a:off x="10705113" y="4133815"/>
                  <a:ext cx="212760" cy="23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1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415BA436-0B10-4CE0-FA27-E9F3C32812AA}"/>
                    </a:ext>
                  </a:extLst>
                </p14:cNvPr>
                <p14:cNvContentPartPr/>
                <p14:nvPr/>
              </p14:nvContentPartPr>
              <p14:xfrm>
                <a:off x="10545273" y="4753735"/>
                <a:ext cx="370800" cy="199800"/>
              </p14:xfrm>
            </p:contentPart>
          </mc:Choice>
          <mc:Fallback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415BA436-0B10-4CE0-FA27-E9F3C32812AA}"/>
                    </a:ext>
                  </a:extLst>
                </p:cNvPr>
                <p:cNvPicPr/>
                <p:nvPr/>
              </p:nvPicPr>
              <p:blipFill>
                <a:blip r:embed="rId182"/>
                <a:stretch>
                  <a:fillRect/>
                </a:stretch>
              </p:blipFill>
              <p:spPr>
                <a:xfrm>
                  <a:off x="10536633" y="4745095"/>
                  <a:ext cx="388440" cy="21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3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E2757DA9-728C-D208-6BF9-3884B1A72DF0}"/>
                    </a:ext>
                  </a:extLst>
                </p14:cNvPr>
                <p14:cNvContentPartPr/>
                <p14:nvPr/>
              </p14:nvContentPartPr>
              <p14:xfrm>
                <a:off x="11005713" y="3021415"/>
                <a:ext cx="249480" cy="2400840"/>
              </p14:xfrm>
            </p:contentPart>
          </mc:Choice>
          <mc:Fallback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E2757DA9-728C-D208-6BF9-3884B1A72DF0}"/>
                    </a:ext>
                  </a:extLst>
                </p:cNvPr>
                <p:cNvPicPr/>
                <p:nvPr/>
              </p:nvPicPr>
              <p:blipFill>
                <a:blip r:embed="rId184"/>
                <a:stretch>
                  <a:fillRect/>
                </a:stretch>
              </p:blipFill>
              <p:spPr>
                <a:xfrm>
                  <a:off x="10996713" y="3012415"/>
                  <a:ext cx="267120" cy="24184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85">
            <p14:nvContentPartPr>
              <p14:cNvPr id="116" name="Ink 115">
                <a:extLst>
                  <a:ext uri="{FF2B5EF4-FFF2-40B4-BE49-F238E27FC236}">
                    <a16:creationId xmlns:a16="http://schemas.microsoft.com/office/drawing/2014/main" id="{39EFD4F0-B8C3-7856-E9E4-53D037CFA6C4}"/>
                  </a:ext>
                </a:extLst>
              </p14:cNvPr>
              <p14:cNvContentPartPr/>
              <p14:nvPr/>
            </p14:nvContentPartPr>
            <p14:xfrm>
              <a:off x="2904273" y="2213215"/>
              <a:ext cx="3960" cy="1800"/>
            </p14:xfrm>
          </p:contentPart>
        </mc:Choice>
        <mc:Fallback>
          <p:pic>
            <p:nvPicPr>
              <p:cNvPr id="116" name="Ink 115">
                <a:extLst>
                  <a:ext uri="{FF2B5EF4-FFF2-40B4-BE49-F238E27FC236}">
                    <a16:creationId xmlns:a16="http://schemas.microsoft.com/office/drawing/2014/main" id="{39EFD4F0-B8C3-7856-E9E4-53D037CFA6C4}"/>
                  </a:ext>
                </a:extLst>
              </p:cNvPr>
              <p:cNvPicPr/>
              <p:nvPr/>
            </p:nvPicPr>
            <p:blipFill>
              <a:blip r:embed="rId147"/>
              <a:stretch>
                <a:fillRect/>
              </a:stretch>
            </p:blipFill>
            <p:spPr>
              <a:xfrm>
                <a:off x="2895273" y="2204215"/>
                <a:ext cx="21600" cy="19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6">
            <p14:nvContentPartPr>
              <p14:cNvPr id="117" name="Ink 116">
                <a:extLst>
                  <a:ext uri="{FF2B5EF4-FFF2-40B4-BE49-F238E27FC236}">
                    <a16:creationId xmlns:a16="http://schemas.microsoft.com/office/drawing/2014/main" id="{43716884-233F-538E-4113-FF20E7FFBD0D}"/>
                  </a:ext>
                </a:extLst>
              </p14:cNvPr>
              <p14:cNvContentPartPr/>
              <p14:nvPr/>
            </p14:nvContentPartPr>
            <p14:xfrm>
              <a:off x="2973753" y="1832335"/>
              <a:ext cx="360" cy="360"/>
            </p14:xfrm>
          </p:contentPart>
        </mc:Choice>
        <mc:Fallback>
          <p:pic>
            <p:nvPicPr>
              <p:cNvPr id="117" name="Ink 116">
                <a:extLst>
                  <a:ext uri="{FF2B5EF4-FFF2-40B4-BE49-F238E27FC236}">
                    <a16:creationId xmlns:a16="http://schemas.microsoft.com/office/drawing/2014/main" id="{43716884-233F-538E-4113-FF20E7FFBD0D}"/>
                  </a:ext>
                </a:extLst>
              </p:cNvPr>
              <p:cNvPicPr/>
              <p:nvPr/>
            </p:nvPicPr>
            <p:blipFill>
              <a:blip r:embed="rId147"/>
              <a:stretch>
                <a:fillRect/>
              </a:stretch>
            </p:blipFill>
            <p:spPr>
              <a:xfrm>
                <a:off x="2964753" y="1823695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7">
            <p14:nvContentPartPr>
              <p14:cNvPr id="118" name="Ink 117">
                <a:extLst>
                  <a:ext uri="{FF2B5EF4-FFF2-40B4-BE49-F238E27FC236}">
                    <a16:creationId xmlns:a16="http://schemas.microsoft.com/office/drawing/2014/main" id="{A3291EB7-8F12-EA7A-E897-E66CC434870F}"/>
                  </a:ext>
                </a:extLst>
              </p14:cNvPr>
              <p14:cNvContentPartPr/>
              <p14:nvPr/>
            </p14:nvContentPartPr>
            <p14:xfrm>
              <a:off x="5680953" y="515815"/>
              <a:ext cx="8640" cy="14760"/>
            </p14:xfrm>
          </p:contentPart>
        </mc:Choice>
        <mc:Fallback>
          <p:pic>
            <p:nvPicPr>
              <p:cNvPr id="118" name="Ink 117">
                <a:extLst>
                  <a:ext uri="{FF2B5EF4-FFF2-40B4-BE49-F238E27FC236}">
                    <a16:creationId xmlns:a16="http://schemas.microsoft.com/office/drawing/2014/main" id="{A3291EB7-8F12-EA7A-E897-E66CC434870F}"/>
                  </a:ext>
                </a:extLst>
              </p:cNvPr>
              <p:cNvPicPr/>
              <p:nvPr/>
            </p:nvPicPr>
            <p:blipFill>
              <a:blip r:embed="rId188"/>
              <a:stretch>
                <a:fillRect/>
              </a:stretch>
            </p:blipFill>
            <p:spPr>
              <a:xfrm>
                <a:off x="5671953" y="506815"/>
                <a:ext cx="26280" cy="32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3965825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Group 26">
            <a:extLst>
              <a:ext uri="{FF2B5EF4-FFF2-40B4-BE49-F238E27FC236}">
                <a16:creationId xmlns:a16="http://schemas.microsoft.com/office/drawing/2014/main" id="{00A7C677-CCD3-E9DB-3F5E-B15748BAF562}"/>
              </a:ext>
            </a:extLst>
          </p:cNvPr>
          <p:cNvGrpSpPr/>
          <p:nvPr/>
        </p:nvGrpSpPr>
        <p:grpSpPr>
          <a:xfrm>
            <a:off x="429273" y="254455"/>
            <a:ext cx="904680" cy="625680"/>
            <a:chOff x="429273" y="254455"/>
            <a:chExt cx="904680" cy="625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89C6CE6F-6FF3-7788-F19A-C00675DC8A96}"/>
                    </a:ext>
                  </a:extLst>
                </p14:cNvPr>
                <p14:cNvContentPartPr/>
                <p14:nvPr/>
              </p14:nvContentPartPr>
              <p14:xfrm>
                <a:off x="429273" y="254455"/>
                <a:ext cx="227160" cy="36036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89C6CE6F-6FF3-7788-F19A-C00675DC8A96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420633" y="245815"/>
                  <a:ext cx="244800" cy="37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0BDAEFD9-22B6-5F87-9288-6789BCCCCE73}"/>
                    </a:ext>
                  </a:extLst>
                </p14:cNvPr>
                <p14:cNvContentPartPr/>
                <p14:nvPr/>
              </p14:nvContentPartPr>
              <p14:xfrm>
                <a:off x="721953" y="493855"/>
                <a:ext cx="273960" cy="38628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0BDAEFD9-22B6-5F87-9288-6789BCCCCE73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712953" y="485215"/>
                  <a:ext cx="291600" cy="40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578CB275-87BA-BD71-5D06-E07E4ED51ED2}"/>
                    </a:ext>
                  </a:extLst>
                </p14:cNvPr>
                <p14:cNvContentPartPr/>
                <p14:nvPr/>
              </p14:nvContentPartPr>
              <p14:xfrm>
                <a:off x="1139913" y="525895"/>
                <a:ext cx="194040" cy="21564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578CB275-87BA-BD71-5D06-E07E4ED51ED2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131273" y="516895"/>
                  <a:ext cx="211680" cy="233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1FA97824-8FE6-B780-B2EB-BC5E304AF711}"/>
              </a:ext>
            </a:extLst>
          </p:cNvPr>
          <p:cNvGrpSpPr/>
          <p:nvPr/>
        </p:nvGrpSpPr>
        <p:grpSpPr>
          <a:xfrm>
            <a:off x="1581273" y="383335"/>
            <a:ext cx="872280" cy="475200"/>
            <a:chOff x="1581273" y="383335"/>
            <a:chExt cx="872280" cy="475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9508172D-A9A4-47DF-7D88-1BE7F327BE37}"/>
                    </a:ext>
                  </a:extLst>
                </p14:cNvPr>
                <p14:cNvContentPartPr/>
                <p14:nvPr/>
              </p14:nvContentPartPr>
              <p14:xfrm>
                <a:off x="1581273" y="383335"/>
                <a:ext cx="187200" cy="30528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9508172D-A9A4-47DF-7D88-1BE7F327BE37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572633" y="374695"/>
                  <a:ext cx="204840" cy="32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7CCDC546-67A4-8FED-A1C3-9A297009763E}"/>
                    </a:ext>
                  </a:extLst>
                </p14:cNvPr>
                <p14:cNvContentPartPr/>
                <p14:nvPr/>
              </p14:nvContentPartPr>
              <p14:xfrm>
                <a:off x="1728153" y="577735"/>
                <a:ext cx="153000" cy="28080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7CCDC546-67A4-8FED-A1C3-9A297009763E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719153" y="568735"/>
                  <a:ext cx="170640" cy="29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A94EF16C-F595-66BD-AACC-7EA829AE9577}"/>
                    </a:ext>
                  </a:extLst>
                </p14:cNvPr>
                <p14:cNvContentPartPr/>
                <p14:nvPr/>
              </p14:nvContentPartPr>
              <p14:xfrm>
                <a:off x="2048913" y="598975"/>
                <a:ext cx="143280" cy="3528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A94EF16C-F595-66BD-AACC-7EA829AE9577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2040273" y="589975"/>
                  <a:ext cx="160920" cy="5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2B5671D8-D089-046C-6111-61A80C19AA2D}"/>
                    </a:ext>
                  </a:extLst>
                </p14:cNvPr>
                <p14:cNvContentPartPr/>
                <p14:nvPr/>
              </p14:nvContentPartPr>
              <p14:xfrm>
                <a:off x="2265993" y="426175"/>
                <a:ext cx="187560" cy="30168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2B5671D8-D089-046C-6111-61A80C19AA2D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2257353" y="417535"/>
                  <a:ext cx="205200" cy="319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2DA08E4B-24D8-27B3-F439-2493825B7CD4}"/>
              </a:ext>
            </a:extLst>
          </p:cNvPr>
          <p:cNvGrpSpPr/>
          <p:nvPr/>
        </p:nvGrpSpPr>
        <p:grpSpPr>
          <a:xfrm>
            <a:off x="2731833" y="390535"/>
            <a:ext cx="502920" cy="400680"/>
            <a:chOff x="2731833" y="390535"/>
            <a:chExt cx="502920" cy="400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3D655D82-5B8F-8040-3436-F98387D35E18}"/>
                    </a:ext>
                  </a:extLst>
                </p14:cNvPr>
                <p14:cNvContentPartPr/>
                <p14:nvPr/>
              </p14:nvContentPartPr>
              <p14:xfrm>
                <a:off x="2731833" y="390535"/>
                <a:ext cx="188640" cy="30708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3D655D82-5B8F-8040-3436-F98387D35E18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2723193" y="381535"/>
                  <a:ext cx="206280" cy="32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D54AA469-C8A3-F15F-E6B9-0FCD61FC5F15}"/>
                    </a:ext>
                  </a:extLst>
                </p14:cNvPr>
                <p14:cNvContentPartPr/>
                <p14:nvPr/>
              </p14:nvContentPartPr>
              <p14:xfrm>
                <a:off x="2909673" y="568375"/>
                <a:ext cx="325080" cy="22284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D54AA469-C8A3-F15F-E6B9-0FCD61FC5F15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2901033" y="559735"/>
                  <a:ext cx="342720" cy="240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FF43E05B-13B6-2FEE-D614-1B0C9CDEC0AB}"/>
              </a:ext>
            </a:extLst>
          </p:cNvPr>
          <p:cNvGrpSpPr/>
          <p:nvPr/>
        </p:nvGrpSpPr>
        <p:grpSpPr>
          <a:xfrm>
            <a:off x="370233" y="1245535"/>
            <a:ext cx="370080" cy="495720"/>
            <a:chOff x="370233" y="1245535"/>
            <a:chExt cx="370080" cy="495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15B5E350-5543-1D17-5218-9AFC8C0FD0DC}"/>
                    </a:ext>
                  </a:extLst>
                </p14:cNvPr>
                <p14:cNvContentPartPr/>
                <p14:nvPr/>
              </p14:nvContentPartPr>
              <p14:xfrm>
                <a:off x="370233" y="1245535"/>
                <a:ext cx="208440" cy="28836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15B5E350-5543-1D17-5218-9AFC8C0FD0DC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361233" y="1236895"/>
                  <a:ext cx="226080" cy="30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375180DC-6BD9-E293-C0A0-ACD186BDDB9A}"/>
                    </a:ext>
                  </a:extLst>
                </p14:cNvPr>
                <p14:cNvContentPartPr/>
                <p14:nvPr/>
              </p14:nvContentPartPr>
              <p14:xfrm>
                <a:off x="647433" y="1383055"/>
                <a:ext cx="92880" cy="35820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375180DC-6BD9-E293-C0A0-ACD186BDDB9A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638433" y="1374415"/>
                  <a:ext cx="110520" cy="375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A288EAFB-B8C0-6D60-BB9A-ABDB484BE6FC}"/>
              </a:ext>
            </a:extLst>
          </p:cNvPr>
          <p:cNvGrpSpPr/>
          <p:nvPr/>
        </p:nvGrpSpPr>
        <p:grpSpPr>
          <a:xfrm>
            <a:off x="1059633" y="1241575"/>
            <a:ext cx="2423880" cy="808920"/>
            <a:chOff x="1059633" y="1241575"/>
            <a:chExt cx="2423880" cy="808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D3007F6B-F6AC-C0A1-7C87-95033187E6C2}"/>
                    </a:ext>
                  </a:extLst>
                </p14:cNvPr>
                <p14:cNvContentPartPr/>
                <p14:nvPr/>
              </p14:nvContentPartPr>
              <p14:xfrm>
                <a:off x="1059633" y="1340575"/>
                <a:ext cx="208440" cy="23688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D3007F6B-F6AC-C0A1-7C87-95033187E6C2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1050633" y="1331935"/>
                  <a:ext cx="226080" cy="25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3DD84207-8973-4410-1F60-4B2F0DA8F59D}"/>
                    </a:ext>
                  </a:extLst>
                </p14:cNvPr>
                <p14:cNvContentPartPr/>
                <p14:nvPr/>
              </p14:nvContentPartPr>
              <p14:xfrm>
                <a:off x="1485153" y="1247335"/>
                <a:ext cx="235080" cy="37764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3DD84207-8973-4410-1F60-4B2F0DA8F59D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1476513" y="1238695"/>
                  <a:ext cx="252720" cy="39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E78338AF-949A-5211-C403-EE8F8E837987}"/>
                    </a:ext>
                  </a:extLst>
                </p14:cNvPr>
                <p14:cNvContentPartPr/>
                <p14:nvPr/>
              </p14:nvContentPartPr>
              <p14:xfrm>
                <a:off x="1759833" y="1455415"/>
                <a:ext cx="139320" cy="37296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E78338AF-949A-5211-C403-EE8F8E837987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1750833" y="1446775"/>
                  <a:ext cx="156960" cy="39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35365A47-F94C-B78D-5DF1-C1EF18452AF6}"/>
                    </a:ext>
                  </a:extLst>
                </p14:cNvPr>
                <p14:cNvContentPartPr/>
                <p14:nvPr/>
              </p14:nvContentPartPr>
              <p14:xfrm>
                <a:off x="2064393" y="1450015"/>
                <a:ext cx="138960" cy="6840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35365A47-F94C-B78D-5DF1-C1EF18452AF6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2055753" y="1441375"/>
                  <a:ext cx="156600" cy="8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3186F7F7-98E4-B156-DB0B-164D517C581C}"/>
                    </a:ext>
                  </a:extLst>
                </p14:cNvPr>
                <p14:cNvContentPartPr/>
                <p14:nvPr/>
              </p14:nvContentPartPr>
              <p14:xfrm>
                <a:off x="2481273" y="1265335"/>
                <a:ext cx="164520" cy="25920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3186F7F7-98E4-B156-DB0B-164D517C581C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2472633" y="1256335"/>
                  <a:ext cx="182160" cy="27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CDC9FC03-79F4-4AC5-0791-DCE7A3126C50}"/>
                    </a:ext>
                  </a:extLst>
                </p14:cNvPr>
                <p14:cNvContentPartPr/>
                <p14:nvPr/>
              </p14:nvContentPartPr>
              <p14:xfrm>
                <a:off x="2600433" y="1241575"/>
                <a:ext cx="230040" cy="8532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CDC9FC03-79F4-4AC5-0791-DCE7A3126C50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2591793" y="1232575"/>
                  <a:ext cx="247680" cy="10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89329D81-077B-5471-C0E4-A7D8BD812D75}"/>
                    </a:ext>
                  </a:extLst>
                </p14:cNvPr>
                <p14:cNvContentPartPr/>
                <p14:nvPr/>
              </p14:nvContentPartPr>
              <p14:xfrm>
                <a:off x="2401713" y="1675375"/>
                <a:ext cx="417960" cy="6012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89329D81-077B-5471-C0E4-A7D8BD812D75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2393073" y="1666375"/>
                  <a:ext cx="435600" cy="7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09C18763-F67B-F2C7-5B1F-252F5EEBA2EA}"/>
                    </a:ext>
                  </a:extLst>
                </p14:cNvPr>
                <p14:cNvContentPartPr/>
                <p14:nvPr/>
              </p14:nvContentPartPr>
              <p14:xfrm>
                <a:off x="2468313" y="1811095"/>
                <a:ext cx="291240" cy="23940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09C18763-F67B-F2C7-5B1F-252F5EEBA2EA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2459313" y="1802455"/>
                  <a:ext cx="308880" cy="25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5B809964-0AC3-8086-2D04-72F8504DCF98}"/>
                    </a:ext>
                  </a:extLst>
                </p14:cNvPr>
                <p14:cNvContentPartPr/>
                <p14:nvPr/>
              </p14:nvContentPartPr>
              <p14:xfrm>
                <a:off x="2930193" y="1385215"/>
                <a:ext cx="187560" cy="29700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5B809964-0AC3-8086-2D04-72F8504DCF98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2921193" y="1376575"/>
                  <a:ext cx="205200" cy="31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0820A2D9-DFE6-FC8B-161F-F0D89FA4DF21}"/>
                    </a:ext>
                  </a:extLst>
                </p14:cNvPr>
                <p14:cNvContentPartPr/>
                <p14:nvPr/>
              </p14:nvContentPartPr>
              <p14:xfrm>
                <a:off x="3193353" y="1568455"/>
                <a:ext cx="290160" cy="17028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0820A2D9-DFE6-FC8B-161F-F0D89FA4DF21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3184353" y="1559815"/>
                  <a:ext cx="307800" cy="187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1C95DAE3-88D2-F16F-FF95-83974873B0F4}"/>
              </a:ext>
            </a:extLst>
          </p:cNvPr>
          <p:cNvGrpSpPr/>
          <p:nvPr/>
        </p:nvGrpSpPr>
        <p:grpSpPr>
          <a:xfrm>
            <a:off x="4332033" y="319615"/>
            <a:ext cx="806040" cy="2757600"/>
            <a:chOff x="4332033" y="319615"/>
            <a:chExt cx="806040" cy="2757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A257FD20-F1AE-FBFB-4ABD-D7D6403A4997}"/>
                    </a:ext>
                  </a:extLst>
                </p14:cNvPr>
                <p14:cNvContentPartPr/>
                <p14:nvPr/>
              </p14:nvContentPartPr>
              <p14:xfrm>
                <a:off x="4332033" y="319615"/>
                <a:ext cx="563040" cy="275760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A257FD20-F1AE-FBFB-4ABD-D7D6403A4997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4323033" y="310615"/>
                  <a:ext cx="580680" cy="277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E201D20B-77F4-07E0-EC2B-753EC6A81F78}"/>
                    </a:ext>
                  </a:extLst>
                </p14:cNvPr>
                <p14:cNvContentPartPr/>
                <p14:nvPr/>
              </p14:nvContentPartPr>
              <p14:xfrm>
                <a:off x="5098833" y="589255"/>
                <a:ext cx="39240" cy="24120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E201D20B-77F4-07E0-EC2B-753EC6A81F78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5090193" y="580255"/>
                  <a:ext cx="56880" cy="2588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8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7C1C1151-A279-13D0-9B8C-524E5D932795}"/>
                  </a:ext>
                </a:extLst>
              </p14:cNvPr>
              <p14:cNvContentPartPr/>
              <p14:nvPr/>
            </p14:nvContentPartPr>
            <p14:xfrm>
              <a:off x="5874633" y="583495"/>
              <a:ext cx="173160" cy="258480"/>
            </p14:xfrm>
          </p:contentPart>
        </mc:Choice>
        <mc:Fallback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7C1C1151-A279-13D0-9B8C-524E5D932795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5865993" y="574495"/>
                <a:ext cx="190800" cy="276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0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1C8A689E-C758-909C-3A77-D0B91C691A0E}"/>
                  </a:ext>
                </a:extLst>
              </p14:cNvPr>
              <p14:cNvContentPartPr/>
              <p14:nvPr/>
            </p14:nvContentPartPr>
            <p14:xfrm>
              <a:off x="6494553" y="613375"/>
              <a:ext cx="259920" cy="272160"/>
            </p14:xfrm>
          </p:contentPart>
        </mc:Choice>
        <mc:Fallback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1C8A689E-C758-909C-3A77-D0B91C691A0E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6485553" y="604375"/>
                <a:ext cx="277560" cy="289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2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DF226BAB-BE0D-5811-AB94-520CA87621DE}"/>
                  </a:ext>
                </a:extLst>
              </p14:cNvPr>
              <p14:cNvContentPartPr/>
              <p14:nvPr/>
            </p14:nvContentPartPr>
            <p14:xfrm>
              <a:off x="7134273" y="604015"/>
              <a:ext cx="298440" cy="262440"/>
            </p14:xfrm>
          </p:contentPart>
        </mc:Choice>
        <mc:Fallback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DF226BAB-BE0D-5811-AB94-520CA87621DE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7125273" y="595375"/>
                <a:ext cx="316080" cy="280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4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4188E325-6834-7526-7CAD-6C0AACD06778}"/>
                  </a:ext>
                </a:extLst>
              </p14:cNvPr>
              <p14:cNvContentPartPr/>
              <p14:nvPr/>
            </p14:nvContentPartPr>
            <p14:xfrm>
              <a:off x="4986153" y="1273255"/>
              <a:ext cx="240480" cy="346320"/>
            </p14:xfrm>
          </p:contentPart>
        </mc:Choice>
        <mc:Fallback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4188E325-6834-7526-7CAD-6C0AACD06778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4977153" y="1264615"/>
                <a:ext cx="258120" cy="363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6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186EB00B-E84F-737A-B257-FA631EE30FDE}"/>
                  </a:ext>
                </a:extLst>
              </p14:cNvPr>
              <p14:cNvContentPartPr/>
              <p14:nvPr/>
            </p14:nvContentPartPr>
            <p14:xfrm>
              <a:off x="5747553" y="1320055"/>
              <a:ext cx="69480" cy="316080"/>
            </p14:xfrm>
          </p:contentPart>
        </mc:Choice>
        <mc:Fallback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186EB00B-E84F-737A-B257-FA631EE30FDE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5738553" y="1311415"/>
                <a:ext cx="87120" cy="333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8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D6A720CD-DCCD-82D5-4190-1CE677AB9DF6}"/>
                  </a:ext>
                </a:extLst>
              </p14:cNvPr>
              <p14:cNvContentPartPr/>
              <p14:nvPr/>
            </p14:nvContentPartPr>
            <p14:xfrm>
              <a:off x="6385113" y="1281535"/>
              <a:ext cx="195480" cy="295200"/>
            </p14:xfrm>
          </p:contentPart>
        </mc:Choice>
        <mc:Fallback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D6A720CD-DCCD-82D5-4190-1CE677AB9DF6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6376473" y="1272535"/>
                <a:ext cx="213120" cy="312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0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D8F9C3FE-6740-7B8C-2177-C83448F0E6D8}"/>
                  </a:ext>
                </a:extLst>
              </p14:cNvPr>
              <p14:cNvContentPartPr/>
              <p14:nvPr/>
            </p14:nvContentPartPr>
            <p14:xfrm>
              <a:off x="6925113" y="1247695"/>
              <a:ext cx="308520" cy="306000"/>
            </p14:xfrm>
          </p:contentPart>
        </mc:Choice>
        <mc:Fallback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D8F9C3FE-6740-7B8C-2177-C83448F0E6D8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6916113" y="1239055"/>
                <a:ext cx="326160" cy="323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2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99617E5A-7BFF-0C9D-5CB9-276A02917BB2}"/>
                  </a:ext>
                </a:extLst>
              </p14:cNvPr>
              <p14:cNvContentPartPr/>
              <p14:nvPr/>
            </p14:nvContentPartPr>
            <p14:xfrm>
              <a:off x="5151033" y="2202775"/>
              <a:ext cx="236880" cy="308520"/>
            </p14:xfrm>
          </p:contentPart>
        </mc:Choice>
        <mc:Fallback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99617E5A-7BFF-0C9D-5CB9-276A02917BB2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5142033" y="2193775"/>
                <a:ext cx="254520" cy="326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4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9A1D0D9C-83CB-0BFA-2646-820E71B2752C}"/>
                  </a:ext>
                </a:extLst>
              </p14:cNvPr>
              <p14:cNvContentPartPr/>
              <p14:nvPr/>
            </p14:nvContentPartPr>
            <p14:xfrm>
              <a:off x="5824953" y="2202775"/>
              <a:ext cx="189000" cy="236160"/>
            </p14:xfrm>
          </p:contentPart>
        </mc:Choice>
        <mc:Fallback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9A1D0D9C-83CB-0BFA-2646-820E71B2752C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5816313" y="2193775"/>
                <a:ext cx="206640" cy="253800"/>
              </a:xfrm>
              <a:prstGeom prst="rect">
                <a:avLst/>
              </a:prstGeom>
            </p:spPr>
          </p:pic>
        </mc:Fallback>
      </mc:AlternateContent>
      <p:grpSp>
        <p:nvGrpSpPr>
          <p:cNvPr id="42" name="Group 41">
            <a:extLst>
              <a:ext uri="{FF2B5EF4-FFF2-40B4-BE49-F238E27FC236}">
                <a16:creationId xmlns:a16="http://schemas.microsoft.com/office/drawing/2014/main" id="{3418EECD-ACBF-3820-56B9-C2CCF9912FE8}"/>
              </a:ext>
            </a:extLst>
          </p:cNvPr>
          <p:cNvGrpSpPr/>
          <p:nvPr/>
        </p:nvGrpSpPr>
        <p:grpSpPr>
          <a:xfrm>
            <a:off x="6388713" y="2177575"/>
            <a:ext cx="774360" cy="314640"/>
            <a:chOff x="6388713" y="2177575"/>
            <a:chExt cx="774360" cy="314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6DB66826-604F-3D90-E610-FD178CD5C163}"/>
                    </a:ext>
                  </a:extLst>
                </p14:cNvPr>
                <p14:cNvContentPartPr/>
                <p14:nvPr/>
              </p14:nvContentPartPr>
              <p14:xfrm>
                <a:off x="6388713" y="2193775"/>
                <a:ext cx="189720" cy="29844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6DB66826-604F-3D90-E610-FD178CD5C163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6379713" y="2184775"/>
                  <a:ext cx="207360" cy="31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84F40D25-D7B5-74C5-E6C1-93F087D33BC0}"/>
                    </a:ext>
                  </a:extLst>
                </p14:cNvPr>
                <p14:cNvContentPartPr/>
                <p14:nvPr/>
              </p14:nvContentPartPr>
              <p14:xfrm>
                <a:off x="6820713" y="2177575"/>
                <a:ext cx="342360" cy="28044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84F40D25-D7B5-74C5-E6C1-93F087D33BC0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6812073" y="2168575"/>
                  <a:ext cx="360000" cy="2980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70">
            <p14:nvContentPartPr>
              <p14:cNvPr id="43" name="Ink 42">
                <a:extLst>
                  <a:ext uri="{FF2B5EF4-FFF2-40B4-BE49-F238E27FC236}">
                    <a16:creationId xmlns:a16="http://schemas.microsoft.com/office/drawing/2014/main" id="{23968854-0EB3-17FE-FCEF-C0BE4B8F13EA}"/>
                  </a:ext>
                </a:extLst>
              </p14:cNvPr>
              <p14:cNvContentPartPr/>
              <p14:nvPr/>
            </p14:nvContentPartPr>
            <p14:xfrm>
              <a:off x="7606233" y="202255"/>
              <a:ext cx="384480" cy="2513160"/>
            </p14:xfrm>
          </p:contentPart>
        </mc:Choice>
        <mc:Fallback>
          <p:pic>
            <p:nvPicPr>
              <p:cNvPr id="43" name="Ink 42">
                <a:extLst>
                  <a:ext uri="{FF2B5EF4-FFF2-40B4-BE49-F238E27FC236}">
                    <a16:creationId xmlns:a16="http://schemas.microsoft.com/office/drawing/2014/main" id="{23968854-0EB3-17FE-FCEF-C0BE4B8F13EA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7597593" y="193615"/>
                <a:ext cx="402120" cy="2530800"/>
              </a:xfrm>
              <a:prstGeom prst="rect">
                <a:avLst/>
              </a:prstGeom>
            </p:spPr>
          </p:pic>
        </mc:Fallback>
      </mc:AlternateContent>
      <p:grpSp>
        <p:nvGrpSpPr>
          <p:cNvPr id="51" name="Group 50">
            <a:extLst>
              <a:ext uri="{FF2B5EF4-FFF2-40B4-BE49-F238E27FC236}">
                <a16:creationId xmlns:a16="http://schemas.microsoft.com/office/drawing/2014/main" id="{3F6219A9-3B94-A193-61CA-76FC6E711D01}"/>
              </a:ext>
            </a:extLst>
          </p:cNvPr>
          <p:cNvGrpSpPr/>
          <p:nvPr/>
        </p:nvGrpSpPr>
        <p:grpSpPr>
          <a:xfrm>
            <a:off x="6307713" y="2471335"/>
            <a:ext cx="228960" cy="84240"/>
            <a:chOff x="6307713" y="2471335"/>
            <a:chExt cx="228960" cy="84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65A93344-8EE1-1880-9271-B3B243A39AB1}"/>
                    </a:ext>
                  </a:extLst>
                </p14:cNvPr>
                <p14:cNvContentPartPr/>
                <p14:nvPr/>
              </p14:nvContentPartPr>
              <p14:xfrm>
                <a:off x="6456033" y="2481415"/>
                <a:ext cx="3960" cy="252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65A93344-8EE1-1880-9271-B3B243A39AB1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6447033" y="2472415"/>
                  <a:ext cx="21600" cy="2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EDF793F6-C767-7A38-3415-198738F725EC}"/>
                    </a:ext>
                  </a:extLst>
                </p14:cNvPr>
                <p14:cNvContentPartPr/>
                <p14:nvPr/>
              </p14:nvContentPartPr>
              <p14:xfrm>
                <a:off x="6508953" y="2471335"/>
                <a:ext cx="27720" cy="972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EDF793F6-C767-7A38-3415-198738F725EC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6499953" y="2462695"/>
                  <a:ext cx="45360" cy="2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71C86F52-E6A8-93F1-0801-30C1051E3ABE}"/>
                    </a:ext>
                  </a:extLst>
                </p14:cNvPr>
                <p14:cNvContentPartPr/>
                <p14:nvPr/>
              </p14:nvContentPartPr>
              <p14:xfrm>
                <a:off x="6307713" y="2554495"/>
                <a:ext cx="15480" cy="108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71C86F52-E6A8-93F1-0801-30C1051E3ABE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6299073" y="2545855"/>
                  <a:ext cx="33120" cy="18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B872E570-D744-FBC2-D785-4FBD5BA6DE74}"/>
              </a:ext>
            </a:extLst>
          </p:cNvPr>
          <p:cNvGrpSpPr/>
          <p:nvPr/>
        </p:nvGrpSpPr>
        <p:grpSpPr>
          <a:xfrm>
            <a:off x="7044993" y="2423095"/>
            <a:ext cx="242280" cy="108000"/>
            <a:chOff x="7044993" y="2423095"/>
            <a:chExt cx="242280" cy="108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0AABC895-6212-427C-85BE-06B6F8BADEE4}"/>
                    </a:ext>
                  </a:extLst>
                </p14:cNvPr>
                <p14:cNvContentPartPr/>
                <p14:nvPr/>
              </p14:nvContentPartPr>
              <p14:xfrm>
                <a:off x="7044993" y="2432815"/>
                <a:ext cx="3960" cy="144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0AABC895-6212-427C-85BE-06B6F8BADEE4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7036353" y="2424175"/>
                  <a:ext cx="21600" cy="1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C0B26C89-0B3E-F13B-04C8-A572F8862340}"/>
                    </a:ext>
                  </a:extLst>
                </p14:cNvPr>
                <p14:cNvContentPartPr/>
                <p14:nvPr/>
              </p14:nvContentPartPr>
              <p14:xfrm>
                <a:off x="7187913" y="2423095"/>
                <a:ext cx="7920" cy="180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C0B26C89-0B3E-F13B-04C8-A572F8862340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7178913" y="2414095"/>
                  <a:ext cx="25560" cy="1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09F74D8E-1CC7-426D-26BB-2F54D75BF2FE}"/>
                    </a:ext>
                  </a:extLst>
                </p14:cNvPr>
                <p14:cNvContentPartPr/>
                <p14:nvPr/>
              </p14:nvContentPartPr>
              <p14:xfrm>
                <a:off x="7231833" y="2523535"/>
                <a:ext cx="55440" cy="756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09F74D8E-1CC7-426D-26BB-2F54D75BF2FE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7222833" y="2514895"/>
                  <a:ext cx="73080" cy="25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F68F8331-A5D3-B0E9-3B68-44E2B699F2C4}"/>
              </a:ext>
            </a:extLst>
          </p:cNvPr>
          <p:cNvGrpSpPr/>
          <p:nvPr/>
        </p:nvGrpSpPr>
        <p:grpSpPr>
          <a:xfrm>
            <a:off x="790353" y="3620455"/>
            <a:ext cx="777600" cy="455760"/>
            <a:chOff x="790353" y="3620455"/>
            <a:chExt cx="777600" cy="455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5C50A5C3-92D4-6468-C530-1DD480201745}"/>
                    </a:ext>
                  </a:extLst>
                </p14:cNvPr>
                <p14:cNvContentPartPr/>
                <p14:nvPr/>
              </p14:nvContentPartPr>
              <p14:xfrm>
                <a:off x="790353" y="3620455"/>
                <a:ext cx="233640" cy="28188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5C50A5C3-92D4-6468-C530-1DD480201745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781713" y="3611815"/>
                  <a:ext cx="251280" cy="29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902FDF26-8F9F-E613-F049-21E88C5CB565}"/>
                    </a:ext>
                  </a:extLst>
                </p14:cNvPr>
                <p14:cNvContentPartPr/>
                <p14:nvPr/>
              </p14:nvContentPartPr>
              <p14:xfrm>
                <a:off x="1062153" y="3796495"/>
                <a:ext cx="194040" cy="27972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902FDF26-8F9F-E613-F049-21E88C5CB565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1053513" y="3787495"/>
                  <a:ext cx="211680" cy="29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497E29A9-B614-A715-4E60-BC9865E80EEF}"/>
                    </a:ext>
                  </a:extLst>
                </p14:cNvPr>
                <p14:cNvContentPartPr/>
                <p14:nvPr/>
              </p14:nvContentPartPr>
              <p14:xfrm>
                <a:off x="1389753" y="3749695"/>
                <a:ext cx="178200" cy="16020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497E29A9-B614-A715-4E60-BC9865E80EEF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1380753" y="3740695"/>
                  <a:ext cx="195840" cy="17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2385ED5C-2138-3BA4-F33E-A46FB5A02F7F}"/>
                    </a:ext>
                  </a:extLst>
                </p14:cNvPr>
                <p14:cNvContentPartPr/>
                <p14:nvPr/>
              </p14:nvContentPartPr>
              <p14:xfrm>
                <a:off x="1286793" y="3765175"/>
                <a:ext cx="99720" cy="18756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2385ED5C-2138-3BA4-F33E-A46FB5A02F7F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1277793" y="3756535"/>
                  <a:ext cx="117360" cy="205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15D01DA6-8467-1B23-2198-013230584E17}"/>
              </a:ext>
            </a:extLst>
          </p:cNvPr>
          <p:cNvGrpSpPr/>
          <p:nvPr/>
        </p:nvGrpSpPr>
        <p:grpSpPr>
          <a:xfrm>
            <a:off x="1801593" y="3666895"/>
            <a:ext cx="366120" cy="426600"/>
            <a:chOff x="1801593" y="3666895"/>
            <a:chExt cx="366120" cy="426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6B537168-6E88-ED37-3221-1F41B7EA5286}"/>
                    </a:ext>
                  </a:extLst>
                </p14:cNvPr>
                <p14:cNvContentPartPr/>
                <p14:nvPr/>
              </p14:nvContentPartPr>
              <p14:xfrm>
                <a:off x="1801593" y="3666895"/>
                <a:ext cx="150120" cy="23724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6B537168-6E88-ED37-3221-1F41B7EA5286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1792953" y="3657895"/>
                  <a:ext cx="167760" cy="25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3B15DC94-B4CB-CAEA-DA73-B21CA5C75A57}"/>
                    </a:ext>
                  </a:extLst>
                </p14:cNvPr>
                <p14:cNvContentPartPr/>
                <p14:nvPr/>
              </p14:nvContentPartPr>
              <p14:xfrm>
                <a:off x="2023713" y="3805495"/>
                <a:ext cx="144000" cy="28800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3B15DC94-B4CB-CAEA-DA73-B21CA5C75A57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2015073" y="3796495"/>
                  <a:ext cx="161640" cy="305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FE57CF6D-8A57-B3F6-3DFB-F068CA0AF105}"/>
              </a:ext>
            </a:extLst>
          </p:cNvPr>
          <p:cNvGrpSpPr/>
          <p:nvPr/>
        </p:nvGrpSpPr>
        <p:grpSpPr>
          <a:xfrm>
            <a:off x="3209553" y="3356575"/>
            <a:ext cx="582120" cy="2403000"/>
            <a:chOff x="3209553" y="3356575"/>
            <a:chExt cx="582120" cy="2403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144C706E-9C9E-0DBC-DB01-2641D6206698}"/>
                    </a:ext>
                  </a:extLst>
                </p14:cNvPr>
                <p14:cNvContentPartPr/>
                <p14:nvPr/>
              </p14:nvContentPartPr>
              <p14:xfrm>
                <a:off x="3209553" y="3356575"/>
                <a:ext cx="469440" cy="240300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144C706E-9C9E-0DBC-DB01-2641D6206698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3200913" y="3347575"/>
                  <a:ext cx="487080" cy="242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D168B59A-0837-77C7-1BDA-84763360763F}"/>
                    </a:ext>
                  </a:extLst>
                </p14:cNvPr>
                <p14:cNvContentPartPr/>
                <p14:nvPr/>
              </p14:nvContentPartPr>
              <p14:xfrm>
                <a:off x="3737673" y="3702535"/>
                <a:ext cx="54000" cy="25488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D168B59A-0837-77C7-1BDA-84763360763F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3728673" y="3693895"/>
                  <a:ext cx="71640" cy="2725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00">
            <p14:nvContentPartPr>
              <p14:cNvPr id="62" name="Ink 61">
                <a:extLst>
                  <a:ext uri="{FF2B5EF4-FFF2-40B4-BE49-F238E27FC236}">
                    <a16:creationId xmlns:a16="http://schemas.microsoft.com/office/drawing/2014/main" id="{B287860D-2630-C51C-4C56-A41C1A2AADB0}"/>
                  </a:ext>
                </a:extLst>
              </p14:cNvPr>
              <p14:cNvContentPartPr/>
              <p14:nvPr/>
            </p14:nvContentPartPr>
            <p14:xfrm>
              <a:off x="4481793" y="3692455"/>
              <a:ext cx="195840" cy="257040"/>
            </p14:xfrm>
          </p:contentPart>
        </mc:Choice>
        <mc:Fallback>
          <p:pic>
            <p:nvPicPr>
              <p:cNvPr id="62" name="Ink 61">
                <a:extLst>
                  <a:ext uri="{FF2B5EF4-FFF2-40B4-BE49-F238E27FC236}">
                    <a16:creationId xmlns:a16="http://schemas.microsoft.com/office/drawing/2014/main" id="{B287860D-2630-C51C-4C56-A41C1A2AADB0}"/>
                  </a:ext>
                </a:extLst>
              </p:cNvPr>
              <p:cNvPicPr/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4472793" y="3683455"/>
                <a:ext cx="213480" cy="274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2">
            <p14:nvContentPartPr>
              <p14:cNvPr id="64" name="Ink 63">
                <a:extLst>
                  <a:ext uri="{FF2B5EF4-FFF2-40B4-BE49-F238E27FC236}">
                    <a16:creationId xmlns:a16="http://schemas.microsoft.com/office/drawing/2014/main" id="{E72AB738-A185-9FEA-0A65-33D03F45450E}"/>
                  </a:ext>
                </a:extLst>
              </p14:cNvPr>
              <p14:cNvContentPartPr/>
              <p14:nvPr/>
            </p14:nvContentPartPr>
            <p14:xfrm>
              <a:off x="3570273" y="4368175"/>
              <a:ext cx="258840" cy="292320"/>
            </p14:xfrm>
          </p:contentPart>
        </mc:Choice>
        <mc:Fallback>
          <p:pic>
            <p:nvPicPr>
              <p:cNvPr id="64" name="Ink 63">
                <a:extLst>
                  <a:ext uri="{FF2B5EF4-FFF2-40B4-BE49-F238E27FC236}">
                    <a16:creationId xmlns:a16="http://schemas.microsoft.com/office/drawing/2014/main" id="{E72AB738-A185-9FEA-0A65-33D03F45450E}"/>
                  </a:ext>
                </a:extLst>
              </p:cNvPr>
              <p:cNvPicPr/>
              <p:nvPr/>
            </p:nvPicPr>
            <p:blipFill>
              <a:blip r:embed="rId103"/>
              <a:stretch>
                <a:fillRect/>
              </a:stretch>
            </p:blipFill>
            <p:spPr>
              <a:xfrm>
                <a:off x="3561273" y="4359175"/>
                <a:ext cx="276480" cy="309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4">
            <p14:nvContentPartPr>
              <p14:cNvPr id="65" name="Ink 64">
                <a:extLst>
                  <a:ext uri="{FF2B5EF4-FFF2-40B4-BE49-F238E27FC236}">
                    <a16:creationId xmlns:a16="http://schemas.microsoft.com/office/drawing/2014/main" id="{126D1AA1-989D-ABA7-93F9-CFFF7CCE6B80}"/>
                  </a:ext>
                </a:extLst>
              </p14:cNvPr>
              <p14:cNvContentPartPr/>
              <p14:nvPr/>
            </p14:nvContentPartPr>
            <p14:xfrm>
              <a:off x="4341033" y="4416775"/>
              <a:ext cx="73440" cy="302040"/>
            </p14:xfrm>
          </p:contentPart>
        </mc:Choice>
        <mc:Fallback>
          <p:pic>
            <p:nvPicPr>
              <p:cNvPr id="65" name="Ink 64">
                <a:extLst>
                  <a:ext uri="{FF2B5EF4-FFF2-40B4-BE49-F238E27FC236}">
                    <a16:creationId xmlns:a16="http://schemas.microsoft.com/office/drawing/2014/main" id="{126D1AA1-989D-ABA7-93F9-CFFF7CCE6B80}"/>
                  </a:ext>
                </a:extLst>
              </p:cNvPr>
              <p:cNvPicPr/>
              <p:nvPr/>
            </p:nvPicPr>
            <p:blipFill>
              <a:blip r:embed="rId105"/>
              <a:stretch>
                <a:fillRect/>
              </a:stretch>
            </p:blipFill>
            <p:spPr>
              <a:xfrm>
                <a:off x="4332033" y="4408135"/>
                <a:ext cx="91080" cy="319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6">
            <p14:nvContentPartPr>
              <p14:cNvPr id="66" name="Ink 65">
                <a:extLst>
                  <a:ext uri="{FF2B5EF4-FFF2-40B4-BE49-F238E27FC236}">
                    <a16:creationId xmlns:a16="http://schemas.microsoft.com/office/drawing/2014/main" id="{E9D7EF05-B68D-5FAD-D0D6-F766D8FD33C0}"/>
                  </a:ext>
                </a:extLst>
              </p14:cNvPr>
              <p14:cNvContentPartPr/>
              <p14:nvPr/>
            </p14:nvContentPartPr>
            <p14:xfrm>
              <a:off x="3603753" y="5155495"/>
              <a:ext cx="208440" cy="224280"/>
            </p14:xfrm>
          </p:contentPart>
        </mc:Choice>
        <mc:Fallback>
          <p:pic>
            <p:nvPicPr>
              <p:cNvPr id="66" name="Ink 65">
                <a:extLst>
                  <a:ext uri="{FF2B5EF4-FFF2-40B4-BE49-F238E27FC236}">
                    <a16:creationId xmlns:a16="http://schemas.microsoft.com/office/drawing/2014/main" id="{E9D7EF05-B68D-5FAD-D0D6-F766D8FD33C0}"/>
                  </a:ext>
                </a:extLst>
              </p:cNvPr>
              <p:cNvPicPr/>
              <p:nvPr/>
            </p:nvPicPr>
            <p:blipFill>
              <a:blip r:embed="rId107"/>
              <a:stretch>
                <a:fillRect/>
              </a:stretch>
            </p:blipFill>
            <p:spPr>
              <a:xfrm>
                <a:off x="3595113" y="5146855"/>
                <a:ext cx="226080" cy="241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8">
            <p14:nvContentPartPr>
              <p14:cNvPr id="67" name="Ink 66">
                <a:extLst>
                  <a:ext uri="{FF2B5EF4-FFF2-40B4-BE49-F238E27FC236}">
                    <a16:creationId xmlns:a16="http://schemas.microsoft.com/office/drawing/2014/main" id="{292B395E-7D85-2E35-5C64-0B17C531A944}"/>
                  </a:ext>
                </a:extLst>
              </p14:cNvPr>
              <p14:cNvContentPartPr/>
              <p14:nvPr/>
            </p14:nvContentPartPr>
            <p14:xfrm>
              <a:off x="4310073" y="5057935"/>
              <a:ext cx="180720" cy="279000"/>
            </p14:xfrm>
          </p:contentPart>
        </mc:Choice>
        <mc:Fallback>
          <p:pic>
            <p:nvPicPr>
              <p:cNvPr id="67" name="Ink 66">
                <a:extLst>
                  <a:ext uri="{FF2B5EF4-FFF2-40B4-BE49-F238E27FC236}">
                    <a16:creationId xmlns:a16="http://schemas.microsoft.com/office/drawing/2014/main" id="{292B395E-7D85-2E35-5C64-0B17C531A944}"/>
                  </a:ext>
                </a:extLst>
              </p:cNvPr>
              <p:cNvPicPr/>
              <p:nvPr/>
            </p:nvPicPr>
            <p:blipFill>
              <a:blip r:embed="rId109"/>
              <a:stretch>
                <a:fillRect/>
              </a:stretch>
            </p:blipFill>
            <p:spPr>
              <a:xfrm>
                <a:off x="4301073" y="5048935"/>
                <a:ext cx="198360" cy="296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0">
            <p14:nvContentPartPr>
              <p14:cNvPr id="68" name="Ink 67">
                <a:extLst>
                  <a:ext uri="{FF2B5EF4-FFF2-40B4-BE49-F238E27FC236}">
                    <a16:creationId xmlns:a16="http://schemas.microsoft.com/office/drawing/2014/main" id="{C308E0C2-17C4-167F-6D37-990D83939E9B}"/>
                  </a:ext>
                </a:extLst>
              </p14:cNvPr>
              <p14:cNvContentPartPr/>
              <p14:nvPr/>
            </p14:nvContentPartPr>
            <p14:xfrm>
              <a:off x="5077233" y="3800455"/>
              <a:ext cx="205200" cy="237600"/>
            </p14:xfrm>
          </p:contentPart>
        </mc:Choice>
        <mc:Fallback>
          <p:pic>
            <p:nvPicPr>
              <p:cNvPr id="68" name="Ink 67">
                <a:extLst>
                  <a:ext uri="{FF2B5EF4-FFF2-40B4-BE49-F238E27FC236}">
                    <a16:creationId xmlns:a16="http://schemas.microsoft.com/office/drawing/2014/main" id="{C308E0C2-17C4-167F-6D37-990D83939E9B}"/>
                  </a:ext>
                </a:extLst>
              </p:cNvPr>
              <p:cNvPicPr/>
              <p:nvPr/>
            </p:nvPicPr>
            <p:blipFill>
              <a:blip r:embed="rId111"/>
              <a:stretch>
                <a:fillRect/>
              </a:stretch>
            </p:blipFill>
            <p:spPr>
              <a:xfrm>
                <a:off x="5068593" y="3791815"/>
                <a:ext cx="222840" cy="255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2">
            <p14:nvContentPartPr>
              <p14:cNvPr id="69" name="Ink 68">
                <a:extLst>
                  <a:ext uri="{FF2B5EF4-FFF2-40B4-BE49-F238E27FC236}">
                    <a16:creationId xmlns:a16="http://schemas.microsoft.com/office/drawing/2014/main" id="{66A33669-ACAA-56BA-78B1-80AC25C208F6}"/>
                  </a:ext>
                </a:extLst>
              </p14:cNvPr>
              <p14:cNvContentPartPr/>
              <p14:nvPr/>
            </p14:nvContentPartPr>
            <p14:xfrm>
              <a:off x="5023593" y="4335775"/>
              <a:ext cx="256680" cy="238680"/>
            </p14:xfrm>
          </p:contentPart>
        </mc:Choice>
        <mc:Fallback>
          <p:pic>
            <p:nvPicPr>
              <p:cNvPr id="69" name="Ink 68">
                <a:extLst>
                  <a:ext uri="{FF2B5EF4-FFF2-40B4-BE49-F238E27FC236}">
                    <a16:creationId xmlns:a16="http://schemas.microsoft.com/office/drawing/2014/main" id="{66A33669-ACAA-56BA-78B1-80AC25C208F6}"/>
                  </a:ext>
                </a:extLst>
              </p:cNvPr>
              <p:cNvPicPr/>
              <p:nvPr/>
            </p:nvPicPr>
            <p:blipFill>
              <a:blip r:embed="rId113"/>
              <a:stretch>
                <a:fillRect/>
              </a:stretch>
            </p:blipFill>
            <p:spPr>
              <a:xfrm>
                <a:off x="5014953" y="4326775"/>
                <a:ext cx="274320" cy="256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4">
            <p14:nvContentPartPr>
              <p14:cNvPr id="70" name="Ink 69">
                <a:extLst>
                  <a:ext uri="{FF2B5EF4-FFF2-40B4-BE49-F238E27FC236}">
                    <a16:creationId xmlns:a16="http://schemas.microsoft.com/office/drawing/2014/main" id="{F796D1D9-0E84-0375-4B61-B0EBA9B0E773}"/>
                  </a:ext>
                </a:extLst>
              </p14:cNvPr>
              <p14:cNvContentPartPr/>
              <p14:nvPr/>
            </p14:nvContentPartPr>
            <p14:xfrm>
              <a:off x="5073633" y="4960375"/>
              <a:ext cx="377280" cy="252720"/>
            </p14:xfrm>
          </p:contentPart>
        </mc:Choice>
        <mc:Fallback>
          <p:pic>
            <p:nvPicPr>
              <p:cNvPr id="70" name="Ink 69">
                <a:extLst>
                  <a:ext uri="{FF2B5EF4-FFF2-40B4-BE49-F238E27FC236}">
                    <a16:creationId xmlns:a16="http://schemas.microsoft.com/office/drawing/2014/main" id="{F796D1D9-0E84-0375-4B61-B0EBA9B0E773}"/>
                  </a:ext>
                </a:extLst>
              </p:cNvPr>
              <p:cNvPicPr/>
              <p:nvPr/>
            </p:nvPicPr>
            <p:blipFill>
              <a:blip r:embed="rId115"/>
              <a:stretch>
                <a:fillRect/>
              </a:stretch>
            </p:blipFill>
            <p:spPr>
              <a:xfrm>
                <a:off x="5064993" y="4951735"/>
                <a:ext cx="394920" cy="270360"/>
              </a:xfrm>
              <a:prstGeom prst="rect">
                <a:avLst/>
              </a:prstGeom>
            </p:spPr>
          </p:pic>
        </mc:Fallback>
      </mc:AlternateContent>
      <p:grpSp>
        <p:nvGrpSpPr>
          <p:cNvPr id="75" name="Group 74">
            <a:extLst>
              <a:ext uri="{FF2B5EF4-FFF2-40B4-BE49-F238E27FC236}">
                <a16:creationId xmlns:a16="http://schemas.microsoft.com/office/drawing/2014/main" id="{904E1223-D399-C1B3-8739-6A2E761421FF}"/>
              </a:ext>
            </a:extLst>
          </p:cNvPr>
          <p:cNvGrpSpPr/>
          <p:nvPr/>
        </p:nvGrpSpPr>
        <p:grpSpPr>
          <a:xfrm>
            <a:off x="5895153" y="3595255"/>
            <a:ext cx="857160" cy="2083680"/>
            <a:chOff x="5895153" y="3595255"/>
            <a:chExt cx="857160" cy="2083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F3735E98-CD2F-A279-52E6-04D4B861B13E}"/>
                    </a:ext>
                  </a:extLst>
                </p14:cNvPr>
                <p14:cNvContentPartPr/>
                <p14:nvPr/>
              </p14:nvContentPartPr>
              <p14:xfrm>
                <a:off x="5895153" y="3783175"/>
                <a:ext cx="273600" cy="29664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F3735E98-CD2F-A279-52E6-04D4B861B13E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5886153" y="3774535"/>
                  <a:ext cx="291240" cy="31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2012F5D4-67CF-10F8-3700-77FD40497BB1}"/>
                    </a:ext>
                  </a:extLst>
                </p14:cNvPr>
                <p14:cNvContentPartPr/>
                <p14:nvPr/>
              </p14:nvContentPartPr>
              <p14:xfrm>
                <a:off x="5909193" y="4403095"/>
                <a:ext cx="250200" cy="25776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2012F5D4-67CF-10F8-3700-77FD40497BB1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5900193" y="4394095"/>
                  <a:ext cx="267840" cy="27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4AB2F17E-1C14-8D4D-AA2C-44BC08A8AA09}"/>
                    </a:ext>
                  </a:extLst>
                </p14:cNvPr>
                <p14:cNvContentPartPr/>
                <p14:nvPr/>
              </p14:nvContentPartPr>
              <p14:xfrm>
                <a:off x="5962113" y="4924015"/>
                <a:ext cx="187200" cy="27576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4AB2F17E-1C14-8D4D-AA2C-44BC08A8AA09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5953473" y="4915375"/>
                  <a:ext cx="204840" cy="29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4194B72D-6729-7FEF-22BC-9DA657C81B26}"/>
                    </a:ext>
                  </a:extLst>
                </p14:cNvPr>
                <p14:cNvContentPartPr/>
                <p14:nvPr/>
              </p14:nvContentPartPr>
              <p14:xfrm>
                <a:off x="6035193" y="3595255"/>
                <a:ext cx="717120" cy="208368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4194B72D-6729-7FEF-22BC-9DA657C81B26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6026193" y="3586615"/>
                  <a:ext cx="734760" cy="21013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24">
            <p14:nvContentPartPr>
              <p14:cNvPr id="76" name="Ink 75">
                <a:extLst>
                  <a:ext uri="{FF2B5EF4-FFF2-40B4-BE49-F238E27FC236}">
                    <a16:creationId xmlns:a16="http://schemas.microsoft.com/office/drawing/2014/main" id="{9B7353F8-6C74-2D83-CAB7-3C5A020C74CC}"/>
                  </a:ext>
                </a:extLst>
              </p14:cNvPr>
              <p14:cNvContentPartPr/>
              <p14:nvPr/>
            </p14:nvContentPartPr>
            <p14:xfrm>
              <a:off x="7148673" y="4619095"/>
              <a:ext cx="630000" cy="155160"/>
            </p14:xfrm>
          </p:contentPart>
        </mc:Choice>
        <mc:Fallback>
          <p:pic>
            <p:nvPicPr>
              <p:cNvPr id="76" name="Ink 75">
                <a:extLst>
                  <a:ext uri="{FF2B5EF4-FFF2-40B4-BE49-F238E27FC236}">
                    <a16:creationId xmlns:a16="http://schemas.microsoft.com/office/drawing/2014/main" id="{9B7353F8-6C74-2D83-CAB7-3C5A020C74CC}"/>
                  </a:ext>
                </a:extLst>
              </p:cNvPr>
              <p:cNvPicPr/>
              <p:nvPr/>
            </p:nvPicPr>
            <p:blipFill>
              <a:blip r:embed="rId125"/>
              <a:stretch>
                <a:fillRect/>
              </a:stretch>
            </p:blipFill>
            <p:spPr>
              <a:xfrm>
                <a:off x="7139673" y="4610095"/>
                <a:ext cx="647640" cy="172800"/>
              </a:xfrm>
              <a:prstGeom prst="rect">
                <a:avLst/>
              </a:prstGeom>
            </p:spPr>
          </p:pic>
        </mc:Fallback>
      </mc:AlternateContent>
      <p:grpSp>
        <p:nvGrpSpPr>
          <p:cNvPr id="82" name="Group 81">
            <a:extLst>
              <a:ext uri="{FF2B5EF4-FFF2-40B4-BE49-F238E27FC236}">
                <a16:creationId xmlns:a16="http://schemas.microsoft.com/office/drawing/2014/main" id="{241BA29A-DBB2-A695-F2EB-16DAE7E91375}"/>
              </a:ext>
            </a:extLst>
          </p:cNvPr>
          <p:cNvGrpSpPr/>
          <p:nvPr/>
        </p:nvGrpSpPr>
        <p:grpSpPr>
          <a:xfrm>
            <a:off x="7221753" y="3809095"/>
            <a:ext cx="702720" cy="564120"/>
            <a:chOff x="7221753" y="3809095"/>
            <a:chExt cx="702720" cy="564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A2C6861B-260A-64E9-3E58-1046EE56B2E1}"/>
                    </a:ext>
                  </a:extLst>
                </p14:cNvPr>
                <p14:cNvContentPartPr/>
                <p14:nvPr/>
              </p14:nvContentPartPr>
              <p14:xfrm>
                <a:off x="7245153" y="3881815"/>
                <a:ext cx="34920" cy="25128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A2C6861B-260A-64E9-3E58-1046EE56B2E1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7236513" y="3872815"/>
                  <a:ext cx="52560" cy="26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FEE44848-A79D-87A4-370F-C10EE586BE5A}"/>
                    </a:ext>
                  </a:extLst>
                </p14:cNvPr>
                <p14:cNvContentPartPr/>
                <p14:nvPr/>
              </p14:nvContentPartPr>
              <p14:xfrm>
                <a:off x="7221753" y="4063975"/>
                <a:ext cx="117720" cy="20484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FEE44848-A79D-87A4-370F-C10EE586BE5A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7213113" y="4054975"/>
                  <a:ext cx="135360" cy="22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EE9D1DA4-B2CF-C56C-2BEC-7CE6037E7EAD}"/>
                    </a:ext>
                  </a:extLst>
                </p14:cNvPr>
                <p14:cNvContentPartPr/>
                <p14:nvPr/>
              </p14:nvContentPartPr>
              <p14:xfrm>
                <a:off x="7308153" y="3809095"/>
                <a:ext cx="487080" cy="56412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EE9D1DA4-B2CF-C56C-2BEC-7CE6037E7EAD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7299153" y="3800455"/>
                  <a:ext cx="504720" cy="58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39280376-A999-0560-FC88-66E605FD73AC}"/>
                    </a:ext>
                  </a:extLst>
                </p14:cNvPr>
                <p14:cNvContentPartPr/>
                <p14:nvPr/>
              </p14:nvContentPartPr>
              <p14:xfrm>
                <a:off x="7760313" y="4014655"/>
                <a:ext cx="164160" cy="24696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39280376-A999-0560-FC88-66E605FD73AC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7751673" y="4006015"/>
                  <a:ext cx="181800" cy="264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34">
            <p14:nvContentPartPr>
              <p14:cNvPr id="81" name="Ink 80">
                <a:extLst>
                  <a:ext uri="{FF2B5EF4-FFF2-40B4-BE49-F238E27FC236}">
                    <a16:creationId xmlns:a16="http://schemas.microsoft.com/office/drawing/2014/main" id="{C9FA86D0-3D27-3764-540C-05C28108D32D}"/>
                  </a:ext>
                </a:extLst>
              </p14:cNvPr>
              <p14:cNvContentPartPr/>
              <p14:nvPr/>
            </p14:nvContentPartPr>
            <p14:xfrm>
              <a:off x="8302473" y="3424255"/>
              <a:ext cx="463680" cy="2722320"/>
            </p14:xfrm>
          </p:contentPart>
        </mc:Choice>
        <mc:Fallback>
          <p:pic>
            <p:nvPicPr>
              <p:cNvPr id="81" name="Ink 80">
                <a:extLst>
                  <a:ext uri="{FF2B5EF4-FFF2-40B4-BE49-F238E27FC236}">
                    <a16:creationId xmlns:a16="http://schemas.microsoft.com/office/drawing/2014/main" id="{C9FA86D0-3D27-3764-540C-05C28108D32D}"/>
                  </a:ext>
                </a:extLst>
              </p:cNvPr>
              <p:cNvPicPr/>
              <p:nvPr/>
            </p:nvPicPr>
            <p:blipFill>
              <a:blip r:embed="rId135"/>
              <a:stretch>
                <a:fillRect/>
              </a:stretch>
            </p:blipFill>
            <p:spPr>
              <a:xfrm>
                <a:off x="8293833" y="3415255"/>
                <a:ext cx="481320" cy="2739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6">
            <p14:nvContentPartPr>
              <p14:cNvPr id="83" name="Ink 82">
                <a:extLst>
                  <a:ext uri="{FF2B5EF4-FFF2-40B4-BE49-F238E27FC236}">
                    <a16:creationId xmlns:a16="http://schemas.microsoft.com/office/drawing/2014/main" id="{E0E85594-A94C-808C-3C60-106A6195535C}"/>
                  </a:ext>
                </a:extLst>
              </p14:cNvPr>
              <p14:cNvContentPartPr/>
              <p14:nvPr/>
            </p14:nvContentPartPr>
            <p14:xfrm>
              <a:off x="8845353" y="3769495"/>
              <a:ext cx="35640" cy="258120"/>
            </p14:xfrm>
          </p:contentPart>
        </mc:Choice>
        <mc:Fallback>
          <p:pic>
            <p:nvPicPr>
              <p:cNvPr id="83" name="Ink 82">
                <a:extLst>
                  <a:ext uri="{FF2B5EF4-FFF2-40B4-BE49-F238E27FC236}">
                    <a16:creationId xmlns:a16="http://schemas.microsoft.com/office/drawing/2014/main" id="{E0E85594-A94C-808C-3C60-106A6195535C}"/>
                  </a:ext>
                </a:extLst>
              </p:cNvPr>
              <p:cNvPicPr/>
              <p:nvPr/>
            </p:nvPicPr>
            <p:blipFill>
              <a:blip r:embed="rId137"/>
              <a:stretch>
                <a:fillRect/>
              </a:stretch>
            </p:blipFill>
            <p:spPr>
              <a:xfrm>
                <a:off x="8836353" y="3760855"/>
                <a:ext cx="53280" cy="275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8">
            <p14:nvContentPartPr>
              <p14:cNvPr id="84" name="Ink 83">
                <a:extLst>
                  <a:ext uri="{FF2B5EF4-FFF2-40B4-BE49-F238E27FC236}">
                    <a16:creationId xmlns:a16="http://schemas.microsoft.com/office/drawing/2014/main" id="{F1BF9100-0F31-13C7-0F3D-89C84CEC9BE8}"/>
                  </a:ext>
                </a:extLst>
              </p14:cNvPr>
              <p14:cNvContentPartPr/>
              <p14:nvPr/>
            </p14:nvContentPartPr>
            <p14:xfrm>
              <a:off x="9399033" y="3715855"/>
              <a:ext cx="207360" cy="274320"/>
            </p14:xfrm>
          </p:contentPart>
        </mc:Choice>
        <mc:Fallback>
          <p:pic>
            <p:nvPicPr>
              <p:cNvPr id="84" name="Ink 83">
                <a:extLst>
                  <a:ext uri="{FF2B5EF4-FFF2-40B4-BE49-F238E27FC236}">
                    <a16:creationId xmlns:a16="http://schemas.microsoft.com/office/drawing/2014/main" id="{F1BF9100-0F31-13C7-0F3D-89C84CEC9BE8}"/>
                  </a:ext>
                </a:extLst>
              </p:cNvPr>
              <p:cNvPicPr/>
              <p:nvPr/>
            </p:nvPicPr>
            <p:blipFill>
              <a:blip r:embed="rId139"/>
              <a:stretch>
                <a:fillRect/>
              </a:stretch>
            </p:blipFill>
            <p:spPr>
              <a:xfrm>
                <a:off x="9390393" y="3706855"/>
                <a:ext cx="225000" cy="291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0">
            <p14:nvContentPartPr>
              <p14:cNvPr id="85" name="Ink 84">
                <a:extLst>
                  <a:ext uri="{FF2B5EF4-FFF2-40B4-BE49-F238E27FC236}">
                    <a16:creationId xmlns:a16="http://schemas.microsoft.com/office/drawing/2014/main" id="{599ED761-6877-BE38-B073-5E1F19092BB7}"/>
                  </a:ext>
                </a:extLst>
              </p14:cNvPr>
              <p14:cNvContentPartPr/>
              <p14:nvPr/>
            </p14:nvContentPartPr>
            <p14:xfrm>
              <a:off x="10053153" y="3697135"/>
              <a:ext cx="206640" cy="249840"/>
            </p14:xfrm>
          </p:contentPart>
        </mc:Choice>
        <mc:Fallback>
          <p:pic>
            <p:nvPicPr>
              <p:cNvPr id="85" name="Ink 84">
                <a:extLst>
                  <a:ext uri="{FF2B5EF4-FFF2-40B4-BE49-F238E27FC236}">
                    <a16:creationId xmlns:a16="http://schemas.microsoft.com/office/drawing/2014/main" id="{599ED761-6877-BE38-B073-5E1F19092BB7}"/>
                  </a:ext>
                </a:extLst>
              </p:cNvPr>
              <p:cNvPicPr/>
              <p:nvPr/>
            </p:nvPicPr>
            <p:blipFill>
              <a:blip r:embed="rId141"/>
              <a:stretch>
                <a:fillRect/>
              </a:stretch>
            </p:blipFill>
            <p:spPr>
              <a:xfrm>
                <a:off x="10044153" y="3688495"/>
                <a:ext cx="224280" cy="267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2">
            <p14:nvContentPartPr>
              <p14:cNvPr id="86" name="Ink 85">
                <a:extLst>
                  <a:ext uri="{FF2B5EF4-FFF2-40B4-BE49-F238E27FC236}">
                    <a16:creationId xmlns:a16="http://schemas.microsoft.com/office/drawing/2014/main" id="{9A5C3BA5-4C9D-8644-056D-751871956D3D}"/>
                  </a:ext>
                </a:extLst>
              </p14:cNvPr>
              <p14:cNvContentPartPr/>
              <p14:nvPr/>
            </p14:nvContentPartPr>
            <p14:xfrm>
              <a:off x="10581273" y="3697495"/>
              <a:ext cx="244800" cy="254160"/>
            </p14:xfrm>
          </p:contentPart>
        </mc:Choice>
        <mc:Fallback>
          <p:pic>
            <p:nvPicPr>
              <p:cNvPr id="86" name="Ink 85">
                <a:extLst>
                  <a:ext uri="{FF2B5EF4-FFF2-40B4-BE49-F238E27FC236}">
                    <a16:creationId xmlns:a16="http://schemas.microsoft.com/office/drawing/2014/main" id="{9A5C3BA5-4C9D-8644-056D-751871956D3D}"/>
                  </a:ext>
                </a:extLst>
              </p:cNvPr>
              <p:cNvPicPr/>
              <p:nvPr/>
            </p:nvPicPr>
            <p:blipFill>
              <a:blip r:embed="rId143"/>
              <a:stretch>
                <a:fillRect/>
              </a:stretch>
            </p:blipFill>
            <p:spPr>
              <a:xfrm>
                <a:off x="10572633" y="3688495"/>
                <a:ext cx="262440" cy="271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4">
            <p14:nvContentPartPr>
              <p14:cNvPr id="88" name="Ink 87">
                <a:extLst>
                  <a:ext uri="{FF2B5EF4-FFF2-40B4-BE49-F238E27FC236}">
                    <a16:creationId xmlns:a16="http://schemas.microsoft.com/office/drawing/2014/main" id="{FA050A2A-B7C1-93FE-C6B3-52A3B3954391}"/>
                  </a:ext>
                </a:extLst>
              </p14:cNvPr>
              <p14:cNvContentPartPr/>
              <p14:nvPr/>
            </p14:nvContentPartPr>
            <p14:xfrm>
              <a:off x="8808633" y="4426135"/>
              <a:ext cx="274680" cy="281880"/>
            </p14:xfrm>
          </p:contentPart>
        </mc:Choice>
        <mc:Fallback>
          <p:pic>
            <p:nvPicPr>
              <p:cNvPr id="88" name="Ink 87">
                <a:extLst>
                  <a:ext uri="{FF2B5EF4-FFF2-40B4-BE49-F238E27FC236}">
                    <a16:creationId xmlns:a16="http://schemas.microsoft.com/office/drawing/2014/main" id="{FA050A2A-B7C1-93FE-C6B3-52A3B3954391}"/>
                  </a:ext>
                </a:extLst>
              </p:cNvPr>
              <p:cNvPicPr/>
              <p:nvPr/>
            </p:nvPicPr>
            <p:blipFill>
              <a:blip r:embed="rId145"/>
              <a:stretch>
                <a:fillRect/>
              </a:stretch>
            </p:blipFill>
            <p:spPr>
              <a:xfrm>
                <a:off x="8799633" y="4417135"/>
                <a:ext cx="292320" cy="299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6">
            <p14:nvContentPartPr>
              <p14:cNvPr id="89" name="Ink 88">
                <a:extLst>
                  <a:ext uri="{FF2B5EF4-FFF2-40B4-BE49-F238E27FC236}">
                    <a16:creationId xmlns:a16="http://schemas.microsoft.com/office/drawing/2014/main" id="{474E1F3E-6AFD-E7ED-DEE4-3E4254898BA7}"/>
                  </a:ext>
                </a:extLst>
              </p14:cNvPr>
              <p14:cNvContentPartPr/>
              <p14:nvPr/>
            </p14:nvContentPartPr>
            <p14:xfrm>
              <a:off x="9530433" y="4414255"/>
              <a:ext cx="21600" cy="262440"/>
            </p14:xfrm>
          </p:contentPart>
        </mc:Choice>
        <mc:Fallback>
          <p:pic>
            <p:nvPicPr>
              <p:cNvPr id="89" name="Ink 88">
                <a:extLst>
                  <a:ext uri="{FF2B5EF4-FFF2-40B4-BE49-F238E27FC236}">
                    <a16:creationId xmlns:a16="http://schemas.microsoft.com/office/drawing/2014/main" id="{474E1F3E-6AFD-E7ED-DEE4-3E4254898BA7}"/>
                  </a:ext>
                </a:extLst>
              </p:cNvPr>
              <p:cNvPicPr/>
              <p:nvPr/>
            </p:nvPicPr>
            <p:blipFill>
              <a:blip r:embed="rId147"/>
              <a:stretch>
                <a:fillRect/>
              </a:stretch>
            </p:blipFill>
            <p:spPr>
              <a:xfrm>
                <a:off x="9521433" y="4405615"/>
                <a:ext cx="39240" cy="280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8">
            <p14:nvContentPartPr>
              <p14:cNvPr id="90" name="Ink 89">
                <a:extLst>
                  <a:ext uri="{FF2B5EF4-FFF2-40B4-BE49-F238E27FC236}">
                    <a16:creationId xmlns:a16="http://schemas.microsoft.com/office/drawing/2014/main" id="{FD082C45-5E63-09DF-B3A0-FE45F25A3A46}"/>
                  </a:ext>
                </a:extLst>
              </p14:cNvPr>
              <p14:cNvContentPartPr/>
              <p14:nvPr/>
            </p14:nvContentPartPr>
            <p14:xfrm>
              <a:off x="10148193" y="4423615"/>
              <a:ext cx="155880" cy="244080"/>
            </p14:xfrm>
          </p:contentPart>
        </mc:Choice>
        <mc:Fallback>
          <p:pic>
            <p:nvPicPr>
              <p:cNvPr id="90" name="Ink 89">
                <a:extLst>
                  <a:ext uri="{FF2B5EF4-FFF2-40B4-BE49-F238E27FC236}">
                    <a16:creationId xmlns:a16="http://schemas.microsoft.com/office/drawing/2014/main" id="{FD082C45-5E63-09DF-B3A0-FE45F25A3A46}"/>
                  </a:ext>
                </a:extLst>
              </p:cNvPr>
              <p:cNvPicPr/>
              <p:nvPr/>
            </p:nvPicPr>
            <p:blipFill>
              <a:blip r:embed="rId149"/>
              <a:stretch>
                <a:fillRect/>
              </a:stretch>
            </p:blipFill>
            <p:spPr>
              <a:xfrm>
                <a:off x="10139553" y="4414615"/>
                <a:ext cx="173520" cy="261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0">
            <p14:nvContentPartPr>
              <p14:cNvPr id="91" name="Ink 90">
                <a:extLst>
                  <a:ext uri="{FF2B5EF4-FFF2-40B4-BE49-F238E27FC236}">
                    <a16:creationId xmlns:a16="http://schemas.microsoft.com/office/drawing/2014/main" id="{D638A80B-A7D1-1223-7C0E-96809E7DED62}"/>
                  </a:ext>
                </a:extLst>
              </p14:cNvPr>
              <p14:cNvContentPartPr/>
              <p14:nvPr/>
            </p14:nvContentPartPr>
            <p14:xfrm>
              <a:off x="10707273" y="4393015"/>
              <a:ext cx="246240" cy="252360"/>
            </p14:xfrm>
          </p:contentPart>
        </mc:Choice>
        <mc:Fallback>
          <p:pic>
            <p:nvPicPr>
              <p:cNvPr id="91" name="Ink 90">
                <a:extLst>
                  <a:ext uri="{FF2B5EF4-FFF2-40B4-BE49-F238E27FC236}">
                    <a16:creationId xmlns:a16="http://schemas.microsoft.com/office/drawing/2014/main" id="{D638A80B-A7D1-1223-7C0E-96809E7DED62}"/>
                  </a:ext>
                </a:extLst>
              </p:cNvPr>
              <p:cNvPicPr/>
              <p:nvPr/>
            </p:nvPicPr>
            <p:blipFill>
              <a:blip r:embed="rId151"/>
              <a:stretch>
                <a:fillRect/>
              </a:stretch>
            </p:blipFill>
            <p:spPr>
              <a:xfrm>
                <a:off x="10698273" y="4384015"/>
                <a:ext cx="263880" cy="27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2">
            <p14:nvContentPartPr>
              <p14:cNvPr id="92" name="Ink 91">
                <a:extLst>
                  <a:ext uri="{FF2B5EF4-FFF2-40B4-BE49-F238E27FC236}">
                    <a16:creationId xmlns:a16="http://schemas.microsoft.com/office/drawing/2014/main" id="{02E3AAEC-A75C-7672-91FB-0CC30F377BDC}"/>
                  </a:ext>
                </a:extLst>
              </p14:cNvPr>
              <p14:cNvContentPartPr/>
              <p14:nvPr/>
            </p14:nvContentPartPr>
            <p14:xfrm>
              <a:off x="8779833" y="5112655"/>
              <a:ext cx="244800" cy="293040"/>
            </p14:xfrm>
          </p:contentPart>
        </mc:Choice>
        <mc:Fallback>
          <p:pic>
            <p:nvPicPr>
              <p:cNvPr id="92" name="Ink 91">
                <a:extLst>
                  <a:ext uri="{FF2B5EF4-FFF2-40B4-BE49-F238E27FC236}">
                    <a16:creationId xmlns:a16="http://schemas.microsoft.com/office/drawing/2014/main" id="{02E3AAEC-A75C-7672-91FB-0CC30F377BDC}"/>
                  </a:ext>
                </a:extLst>
              </p:cNvPr>
              <p:cNvPicPr/>
              <p:nvPr/>
            </p:nvPicPr>
            <p:blipFill>
              <a:blip r:embed="rId153"/>
              <a:stretch>
                <a:fillRect/>
              </a:stretch>
            </p:blipFill>
            <p:spPr>
              <a:xfrm>
                <a:off x="8770833" y="5104015"/>
                <a:ext cx="262440" cy="310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4">
            <p14:nvContentPartPr>
              <p14:cNvPr id="93" name="Ink 92">
                <a:extLst>
                  <a:ext uri="{FF2B5EF4-FFF2-40B4-BE49-F238E27FC236}">
                    <a16:creationId xmlns:a16="http://schemas.microsoft.com/office/drawing/2014/main" id="{7719FF40-B1FF-A3BF-14EA-C55414A6990E}"/>
                  </a:ext>
                </a:extLst>
              </p14:cNvPr>
              <p14:cNvContentPartPr/>
              <p14:nvPr/>
            </p14:nvContentPartPr>
            <p14:xfrm>
              <a:off x="9426033" y="5113375"/>
              <a:ext cx="776880" cy="262080"/>
            </p14:xfrm>
          </p:contentPart>
        </mc:Choice>
        <mc:Fallback>
          <p:pic>
            <p:nvPicPr>
              <p:cNvPr id="93" name="Ink 92">
                <a:extLst>
                  <a:ext uri="{FF2B5EF4-FFF2-40B4-BE49-F238E27FC236}">
                    <a16:creationId xmlns:a16="http://schemas.microsoft.com/office/drawing/2014/main" id="{7719FF40-B1FF-A3BF-14EA-C55414A6990E}"/>
                  </a:ext>
                </a:extLst>
              </p:cNvPr>
              <p:cNvPicPr/>
              <p:nvPr/>
            </p:nvPicPr>
            <p:blipFill>
              <a:blip r:embed="rId155"/>
              <a:stretch>
                <a:fillRect/>
              </a:stretch>
            </p:blipFill>
            <p:spPr>
              <a:xfrm>
                <a:off x="9417393" y="5104375"/>
                <a:ext cx="794520" cy="279720"/>
              </a:xfrm>
              <a:prstGeom prst="rect">
                <a:avLst/>
              </a:prstGeom>
            </p:spPr>
          </p:pic>
        </mc:Fallback>
      </mc:AlternateContent>
      <p:grpSp>
        <p:nvGrpSpPr>
          <p:cNvPr id="98" name="Group 97">
            <a:extLst>
              <a:ext uri="{FF2B5EF4-FFF2-40B4-BE49-F238E27FC236}">
                <a16:creationId xmlns:a16="http://schemas.microsoft.com/office/drawing/2014/main" id="{6248B9C7-E01D-74DF-16C9-AC2F359CDC14}"/>
              </a:ext>
            </a:extLst>
          </p:cNvPr>
          <p:cNvGrpSpPr/>
          <p:nvPr/>
        </p:nvGrpSpPr>
        <p:grpSpPr>
          <a:xfrm>
            <a:off x="10676313" y="3477535"/>
            <a:ext cx="579600" cy="2419560"/>
            <a:chOff x="10676313" y="3477535"/>
            <a:chExt cx="579600" cy="2419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77A24D7A-06BE-772C-C6D5-5F100D81EB9E}"/>
                    </a:ext>
                  </a:extLst>
                </p14:cNvPr>
                <p14:cNvContentPartPr/>
                <p14:nvPr/>
              </p14:nvContentPartPr>
              <p14:xfrm>
                <a:off x="10720593" y="5067655"/>
                <a:ext cx="151560" cy="25236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77A24D7A-06BE-772C-C6D5-5F100D81EB9E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10711593" y="5058655"/>
                  <a:ext cx="169200" cy="27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C060978E-FC30-08AE-3A55-FED6B47BBF97}"/>
                    </a:ext>
                  </a:extLst>
                </p14:cNvPr>
                <p14:cNvContentPartPr/>
                <p14:nvPr/>
              </p14:nvContentPartPr>
              <p14:xfrm>
                <a:off x="10853793" y="5218495"/>
                <a:ext cx="8640" cy="2376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C060978E-FC30-08AE-3A55-FED6B47BBF97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10844793" y="5209855"/>
                  <a:ext cx="26280" cy="4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D307F837-D618-EFF9-6918-8B65AB04C30B}"/>
                    </a:ext>
                  </a:extLst>
                </p14:cNvPr>
                <p14:cNvContentPartPr/>
                <p14:nvPr/>
              </p14:nvContentPartPr>
              <p14:xfrm>
                <a:off x="10791873" y="5093215"/>
                <a:ext cx="29880" cy="20736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D307F837-D618-EFF9-6918-8B65AB04C30B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10782873" y="5084575"/>
                  <a:ext cx="47520" cy="22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D8578069-9AB0-89C5-41B6-EF0A2E6A0C53}"/>
                    </a:ext>
                  </a:extLst>
                </p14:cNvPr>
                <p14:cNvContentPartPr/>
                <p14:nvPr/>
              </p14:nvContentPartPr>
              <p14:xfrm>
                <a:off x="10676313" y="3477535"/>
                <a:ext cx="579600" cy="2419560"/>
              </p14:xfrm>
            </p:contentPart>
          </mc:Choice>
          <mc:Fallback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D8578069-9AB0-89C5-41B6-EF0A2E6A0C53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10667313" y="3468895"/>
                  <a:ext cx="597240" cy="2437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5" name="Group 104">
            <a:extLst>
              <a:ext uri="{FF2B5EF4-FFF2-40B4-BE49-F238E27FC236}">
                <a16:creationId xmlns:a16="http://schemas.microsoft.com/office/drawing/2014/main" id="{BA98178A-7065-A651-BDA3-BDA9586733FB}"/>
              </a:ext>
            </a:extLst>
          </p:cNvPr>
          <p:cNvGrpSpPr/>
          <p:nvPr/>
        </p:nvGrpSpPr>
        <p:grpSpPr>
          <a:xfrm>
            <a:off x="789993" y="6203815"/>
            <a:ext cx="237600" cy="155880"/>
            <a:chOff x="789993" y="6203815"/>
            <a:chExt cx="237600" cy="155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83839BD9-9DB6-8405-9ACF-ADB065E36001}"/>
                    </a:ext>
                  </a:extLst>
                </p14:cNvPr>
                <p14:cNvContentPartPr/>
                <p14:nvPr/>
              </p14:nvContentPartPr>
              <p14:xfrm>
                <a:off x="824553" y="6203815"/>
                <a:ext cx="203040" cy="1188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83839BD9-9DB6-8405-9ACF-ADB065E36001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815913" y="6195175"/>
                  <a:ext cx="220680" cy="2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D6095DBD-8086-4E16-53A8-4DA41A8D5BE4}"/>
                    </a:ext>
                  </a:extLst>
                </p14:cNvPr>
                <p14:cNvContentPartPr/>
                <p14:nvPr/>
              </p14:nvContentPartPr>
              <p14:xfrm>
                <a:off x="789993" y="6334495"/>
                <a:ext cx="217800" cy="25200"/>
              </p14:xfrm>
            </p:contentPart>
          </mc:Choice>
          <mc:Fallback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D6095DBD-8086-4E16-53A8-4DA41A8D5BE4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780993" y="6325495"/>
                  <a:ext cx="235440" cy="428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68">
            <p14:nvContentPartPr>
              <p14:cNvPr id="101" name="Ink 100">
                <a:extLst>
                  <a:ext uri="{FF2B5EF4-FFF2-40B4-BE49-F238E27FC236}">
                    <a16:creationId xmlns:a16="http://schemas.microsoft.com/office/drawing/2014/main" id="{A63C8B2E-E471-2AE8-0F4A-A86CE4C62A0D}"/>
                  </a:ext>
                </a:extLst>
              </p14:cNvPr>
              <p14:cNvContentPartPr/>
              <p14:nvPr/>
            </p14:nvContentPartPr>
            <p14:xfrm>
              <a:off x="1765593" y="5880175"/>
              <a:ext cx="286920" cy="933120"/>
            </p14:xfrm>
          </p:contentPart>
        </mc:Choice>
        <mc:Fallback>
          <p:pic>
            <p:nvPicPr>
              <p:cNvPr id="101" name="Ink 100">
                <a:extLst>
                  <a:ext uri="{FF2B5EF4-FFF2-40B4-BE49-F238E27FC236}">
                    <a16:creationId xmlns:a16="http://schemas.microsoft.com/office/drawing/2014/main" id="{A63C8B2E-E471-2AE8-0F4A-A86CE4C62A0D}"/>
                  </a:ext>
                </a:extLst>
              </p:cNvPr>
              <p:cNvPicPr/>
              <p:nvPr/>
            </p:nvPicPr>
            <p:blipFill>
              <a:blip r:embed="rId169"/>
              <a:stretch>
                <a:fillRect/>
              </a:stretch>
            </p:blipFill>
            <p:spPr>
              <a:xfrm>
                <a:off x="1756593" y="5871175"/>
                <a:ext cx="304560" cy="950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0">
            <p14:nvContentPartPr>
              <p14:cNvPr id="102" name="Ink 101">
                <a:extLst>
                  <a:ext uri="{FF2B5EF4-FFF2-40B4-BE49-F238E27FC236}">
                    <a16:creationId xmlns:a16="http://schemas.microsoft.com/office/drawing/2014/main" id="{59D12C59-0251-1321-CA48-7A939513A475}"/>
                  </a:ext>
                </a:extLst>
              </p14:cNvPr>
              <p14:cNvContentPartPr/>
              <p14:nvPr/>
            </p14:nvContentPartPr>
            <p14:xfrm>
              <a:off x="2188233" y="6124975"/>
              <a:ext cx="288720" cy="89640"/>
            </p14:xfrm>
          </p:contentPart>
        </mc:Choice>
        <mc:Fallback>
          <p:pic>
            <p:nvPicPr>
              <p:cNvPr id="102" name="Ink 101">
                <a:extLst>
                  <a:ext uri="{FF2B5EF4-FFF2-40B4-BE49-F238E27FC236}">
                    <a16:creationId xmlns:a16="http://schemas.microsoft.com/office/drawing/2014/main" id="{59D12C59-0251-1321-CA48-7A939513A475}"/>
                  </a:ext>
                </a:extLst>
              </p:cNvPr>
              <p:cNvPicPr/>
              <p:nvPr/>
            </p:nvPicPr>
            <p:blipFill>
              <a:blip r:embed="rId171"/>
              <a:stretch>
                <a:fillRect/>
              </a:stretch>
            </p:blipFill>
            <p:spPr>
              <a:xfrm>
                <a:off x="2179593" y="6116335"/>
                <a:ext cx="306360" cy="107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2">
            <p14:nvContentPartPr>
              <p14:cNvPr id="103" name="Ink 102">
                <a:extLst>
                  <a:ext uri="{FF2B5EF4-FFF2-40B4-BE49-F238E27FC236}">
                    <a16:creationId xmlns:a16="http://schemas.microsoft.com/office/drawing/2014/main" id="{93409D17-082E-3635-3701-8FE4EF144610}"/>
                  </a:ext>
                </a:extLst>
              </p14:cNvPr>
              <p14:cNvContentPartPr/>
              <p14:nvPr/>
            </p14:nvContentPartPr>
            <p14:xfrm>
              <a:off x="2280033" y="6132895"/>
              <a:ext cx="360360" cy="317160"/>
            </p14:xfrm>
          </p:contentPart>
        </mc:Choice>
        <mc:Fallback>
          <p:pic>
            <p:nvPicPr>
              <p:cNvPr id="103" name="Ink 102">
                <a:extLst>
                  <a:ext uri="{FF2B5EF4-FFF2-40B4-BE49-F238E27FC236}">
                    <a16:creationId xmlns:a16="http://schemas.microsoft.com/office/drawing/2014/main" id="{93409D17-082E-3635-3701-8FE4EF144610}"/>
                  </a:ext>
                </a:extLst>
              </p:cNvPr>
              <p:cNvPicPr/>
              <p:nvPr/>
            </p:nvPicPr>
            <p:blipFill>
              <a:blip r:embed="rId173"/>
              <a:stretch>
                <a:fillRect/>
              </a:stretch>
            </p:blipFill>
            <p:spPr>
              <a:xfrm>
                <a:off x="2271393" y="6124255"/>
                <a:ext cx="378000" cy="334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4">
            <p14:nvContentPartPr>
              <p14:cNvPr id="109" name="Ink 108">
                <a:extLst>
                  <a:ext uri="{FF2B5EF4-FFF2-40B4-BE49-F238E27FC236}">
                    <a16:creationId xmlns:a16="http://schemas.microsoft.com/office/drawing/2014/main" id="{865B4822-BB24-CAB1-940E-35E1396C26C5}"/>
                  </a:ext>
                </a:extLst>
              </p14:cNvPr>
              <p14:cNvContentPartPr/>
              <p14:nvPr/>
            </p14:nvContentPartPr>
            <p14:xfrm>
              <a:off x="5242113" y="696895"/>
              <a:ext cx="1080" cy="3960"/>
            </p14:xfrm>
          </p:contentPart>
        </mc:Choice>
        <mc:Fallback>
          <p:pic>
            <p:nvPicPr>
              <p:cNvPr id="109" name="Ink 108">
                <a:extLst>
                  <a:ext uri="{FF2B5EF4-FFF2-40B4-BE49-F238E27FC236}">
                    <a16:creationId xmlns:a16="http://schemas.microsoft.com/office/drawing/2014/main" id="{865B4822-BB24-CAB1-940E-35E1396C26C5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5233113" y="688255"/>
                <a:ext cx="18720" cy="21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5">
            <p14:nvContentPartPr>
              <p14:cNvPr id="110" name="Ink 109">
                <a:extLst>
                  <a:ext uri="{FF2B5EF4-FFF2-40B4-BE49-F238E27FC236}">
                    <a16:creationId xmlns:a16="http://schemas.microsoft.com/office/drawing/2014/main" id="{5DB41E57-46FD-EE09-44FC-6508B0BFE1C4}"/>
                  </a:ext>
                </a:extLst>
              </p14:cNvPr>
              <p14:cNvContentPartPr/>
              <p14:nvPr/>
            </p14:nvContentPartPr>
            <p14:xfrm>
              <a:off x="5280633" y="1657735"/>
              <a:ext cx="4320" cy="7200"/>
            </p14:xfrm>
          </p:contentPart>
        </mc:Choice>
        <mc:Fallback>
          <p:pic>
            <p:nvPicPr>
              <p:cNvPr id="110" name="Ink 109">
                <a:extLst>
                  <a:ext uri="{FF2B5EF4-FFF2-40B4-BE49-F238E27FC236}">
                    <a16:creationId xmlns:a16="http://schemas.microsoft.com/office/drawing/2014/main" id="{5DB41E57-46FD-EE09-44FC-6508B0BFE1C4}"/>
                  </a:ext>
                </a:extLst>
              </p:cNvPr>
              <p:cNvPicPr/>
              <p:nvPr/>
            </p:nvPicPr>
            <p:blipFill>
              <a:blip r:embed="rId176"/>
              <a:stretch>
                <a:fillRect/>
              </a:stretch>
            </p:blipFill>
            <p:spPr>
              <a:xfrm>
                <a:off x="5271633" y="1649095"/>
                <a:ext cx="21960" cy="24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7">
            <p14:nvContentPartPr>
              <p14:cNvPr id="111" name="Ink 110">
                <a:extLst>
                  <a:ext uri="{FF2B5EF4-FFF2-40B4-BE49-F238E27FC236}">
                    <a16:creationId xmlns:a16="http://schemas.microsoft.com/office/drawing/2014/main" id="{83FA6D06-B893-1359-389F-90902BD0A95F}"/>
                  </a:ext>
                </a:extLst>
              </p14:cNvPr>
              <p14:cNvContentPartPr/>
              <p14:nvPr/>
            </p14:nvContentPartPr>
            <p14:xfrm>
              <a:off x="5449833" y="2467015"/>
              <a:ext cx="20160" cy="24480"/>
            </p14:xfrm>
          </p:contentPart>
        </mc:Choice>
        <mc:Fallback>
          <p:pic>
            <p:nvPicPr>
              <p:cNvPr id="111" name="Ink 110">
                <a:extLst>
                  <a:ext uri="{FF2B5EF4-FFF2-40B4-BE49-F238E27FC236}">
                    <a16:creationId xmlns:a16="http://schemas.microsoft.com/office/drawing/2014/main" id="{83FA6D06-B893-1359-389F-90902BD0A95F}"/>
                  </a:ext>
                </a:extLst>
              </p:cNvPr>
              <p:cNvPicPr/>
              <p:nvPr/>
            </p:nvPicPr>
            <p:blipFill>
              <a:blip r:embed="rId178"/>
              <a:stretch>
                <a:fillRect/>
              </a:stretch>
            </p:blipFill>
            <p:spPr>
              <a:xfrm>
                <a:off x="5440833" y="2458015"/>
                <a:ext cx="37800" cy="42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9">
            <p14:nvContentPartPr>
              <p14:cNvPr id="112" name="Ink 111">
                <a:extLst>
                  <a:ext uri="{FF2B5EF4-FFF2-40B4-BE49-F238E27FC236}">
                    <a16:creationId xmlns:a16="http://schemas.microsoft.com/office/drawing/2014/main" id="{3ED50643-6CDC-3CE1-8DB1-7E6F3C8A31E0}"/>
                  </a:ext>
                </a:extLst>
              </p14:cNvPr>
              <p14:cNvContentPartPr/>
              <p14:nvPr/>
            </p14:nvContentPartPr>
            <p14:xfrm>
              <a:off x="5303313" y="2116375"/>
              <a:ext cx="5040" cy="10080"/>
            </p14:xfrm>
          </p:contentPart>
        </mc:Choice>
        <mc:Fallback>
          <p:pic>
            <p:nvPicPr>
              <p:cNvPr id="112" name="Ink 111">
                <a:extLst>
                  <a:ext uri="{FF2B5EF4-FFF2-40B4-BE49-F238E27FC236}">
                    <a16:creationId xmlns:a16="http://schemas.microsoft.com/office/drawing/2014/main" id="{3ED50643-6CDC-3CE1-8DB1-7E6F3C8A31E0}"/>
                  </a:ext>
                </a:extLst>
              </p:cNvPr>
              <p:cNvPicPr/>
              <p:nvPr/>
            </p:nvPicPr>
            <p:blipFill>
              <a:blip r:embed="rId180"/>
              <a:stretch>
                <a:fillRect/>
              </a:stretch>
            </p:blipFill>
            <p:spPr>
              <a:xfrm>
                <a:off x="5294313" y="2107735"/>
                <a:ext cx="22680" cy="27720"/>
              </a:xfrm>
              <a:prstGeom prst="rect">
                <a:avLst/>
              </a:prstGeom>
            </p:spPr>
          </p:pic>
        </mc:Fallback>
      </mc:AlternateContent>
      <p:grpSp>
        <p:nvGrpSpPr>
          <p:cNvPr id="115" name="Group 114">
            <a:extLst>
              <a:ext uri="{FF2B5EF4-FFF2-40B4-BE49-F238E27FC236}">
                <a16:creationId xmlns:a16="http://schemas.microsoft.com/office/drawing/2014/main" id="{F446C53E-CA88-6F7B-014E-48C5AA871760}"/>
              </a:ext>
            </a:extLst>
          </p:cNvPr>
          <p:cNvGrpSpPr/>
          <p:nvPr/>
        </p:nvGrpSpPr>
        <p:grpSpPr>
          <a:xfrm>
            <a:off x="2733633" y="5798455"/>
            <a:ext cx="1188360" cy="1046160"/>
            <a:chOff x="2733633" y="5798455"/>
            <a:chExt cx="1188360" cy="1046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1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16C869BB-12CB-20EB-6824-BDA3BD85A60A}"/>
                    </a:ext>
                  </a:extLst>
                </p14:cNvPr>
                <p14:cNvContentPartPr/>
                <p14:nvPr/>
              </p14:nvContentPartPr>
              <p14:xfrm>
                <a:off x="2733633" y="6352855"/>
                <a:ext cx="171360" cy="263880"/>
              </p14:xfrm>
            </p:contentPart>
          </mc:Choice>
          <mc:Fallback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16C869BB-12CB-20EB-6824-BDA3BD85A60A}"/>
                    </a:ext>
                  </a:extLst>
                </p:cNvPr>
                <p:cNvPicPr/>
                <p:nvPr/>
              </p:nvPicPr>
              <p:blipFill>
                <a:blip r:embed="rId182"/>
                <a:stretch>
                  <a:fillRect/>
                </a:stretch>
              </p:blipFill>
              <p:spPr>
                <a:xfrm>
                  <a:off x="2724993" y="6343855"/>
                  <a:ext cx="189000" cy="28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3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B4D1B96D-E48C-ECA8-AF74-D39BA5F99A58}"/>
                    </a:ext>
                  </a:extLst>
                </p14:cNvPr>
                <p14:cNvContentPartPr/>
                <p14:nvPr/>
              </p14:nvContentPartPr>
              <p14:xfrm>
                <a:off x="3342033" y="6220375"/>
                <a:ext cx="263160" cy="314280"/>
              </p14:xfrm>
            </p:contentPart>
          </mc:Choice>
          <mc:Fallback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B4D1B96D-E48C-ECA8-AF74-D39BA5F99A58}"/>
                    </a:ext>
                  </a:extLst>
                </p:cNvPr>
                <p:cNvPicPr/>
                <p:nvPr/>
              </p:nvPicPr>
              <p:blipFill>
                <a:blip r:embed="rId184"/>
                <a:stretch>
                  <a:fillRect/>
                </a:stretch>
              </p:blipFill>
              <p:spPr>
                <a:xfrm>
                  <a:off x="3333033" y="6211375"/>
                  <a:ext cx="280800" cy="33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5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5C8739B4-43CF-40B8-A5C4-2670B4165047}"/>
                    </a:ext>
                  </a:extLst>
                </p14:cNvPr>
                <p14:cNvContentPartPr/>
                <p14:nvPr/>
              </p14:nvContentPartPr>
              <p14:xfrm>
                <a:off x="3065193" y="6446815"/>
                <a:ext cx="75240" cy="149760"/>
              </p14:xfrm>
            </p:contentPart>
          </mc:Choice>
          <mc:Fallback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5C8739B4-43CF-40B8-A5C4-2670B4165047}"/>
                    </a:ext>
                  </a:extLst>
                </p:cNvPr>
                <p:cNvPicPr/>
                <p:nvPr/>
              </p:nvPicPr>
              <p:blipFill>
                <a:blip r:embed="rId186"/>
                <a:stretch>
                  <a:fillRect/>
                </a:stretch>
              </p:blipFill>
              <p:spPr>
                <a:xfrm>
                  <a:off x="3056193" y="6438175"/>
                  <a:ext cx="92880" cy="16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7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14530295-23E0-569B-BEF1-8CE399F86149}"/>
                    </a:ext>
                  </a:extLst>
                </p14:cNvPr>
                <p14:cNvContentPartPr/>
                <p14:nvPr/>
              </p14:nvContentPartPr>
              <p14:xfrm>
                <a:off x="3466953" y="5798455"/>
                <a:ext cx="455040" cy="1046160"/>
              </p14:xfrm>
            </p:contentPart>
          </mc:Choice>
          <mc:Fallback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14530295-23E0-569B-BEF1-8CE399F86149}"/>
                    </a:ext>
                  </a:extLst>
                </p:cNvPr>
                <p:cNvPicPr/>
                <p:nvPr/>
              </p:nvPicPr>
              <p:blipFill>
                <a:blip r:embed="rId188"/>
                <a:stretch>
                  <a:fillRect/>
                </a:stretch>
              </p:blipFill>
              <p:spPr>
                <a:xfrm>
                  <a:off x="3457953" y="5789815"/>
                  <a:ext cx="472680" cy="1063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89">
            <p14:nvContentPartPr>
              <p14:cNvPr id="116" name="Ink 115">
                <a:extLst>
                  <a:ext uri="{FF2B5EF4-FFF2-40B4-BE49-F238E27FC236}">
                    <a16:creationId xmlns:a16="http://schemas.microsoft.com/office/drawing/2014/main" id="{9375C749-B555-E597-CF66-8947E965027E}"/>
                  </a:ext>
                </a:extLst>
              </p14:cNvPr>
              <p14:cNvContentPartPr/>
              <p14:nvPr/>
            </p14:nvContentPartPr>
            <p14:xfrm>
              <a:off x="11366793" y="5412895"/>
              <a:ext cx="3960" cy="1800"/>
            </p14:xfrm>
          </p:contentPart>
        </mc:Choice>
        <mc:Fallback>
          <p:pic>
            <p:nvPicPr>
              <p:cNvPr id="116" name="Ink 115">
                <a:extLst>
                  <a:ext uri="{FF2B5EF4-FFF2-40B4-BE49-F238E27FC236}">
                    <a16:creationId xmlns:a16="http://schemas.microsoft.com/office/drawing/2014/main" id="{9375C749-B555-E597-CF66-8947E965027E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11357793" y="5403895"/>
                <a:ext cx="21600" cy="19440"/>
              </a:xfrm>
              <a:prstGeom prst="rect">
                <a:avLst/>
              </a:prstGeom>
            </p:spPr>
          </p:pic>
        </mc:Fallback>
      </mc:AlternateContent>
      <p:grpSp>
        <p:nvGrpSpPr>
          <p:cNvPr id="127" name="Group 126">
            <a:extLst>
              <a:ext uri="{FF2B5EF4-FFF2-40B4-BE49-F238E27FC236}">
                <a16:creationId xmlns:a16="http://schemas.microsoft.com/office/drawing/2014/main" id="{08875FC6-E679-E34A-4FA7-E11CC38184B0}"/>
              </a:ext>
            </a:extLst>
          </p:cNvPr>
          <p:cNvGrpSpPr/>
          <p:nvPr/>
        </p:nvGrpSpPr>
        <p:grpSpPr>
          <a:xfrm>
            <a:off x="4574673" y="6085735"/>
            <a:ext cx="3484440" cy="592560"/>
            <a:chOff x="4574673" y="6085735"/>
            <a:chExt cx="3484440" cy="592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0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4B85D999-CCBA-BC21-B555-28F5216A69C0}"/>
                    </a:ext>
                  </a:extLst>
                </p14:cNvPr>
                <p14:cNvContentPartPr/>
                <p14:nvPr/>
              </p14:nvContentPartPr>
              <p14:xfrm>
                <a:off x="4574673" y="6421975"/>
                <a:ext cx="19080" cy="256320"/>
              </p14:xfrm>
            </p:contentPart>
          </mc:Choice>
          <mc:Fallback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4B85D999-CCBA-BC21-B555-28F5216A69C0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4566033" y="6413335"/>
                  <a:ext cx="36720" cy="27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2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EFD03797-03BE-3C3A-B58E-D293C4B01223}"/>
                    </a:ext>
                  </a:extLst>
                </p14:cNvPr>
                <p14:cNvContentPartPr/>
                <p14:nvPr/>
              </p14:nvContentPartPr>
              <p14:xfrm>
                <a:off x="4733073" y="6438895"/>
                <a:ext cx="150480" cy="239400"/>
              </p14:xfrm>
            </p:contentPart>
          </mc:Choice>
          <mc:Fallback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EFD03797-03BE-3C3A-B58E-D293C4B01223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4724073" y="6430255"/>
                  <a:ext cx="168120" cy="25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4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1407BD4B-16C2-AE6F-B6F9-C04E9FFC8729}"/>
                    </a:ext>
                  </a:extLst>
                </p14:cNvPr>
                <p14:cNvContentPartPr/>
                <p14:nvPr/>
              </p14:nvContentPartPr>
              <p14:xfrm>
                <a:off x="4577913" y="6245935"/>
                <a:ext cx="22320" cy="106200"/>
              </p14:xfrm>
            </p:contentPart>
          </mc:Choice>
          <mc:Fallback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1407BD4B-16C2-AE6F-B6F9-C04E9FFC8729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4569273" y="6237295"/>
                  <a:ext cx="39960" cy="12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6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BA35E9BE-DEA8-8D3E-6FFE-2142A9ED6AE9}"/>
                    </a:ext>
                  </a:extLst>
                </p14:cNvPr>
                <p14:cNvContentPartPr/>
                <p14:nvPr/>
              </p14:nvContentPartPr>
              <p14:xfrm>
                <a:off x="5200353" y="6267175"/>
                <a:ext cx="740520" cy="402120"/>
              </p14:xfrm>
            </p:contentPart>
          </mc:Choice>
          <mc:Fallback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BA35E9BE-DEA8-8D3E-6FFE-2142A9ED6AE9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5191713" y="6258175"/>
                  <a:ext cx="758160" cy="41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8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4C8CA46F-013E-02A2-99E9-C62AD4148A81}"/>
                    </a:ext>
                  </a:extLst>
                </p14:cNvPr>
                <p14:cNvContentPartPr/>
                <p14:nvPr/>
              </p14:nvContentPartPr>
              <p14:xfrm>
                <a:off x="5031873" y="6357895"/>
                <a:ext cx="1868040" cy="210240"/>
              </p14:xfrm>
            </p:contentPart>
          </mc:Choice>
          <mc:Fallback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4C8CA46F-013E-02A2-99E9-C62AD4148A81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5023233" y="6349255"/>
                  <a:ext cx="1885680" cy="22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0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99A8C68D-6DC0-6574-2BC0-3948F43A09DF}"/>
                    </a:ext>
                  </a:extLst>
                </p14:cNvPr>
                <p14:cNvContentPartPr/>
                <p14:nvPr/>
              </p14:nvContentPartPr>
              <p14:xfrm>
                <a:off x="6875073" y="6085735"/>
                <a:ext cx="1184040" cy="466200"/>
              </p14:xfrm>
            </p:contentPart>
          </mc:Choice>
          <mc:Fallback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99A8C68D-6DC0-6574-2BC0-3948F43A09DF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6866433" y="6077095"/>
                  <a:ext cx="1201680" cy="483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6" name="Group 125">
            <a:extLst>
              <a:ext uri="{FF2B5EF4-FFF2-40B4-BE49-F238E27FC236}">
                <a16:creationId xmlns:a16="http://schemas.microsoft.com/office/drawing/2014/main" id="{83B7E4A1-5DD3-CD1D-060B-79D0F62E3A07}"/>
              </a:ext>
            </a:extLst>
          </p:cNvPr>
          <p:cNvGrpSpPr/>
          <p:nvPr/>
        </p:nvGrpSpPr>
        <p:grpSpPr>
          <a:xfrm>
            <a:off x="8381673" y="6159175"/>
            <a:ext cx="2320200" cy="914040"/>
            <a:chOff x="8381673" y="6159175"/>
            <a:chExt cx="2320200" cy="914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2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3ED2FD53-12B3-DE2F-26F2-7390310B721D}"/>
                    </a:ext>
                  </a:extLst>
                </p14:cNvPr>
                <p14:cNvContentPartPr/>
                <p14:nvPr/>
              </p14:nvContentPartPr>
              <p14:xfrm>
                <a:off x="8381673" y="6169615"/>
                <a:ext cx="1116360" cy="871920"/>
              </p14:xfrm>
            </p:contentPart>
          </mc:Choice>
          <mc:Fallback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3ED2FD53-12B3-DE2F-26F2-7390310B721D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8373033" y="6160975"/>
                  <a:ext cx="1134000" cy="88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4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9E2F8CF5-3EFF-78F7-8278-69B60869A30E}"/>
                    </a:ext>
                  </a:extLst>
                </p14:cNvPr>
                <p14:cNvContentPartPr/>
                <p14:nvPr/>
              </p14:nvContentPartPr>
              <p14:xfrm>
                <a:off x="9696753" y="6159175"/>
                <a:ext cx="1005120" cy="914040"/>
              </p14:xfrm>
            </p:contentPart>
          </mc:Choice>
          <mc:Fallback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9E2F8CF5-3EFF-78F7-8278-69B60869A30E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9687753" y="6150175"/>
                  <a:ext cx="1022760" cy="9316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06">
            <p14:nvContentPartPr>
              <p14:cNvPr id="125" name="Ink 124">
                <a:extLst>
                  <a:ext uri="{FF2B5EF4-FFF2-40B4-BE49-F238E27FC236}">
                    <a16:creationId xmlns:a16="http://schemas.microsoft.com/office/drawing/2014/main" id="{2C95D5C2-0375-7F9E-B9BF-A24A4487A41D}"/>
                  </a:ext>
                </a:extLst>
              </p14:cNvPr>
              <p14:cNvContentPartPr/>
              <p14:nvPr/>
            </p14:nvContentPartPr>
            <p14:xfrm>
              <a:off x="11609073" y="6745255"/>
              <a:ext cx="16920" cy="18360"/>
            </p14:xfrm>
          </p:contentPart>
        </mc:Choice>
        <mc:Fallback>
          <p:pic>
            <p:nvPicPr>
              <p:cNvPr id="125" name="Ink 124">
                <a:extLst>
                  <a:ext uri="{FF2B5EF4-FFF2-40B4-BE49-F238E27FC236}">
                    <a16:creationId xmlns:a16="http://schemas.microsoft.com/office/drawing/2014/main" id="{2C95D5C2-0375-7F9E-B9BF-A24A4487A41D}"/>
                  </a:ext>
                </a:extLst>
              </p:cNvPr>
              <p:cNvPicPr/>
              <p:nvPr/>
            </p:nvPicPr>
            <p:blipFill>
              <a:blip r:embed="rId207"/>
              <a:stretch>
                <a:fillRect/>
              </a:stretch>
            </p:blipFill>
            <p:spPr>
              <a:xfrm>
                <a:off x="11600433" y="6736615"/>
                <a:ext cx="34560" cy="36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339462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E411170B-B205-FA07-3D84-F49BEB3EFDEB}"/>
              </a:ext>
            </a:extLst>
          </p:cNvPr>
          <p:cNvGrpSpPr/>
          <p:nvPr/>
        </p:nvGrpSpPr>
        <p:grpSpPr>
          <a:xfrm>
            <a:off x="204633" y="436975"/>
            <a:ext cx="444600" cy="420120"/>
            <a:chOff x="204633" y="436975"/>
            <a:chExt cx="444600" cy="420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74030C6A-C9E4-D43D-0A0D-2EBFCFD6E378}"/>
                    </a:ext>
                  </a:extLst>
                </p14:cNvPr>
                <p14:cNvContentPartPr/>
                <p14:nvPr/>
              </p14:nvContentPartPr>
              <p14:xfrm>
                <a:off x="204633" y="436975"/>
                <a:ext cx="263880" cy="42012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74030C6A-C9E4-D43D-0A0D-2EBFCFD6E378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95633" y="427975"/>
                  <a:ext cx="281520" cy="43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425719A5-145F-BCA4-A24C-FCA9AA6FE3DD}"/>
                    </a:ext>
                  </a:extLst>
                </p14:cNvPr>
                <p14:cNvContentPartPr/>
                <p14:nvPr/>
              </p14:nvContentPartPr>
              <p14:xfrm>
                <a:off x="627273" y="717775"/>
                <a:ext cx="21960" cy="2124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425719A5-145F-BCA4-A24C-FCA9AA6FE3DD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618633" y="708775"/>
                  <a:ext cx="39600" cy="38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D5FBE901-B536-D63C-4CD0-DC4FB799FE0F}"/>
              </a:ext>
            </a:extLst>
          </p:cNvPr>
          <p:cNvGrpSpPr/>
          <p:nvPr/>
        </p:nvGrpSpPr>
        <p:grpSpPr>
          <a:xfrm>
            <a:off x="1395513" y="323935"/>
            <a:ext cx="1328400" cy="545760"/>
            <a:chOff x="1395513" y="323935"/>
            <a:chExt cx="1328400" cy="545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9AFB4D69-45B9-DA1E-13C2-9520479D0CB7}"/>
                    </a:ext>
                  </a:extLst>
                </p14:cNvPr>
                <p14:cNvContentPartPr/>
                <p14:nvPr/>
              </p14:nvContentPartPr>
              <p14:xfrm>
                <a:off x="1395513" y="465055"/>
                <a:ext cx="60120" cy="40464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9AFB4D69-45B9-DA1E-13C2-9520479D0CB7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386873" y="456415"/>
                  <a:ext cx="77760" cy="42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E0368396-D6A4-ECBA-0A94-911D70788780}"/>
                    </a:ext>
                  </a:extLst>
                </p14:cNvPr>
                <p14:cNvContentPartPr/>
                <p14:nvPr/>
              </p14:nvContentPartPr>
              <p14:xfrm>
                <a:off x="1445913" y="369295"/>
                <a:ext cx="265320" cy="10008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E0368396-D6A4-ECBA-0A94-911D70788780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437273" y="360655"/>
                  <a:ext cx="282960" cy="11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AEE417F2-9E6A-76F0-1CD5-10157B530A25}"/>
                    </a:ext>
                  </a:extLst>
                </p14:cNvPr>
                <p14:cNvContentPartPr/>
                <p14:nvPr/>
              </p14:nvContentPartPr>
              <p14:xfrm>
                <a:off x="1416753" y="585295"/>
                <a:ext cx="210960" cy="4032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AEE417F2-9E6A-76F0-1CD5-10157B530A25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408113" y="576295"/>
                  <a:ext cx="228600" cy="5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0F43589E-D011-E0D3-8BEC-A4088589FEB3}"/>
                    </a:ext>
                  </a:extLst>
                </p14:cNvPr>
                <p14:cNvContentPartPr/>
                <p14:nvPr/>
              </p14:nvContentPartPr>
              <p14:xfrm>
                <a:off x="1797633" y="550735"/>
                <a:ext cx="66960" cy="18684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0F43589E-D011-E0D3-8BEC-A4088589FEB3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788633" y="541735"/>
                  <a:ext cx="84600" cy="20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5FF088EF-34A6-7AD6-321D-279D1279BC1B}"/>
                    </a:ext>
                  </a:extLst>
                </p14:cNvPr>
                <p14:cNvContentPartPr/>
                <p14:nvPr/>
              </p14:nvContentPartPr>
              <p14:xfrm>
                <a:off x="1900953" y="379015"/>
                <a:ext cx="59400" cy="5256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5FF088EF-34A6-7AD6-321D-279D1279BC1B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892313" y="370375"/>
                  <a:ext cx="77040" cy="7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F2C018E1-0688-1652-63C3-2089B461B10F}"/>
                    </a:ext>
                  </a:extLst>
                </p14:cNvPr>
                <p14:cNvContentPartPr/>
                <p14:nvPr/>
              </p14:nvContentPartPr>
              <p14:xfrm>
                <a:off x="2021913" y="537055"/>
                <a:ext cx="322200" cy="18144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F2C018E1-0688-1652-63C3-2089B461B10F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2012913" y="528055"/>
                  <a:ext cx="339840" cy="19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E426DBBA-8530-EFFA-5EDD-04859996844D}"/>
                    </a:ext>
                  </a:extLst>
                </p14:cNvPr>
                <p14:cNvContentPartPr/>
                <p14:nvPr/>
              </p14:nvContentPartPr>
              <p14:xfrm>
                <a:off x="2423313" y="323935"/>
                <a:ext cx="300600" cy="48240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E426DBBA-8530-EFFA-5EDD-04859996844D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2414673" y="315295"/>
                  <a:ext cx="318240" cy="5000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737550F3-CA25-8CA8-F266-C6422D1768D8}"/>
                  </a:ext>
                </a:extLst>
              </p14:cNvPr>
              <p14:cNvContentPartPr/>
              <p14:nvPr/>
            </p14:nvContentPartPr>
            <p14:xfrm>
              <a:off x="3396393" y="449215"/>
              <a:ext cx="223560" cy="195840"/>
            </p14:xfrm>
          </p:contentPart>
        </mc:Choice>
        <mc:Fallback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737550F3-CA25-8CA8-F266-C6422D1768D8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3387393" y="440575"/>
                <a:ext cx="241200" cy="213480"/>
              </a:xfrm>
              <a:prstGeom prst="rect">
                <a:avLst/>
              </a:prstGeom>
            </p:spPr>
          </p:pic>
        </mc:Fallback>
      </mc:AlternateContent>
      <p:grpSp>
        <p:nvGrpSpPr>
          <p:cNvPr id="42" name="Group 41">
            <a:extLst>
              <a:ext uri="{FF2B5EF4-FFF2-40B4-BE49-F238E27FC236}">
                <a16:creationId xmlns:a16="http://schemas.microsoft.com/office/drawing/2014/main" id="{FDD6B8E0-2B49-3D03-5096-36A4032D7B76}"/>
              </a:ext>
            </a:extLst>
          </p:cNvPr>
          <p:cNvGrpSpPr/>
          <p:nvPr/>
        </p:nvGrpSpPr>
        <p:grpSpPr>
          <a:xfrm>
            <a:off x="3745953" y="329335"/>
            <a:ext cx="4998240" cy="888840"/>
            <a:chOff x="3745953" y="329335"/>
            <a:chExt cx="4998240" cy="888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B42D1041-A173-8FAD-5FC0-852EEE39DACD}"/>
                    </a:ext>
                  </a:extLst>
                </p14:cNvPr>
                <p14:cNvContentPartPr/>
                <p14:nvPr/>
              </p14:nvContentPartPr>
              <p14:xfrm>
                <a:off x="3745953" y="514375"/>
                <a:ext cx="414720" cy="22104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B42D1041-A173-8FAD-5FC0-852EEE39DACD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3737313" y="505375"/>
                  <a:ext cx="432360" cy="23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9E42F70C-281C-5322-5BAA-2B2B799C7FB0}"/>
                    </a:ext>
                  </a:extLst>
                </p14:cNvPr>
                <p14:cNvContentPartPr/>
                <p14:nvPr/>
              </p14:nvContentPartPr>
              <p14:xfrm>
                <a:off x="4279473" y="573055"/>
                <a:ext cx="108720" cy="2844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9E42F70C-281C-5322-5BAA-2B2B799C7FB0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4270473" y="564415"/>
                  <a:ext cx="126360" cy="4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DFBB9960-FFAC-BA65-4170-D99C0CF4D6A3}"/>
                    </a:ext>
                  </a:extLst>
                </p14:cNvPr>
                <p14:cNvContentPartPr/>
                <p14:nvPr/>
              </p14:nvContentPartPr>
              <p14:xfrm>
                <a:off x="4443273" y="469015"/>
                <a:ext cx="139680" cy="22248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DFBB9960-FFAC-BA65-4170-D99C0CF4D6A3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4434633" y="460015"/>
                  <a:ext cx="157320" cy="24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02AA6EFB-07FE-E0CD-F1FE-B4DD6059652C}"/>
                    </a:ext>
                  </a:extLst>
                </p14:cNvPr>
                <p14:cNvContentPartPr/>
                <p14:nvPr/>
              </p14:nvContentPartPr>
              <p14:xfrm>
                <a:off x="4733073" y="500335"/>
                <a:ext cx="52200" cy="21492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02AA6EFB-07FE-E0CD-F1FE-B4DD6059652C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4724073" y="491335"/>
                  <a:ext cx="69840" cy="23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4BACC0AC-EFAF-C75C-D795-082A0B13B180}"/>
                    </a:ext>
                  </a:extLst>
                </p14:cNvPr>
                <p14:cNvContentPartPr/>
                <p14:nvPr/>
              </p14:nvContentPartPr>
              <p14:xfrm>
                <a:off x="4741713" y="385135"/>
                <a:ext cx="55080" cy="3348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4BACC0AC-EFAF-C75C-D795-082A0B13B180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4732713" y="376135"/>
                  <a:ext cx="72720" cy="5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1A76BE30-19E0-AE05-A64E-C61AEAB5D389}"/>
                    </a:ext>
                  </a:extLst>
                </p14:cNvPr>
                <p14:cNvContentPartPr/>
                <p14:nvPr/>
              </p14:nvContentPartPr>
              <p14:xfrm>
                <a:off x="4825593" y="552175"/>
                <a:ext cx="156960" cy="17244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1A76BE30-19E0-AE05-A64E-C61AEAB5D389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4816953" y="543175"/>
                  <a:ext cx="174600" cy="19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F93C5731-3734-C445-04C5-6B44C96DC775}"/>
                    </a:ext>
                  </a:extLst>
                </p14:cNvPr>
                <p14:cNvContentPartPr/>
                <p14:nvPr/>
              </p14:nvContentPartPr>
              <p14:xfrm>
                <a:off x="4943313" y="502855"/>
                <a:ext cx="287280" cy="71532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F93C5731-3734-C445-04C5-6B44C96DC775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4934313" y="493855"/>
                  <a:ext cx="304920" cy="73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6DB4FF5D-D2BF-4A0F-E179-0D197E579FB8}"/>
                    </a:ext>
                  </a:extLst>
                </p14:cNvPr>
                <p14:cNvContentPartPr/>
                <p14:nvPr/>
              </p14:nvContentPartPr>
              <p14:xfrm>
                <a:off x="5304753" y="329335"/>
                <a:ext cx="421200" cy="42048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6DB4FF5D-D2BF-4A0F-E179-0D197E579FB8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5295753" y="320335"/>
                  <a:ext cx="438840" cy="43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35DD68B9-38D5-E7E7-FE30-D7534BCAA3B7}"/>
                    </a:ext>
                  </a:extLst>
                </p14:cNvPr>
                <p14:cNvContentPartPr/>
                <p14:nvPr/>
              </p14:nvContentPartPr>
              <p14:xfrm>
                <a:off x="5702193" y="512935"/>
                <a:ext cx="129600" cy="20448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35DD68B9-38D5-E7E7-FE30-D7534BCAA3B7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5693193" y="504295"/>
                  <a:ext cx="147240" cy="22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78CC9249-F9A7-C41F-901B-3FCB8D33225A}"/>
                    </a:ext>
                  </a:extLst>
                </p14:cNvPr>
                <p14:cNvContentPartPr/>
                <p14:nvPr/>
              </p14:nvContentPartPr>
              <p14:xfrm>
                <a:off x="5897673" y="507535"/>
                <a:ext cx="140760" cy="20268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78CC9249-F9A7-C41F-901B-3FCB8D33225A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5889033" y="498535"/>
                  <a:ext cx="158400" cy="22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9C38E611-92D1-3236-0FD8-0D867B73D82B}"/>
                    </a:ext>
                  </a:extLst>
                </p14:cNvPr>
                <p14:cNvContentPartPr/>
                <p14:nvPr/>
              </p14:nvContentPartPr>
              <p14:xfrm>
                <a:off x="6267033" y="615535"/>
                <a:ext cx="333360" cy="18072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9C38E611-92D1-3236-0FD8-0D867B73D82B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6258393" y="606895"/>
                  <a:ext cx="351000" cy="19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7BBCB32C-F258-D844-299D-D948BACC993B}"/>
                    </a:ext>
                  </a:extLst>
                </p14:cNvPr>
                <p14:cNvContentPartPr/>
                <p14:nvPr/>
              </p14:nvContentPartPr>
              <p14:xfrm>
                <a:off x="6668073" y="405655"/>
                <a:ext cx="864000" cy="39924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7BBCB32C-F258-D844-299D-D948BACC993B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6659073" y="397015"/>
                  <a:ext cx="881640" cy="41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A415400F-117F-8790-510D-28E5ABE0A916}"/>
                    </a:ext>
                  </a:extLst>
                </p14:cNvPr>
                <p14:cNvContentPartPr/>
                <p14:nvPr/>
              </p14:nvContentPartPr>
              <p14:xfrm>
                <a:off x="7505073" y="421855"/>
                <a:ext cx="75240" cy="4968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A415400F-117F-8790-510D-28E5ABE0A916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7496433" y="413215"/>
                  <a:ext cx="92880" cy="6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86CCA0D1-E41F-FA72-7C17-69E058B4678C}"/>
                    </a:ext>
                  </a:extLst>
                </p14:cNvPr>
                <p14:cNvContentPartPr/>
                <p14:nvPr/>
              </p14:nvContentPartPr>
              <p14:xfrm>
                <a:off x="6870033" y="530215"/>
                <a:ext cx="285120" cy="1008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86CCA0D1-E41F-FA72-7C17-69E058B4678C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6861033" y="521215"/>
                  <a:ext cx="302760" cy="2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21BA8F24-DD67-DD26-39D0-5A59E1AB1919}"/>
                    </a:ext>
                  </a:extLst>
                </p14:cNvPr>
                <p14:cNvContentPartPr/>
                <p14:nvPr/>
              </p14:nvContentPartPr>
              <p14:xfrm>
                <a:off x="7641153" y="609415"/>
                <a:ext cx="133200" cy="18612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21BA8F24-DD67-DD26-39D0-5A59E1AB1919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7632513" y="600775"/>
                  <a:ext cx="150840" cy="20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BC8B06A0-2857-8314-69C2-D637EA7E482E}"/>
                    </a:ext>
                  </a:extLst>
                </p14:cNvPr>
                <p14:cNvContentPartPr/>
                <p14:nvPr/>
              </p14:nvContentPartPr>
              <p14:xfrm>
                <a:off x="7867593" y="561535"/>
                <a:ext cx="317520" cy="18432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BC8B06A0-2857-8314-69C2-D637EA7E482E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7858593" y="552535"/>
                  <a:ext cx="335160" cy="20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86F823FC-E665-E589-1E0F-29CFC08D81AD}"/>
                    </a:ext>
                  </a:extLst>
                </p14:cNvPr>
                <p14:cNvContentPartPr/>
                <p14:nvPr/>
              </p14:nvContentPartPr>
              <p14:xfrm>
                <a:off x="8370153" y="710575"/>
                <a:ext cx="56520" cy="13104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86F823FC-E665-E589-1E0F-29CFC08D81AD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8361153" y="701935"/>
                  <a:ext cx="74160" cy="14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B9D24B19-B946-C95E-1E74-261D6E4322E2}"/>
                    </a:ext>
                  </a:extLst>
                </p14:cNvPr>
                <p14:cNvContentPartPr/>
                <p14:nvPr/>
              </p14:nvContentPartPr>
              <p14:xfrm>
                <a:off x="8435673" y="395575"/>
                <a:ext cx="181800" cy="50580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B9D24B19-B946-C95E-1E74-261D6E4322E2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8426673" y="386935"/>
                  <a:ext cx="199440" cy="52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E3604644-FF02-2FD8-3C72-4058CC103A54}"/>
                    </a:ext>
                  </a:extLst>
                </p14:cNvPr>
                <p14:cNvContentPartPr/>
                <p14:nvPr/>
              </p14:nvContentPartPr>
              <p14:xfrm>
                <a:off x="8677953" y="809575"/>
                <a:ext cx="66240" cy="18000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E3604644-FF02-2FD8-3C72-4058CC103A54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8669313" y="800935"/>
                  <a:ext cx="83880" cy="1976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60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DCB93E5A-45DA-0436-5DBF-FCDB287113EE}"/>
                  </a:ext>
                </a:extLst>
              </p14:cNvPr>
              <p14:cNvContentPartPr/>
              <p14:nvPr/>
            </p14:nvContentPartPr>
            <p14:xfrm>
              <a:off x="9058833" y="469015"/>
              <a:ext cx="286560" cy="435960"/>
            </p14:xfrm>
          </p:contentPart>
        </mc:Choice>
        <mc:Fallback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DCB93E5A-45DA-0436-5DBF-FCDB287113EE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9050193" y="460015"/>
                <a:ext cx="304200" cy="453600"/>
              </a:xfrm>
              <a:prstGeom prst="rect">
                <a:avLst/>
              </a:prstGeom>
            </p:spPr>
          </p:pic>
        </mc:Fallback>
      </mc:AlternateContent>
      <p:grpSp>
        <p:nvGrpSpPr>
          <p:cNvPr id="41" name="Group 40">
            <a:extLst>
              <a:ext uri="{FF2B5EF4-FFF2-40B4-BE49-F238E27FC236}">
                <a16:creationId xmlns:a16="http://schemas.microsoft.com/office/drawing/2014/main" id="{8514B66E-7C8E-C96C-4C41-FCC66F98D6B4}"/>
              </a:ext>
            </a:extLst>
          </p:cNvPr>
          <p:cNvGrpSpPr/>
          <p:nvPr/>
        </p:nvGrpSpPr>
        <p:grpSpPr>
          <a:xfrm>
            <a:off x="9876033" y="283255"/>
            <a:ext cx="1748520" cy="562320"/>
            <a:chOff x="9876033" y="283255"/>
            <a:chExt cx="1748520" cy="562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8DAB4108-EDCC-8EBD-1D5D-2BA0FDD6F4CC}"/>
                    </a:ext>
                  </a:extLst>
                </p14:cNvPr>
                <p14:cNvContentPartPr/>
                <p14:nvPr/>
              </p14:nvContentPartPr>
              <p14:xfrm>
                <a:off x="9876033" y="529135"/>
                <a:ext cx="272520" cy="31644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8DAB4108-EDCC-8EBD-1D5D-2BA0FDD6F4CC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9867393" y="520135"/>
                  <a:ext cx="290160" cy="33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40775DEA-6B54-88CF-00E9-A12E5107A664}"/>
                    </a:ext>
                  </a:extLst>
                </p14:cNvPr>
                <p14:cNvContentPartPr/>
                <p14:nvPr/>
              </p14:nvContentPartPr>
              <p14:xfrm>
                <a:off x="10233513" y="525175"/>
                <a:ext cx="139680" cy="19404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40775DEA-6B54-88CF-00E9-A12E5107A664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10224873" y="516535"/>
                  <a:ext cx="157320" cy="21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F1048BFA-1D0C-DBD9-E29D-B95D23A3FCA2}"/>
                    </a:ext>
                  </a:extLst>
                </p14:cNvPr>
                <p14:cNvContentPartPr/>
                <p14:nvPr/>
              </p14:nvContentPartPr>
              <p14:xfrm>
                <a:off x="10597473" y="283255"/>
                <a:ext cx="1019880" cy="46440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F1048BFA-1D0C-DBD9-E29D-B95D23A3FCA2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10588473" y="274255"/>
                  <a:ext cx="1037520" cy="48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23F16191-14CF-B0D4-4810-FB04EA9BA81A}"/>
                    </a:ext>
                  </a:extLst>
                </p14:cNvPr>
                <p14:cNvContentPartPr/>
                <p14:nvPr/>
              </p14:nvContentPartPr>
              <p14:xfrm>
                <a:off x="11432313" y="359575"/>
                <a:ext cx="192240" cy="6516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23F16191-14CF-B0D4-4810-FB04EA9BA81A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11423313" y="350575"/>
                  <a:ext cx="209880" cy="8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C4CF7B62-42A8-F698-5883-B50309D3D839}"/>
                    </a:ext>
                  </a:extLst>
                </p14:cNvPr>
                <p14:cNvContentPartPr/>
                <p14:nvPr/>
              </p14:nvContentPartPr>
              <p14:xfrm>
                <a:off x="10474713" y="429775"/>
                <a:ext cx="206640" cy="4716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C4CF7B62-42A8-F698-5883-B50309D3D839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10465713" y="420775"/>
                  <a:ext cx="224280" cy="64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2" name="Group 81">
            <a:extLst>
              <a:ext uri="{FF2B5EF4-FFF2-40B4-BE49-F238E27FC236}">
                <a16:creationId xmlns:a16="http://schemas.microsoft.com/office/drawing/2014/main" id="{64F5A97D-D7AF-C297-6976-FE373111B3CF}"/>
              </a:ext>
            </a:extLst>
          </p:cNvPr>
          <p:cNvGrpSpPr/>
          <p:nvPr/>
        </p:nvGrpSpPr>
        <p:grpSpPr>
          <a:xfrm>
            <a:off x="809433" y="1337335"/>
            <a:ext cx="968760" cy="505800"/>
            <a:chOff x="809433" y="1337335"/>
            <a:chExt cx="968760" cy="505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90DA096D-8E52-7543-9708-18423D2BEFB7}"/>
                    </a:ext>
                  </a:extLst>
                </p14:cNvPr>
                <p14:cNvContentPartPr/>
                <p14:nvPr/>
              </p14:nvContentPartPr>
              <p14:xfrm>
                <a:off x="865233" y="1456855"/>
                <a:ext cx="157320" cy="38628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90DA096D-8E52-7543-9708-18423D2BEFB7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856593" y="1448215"/>
                  <a:ext cx="174960" cy="40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8C1DAA99-7354-D086-18FD-734A7D14C2F7}"/>
                    </a:ext>
                  </a:extLst>
                </p14:cNvPr>
                <p14:cNvContentPartPr/>
                <p14:nvPr/>
              </p14:nvContentPartPr>
              <p14:xfrm>
                <a:off x="809433" y="1337335"/>
                <a:ext cx="274320" cy="27648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8C1DAA99-7354-D086-18FD-734A7D14C2F7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800793" y="1328695"/>
                  <a:ext cx="291960" cy="29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CA6A5567-7EE3-F533-79D1-CAF82D740CB4}"/>
                    </a:ext>
                  </a:extLst>
                </p14:cNvPr>
                <p14:cNvContentPartPr/>
                <p14:nvPr/>
              </p14:nvContentPartPr>
              <p14:xfrm>
                <a:off x="1132353" y="1457575"/>
                <a:ext cx="192960" cy="36756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CA6A5567-7EE3-F533-79D1-CAF82D740CB4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1123353" y="1448935"/>
                  <a:ext cx="210600" cy="38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CB46E3CC-CF1A-8E5E-B182-FF9B33A29032}"/>
                    </a:ext>
                  </a:extLst>
                </p14:cNvPr>
                <p14:cNvContentPartPr/>
                <p14:nvPr/>
              </p14:nvContentPartPr>
              <p14:xfrm>
                <a:off x="1135953" y="1618495"/>
                <a:ext cx="215640" cy="4860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CB46E3CC-CF1A-8E5E-B182-FF9B33A29032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1126953" y="1609855"/>
                  <a:ext cx="233280" cy="6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E7FF866F-E9C7-4749-7C50-697791CEED2E}"/>
                    </a:ext>
                  </a:extLst>
                </p14:cNvPr>
                <p14:cNvContentPartPr/>
                <p14:nvPr/>
              </p14:nvContentPartPr>
              <p14:xfrm>
                <a:off x="1513953" y="1414015"/>
                <a:ext cx="264240" cy="38844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E7FF866F-E9C7-4749-7C50-697791CEED2E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1505313" y="1405375"/>
                  <a:ext cx="281880" cy="406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1" name="Group 80">
            <a:extLst>
              <a:ext uri="{FF2B5EF4-FFF2-40B4-BE49-F238E27FC236}">
                <a16:creationId xmlns:a16="http://schemas.microsoft.com/office/drawing/2014/main" id="{FA3D6EEA-F435-5A7F-8832-D124BFE29200}"/>
              </a:ext>
            </a:extLst>
          </p:cNvPr>
          <p:cNvGrpSpPr/>
          <p:nvPr/>
        </p:nvGrpSpPr>
        <p:grpSpPr>
          <a:xfrm>
            <a:off x="2390193" y="1326895"/>
            <a:ext cx="234720" cy="436320"/>
            <a:chOff x="2390193" y="1326895"/>
            <a:chExt cx="234720" cy="436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B8025743-5194-412F-CB34-E6E8668842C6}"/>
                    </a:ext>
                  </a:extLst>
                </p14:cNvPr>
                <p14:cNvContentPartPr/>
                <p14:nvPr/>
              </p14:nvContentPartPr>
              <p14:xfrm>
                <a:off x="2390193" y="1500055"/>
                <a:ext cx="21600" cy="26316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B8025743-5194-412F-CB34-E6E8668842C6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2381553" y="1491055"/>
                  <a:ext cx="39240" cy="28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C62401B8-9A5C-BBA3-F8B1-071258711BB0}"/>
                    </a:ext>
                  </a:extLst>
                </p14:cNvPr>
                <p14:cNvContentPartPr/>
                <p14:nvPr/>
              </p14:nvContentPartPr>
              <p14:xfrm>
                <a:off x="2480193" y="1326895"/>
                <a:ext cx="144720" cy="40968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C62401B8-9A5C-BBA3-F8B1-071258711BB0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2471553" y="1318255"/>
                  <a:ext cx="162360" cy="4273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86">
            <p14:nvContentPartPr>
              <p14:cNvPr id="50" name="Ink 49">
                <a:extLst>
                  <a:ext uri="{FF2B5EF4-FFF2-40B4-BE49-F238E27FC236}">
                    <a16:creationId xmlns:a16="http://schemas.microsoft.com/office/drawing/2014/main" id="{E184A667-DBFC-F3D3-93E6-DEE807085C30}"/>
                  </a:ext>
                </a:extLst>
              </p14:cNvPr>
              <p14:cNvContentPartPr/>
              <p14:nvPr/>
            </p14:nvContentPartPr>
            <p14:xfrm>
              <a:off x="3036393" y="1427695"/>
              <a:ext cx="255600" cy="245880"/>
            </p14:xfrm>
          </p:contentPart>
        </mc:Choice>
        <mc:Fallback>
          <p:pic>
            <p:nvPicPr>
              <p:cNvPr id="50" name="Ink 49">
                <a:extLst>
                  <a:ext uri="{FF2B5EF4-FFF2-40B4-BE49-F238E27FC236}">
                    <a16:creationId xmlns:a16="http://schemas.microsoft.com/office/drawing/2014/main" id="{E184A667-DBFC-F3D3-93E6-DEE807085C30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3027753" y="1418695"/>
                <a:ext cx="273240" cy="263520"/>
              </a:xfrm>
              <a:prstGeom prst="rect">
                <a:avLst/>
              </a:prstGeom>
            </p:spPr>
          </p:pic>
        </mc:Fallback>
      </mc:AlternateContent>
      <p:grpSp>
        <p:nvGrpSpPr>
          <p:cNvPr id="80" name="Group 79">
            <a:extLst>
              <a:ext uri="{FF2B5EF4-FFF2-40B4-BE49-F238E27FC236}">
                <a16:creationId xmlns:a16="http://schemas.microsoft.com/office/drawing/2014/main" id="{C86F607F-6AFD-5C44-0D98-EBB7F0A36F59}"/>
              </a:ext>
            </a:extLst>
          </p:cNvPr>
          <p:cNvGrpSpPr/>
          <p:nvPr/>
        </p:nvGrpSpPr>
        <p:grpSpPr>
          <a:xfrm>
            <a:off x="3624633" y="1345255"/>
            <a:ext cx="1411200" cy="318960"/>
            <a:chOff x="3624633" y="1345255"/>
            <a:chExt cx="1411200" cy="318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564AE66F-6789-D7BC-B306-976765B9E6BB}"/>
                    </a:ext>
                  </a:extLst>
                </p14:cNvPr>
                <p14:cNvContentPartPr/>
                <p14:nvPr/>
              </p14:nvContentPartPr>
              <p14:xfrm>
                <a:off x="3624633" y="1481695"/>
                <a:ext cx="262800" cy="16920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564AE66F-6789-D7BC-B306-976765B9E6BB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3615993" y="1473055"/>
                  <a:ext cx="280440" cy="18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E19BBFC9-26FB-3239-6A2C-932872251429}"/>
                    </a:ext>
                  </a:extLst>
                </p14:cNvPr>
                <p14:cNvContentPartPr/>
                <p14:nvPr/>
              </p14:nvContentPartPr>
              <p14:xfrm>
                <a:off x="3953313" y="1444975"/>
                <a:ext cx="164880" cy="21924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E19BBFC9-26FB-3239-6A2C-932872251429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3944673" y="1435975"/>
                  <a:ext cx="182520" cy="23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35F419AB-833A-8C52-8D89-408B590ED139}"/>
                    </a:ext>
                  </a:extLst>
                </p14:cNvPr>
                <p14:cNvContentPartPr/>
                <p14:nvPr/>
              </p14:nvContentPartPr>
              <p14:xfrm>
                <a:off x="4120353" y="1442815"/>
                <a:ext cx="456120" cy="16452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35F419AB-833A-8C52-8D89-408B590ED139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4111353" y="1434175"/>
                  <a:ext cx="473760" cy="18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E90464F3-B974-A88F-3DB7-41B22C4F15D4}"/>
                    </a:ext>
                  </a:extLst>
                </p14:cNvPr>
                <p14:cNvContentPartPr/>
                <p14:nvPr/>
              </p14:nvContentPartPr>
              <p14:xfrm>
                <a:off x="4660353" y="1345255"/>
                <a:ext cx="375480" cy="30924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E90464F3-B974-A88F-3DB7-41B22C4F15D4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4651713" y="1336255"/>
                  <a:ext cx="393120" cy="3268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96">
            <p14:nvContentPartPr>
              <p14:cNvPr id="55" name="Ink 54">
                <a:extLst>
                  <a:ext uri="{FF2B5EF4-FFF2-40B4-BE49-F238E27FC236}">
                    <a16:creationId xmlns:a16="http://schemas.microsoft.com/office/drawing/2014/main" id="{686FC01D-8F69-BEC0-5366-A7CAC1BE404D}"/>
                  </a:ext>
                </a:extLst>
              </p14:cNvPr>
              <p14:cNvContentPartPr/>
              <p14:nvPr/>
            </p14:nvContentPartPr>
            <p14:xfrm>
              <a:off x="5473233" y="1311775"/>
              <a:ext cx="1112040" cy="857880"/>
            </p14:xfrm>
          </p:contentPart>
        </mc:Choice>
        <mc:Fallback>
          <p:pic>
            <p:nvPicPr>
              <p:cNvPr id="55" name="Ink 54">
                <a:extLst>
                  <a:ext uri="{FF2B5EF4-FFF2-40B4-BE49-F238E27FC236}">
                    <a16:creationId xmlns:a16="http://schemas.microsoft.com/office/drawing/2014/main" id="{686FC01D-8F69-BEC0-5366-A7CAC1BE404D}"/>
                  </a:ext>
                </a:extLst>
              </p:cNvPr>
              <p:cNvPicPr/>
              <p:nvPr/>
            </p:nvPicPr>
            <p:blipFill>
              <a:blip r:embed="rId97"/>
              <a:stretch>
                <a:fillRect/>
              </a:stretch>
            </p:blipFill>
            <p:spPr>
              <a:xfrm>
                <a:off x="5464593" y="1303135"/>
                <a:ext cx="1129680" cy="875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8">
            <p14:nvContentPartPr>
              <p14:cNvPr id="56" name="Ink 55">
                <a:extLst>
                  <a:ext uri="{FF2B5EF4-FFF2-40B4-BE49-F238E27FC236}">
                    <a16:creationId xmlns:a16="http://schemas.microsoft.com/office/drawing/2014/main" id="{64A1ADF6-6FD6-F9F2-30E0-1AA727997E44}"/>
                  </a:ext>
                </a:extLst>
              </p14:cNvPr>
              <p14:cNvContentPartPr/>
              <p14:nvPr/>
            </p14:nvContentPartPr>
            <p14:xfrm>
              <a:off x="7570953" y="1206295"/>
              <a:ext cx="1514160" cy="379800"/>
            </p14:xfrm>
          </p:contentPart>
        </mc:Choice>
        <mc:Fallback>
          <p:pic>
            <p:nvPicPr>
              <p:cNvPr id="56" name="Ink 55">
                <a:extLst>
                  <a:ext uri="{FF2B5EF4-FFF2-40B4-BE49-F238E27FC236}">
                    <a16:creationId xmlns:a16="http://schemas.microsoft.com/office/drawing/2014/main" id="{64A1ADF6-6FD6-F9F2-30E0-1AA727997E44}"/>
                  </a:ext>
                </a:extLst>
              </p:cNvPr>
              <p:cNvPicPr/>
              <p:nvPr/>
            </p:nvPicPr>
            <p:blipFill>
              <a:blip r:embed="rId99"/>
              <a:stretch>
                <a:fillRect/>
              </a:stretch>
            </p:blipFill>
            <p:spPr>
              <a:xfrm>
                <a:off x="7561953" y="1197295"/>
                <a:ext cx="1531800" cy="397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0">
            <p14:nvContentPartPr>
              <p14:cNvPr id="83" name="Ink 82">
                <a:extLst>
                  <a:ext uri="{FF2B5EF4-FFF2-40B4-BE49-F238E27FC236}">
                    <a16:creationId xmlns:a16="http://schemas.microsoft.com/office/drawing/2014/main" id="{0A2232F2-B32D-B1DC-C72B-73F0EDFFFCFF}"/>
                  </a:ext>
                </a:extLst>
              </p14:cNvPr>
              <p14:cNvContentPartPr/>
              <p14:nvPr/>
            </p14:nvContentPartPr>
            <p14:xfrm>
              <a:off x="193473" y="4156495"/>
              <a:ext cx="222840" cy="316800"/>
            </p14:xfrm>
          </p:contentPart>
        </mc:Choice>
        <mc:Fallback>
          <p:pic>
            <p:nvPicPr>
              <p:cNvPr id="83" name="Ink 82">
                <a:extLst>
                  <a:ext uri="{FF2B5EF4-FFF2-40B4-BE49-F238E27FC236}">
                    <a16:creationId xmlns:a16="http://schemas.microsoft.com/office/drawing/2014/main" id="{0A2232F2-B32D-B1DC-C72B-73F0EDFFFCFF}"/>
                  </a:ext>
                </a:extLst>
              </p:cNvPr>
              <p:cNvPicPr/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184833" y="4147855"/>
                <a:ext cx="240480" cy="334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2">
            <p14:nvContentPartPr>
              <p14:cNvPr id="84" name="Ink 83">
                <a:extLst>
                  <a:ext uri="{FF2B5EF4-FFF2-40B4-BE49-F238E27FC236}">
                    <a16:creationId xmlns:a16="http://schemas.microsoft.com/office/drawing/2014/main" id="{BCC8938B-28CF-C381-D7C2-80683A7CEF0F}"/>
                  </a:ext>
                </a:extLst>
              </p14:cNvPr>
              <p14:cNvContentPartPr/>
              <p14:nvPr/>
            </p14:nvContentPartPr>
            <p14:xfrm>
              <a:off x="504873" y="4315975"/>
              <a:ext cx="16200" cy="166680"/>
            </p14:xfrm>
          </p:contentPart>
        </mc:Choice>
        <mc:Fallback>
          <p:pic>
            <p:nvPicPr>
              <p:cNvPr id="84" name="Ink 83">
                <a:extLst>
                  <a:ext uri="{FF2B5EF4-FFF2-40B4-BE49-F238E27FC236}">
                    <a16:creationId xmlns:a16="http://schemas.microsoft.com/office/drawing/2014/main" id="{BCC8938B-28CF-C381-D7C2-80683A7CEF0F}"/>
                  </a:ext>
                </a:extLst>
              </p:cNvPr>
              <p:cNvPicPr/>
              <p:nvPr/>
            </p:nvPicPr>
            <p:blipFill>
              <a:blip r:embed="rId103"/>
              <a:stretch>
                <a:fillRect/>
              </a:stretch>
            </p:blipFill>
            <p:spPr>
              <a:xfrm>
                <a:off x="496233" y="4307335"/>
                <a:ext cx="33840" cy="184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4">
            <p14:nvContentPartPr>
              <p14:cNvPr id="85" name="Ink 84">
                <a:extLst>
                  <a:ext uri="{FF2B5EF4-FFF2-40B4-BE49-F238E27FC236}">
                    <a16:creationId xmlns:a16="http://schemas.microsoft.com/office/drawing/2014/main" id="{FBC5B809-E048-D9B0-9EC2-997A28712841}"/>
                  </a:ext>
                </a:extLst>
              </p14:cNvPr>
              <p14:cNvContentPartPr/>
              <p14:nvPr/>
            </p14:nvContentPartPr>
            <p14:xfrm>
              <a:off x="188433" y="4202575"/>
              <a:ext cx="22320" cy="29880"/>
            </p14:xfrm>
          </p:contentPart>
        </mc:Choice>
        <mc:Fallback>
          <p:pic>
            <p:nvPicPr>
              <p:cNvPr id="85" name="Ink 84">
                <a:extLst>
                  <a:ext uri="{FF2B5EF4-FFF2-40B4-BE49-F238E27FC236}">
                    <a16:creationId xmlns:a16="http://schemas.microsoft.com/office/drawing/2014/main" id="{FBC5B809-E048-D9B0-9EC2-997A28712841}"/>
                  </a:ext>
                </a:extLst>
              </p:cNvPr>
              <p:cNvPicPr/>
              <p:nvPr/>
            </p:nvPicPr>
            <p:blipFill>
              <a:blip r:embed="rId105"/>
              <a:stretch>
                <a:fillRect/>
              </a:stretch>
            </p:blipFill>
            <p:spPr>
              <a:xfrm>
                <a:off x="179433" y="4193575"/>
                <a:ext cx="39960" cy="47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6">
            <p14:nvContentPartPr>
              <p14:cNvPr id="86" name="Ink 85">
                <a:extLst>
                  <a:ext uri="{FF2B5EF4-FFF2-40B4-BE49-F238E27FC236}">
                    <a16:creationId xmlns:a16="http://schemas.microsoft.com/office/drawing/2014/main" id="{1EC491A8-B0BA-F245-6E6A-8BEAC2DF2458}"/>
                  </a:ext>
                </a:extLst>
              </p14:cNvPr>
              <p14:cNvContentPartPr/>
              <p14:nvPr/>
            </p14:nvContentPartPr>
            <p14:xfrm>
              <a:off x="199233" y="4204735"/>
              <a:ext cx="22320" cy="392760"/>
            </p14:xfrm>
          </p:contentPart>
        </mc:Choice>
        <mc:Fallback>
          <p:pic>
            <p:nvPicPr>
              <p:cNvPr id="86" name="Ink 85">
                <a:extLst>
                  <a:ext uri="{FF2B5EF4-FFF2-40B4-BE49-F238E27FC236}">
                    <a16:creationId xmlns:a16="http://schemas.microsoft.com/office/drawing/2014/main" id="{1EC491A8-B0BA-F245-6E6A-8BEAC2DF2458}"/>
                  </a:ext>
                </a:extLst>
              </p:cNvPr>
              <p:cNvPicPr/>
              <p:nvPr/>
            </p:nvPicPr>
            <p:blipFill>
              <a:blip r:embed="rId107"/>
              <a:stretch>
                <a:fillRect/>
              </a:stretch>
            </p:blipFill>
            <p:spPr>
              <a:xfrm>
                <a:off x="190233" y="4195735"/>
                <a:ext cx="39960" cy="410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8">
            <p14:nvContentPartPr>
              <p14:cNvPr id="87" name="Ink 86">
                <a:extLst>
                  <a:ext uri="{FF2B5EF4-FFF2-40B4-BE49-F238E27FC236}">
                    <a16:creationId xmlns:a16="http://schemas.microsoft.com/office/drawing/2014/main" id="{CE6A0958-D40A-A9CC-8BCD-727D788BAFD5}"/>
                  </a:ext>
                </a:extLst>
              </p14:cNvPr>
              <p14:cNvContentPartPr/>
              <p14:nvPr/>
            </p14:nvContentPartPr>
            <p14:xfrm>
              <a:off x="661473" y="4161895"/>
              <a:ext cx="536040" cy="303480"/>
            </p14:xfrm>
          </p:contentPart>
        </mc:Choice>
        <mc:Fallback>
          <p:pic>
            <p:nvPicPr>
              <p:cNvPr id="87" name="Ink 86">
                <a:extLst>
                  <a:ext uri="{FF2B5EF4-FFF2-40B4-BE49-F238E27FC236}">
                    <a16:creationId xmlns:a16="http://schemas.microsoft.com/office/drawing/2014/main" id="{CE6A0958-D40A-A9CC-8BCD-727D788BAFD5}"/>
                  </a:ext>
                </a:extLst>
              </p:cNvPr>
              <p:cNvPicPr/>
              <p:nvPr/>
            </p:nvPicPr>
            <p:blipFill>
              <a:blip r:embed="rId109"/>
              <a:stretch>
                <a:fillRect/>
              </a:stretch>
            </p:blipFill>
            <p:spPr>
              <a:xfrm>
                <a:off x="652473" y="4153255"/>
                <a:ext cx="553680" cy="321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0">
            <p14:nvContentPartPr>
              <p14:cNvPr id="88" name="Ink 87">
                <a:extLst>
                  <a:ext uri="{FF2B5EF4-FFF2-40B4-BE49-F238E27FC236}">
                    <a16:creationId xmlns:a16="http://schemas.microsoft.com/office/drawing/2014/main" id="{AE64FDA2-0463-A25D-68FB-4FFC624D9F97}"/>
                  </a:ext>
                </a:extLst>
              </p14:cNvPr>
              <p14:cNvContentPartPr/>
              <p14:nvPr/>
            </p14:nvContentPartPr>
            <p14:xfrm>
              <a:off x="669753" y="4105015"/>
              <a:ext cx="420480" cy="128160"/>
            </p14:xfrm>
          </p:contentPart>
        </mc:Choice>
        <mc:Fallback>
          <p:pic>
            <p:nvPicPr>
              <p:cNvPr id="88" name="Ink 87">
                <a:extLst>
                  <a:ext uri="{FF2B5EF4-FFF2-40B4-BE49-F238E27FC236}">
                    <a16:creationId xmlns:a16="http://schemas.microsoft.com/office/drawing/2014/main" id="{AE64FDA2-0463-A25D-68FB-4FFC624D9F97}"/>
                  </a:ext>
                </a:extLst>
              </p:cNvPr>
              <p:cNvPicPr/>
              <p:nvPr/>
            </p:nvPicPr>
            <p:blipFill>
              <a:blip r:embed="rId111"/>
              <a:stretch>
                <a:fillRect/>
              </a:stretch>
            </p:blipFill>
            <p:spPr>
              <a:xfrm>
                <a:off x="660753" y="4096375"/>
                <a:ext cx="438120" cy="14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2">
            <p14:nvContentPartPr>
              <p14:cNvPr id="123" name="Ink 122">
                <a:extLst>
                  <a:ext uri="{FF2B5EF4-FFF2-40B4-BE49-F238E27FC236}">
                    <a16:creationId xmlns:a16="http://schemas.microsoft.com/office/drawing/2014/main" id="{9B5E4558-9590-53B0-0270-19C8B1987BE7}"/>
                  </a:ext>
                </a:extLst>
              </p14:cNvPr>
              <p14:cNvContentPartPr/>
              <p14:nvPr/>
            </p14:nvContentPartPr>
            <p14:xfrm>
              <a:off x="9491193" y="4731415"/>
              <a:ext cx="213480" cy="365400"/>
            </p14:xfrm>
          </p:contentPart>
        </mc:Choice>
        <mc:Fallback>
          <p:pic>
            <p:nvPicPr>
              <p:cNvPr id="123" name="Ink 122">
                <a:extLst>
                  <a:ext uri="{FF2B5EF4-FFF2-40B4-BE49-F238E27FC236}">
                    <a16:creationId xmlns:a16="http://schemas.microsoft.com/office/drawing/2014/main" id="{9B5E4558-9590-53B0-0270-19C8B1987BE7}"/>
                  </a:ext>
                </a:extLst>
              </p:cNvPr>
              <p:cNvPicPr/>
              <p:nvPr/>
            </p:nvPicPr>
            <p:blipFill>
              <a:blip r:embed="rId113"/>
              <a:stretch>
                <a:fillRect/>
              </a:stretch>
            </p:blipFill>
            <p:spPr>
              <a:xfrm>
                <a:off x="9482193" y="4722415"/>
                <a:ext cx="231120" cy="383040"/>
              </a:xfrm>
              <a:prstGeom prst="rect">
                <a:avLst/>
              </a:prstGeom>
            </p:spPr>
          </p:pic>
        </mc:Fallback>
      </mc:AlternateContent>
      <p:grpSp>
        <p:nvGrpSpPr>
          <p:cNvPr id="153" name="Group 152">
            <a:extLst>
              <a:ext uri="{FF2B5EF4-FFF2-40B4-BE49-F238E27FC236}">
                <a16:creationId xmlns:a16="http://schemas.microsoft.com/office/drawing/2014/main" id="{41A1F33C-593D-E18E-43A0-47543D3BA7A4}"/>
              </a:ext>
            </a:extLst>
          </p:cNvPr>
          <p:cNvGrpSpPr/>
          <p:nvPr/>
        </p:nvGrpSpPr>
        <p:grpSpPr>
          <a:xfrm>
            <a:off x="2062233" y="2095135"/>
            <a:ext cx="10049040" cy="5017680"/>
            <a:chOff x="2062233" y="2095135"/>
            <a:chExt cx="10049040" cy="5017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C1CCDB62-6404-C10F-9134-D725C081AAF4}"/>
                    </a:ext>
                  </a:extLst>
                </p14:cNvPr>
                <p14:cNvContentPartPr/>
                <p14:nvPr/>
              </p14:nvContentPartPr>
              <p14:xfrm>
                <a:off x="2832273" y="2415175"/>
                <a:ext cx="363240" cy="48852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C1CCDB62-6404-C10F-9134-D725C081AAF4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2823273" y="2406175"/>
                  <a:ext cx="380880" cy="50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FF3A2F89-E0E1-384B-FCF5-65524A5FEBFD}"/>
                    </a:ext>
                  </a:extLst>
                </p14:cNvPr>
                <p14:cNvContentPartPr/>
                <p14:nvPr/>
              </p14:nvContentPartPr>
              <p14:xfrm>
                <a:off x="2883033" y="2707855"/>
                <a:ext cx="155880" cy="3960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FF3A2F89-E0E1-384B-FCF5-65524A5FEBFD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2874033" y="2698855"/>
                  <a:ext cx="173520" cy="5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FAA1D426-78FA-108D-7E44-1810B2AC4AB7}"/>
                    </a:ext>
                  </a:extLst>
                </p14:cNvPr>
                <p14:cNvContentPartPr/>
                <p14:nvPr/>
              </p14:nvContentPartPr>
              <p14:xfrm>
                <a:off x="3370113" y="2592295"/>
                <a:ext cx="238320" cy="10908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FAA1D426-78FA-108D-7E44-1810B2AC4AB7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3361473" y="2583295"/>
                  <a:ext cx="255960" cy="12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E1438C6A-9886-B949-927C-F44FA3163EA0}"/>
                    </a:ext>
                  </a:extLst>
                </p14:cNvPr>
                <p14:cNvContentPartPr/>
                <p14:nvPr/>
              </p14:nvContentPartPr>
              <p14:xfrm>
                <a:off x="4040433" y="2096935"/>
                <a:ext cx="343080" cy="171180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E1438C6A-9886-B949-927C-F44FA3163EA0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4031793" y="2087935"/>
                  <a:ext cx="360720" cy="172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3003076F-5DC4-CDA0-F94E-D74BA68D859E}"/>
                    </a:ext>
                  </a:extLst>
                </p14:cNvPr>
                <p14:cNvContentPartPr/>
                <p14:nvPr/>
              </p14:nvContentPartPr>
              <p14:xfrm>
                <a:off x="4586553" y="2295655"/>
                <a:ext cx="171720" cy="18828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3003076F-5DC4-CDA0-F94E-D74BA68D859E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4577553" y="2286655"/>
                  <a:ext cx="189360" cy="20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6BF02176-A5A1-1B16-9520-95EABDBBD3AF}"/>
                    </a:ext>
                  </a:extLst>
                </p14:cNvPr>
                <p14:cNvContentPartPr/>
                <p14:nvPr/>
              </p14:nvContentPartPr>
              <p14:xfrm>
                <a:off x="4535073" y="2700295"/>
                <a:ext cx="184320" cy="28008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6BF02176-A5A1-1B16-9520-95EABDBBD3AF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4526073" y="2691295"/>
                  <a:ext cx="201960" cy="29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4C858DEF-10D2-BE06-0B71-FDD153D60828}"/>
                    </a:ext>
                  </a:extLst>
                </p14:cNvPr>
                <p14:cNvContentPartPr/>
                <p14:nvPr/>
              </p14:nvContentPartPr>
              <p14:xfrm>
                <a:off x="4662153" y="3213295"/>
                <a:ext cx="57600" cy="22860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4C858DEF-10D2-BE06-0B71-FDD153D60828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4653153" y="3204295"/>
                  <a:ext cx="75240" cy="24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73C9D603-F556-A058-B699-2B4D47D08D65}"/>
                    </a:ext>
                  </a:extLst>
                </p14:cNvPr>
                <p14:cNvContentPartPr/>
                <p14:nvPr/>
              </p14:nvContentPartPr>
              <p14:xfrm>
                <a:off x="5293953" y="2276935"/>
                <a:ext cx="18720" cy="17136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73C9D603-F556-A058-B699-2B4D47D08D65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5285313" y="2267935"/>
                  <a:ext cx="36360" cy="18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E0013D84-B419-3E59-8285-DAA467866A70}"/>
                    </a:ext>
                  </a:extLst>
                </p14:cNvPr>
                <p14:cNvContentPartPr/>
                <p14:nvPr/>
              </p14:nvContentPartPr>
              <p14:xfrm>
                <a:off x="5115753" y="2890015"/>
                <a:ext cx="151560" cy="2016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E0013D84-B419-3E59-8285-DAA467866A70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5107113" y="2881015"/>
                  <a:ext cx="169200" cy="3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5ED1A12F-A634-4683-092D-B6AD6338A31D}"/>
                    </a:ext>
                  </a:extLst>
                </p14:cNvPr>
                <p14:cNvContentPartPr/>
                <p14:nvPr/>
              </p14:nvContentPartPr>
              <p14:xfrm>
                <a:off x="5341113" y="2760055"/>
                <a:ext cx="146160" cy="23040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5ED1A12F-A634-4683-092D-B6AD6338A31D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5332113" y="2751415"/>
                  <a:ext cx="163800" cy="24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D6E232D9-30EF-4402-DA07-7CFD7E799391}"/>
                    </a:ext>
                  </a:extLst>
                </p14:cNvPr>
                <p14:cNvContentPartPr/>
                <p14:nvPr/>
              </p14:nvContentPartPr>
              <p14:xfrm>
                <a:off x="5392953" y="3192775"/>
                <a:ext cx="36000" cy="21420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D6E232D9-30EF-4402-DA07-7CFD7E799391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5384313" y="3183775"/>
                  <a:ext cx="53640" cy="23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DB5D0CB5-1BD4-B302-D909-17E4B1421EF2}"/>
                    </a:ext>
                  </a:extLst>
                </p14:cNvPr>
                <p14:cNvContentPartPr/>
                <p14:nvPr/>
              </p14:nvContentPartPr>
              <p14:xfrm>
                <a:off x="5912433" y="2334895"/>
                <a:ext cx="153720" cy="1080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DB5D0CB5-1BD4-B302-D909-17E4B1421EF2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5903433" y="2326255"/>
                  <a:ext cx="171360" cy="2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EA8B063D-A491-0892-89C7-F43E877773C1}"/>
                    </a:ext>
                  </a:extLst>
                </p14:cNvPr>
                <p14:cNvContentPartPr/>
                <p14:nvPr/>
              </p14:nvContentPartPr>
              <p14:xfrm>
                <a:off x="6164433" y="2220775"/>
                <a:ext cx="132120" cy="67320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EA8B063D-A491-0892-89C7-F43E877773C1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6155433" y="2211775"/>
                  <a:ext cx="149760" cy="69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09001BFE-1200-4296-E0F8-8B9AA785C2DB}"/>
                    </a:ext>
                  </a:extLst>
                </p14:cNvPr>
                <p14:cNvContentPartPr/>
                <p14:nvPr/>
              </p14:nvContentPartPr>
              <p14:xfrm>
                <a:off x="6150033" y="3105295"/>
                <a:ext cx="31320" cy="24516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09001BFE-1200-4296-E0F8-8B9AA785C2DB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6141033" y="3096295"/>
                  <a:ext cx="48960" cy="26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21EB11AF-CCE3-3503-480C-71F4EC09E7D2}"/>
                    </a:ext>
                  </a:extLst>
                </p14:cNvPr>
                <p14:cNvContentPartPr/>
                <p14:nvPr/>
              </p14:nvContentPartPr>
              <p14:xfrm>
                <a:off x="6760953" y="2352535"/>
                <a:ext cx="155520" cy="3096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21EB11AF-CCE3-3503-480C-71F4EC09E7D2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6752313" y="2343895"/>
                  <a:ext cx="173160" cy="4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59D34430-F41C-7275-2ED0-70FD458345FF}"/>
                    </a:ext>
                  </a:extLst>
                </p14:cNvPr>
                <p14:cNvContentPartPr/>
                <p14:nvPr/>
              </p14:nvContentPartPr>
              <p14:xfrm>
                <a:off x="7059393" y="2201695"/>
                <a:ext cx="159120" cy="29628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59D34430-F41C-7275-2ED0-70FD458345FF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7050753" y="2193055"/>
                  <a:ext cx="176760" cy="31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49FAE0A8-FA33-206C-054B-0413366A638B}"/>
                    </a:ext>
                  </a:extLst>
                </p14:cNvPr>
                <p14:cNvContentPartPr/>
                <p14:nvPr/>
              </p14:nvContentPartPr>
              <p14:xfrm>
                <a:off x="6847353" y="2759695"/>
                <a:ext cx="345960" cy="56340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49FAE0A8-FA33-206C-054B-0413366A638B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6838713" y="2750695"/>
                  <a:ext cx="363600" cy="58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BD81EF51-B749-8E05-434F-9D215DBD06A8}"/>
                    </a:ext>
                  </a:extLst>
                </p14:cNvPr>
                <p14:cNvContentPartPr/>
                <p14:nvPr/>
              </p14:nvContentPartPr>
              <p14:xfrm>
                <a:off x="6757353" y="2095135"/>
                <a:ext cx="834120" cy="159408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BD81EF51-B749-8E05-434F-9D215DBD06A8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6748353" y="2086495"/>
                  <a:ext cx="851760" cy="161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6D835C60-34DE-F77B-B7B3-1683388B4233}"/>
                    </a:ext>
                  </a:extLst>
                </p14:cNvPr>
                <p14:cNvContentPartPr/>
                <p14:nvPr/>
              </p14:nvContentPartPr>
              <p14:xfrm>
                <a:off x="2062233" y="4052815"/>
                <a:ext cx="378720" cy="197388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6D835C60-34DE-F77B-B7B3-1683388B4233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2053233" y="4044175"/>
                  <a:ext cx="396360" cy="199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3931431F-383B-5D38-897F-410826B579A0}"/>
                    </a:ext>
                  </a:extLst>
                </p14:cNvPr>
                <p14:cNvContentPartPr/>
                <p14:nvPr/>
              </p14:nvContentPartPr>
              <p14:xfrm>
                <a:off x="2585313" y="4453495"/>
                <a:ext cx="326520" cy="27576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3931431F-383B-5D38-897F-410826B579A0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2576673" y="4444855"/>
                  <a:ext cx="344160" cy="29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9AB41945-391E-2209-8830-944629499D6B}"/>
                    </a:ext>
                  </a:extLst>
                </p14:cNvPr>
                <p14:cNvContentPartPr/>
                <p14:nvPr/>
              </p14:nvContentPartPr>
              <p14:xfrm>
                <a:off x="3565953" y="4353055"/>
                <a:ext cx="38880" cy="27504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9AB41945-391E-2209-8830-944629499D6B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3556953" y="4344415"/>
                  <a:ext cx="56520" cy="29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8B39A2C1-A01A-0A25-BD33-A00C1F6C5BB8}"/>
                    </a:ext>
                  </a:extLst>
                </p14:cNvPr>
                <p14:cNvContentPartPr/>
                <p14:nvPr/>
              </p14:nvContentPartPr>
              <p14:xfrm>
                <a:off x="4155993" y="4567975"/>
                <a:ext cx="169200" cy="3312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8B39A2C1-A01A-0A25-BD33-A00C1F6C5BB8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4147353" y="4559335"/>
                  <a:ext cx="186840" cy="5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E8BDFCDA-BBD7-32BE-2F3C-F0C5EBF08C52}"/>
                    </a:ext>
                  </a:extLst>
                </p14:cNvPr>
                <p14:cNvContentPartPr/>
                <p14:nvPr/>
              </p14:nvContentPartPr>
              <p14:xfrm>
                <a:off x="4445073" y="4394095"/>
                <a:ext cx="993600" cy="27396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E8BDFCDA-BBD7-32BE-2F3C-F0C5EBF08C52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4436433" y="4385095"/>
                  <a:ext cx="1011240" cy="29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E76C715F-8105-0711-7ACE-18EDA3682E41}"/>
                    </a:ext>
                  </a:extLst>
                </p14:cNvPr>
                <p14:cNvContentPartPr/>
                <p14:nvPr/>
              </p14:nvContentPartPr>
              <p14:xfrm>
                <a:off x="5652873" y="4252255"/>
                <a:ext cx="303120" cy="28764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E76C715F-8105-0711-7ACE-18EDA3682E41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5644233" y="4243615"/>
                  <a:ext cx="320760" cy="30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0996033C-0DEC-4E88-B419-108BBE1A067F}"/>
                    </a:ext>
                  </a:extLst>
                </p14:cNvPr>
                <p14:cNvContentPartPr/>
                <p14:nvPr/>
              </p14:nvContentPartPr>
              <p14:xfrm>
                <a:off x="2688993" y="4894135"/>
                <a:ext cx="862560" cy="32040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0996033C-0DEC-4E88-B419-108BBE1A067F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2679993" y="4885495"/>
                  <a:ext cx="880200" cy="33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B7107458-E84A-16CA-9C36-B2039B1289E8}"/>
                    </a:ext>
                  </a:extLst>
                </p14:cNvPr>
                <p14:cNvContentPartPr/>
                <p14:nvPr/>
              </p14:nvContentPartPr>
              <p14:xfrm>
                <a:off x="3700233" y="4915735"/>
                <a:ext cx="213480" cy="25236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B7107458-E84A-16CA-9C36-B2039B1289E8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3691593" y="4907095"/>
                  <a:ext cx="231120" cy="27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1FB6A623-600F-B4CB-C839-2ABF3894BD22}"/>
                    </a:ext>
                  </a:extLst>
                </p14:cNvPr>
                <p14:cNvContentPartPr/>
                <p14:nvPr/>
              </p14:nvContentPartPr>
              <p14:xfrm>
                <a:off x="4544073" y="4860295"/>
                <a:ext cx="1356120" cy="270000"/>
              </p14:xfrm>
            </p:contentPart>
          </mc:Choice>
          <mc:Fallback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1FB6A623-600F-B4CB-C839-2ABF3894BD22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4535073" y="4851655"/>
                  <a:ext cx="1373760" cy="28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8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19C36389-7A47-DD71-272C-3302E128C071}"/>
                    </a:ext>
                  </a:extLst>
                </p14:cNvPr>
                <p14:cNvContentPartPr/>
                <p14:nvPr/>
              </p14:nvContentPartPr>
              <p14:xfrm>
                <a:off x="2902833" y="5557975"/>
                <a:ext cx="30600" cy="290160"/>
              </p14:xfrm>
            </p:contentPart>
          </mc:Choice>
          <mc:Fallback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19C36389-7A47-DD71-272C-3302E128C071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2893833" y="5549335"/>
                  <a:ext cx="48240" cy="30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0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D58EAAF2-8E4C-3CFA-064B-D6781B26B47A}"/>
                    </a:ext>
                  </a:extLst>
                </p14:cNvPr>
                <p14:cNvContentPartPr/>
                <p14:nvPr/>
              </p14:nvContentPartPr>
              <p14:xfrm>
                <a:off x="3583233" y="5530255"/>
                <a:ext cx="1005840" cy="30960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D58EAAF2-8E4C-3CFA-064B-D6781B26B47A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3574233" y="5521255"/>
                  <a:ext cx="1023480" cy="32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2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66244CFD-5D63-40FA-84CF-036970F9D9AA}"/>
                    </a:ext>
                  </a:extLst>
                </p14:cNvPr>
                <p14:cNvContentPartPr/>
                <p14:nvPr/>
              </p14:nvContentPartPr>
              <p14:xfrm>
                <a:off x="5577633" y="5517295"/>
                <a:ext cx="437760" cy="186840"/>
              </p14:xfrm>
            </p:contentPart>
          </mc:Choice>
          <mc:Fallback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66244CFD-5D63-40FA-84CF-036970F9D9AA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5568633" y="5508295"/>
                  <a:ext cx="455400" cy="20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4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BEA07012-C254-0447-2BF8-0389F6B57C76}"/>
                    </a:ext>
                  </a:extLst>
                </p14:cNvPr>
                <p14:cNvContentPartPr/>
                <p14:nvPr/>
              </p14:nvContentPartPr>
              <p14:xfrm>
                <a:off x="5855553" y="3995575"/>
                <a:ext cx="970920" cy="2131920"/>
              </p14:xfrm>
            </p:contentPart>
          </mc:Choice>
          <mc:Fallback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BEA07012-C254-0447-2BF8-0389F6B57C76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5846553" y="3986935"/>
                  <a:ext cx="988560" cy="214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6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2AEF0114-27F2-CA33-3404-5BDC1998D9FE}"/>
                    </a:ext>
                  </a:extLst>
                </p14:cNvPr>
                <p14:cNvContentPartPr/>
                <p14:nvPr/>
              </p14:nvContentPartPr>
              <p14:xfrm>
                <a:off x="6617673" y="5311735"/>
                <a:ext cx="263880" cy="26640"/>
              </p14:xfrm>
            </p:contentPart>
          </mc:Choice>
          <mc:Fallback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2AEF0114-27F2-CA33-3404-5BDC1998D9FE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6608673" y="5302735"/>
                  <a:ext cx="281520" cy="4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8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9EEC602D-A5F4-DC44-98E3-9045E5A6234D}"/>
                    </a:ext>
                  </a:extLst>
                </p14:cNvPr>
                <p14:cNvContentPartPr/>
                <p14:nvPr/>
              </p14:nvContentPartPr>
              <p14:xfrm>
                <a:off x="7271073" y="4291135"/>
                <a:ext cx="384840" cy="1949040"/>
              </p14:xfrm>
            </p:contentPart>
          </mc:Choice>
          <mc:Fallback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9EEC602D-A5F4-DC44-98E3-9045E5A6234D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7262433" y="4282135"/>
                  <a:ext cx="402480" cy="196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0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BCC8C4A1-89E7-ED3C-E0C4-95686DD50BCE}"/>
                    </a:ext>
                  </a:extLst>
                </p14:cNvPr>
                <p14:cNvContentPartPr/>
                <p14:nvPr/>
              </p14:nvContentPartPr>
              <p14:xfrm>
                <a:off x="7500033" y="4445215"/>
                <a:ext cx="42480" cy="235440"/>
              </p14:xfrm>
            </p:contentPart>
          </mc:Choice>
          <mc:Fallback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BCC8C4A1-89E7-ED3C-E0C4-95686DD50BCE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7491033" y="4436215"/>
                  <a:ext cx="60120" cy="25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2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91D021F1-19A9-8F27-10E4-6248BF27644F}"/>
                    </a:ext>
                  </a:extLst>
                </p14:cNvPr>
                <p14:cNvContentPartPr/>
                <p14:nvPr/>
              </p14:nvContentPartPr>
              <p14:xfrm>
                <a:off x="7921593" y="4422175"/>
                <a:ext cx="235800" cy="239760"/>
              </p14:xfrm>
            </p:contentPart>
          </mc:Choice>
          <mc:Fallback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91D021F1-19A9-8F27-10E4-6248BF27644F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7912953" y="4413175"/>
                  <a:ext cx="253440" cy="25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4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F23069C0-AA69-CB8F-F876-9085E52960DE}"/>
                    </a:ext>
                  </a:extLst>
                </p14:cNvPr>
                <p14:cNvContentPartPr/>
                <p14:nvPr/>
              </p14:nvContentPartPr>
              <p14:xfrm>
                <a:off x="8526033" y="4344775"/>
                <a:ext cx="257400" cy="256680"/>
              </p14:xfrm>
            </p:contentPart>
          </mc:Choice>
          <mc:Fallback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F23069C0-AA69-CB8F-F876-9085E52960DE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8517033" y="4336135"/>
                  <a:ext cx="275040" cy="27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6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DC6873DD-F41C-3001-DA6D-6BAD445417CD}"/>
                    </a:ext>
                  </a:extLst>
                </p14:cNvPr>
                <p14:cNvContentPartPr/>
                <p14:nvPr/>
              </p14:nvContentPartPr>
              <p14:xfrm>
                <a:off x="7529913" y="5048575"/>
                <a:ext cx="271440" cy="253440"/>
              </p14:xfrm>
            </p:contentPart>
          </mc:Choice>
          <mc:Fallback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DC6873DD-F41C-3001-DA6D-6BAD445417CD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7520913" y="5039575"/>
                  <a:ext cx="289080" cy="27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8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001EBB57-7B5C-B86B-1DA9-3AC455536D11}"/>
                    </a:ext>
                  </a:extLst>
                </p14:cNvPr>
                <p14:cNvContentPartPr/>
                <p14:nvPr/>
              </p14:nvContentPartPr>
              <p14:xfrm>
                <a:off x="8058753" y="5078095"/>
                <a:ext cx="81720" cy="217440"/>
              </p14:xfrm>
            </p:contentPart>
          </mc:Choice>
          <mc:Fallback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001EBB57-7B5C-B86B-1DA9-3AC455536D11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8050113" y="5069095"/>
                  <a:ext cx="99360" cy="23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0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0760E28D-A18D-1514-FF67-D63917E6BCE8}"/>
                    </a:ext>
                  </a:extLst>
                </p14:cNvPr>
                <p14:cNvContentPartPr/>
                <p14:nvPr/>
              </p14:nvContentPartPr>
              <p14:xfrm>
                <a:off x="8461593" y="5034535"/>
                <a:ext cx="372600" cy="296280"/>
              </p14:xfrm>
            </p:contentPart>
          </mc:Choice>
          <mc:Fallback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0760E28D-A18D-1514-FF67-D63917E6BCE8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8452593" y="5025895"/>
                  <a:ext cx="390240" cy="31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2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8CC40AC9-4004-5376-3746-14FD930EF204}"/>
                    </a:ext>
                  </a:extLst>
                </p14:cNvPr>
                <p14:cNvContentPartPr/>
                <p14:nvPr/>
              </p14:nvContentPartPr>
              <p14:xfrm>
                <a:off x="7675353" y="5748775"/>
                <a:ext cx="189720" cy="261000"/>
              </p14:xfrm>
            </p:contentPart>
          </mc:Choice>
          <mc:Fallback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8CC40AC9-4004-5376-3746-14FD930EF204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7666713" y="5739775"/>
                  <a:ext cx="207360" cy="27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4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AB4733D1-7826-BF19-D5FC-C76B485BD525}"/>
                    </a:ext>
                  </a:extLst>
                </p14:cNvPr>
                <p14:cNvContentPartPr/>
                <p14:nvPr/>
              </p14:nvContentPartPr>
              <p14:xfrm>
                <a:off x="8161713" y="5723215"/>
                <a:ext cx="245520" cy="303480"/>
              </p14:xfrm>
            </p:contentPart>
          </mc:Choice>
          <mc:Fallback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AB4733D1-7826-BF19-D5FC-C76B485BD525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8153073" y="5714215"/>
                  <a:ext cx="263160" cy="32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6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3EE7B83F-9782-74A8-FAA4-9047D09BB9D8}"/>
                    </a:ext>
                  </a:extLst>
                </p14:cNvPr>
                <p14:cNvContentPartPr/>
                <p14:nvPr/>
              </p14:nvContentPartPr>
              <p14:xfrm>
                <a:off x="8767233" y="5663455"/>
                <a:ext cx="42120" cy="302400"/>
              </p14:xfrm>
            </p:contentPart>
          </mc:Choice>
          <mc:Fallback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3EE7B83F-9782-74A8-FAA4-9047D09BB9D8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8758593" y="5654815"/>
                  <a:ext cx="59760" cy="32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8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6E859FC2-0E28-D379-EC71-309F9B84427D}"/>
                    </a:ext>
                  </a:extLst>
                </p14:cNvPr>
                <p14:cNvContentPartPr/>
                <p14:nvPr/>
              </p14:nvContentPartPr>
              <p14:xfrm>
                <a:off x="8603433" y="3850135"/>
                <a:ext cx="543960" cy="2324880"/>
              </p14:xfrm>
            </p:contentPart>
          </mc:Choice>
          <mc:Fallback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6E859FC2-0E28-D379-EC71-309F9B84427D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8594793" y="3841495"/>
                  <a:ext cx="561600" cy="234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0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A087CB78-B5E1-A3EB-BED7-CC77CF7141C7}"/>
                    </a:ext>
                  </a:extLst>
                </p14:cNvPr>
                <p14:cNvContentPartPr/>
                <p14:nvPr/>
              </p14:nvContentPartPr>
              <p14:xfrm>
                <a:off x="9476793" y="4830415"/>
                <a:ext cx="263880" cy="92520"/>
              </p14:xfrm>
            </p:contentPart>
          </mc:Choice>
          <mc:Fallback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A087CB78-B5E1-A3EB-BED7-CC77CF7141C7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9468153" y="4821415"/>
                  <a:ext cx="281520" cy="11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2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B16969A7-6A28-7740-0EC6-23615BAC4AAC}"/>
                    </a:ext>
                  </a:extLst>
                </p14:cNvPr>
                <p14:cNvContentPartPr/>
                <p14:nvPr/>
              </p14:nvContentPartPr>
              <p14:xfrm>
                <a:off x="9986553" y="3978655"/>
                <a:ext cx="239040" cy="196560"/>
              </p14:xfrm>
            </p:contentPart>
          </mc:Choice>
          <mc:Fallback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B16969A7-6A28-7740-0EC6-23615BAC4AAC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9977913" y="3969655"/>
                  <a:ext cx="256680" cy="21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4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103C7836-086F-DF29-7667-E8963999D1AD}"/>
                    </a:ext>
                  </a:extLst>
                </p14:cNvPr>
                <p14:cNvContentPartPr/>
                <p14:nvPr/>
              </p14:nvContentPartPr>
              <p14:xfrm>
                <a:off x="9288513" y="4755895"/>
                <a:ext cx="227160" cy="456840"/>
              </p14:xfrm>
            </p:contentPart>
          </mc:Choice>
          <mc:Fallback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103C7836-086F-DF29-7667-E8963999D1AD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9279873" y="4747255"/>
                  <a:ext cx="244800" cy="47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6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2952A142-0C03-56C6-23DC-3472D6CE73EE}"/>
                    </a:ext>
                  </a:extLst>
                </p14:cNvPr>
                <p14:cNvContentPartPr/>
                <p14:nvPr/>
              </p14:nvContentPartPr>
              <p14:xfrm>
                <a:off x="9398313" y="4066855"/>
                <a:ext cx="803160" cy="2038680"/>
              </p14:xfrm>
            </p:contentPart>
          </mc:Choice>
          <mc:Fallback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2952A142-0C03-56C6-23DC-3472D6CE73EE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9389673" y="4058215"/>
                  <a:ext cx="820800" cy="205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8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72A38D4D-C23D-0F42-A9FC-972B9B24A05E}"/>
                    </a:ext>
                  </a:extLst>
                </p14:cNvPr>
                <p14:cNvContentPartPr/>
                <p14:nvPr/>
              </p14:nvContentPartPr>
              <p14:xfrm>
                <a:off x="10263753" y="4283575"/>
                <a:ext cx="595080" cy="332640"/>
              </p14:xfrm>
            </p:contentPart>
          </mc:Choice>
          <mc:Fallback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72A38D4D-C23D-0F42-A9FC-972B9B24A05E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10255113" y="4274575"/>
                  <a:ext cx="612720" cy="35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0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95D1A108-E589-7E31-A4A0-0702285369C5}"/>
                    </a:ext>
                  </a:extLst>
                </p14:cNvPr>
                <p14:cNvContentPartPr/>
                <p14:nvPr/>
              </p14:nvContentPartPr>
              <p14:xfrm>
                <a:off x="11155113" y="4222735"/>
                <a:ext cx="864720" cy="299160"/>
              </p14:xfrm>
            </p:contentPart>
          </mc:Choice>
          <mc:Fallback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95D1A108-E589-7E31-A4A0-0702285369C5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11146113" y="4214095"/>
                  <a:ext cx="882360" cy="31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2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F158D546-A350-263F-B631-86281CAFB861}"/>
                    </a:ext>
                  </a:extLst>
                </p14:cNvPr>
                <p14:cNvContentPartPr/>
                <p14:nvPr/>
              </p14:nvContentPartPr>
              <p14:xfrm>
                <a:off x="10265913" y="4769215"/>
                <a:ext cx="990360" cy="264960"/>
              </p14:xfrm>
            </p:contentPart>
          </mc:Choice>
          <mc:Fallback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F158D546-A350-263F-B631-86281CAFB861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10257273" y="4760215"/>
                  <a:ext cx="1008000" cy="28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4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30B02A16-852A-E453-F55E-25BDE7B0F469}"/>
                    </a:ext>
                  </a:extLst>
                </p14:cNvPr>
                <p14:cNvContentPartPr/>
                <p14:nvPr/>
              </p14:nvContentPartPr>
              <p14:xfrm>
                <a:off x="11655153" y="4722775"/>
                <a:ext cx="239400" cy="248040"/>
              </p14:xfrm>
            </p:contentPart>
          </mc:Choice>
          <mc:Fallback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30B02A16-852A-E453-F55E-25BDE7B0F469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11646153" y="4713775"/>
                  <a:ext cx="257040" cy="26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6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A74016C5-3328-B685-3607-F29DB83C474E}"/>
                    </a:ext>
                  </a:extLst>
                </p14:cNvPr>
                <p14:cNvContentPartPr/>
                <p14:nvPr/>
              </p14:nvContentPartPr>
              <p14:xfrm>
                <a:off x="10468593" y="5231095"/>
                <a:ext cx="524520" cy="235080"/>
              </p14:xfrm>
            </p:contentPart>
          </mc:Choice>
          <mc:Fallback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A74016C5-3328-B685-3607-F29DB83C474E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10459593" y="5222455"/>
                  <a:ext cx="542160" cy="25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8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D9E22BA3-2A3E-190D-E76E-8F0B3CF9BC16}"/>
                    </a:ext>
                  </a:extLst>
                </p14:cNvPr>
                <p14:cNvContentPartPr/>
                <p14:nvPr/>
              </p14:nvContentPartPr>
              <p14:xfrm>
                <a:off x="11223873" y="5244055"/>
                <a:ext cx="608400" cy="248400"/>
              </p14:xfrm>
            </p:contentPart>
          </mc:Choice>
          <mc:Fallback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D9E22BA3-2A3E-190D-E76E-8F0B3CF9BC16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11215233" y="5235415"/>
                  <a:ext cx="626040" cy="26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0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5DD05226-EFA8-8847-2F77-05351B7E5C0C}"/>
                    </a:ext>
                  </a:extLst>
                </p14:cNvPr>
                <p14:cNvContentPartPr/>
                <p14:nvPr/>
              </p14:nvContentPartPr>
              <p14:xfrm>
                <a:off x="10192113" y="5762095"/>
                <a:ext cx="708840" cy="264240"/>
              </p14:xfrm>
            </p:contentPart>
          </mc:Choice>
          <mc:Fallback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5DD05226-EFA8-8847-2F77-05351B7E5C0C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10183473" y="5753455"/>
                  <a:ext cx="726480" cy="28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2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61FCFAD4-3C45-CDCD-3908-FBAD2C9D2FC3}"/>
                    </a:ext>
                  </a:extLst>
                </p14:cNvPr>
                <p14:cNvContentPartPr/>
                <p14:nvPr/>
              </p14:nvContentPartPr>
              <p14:xfrm>
                <a:off x="11246553" y="5737255"/>
                <a:ext cx="501120" cy="334080"/>
              </p14:xfrm>
            </p:contentPart>
          </mc:Choice>
          <mc:Fallback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61FCFAD4-3C45-CDCD-3908-FBAD2C9D2FC3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11237553" y="5728255"/>
                  <a:ext cx="518760" cy="35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4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6451EC8F-1C6B-F0CD-D004-D699C08E4784}"/>
                    </a:ext>
                  </a:extLst>
                </p14:cNvPr>
                <p14:cNvContentPartPr/>
                <p14:nvPr/>
              </p14:nvContentPartPr>
              <p14:xfrm>
                <a:off x="11683233" y="4063615"/>
                <a:ext cx="7920" cy="35280"/>
              </p14:xfrm>
            </p:contentPart>
          </mc:Choice>
          <mc:Fallback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6451EC8F-1C6B-F0CD-D004-D699C08E4784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11674233" y="4054975"/>
                  <a:ext cx="25560" cy="5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6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E7BB2FF4-44AF-A366-6B3F-44A391F121A7}"/>
                    </a:ext>
                  </a:extLst>
                </p14:cNvPr>
                <p14:cNvContentPartPr/>
                <p14:nvPr/>
              </p14:nvContentPartPr>
              <p14:xfrm>
                <a:off x="11520873" y="3983695"/>
                <a:ext cx="576000" cy="2286360"/>
              </p14:xfrm>
            </p:contentPart>
          </mc:Choice>
          <mc:Fallback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E7BB2FF4-44AF-A366-6B3F-44A391F121A7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11511873" y="3974695"/>
                  <a:ext cx="593640" cy="230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8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E75E9DCE-9ACB-5BC6-93B9-31A8B6EEB23D}"/>
                    </a:ext>
                  </a:extLst>
                </p14:cNvPr>
                <p14:cNvContentPartPr/>
                <p14:nvPr/>
              </p14:nvContentPartPr>
              <p14:xfrm>
                <a:off x="7738713" y="6424135"/>
                <a:ext cx="350640" cy="185760"/>
              </p14:xfrm>
            </p:contentPart>
          </mc:Choice>
          <mc:Fallback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E75E9DCE-9ACB-5BC6-93B9-31A8B6EEB23D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7729713" y="6415495"/>
                  <a:ext cx="368280" cy="20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0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6C2AA218-9A2E-E17F-E0DE-EB971E6633A9}"/>
                    </a:ext>
                  </a:extLst>
                </p14:cNvPr>
                <p14:cNvContentPartPr/>
                <p14:nvPr/>
              </p14:nvContentPartPr>
              <p14:xfrm>
                <a:off x="7726113" y="6523135"/>
                <a:ext cx="357120" cy="153720"/>
              </p14:xfrm>
            </p:contentPart>
          </mc:Choice>
          <mc:Fallback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6C2AA218-9A2E-E17F-E0DE-EB971E6633A9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7717473" y="6514495"/>
                  <a:ext cx="374760" cy="17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2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21FD1CBA-3ED3-DDC4-D797-3AF88AE597A7}"/>
                    </a:ext>
                  </a:extLst>
                </p14:cNvPr>
                <p14:cNvContentPartPr/>
                <p14:nvPr/>
              </p14:nvContentPartPr>
              <p14:xfrm>
                <a:off x="10345473" y="6732295"/>
                <a:ext cx="237600" cy="120960"/>
              </p14:xfrm>
            </p:contentPart>
          </mc:Choice>
          <mc:Fallback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21FD1CBA-3ED3-DDC4-D797-3AF88AE597A7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10336473" y="6723295"/>
                  <a:ext cx="255240" cy="13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4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FBA69191-0AE0-F4E4-776C-3322D5614B10}"/>
                    </a:ext>
                  </a:extLst>
                </p14:cNvPr>
                <p14:cNvContentPartPr/>
                <p14:nvPr/>
              </p14:nvContentPartPr>
              <p14:xfrm>
                <a:off x="10272753" y="6774055"/>
                <a:ext cx="536760" cy="173520"/>
              </p14:xfrm>
            </p:contentPart>
          </mc:Choice>
          <mc:Fallback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FBA69191-0AE0-F4E4-776C-3322D5614B10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10264113" y="6765055"/>
                  <a:ext cx="554400" cy="19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6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750AA6E8-C4B8-B1FD-D638-D98E16F4DFEB}"/>
                    </a:ext>
                  </a:extLst>
                </p14:cNvPr>
                <p14:cNvContentPartPr/>
                <p14:nvPr/>
              </p14:nvContentPartPr>
              <p14:xfrm>
                <a:off x="8149473" y="6367615"/>
                <a:ext cx="752040" cy="253440"/>
              </p14:xfrm>
            </p:contentPart>
          </mc:Choice>
          <mc:Fallback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750AA6E8-C4B8-B1FD-D638-D98E16F4DFEB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8140833" y="6358975"/>
                  <a:ext cx="769680" cy="27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8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21D62765-F3E1-D800-B0FA-3D3E1FD2A583}"/>
                    </a:ext>
                  </a:extLst>
                </p14:cNvPr>
                <p14:cNvContentPartPr/>
                <p14:nvPr/>
              </p14:nvContentPartPr>
              <p14:xfrm>
                <a:off x="7921953" y="6677575"/>
                <a:ext cx="97200" cy="206280"/>
              </p14:xfrm>
            </p:contentPart>
          </mc:Choice>
          <mc:Fallback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21D62765-F3E1-D800-B0FA-3D3E1FD2A583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7913313" y="6668575"/>
                  <a:ext cx="114840" cy="22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0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BAA761B5-B5A8-D001-4F3C-C25DB79FFABC}"/>
                    </a:ext>
                  </a:extLst>
                </p14:cNvPr>
                <p14:cNvContentPartPr/>
                <p14:nvPr/>
              </p14:nvContentPartPr>
              <p14:xfrm>
                <a:off x="7833753" y="6722935"/>
                <a:ext cx="894600" cy="158400"/>
              </p14:xfrm>
            </p:contentPart>
          </mc:Choice>
          <mc:Fallback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BAA761B5-B5A8-D001-4F3C-C25DB79FFABC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7824753" y="6713935"/>
                  <a:ext cx="912240" cy="17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2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94D51ED7-3040-B085-55D8-0AE3E0767FB5}"/>
                    </a:ext>
                  </a:extLst>
                </p14:cNvPr>
                <p14:cNvContentPartPr/>
                <p14:nvPr/>
              </p14:nvContentPartPr>
              <p14:xfrm>
                <a:off x="8601993" y="6601615"/>
                <a:ext cx="298800" cy="511200"/>
              </p14:xfrm>
            </p:contentPart>
          </mc:Choice>
          <mc:Fallback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94D51ED7-3040-B085-55D8-0AE3E0767FB5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8592993" y="6592975"/>
                  <a:ext cx="316440" cy="52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4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891841CF-7628-2F42-4EDE-433EC4CD0A75}"/>
                    </a:ext>
                  </a:extLst>
                </p14:cNvPr>
                <p14:cNvContentPartPr/>
                <p14:nvPr/>
              </p14:nvContentPartPr>
              <p14:xfrm>
                <a:off x="10698273" y="6281215"/>
                <a:ext cx="256680" cy="212760"/>
              </p14:xfrm>
            </p:contentPart>
          </mc:Choice>
          <mc:Fallback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891841CF-7628-2F42-4EDE-433EC4CD0A75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10689273" y="6272575"/>
                  <a:ext cx="274320" cy="23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6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F23FCC90-DF6B-6DB9-6562-6DD678494344}"/>
                    </a:ext>
                  </a:extLst>
                </p14:cNvPr>
                <p14:cNvContentPartPr/>
                <p14:nvPr/>
              </p14:nvContentPartPr>
              <p14:xfrm>
                <a:off x="10887633" y="6240535"/>
                <a:ext cx="464400" cy="719640"/>
              </p14:xfrm>
            </p:contentPart>
          </mc:Choice>
          <mc:Fallback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F23FCC90-DF6B-6DB9-6562-6DD678494344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10878993" y="6231895"/>
                  <a:ext cx="482040" cy="73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8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41023F3A-E0FA-A41B-E996-1604EBF92FD8}"/>
                    </a:ext>
                  </a:extLst>
                </p14:cNvPr>
                <p14:cNvContentPartPr/>
                <p14:nvPr/>
              </p14:nvContentPartPr>
              <p14:xfrm>
                <a:off x="10795113" y="6699895"/>
                <a:ext cx="989640" cy="205920"/>
              </p14:xfrm>
            </p:contentPart>
          </mc:Choice>
          <mc:Fallback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41023F3A-E0FA-A41B-E996-1604EBF92FD8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10786473" y="6691255"/>
                  <a:ext cx="1007280" cy="22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0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D3F7359B-C207-6BC0-36FB-876D8D37D494}"/>
                    </a:ext>
                  </a:extLst>
                </p14:cNvPr>
                <p14:cNvContentPartPr/>
                <p14:nvPr/>
              </p14:nvContentPartPr>
              <p14:xfrm>
                <a:off x="7730073" y="3607855"/>
                <a:ext cx="4381200" cy="3362400"/>
              </p14:xfrm>
            </p:contentPart>
          </mc:Choice>
          <mc:Fallback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D3F7359B-C207-6BC0-36FB-876D8D37D494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7721073" y="3598855"/>
                  <a:ext cx="4398840" cy="338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2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1DD58F1E-DF79-1086-DAC5-542B3CA4EBDA}"/>
                    </a:ext>
                  </a:extLst>
                </p14:cNvPr>
                <p14:cNvContentPartPr/>
                <p14:nvPr/>
              </p14:nvContentPartPr>
              <p14:xfrm>
                <a:off x="8626833" y="3152455"/>
                <a:ext cx="2705400" cy="1055880"/>
              </p14:xfrm>
            </p:contentPart>
          </mc:Choice>
          <mc:Fallback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1DD58F1E-DF79-1086-DAC5-542B3CA4EBDA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8618193" y="3143455"/>
                  <a:ext cx="2723040" cy="10735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54">
            <p14:nvContentPartPr>
              <p14:cNvPr id="154" name="Ink 153">
                <a:extLst>
                  <a:ext uri="{FF2B5EF4-FFF2-40B4-BE49-F238E27FC236}">
                    <a16:creationId xmlns:a16="http://schemas.microsoft.com/office/drawing/2014/main" id="{EE7E6CC4-90BB-BA0F-BCB3-FB50CF32DFAD}"/>
                  </a:ext>
                </a:extLst>
              </p14:cNvPr>
              <p14:cNvContentPartPr/>
              <p14:nvPr/>
            </p14:nvContentPartPr>
            <p14:xfrm>
              <a:off x="7765713" y="3864175"/>
              <a:ext cx="360" cy="360"/>
            </p14:xfrm>
          </p:contentPart>
        </mc:Choice>
        <mc:Fallback>
          <p:pic>
            <p:nvPicPr>
              <p:cNvPr id="154" name="Ink 153">
                <a:extLst>
                  <a:ext uri="{FF2B5EF4-FFF2-40B4-BE49-F238E27FC236}">
                    <a16:creationId xmlns:a16="http://schemas.microsoft.com/office/drawing/2014/main" id="{EE7E6CC4-90BB-BA0F-BCB3-FB50CF32DFAD}"/>
                  </a:ext>
                </a:extLst>
              </p:cNvPr>
              <p:cNvPicPr/>
              <p:nvPr/>
            </p:nvPicPr>
            <p:blipFill>
              <a:blip r:embed="rId255"/>
              <a:stretch>
                <a:fillRect/>
              </a:stretch>
            </p:blipFill>
            <p:spPr>
              <a:xfrm>
                <a:off x="7757073" y="3855535"/>
                <a:ext cx="18000" cy="18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6581956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37FE52E1-F6D8-7427-E867-7732023F14FD}"/>
                  </a:ext>
                </a:extLst>
              </p14:cNvPr>
              <p14:cNvContentPartPr/>
              <p14:nvPr/>
            </p14:nvContentPartPr>
            <p14:xfrm>
              <a:off x="55953" y="666295"/>
              <a:ext cx="815760" cy="36432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37FE52E1-F6D8-7427-E867-7732023F14F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7313" y="657655"/>
                <a:ext cx="833400" cy="381960"/>
              </a:xfrm>
              <a:prstGeom prst="rect">
                <a:avLst/>
              </a:prstGeom>
            </p:spPr>
          </p:pic>
        </mc:Fallback>
      </mc:AlternateContent>
      <p:grpSp>
        <p:nvGrpSpPr>
          <p:cNvPr id="9" name="Group 8">
            <a:extLst>
              <a:ext uri="{FF2B5EF4-FFF2-40B4-BE49-F238E27FC236}">
                <a16:creationId xmlns:a16="http://schemas.microsoft.com/office/drawing/2014/main" id="{67924350-B685-7DEC-34D1-36453030800F}"/>
              </a:ext>
            </a:extLst>
          </p:cNvPr>
          <p:cNvGrpSpPr/>
          <p:nvPr/>
        </p:nvGrpSpPr>
        <p:grpSpPr>
          <a:xfrm>
            <a:off x="1486953" y="931615"/>
            <a:ext cx="1041840" cy="2141640"/>
            <a:chOff x="1486953" y="931615"/>
            <a:chExt cx="1041840" cy="2141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CEE05F11-BB7C-FA4D-A219-7886B87A5567}"/>
                    </a:ext>
                  </a:extLst>
                </p14:cNvPr>
                <p14:cNvContentPartPr/>
                <p14:nvPr/>
              </p14:nvContentPartPr>
              <p14:xfrm>
                <a:off x="1486953" y="931615"/>
                <a:ext cx="604080" cy="214164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CEE05F11-BB7C-FA4D-A219-7886B87A5567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478313" y="922615"/>
                  <a:ext cx="621720" cy="215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E6EBC4A0-5345-4EB0-3A53-040A2BDE608E}"/>
                    </a:ext>
                  </a:extLst>
                </p14:cNvPr>
                <p14:cNvContentPartPr/>
                <p14:nvPr/>
              </p14:nvContentPartPr>
              <p14:xfrm>
                <a:off x="1930833" y="1147975"/>
                <a:ext cx="33840" cy="19296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E6EBC4A0-5345-4EB0-3A53-040A2BDE608E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922193" y="1139335"/>
                  <a:ext cx="51480" cy="21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D49FC6B7-E8B5-D792-F3E6-DFA50F7AAB1F}"/>
                    </a:ext>
                  </a:extLst>
                </p14:cNvPr>
                <p14:cNvContentPartPr/>
                <p14:nvPr/>
              </p14:nvContentPartPr>
              <p14:xfrm>
                <a:off x="2381193" y="1077415"/>
                <a:ext cx="147600" cy="23148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D49FC6B7-E8B5-D792-F3E6-DFA50F7AAB1F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2372193" y="1068415"/>
                  <a:ext cx="165240" cy="249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FB0FCFF2-4EA7-0302-104B-1F50EC77C088}"/>
                  </a:ext>
                </a:extLst>
              </p14:cNvPr>
              <p14:cNvContentPartPr/>
              <p14:nvPr/>
            </p14:nvContentPartPr>
            <p14:xfrm>
              <a:off x="2894193" y="1093255"/>
              <a:ext cx="148680" cy="23220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FB0FCFF2-4EA7-0302-104B-1F50EC77C088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2885193" y="1084255"/>
                <a:ext cx="166320" cy="249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A5305487-0F44-0124-0FB5-254EBE9253C3}"/>
                  </a:ext>
                </a:extLst>
              </p14:cNvPr>
              <p14:cNvContentPartPr/>
              <p14:nvPr/>
            </p14:nvContentPartPr>
            <p14:xfrm>
              <a:off x="3468393" y="1104415"/>
              <a:ext cx="241200" cy="23796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A5305487-0F44-0124-0FB5-254EBE9253C3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3459753" y="1095775"/>
                <a:ext cx="258840" cy="255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F1159E00-8160-916E-8DD7-DC450C77C4AF}"/>
                  </a:ext>
                </a:extLst>
              </p14:cNvPr>
              <p14:cNvContentPartPr/>
              <p14:nvPr/>
            </p14:nvContentPartPr>
            <p14:xfrm>
              <a:off x="1927593" y="1673575"/>
              <a:ext cx="158040" cy="21204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F1159E00-8160-916E-8DD7-DC450C77C4AF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1918593" y="1664935"/>
                <a:ext cx="175680" cy="229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AB9F7620-6A40-9365-D392-C342A7A7EAA1}"/>
                  </a:ext>
                </a:extLst>
              </p14:cNvPr>
              <p14:cNvContentPartPr/>
              <p14:nvPr/>
            </p14:nvContentPartPr>
            <p14:xfrm>
              <a:off x="2367873" y="1622455"/>
              <a:ext cx="42840" cy="26532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AB9F7620-6A40-9365-D392-C342A7A7EAA1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2358873" y="1613455"/>
                <a:ext cx="60480" cy="282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C9D84C7D-55E0-1E34-D7F9-8B0EA254E318}"/>
                  </a:ext>
                </a:extLst>
              </p14:cNvPr>
              <p14:cNvContentPartPr/>
              <p14:nvPr/>
            </p14:nvContentPartPr>
            <p14:xfrm>
              <a:off x="2886633" y="1633615"/>
              <a:ext cx="152280" cy="202680"/>
            </p14:xfrm>
          </p:contentPart>
        </mc:Choice>
        <mc:Fallback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C9D84C7D-55E0-1E34-D7F9-8B0EA254E318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2877993" y="1624975"/>
                <a:ext cx="169920" cy="220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7B552E6C-D5D6-E378-DD68-65A1AF2C1827}"/>
                  </a:ext>
                </a:extLst>
              </p14:cNvPr>
              <p14:cNvContentPartPr/>
              <p14:nvPr/>
            </p14:nvContentPartPr>
            <p14:xfrm>
              <a:off x="1782513" y="2341375"/>
              <a:ext cx="154440" cy="245880"/>
            </p14:xfrm>
          </p:contentPart>
        </mc:Choice>
        <mc:Fallback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7B552E6C-D5D6-E378-DD68-65A1AF2C1827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1773873" y="2332375"/>
                <a:ext cx="172080" cy="263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E1FBBABD-2986-AC39-48C8-671BB6981860}"/>
                  </a:ext>
                </a:extLst>
              </p14:cNvPr>
              <p14:cNvContentPartPr/>
              <p14:nvPr/>
            </p14:nvContentPartPr>
            <p14:xfrm>
              <a:off x="2291193" y="2319415"/>
              <a:ext cx="173880" cy="221760"/>
            </p14:xfrm>
          </p:contentPart>
        </mc:Choice>
        <mc:Fallback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E1FBBABD-2986-AC39-48C8-671BB6981860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2282553" y="2310775"/>
                <a:ext cx="191520" cy="239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B4378B30-4CEA-60FC-833A-0F2E094343F4}"/>
                  </a:ext>
                </a:extLst>
              </p14:cNvPr>
              <p14:cNvContentPartPr/>
              <p14:nvPr/>
            </p14:nvContentPartPr>
            <p14:xfrm>
              <a:off x="2910033" y="2301055"/>
              <a:ext cx="40320" cy="264240"/>
            </p14:xfrm>
          </p:contentPart>
        </mc:Choice>
        <mc:Fallback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B4378B30-4CEA-60FC-833A-0F2E094343F4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2901393" y="2292415"/>
                <a:ext cx="57960" cy="281880"/>
              </a:xfrm>
              <a:prstGeom prst="rect">
                <a:avLst/>
              </a:prstGeom>
            </p:spPr>
          </p:pic>
        </mc:Fallback>
      </mc:AlternateContent>
      <p:grpSp>
        <p:nvGrpSpPr>
          <p:cNvPr id="22" name="Group 21">
            <a:extLst>
              <a:ext uri="{FF2B5EF4-FFF2-40B4-BE49-F238E27FC236}">
                <a16:creationId xmlns:a16="http://schemas.microsoft.com/office/drawing/2014/main" id="{65514306-75C5-41A1-19A6-08C92152D1D0}"/>
              </a:ext>
            </a:extLst>
          </p:cNvPr>
          <p:cNvGrpSpPr/>
          <p:nvPr/>
        </p:nvGrpSpPr>
        <p:grpSpPr>
          <a:xfrm>
            <a:off x="3476313" y="889135"/>
            <a:ext cx="704160" cy="2001960"/>
            <a:chOff x="3476313" y="889135"/>
            <a:chExt cx="704160" cy="2001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D7A9ADA4-2ECA-8D15-D149-1930C5F6FD16}"/>
                    </a:ext>
                  </a:extLst>
                </p14:cNvPr>
                <p14:cNvContentPartPr/>
                <p14:nvPr/>
              </p14:nvContentPartPr>
              <p14:xfrm>
                <a:off x="3511593" y="1603015"/>
                <a:ext cx="286560" cy="23436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D7A9ADA4-2ECA-8D15-D149-1930C5F6FD16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3502593" y="1594375"/>
                  <a:ext cx="304200" cy="25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6F133DE9-E664-4036-F4C8-4BB2DA2C79C9}"/>
                    </a:ext>
                  </a:extLst>
                </p14:cNvPr>
                <p14:cNvContentPartPr/>
                <p14:nvPr/>
              </p14:nvContentPartPr>
              <p14:xfrm>
                <a:off x="3476313" y="2254615"/>
                <a:ext cx="169560" cy="25632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6F133DE9-E664-4036-F4C8-4BB2DA2C79C9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3467313" y="2245975"/>
                  <a:ext cx="187200" cy="27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C1D9A47E-EC69-3564-C19B-6C468E643372}"/>
                    </a:ext>
                  </a:extLst>
                </p14:cNvPr>
                <p14:cNvContentPartPr/>
                <p14:nvPr/>
              </p14:nvContentPartPr>
              <p14:xfrm>
                <a:off x="3689793" y="889135"/>
                <a:ext cx="490680" cy="200196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C1D9A47E-EC69-3564-C19B-6C468E643372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3680793" y="880495"/>
                  <a:ext cx="508320" cy="2019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3B2A7893-0C03-3482-1220-876623BFCABE}"/>
              </a:ext>
            </a:extLst>
          </p:cNvPr>
          <p:cNvGrpSpPr/>
          <p:nvPr/>
        </p:nvGrpSpPr>
        <p:grpSpPr>
          <a:xfrm>
            <a:off x="4405113" y="1694815"/>
            <a:ext cx="215640" cy="156600"/>
            <a:chOff x="4405113" y="1694815"/>
            <a:chExt cx="215640" cy="156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7EE27327-1A07-55ED-1183-9C67E66DA109}"/>
                    </a:ext>
                  </a:extLst>
                </p14:cNvPr>
                <p14:cNvContentPartPr/>
                <p14:nvPr/>
              </p14:nvContentPartPr>
              <p14:xfrm>
                <a:off x="4424553" y="1694815"/>
                <a:ext cx="79920" cy="3888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7EE27327-1A07-55ED-1183-9C67E66DA109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4415913" y="1686175"/>
                  <a:ext cx="97560" cy="5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DF56A658-E877-93F2-1075-503261BFDFAF}"/>
                    </a:ext>
                  </a:extLst>
                </p14:cNvPr>
                <p14:cNvContentPartPr/>
                <p14:nvPr/>
              </p14:nvContentPartPr>
              <p14:xfrm>
                <a:off x="4405113" y="1822615"/>
                <a:ext cx="215640" cy="2880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DF56A658-E877-93F2-1075-503261BFDFAF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4396113" y="1813615"/>
                  <a:ext cx="233280" cy="46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7AEEC954-87A4-B7F8-9E75-4D2044EE4810}"/>
              </a:ext>
            </a:extLst>
          </p:cNvPr>
          <p:cNvGrpSpPr/>
          <p:nvPr/>
        </p:nvGrpSpPr>
        <p:grpSpPr>
          <a:xfrm>
            <a:off x="5004873" y="768535"/>
            <a:ext cx="3139200" cy="2531880"/>
            <a:chOff x="5004873" y="768535"/>
            <a:chExt cx="3139200" cy="2531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30057272-BFBD-6966-CD5F-8AC61FE31913}"/>
                    </a:ext>
                  </a:extLst>
                </p14:cNvPr>
                <p14:cNvContentPartPr/>
                <p14:nvPr/>
              </p14:nvContentPartPr>
              <p14:xfrm>
                <a:off x="6055353" y="1045735"/>
                <a:ext cx="217080" cy="25308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30057272-BFBD-6966-CD5F-8AC61FE31913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6046353" y="1037095"/>
                  <a:ext cx="234720" cy="27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39A71E2B-F418-9634-3025-9100D3662FC4}"/>
                    </a:ext>
                  </a:extLst>
                </p14:cNvPr>
                <p14:cNvContentPartPr/>
                <p14:nvPr/>
              </p14:nvContentPartPr>
              <p14:xfrm>
                <a:off x="5004873" y="836935"/>
                <a:ext cx="350280" cy="227124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39A71E2B-F418-9634-3025-9100D3662FC4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4995873" y="827935"/>
                  <a:ext cx="367920" cy="228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4A1575BB-AA51-C3EF-04B9-0BEC531C9665}"/>
                    </a:ext>
                  </a:extLst>
                </p14:cNvPr>
                <p14:cNvContentPartPr/>
                <p14:nvPr/>
              </p14:nvContentPartPr>
              <p14:xfrm>
                <a:off x="5500233" y="1070935"/>
                <a:ext cx="240120" cy="25848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4A1575BB-AA51-C3EF-04B9-0BEC531C9665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5491233" y="1062295"/>
                  <a:ext cx="257760" cy="27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7E0417DF-79D8-D9D6-5CE3-05E59074F275}"/>
                    </a:ext>
                  </a:extLst>
                </p14:cNvPr>
                <p14:cNvContentPartPr/>
                <p14:nvPr/>
              </p14:nvContentPartPr>
              <p14:xfrm>
                <a:off x="5326713" y="1735855"/>
                <a:ext cx="158040" cy="2664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7E0417DF-79D8-D9D6-5CE3-05E59074F275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5318073" y="1726855"/>
                  <a:ext cx="175680" cy="4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7433E176-1170-EE97-28D6-829C0146FB9D}"/>
                    </a:ext>
                  </a:extLst>
                </p14:cNvPr>
                <p14:cNvContentPartPr/>
                <p14:nvPr/>
              </p14:nvContentPartPr>
              <p14:xfrm>
                <a:off x="5563593" y="1638295"/>
                <a:ext cx="37080" cy="23760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7433E176-1170-EE97-28D6-829C0146FB9D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5554593" y="1629295"/>
                  <a:ext cx="54720" cy="25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AE062735-994B-F4ED-3DA7-92873C21999B}"/>
                    </a:ext>
                  </a:extLst>
                </p14:cNvPr>
                <p14:cNvContentPartPr/>
                <p14:nvPr/>
              </p14:nvContentPartPr>
              <p14:xfrm>
                <a:off x="5962833" y="1636135"/>
                <a:ext cx="191880" cy="25776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AE062735-994B-F4ED-3DA7-92873C21999B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5953833" y="1627135"/>
                  <a:ext cx="209520" cy="27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1583F193-6E66-4DC9-3D62-E90C385CFFF1}"/>
                    </a:ext>
                  </a:extLst>
                </p14:cNvPr>
                <p14:cNvContentPartPr/>
                <p14:nvPr/>
              </p14:nvContentPartPr>
              <p14:xfrm>
                <a:off x="6817833" y="962215"/>
                <a:ext cx="120600" cy="37440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1583F193-6E66-4DC9-3D62-E90C385CFFF1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6808833" y="953215"/>
                  <a:ext cx="138240" cy="39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70D97BD5-A6AC-0E2C-F476-E45088942289}"/>
                    </a:ext>
                  </a:extLst>
                </p14:cNvPr>
                <p14:cNvContentPartPr/>
                <p14:nvPr/>
              </p14:nvContentPartPr>
              <p14:xfrm>
                <a:off x="6565473" y="1580335"/>
                <a:ext cx="268560" cy="24516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70D97BD5-A6AC-0E2C-F476-E45088942289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6556473" y="1571335"/>
                  <a:ext cx="286200" cy="26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B7C1637A-1612-AD5B-3672-714E9A811F7B}"/>
                    </a:ext>
                  </a:extLst>
                </p14:cNvPr>
                <p14:cNvContentPartPr/>
                <p14:nvPr/>
              </p14:nvContentPartPr>
              <p14:xfrm>
                <a:off x="5273793" y="2445775"/>
                <a:ext cx="81360" cy="216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B7C1637A-1612-AD5B-3672-714E9A811F7B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5264793" y="2436775"/>
                  <a:ext cx="99000" cy="1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60D777CA-9127-0440-7A41-EB82265D8308}"/>
                    </a:ext>
                  </a:extLst>
                </p14:cNvPr>
                <p14:cNvContentPartPr/>
                <p14:nvPr/>
              </p14:nvContentPartPr>
              <p14:xfrm>
                <a:off x="5455953" y="2297095"/>
                <a:ext cx="183240" cy="25812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60D777CA-9127-0440-7A41-EB82265D8308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5446953" y="2288455"/>
                  <a:ext cx="200880" cy="27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72B44793-01B8-B8DE-07C8-070B74F79209}"/>
                    </a:ext>
                  </a:extLst>
                </p14:cNvPr>
                <p14:cNvContentPartPr/>
                <p14:nvPr/>
              </p14:nvContentPartPr>
              <p14:xfrm>
                <a:off x="5310153" y="2722255"/>
                <a:ext cx="254160" cy="2376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72B44793-01B8-B8DE-07C8-070B74F79209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5301153" y="2713255"/>
                  <a:ext cx="271800" cy="4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65C1C88B-5D2F-4739-8DBB-E7D676D50A6E}"/>
                    </a:ext>
                  </a:extLst>
                </p14:cNvPr>
                <p14:cNvContentPartPr/>
                <p14:nvPr/>
              </p14:nvContentPartPr>
              <p14:xfrm>
                <a:off x="5282793" y="2856175"/>
                <a:ext cx="236160" cy="22392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65C1C88B-5D2F-4739-8DBB-E7D676D50A6E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5274153" y="2847175"/>
                  <a:ext cx="253800" cy="24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402FA097-0624-5AA4-8A75-45F320BC417C}"/>
                    </a:ext>
                  </a:extLst>
                </p14:cNvPr>
                <p14:cNvContentPartPr/>
                <p14:nvPr/>
              </p14:nvContentPartPr>
              <p14:xfrm>
                <a:off x="5590593" y="2822335"/>
                <a:ext cx="145800" cy="24084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402FA097-0624-5AA4-8A75-45F320BC417C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5581953" y="2813335"/>
                  <a:ext cx="163440" cy="25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C06057EB-0213-520F-417F-88351E9B0490}"/>
                    </a:ext>
                  </a:extLst>
                </p14:cNvPr>
                <p14:cNvContentPartPr/>
                <p14:nvPr/>
              </p14:nvContentPartPr>
              <p14:xfrm>
                <a:off x="6191433" y="2350735"/>
                <a:ext cx="73440" cy="25236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C06057EB-0213-520F-417F-88351E9B0490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6182793" y="2342095"/>
                  <a:ext cx="91080" cy="27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F367AC71-8E7C-8B94-B6DB-4034C107B35F}"/>
                    </a:ext>
                  </a:extLst>
                </p14:cNvPr>
                <p14:cNvContentPartPr/>
                <p14:nvPr/>
              </p14:nvContentPartPr>
              <p14:xfrm>
                <a:off x="6006393" y="2719015"/>
                <a:ext cx="250920" cy="2844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F367AC71-8E7C-8B94-B6DB-4034C107B35F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5997753" y="2710375"/>
                  <a:ext cx="268560" cy="4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BBE65D9F-A13B-62E3-F0BE-EC3D5E1906B3}"/>
                    </a:ext>
                  </a:extLst>
                </p14:cNvPr>
                <p14:cNvContentPartPr/>
                <p14:nvPr/>
              </p14:nvContentPartPr>
              <p14:xfrm>
                <a:off x="5944473" y="2901895"/>
                <a:ext cx="216360" cy="20196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BBE65D9F-A13B-62E3-F0BE-EC3D5E1906B3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5935833" y="2893255"/>
                  <a:ext cx="234000" cy="21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84891CBD-46D6-97F5-3F79-DD2C98E649E8}"/>
                    </a:ext>
                  </a:extLst>
                </p14:cNvPr>
                <p14:cNvContentPartPr/>
                <p14:nvPr/>
              </p14:nvContentPartPr>
              <p14:xfrm>
                <a:off x="6221673" y="2815495"/>
                <a:ext cx="187200" cy="27828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84891CBD-46D6-97F5-3F79-DD2C98E649E8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6212673" y="2806495"/>
                  <a:ext cx="204840" cy="29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1C222621-8CF9-D08E-96B9-326727104447}"/>
                    </a:ext>
                  </a:extLst>
                </p14:cNvPr>
                <p14:cNvContentPartPr/>
                <p14:nvPr/>
              </p14:nvContentPartPr>
              <p14:xfrm>
                <a:off x="6919713" y="2324455"/>
                <a:ext cx="111960" cy="17100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1C222621-8CF9-D08E-96B9-326727104447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6911073" y="2315815"/>
                  <a:ext cx="129600" cy="18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A1D63C61-9988-B7E3-7F7F-00B0262AF07B}"/>
                    </a:ext>
                  </a:extLst>
                </p14:cNvPr>
                <p14:cNvContentPartPr/>
                <p14:nvPr/>
              </p14:nvContentPartPr>
              <p14:xfrm>
                <a:off x="6864633" y="2311495"/>
                <a:ext cx="223200" cy="34776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A1D63C61-9988-B7E3-7F7F-00B0262AF07B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6855633" y="2302495"/>
                  <a:ext cx="240840" cy="36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CC8D1A28-F939-7A80-18C1-DC8A8A8827A4}"/>
                    </a:ext>
                  </a:extLst>
                </p14:cNvPr>
                <p14:cNvContentPartPr/>
                <p14:nvPr/>
              </p14:nvContentPartPr>
              <p14:xfrm>
                <a:off x="6725673" y="2762215"/>
                <a:ext cx="288000" cy="2124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CC8D1A28-F939-7A80-18C1-DC8A8A8827A4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6716673" y="2753575"/>
                  <a:ext cx="305640" cy="3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31E4E2DE-5451-4056-6E35-F66F2B29023D}"/>
                    </a:ext>
                  </a:extLst>
                </p14:cNvPr>
                <p14:cNvContentPartPr/>
                <p14:nvPr/>
              </p14:nvContentPartPr>
              <p14:xfrm>
                <a:off x="6741513" y="2905855"/>
                <a:ext cx="201960" cy="18828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31E4E2DE-5451-4056-6E35-F66F2B29023D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6732513" y="2896855"/>
                  <a:ext cx="219600" cy="20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3A8319AE-44B8-DB15-27B5-5847DF780BED}"/>
                    </a:ext>
                  </a:extLst>
                </p14:cNvPr>
                <p14:cNvContentPartPr/>
                <p14:nvPr/>
              </p14:nvContentPartPr>
              <p14:xfrm>
                <a:off x="7005753" y="2749255"/>
                <a:ext cx="156600" cy="33840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3A8319AE-44B8-DB15-27B5-5847DF780BED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6997113" y="2740615"/>
                  <a:ext cx="174240" cy="35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28DA30DF-E119-BF7B-4944-E462BF56941A}"/>
                    </a:ext>
                  </a:extLst>
                </p14:cNvPr>
                <p14:cNvContentPartPr/>
                <p14:nvPr/>
              </p14:nvContentPartPr>
              <p14:xfrm>
                <a:off x="7172073" y="768535"/>
                <a:ext cx="466560" cy="253188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28DA30DF-E119-BF7B-4944-E462BF56941A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7163073" y="759895"/>
                  <a:ext cx="484200" cy="254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E7FEB402-8224-5AD0-C632-E4CFF5F96863}"/>
                    </a:ext>
                  </a:extLst>
                </p14:cNvPr>
                <p14:cNvContentPartPr/>
                <p14:nvPr/>
              </p14:nvContentPartPr>
              <p14:xfrm>
                <a:off x="7838433" y="1398175"/>
                <a:ext cx="305640" cy="43452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E7FEB402-8224-5AD0-C632-E4CFF5F96863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7829433" y="1389535"/>
                  <a:ext cx="323280" cy="45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781793C0-AA9C-A4CB-97DD-4CBED683B114}"/>
                    </a:ext>
                  </a:extLst>
                </p14:cNvPr>
                <p14:cNvContentPartPr/>
                <p14:nvPr/>
              </p14:nvContentPartPr>
              <p14:xfrm>
                <a:off x="7885233" y="1590055"/>
                <a:ext cx="217080" cy="7740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781793C0-AA9C-A4CB-97DD-4CBED683B114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7876233" y="1581055"/>
                  <a:ext cx="234720" cy="95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B5753A3D-5B8A-D72E-7A61-BCD9F6577DA4}"/>
              </a:ext>
            </a:extLst>
          </p:cNvPr>
          <p:cNvGrpSpPr/>
          <p:nvPr/>
        </p:nvGrpSpPr>
        <p:grpSpPr>
          <a:xfrm>
            <a:off x="8432793" y="685015"/>
            <a:ext cx="651600" cy="2469240"/>
            <a:chOff x="8432793" y="685015"/>
            <a:chExt cx="651600" cy="2469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768BC39A-6717-C758-FC5A-1AFA99340CEB}"/>
                    </a:ext>
                  </a:extLst>
                </p14:cNvPr>
                <p14:cNvContentPartPr/>
                <p14:nvPr/>
              </p14:nvContentPartPr>
              <p14:xfrm>
                <a:off x="8432793" y="685015"/>
                <a:ext cx="499680" cy="246924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768BC39A-6717-C758-FC5A-1AFA99340CEB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8423793" y="676375"/>
                  <a:ext cx="517320" cy="248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4B81DC2E-5DF9-E81C-D037-104CEE5F6EBB}"/>
                    </a:ext>
                  </a:extLst>
                </p14:cNvPr>
                <p14:cNvContentPartPr/>
                <p14:nvPr/>
              </p14:nvContentPartPr>
              <p14:xfrm>
                <a:off x="8901873" y="982015"/>
                <a:ext cx="38880" cy="24336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4B81DC2E-5DF9-E81C-D037-104CEE5F6EBB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8892873" y="973375"/>
                  <a:ext cx="56520" cy="26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21AF8FB4-0EC1-F778-7270-B60EB7D5B84A}"/>
                    </a:ext>
                  </a:extLst>
                </p14:cNvPr>
                <p14:cNvContentPartPr/>
                <p14:nvPr/>
              </p14:nvContentPartPr>
              <p14:xfrm>
                <a:off x="8860833" y="1494655"/>
                <a:ext cx="223560" cy="25380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21AF8FB4-0EC1-F778-7270-B60EB7D5B84A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8852193" y="1485655"/>
                  <a:ext cx="241200" cy="27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C00259CC-1E2D-F25B-FFA1-0C7E03CB95D6}"/>
                    </a:ext>
                  </a:extLst>
                </p14:cNvPr>
                <p14:cNvContentPartPr/>
                <p14:nvPr/>
              </p14:nvContentPartPr>
              <p14:xfrm>
                <a:off x="8833833" y="2176495"/>
                <a:ext cx="210960" cy="25020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C00259CC-1E2D-F25B-FFA1-0C7E03CB95D6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8825193" y="2167495"/>
                  <a:ext cx="228600" cy="26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EAAEEE1C-13C8-6DF1-270A-251752F4B270}"/>
                    </a:ext>
                  </a:extLst>
                </p14:cNvPr>
                <p14:cNvContentPartPr/>
                <p14:nvPr/>
              </p14:nvContentPartPr>
              <p14:xfrm>
                <a:off x="8781993" y="2641255"/>
                <a:ext cx="201600" cy="34056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EAAEEE1C-13C8-6DF1-270A-251752F4B270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8772993" y="2632615"/>
                  <a:ext cx="219240" cy="358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D12D3B8E-837F-225F-0DA5-23516AC751C4}"/>
              </a:ext>
            </a:extLst>
          </p:cNvPr>
          <p:cNvGrpSpPr/>
          <p:nvPr/>
        </p:nvGrpSpPr>
        <p:grpSpPr>
          <a:xfrm>
            <a:off x="9456633" y="982735"/>
            <a:ext cx="299160" cy="293400"/>
            <a:chOff x="9456633" y="982735"/>
            <a:chExt cx="299160" cy="293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951973B7-FF3B-AF88-53CE-4DBA7DCD6C1F}"/>
                    </a:ext>
                  </a:extLst>
                </p14:cNvPr>
                <p14:cNvContentPartPr/>
                <p14:nvPr/>
              </p14:nvContentPartPr>
              <p14:xfrm>
                <a:off x="9456633" y="1110535"/>
                <a:ext cx="159840" cy="2340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951973B7-FF3B-AF88-53CE-4DBA7DCD6C1F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9447993" y="1101895"/>
                  <a:ext cx="177480" cy="4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59038FAD-942E-8B4C-DD15-80BC555F2338}"/>
                    </a:ext>
                  </a:extLst>
                </p14:cNvPr>
                <p14:cNvContentPartPr/>
                <p14:nvPr/>
              </p14:nvContentPartPr>
              <p14:xfrm>
                <a:off x="9712953" y="982735"/>
                <a:ext cx="42840" cy="29340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59038FAD-942E-8B4C-DD15-80BC555F2338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9704313" y="973735"/>
                  <a:ext cx="60480" cy="3110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00">
            <p14:nvContentPartPr>
              <p14:cNvPr id="61" name="Ink 60">
                <a:extLst>
                  <a:ext uri="{FF2B5EF4-FFF2-40B4-BE49-F238E27FC236}">
                    <a16:creationId xmlns:a16="http://schemas.microsoft.com/office/drawing/2014/main" id="{42D1BA60-AB0B-6262-AD4F-9C60B8A44A13}"/>
                  </a:ext>
                </a:extLst>
              </p14:cNvPr>
              <p14:cNvContentPartPr/>
              <p14:nvPr/>
            </p14:nvContentPartPr>
            <p14:xfrm>
              <a:off x="9636633" y="1567375"/>
              <a:ext cx="10080" cy="157320"/>
            </p14:xfrm>
          </p:contentPart>
        </mc:Choice>
        <mc:Fallback>
          <p:pic>
            <p:nvPicPr>
              <p:cNvPr id="61" name="Ink 60">
                <a:extLst>
                  <a:ext uri="{FF2B5EF4-FFF2-40B4-BE49-F238E27FC236}">
                    <a16:creationId xmlns:a16="http://schemas.microsoft.com/office/drawing/2014/main" id="{42D1BA60-AB0B-6262-AD4F-9C60B8A44A13}"/>
                  </a:ext>
                </a:extLst>
              </p:cNvPr>
              <p:cNvPicPr/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9627993" y="1558375"/>
                <a:ext cx="27720" cy="174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2">
            <p14:nvContentPartPr>
              <p14:cNvPr id="63" name="Ink 62">
                <a:extLst>
                  <a:ext uri="{FF2B5EF4-FFF2-40B4-BE49-F238E27FC236}">
                    <a16:creationId xmlns:a16="http://schemas.microsoft.com/office/drawing/2014/main" id="{85F27343-29E4-407D-AC22-54B8BDE4F640}"/>
                  </a:ext>
                </a:extLst>
              </p14:cNvPr>
              <p14:cNvContentPartPr/>
              <p14:nvPr/>
            </p14:nvContentPartPr>
            <p14:xfrm>
              <a:off x="9565713" y="2121415"/>
              <a:ext cx="197640" cy="260640"/>
            </p14:xfrm>
          </p:contentPart>
        </mc:Choice>
        <mc:Fallback>
          <p:pic>
            <p:nvPicPr>
              <p:cNvPr id="63" name="Ink 62">
                <a:extLst>
                  <a:ext uri="{FF2B5EF4-FFF2-40B4-BE49-F238E27FC236}">
                    <a16:creationId xmlns:a16="http://schemas.microsoft.com/office/drawing/2014/main" id="{85F27343-29E4-407D-AC22-54B8BDE4F640}"/>
                  </a:ext>
                </a:extLst>
              </p:cNvPr>
              <p:cNvPicPr/>
              <p:nvPr/>
            </p:nvPicPr>
            <p:blipFill>
              <a:blip r:embed="rId103"/>
              <a:stretch>
                <a:fillRect/>
              </a:stretch>
            </p:blipFill>
            <p:spPr>
              <a:xfrm>
                <a:off x="9557073" y="2112415"/>
                <a:ext cx="215280" cy="278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4">
            <p14:nvContentPartPr>
              <p14:cNvPr id="64" name="Ink 63">
                <a:extLst>
                  <a:ext uri="{FF2B5EF4-FFF2-40B4-BE49-F238E27FC236}">
                    <a16:creationId xmlns:a16="http://schemas.microsoft.com/office/drawing/2014/main" id="{5B33755D-4CD2-EE37-DDAB-6A49B7B3D418}"/>
                  </a:ext>
                </a:extLst>
              </p14:cNvPr>
              <p14:cNvContentPartPr/>
              <p14:nvPr/>
            </p14:nvContentPartPr>
            <p14:xfrm>
              <a:off x="9554193" y="2643415"/>
              <a:ext cx="227520" cy="268560"/>
            </p14:xfrm>
          </p:contentPart>
        </mc:Choice>
        <mc:Fallback>
          <p:pic>
            <p:nvPicPr>
              <p:cNvPr id="64" name="Ink 63">
                <a:extLst>
                  <a:ext uri="{FF2B5EF4-FFF2-40B4-BE49-F238E27FC236}">
                    <a16:creationId xmlns:a16="http://schemas.microsoft.com/office/drawing/2014/main" id="{5B33755D-4CD2-EE37-DDAB-6A49B7B3D418}"/>
                  </a:ext>
                </a:extLst>
              </p:cNvPr>
              <p:cNvPicPr/>
              <p:nvPr/>
            </p:nvPicPr>
            <p:blipFill>
              <a:blip r:embed="rId105"/>
              <a:stretch>
                <a:fillRect/>
              </a:stretch>
            </p:blipFill>
            <p:spPr>
              <a:xfrm>
                <a:off x="9545553" y="2634775"/>
                <a:ext cx="245160" cy="286200"/>
              </a:xfrm>
              <a:prstGeom prst="rect">
                <a:avLst/>
              </a:prstGeom>
            </p:spPr>
          </p:pic>
        </mc:Fallback>
      </mc:AlternateContent>
      <p:grpSp>
        <p:nvGrpSpPr>
          <p:cNvPr id="71" name="Group 70">
            <a:extLst>
              <a:ext uri="{FF2B5EF4-FFF2-40B4-BE49-F238E27FC236}">
                <a16:creationId xmlns:a16="http://schemas.microsoft.com/office/drawing/2014/main" id="{C30BF941-F223-9A07-BE7C-8B2C994CAF93}"/>
              </a:ext>
            </a:extLst>
          </p:cNvPr>
          <p:cNvGrpSpPr/>
          <p:nvPr/>
        </p:nvGrpSpPr>
        <p:grpSpPr>
          <a:xfrm>
            <a:off x="10179873" y="971215"/>
            <a:ext cx="441000" cy="816120"/>
            <a:chOff x="10179873" y="971215"/>
            <a:chExt cx="441000" cy="816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7BD2EAB9-807F-5619-5448-B36985EECFDE}"/>
                    </a:ext>
                  </a:extLst>
                </p14:cNvPr>
                <p14:cNvContentPartPr/>
                <p14:nvPr/>
              </p14:nvContentPartPr>
              <p14:xfrm>
                <a:off x="10242513" y="971215"/>
                <a:ext cx="188280" cy="44820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7BD2EAB9-807F-5619-5448-B36985EECFDE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10233513" y="962575"/>
                  <a:ext cx="205920" cy="46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7C3A829A-3A2A-E9AF-55A9-BA44F0DA9744}"/>
                    </a:ext>
                  </a:extLst>
                </p14:cNvPr>
                <p14:cNvContentPartPr/>
                <p14:nvPr/>
              </p14:nvContentPartPr>
              <p14:xfrm>
                <a:off x="10179873" y="1580695"/>
                <a:ext cx="97200" cy="1836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7C3A829A-3A2A-E9AF-55A9-BA44F0DA9744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10170873" y="1572055"/>
                  <a:ext cx="11484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D385D19E-E166-B2B4-8923-146C8F958BC8}"/>
                    </a:ext>
                  </a:extLst>
                </p14:cNvPr>
                <p14:cNvContentPartPr/>
                <p14:nvPr/>
              </p14:nvContentPartPr>
              <p14:xfrm>
                <a:off x="10308393" y="1509415"/>
                <a:ext cx="153360" cy="27792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D385D19E-E166-B2B4-8923-146C8F958BC8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10299393" y="1500415"/>
                  <a:ext cx="171000" cy="29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DE5FE1B3-575A-2AB5-68B4-17E6E230D0C7}"/>
                    </a:ext>
                  </a:extLst>
                </p14:cNvPr>
                <p14:cNvContentPartPr/>
                <p14:nvPr/>
              </p14:nvContentPartPr>
              <p14:xfrm>
                <a:off x="10382553" y="1478095"/>
                <a:ext cx="238320" cy="11376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DE5FE1B3-575A-2AB5-68B4-17E6E230D0C7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10373553" y="1469455"/>
                  <a:ext cx="255960" cy="1314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14">
            <p14:nvContentPartPr>
              <p14:cNvPr id="69" name="Ink 68">
                <a:extLst>
                  <a:ext uri="{FF2B5EF4-FFF2-40B4-BE49-F238E27FC236}">
                    <a16:creationId xmlns:a16="http://schemas.microsoft.com/office/drawing/2014/main" id="{6624B11E-E82D-DF2F-5536-FD776EEEE5C6}"/>
                  </a:ext>
                </a:extLst>
              </p14:cNvPr>
              <p14:cNvContentPartPr/>
              <p14:nvPr/>
            </p14:nvContentPartPr>
            <p14:xfrm>
              <a:off x="10203993" y="2043655"/>
              <a:ext cx="202320" cy="778320"/>
            </p14:xfrm>
          </p:contentPart>
        </mc:Choice>
        <mc:Fallback>
          <p:pic>
            <p:nvPicPr>
              <p:cNvPr id="69" name="Ink 68">
                <a:extLst>
                  <a:ext uri="{FF2B5EF4-FFF2-40B4-BE49-F238E27FC236}">
                    <a16:creationId xmlns:a16="http://schemas.microsoft.com/office/drawing/2014/main" id="{6624B11E-E82D-DF2F-5536-FD776EEEE5C6}"/>
                  </a:ext>
                </a:extLst>
              </p:cNvPr>
              <p:cNvPicPr/>
              <p:nvPr/>
            </p:nvPicPr>
            <p:blipFill>
              <a:blip r:embed="rId115"/>
              <a:stretch>
                <a:fillRect/>
              </a:stretch>
            </p:blipFill>
            <p:spPr>
              <a:xfrm>
                <a:off x="10195353" y="2034655"/>
                <a:ext cx="219960" cy="795960"/>
              </a:xfrm>
              <a:prstGeom prst="rect">
                <a:avLst/>
              </a:prstGeom>
            </p:spPr>
          </p:pic>
        </mc:Fallback>
      </mc:AlternateContent>
      <p:grpSp>
        <p:nvGrpSpPr>
          <p:cNvPr id="77" name="Group 76">
            <a:extLst>
              <a:ext uri="{FF2B5EF4-FFF2-40B4-BE49-F238E27FC236}">
                <a16:creationId xmlns:a16="http://schemas.microsoft.com/office/drawing/2014/main" id="{3E9FC85F-C883-7D90-1966-6A6C25F411C2}"/>
              </a:ext>
            </a:extLst>
          </p:cNvPr>
          <p:cNvGrpSpPr/>
          <p:nvPr/>
        </p:nvGrpSpPr>
        <p:grpSpPr>
          <a:xfrm>
            <a:off x="10872873" y="896695"/>
            <a:ext cx="949320" cy="2495880"/>
            <a:chOff x="10872873" y="896695"/>
            <a:chExt cx="949320" cy="2495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AA3A3D5D-7298-839A-A244-D4D2EEE42121}"/>
                    </a:ext>
                  </a:extLst>
                </p14:cNvPr>
                <p14:cNvContentPartPr/>
                <p14:nvPr/>
              </p14:nvContentPartPr>
              <p14:xfrm>
                <a:off x="11130273" y="1104055"/>
                <a:ext cx="208440" cy="22356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AA3A3D5D-7298-839A-A244-D4D2EEE42121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11121633" y="1095415"/>
                  <a:ext cx="226080" cy="24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7EC11E09-C482-826E-A651-594F2247B2A8}"/>
                    </a:ext>
                  </a:extLst>
                </p14:cNvPr>
                <p14:cNvContentPartPr/>
                <p14:nvPr/>
              </p14:nvContentPartPr>
              <p14:xfrm>
                <a:off x="11118033" y="1555135"/>
                <a:ext cx="156240" cy="19476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7EC11E09-C482-826E-A651-594F2247B2A8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11109033" y="1546495"/>
                  <a:ext cx="173880" cy="21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14265432-7EDC-A1F6-1E15-505CC8DCC92F}"/>
                    </a:ext>
                  </a:extLst>
                </p14:cNvPr>
                <p14:cNvContentPartPr/>
                <p14:nvPr/>
              </p14:nvContentPartPr>
              <p14:xfrm>
                <a:off x="10872873" y="2132935"/>
                <a:ext cx="203400" cy="3744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14265432-7EDC-A1F6-1E15-505CC8DCC92F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10863873" y="2124295"/>
                  <a:ext cx="221040" cy="5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3C54B96F-6F28-46CE-BB85-06632DBBC88B}"/>
                    </a:ext>
                  </a:extLst>
                </p14:cNvPr>
                <p14:cNvContentPartPr/>
                <p14:nvPr/>
              </p14:nvContentPartPr>
              <p14:xfrm>
                <a:off x="11114793" y="2059495"/>
                <a:ext cx="255960" cy="20304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3C54B96F-6F28-46CE-BB85-06632DBBC88B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11106153" y="2050495"/>
                  <a:ext cx="273600" cy="22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0AE57075-8E1A-D726-9543-BFABEB0A7750}"/>
                    </a:ext>
                  </a:extLst>
                </p14:cNvPr>
                <p14:cNvContentPartPr/>
                <p14:nvPr/>
              </p14:nvContentPartPr>
              <p14:xfrm>
                <a:off x="11099673" y="2522095"/>
                <a:ext cx="129240" cy="31932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0AE57075-8E1A-D726-9543-BFABEB0A7750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11090673" y="2513095"/>
                  <a:ext cx="146880" cy="33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5EDD9301-B407-1C87-5790-CCA7AB2311CF}"/>
                    </a:ext>
                  </a:extLst>
                </p14:cNvPr>
                <p14:cNvContentPartPr/>
                <p14:nvPr/>
              </p14:nvContentPartPr>
              <p14:xfrm>
                <a:off x="10878633" y="896695"/>
                <a:ext cx="943560" cy="249588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5EDD9301-B407-1C87-5790-CCA7AB2311CF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10869993" y="887695"/>
                  <a:ext cx="961200" cy="25135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41829398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10</Words>
  <Application>Microsoft Office PowerPoint</Application>
  <PresentationFormat>Widescreen</PresentationFormat>
  <Paragraphs>3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 Theme</vt:lpstr>
      <vt:lpstr>Normal form of matrix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Dr. Subodh Srivastava</dc:creator>
  <cp:lastModifiedBy>Dr. Subodh Srivastava</cp:lastModifiedBy>
  <cp:revision>1</cp:revision>
  <dcterms:created xsi:type="dcterms:W3CDTF">2026-02-17T06:09:26Z</dcterms:created>
  <dcterms:modified xsi:type="dcterms:W3CDTF">2026-02-17T06:29:00Z</dcterms:modified>
</cp:coreProperties>
</file>