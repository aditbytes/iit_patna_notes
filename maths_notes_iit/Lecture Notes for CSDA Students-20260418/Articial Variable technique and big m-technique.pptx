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ink/ink1780.xml" ContentType="application/inkml+xml"/>
  <Override PartName="/ppt/ink/ink1781.xml" ContentType="application/inkml+xml"/>
  <Override PartName="/ppt/ink/ink1782.xml" ContentType="application/inkml+xml"/>
  <Override PartName="/ppt/ink/ink1783.xml" ContentType="application/inkml+xml"/>
  <Override PartName="/ppt/ink/ink1784.xml" ContentType="application/inkml+xml"/>
  <Override PartName="/ppt/ink/ink1785.xml" ContentType="application/inkml+xml"/>
  <Override PartName="/ppt/ink/ink1786.xml" ContentType="application/inkml+xml"/>
  <Override PartName="/ppt/ink/ink1787.xml" ContentType="application/inkml+xml"/>
  <Override PartName="/ppt/ink/ink1788.xml" ContentType="application/inkml+xml"/>
  <Override PartName="/ppt/ink/ink1789.xml" ContentType="application/inkml+xml"/>
  <Override PartName="/ppt/ink/ink1790.xml" ContentType="application/inkml+xml"/>
  <Override PartName="/ppt/ink/ink1791.xml" ContentType="application/inkml+xml"/>
  <Override PartName="/ppt/ink/ink1792.xml" ContentType="application/inkml+xml"/>
  <Override PartName="/ppt/ink/ink1793.xml" ContentType="application/inkml+xml"/>
  <Override PartName="/ppt/ink/ink1794.xml" ContentType="application/inkml+xml"/>
  <Override PartName="/ppt/ink/ink1795.xml" ContentType="application/inkml+xml"/>
  <Override PartName="/ppt/ink/ink1796.xml" ContentType="application/inkml+xml"/>
  <Override PartName="/ppt/ink/ink1797.xml" ContentType="application/inkml+xml"/>
  <Override PartName="/ppt/ink/ink1798.xml" ContentType="application/inkml+xml"/>
  <Override PartName="/ppt/ink/ink1799.xml" ContentType="application/inkml+xml"/>
  <Override PartName="/ppt/ink/ink1800.xml" ContentType="application/inkml+xml"/>
  <Override PartName="/ppt/ink/ink1801.xml" ContentType="application/inkml+xml"/>
  <Override PartName="/ppt/ink/ink1802.xml" ContentType="application/inkml+xml"/>
  <Override PartName="/ppt/ink/ink1803.xml" ContentType="application/inkml+xml"/>
  <Override PartName="/ppt/ink/ink1804.xml" ContentType="application/inkml+xml"/>
  <Override PartName="/ppt/ink/ink1805.xml" ContentType="application/inkml+xml"/>
  <Override PartName="/ppt/ink/ink1806.xml" ContentType="application/inkml+xml"/>
  <Override PartName="/ppt/ink/ink1807.xml" ContentType="application/inkml+xml"/>
  <Override PartName="/ppt/ink/ink1808.xml" ContentType="application/inkml+xml"/>
  <Override PartName="/ppt/ink/ink1809.xml" ContentType="application/inkml+xml"/>
  <Override PartName="/ppt/ink/ink1810.xml" ContentType="application/inkml+xml"/>
  <Override PartName="/ppt/ink/ink1811.xml" ContentType="application/inkml+xml"/>
  <Override PartName="/ppt/ink/ink1812.xml" ContentType="application/inkml+xml"/>
  <Override PartName="/ppt/ink/ink1813.xml" ContentType="application/inkml+xml"/>
  <Override PartName="/ppt/ink/ink1814.xml" ContentType="application/inkml+xml"/>
  <Override PartName="/ppt/ink/ink1815.xml" ContentType="application/inkml+xml"/>
  <Override PartName="/ppt/ink/ink1816.xml" ContentType="application/inkml+xml"/>
  <Override PartName="/ppt/ink/ink1817.xml" ContentType="application/inkml+xml"/>
  <Override PartName="/ppt/ink/ink1818.xml" ContentType="application/inkml+xml"/>
  <Override PartName="/ppt/ink/ink1819.xml" ContentType="application/inkml+xml"/>
  <Override PartName="/ppt/ink/ink1820.xml" ContentType="application/inkml+xml"/>
  <Override PartName="/ppt/ink/ink1821.xml" ContentType="application/inkml+xml"/>
  <Override PartName="/ppt/ink/ink1822.xml" ContentType="application/inkml+xml"/>
  <Override PartName="/ppt/ink/ink1823.xml" ContentType="application/inkml+xml"/>
  <Override PartName="/ppt/ink/ink1824.xml" ContentType="application/inkml+xml"/>
  <Override PartName="/ppt/ink/ink1825.xml" ContentType="application/inkml+xml"/>
  <Override PartName="/ppt/ink/ink1826.xml" ContentType="application/inkml+xml"/>
  <Override PartName="/ppt/ink/ink1827.xml" ContentType="application/inkml+xml"/>
  <Override PartName="/ppt/ink/ink1828.xml" ContentType="application/inkml+xml"/>
  <Override PartName="/ppt/ink/ink1829.xml" ContentType="application/inkml+xml"/>
  <Override PartName="/ppt/ink/ink1830.xml" ContentType="application/inkml+xml"/>
  <Override PartName="/ppt/ink/ink1831.xml" ContentType="application/inkml+xml"/>
  <Override PartName="/ppt/ink/ink1832.xml" ContentType="application/inkml+xml"/>
  <Override PartName="/ppt/ink/ink1833.xml" ContentType="application/inkml+xml"/>
  <Override PartName="/ppt/ink/ink1834.xml" ContentType="application/inkml+xml"/>
  <Override PartName="/ppt/ink/ink1835.xml" ContentType="application/inkml+xml"/>
  <Override PartName="/ppt/ink/ink1836.xml" ContentType="application/inkml+xml"/>
  <Override PartName="/ppt/ink/ink1837.xml" ContentType="application/inkml+xml"/>
  <Override PartName="/ppt/ink/ink1838.xml" ContentType="application/inkml+xml"/>
  <Override PartName="/ppt/ink/ink1839.xml" ContentType="application/inkml+xml"/>
  <Override PartName="/ppt/ink/ink1840.xml" ContentType="application/inkml+xml"/>
  <Override PartName="/ppt/ink/ink1841.xml" ContentType="application/inkml+xml"/>
  <Override PartName="/ppt/ink/ink1842.xml" ContentType="application/inkml+xml"/>
  <Override PartName="/ppt/ink/ink1843.xml" ContentType="application/inkml+xml"/>
  <Override PartName="/ppt/ink/ink1844.xml" ContentType="application/inkml+xml"/>
  <Override PartName="/ppt/ink/ink1845.xml" ContentType="application/inkml+xml"/>
  <Override PartName="/ppt/ink/ink1846.xml" ContentType="application/inkml+xml"/>
  <Override PartName="/ppt/ink/ink1847.xml" ContentType="application/inkml+xml"/>
  <Override PartName="/ppt/ink/ink1848.xml" ContentType="application/inkml+xml"/>
  <Override PartName="/ppt/ink/ink1849.xml" ContentType="application/inkml+xml"/>
  <Override PartName="/ppt/ink/ink1850.xml" ContentType="application/inkml+xml"/>
  <Override PartName="/ppt/ink/ink1851.xml" ContentType="application/inkml+xml"/>
  <Override PartName="/ppt/ink/ink1852.xml" ContentType="application/inkml+xml"/>
  <Override PartName="/ppt/ink/ink1853.xml" ContentType="application/inkml+xml"/>
  <Override PartName="/ppt/ink/ink1854.xml" ContentType="application/inkml+xml"/>
  <Override PartName="/ppt/ink/ink1855.xml" ContentType="application/inkml+xml"/>
  <Override PartName="/ppt/ink/ink1856.xml" ContentType="application/inkml+xml"/>
  <Override PartName="/ppt/ink/ink1857.xml" ContentType="application/inkml+xml"/>
  <Override PartName="/ppt/ink/ink1858.xml" ContentType="application/inkml+xml"/>
  <Override PartName="/ppt/ink/ink1859.xml" ContentType="application/inkml+xml"/>
  <Override PartName="/ppt/ink/ink1860.xml" ContentType="application/inkml+xml"/>
  <Override PartName="/ppt/ink/ink1861.xml" ContentType="application/inkml+xml"/>
  <Override PartName="/ppt/ink/ink1862.xml" ContentType="application/inkml+xml"/>
  <Override PartName="/ppt/ink/ink1863.xml" ContentType="application/inkml+xml"/>
  <Override PartName="/ppt/ink/ink1864.xml" ContentType="application/inkml+xml"/>
  <Override PartName="/ppt/ink/ink1865.xml" ContentType="application/inkml+xml"/>
  <Override PartName="/ppt/ink/ink1866.xml" ContentType="application/inkml+xml"/>
  <Override PartName="/ppt/ink/ink1867.xml" ContentType="application/inkml+xml"/>
  <Override PartName="/ppt/ink/ink1868.xml" ContentType="application/inkml+xml"/>
  <Override PartName="/ppt/ink/ink1869.xml" ContentType="application/inkml+xml"/>
  <Override PartName="/ppt/ink/ink1870.xml" ContentType="application/inkml+xml"/>
  <Override PartName="/ppt/ink/ink1871.xml" ContentType="application/inkml+xml"/>
  <Override PartName="/ppt/ink/ink1872.xml" ContentType="application/inkml+xml"/>
  <Override PartName="/ppt/ink/ink1873.xml" ContentType="application/inkml+xml"/>
  <Override PartName="/ppt/ink/ink1874.xml" ContentType="application/inkml+xml"/>
  <Override PartName="/ppt/ink/ink1875.xml" ContentType="application/inkml+xml"/>
  <Override PartName="/ppt/ink/ink1876.xml" ContentType="application/inkml+xml"/>
  <Override PartName="/ppt/ink/ink1877.xml" ContentType="application/inkml+xml"/>
  <Override PartName="/ppt/ink/ink1878.xml" ContentType="application/inkml+xml"/>
  <Override PartName="/ppt/ink/ink1879.xml" ContentType="application/inkml+xml"/>
  <Override PartName="/ppt/ink/ink1880.xml" ContentType="application/inkml+xml"/>
  <Override PartName="/ppt/ink/ink1881.xml" ContentType="application/inkml+xml"/>
  <Override PartName="/ppt/ink/ink1882.xml" ContentType="application/inkml+xml"/>
  <Override PartName="/ppt/ink/ink1883.xml" ContentType="application/inkml+xml"/>
  <Override PartName="/ppt/ink/ink1884.xml" ContentType="application/inkml+xml"/>
  <Override PartName="/ppt/ink/ink1885.xml" ContentType="application/inkml+xml"/>
  <Override PartName="/ppt/ink/ink1886.xml" ContentType="application/inkml+xml"/>
  <Override PartName="/ppt/ink/ink1887.xml" ContentType="application/inkml+xml"/>
  <Override PartName="/ppt/ink/ink1888.xml" ContentType="application/inkml+xml"/>
  <Override PartName="/ppt/ink/ink1889.xml" ContentType="application/inkml+xml"/>
  <Override PartName="/ppt/ink/ink1890.xml" ContentType="application/inkml+xml"/>
  <Override PartName="/ppt/ink/ink1891.xml" ContentType="application/inkml+xml"/>
  <Override PartName="/ppt/ink/ink1892.xml" ContentType="application/inkml+xml"/>
  <Override PartName="/ppt/ink/ink1893.xml" ContentType="application/inkml+xml"/>
  <Override PartName="/ppt/ink/ink1894.xml" ContentType="application/inkml+xml"/>
  <Override PartName="/ppt/ink/ink1895.xml" ContentType="application/inkml+xml"/>
  <Override PartName="/ppt/ink/ink1896.xml" ContentType="application/inkml+xml"/>
  <Override PartName="/ppt/ink/ink1897.xml" ContentType="application/inkml+xml"/>
  <Override PartName="/ppt/ink/ink1898.xml" ContentType="application/inkml+xml"/>
  <Override PartName="/ppt/ink/ink1899.xml" ContentType="application/inkml+xml"/>
  <Override PartName="/ppt/ink/ink1900.xml" ContentType="application/inkml+xml"/>
  <Override PartName="/ppt/ink/ink1901.xml" ContentType="application/inkml+xml"/>
  <Override PartName="/ppt/ink/ink1902.xml" ContentType="application/inkml+xml"/>
  <Override PartName="/ppt/ink/ink1903.xml" ContentType="application/inkml+xml"/>
  <Override PartName="/ppt/ink/ink1904.xml" ContentType="application/inkml+xml"/>
  <Override PartName="/ppt/ink/ink1905.xml" ContentType="application/inkml+xml"/>
  <Override PartName="/ppt/ink/ink1906.xml" ContentType="application/inkml+xml"/>
  <Override PartName="/ppt/ink/ink1907.xml" ContentType="application/inkml+xml"/>
  <Override PartName="/ppt/ink/ink1908.xml" ContentType="application/inkml+xml"/>
  <Override PartName="/ppt/ink/ink1909.xml" ContentType="application/inkml+xml"/>
  <Override PartName="/ppt/ink/ink1910.xml" ContentType="application/inkml+xml"/>
  <Override PartName="/ppt/ink/ink1911.xml" ContentType="application/inkml+xml"/>
  <Override PartName="/ppt/ink/ink1912.xml" ContentType="application/inkml+xml"/>
  <Override PartName="/ppt/ink/ink1913.xml" ContentType="application/inkml+xml"/>
  <Override PartName="/ppt/ink/ink1914.xml" ContentType="application/inkml+xml"/>
  <Override PartName="/ppt/ink/ink1915.xml" ContentType="application/inkml+xml"/>
  <Override PartName="/ppt/ink/ink1916.xml" ContentType="application/inkml+xml"/>
  <Override PartName="/ppt/ink/ink1917.xml" ContentType="application/inkml+xml"/>
  <Override PartName="/ppt/ink/ink1918.xml" ContentType="application/inkml+xml"/>
  <Override PartName="/ppt/ink/ink1919.xml" ContentType="application/inkml+xml"/>
  <Override PartName="/ppt/ink/ink1920.xml" ContentType="application/inkml+xml"/>
  <Override PartName="/ppt/ink/ink1921.xml" ContentType="application/inkml+xml"/>
  <Override PartName="/ppt/ink/ink1922.xml" ContentType="application/inkml+xml"/>
  <Override PartName="/ppt/ink/ink1923.xml" ContentType="application/inkml+xml"/>
  <Override PartName="/ppt/ink/ink1924.xml" ContentType="application/inkml+xml"/>
  <Override PartName="/ppt/ink/ink1925.xml" ContentType="application/inkml+xml"/>
  <Override PartName="/ppt/ink/ink1926.xml" ContentType="application/inkml+xml"/>
  <Override PartName="/ppt/ink/ink1927.xml" ContentType="application/inkml+xml"/>
  <Override PartName="/ppt/ink/ink1928.xml" ContentType="application/inkml+xml"/>
  <Override PartName="/ppt/ink/ink1929.xml" ContentType="application/inkml+xml"/>
  <Override PartName="/ppt/ink/ink1930.xml" ContentType="application/inkml+xml"/>
  <Override PartName="/ppt/ink/ink1931.xml" ContentType="application/inkml+xml"/>
  <Override PartName="/ppt/ink/ink1932.xml" ContentType="application/inkml+xml"/>
  <Override PartName="/ppt/ink/ink1933.xml" ContentType="application/inkml+xml"/>
  <Override PartName="/ppt/ink/ink1934.xml" ContentType="application/inkml+xml"/>
  <Override PartName="/ppt/ink/ink1935.xml" ContentType="application/inkml+xml"/>
  <Override PartName="/ppt/ink/ink1936.xml" ContentType="application/inkml+xml"/>
  <Override PartName="/ppt/ink/ink1937.xml" ContentType="application/inkml+xml"/>
  <Override PartName="/ppt/ink/ink1938.xml" ContentType="application/inkml+xml"/>
  <Override PartName="/ppt/ink/ink1939.xml" ContentType="application/inkml+xml"/>
  <Override PartName="/ppt/ink/ink1940.xml" ContentType="application/inkml+xml"/>
  <Override PartName="/ppt/ink/ink1941.xml" ContentType="application/inkml+xml"/>
  <Override PartName="/ppt/ink/ink1942.xml" ContentType="application/inkml+xml"/>
  <Override PartName="/ppt/ink/ink1943.xml" ContentType="application/inkml+xml"/>
  <Override PartName="/ppt/ink/ink1944.xml" ContentType="application/inkml+xml"/>
  <Override PartName="/ppt/ink/ink1945.xml" ContentType="application/inkml+xml"/>
  <Override PartName="/ppt/ink/ink1946.xml" ContentType="application/inkml+xml"/>
  <Override PartName="/ppt/ink/ink1947.xml" ContentType="application/inkml+xml"/>
  <Override PartName="/ppt/ink/ink1948.xml" ContentType="application/inkml+xml"/>
  <Override PartName="/ppt/ink/ink1949.xml" ContentType="application/inkml+xml"/>
  <Override PartName="/ppt/ink/ink1950.xml" ContentType="application/inkml+xml"/>
  <Override PartName="/ppt/ink/ink1951.xml" ContentType="application/inkml+xml"/>
  <Override PartName="/ppt/ink/ink1952.xml" ContentType="application/inkml+xml"/>
  <Override PartName="/ppt/ink/ink1953.xml" ContentType="application/inkml+xml"/>
  <Override PartName="/ppt/ink/ink1954.xml" ContentType="application/inkml+xml"/>
  <Override PartName="/ppt/ink/ink1955.xml" ContentType="application/inkml+xml"/>
  <Override PartName="/ppt/ink/ink1956.xml" ContentType="application/inkml+xml"/>
  <Override PartName="/ppt/ink/ink1957.xml" ContentType="application/inkml+xml"/>
  <Override PartName="/ppt/ink/ink1958.xml" ContentType="application/inkml+xml"/>
  <Override PartName="/ppt/ink/ink1959.xml" ContentType="application/inkml+xml"/>
  <Override PartName="/ppt/ink/ink1960.xml" ContentType="application/inkml+xml"/>
  <Override PartName="/ppt/ink/ink1961.xml" ContentType="application/inkml+xml"/>
  <Override PartName="/ppt/ink/ink1962.xml" ContentType="application/inkml+xml"/>
  <Override PartName="/ppt/ink/ink1963.xml" ContentType="application/inkml+xml"/>
  <Override PartName="/ppt/ink/ink1964.xml" ContentType="application/inkml+xml"/>
  <Override PartName="/ppt/ink/ink1965.xml" ContentType="application/inkml+xml"/>
  <Override PartName="/ppt/ink/ink1966.xml" ContentType="application/inkml+xml"/>
  <Override PartName="/ppt/ink/ink1967.xml" ContentType="application/inkml+xml"/>
  <Override PartName="/ppt/ink/ink1968.xml" ContentType="application/inkml+xml"/>
  <Override PartName="/ppt/ink/ink1969.xml" ContentType="application/inkml+xml"/>
  <Override PartName="/ppt/ink/ink1970.xml" ContentType="application/inkml+xml"/>
  <Override PartName="/ppt/ink/ink1971.xml" ContentType="application/inkml+xml"/>
  <Override PartName="/ppt/ink/ink1972.xml" ContentType="application/inkml+xml"/>
  <Override PartName="/ppt/ink/ink1973.xml" ContentType="application/inkml+xml"/>
  <Override PartName="/ppt/ink/ink1974.xml" ContentType="application/inkml+xml"/>
  <Override PartName="/ppt/ink/ink1975.xml" ContentType="application/inkml+xml"/>
  <Override PartName="/ppt/ink/ink1976.xml" ContentType="application/inkml+xml"/>
  <Override PartName="/ppt/ink/ink1977.xml" ContentType="application/inkml+xml"/>
  <Override PartName="/ppt/ink/ink1978.xml" ContentType="application/inkml+xml"/>
  <Override PartName="/ppt/ink/ink1979.xml" ContentType="application/inkml+xml"/>
  <Override PartName="/ppt/ink/ink1980.xml" ContentType="application/inkml+xml"/>
  <Override PartName="/ppt/ink/ink1981.xml" ContentType="application/inkml+xml"/>
  <Override PartName="/ppt/ink/ink1982.xml" ContentType="application/inkml+xml"/>
  <Override PartName="/ppt/ink/ink1983.xml" ContentType="application/inkml+xml"/>
  <Override PartName="/ppt/ink/ink1984.xml" ContentType="application/inkml+xml"/>
  <Override PartName="/ppt/ink/ink1985.xml" ContentType="application/inkml+xml"/>
  <Override PartName="/ppt/ink/ink1986.xml" ContentType="application/inkml+xml"/>
  <Override PartName="/ppt/ink/ink1987.xml" ContentType="application/inkml+xml"/>
  <Override PartName="/ppt/ink/ink1988.xml" ContentType="application/inkml+xml"/>
  <Override PartName="/ppt/ink/ink1989.xml" ContentType="application/inkml+xml"/>
  <Override PartName="/ppt/ink/ink1990.xml" ContentType="application/inkml+xml"/>
  <Override PartName="/ppt/ink/ink1991.xml" ContentType="application/inkml+xml"/>
  <Override PartName="/ppt/ink/ink1992.xml" ContentType="application/inkml+xml"/>
  <Override PartName="/ppt/ink/ink1993.xml" ContentType="application/inkml+xml"/>
  <Override PartName="/ppt/ink/ink1994.xml" ContentType="application/inkml+xml"/>
  <Override PartName="/ppt/ink/ink1995.xml" ContentType="application/inkml+xml"/>
  <Override PartName="/ppt/ink/ink1996.xml" ContentType="application/inkml+xml"/>
  <Override PartName="/ppt/ink/ink1997.xml" ContentType="application/inkml+xml"/>
  <Override PartName="/ppt/ink/ink1998.xml" ContentType="application/inkml+xml"/>
  <Override PartName="/ppt/ink/ink1999.xml" ContentType="application/inkml+xml"/>
  <Override PartName="/ppt/ink/ink2000.xml" ContentType="application/inkml+xml"/>
  <Override PartName="/ppt/ink/ink2001.xml" ContentType="application/inkml+xml"/>
  <Override PartName="/ppt/ink/ink2002.xml" ContentType="application/inkml+xml"/>
  <Override PartName="/ppt/ink/ink2003.xml" ContentType="application/inkml+xml"/>
  <Override PartName="/ppt/ink/ink2004.xml" ContentType="application/inkml+xml"/>
  <Override PartName="/ppt/ink/ink2005.xml" ContentType="application/inkml+xml"/>
  <Override PartName="/ppt/ink/ink2006.xml" ContentType="application/inkml+xml"/>
  <Override PartName="/ppt/ink/ink2007.xml" ContentType="application/inkml+xml"/>
  <Override PartName="/ppt/ink/ink2008.xml" ContentType="application/inkml+xml"/>
  <Override PartName="/ppt/ink/ink2009.xml" ContentType="application/inkml+xml"/>
  <Override PartName="/ppt/ink/ink2010.xml" ContentType="application/inkml+xml"/>
  <Override PartName="/ppt/ink/ink2011.xml" ContentType="application/inkml+xml"/>
  <Override PartName="/ppt/ink/ink2012.xml" ContentType="application/inkml+xml"/>
  <Override PartName="/ppt/ink/ink2013.xml" ContentType="application/inkml+xml"/>
  <Override PartName="/ppt/ink/ink2014.xml" ContentType="application/inkml+xml"/>
  <Override PartName="/ppt/ink/ink2015.xml" ContentType="application/inkml+xml"/>
  <Override PartName="/ppt/ink/ink2016.xml" ContentType="application/inkml+xml"/>
  <Override PartName="/ppt/ink/ink2017.xml" ContentType="application/inkml+xml"/>
  <Override PartName="/ppt/ink/ink2018.xml" ContentType="application/inkml+xml"/>
  <Override PartName="/ppt/ink/ink2019.xml" ContentType="application/inkml+xml"/>
  <Override PartName="/ppt/ink/ink2020.xml" ContentType="application/inkml+xml"/>
  <Override PartName="/ppt/ink/ink2021.xml" ContentType="application/inkml+xml"/>
  <Override PartName="/ppt/ink/ink2022.xml" ContentType="application/inkml+xml"/>
  <Override PartName="/ppt/ink/ink2023.xml" ContentType="application/inkml+xml"/>
  <Override PartName="/ppt/ink/ink2024.xml" ContentType="application/inkml+xml"/>
  <Override PartName="/ppt/ink/ink2025.xml" ContentType="application/inkml+xml"/>
  <Override PartName="/ppt/ink/ink2026.xml" ContentType="application/inkml+xml"/>
  <Override PartName="/ppt/ink/ink2027.xml" ContentType="application/inkml+xml"/>
  <Override PartName="/ppt/ink/ink2028.xml" ContentType="application/inkml+xml"/>
  <Override PartName="/ppt/ink/ink2029.xml" ContentType="application/inkml+xml"/>
  <Override PartName="/ppt/ink/ink2030.xml" ContentType="application/inkml+xml"/>
  <Override PartName="/ppt/ink/ink2031.xml" ContentType="application/inkml+xml"/>
  <Override PartName="/ppt/ink/ink2032.xml" ContentType="application/inkml+xml"/>
  <Override PartName="/ppt/ink/ink2033.xml" ContentType="application/inkml+xml"/>
  <Override PartName="/ppt/ink/ink2034.xml" ContentType="application/inkml+xml"/>
  <Override PartName="/ppt/ink/ink2035.xml" ContentType="application/inkml+xml"/>
  <Override PartName="/ppt/ink/ink2036.xml" ContentType="application/inkml+xml"/>
  <Override PartName="/ppt/ink/ink2037.xml" ContentType="application/inkml+xml"/>
  <Override PartName="/ppt/ink/ink2038.xml" ContentType="application/inkml+xml"/>
  <Override PartName="/ppt/ink/ink2039.xml" ContentType="application/inkml+xml"/>
  <Override PartName="/ppt/ink/ink2040.xml" ContentType="application/inkml+xml"/>
  <Override PartName="/ppt/ink/ink2041.xml" ContentType="application/inkml+xml"/>
  <Override PartName="/ppt/ink/ink2042.xml" ContentType="application/inkml+xml"/>
  <Override PartName="/ppt/ink/ink2043.xml" ContentType="application/inkml+xml"/>
  <Override PartName="/ppt/ink/ink2044.xml" ContentType="application/inkml+xml"/>
  <Override PartName="/ppt/ink/ink2045.xml" ContentType="application/inkml+xml"/>
  <Override PartName="/ppt/ink/ink2046.xml" ContentType="application/inkml+xml"/>
  <Override PartName="/ppt/ink/ink2047.xml" ContentType="application/inkml+xml"/>
  <Override PartName="/ppt/ink/ink2048.xml" ContentType="application/inkml+xml"/>
  <Override PartName="/ppt/ink/ink2049.xml" ContentType="application/inkml+xml"/>
  <Override PartName="/ppt/ink/ink2050.xml" ContentType="application/inkml+xml"/>
  <Override PartName="/ppt/ink/ink2051.xml" ContentType="application/inkml+xml"/>
  <Override PartName="/ppt/ink/ink2052.xml" ContentType="application/inkml+xml"/>
  <Override PartName="/ppt/ink/ink2053.xml" ContentType="application/inkml+xml"/>
  <Override PartName="/ppt/ink/ink2054.xml" ContentType="application/inkml+xml"/>
  <Override PartName="/ppt/ink/ink2055.xml" ContentType="application/inkml+xml"/>
  <Override PartName="/ppt/ink/ink2056.xml" ContentType="application/inkml+xml"/>
  <Override PartName="/ppt/ink/ink2057.xml" ContentType="application/inkml+xml"/>
  <Override PartName="/ppt/ink/ink2058.xml" ContentType="application/inkml+xml"/>
  <Override PartName="/ppt/ink/ink2059.xml" ContentType="application/inkml+xml"/>
  <Override PartName="/ppt/ink/ink2060.xml" ContentType="application/inkml+xml"/>
  <Override PartName="/ppt/ink/ink2061.xml" ContentType="application/inkml+xml"/>
  <Override PartName="/ppt/ink/ink2062.xml" ContentType="application/inkml+xml"/>
  <Override PartName="/ppt/ink/ink2063.xml" ContentType="application/inkml+xml"/>
  <Override PartName="/ppt/ink/ink2064.xml" ContentType="application/inkml+xml"/>
  <Override PartName="/ppt/ink/ink2065.xml" ContentType="application/inkml+xml"/>
  <Override PartName="/ppt/ink/ink2066.xml" ContentType="application/inkml+xml"/>
  <Override PartName="/ppt/ink/ink2067.xml" ContentType="application/inkml+xml"/>
  <Override PartName="/ppt/ink/ink2068.xml" ContentType="application/inkml+xml"/>
  <Override PartName="/ppt/ink/ink2069.xml" ContentType="application/inkml+xml"/>
  <Override PartName="/ppt/ink/ink2070.xml" ContentType="application/inkml+xml"/>
  <Override PartName="/ppt/ink/ink2071.xml" ContentType="application/inkml+xml"/>
  <Override PartName="/ppt/ink/ink2072.xml" ContentType="application/inkml+xml"/>
  <Override PartName="/ppt/ink/ink2073.xml" ContentType="application/inkml+xml"/>
  <Override PartName="/ppt/ink/ink2074.xml" ContentType="application/inkml+xml"/>
  <Override PartName="/ppt/ink/ink2075.xml" ContentType="application/inkml+xml"/>
  <Override PartName="/ppt/ink/ink2076.xml" ContentType="application/inkml+xml"/>
  <Override PartName="/ppt/ink/ink2077.xml" ContentType="application/inkml+xml"/>
  <Override PartName="/ppt/ink/ink2078.xml" ContentType="application/inkml+xml"/>
  <Override PartName="/ppt/ink/ink2079.xml" ContentType="application/inkml+xml"/>
  <Override PartName="/ppt/ink/ink2080.xml" ContentType="application/inkml+xml"/>
  <Override PartName="/ppt/ink/ink2081.xml" ContentType="application/inkml+xml"/>
  <Override PartName="/ppt/ink/ink2082.xml" ContentType="application/inkml+xml"/>
  <Override PartName="/ppt/ink/ink2083.xml" ContentType="application/inkml+xml"/>
  <Override PartName="/ppt/ink/ink2084.xml" ContentType="application/inkml+xml"/>
  <Override PartName="/ppt/ink/ink2085.xml" ContentType="application/inkml+xml"/>
  <Override PartName="/ppt/ink/ink2086.xml" ContentType="application/inkml+xml"/>
  <Override PartName="/ppt/ink/ink2087.xml" ContentType="application/inkml+xml"/>
  <Override PartName="/ppt/ink/ink2088.xml" ContentType="application/inkml+xml"/>
  <Override PartName="/ppt/ink/ink2089.xml" ContentType="application/inkml+xml"/>
  <Override PartName="/ppt/ink/ink2090.xml" ContentType="application/inkml+xml"/>
  <Override PartName="/ppt/ink/ink2091.xml" ContentType="application/inkml+xml"/>
  <Override PartName="/ppt/ink/ink2092.xml" ContentType="application/inkml+xml"/>
  <Override PartName="/ppt/ink/ink2093.xml" ContentType="application/inkml+xml"/>
  <Override PartName="/ppt/ink/ink2094.xml" ContentType="application/inkml+xml"/>
  <Override PartName="/ppt/ink/ink2095.xml" ContentType="application/inkml+xml"/>
  <Override PartName="/ppt/ink/ink2096.xml" ContentType="application/inkml+xml"/>
  <Override PartName="/ppt/ink/ink2097.xml" ContentType="application/inkml+xml"/>
  <Override PartName="/ppt/ink/ink2098.xml" ContentType="application/inkml+xml"/>
  <Override PartName="/ppt/ink/ink2099.xml" ContentType="application/inkml+xml"/>
  <Override PartName="/ppt/ink/ink2100.xml" ContentType="application/inkml+xml"/>
  <Override PartName="/ppt/ink/ink2101.xml" ContentType="application/inkml+xml"/>
  <Override PartName="/ppt/ink/ink2102.xml" ContentType="application/inkml+xml"/>
  <Override PartName="/ppt/ink/ink2103.xml" ContentType="application/inkml+xml"/>
  <Override PartName="/ppt/ink/ink2104.xml" ContentType="application/inkml+xml"/>
  <Override PartName="/ppt/ink/ink2105.xml" ContentType="application/inkml+xml"/>
  <Override PartName="/ppt/ink/ink2106.xml" ContentType="application/inkml+xml"/>
  <Override PartName="/ppt/ink/ink2107.xml" ContentType="application/inkml+xml"/>
  <Override PartName="/ppt/ink/ink2108.xml" ContentType="application/inkml+xml"/>
  <Override PartName="/ppt/ink/ink2109.xml" ContentType="application/inkml+xml"/>
  <Override PartName="/ppt/ink/ink2110.xml" ContentType="application/inkml+xml"/>
  <Override PartName="/ppt/ink/ink2111.xml" ContentType="application/inkml+xml"/>
  <Override PartName="/ppt/ink/ink2112.xml" ContentType="application/inkml+xml"/>
  <Override PartName="/ppt/ink/ink2113.xml" ContentType="application/inkml+xml"/>
  <Override PartName="/ppt/ink/ink2114.xml" ContentType="application/inkml+xml"/>
  <Override PartName="/ppt/ink/ink2115.xml" ContentType="application/inkml+xml"/>
  <Override PartName="/ppt/ink/ink2116.xml" ContentType="application/inkml+xml"/>
  <Override PartName="/ppt/ink/ink2117.xml" ContentType="application/inkml+xml"/>
  <Override PartName="/ppt/ink/ink2118.xml" ContentType="application/inkml+xml"/>
  <Override PartName="/ppt/ink/ink2119.xml" ContentType="application/inkml+xml"/>
  <Override PartName="/ppt/ink/ink2120.xml" ContentType="application/inkml+xml"/>
  <Override PartName="/ppt/ink/ink2121.xml" ContentType="application/inkml+xml"/>
  <Override PartName="/ppt/ink/ink2122.xml" ContentType="application/inkml+xml"/>
  <Override PartName="/ppt/ink/ink2123.xml" ContentType="application/inkml+xml"/>
  <Override PartName="/ppt/ink/ink2124.xml" ContentType="application/inkml+xml"/>
  <Override PartName="/ppt/ink/ink2125.xml" ContentType="application/inkml+xml"/>
  <Override PartName="/ppt/ink/ink2126.xml" ContentType="application/inkml+xml"/>
  <Override PartName="/ppt/ink/ink2127.xml" ContentType="application/inkml+xml"/>
  <Override PartName="/ppt/ink/ink2128.xml" ContentType="application/inkml+xml"/>
  <Override PartName="/ppt/ink/ink2129.xml" ContentType="application/inkml+xml"/>
  <Override PartName="/ppt/ink/ink2130.xml" ContentType="application/inkml+xml"/>
  <Override PartName="/ppt/ink/ink2131.xml" ContentType="application/inkml+xml"/>
  <Override PartName="/ppt/ink/ink2132.xml" ContentType="application/inkml+xml"/>
  <Override PartName="/ppt/ink/ink2133.xml" ContentType="application/inkml+xml"/>
  <Override PartName="/ppt/ink/ink2134.xml" ContentType="application/inkml+xml"/>
  <Override PartName="/ppt/ink/ink2135.xml" ContentType="application/inkml+xml"/>
  <Override PartName="/ppt/ink/ink2136.xml" ContentType="application/inkml+xml"/>
  <Override PartName="/ppt/ink/ink2137.xml" ContentType="application/inkml+xml"/>
  <Override PartName="/ppt/ink/ink2138.xml" ContentType="application/inkml+xml"/>
  <Override PartName="/ppt/ink/ink2139.xml" ContentType="application/inkml+xml"/>
  <Override PartName="/ppt/ink/ink2140.xml" ContentType="application/inkml+xml"/>
  <Override PartName="/ppt/ink/ink2141.xml" ContentType="application/inkml+xml"/>
  <Override PartName="/ppt/ink/ink2142.xml" ContentType="application/inkml+xml"/>
  <Override PartName="/ppt/ink/ink2143.xml" ContentType="application/inkml+xml"/>
  <Override PartName="/ppt/ink/ink2144.xml" ContentType="application/inkml+xml"/>
  <Override PartName="/ppt/ink/ink2145.xml" ContentType="application/inkml+xml"/>
  <Override PartName="/ppt/ink/ink2146.xml" ContentType="application/inkml+xml"/>
  <Override PartName="/ppt/ink/ink2147.xml" ContentType="application/inkml+xml"/>
  <Override PartName="/ppt/ink/ink2148.xml" ContentType="application/inkml+xml"/>
  <Override PartName="/ppt/ink/ink2149.xml" ContentType="application/inkml+xml"/>
  <Override PartName="/ppt/ink/ink2150.xml" ContentType="application/inkml+xml"/>
  <Override PartName="/ppt/ink/ink2151.xml" ContentType="application/inkml+xml"/>
  <Override PartName="/ppt/ink/ink2152.xml" ContentType="application/inkml+xml"/>
  <Override PartName="/ppt/ink/ink2153.xml" ContentType="application/inkml+xml"/>
  <Override PartName="/ppt/ink/ink2154.xml" ContentType="application/inkml+xml"/>
  <Override PartName="/ppt/ink/ink2155.xml" ContentType="application/inkml+xml"/>
  <Override PartName="/ppt/ink/ink2156.xml" ContentType="application/inkml+xml"/>
  <Override PartName="/ppt/ink/ink2157.xml" ContentType="application/inkml+xml"/>
  <Override PartName="/ppt/ink/ink2158.xml" ContentType="application/inkml+xml"/>
  <Override PartName="/ppt/ink/ink2159.xml" ContentType="application/inkml+xml"/>
  <Override PartName="/ppt/ink/ink2160.xml" ContentType="application/inkml+xml"/>
  <Override PartName="/ppt/ink/ink2161.xml" ContentType="application/inkml+xml"/>
  <Override PartName="/ppt/ink/ink2162.xml" ContentType="application/inkml+xml"/>
  <Override PartName="/ppt/ink/ink2163.xml" ContentType="application/inkml+xml"/>
  <Override PartName="/ppt/ink/ink2164.xml" ContentType="application/inkml+xml"/>
  <Override PartName="/ppt/ink/ink2165.xml" ContentType="application/inkml+xml"/>
  <Override PartName="/ppt/ink/ink2166.xml" ContentType="application/inkml+xml"/>
  <Override PartName="/ppt/ink/ink2167.xml" ContentType="application/inkml+xml"/>
  <Override PartName="/ppt/ink/ink2168.xml" ContentType="application/inkml+xml"/>
  <Override PartName="/ppt/ink/ink2169.xml" ContentType="application/inkml+xml"/>
  <Override PartName="/ppt/ink/ink2170.xml" ContentType="application/inkml+xml"/>
  <Override PartName="/ppt/ink/ink2171.xml" ContentType="application/inkml+xml"/>
  <Override PartName="/ppt/ink/ink2172.xml" ContentType="application/inkml+xml"/>
  <Override PartName="/ppt/ink/ink2173.xml" ContentType="application/inkml+xml"/>
  <Override PartName="/ppt/ink/ink2174.xml" ContentType="application/inkml+xml"/>
  <Override PartName="/ppt/ink/ink2175.xml" ContentType="application/inkml+xml"/>
  <Override PartName="/ppt/ink/ink2176.xml" ContentType="application/inkml+xml"/>
  <Override PartName="/ppt/ink/ink2177.xml" ContentType="application/inkml+xml"/>
  <Override PartName="/ppt/ink/ink2178.xml" ContentType="application/inkml+xml"/>
  <Override PartName="/ppt/ink/ink2179.xml" ContentType="application/inkml+xml"/>
  <Override PartName="/ppt/ink/ink2180.xml" ContentType="application/inkml+xml"/>
  <Override PartName="/ppt/ink/ink2181.xml" ContentType="application/inkml+xml"/>
  <Override PartName="/ppt/ink/ink2182.xml" ContentType="application/inkml+xml"/>
  <Override PartName="/ppt/ink/ink2183.xml" ContentType="application/inkml+xml"/>
  <Override PartName="/ppt/ink/ink2184.xml" ContentType="application/inkml+xml"/>
  <Override PartName="/ppt/ink/ink2185.xml" ContentType="application/inkml+xml"/>
  <Override PartName="/ppt/ink/ink2186.xml" ContentType="application/inkml+xml"/>
  <Override PartName="/ppt/ink/ink2187.xml" ContentType="application/inkml+xml"/>
  <Override PartName="/ppt/ink/ink2188.xml" ContentType="application/inkml+xml"/>
  <Override PartName="/ppt/ink/ink2189.xml" ContentType="application/inkml+xml"/>
  <Override PartName="/ppt/ink/ink2190.xml" ContentType="application/inkml+xml"/>
  <Override PartName="/ppt/ink/ink2191.xml" ContentType="application/inkml+xml"/>
  <Override PartName="/ppt/ink/ink2192.xml" ContentType="application/inkml+xml"/>
  <Override PartName="/ppt/ink/ink2193.xml" ContentType="application/inkml+xml"/>
  <Override PartName="/ppt/ink/ink2194.xml" ContentType="application/inkml+xml"/>
  <Override PartName="/ppt/ink/ink2195.xml" ContentType="application/inkml+xml"/>
  <Override PartName="/ppt/ink/ink2196.xml" ContentType="application/inkml+xml"/>
  <Override PartName="/ppt/ink/ink2197.xml" ContentType="application/inkml+xml"/>
  <Override PartName="/ppt/ink/ink2198.xml" ContentType="application/inkml+xml"/>
  <Override PartName="/ppt/ink/ink2199.xml" ContentType="application/inkml+xml"/>
  <Override PartName="/ppt/ink/ink2200.xml" ContentType="application/inkml+xml"/>
  <Override PartName="/ppt/ink/ink2201.xml" ContentType="application/inkml+xml"/>
  <Override PartName="/ppt/ink/ink2202.xml" ContentType="application/inkml+xml"/>
  <Override PartName="/ppt/ink/ink2203.xml" ContentType="application/inkml+xml"/>
  <Override PartName="/ppt/ink/ink2204.xml" ContentType="application/inkml+xml"/>
  <Override PartName="/ppt/ink/ink2205.xml" ContentType="application/inkml+xml"/>
  <Override PartName="/ppt/ink/ink2206.xml" ContentType="application/inkml+xml"/>
  <Override PartName="/ppt/ink/ink2207.xml" ContentType="application/inkml+xml"/>
  <Override PartName="/ppt/ink/ink2208.xml" ContentType="application/inkml+xml"/>
  <Override PartName="/ppt/ink/ink2209.xml" ContentType="application/inkml+xml"/>
  <Override PartName="/ppt/ink/ink2210.xml" ContentType="application/inkml+xml"/>
  <Override PartName="/ppt/ink/ink2211.xml" ContentType="application/inkml+xml"/>
  <Override PartName="/ppt/ink/ink2212.xml" ContentType="application/inkml+xml"/>
  <Override PartName="/ppt/ink/ink2213.xml" ContentType="application/inkml+xml"/>
  <Override PartName="/ppt/ink/ink2214.xml" ContentType="application/inkml+xml"/>
  <Override PartName="/ppt/ink/ink2215.xml" ContentType="application/inkml+xml"/>
  <Override PartName="/ppt/ink/ink2216.xml" ContentType="application/inkml+xml"/>
  <Override PartName="/ppt/ink/ink2217.xml" ContentType="application/inkml+xml"/>
  <Override PartName="/ppt/ink/ink2218.xml" ContentType="application/inkml+xml"/>
  <Override PartName="/ppt/ink/ink2219.xml" ContentType="application/inkml+xml"/>
  <Override PartName="/ppt/ink/ink2220.xml" ContentType="application/inkml+xml"/>
  <Override PartName="/ppt/ink/ink2221.xml" ContentType="application/inkml+xml"/>
  <Override PartName="/ppt/ink/ink2222.xml" ContentType="application/inkml+xml"/>
  <Override PartName="/ppt/ink/ink2223.xml" ContentType="application/inkml+xml"/>
  <Override PartName="/ppt/ink/ink2224.xml" ContentType="application/inkml+xml"/>
  <Override PartName="/ppt/ink/ink2225.xml" ContentType="application/inkml+xml"/>
  <Override PartName="/ppt/ink/ink2226.xml" ContentType="application/inkml+xml"/>
  <Override PartName="/ppt/ink/ink2227.xml" ContentType="application/inkml+xml"/>
  <Override PartName="/ppt/ink/ink2228.xml" ContentType="application/inkml+xml"/>
  <Override PartName="/ppt/ink/ink2229.xml" ContentType="application/inkml+xml"/>
  <Override PartName="/ppt/ink/ink2230.xml" ContentType="application/inkml+xml"/>
  <Override PartName="/ppt/ink/ink2231.xml" ContentType="application/inkml+xml"/>
  <Override PartName="/ppt/ink/ink2232.xml" ContentType="application/inkml+xml"/>
  <Override PartName="/ppt/ink/ink2233.xml" ContentType="application/inkml+xml"/>
  <Override PartName="/ppt/ink/ink2234.xml" ContentType="application/inkml+xml"/>
  <Override PartName="/ppt/ink/ink2235.xml" ContentType="application/inkml+xml"/>
  <Override PartName="/ppt/ink/ink2236.xml" ContentType="application/inkml+xml"/>
  <Override PartName="/ppt/ink/ink2237.xml" ContentType="application/inkml+xml"/>
  <Override PartName="/ppt/ink/ink2238.xml" ContentType="application/inkml+xml"/>
  <Override PartName="/ppt/ink/ink2239.xml" ContentType="application/inkml+xml"/>
  <Override PartName="/ppt/ink/ink2240.xml" ContentType="application/inkml+xml"/>
  <Override PartName="/ppt/ink/ink2241.xml" ContentType="application/inkml+xml"/>
  <Override PartName="/ppt/ink/ink2242.xml" ContentType="application/inkml+xml"/>
  <Override PartName="/ppt/ink/ink2243.xml" ContentType="application/inkml+xml"/>
  <Override PartName="/ppt/ink/ink2244.xml" ContentType="application/inkml+xml"/>
  <Override PartName="/ppt/ink/ink2245.xml" ContentType="application/inkml+xml"/>
  <Override PartName="/ppt/ink/ink2246.xml" ContentType="application/inkml+xml"/>
  <Override PartName="/ppt/ink/ink2247.xml" ContentType="application/inkml+xml"/>
  <Override PartName="/ppt/ink/ink2248.xml" ContentType="application/inkml+xml"/>
  <Override PartName="/ppt/ink/ink2249.xml" ContentType="application/inkml+xml"/>
  <Override PartName="/ppt/ink/ink2250.xml" ContentType="application/inkml+xml"/>
  <Override PartName="/ppt/ink/ink2251.xml" ContentType="application/inkml+xml"/>
  <Override PartName="/ppt/ink/ink2252.xml" ContentType="application/inkml+xml"/>
  <Override PartName="/ppt/ink/ink2253.xml" ContentType="application/inkml+xml"/>
  <Override PartName="/ppt/ink/ink2254.xml" ContentType="application/inkml+xml"/>
  <Override PartName="/ppt/ink/ink2255.xml" ContentType="application/inkml+xml"/>
  <Override PartName="/ppt/ink/ink2256.xml" ContentType="application/inkml+xml"/>
  <Override PartName="/ppt/ink/ink2257.xml" ContentType="application/inkml+xml"/>
  <Override PartName="/ppt/ink/ink2258.xml" ContentType="application/inkml+xml"/>
  <Override PartName="/ppt/ink/ink2259.xml" ContentType="application/inkml+xml"/>
  <Override PartName="/ppt/ink/ink2260.xml" ContentType="application/inkml+xml"/>
  <Override PartName="/ppt/ink/ink2261.xml" ContentType="application/inkml+xml"/>
  <Override PartName="/ppt/ink/ink2262.xml" ContentType="application/inkml+xml"/>
  <Override PartName="/ppt/ink/ink2263.xml" ContentType="application/inkml+xml"/>
  <Override PartName="/ppt/ink/ink2264.xml" ContentType="application/inkml+xml"/>
  <Override PartName="/ppt/ink/ink2265.xml" ContentType="application/inkml+xml"/>
  <Override PartName="/ppt/ink/ink2266.xml" ContentType="application/inkml+xml"/>
  <Override PartName="/ppt/ink/ink2267.xml" ContentType="application/inkml+xml"/>
  <Override PartName="/ppt/ink/ink2268.xml" ContentType="application/inkml+xml"/>
  <Override PartName="/ppt/ink/ink2269.xml" ContentType="application/inkml+xml"/>
  <Override PartName="/ppt/ink/ink2270.xml" ContentType="application/inkml+xml"/>
  <Override PartName="/ppt/ink/ink2271.xml" ContentType="application/inkml+xml"/>
  <Override PartName="/ppt/ink/ink2272.xml" ContentType="application/inkml+xml"/>
  <Override PartName="/ppt/ink/ink2273.xml" ContentType="application/inkml+xml"/>
  <Override PartName="/ppt/ink/ink2274.xml" ContentType="application/inkml+xml"/>
  <Override PartName="/ppt/ink/ink2275.xml" ContentType="application/inkml+xml"/>
  <Override PartName="/ppt/ink/ink2276.xml" ContentType="application/inkml+xml"/>
  <Override PartName="/ppt/ink/ink2277.xml" ContentType="application/inkml+xml"/>
  <Override PartName="/ppt/ink/ink2278.xml" ContentType="application/inkml+xml"/>
  <Override PartName="/ppt/ink/ink2279.xml" ContentType="application/inkml+xml"/>
  <Override PartName="/ppt/ink/ink2280.xml" ContentType="application/inkml+xml"/>
  <Override PartName="/ppt/ink/ink2281.xml" ContentType="application/inkml+xml"/>
  <Override PartName="/ppt/ink/ink2282.xml" ContentType="application/inkml+xml"/>
  <Override PartName="/ppt/ink/ink2283.xml" ContentType="application/inkml+xml"/>
  <Override PartName="/ppt/ink/ink2284.xml" ContentType="application/inkml+xml"/>
  <Override PartName="/ppt/ink/ink2285.xml" ContentType="application/inkml+xml"/>
  <Override PartName="/ppt/ink/ink2286.xml" ContentType="application/inkml+xml"/>
  <Override PartName="/ppt/ink/ink2287.xml" ContentType="application/inkml+xml"/>
  <Override PartName="/ppt/ink/ink2288.xml" ContentType="application/inkml+xml"/>
  <Override PartName="/ppt/ink/ink2289.xml" ContentType="application/inkml+xml"/>
  <Override PartName="/ppt/ink/ink2290.xml" ContentType="application/inkml+xml"/>
  <Override PartName="/ppt/ink/ink2291.xml" ContentType="application/inkml+xml"/>
  <Override PartName="/ppt/ink/ink2292.xml" ContentType="application/inkml+xml"/>
  <Override PartName="/ppt/ink/ink2293.xml" ContentType="application/inkml+xml"/>
  <Override PartName="/ppt/ink/ink2294.xml" ContentType="application/inkml+xml"/>
  <Override PartName="/ppt/ink/ink2295.xml" ContentType="application/inkml+xml"/>
  <Override PartName="/ppt/ink/ink2296.xml" ContentType="application/inkml+xml"/>
  <Override PartName="/ppt/ink/ink2297.xml" ContentType="application/inkml+xml"/>
  <Override PartName="/ppt/ink/ink2298.xml" ContentType="application/inkml+xml"/>
  <Override PartName="/ppt/ink/ink2299.xml" ContentType="application/inkml+xml"/>
  <Override PartName="/ppt/ink/ink2300.xml" ContentType="application/inkml+xml"/>
  <Override PartName="/ppt/ink/ink2301.xml" ContentType="application/inkml+xml"/>
  <Override PartName="/ppt/ink/ink2302.xml" ContentType="application/inkml+xml"/>
  <Override PartName="/ppt/ink/ink2303.xml" ContentType="application/inkml+xml"/>
  <Override PartName="/ppt/ink/ink2304.xml" ContentType="application/inkml+xml"/>
  <Override PartName="/ppt/ink/ink2305.xml" ContentType="application/inkml+xml"/>
  <Override PartName="/ppt/ink/ink2306.xml" ContentType="application/inkml+xml"/>
  <Override PartName="/ppt/ink/ink2307.xml" ContentType="application/inkml+xml"/>
  <Override PartName="/ppt/ink/ink2308.xml" ContentType="application/inkml+xml"/>
  <Override PartName="/ppt/ink/ink2309.xml" ContentType="application/inkml+xml"/>
  <Override PartName="/ppt/ink/ink2310.xml" ContentType="application/inkml+xml"/>
  <Override PartName="/ppt/ink/ink2311.xml" ContentType="application/inkml+xml"/>
  <Override PartName="/ppt/ink/ink2312.xml" ContentType="application/inkml+xml"/>
  <Override PartName="/ppt/ink/ink2313.xml" ContentType="application/inkml+xml"/>
  <Override PartName="/ppt/ink/ink2314.xml" ContentType="application/inkml+xml"/>
  <Override PartName="/ppt/ink/ink2315.xml" ContentType="application/inkml+xml"/>
  <Override PartName="/ppt/ink/ink2316.xml" ContentType="application/inkml+xml"/>
  <Override PartName="/ppt/ink/ink2317.xml" ContentType="application/inkml+xml"/>
  <Override PartName="/ppt/ink/ink2318.xml" ContentType="application/inkml+xml"/>
  <Override PartName="/ppt/ink/ink2319.xml" ContentType="application/inkml+xml"/>
  <Override PartName="/ppt/ink/ink2320.xml" ContentType="application/inkml+xml"/>
  <Override PartName="/ppt/ink/ink2321.xml" ContentType="application/inkml+xml"/>
  <Override PartName="/ppt/ink/ink2322.xml" ContentType="application/inkml+xml"/>
  <Override PartName="/ppt/ink/ink2323.xml" ContentType="application/inkml+xml"/>
  <Override PartName="/ppt/ink/ink2324.xml" ContentType="application/inkml+xml"/>
  <Override PartName="/ppt/ink/ink2325.xml" ContentType="application/inkml+xml"/>
  <Override PartName="/ppt/ink/ink2326.xml" ContentType="application/inkml+xml"/>
  <Override PartName="/ppt/ink/ink2327.xml" ContentType="application/inkml+xml"/>
  <Override PartName="/ppt/ink/ink2328.xml" ContentType="application/inkml+xml"/>
  <Override PartName="/ppt/ink/ink2329.xml" ContentType="application/inkml+xml"/>
  <Override PartName="/ppt/ink/ink2330.xml" ContentType="application/inkml+xml"/>
  <Override PartName="/ppt/ink/ink2331.xml" ContentType="application/inkml+xml"/>
  <Override PartName="/ppt/ink/ink2332.xml" ContentType="application/inkml+xml"/>
  <Override PartName="/ppt/ink/ink2333.xml" ContentType="application/inkml+xml"/>
  <Override PartName="/ppt/ink/ink2334.xml" ContentType="application/inkml+xml"/>
  <Override PartName="/ppt/ink/ink2335.xml" ContentType="application/inkml+xml"/>
  <Override PartName="/ppt/ink/ink2336.xml" ContentType="application/inkml+xml"/>
  <Override PartName="/ppt/ink/ink2337.xml" ContentType="application/inkml+xml"/>
  <Override PartName="/ppt/ink/ink2338.xml" ContentType="application/inkml+xml"/>
  <Override PartName="/ppt/ink/ink2339.xml" ContentType="application/inkml+xml"/>
  <Override PartName="/ppt/ink/ink2340.xml" ContentType="application/inkml+xml"/>
  <Override PartName="/ppt/ink/ink2341.xml" ContentType="application/inkml+xml"/>
  <Override PartName="/ppt/ink/ink2342.xml" ContentType="application/inkml+xml"/>
  <Override PartName="/ppt/ink/ink2343.xml" ContentType="application/inkml+xml"/>
  <Override PartName="/ppt/ink/ink2344.xml" ContentType="application/inkml+xml"/>
  <Override PartName="/ppt/ink/ink2345.xml" ContentType="application/inkml+xml"/>
  <Override PartName="/ppt/ink/ink2346.xml" ContentType="application/inkml+xml"/>
  <Override PartName="/ppt/ink/ink2347.xml" ContentType="application/inkml+xml"/>
  <Override PartName="/ppt/ink/ink2348.xml" ContentType="application/inkml+xml"/>
  <Override PartName="/ppt/ink/ink2349.xml" ContentType="application/inkml+xml"/>
  <Override PartName="/ppt/ink/ink2350.xml" ContentType="application/inkml+xml"/>
  <Override PartName="/ppt/ink/ink2351.xml" ContentType="application/inkml+xml"/>
  <Override PartName="/ppt/ink/ink2352.xml" ContentType="application/inkml+xml"/>
  <Override PartName="/ppt/ink/ink2353.xml" ContentType="application/inkml+xml"/>
  <Override PartName="/ppt/ink/ink2354.xml" ContentType="application/inkml+xml"/>
  <Override PartName="/ppt/ink/ink2355.xml" ContentType="application/inkml+xml"/>
  <Override PartName="/ppt/ink/ink2356.xml" ContentType="application/inkml+xml"/>
  <Override PartName="/ppt/ink/ink2357.xml" ContentType="application/inkml+xml"/>
  <Override PartName="/ppt/ink/ink2358.xml" ContentType="application/inkml+xml"/>
  <Override PartName="/ppt/ink/ink2359.xml" ContentType="application/inkml+xml"/>
  <Override PartName="/ppt/ink/ink2360.xml" ContentType="application/inkml+xml"/>
  <Override PartName="/ppt/ink/ink2361.xml" ContentType="application/inkml+xml"/>
  <Override PartName="/ppt/ink/ink2362.xml" ContentType="application/inkml+xml"/>
  <Override PartName="/ppt/ink/ink2363.xml" ContentType="application/inkml+xml"/>
  <Override PartName="/ppt/ink/ink2364.xml" ContentType="application/inkml+xml"/>
  <Override PartName="/ppt/ink/ink2365.xml" ContentType="application/inkml+xml"/>
  <Override PartName="/ppt/ink/ink2366.xml" ContentType="application/inkml+xml"/>
  <Override PartName="/ppt/ink/ink2367.xml" ContentType="application/inkml+xml"/>
  <Override PartName="/ppt/ink/ink2368.xml" ContentType="application/inkml+xml"/>
  <Override PartName="/ppt/ink/ink2369.xml" ContentType="application/inkml+xml"/>
  <Override PartName="/ppt/ink/ink2370.xml" ContentType="application/inkml+xml"/>
  <Override PartName="/ppt/ink/ink2371.xml" ContentType="application/inkml+xml"/>
  <Override PartName="/ppt/ink/ink2372.xml" ContentType="application/inkml+xml"/>
  <Override PartName="/ppt/ink/ink2373.xml" ContentType="application/inkml+xml"/>
  <Override PartName="/ppt/ink/ink2374.xml" ContentType="application/inkml+xml"/>
  <Override PartName="/ppt/ink/ink2375.xml" ContentType="application/inkml+xml"/>
  <Override PartName="/ppt/ink/ink2376.xml" ContentType="application/inkml+xml"/>
  <Override PartName="/ppt/ink/ink2377.xml" ContentType="application/inkml+xml"/>
  <Override PartName="/ppt/ink/ink2378.xml" ContentType="application/inkml+xml"/>
  <Override PartName="/ppt/ink/ink2379.xml" ContentType="application/inkml+xml"/>
  <Override PartName="/ppt/ink/ink2380.xml" ContentType="application/inkml+xml"/>
  <Override PartName="/ppt/ink/ink2381.xml" ContentType="application/inkml+xml"/>
  <Override PartName="/ppt/ink/ink2382.xml" ContentType="application/inkml+xml"/>
  <Override PartName="/ppt/ink/ink2383.xml" ContentType="application/inkml+xml"/>
  <Override PartName="/ppt/ink/ink2384.xml" ContentType="application/inkml+xml"/>
  <Override PartName="/ppt/ink/ink2385.xml" ContentType="application/inkml+xml"/>
  <Override PartName="/ppt/ink/ink2386.xml" ContentType="application/inkml+xml"/>
  <Override PartName="/ppt/ink/ink2387.xml" ContentType="application/inkml+xml"/>
  <Override PartName="/ppt/ink/ink2388.xml" ContentType="application/inkml+xml"/>
  <Override PartName="/ppt/ink/ink2389.xml" ContentType="application/inkml+xml"/>
  <Override PartName="/ppt/ink/ink2390.xml" ContentType="application/inkml+xml"/>
  <Override PartName="/ppt/ink/ink2391.xml" ContentType="application/inkml+xml"/>
  <Override PartName="/ppt/ink/ink2392.xml" ContentType="application/inkml+xml"/>
  <Override PartName="/ppt/ink/ink2393.xml" ContentType="application/inkml+xml"/>
  <Override PartName="/ppt/ink/ink2394.xml" ContentType="application/inkml+xml"/>
  <Override PartName="/ppt/ink/ink2395.xml" ContentType="application/inkml+xml"/>
  <Override PartName="/ppt/ink/ink2396.xml" ContentType="application/inkml+xml"/>
  <Override PartName="/ppt/ink/ink2397.xml" ContentType="application/inkml+xml"/>
  <Override PartName="/ppt/ink/ink2398.xml" ContentType="application/inkml+xml"/>
  <Override PartName="/ppt/ink/ink2399.xml" ContentType="application/inkml+xml"/>
  <Override PartName="/ppt/ink/ink2400.xml" ContentType="application/inkml+xml"/>
  <Override PartName="/ppt/ink/ink2401.xml" ContentType="application/inkml+xml"/>
  <Override PartName="/ppt/ink/ink2402.xml" ContentType="application/inkml+xml"/>
  <Override PartName="/ppt/ink/ink2403.xml" ContentType="application/inkml+xml"/>
  <Override PartName="/ppt/ink/ink2404.xml" ContentType="application/inkml+xml"/>
  <Override PartName="/ppt/ink/ink2405.xml" ContentType="application/inkml+xml"/>
  <Override PartName="/ppt/ink/ink2406.xml" ContentType="application/inkml+xml"/>
  <Override PartName="/ppt/ink/ink2407.xml" ContentType="application/inkml+xml"/>
  <Override PartName="/ppt/ink/ink2408.xml" ContentType="application/inkml+xml"/>
  <Override PartName="/ppt/ink/ink2409.xml" ContentType="application/inkml+xml"/>
  <Override PartName="/ppt/ink/ink2410.xml" ContentType="application/inkml+xml"/>
  <Override PartName="/ppt/ink/ink2411.xml" ContentType="application/inkml+xml"/>
  <Override PartName="/ppt/ink/ink2412.xml" ContentType="application/inkml+xml"/>
  <Override PartName="/ppt/ink/ink2413.xml" ContentType="application/inkml+xml"/>
  <Override PartName="/ppt/ink/ink2414.xml" ContentType="application/inkml+xml"/>
  <Override PartName="/ppt/ink/ink2415.xml" ContentType="application/inkml+xml"/>
  <Override PartName="/ppt/ink/ink2416.xml" ContentType="application/inkml+xml"/>
  <Override PartName="/ppt/ink/ink2417.xml" ContentType="application/inkml+xml"/>
  <Override PartName="/ppt/ink/ink2418.xml" ContentType="application/inkml+xml"/>
  <Override PartName="/ppt/ink/ink2419.xml" ContentType="application/inkml+xml"/>
  <Override PartName="/ppt/ink/ink2420.xml" ContentType="application/inkml+xml"/>
  <Override PartName="/ppt/ink/ink2421.xml" ContentType="application/inkml+xml"/>
  <Override PartName="/ppt/ink/ink2422.xml" ContentType="application/inkml+xml"/>
  <Override PartName="/ppt/ink/ink2423.xml" ContentType="application/inkml+xml"/>
  <Override PartName="/ppt/ink/ink2424.xml" ContentType="application/inkml+xml"/>
  <Override PartName="/ppt/ink/ink2425.xml" ContentType="application/inkml+xml"/>
  <Override PartName="/ppt/ink/ink2426.xml" ContentType="application/inkml+xml"/>
  <Override PartName="/ppt/ink/ink2427.xml" ContentType="application/inkml+xml"/>
  <Override PartName="/ppt/ink/ink2428.xml" ContentType="application/inkml+xml"/>
  <Override PartName="/ppt/ink/ink2429.xml" ContentType="application/inkml+xml"/>
  <Override PartName="/ppt/ink/ink2430.xml" ContentType="application/inkml+xml"/>
  <Override PartName="/ppt/ink/ink2431.xml" ContentType="application/inkml+xml"/>
  <Override PartName="/ppt/ink/ink2432.xml" ContentType="application/inkml+xml"/>
  <Override PartName="/ppt/ink/ink2433.xml" ContentType="application/inkml+xml"/>
  <Override PartName="/ppt/ink/ink2434.xml" ContentType="application/inkml+xml"/>
  <Override PartName="/ppt/ink/ink2435.xml" ContentType="application/inkml+xml"/>
  <Override PartName="/ppt/ink/ink2436.xml" ContentType="application/inkml+xml"/>
  <Override PartName="/ppt/ink/ink2437.xml" ContentType="application/inkml+xml"/>
  <Override PartName="/ppt/ink/ink2438.xml" ContentType="application/inkml+xml"/>
  <Override PartName="/ppt/ink/ink2439.xml" ContentType="application/inkml+xml"/>
  <Override PartName="/ppt/ink/ink2440.xml" ContentType="application/inkml+xml"/>
  <Override PartName="/ppt/ink/ink2441.xml" ContentType="application/inkml+xml"/>
  <Override PartName="/ppt/ink/ink2442.xml" ContentType="application/inkml+xml"/>
  <Override PartName="/ppt/ink/ink2443.xml" ContentType="application/inkml+xml"/>
  <Override PartName="/ppt/ink/ink2444.xml" ContentType="application/inkml+xml"/>
  <Override PartName="/ppt/ink/ink2445.xml" ContentType="application/inkml+xml"/>
  <Override PartName="/ppt/ink/ink2446.xml" ContentType="application/inkml+xml"/>
  <Override PartName="/ppt/ink/ink2447.xml" ContentType="application/inkml+xml"/>
  <Override PartName="/ppt/ink/ink2448.xml" ContentType="application/inkml+xml"/>
  <Override PartName="/ppt/ink/ink2449.xml" ContentType="application/inkml+xml"/>
  <Override PartName="/ppt/ink/ink2450.xml" ContentType="application/inkml+xml"/>
  <Override PartName="/ppt/ink/ink2451.xml" ContentType="application/inkml+xml"/>
  <Override PartName="/ppt/ink/ink2452.xml" ContentType="application/inkml+xml"/>
  <Override PartName="/ppt/ink/ink2453.xml" ContentType="application/inkml+xml"/>
  <Override PartName="/ppt/ink/ink2454.xml" ContentType="application/inkml+xml"/>
  <Override PartName="/ppt/ink/ink2455.xml" ContentType="application/inkml+xml"/>
  <Override PartName="/ppt/ink/ink2456.xml" ContentType="application/inkml+xml"/>
  <Override PartName="/ppt/ink/ink2457.xml" ContentType="application/inkml+xml"/>
  <Override PartName="/ppt/ink/ink2458.xml" ContentType="application/inkml+xml"/>
  <Override PartName="/ppt/ink/ink2459.xml" ContentType="application/inkml+xml"/>
  <Override PartName="/ppt/ink/ink2460.xml" ContentType="application/inkml+xml"/>
  <Override PartName="/ppt/ink/ink2461.xml" ContentType="application/inkml+xml"/>
  <Override PartName="/ppt/ink/ink2462.xml" ContentType="application/inkml+xml"/>
  <Override PartName="/ppt/ink/ink2463.xml" ContentType="application/inkml+xml"/>
  <Override PartName="/ppt/ink/ink2464.xml" ContentType="application/inkml+xml"/>
  <Override PartName="/ppt/ink/ink2465.xml" ContentType="application/inkml+xml"/>
  <Override PartName="/ppt/ink/ink2466.xml" ContentType="application/inkml+xml"/>
  <Override PartName="/ppt/ink/ink2467.xml" ContentType="application/inkml+xml"/>
  <Override PartName="/ppt/ink/ink2468.xml" ContentType="application/inkml+xml"/>
  <Override PartName="/ppt/ink/ink2469.xml" ContentType="application/inkml+xml"/>
  <Override PartName="/ppt/ink/ink2470.xml" ContentType="application/inkml+xml"/>
  <Override PartName="/ppt/ink/ink2471.xml" ContentType="application/inkml+xml"/>
  <Override PartName="/ppt/ink/ink2472.xml" ContentType="application/inkml+xml"/>
  <Override PartName="/ppt/ink/ink2473.xml" ContentType="application/inkml+xml"/>
  <Override PartName="/ppt/ink/ink2474.xml" ContentType="application/inkml+xml"/>
  <Override PartName="/ppt/ink/ink2475.xml" ContentType="application/inkml+xml"/>
  <Override PartName="/ppt/ink/ink2476.xml" ContentType="application/inkml+xml"/>
  <Override PartName="/ppt/ink/ink2477.xml" ContentType="application/inkml+xml"/>
  <Override PartName="/ppt/ink/ink2478.xml" ContentType="application/inkml+xml"/>
  <Override PartName="/ppt/ink/ink2479.xml" ContentType="application/inkml+xml"/>
  <Override PartName="/ppt/ink/ink2480.xml" ContentType="application/inkml+xml"/>
  <Override PartName="/ppt/ink/ink2481.xml" ContentType="application/inkml+xml"/>
  <Override PartName="/ppt/ink/ink2482.xml" ContentType="application/inkml+xml"/>
  <Override PartName="/ppt/ink/ink2483.xml" ContentType="application/inkml+xml"/>
  <Override PartName="/ppt/ink/ink2484.xml" ContentType="application/inkml+xml"/>
  <Override PartName="/ppt/ink/ink2485.xml" ContentType="application/inkml+xml"/>
  <Override PartName="/ppt/ink/ink2486.xml" ContentType="application/inkml+xml"/>
  <Override PartName="/ppt/ink/ink2487.xml" ContentType="application/inkml+xml"/>
  <Override PartName="/ppt/ink/ink2488.xml" ContentType="application/inkml+xml"/>
  <Override PartName="/ppt/ink/ink2489.xml" ContentType="application/inkml+xml"/>
  <Override PartName="/ppt/ink/ink2490.xml" ContentType="application/inkml+xml"/>
  <Override PartName="/ppt/ink/ink2491.xml" ContentType="application/inkml+xml"/>
  <Override PartName="/ppt/ink/ink2492.xml" ContentType="application/inkml+xml"/>
  <Override PartName="/ppt/ink/ink2493.xml" ContentType="application/inkml+xml"/>
  <Override PartName="/ppt/ink/ink2494.xml" ContentType="application/inkml+xml"/>
  <Override PartName="/ppt/ink/ink2495.xml" ContentType="application/inkml+xml"/>
  <Override PartName="/ppt/ink/ink2496.xml" ContentType="application/inkml+xml"/>
  <Override PartName="/ppt/ink/ink2497.xml" ContentType="application/inkml+xml"/>
  <Override PartName="/ppt/ink/ink2498.xml" ContentType="application/inkml+xml"/>
  <Override PartName="/ppt/ink/ink2499.xml" ContentType="application/inkml+xml"/>
  <Override PartName="/ppt/ink/ink2500.xml" ContentType="application/inkml+xml"/>
  <Override PartName="/ppt/ink/ink2501.xml" ContentType="application/inkml+xml"/>
  <Override PartName="/ppt/ink/ink2502.xml" ContentType="application/inkml+xml"/>
  <Override PartName="/ppt/ink/ink2503.xml" ContentType="application/inkml+xml"/>
  <Override PartName="/ppt/ink/ink2504.xml" ContentType="application/inkml+xml"/>
  <Override PartName="/ppt/ink/ink2505.xml" ContentType="application/inkml+xml"/>
  <Override PartName="/ppt/ink/ink2506.xml" ContentType="application/inkml+xml"/>
  <Override PartName="/ppt/ink/ink2507.xml" ContentType="application/inkml+xml"/>
  <Override PartName="/ppt/ink/ink2508.xml" ContentType="application/inkml+xml"/>
  <Override PartName="/ppt/ink/ink2509.xml" ContentType="application/inkml+xml"/>
  <Override PartName="/ppt/ink/ink2510.xml" ContentType="application/inkml+xml"/>
  <Override PartName="/ppt/ink/ink2511.xml" ContentType="application/inkml+xml"/>
  <Override PartName="/ppt/ink/ink2512.xml" ContentType="application/inkml+xml"/>
  <Override PartName="/ppt/ink/ink2513.xml" ContentType="application/inkml+xml"/>
  <Override PartName="/ppt/ink/ink2514.xml" ContentType="application/inkml+xml"/>
  <Override PartName="/ppt/ink/ink2515.xml" ContentType="application/inkml+xml"/>
  <Override PartName="/ppt/ink/ink2516.xml" ContentType="application/inkml+xml"/>
  <Override PartName="/ppt/ink/ink2517.xml" ContentType="application/inkml+xml"/>
  <Override PartName="/ppt/ink/ink2518.xml" ContentType="application/inkml+xml"/>
  <Override PartName="/ppt/ink/ink2519.xml" ContentType="application/inkml+xml"/>
  <Override PartName="/ppt/ink/ink2520.xml" ContentType="application/inkml+xml"/>
  <Override PartName="/ppt/ink/ink2521.xml" ContentType="application/inkml+xml"/>
  <Override PartName="/ppt/ink/ink2522.xml" ContentType="application/inkml+xml"/>
  <Override PartName="/ppt/ink/ink2523.xml" ContentType="application/inkml+xml"/>
  <Override PartName="/ppt/ink/ink2524.xml" ContentType="application/inkml+xml"/>
  <Override PartName="/ppt/ink/ink2525.xml" ContentType="application/inkml+xml"/>
  <Override PartName="/ppt/ink/ink2526.xml" ContentType="application/inkml+xml"/>
  <Override PartName="/ppt/ink/ink2527.xml" ContentType="application/inkml+xml"/>
  <Override PartName="/ppt/ink/ink2528.xml" ContentType="application/inkml+xml"/>
  <Override PartName="/ppt/ink/ink2529.xml" ContentType="application/inkml+xml"/>
  <Override PartName="/ppt/ink/ink2530.xml" ContentType="application/inkml+xml"/>
  <Override PartName="/ppt/ink/ink2531.xml" ContentType="application/inkml+xml"/>
  <Override PartName="/ppt/ink/ink2532.xml" ContentType="application/inkml+xml"/>
  <Override PartName="/ppt/ink/ink2533.xml" ContentType="application/inkml+xml"/>
  <Override PartName="/ppt/ink/ink2534.xml" ContentType="application/inkml+xml"/>
  <Override PartName="/ppt/ink/ink2535.xml" ContentType="application/inkml+xml"/>
  <Override PartName="/ppt/ink/ink2536.xml" ContentType="application/inkml+xml"/>
  <Override PartName="/ppt/ink/ink2537.xml" ContentType="application/inkml+xml"/>
  <Override PartName="/ppt/ink/ink2538.xml" ContentType="application/inkml+xml"/>
  <Override PartName="/ppt/ink/ink2539.xml" ContentType="application/inkml+xml"/>
  <Override PartName="/ppt/ink/ink2540.xml" ContentType="application/inkml+xml"/>
  <Override PartName="/ppt/ink/ink2541.xml" ContentType="application/inkml+xml"/>
  <Override PartName="/ppt/ink/ink2542.xml" ContentType="application/inkml+xml"/>
  <Override PartName="/ppt/ink/ink2543.xml" ContentType="application/inkml+xml"/>
  <Override PartName="/ppt/ink/ink2544.xml" ContentType="application/inkml+xml"/>
  <Override PartName="/ppt/ink/ink2545.xml" ContentType="application/inkml+xml"/>
  <Override PartName="/ppt/ink/ink2546.xml" ContentType="application/inkml+xml"/>
  <Override PartName="/ppt/ink/ink2547.xml" ContentType="application/inkml+xml"/>
  <Override PartName="/ppt/ink/ink2548.xml" ContentType="application/inkml+xml"/>
  <Override PartName="/ppt/ink/ink2549.xml" ContentType="application/inkml+xml"/>
  <Override PartName="/ppt/ink/ink2550.xml" ContentType="application/inkml+xml"/>
  <Override PartName="/ppt/ink/ink2551.xml" ContentType="application/inkml+xml"/>
  <Override PartName="/ppt/ink/ink2552.xml" ContentType="application/inkml+xml"/>
  <Override PartName="/ppt/ink/ink2553.xml" ContentType="application/inkml+xml"/>
  <Override PartName="/ppt/ink/ink2554.xml" ContentType="application/inkml+xml"/>
  <Override PartName="/ppt/ink/ink2555.xml" ContentType="application/inkml+xml"/>
  <Override PartName="/ppt/ink/ink2556.xml" ContentType="application/inkml+xml"/>
  <Override PartName="/ppt/ink/ink2557.xml" ContentType="application/inkml+xml"/>
  <Override PartName="/ppt/ink/ink2558.xml" ContentType="application/inkml+xml"/>
  <Override PartName="/ppt/ink/ink2559.xml" ContentType="application/inkml+xml"/>
  <Override PartName="/ppt/ink/ink2560.xml" ContentType="application/inkml+xml"/>
  <Override PartName="/ppt/ink/ink2561.xml" ContentType="application/inkml+xml"/>
  <Override PartName="/ppt/ink/ink2562.xml" ContentType="application/inkml+xml"/>
  <Override PartName="/ppt/ink/ink2563.xml" ContentType="application/inkml+xml"/>
  <Override PartName="/ppt/ink/ink2564.xml" ContentType="application/inkml+xml"/>
  <Override PartName="/ppt/ink/ink2565.xml" ContentType="application/inkml+xml"/>
  <Override PartName="/ppt/ink/ink2566.xml" ContentType="application/inkml+xml"/>
  <Override PartName="/ppt/ink/ink2567.xml" ContentType="application/inkml+xml"/>
  <Override PartName="/ppt/ink/ink2568.xml" ContentType="application/inkml+xml"/>
  <Override PartName="/ppt/ink/ink2569.xml" ContentType="application/inkml+xml"/>
  <Override PartName="/ppt/ink/ink2570.xml" ContentType="application/inkml+xml"/>
  <Override PartName="/ppt/ink/ink2571.xml" ContentType="application/inkml+xml"/>
  <Override PartName="/ppt/ink/ink2572.xml" ContentType="application/inkml+xml"/>
  <Override PartName="/ppt/ink/ink2573.xml" ContentType="application/inkml+xml"/>
  <Override PartName="/ppt/ink/ink2574.xml" ContentType="application/inkml+xml"/>
  <Override PartName="/ppt/ink/ink2575.xml" ContentType="application/inkml+xml"/>
  <Override PartName="/ppt/ink/ink2576.xml" ContentType="application/inkml+xml"/>
  <Override PartName="/ppt/ink/ink2577.xml" ContentType="application/inkml+xml"/>
  <Override PartName="/ppt/ink/ink2578.xml" ContentType="application/inkml+xml"/>
  <Override PartName="/ppt/ink/ink2579.xml" ContentType="application/inkml+xml"/>
  <Override PartName="/ppt/ink/ink2580.xml" ContentType="application/inkml+xml"/>
  <Override PartName="/ppt/ink/ink2581.xml" ContentType="application/inkml+xml"/>
  <Override PartName="/ppt/ink/ink2582.xml" ContentType="application/inkml+xml"/>
  <Override PartName="/ppt/ink/ink2583.xml" ContentType="application/inkml+xml"/>
  <Override PartName="/ppt/ink/ink2584.xml" ContentType="application/inkml+xml"/>
  <Override PartName="/ppt/ink/ink2585.xml" ContentType="application/inkml+xml"/>
  <Override PartName="/ppt/ink/ink2586.xml" ContentType="application/inkml+xml"/>
  <Override PartName="/ppt/ink/ink2587.xml" ContentType="application/inkml+xml"/>
  <Override PartName="/ppt/ink/ink2588.xml" ContentType="application/inkml+xml"/>
  <Override PartName="/ppt/ink/ink2589.xml" ContentType="application/inkml+xml"/>
  <Override PartName="/ppt/ink/ink2590.xml" ContentType="application/inkml+xml"/>
  <Override PartName="/ppt/ink/ink2591.xml" ContentType="application/inkml+xml"/>
  <Override PartName="/ppt/ink/ink2592.xml" ContentType="application/inkml+xml"/>
  <Override PartName="/ppt/ink/ink2593.xml" ContentType="application/inkml+xml"/>
  <Override PartName="/ppt/ink/ink2594.xml" ContentType="application/inkml+xml"/>
  <Override PartName="/ppt/ink/ink2595.xml" ContentType="application/inkml+xml"/>
  <Override PartName="/ppt/ink/ink2596.xml" ContentType="application/inkml+xml"/>
  <Override PartName="/ppt/ink/ink2597.xml" ContentType="application/inkml+xml"/>
  <Override PartName="/ppt/ink/ink2598.xml" ContentType="application/inkml+xml"/>
  <Override PartName="/ppt/ink/ink2599.xml" ContentType="application/inkml+xml"/>
  <Override PartName="/ppt/ink/ink2600.xml" ContentType="application/inkml+xml"/>
  <Override PartName="/ppt/ink/ink2601.xml" ContentType="application/inkml+xml"/>
  <Override PartName="/ppt/ink/ink2602.xml" ContentType="application/inkml+xml"/>
  <Override PartName="/ppt/ink/ink2603.xml" ContentType="application/inkml+xml"/>
  <Override PartName="/ppt/ink/ink2604.xml" ContentType="application/inkml+xml"/>
  <Override PartName="/ppt/ink/ink2605.xml" ContentType="application/inkml+xml"/>
  <Override PartName="/ppt/ink/ink2606.xml" ContentType="application/inkml+xml"/>
  <Override PartName="/ppt/ink/ink2607.xml" ContentType="application/inkml+xml"/>
  <Override PartName="/ppt/ink/ink2608.xml" ContentType="application/inkml+xml"/>
  <Override PartName="/ppt/ink/ink2609.xml" ContentType="application/inkml+xml"/>
  <Override PartName="/ppt/ink/ink2610.xml" ContentType="application/inkml+xml"/>
  <Override PartName="/ppt/ink/ink2611.xml" ContentType="application/inkml+xml"/>
  <Override PartName="/ppt/ink/ink2612.xml" ContentType="application/inkml+xml"/>
  <Override PartName="/ppt/ink/ink2613.xml" ContentType="application/inkml+xml"/>
  <Override PartName="/ppt/ink/ink2614.xml" ContentType="application/inkml+xml"/>
  <Override PartName="/ppt/ink/ink2615.xml" ContentType="application/inkml+xml"/>
  <Override PartName="/ppt/ink/ink2616.xml" ContentType="application/inkml+xml"/>
  <Override PartName="/ppt/ink/ink2617.xml" ContentType="application/inkml+xml"/>
  <Override PartName="/ppt/ink/ink2618.xml" ContentType="application/inkml+xml"/>
  <Override PartName="/ppt/ink/ink2619.xml" ContentType="application/inkml+xml"/>
  <Override PartName="/ppt/ink/ink2620.xml" ContentType="application/inkml+xml"/>
  <Override PartName="/ppt/ink/ink2621.xml" ContentType="application/inkml+xml"/>
  <Override PartName="/ppt/ink/ink2622.xml" ContentType="application/inkml+xml"/>
  <Override PartName="/ppt/ink/ink2623.xml" ContentType="application/inkml+xml"/>
  <Override PartName="/ppt/ink/ink2624.xml" ContentType="application/inkml+xml"/>
  <Override PartName="/ppt/ink/ink2625.xml" ContentType="application/inkml+xml"/>
  <Override PartName="/ppt/ink/ink2626.xml" ContentType="application/inkml+xml"/>
  <Override PartName="/ppt/ink/ink2627.xml" ContentType="application/inkml+xml"/>
  <Override PartName="/ppt/ink/ink2628.xml" ContentType="application/inkml+xml"/>
  <Override PartName="/ppt/ink/ink2629.xml" ContentType="application/inkml+xml"/>
  <Override PartName="/ppt/ink/ink2630.xml" ContentType="application/inkml+xml"/>
  <Override PartName="/ppt/ink/ink2631.xml" ContentType="application/inkml+xml"/>
  <Override PartName="/ppt/ink/ink2632.xml" ContentType="application/inkml+xml"/>
  <Override PartName="/ppt/ink/ink2633.xml" ContentType="application/inkml+xml"/>
  <Override PartName="/ppt/ink/ink2634.xml" ContentType="application/inkml+xml"/>
  <Override PartName="/ppt/ink/ink2635.xml" ContentType="application/inkml+xml"/>
  <Override PartName="/ppt/ink/ink2636.xml" ContentType="application/inkml+xml"/>
  <Override PartName="/ppt/ink/ink2637.xml" ContentType="application/inkml+xml"/>
  <Override PartName="/ppt/ink/ink2638.xml" ContentType="application/inkml+xml"/>
  <Override PartName="/ppt/ink/ink2639.xml" ContentType="application/inkml+xml"/>
  <Override PartName="/ppt/ink/ink2640.xml" ContentType="application/inkml+xml"/>
  <Override PartName="/ppt/ink/ink2641.xml" ContentType="application/inkml+xml"/>
  <Override PartName="/ppt/ink/ink2642.xml" ContentType="application/inkml+xml"/>
  <Override PartName="/ppt/ink/ink2643.xml" ContentType="application/inkml+xml"/>
  <Override PartName="/ppt/ink/ink2644.xml" ContentType="application/inkml+xml"/>
  <Override PartName="/ppt/ink/ink2645.xml" ContentType="application/inkml+xml"/>
  <Override PartName="/ppt/ink/ink2646.xml" ContentType="application/inkml+xml"/>
  <Override PartName="/ppt/ink/ink2647.xml" ContentType="application/inkml+xml"/>
  <Override PartName="/ppt/ink/ink2648.xml" ContentType="application/inkml+xml"/>
  <Override PartName="/ppt/ink/ink2649.xml" ContentType="application/inkml+xml"/>
  <Override PartName="/ppt/ink/ink2650.xml" ContentType="application/inkml+xml"/>
  <Override PartName="/ppt/ink/ink2651.xml" ContentType="application/inkml+xml"/>
  <Override PartName="/ppt/ink/ink2652.xml" ContentType="application/inkml+xml"/>
  <Override PartName="/ppt/ink/ink2653.xml" ContentType="application/inkml+xml"/>
  <Override PartName="/ppt/ink/ink2654.xml" ContentType="application/inkml+xml"/>
  <Override PartName="/ppt/ink/ink2655.xml" ContentType="application/inkml+xml"/>
  <Override PartName="/ppt/ink/ink2656.xml" ContentType="application/inkml+xml"/>
  <Override PartName="/ppt/ink/ink2657.xml" ContentType="application/inkml+xml"/>
  <Override PartName="/ppt/ink/ink2658.xml" ContentType="application/inkml+xml"/>
  <Override PartName="/ppt/ink/ink2659.xml" ContentType="application/inkml+xml"/>
  <Override PartName="/ppt/ink/ink2660.xml" ContentType="application/inkml+xml"/>
  <Override PartName="/ppt/ink/ink2661.xml" ContentType="application/inkml+xml"/>
  <Override PartName="/ppt/ink/ink2662.xml" ContentType="application/inkml+xml"/>
  <Override PartName="/ppt/ink/ink2663.xml" ContentType="application/inkml+xml"/>
  <Override PartName="/ppt/ink/ink2664.xml" ContentType="application/inkml+xml"/>
  <Override PartName="/ppt/ink/ink2665.xml" ContentType="application/inkml+xml"/>
  <Override PartName="/ppt/ink/ink2666.xml" ContentType="application/inkml+xml"/>
  <Override PartName="/ppt/ink/ink2667.xml" ContentType="application/inkml+xml"/>
  <Override PartName="/ppt/ink/ink2668.xml" ContentType="application/inkml+xml"/>
  <Override PartName="/ppt/ink/ink2669.xml" ContentType="application/inkml+xml"/>
  <Override PartName="/ppt/ink/ink2670.xml" ContentType="application/inkml+xml"/>
  <Override PartName="/ppt/ink/ink2671.xml" ContentType="application/inkml+xml"/>
  <Override PartName="/ppt/ink/ink2672.xml" ContentType="application/inkml+xml"/>
  <Override PartName="/ppt/ink/ink2673.xml" ContentType="application/inkml+xml"/>
  <Override PartName="/ppt/ink/ink2674.xml" ContentType="application/inkml+xml"/>
  <Override PartName="/ppt/ink/ink2675.xml" ContentType="application/inkml+xml"/>
  <Override PartName="/ppt/ink/ink2676.xml" ContentType="application/inkml+xml"/>
  <Override PartName="/ppt/ink/ink2677.xml" ContentType="application/inkml+xml"/>
  <Override PartName="/ppt/ink/ink2678.xml" ContentType="application/inkml+xml"/>
  <Override PartName="/ppt/ink/ink2679.xml" ContentType="application/inkml+xml"/>
  <Override PartName="/ppt/ink/ink2680.xml" ContentType="application/inkml+xml"/>
  <Override PartName="/ppt/ink/ink2681.xml" ContentType="application/inkml+xml"/>
  <Override PartName="/ppt/ink/ink2682.xml" ContentType="application/inkml+xml"/>
  <Override PartName="/ppt/ink/ink2683.xml" ContentType="application/inkml+xml"/>
  <Override PartName="/ppt/ink/ink2684.xml" ContentType="application/inkml+xml"/>
  <Override PartName="/ppt/ink/ink2685.xml" ContentType="application/inkml+xml"/>
  <Override PartName="/ppt/ink/ink2686.xml" ContentType="application/inkml+xml"/>
  <Override PartName="/ppt/ink/ink2687.xml" ContentType="application/inkml+xml"/>
  <Override PartName="/ppt/ink/ink2688.xml" ContentType="application/inkml+xml"/>
  <Override PartName="/ppt/ink/ink2689.xml" ContentType="application/inkml+xml"/>
  <Override PartName="/ppt/ink/ink2690.xml" ContentType="application/inkml+xml"/>
  <Override PartName="/ppt/ink/ink2691.xml" ContentType="application/inkml+xml"/>
  <Override PartName="/ppt/ink/ink2692.xml" ContentType="application/inkml+xml"/>
  <Override PartName="/ppt/ink/ink2693.xml" ContentType="application/inkml+xml"/>
  <Override PartName="/ppt/ink/ink2694.xml" ContentType="application/inkml+xml"/>
  <Override PartName="/ppt/ink/ink2695.xml" ContentType="application/inkml+xml"/>
  <Override PartName="/ppt/ink/ink2696.xml" ContentType="application/inkml+xml"/>
  <Override PartName="/ppt/ink/ink2697.xml" ContentType="application/inkml+xml"/>
  <Override PartName="/ppt/ink/ink2698.xml" ContentType="application/inkml+xml"/>
  <Override PartName="/ppt/ink/ink2699.xml" ContentType="application/inkml+xml"/>
  <Override PartName="/ppt/ink/ink2700.xml" ContentType="application/inkml+xml"/>
  <Override PartName="/ppt/ink/ink2701.xml" ContentType="application/inkml+xml"/>
  <Override PartName="/ppt/ink/ink2702.xml" ContentType="application/inkml+xml"/>
  <Override PartName="/ppt/ink/ink2703.xml" ContentType="application/inkml+xml"/>
  <Override PartName="/ppt/ink/ink2704.xml" ContentType="application/inkml+xml"/>
  <Override PartName="/ppt/ink/ink2705.xml" ContentType="application/inkml+xml"/>
  <Override PartName="/ppt/ink/ink2706.xml" ContentType="application/inkml+xml"/>
  <Override PartName="/ppt/ink/ink2707.xml" ContentType="application/inkml+xml"/>
  <Override PartName="/ppt/ink/ink2708.xml" ContentType="application/inkml+xml"/>
  <Override PartName="/ppt/ink/ink2709.xml" ContentType="application/inkml+xml"/>
  <Override PartName="/ppt/ink/ink2710.xml" ContentType="application/inkml+xml"/>
  <Override PartName="/ppt/ink/ink2711.xml" ContentType="application/inkml+xml"/>
  <Override PartName="/ppt/ink/ink2712.xml" ContentType="application/inkml+xml"/>
  <Override PartName="/ppt/ink/ink2713.xml" ContentType="application/inkml+xml"/>
  <Override PartName="/ppt/ink/ink2714.xml" ContentType="application/inkml+xml"/>
  <Override PartName="/ppt/ink/ink2715.xml" ContentType="application/inkml+xml"/>
  <Override PartName="/ppt/ink/ink2716.xml" ContentType="application/inkml+xml"/>
  <Override PartName="/ppt/ink/ink2717.xml" ContentType="application/inkml+xml"/>
  <Override PartName="/ppt/ink/ink2718.xml" ContentType="application/inkml+xml"/>
  <Override PartName="/ppt/ink/ink2719.xml" ContentType="application/inkml+xml"/>
  <Override PartName="/ppt/ink/ink2720.xml" ContentType="application/inkml+xml"/>
  <Override PartName="/ppt/ink/ink2721.xml" ContentType="application/inkml+xml"/>
  <Override PartName="/ppt/ink/ink2722.xml" ContentType="application/inkml+xml"/>
  <Override PartName="/ppt/ink/ink2723.xml" ContentType="application/inkml+xml"/>
  <Override PartName="/ppt/ink/ink2724.xml" ContentType="application/inkml+xml"/>
  <Override PartName="/ppt/ink/ink2725.xml" ContentType="application/inkml+xml"/>
  <Override PartName="/ppt/ink/ink2726.xml" ContentType="application/inkml+xml"/>
  <Override PartName="/ppt/ink/ink2727.xml" ContentType="application/inkml+xml"/>
  <Override PartName="/ppt/ink/ink2728.xml" ContentType="application/inkml+xml"/>
  <Override PartName="/ppt/ink/ink2729.xml" ContentType="application/inkml+xml"/>
  <Override PartName="/ppt/ink/ink2730.xml" ContentType="application/inkml+xml"/>
  <Override PartName="/ppt/ink/ink2731.xml" ContentType="application/inkml+xml"/>
  <Override PartName="/ppt/ink/ink2732.xml" ContentType="application/inkml+xml"/>
  <Override PartName="/ppt/ink/ink2733.xml" ContentType="application/inkml+xml"/>
  <Override PartName="/ppt/ink/ink2734.xml" ContentType="application/inkml+xml"/>
  <Override PartName="/ppt/ink/ink2735.xml" ContentType="application/inkml+xml"/>
  <Override PartName="/ppt/ink/ink2736.xml" ContentType="application/inkml+xml"/>
  <Override PartName="/ppt/ink/ink2737.xml" ContentType="application/inkml+xml"/>
  <Override PartName="/ppt/ink/ink2738.xml" ContentType="application/inkml+xml"/>
  <Override PartName="/ppt/ink/ink2739.xml" ContentType="application/inkml+xml"/>
  <Override PartName="/ppt/ink/ink2740.xml" ContentType="application/inkml+xml"/>
  <Override PartName="/ppt/ink/ink2741.xml" ContentType="application/inkml+xml"/>
  <Override PartName="/ppt/ink/ink2742.xml" ContentType="application/inkml+xml"/>
  <Override PartName="/ppt/ink/ink2743.xml" ContentType="application/inkml+xml"/>
  <Override PartName="/ppt/ink/ink2744.xml" ContentType="application/inkml+xml"/>
  <Override PartName="/ppt/ink/ink2745.xml" ContentType="application/inkml+xml"/>
  <Override PartName="/ppt/ink/ink2746.xml" ContentType="application/inkml+xml"/>
  <Override PartName="/ppt/ink/ink2747.xml" ContentType="application/inkml+xml"/>
  <Override PartName="/ppt/ink/ink2748.xml" ContentType="application/inkml+xml"/>
  <Override PartName="/ppt/ink/ink2749.xml" ContentType="application/inkml+xml"/>
  <Override PartName="/ppt/ink/ink2750.xml" ContentType="application/inkml+xml"/>
  <Override PartName="/ppt/ink/ink275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52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3:03.7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1188 712 0 0,'0'0'2179'0'0,"-15"7"1675"0"0,14-6-3721 0 0,-1 0 0 0 0,1-1 0 0 0,-1 1 0 0 0,1 0 0 0 0,-1 0 0 0 0,1-1 0 0 0,0 1 0 0 0,-1 0 0 0 0,1 1 0 0 0,0-1 0 0 0,0 0 0 0 0,0 0 0 0 0,0 0 0 0 0,0 1 0 0 0,0-1 0 0 0,0 0 0 0 0,0 1 0 0 0,0-1 0 0 0,0 3 0 0 0,0 0-68 0 0,0-1 1 0 0,0 0-1 0 0,1 0 1 0 0,0 1-1 0 0,0-1 1 0 0,0 0 0 0 0,0 0-1 0 0,0 1 1 0 0,0-1-1 0 0,1 0 1 0 0,1 5 0 0 0,0 2 123 0 0,4 14 175 0 0,0-1 0 0 0,2 1 0 0 0,17 37 0 0 0,-19-50-115 0 0,1 0-1 0 0,0-1 1 0 0,0 0-1 0 0,1 0 1 0 0,0 0 0 0 0,14 11-1 0 0,-20-19-183 0 0,1-1 0 0 0,0 0 0 0 0,-1 0 0 0 0,1 0 0 0 0,0 0 0 0 0,0 0 0 0 0,0-1 1 0 0,0 1-1 0 0,0-1 0 0 0,0 0 0 0 0,-1 0 0 0 0,7 0 0 0 0,-8 0-50 0 0,3 0 17 0 0,0-1 0 0 0,-1 1-1 0 0,1-1 1 0 0,0 1 0 0 0,0-1 0 0 0,0 0 0 0 0,-1-1 0 0 0,1 1-1 0 0,0-1 1 0 0,-1 1 0 0 0,4-3 0 0 0,32-23 98 0 0,-17 8-109 0 0,0-2-1 0 0,-2 0 1 0 0,0-1-1 0 0,-2-1 1 0 0,0-1-1 0 0,-2-1 1 0 0,18-34-1 0 0,76-193 14 0 0,-109 249-32 0 0,192-521-108 0 0,-146 396 5 0 0,-2-15 32 0 0,14-34-84 0 0,-59 176 145 0 0,0 1 0 0 0,0-1 1 0 0,1 0-1 0 0,-1 0 0 0 0,0 0 0 0 0,0 1 0 0 0,1-1 0 0 0,-1 0 0 0 0,0 1 0 0 0,1-1 0 0 0,-1 0 0 0 0,1 0 0 0 0,-1 1 0 0 0,1-1 0 0 0,-1 1 0 0 0,1-1 0 0 0,-1 1 0 0 0,1-1 0 0 0,-1 0 1 0 0,2 0-1 0 0,1 15 10 0 0,-2-5 8 0 0,2 30 48 0 0,-1-1-1 0 0,-3 1 1 0 0,-8 67-1 0 0,0-14 36 0 0,2 9-15 0 0,-8 286-11 0 0,18-291-8 0 0,3 0 1 0 0,24 119-1 0 0,19-47 165 0 0,-48-166-226 0 0,-1 0 0 0 0,1-1 1 0 0,-1 1-1 0 0,1-1 0 0 0,-1 1 0 0 0,1-1 0 0 0,0 0 0 0 0,0 1 0 0 0,0-1 0 0 0,0 0 0 0 0,0 1 0 0 0,0-1 0 0 0,0 0 0 0 0,0 0 0 0 0,1 0 0 0 0,2 2 0 0 0,-4-3-76 0 0,1 0 0 0 0,0 0-1 0 0,0 1 1 0 0,0-1 0 0 0,0 0 0 0 0,0 0 0 0 0,0 0-1 0 0,0 0 1 0 0,0 0 0 0 0,0 0 0 0 0,0 0 0 0 0,0 0-1 0 0,0-1 1 0 0,0 1 0 0 0,0 0 0 0 0,0-1 0 0 0,-1 1-1 0 0,1 0 1 0 0,0-1 0 0 0,1 0 0 0 0,1-2-495 0 0,0 1 0 0 0,0 0 0 0 0,-1-1 0 0 0,1 1 0 0 0,-1-1-1 0 0,0 0 1 0 0,1 0 0 0 0,-1 0 0 0 0,-1 0 0 0 0,1 0 0 0 0,0-1 0 0 0,-1 1 0 0 0,2-5 0 0 0,-1-4-2762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3:03.9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103 195 96 0 0,'-5'1'1466'0'0,"-12"2"-107"0"0,-7 2 2246 0 0,-33 1 0 0 0,85-20-2526 0 0,-21 10-1015 0 0,260-110 267 0 0,-84 53-4947 0 0,-159 52 2477 0 0,-2 1-307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3:04.8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111 628 700 0 0,'-12'10'2350'0'0,"0"0"1"0"0,-21 13-1 0 0,21-15-1788 0 0,1-1 0 0 0,-15 15 1 0 0,25-21-328 0 0,-1 14 632 0 0,1 4 279 0 0,2-17-844 0 0,10 7 716 0 0,0-6-827 0 0,-8-2-29 0 0,0-2-28 0 0,4 0-89 0 0,1 0 0 0 0,-1 0 0 0 0,0-1 0 0 0,0 0-1 0 0,-1-1 1 0 0,1 0 0 0 0,0 0 0 0 0,-1 0 0 0 0,0-1 0 0 0,1 0 0 0 0,5-5 0 0 0,-3 1-32 0 0,0 0 0 0 0,0-1 0 0 0,-1 0 0 0 0,0-1-1 0 0,13-20 1 0 0,-7 5-31 0 0,-1-1 1 0 0,-1-1-1 0 0,-1 0 0 0 0,13-53 0 0 0,-11 26 54 0 0,7-70 1 0 0,-18 97-22 0 0,-1 0 0 0 0,0 0 0 0 0,-2 0 0 0 0,-8-45 0 0 0,7 62-19 0 0,-1 1 0 0 0,0 0-1 0 0,-1 0 1 0 0,0 0 0 0 0,0 1 0 0 0,-12-17 0 0 0,6 8-2 0 0,9 17 6 0 0,0-1-1 0 0,0 0 0 0 0,0 1 1 0 0,0-1-1 0 0,1 0 0 0 0,-1 1 1 0 0,0-1-1 0 0,0 1 0 0 0,0 0 1 0 0,0-1-1 0 0,0 1 0 0 0,0 0 1 0 0,0 0-1 0 0,0-1 0 0 0,0 1 0 0 0,0 0 1 0 0,-2 0-1 0 0,3 0 1 0 0,-3 0-3 0 0,0 0-1 0 0,0 0 1 0 0,0 0 0 0 0,0 0 0 0 0,0 0 0 0 0,0 1 0 0 0,0-1 0 0 0,0 1-1 0 0,0 0 1 0 0,0 0 0 0 0,0 0 0 0 0,0 0 0 0 0,0 1 0 0 0,1-1 0 0 0,-1 1 0 0 0,0-1-1 0 0,1 1 1 0 0,0 0 0 0 0,-1 0 0 0 0,1 0 0 0 0,0 0 0 0 0,-3 5 0 0 0,1-4-5 0 0,1 1 1 0 0,0 0 0 0 0,0 0 0 0 0,0 1 0 0 0,1-1-1 0 0,-1 1 1 0 0,1-1 0 0 0,0 1 0 0 0,0 0 0 0 0,1 0 0 0 0,0 0-1 0 0,-1 0 1 0 0,1 0 0 0 0,1 0 0 0 0,-1 0 0 0 0,1 0-1 0 0,0 0 1 0 0,0 0 0 0 0,1 0 0 0 0,-1 0 0 0 0,1 1-1 0 0,0-1 1 0 0,3 8 0 0 0,-1-8 3 0 0,-1 1 0 0 0,1-1 1 0 0,0 0-1 0 0,0 0 0 0 0,1 0 0 0 0,-1 0 0 0 0,1-1 0 0 0,0 1 1 0 0,0-1-1 0 0,1 0 0 0 0,-1 0 0 0 0,1-1 0 0 0,0 1 0 0 0,0-1 0 0 0,0 0 1 0 0,1 0-1 0 0,-1-1 0 0 0,0 1 0 0 0,12 2 0 0 0,1-1-59 0 0,0-2-1 0 0,0 1 1 0 0,0-2 0 0 0,0-1-1 0 0,0 0 1 0 0,0-1-1 0 0,20-4 1 0 0,15-5-168 0 0,53-17 1 0 0,-103 26 222 0 0,1 0 0 0 0,0 0 1 0 0,0 0-1 0 0,-1-1 0 0 0,1 0 1 0 0,-1 0-1 0 0,0 0 0 0 0,1 0 0 0 0,-1 0 1 0 0,0-1-1 0 0,0 1 0 0 0,0-1 1 0 0,-1 0-1 0 0,1 0 0 0 0,2-3 1 0 0,-5 4 15 0 0,-1 1-48 0 0,-1 0 39 0 0,1 0 0 0 0,-1 0 0 0 0,0 0 0 0 0,0 0 0 0 0,1 1 1 0 0,-1-1-1 0 0,0 1 0 0 0,0-1 0 0 0,0 1 0 0 0,0 0 0 0 0,0 0 0 0 0,1 0 0 0 0,-1 0 0 0 0,0 0 0 0 0,0 0 0 0 0,0 0 0 0 0,0 0 0 0 0,0 1 0 0 0,0-1 0 0 0,1 1 0 0 0,-1 0 0 0 0,0-1 0 0 0,0 1 0 0 0,1 0 1 0 0,-1 0-1 0 0,0 0 0 0 0,-1 2 0 0 0,-6 2 6 0 0,0 1 1 0 0,1 1-1 0 0,-15 13 1 0 0,8-4 61 0 0,2 1 0 0 0,0 0 0 0 0,0 1 1 0 0,2 0-1 0 0,0 1 0 0 0,-16 39 0 0 0,12-17 114 0 0,1 1 0 0 0,-11 60 0 0 0,23-92-159 0 0,1-1 0 0 0,0 1 0 0 0,0 0 0 0 0,1 0 0 0 0,0 0 0 0 0,1-1 0 0 0,0 1 0 0 0,4 15 0 0 0,-5-21-16 0 0,2-1 0 0 0,-1 1 0 0 0,0-1 0 0 0,1 1 0 0 0,-1-1 0 0 0,1 1 0 0 0,0-1 0 0 0,0 0 0 0 0,1 0 0 0 0,-1 0 0 0 0,1 0 0 0 0,-1 0 0 0 0,1-1 0 0 0,0 1 0 0 0,0-1 0 0 0,0 0 0 0 0,0 0 0 0 0,0 0 0 0 0,1 0 0 0 0,-1 0 0 0 0,1-1 0 0 0,-1 1 0 0 0,1-1 0 0 0,6 2 0 0 0,5-2-136 0 0,0 0 1 0 0,-1 0 0 0 0,1-1-1 0 0,0-1 1 0 0,0-1-1 0 0,-1 0 1 0 0,1-1 0 0 0,-1 0-1 0 0,0-1 1 0 0,0-1 0 0 0,16-7-1 0 0,-3-1-331 0 0,0-1 0 0 0,-1 0 0 0 0,0-3 0 0 0,35-28 0 0 0,-36 23-423 0 0,-1-1 0 0 0,-2-1 1 0 0,0-1-1 0 0,-1-1 0 0 0,23-40 0 0 0,-10 8-1584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3:05.4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243 516 36 0 0,'4'-30'1062'0'0,"-2"-1"0"0"0,-1 0 0 0 0,-1 0 0 0 0,-2 0 0 0 0,-1 0 0 0 0,-11-48 0 0 0,-1 20 750 0 0,-3 0-1 0 0,-33-72 1 0 0,50 128-1706 0 0,-2 6 165 0 0,3-3-260 0 0,0 0 1 0 0,0 0 0 0 0,-1 0 0 0 0,1 0-1 0 0,0 0 1 0 0,0 0 0 0 0,-1 0 0 0 0,1 0-1 0 0,0 1 1 0 0,0-1 0 0 0,-1 0 0 0 0,1 0-1 0 0,0 0 1 0 0,0 0 0 0 0,-1 1 0 0 0,1-1-1 0 0,0 0 1 0 0,0 0 0 0 0,0 0 0 0 0,0 1-1 0 0,-1-1 1 0 0,1 0 0 0 0,0 0 0 0 0,0 1-1 0 0,0-1 1 0 0,0 0 0 0 0,0 0 0 0 0,0 1-1 0 0,0-1 1 0 0,-1 0 0 0 0,1 0 0 0 0,0 1-1 0 0,0-1 1 0 0,0 0 0 0 0,0 1 0 0 0,0-1-1 0 0,0 0 1 0 0,1 1 0 0 0,-9 126 1825 0 0,-10 91-455 0 0,-48 237-566 0 0,37-260-657 0 0,21-147-123 0 0,3 1 0 0 0,3 0 1 0 0,1 0-1 0 0,11 91 1 0 0,-9-128-79 0 0,2 0-1 0 0,0 0 1 0 0,0-1 0 0 0,1 1 0 0 0,0-1 0 0 0,10 17 0 0 0,-13-25-25 0 0,1 0 0 0 0,0 0 0 0 0,0 0 0 0 0,0-1 0 0 0,0 1 0 0 0,1 0 0 0 0,-1-1 0 0 0,1 0 0 0 0,-1 0 0 0 0,1 1 0 0 0,0-1-1 0 0,0-1 1 0 0,0 1 0 0 0,0 0 0 0 0,0-1 0 0 0,0 0 0 0 0,0 1 0 0 0,1-1 0 0 0,-1-1 0 0 0,0 1 0 0 0,1 0 0 0 0,-1-1 0 0 0,0 0 0 0 0,1 1 0 0 0,-1-1 0 0 0,1-1 0 0 0,5 0 0 0 0,3-2-229 0 0,0 0 0 0 0,0-2-1 0 0,0 1 1 0 0,0-1 0 0 0,-1-1-1 0 0,0 0 1 0 0,0-1 0 0 0,-1 0 0 0 0,18-15-1 0 0,-2-1-165 0 0,-1-2 1 0 0,28-35-1 0 0,-28 28 532 0 0,-1-1 1 0 0,-2 0-1 0 0,-1-2 0 0 0,-2-1 1 0 0,-2 0-1 0 0,-1-1 0 0 0,-1-1 1 0 0,-3 0-1 0 0,-1-1 1 0 0,-1-1-1 0 0,7-74 0 0 0,-17 96 607 0 0,-1 0-1 0 0,-3-23 0 0 0,1 20-225 0 0,3 18 233 0 0,-1 3-645 0 0,0 0-1 0 0,-1 1 1 0 0,1-1-1 0 0,0 1 1 0 0,0-1-1 0 0,0 1 1 0 0,0 0 0 0 0,0-1-1 0 0,0 1 1 0 0,0 0-1 0 0,1 0 1 0 0,-1-1-1 0 0,0 1 1 0 0,0 0-1 0 0,0 0 1 0 0,1 0 0 0 0,-1 0-1 0 0,1 0 1 0 0,-1 0-1 0 0,1 0 1 0 0,-1 1-1 0 0,1-1 1 0 0,-1 0-1 0 0,1 2 1 0 0,-10 36 530 0 0,8-30-370 0 0,-8 47 85 0 0,3 2-1 0 0,2-1 0 0 0,2 1 1 0 0,4-1-1 0 0,7 62 0 0 0,-6-100-294 0 0,1-1 0 0 0,7 24-1 0 0,-8-36-36 0 0,-1-1 0 0 0,1 1 0 0 0,0-1 0 0 0,1 0 0 0 0,-1 0 0 0 0,1 0-1 0 0,0 0 1 0 0,0 0 0 0 0,1-1 0 0 0,-1 1 0 0 0,7 5 0 0 0,-8-9-152 0 0,1 0-1 0 0,-1 0 1 0 0,1 0 0 0 0,-1-1-1 0 0,1 1 1 0 0,0-1-1 0 0,-1 1 1 0 0,1-1 0 0 0,0 0-1 0 0,-1 0 1 0 0,1 0 0 0 0,0 0-1 0 0,-1-1 1 0 0,1 1-1 0 0,-1-1 1 0 0,1 0 0 0 0,0 1-1 0 0,-1-1 1 0 0,1 0-1 0 0,-1 0 1 0 0,0-1 0 0 0,1 1-1 0 0,-1-1 1 0 0,0 1 0 0 0,3-3-1 0 0,0-1-908 0 0,0 0 0 0 0,-1 1 1 0 0,1-2-1 0 0,3-6 0 0 0,5-8-4158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3:05.6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93 126 1012 0 0,'-10'-18'2455'0'0,"-3"-5"1341"0"0,-20-27-1 0 0,25 39-2684 0 0,7 9-1510 0 0,0 1 1 0 0,0-1-1 0 0,0 0 1 0 0,-1 1-1 0 0,1-1 1 0 0,0 1-1 0 0,-1-1 1 0 0,1 1-1 0 0,-1-1 1 0 0,0 1-1 0 0,1 0 1 0 0,-1 0-1 0 0,0 0 1 0 0,1 0-1 0 0,-1 0 1 0 0,-3-1-1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3:05.8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74 864 0 0,'-8'6'1724'0'0,"-28"15"6072"0"0,54-18-6656 0 0,-5-4-900 0 0,0-1 0 0 0,0 0 0 0 0,0-1 1 0 0,23-9-1 0 0,-2 2-53 0 0,207-42-1267 0 0,-79 33-4658 0 0,-113 17 2048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3:06.6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795 506 732 0 0,'-8'-23'1522'0'0,"1"0"1"0"0,2 0-1 0 0,0 0 0 0 0,-1-30 1 0 0,2-96 1076 0 0,1 16-83 0 0,2 119-2223 0 0,0 2-59 0 0,0 1 1 0 0,0 0 0 0 0,-5-18-1 0 0,5 27-189 0 0,-13 15 71 0 0,6-1-95 0 0,0 0 0 0 0,0 0-1 0 0,1 1 1 0 0,1 0 0 0 0,0 0-1 0 0,1 0 1 0 0,-5 22 0 0 0,1-8 5 0 0,-86 313 207 0 0,26 8-184 0 0,50-248-10 0 0,-108 743 340 0 0,11-57-135 0 0,109-737-214 0 0,3-23 547 0 0,-12 47 0 0 0,16-72-547 0 0,0-1 1 0 0,0 1-1 0 0,0 0 1 0 0,-1 0-1 0 0,1-1 0 0 0,0 1 1 0 0,0 0-1 0 0,-1-1 1 0 0,1 1-1 0 0,-1-1 1 0 0,1 1-1 0 0,0 0 0 0 0,-1-1 1 0 0,1 1-1 0 0,-1-1 1 0 0,1 1-1 0 0,-1-1 1 0 0,1 1-1 0 0,-1-1 0 0 0,-1 1 1 0 0,2-1-13 0 0,-1 0 0 0 0,1 0 0 0 0,-1 0 1 0 0,1 0-1 0 0,0-1 0 0 0,-1 1 0 0 0,1 0 0 0 0,-1 0 0 0 0,1-1 0 0 0,0 1 1 0 0,-1 0-1 0 0,1-1 0 0 0,0 1 0 0 0,-1 0 0 0 0,1-1 0 0 0,0 1 0 0 0,-1 0 1 0 0,1-1-1 0 0,0 1 0 0 0,0 0 0 0 0,0-1 0 0 0,-1 1 0 0 0,1-1 1 0 0,-2-4 16 0 0,1 1 0 0 0,-1-1 0 0 0,1 1 0 0 0,0-1 0 0 0,0-6 0 0 0,0-17-27 0 0,2 0 1 0 0,1-1-1 0 0,1 1 1 0 0,2 0-1 0 0,0 1 1 0 0,2-1 0 0 0,1 1-1 0 0,1 0 1 0 0,2 1-1 0 0,0 0 1 0 0,28-44-1 0 0,12-7-109 0 0,4 2-1 0 0,79-84 0 0 0,-125 148 84 0 0,0 1-1 0 0,5-5-14 0 0,0-1-1 0 0,-1-1 1 0 0,0-1 0 0 0,14-27 0 0 0,-25 40 28 0 0,0 1 0 0 0,0-1 0 0 0,0 0 0 0 0,-1 0 0 0 0,1 0 0 0 0,-1 1 0 0 0,0-1 0 0 0,-1 0 0 0 0,1-1 1 0 0,-1 1-1 0 0,0 0 0 0 0,0 0 0 0 0,-1 0 0 0 0,0 0 0 0 0,0 0 0 0 0,0 0 0 0 0,0 0 0 0 0,-1 1 0 0 0,1-1 0 0 0,-1 0 1 0 0,0 1-1 0 0,-1-1 0 0 0,1 1 0 0 0,-5-6 0 0 0,-3-2-3 0 0,0 1 0 0 0,-1 0-1 0 0,0 1 1 0 0,0 0 0 0 0,-1 1 0 0 0,0 0 0 0 0,-23-12 0 0 0,-100-39-21 0 0,97 45 22 0 0,-96-32-2 0 0,81 31 7 0 0,-73-35 1 0 0,124 50-21 0 0,1 1 0 0 0,0-1 1 0 0,0 0-1 0 0,0 0 1 0 0,0 0-1 0 0,0 0 0 0 0,0 0 1 0 0,0 0-1 0 0,0 0 0 0 0,0-1 1 0 0,0 1-1 0 0,1 0 1 0 0,-1 0-1 0 0,0-1 0 0 0,1 1 1 0 0,-1 0-1 0 0,1-1 1 0 0,-1 1-1 0 0,1-1 0 0 0,0 1 1 0 0,0 0-1 0 0,0-1 1 0 0,0 1-1 0 0,0-1 0 0 0,0 1 1 0 0,0-3-1 0 0,1 0-106 0 0,-1 1 0 0 0,1 0 0 0 0,0-1 0 0 0,0 1 0 0 0,0 0 0 0 0,0 0 1 0 0,1 0-1 0 0,-1-1 0 0 0,1 1 0 0 0,2-2 0 0 0,4-5-334 0 0,0 2 1 0 0,1-1-1 0 0,0 1 1 0 0,0 1-1 0 0,1-1 1 0 0,0 2-1 0 0,1-1 1 0 0,12-5-1 0 0,97-37-3680 0 0,-79 34 1730 0 0,-5 1-299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3:06.9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88 125 476 0 0,'1'-5'667'0'0,"0"1"1"0"0,1 0-1 0 0,-2-1 0 0 0,1 1 1 0 0,0-1-1 0 0,-1 1 0 0 0,0-1 0 0 0,0 0 1 0 0,-1 1-1 0 0,1-1 0 0 0,-2-4 1 0 0,-1-4 722 0 0,0 0 0 0 0,-8-16 0 0 0,10 27-1125 0 0,0-6 110 0 0,-3 12-46 0 0,-5 17-95 0 0,-19 139 825 0 0,9-47-732 0 0,15-90-268 0 0,0 2 0 0 0,1 25-1 0 0,2-42-67 0 0,2 1 1 0 0,-1-1-1 0 0,1 1 0 0 0,0-1 1 0 0,1 0-1 0 0,0 0 0 0 0,0 0 0 0 0,1 0 1 0 0,6 13-1 0 0,-8-19-99 0 0,0 0 0 0 0,0 0 0 0 0,0-1 0 0 0,1 1 0 0 0,-1-1 0 0 0,0 1 0 0 0,1-1 0 0 0,-1 1 0 0 0,1-1 0 0 0,0 0 0 0 0,-1 0 0 0 0,1 0 0 0 0,0 0 0 0 0,0 0 0 0 0,0 0 0 0 0,-1 0 0 0 0,1 0 0 0 0,0-1 0 0 0,0 1 0 0 0,0-1 0 0 0,0 1-1 0 0,3-1 1 0 0,-3 0-250 0 0,1 0 0 0 0,0-1-1 0 0,0 1 1 0 0,0-1 0 0 0,0 1-1 0 0,-1-1 1 0 0,1 0 0 0 0,0 0-1 0 0,-1 0 1 0 0,1 0-1 0 0,-1-1 1 0 0,1 1 0 0 0,-1-1-1 0 0,0 0 1 0 0,1 1 0 0 0,3-5-1 0 0,8-12-3992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3:07.1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26 672 0 0,'0'0'1340'0'0,"-6"-13"388"0"0,-3 1 421 0 0,-5 20-2033 0 0,14 11-460 0 0,4 2-1813 0 0,-2-6 1057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3:07.4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223 3 360 0 0,'15'7'5090'0'0,"2"-7"1199"0"0,-15-1-5895 0 0,0 0 0 0 0,-7-2 126 0 0,5 3-497 0 0,0 0 0 0 0,-1-1 0 0 0,1 1 0 0 0,0 0 0 0 0,0 0 0 0 0,-1-1 0 0 0,1 1 0 0 0,0 0 0 0 0,-1 0 1 0 0,1-1-1 0 0,0 1 0 0 0,-1 0 0 0 0,1 0 0 0 0,0 0 0 0 0,-1-1 0 0 0,1 1 0 0 0,0 0 0 0 0,-1 0 0 0 0,1 0 0 0 0,0 0 0 0 0,-1 0 0 0 0,1 0 0 0 0,-1 0 1 0 0,1 0-1 0 0,0 0 0 0 0,-1 0 0 0 0,1 0 0 0 0,-1 0 0 0 0,-5 0 26 0 0,-1 1 0 0 0,1 0 1 0 0,0 0-1 0 0,0 0 0 0 0,0 1 0 0 0,0-1 1 0 0,0 2-1 0 0,0-1 0 0 0,0 1 0 0 0,-9 6 0 0 0,5-3-21 0 0,1 1-1 0 0,0 0 0 0 0,0 1 0 0 0,1 0 1 0 0,-11 14-1 0 0,5-3-16 0 0,0 1-1 0 0,1 1 1 0 0,2 0-1 0 0,0 1 1 0 0,-10 28 0 0 0,17-38 2 0 0,0 1 0 0 0,0-1 0 0 0,2 1 1 0 0,0 0-1 0 0,0 0 0 0 0,1 0 0 0 0,0 0 0 0 0,1 0 1 0 0,3 17-1 0 0,-3-25-26 0 0,1 0 1 0 0,0-1-1 0 0,0 1 0 0 0,1-1 0 0 0,-1 1 1 0 0,1-1-1 0 0,0 0 0 0 0,0 1 1 0 0,1-1-1 0 0,-1 0 0 0 0,1 0 1 0 0,0-1-1 0 0,0 1 0 0 0,0-1 0 0 0,0 1 1 0 0,1-1-1 0 0,-1 0 0 0 0,1 0 1 0 0,0 0-1 0 0,0-1 0 0 0,0 1 1 0 0,0-1-1 0 0,0 0 0 0 0,1 0 0 0 0,-1-1 1 0 0,1 1-1 0 0,-1-1 0 0 0,7 1 1 0 0,1-1-286 0 0,-1 0 1 0 0,1-1 0 0 0,-1 0-1 0 0,1-1 1 0 0,0 0-1 0 0,-1-1 1 0 0,0 0 0 0 0,1-1-1 0 0,-1 0 1 0 0,0-1 0 0 0,12-6-1 0 0,0-1-1088 0 0,0-1-1 0 0,0-1 0 0 0,38-30 1 0 0,-28 14-1344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3:07.6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35 111 592 0 0,'3'-9'1152'0'0,"-1"0"0"0"0,0 0 0 0 0,0 0 0 0 0,-1 0 0 0 0,0 0 0 0 0,-1-1 0 0 0,0 1 0 0 0,-2-18 0 0 0,2 24-805 0 0,-1 2-1 0 0,1 1-324 0 0,0 0 0 0 0,0-1-1 0 0,0 1 1 0 0,1 0-1 0 0,-1 0 1 0 0,0-1-1 0 0,-1 1 1 0 0,1 0 0 0 0,0 0-1 0 0,0-1 1 0 0,0 1-1 0 0,0 0 1 0 0,0 0-1 0 0,0-1 1 0 0,0 1 0 0 0,0 0-1 0 0,0 0 1 0 0,0-1-1 0 0,-1 1 1 0 0,1 0-1 0 0,0 0 1 0 0,0 0 0 0 0,0-1-1 0 0,0 1 1 0 0,-1 0-1 0 0,1 0 1 0 0,0 0-1 0 0,0 0 1 0 0,0-1 0 0 0,-1 1-1 0 0,1 0 1 0 0,-5 8 120 0 0,0-1 0 0 0,1 1 0 0 0,0 1 1 0 0,0-1-1 0 0,1 1 0 0 0,0-1 0 0 0,1 1 0 0 0,0 0 0 0 0,0 0 1 0 0,-1 15-1 0 0,1 10 171 0 0,2 53 0 0 0,2-53-200 0 0,8 41 0 0 0,-8-63-92 0 0,1 1 0 0 0,0-1 0 0 0,1 0 0 0 0,1 0 0 0 0,0 0 0 0 0,10 17 0 0 0,-13-26-50 0 0,0 0 0 0 0,0 0 0 0 0,0-1 0 0 0,0 1 0 0 0,1-1 0 0 0,-1 1 0 0 0,1-1 0 0 0,-1 0 0 0 0,1 0 1 0 0,0 0-1 0 0,0 0 0 0 0,0-1 0 0 0,0 1 0 0 0,0-1 0 0 0,0 0 0 0 0,0 1 0 0 0,0-1 0 0 0,1-1 0 0 0,-1 1 0 0 0,0 0 0 0 0,1-1 1 0 0,2 0-1 0 0,-1 0-412 0 0,0-1 0 0 0,0 1 0 0 0,-1-1 1 0 0,1 0-1 0 0,0-1 0 0 0,-1 1 1 0 0,1-1-1 0 0,-1 0 0 0 0,0 0 0 0 0,0 0 1 0 0,0-1-1 0 0,0 1 0 0 0,0-1 0 0 0,0 0 1 0 0,3-3-1 0 0,10-14-4345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3:07.8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51 1676 0 0,'-95'-50'8323'0'0,"93"49"-7980"0"0,-2 7-236 0 0,4-6-114 0 0,0 0 0 0 0,0 0-1 0 0,-1 0 1 0 0,1 1 0 0 0,0-1-1 0 0,-1 0 1 0 0,1 0 0 0 0,0 0-1 0 0,0 1 1 0 0,0-1 0 0 0,-1 0 0 0 0,1 1-1 0 0,0-1 1 0 0,0 0 0 0 0,0 0-1 0 0,0 1 1 0 0,-1-1 0 0 0,1 0-1 0 0,0 1 1 0 0,0-1 0 0 0,0 0 0 0 0,0 1-1 0 0,0-1 1 0 0,0 0 0 0 0,0 1-1 0 0,0-1 1 0 0,0 0 0 0 0,0 1-1 0 0,0-1 1 0 0,0 0 0 0 0,0 1 0 0 0,0-1-1 0 0,0 0 1 0 0,1 1 0 0 0,3 11-909 0 0,1 1 0 0 0,0-1 0 0 0,9 15 0 0 0,-8-16-562 0 0,3 7-1170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3:08.6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249 1068 180 0 0,'2'-2'2084'0'0,"0"0"-1627"0"0,0-1 0 0 0,0 0 0 0 0,0 0 1 0 0,0 0-1 0 0,0 0 0 0 0,-1 0 0 0 0,1 0 1 0 0,-1 0-1 0 0,0-1 0 0 0,0 1 1 0 0,0 0-1 0 0,-1-1 0 0 0,1 1 0 0 0,-1-1 1 0 0,1 1-1 0 0,-1-1 0 0 0,0 1 1 0 0,-1-1-1 0 0,0-6 0 0 0,-1 2-117 0 0,1 1 1 0 0,-2 0-1 0 0,1-1 0 0 0,-1 1 0 0 0,0 0 1 0 0,0 0-1 0 0,-1 0 0 0 0,-7-9 0 0 0,8 10-254 0 0,-1 1 1 0 0,0-1-1 0 0,0 1 0 0 0,0 0 0 0 0,-1 1 0 0 0,0-1 0 0 0,0 1 0 0 0,0 0 0 0 0,0 0 0 0 0,-1 0 0 0 0,1 1 0 0 0,-1 0 1 0 0,0 0-1 0 0,0 0 0 0 0,-8-1 0 0 0,12 3-83 0 0,-1 1-1 0 0,1 0 1 0 0,0 0 0 0 0,-1 0 0 0 0,1 1 0 0 0,-1-1 0 0 0,1 1-1 0 0,0-1 1 0 0,-1 1 0 0 0,1 0 0 0 0,0 0 0 0 0,0 0-1 0 0,-1 0 1 0 0,1 0 0 0 0,0 0 0 0 0,0 1 0 0 0,0-1-1 0 0,0 1 1 0 0,1-1 0 0 0,-3 3 0 0 0,-3 3 8 0 0,0 0 0 0 0,1 1 0 0 0,-7 10 0 0 0,4-2-17 0 0,-1-1-1 0 0,2 2 1 0 0,0 0-1 0 0,1 0 1 0 0,1 0 0 0 0,1 0-1 0 0,0 1 1 0 0,1 0-1 0 0,1 0 1 0 0,1 1 0 0 0,0-1-1 0 0,1 0 1 0 0,1 1-1 0 0,1-1 1 0 0,4 21-1 0 0,-5-36-4 0 0,1 0 0 0 0,-1-1-1 0 0,1 1 1 0 0,0 0-1 0 0,0-1 1 0 0,0 1 0 0 0,0 0-1 0 0,0-1 1 0 0,1 0-1 0 0,-1 1 1 0 0,1-1 0 0 0,0 0-1 0 0,0 1 1 0 0,0-1-1 0 0,0 0 1 0 0,0-1 0 0 0,0 1-1 0 0,0 0 1 0 0,0 0-1 0 0,1-1 1 0 0,-1 0 0 0 0,1 1-1 0 0,-1-1 1 0 0,1 0-1 0 0,0 0 1 0 0,-1 0 0 0 0,1-1-1 0 0,5 2 1 0 0,-7-2 5 0 0,0 0 0 0 0,1 0-1 0 0,-1 0 1 0 0,0 0 0 0 0,1 0 0 0 0,-1 0 0 0 0,0 0 0 0 0,1 0 0 0 0,-1 0 0 0 0,0-1 0 0 0,1 1 0 0 0,-1-1-1 0 0,0 1 1 0 0,0-1 0 0 0,1 1 0 0 0,1-2 0 0 0,1-1-13 0 0,4 0-20 0 0,-1 0 0 0 0,0-1 1 0 0,0 0-1 0 0,0-1 0 0 0,-1 1 0 0 0,1-1 0 0 0,-1 0 0 0 0,-1-1 0 0 0,1 0 1 0 0,-1 0-1 0 0,0 0 0 0 0,6-8 0 0 0,4-10-108 0 0,24-52 1 0 0,-34 66 132 0 0,8-21 65 0 0,-1-1 1 0 0,10-49-1 0 0,-11 37 272 0 0,-1 2 7 0 0,-10 40-312 0 0,1 5-55 0 0,0 28 47 0 0,-3 34 0 0 0,0-4 33 0 0,2-21 11 0 0,1 1-1 0 0,2-1 1 0 0,2 0-1 0 0,1 0 1 0 0,3 0-1 0 0,13 42 0 0 0,-21-81-48 0 0,-1 0 0 0 0,1 1 0 0 0,-1-1 0 0 0,1 1 0 0 0,0-1 0 0 0,-1 0-1 0 0,1 0 1 0 0,0 1 0 0 0,0-1 0 0 0,0 0 0 0 0,0 0 0 0 0,0 0 0 0 0,0 0-1 0 0,0 0 1 0 0,0 0 0 0 0,0 0 0 0 0,0 0 0 0 0,1-1 0 0 0,-1 1 0 0 0,0 0 0 0 0,1-1-1 0 0,-1 1 1 0 0,0-1 0 0 0,1 1 0 0 0,-1-1 0 0 0,1 0 0 0 0,-1 0 0 0 0,1 0-1 0 0,-1 1 1 0 0,0-1 0 0 0,1 0 0 0 0,-1-1 0 0 0,1 1 0 0 0,-1 0 0 0 0,1 0-1 0 0,-1-1 1 0 0,1 1 0 0 0,-1-1 0 0 0,2 0 0 0 0,3-2-5 0 0,0 0 1 0 0,0 0-1 0 0,-1 0 0 0 0,1-1 1 0 0,-1 0-1 0 0,0 0 1 0 0,0 0-1 0 0,5-7 0 0 0,13-16 1 0 0,-2-1-1 0 0,-1 0 0 0 0,25-50 0 0 0,38-102 17 0 0,-49 91-65 0 0,-3-2 0 0 0,-5-1-1 0 0,-3-1 1 0 0,19-169-1 0 0,-39 219-7 0 0,-4-73-1 0 0,-1 98 68 0 0,0 0 0 0 0,-1 0 0 0 0,-1 1 0 0 0,0-1 0 0 0,-2 1 0 0 0,-11-28 0 0 0,16 43-9 0 0,0 0 1 0 0,0 0 0 0 0,0 0 0 0 0,0 0-1 0 0,0 0 1 0 0,-1 0 0 0 0,1 0-1 0 0,-1 1 1 0 0,1-1 0 0 0,-1 0-1 0 0,1 1 1 0 0,-1-1 0 0 0,0 1 0 0 0,0 0-1 0 0,0 0 1 0 0,1-1 0 0 0,-1 1-1 0 0,-1 0 1 0 0,1 0 0 0 0,0 1-1 0 0,0-1 1 0 0,0 0 0 0 0,0 1 0 0 0,-1-1-1 0 0,1 1 1 0 0,0 0 0 0 0,0 0-1 0 0,-1 0 1 0 0,1 0 0 0 0,0 0-1 0 0,0 0 1 0 0,-1 1 0 0 0,1-1-1 0 0,0 1 1 0 0,0-1 0 0 0,0 1 0 0 0,0 0-1 0 0,0 0 1 0 0,0 0 0 0 0,0 0-1 0 0,0 0 1 0 0,0 1 0 0 0,-2 1-1 0 0,-11 8 15 0 0,2 0 0 0 0,0 1 0 0 0,0 0-1 0 0,1 1 1 0 0,1 1 0 0 0,0 0-1 0 0,0 0 1 0 0,-13 27 0 0 0,2 1 29 0 0,3 1 0 0 0,-16 48 1 0 0,20-44-9 0 0,2 1 0 0 0,2 0 0 0 0,3 0 0 0 0,1 1 0 0 0,0 83 1 0 0,7-95-131 0 0,2 0 0 0 0,2 0 1 0 0,2 0-1 0 0,1 0 1 0 0,1-1-1 0 0,2-1 1 0 0,2 0-1 0 0,20 42 0 0 0,-22-57-383 0 0,1-1 1 0 0,0 0-1 0 0,2-1 0 0 0,1-1 0 0 0,28 31 0 0 0,-28-35-606 0 0,1-1 0 0 0,0 0 0 0 0,1-1 1 0 0,18 11-1 0 0,23 4-3821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3:09.3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3 740 328 0 0,'-1'-9'837'0'0,"0"0"1"0"0,1 0-1 0 0,0 0 0 0 0,0-1 1 0 0,1 1-1 0 0,1 0 1 0 0,-1 0-1 0 0,1 0 0 0 0,6-14 1 0 0,-7 20-770 0 0,1-1 1 0 0,0 0-1 0 0,0 1 1 0 0,0-1 0 0 0,1 1-1 0 0,-1 0 1 0 0,1 0-1 0 0,0 0 1 0 0,0 0-1 0 0,0 0 1 0 0,0 0 0 0 0,0 1-1 0 0,1 0 1 0 0,-1 0-1 0 0,1 0 1 0 0,-1 0 0 0 0,1 0-1 0 0,0 0 1 0 0,0 1-1 0 0,0 0 1 0 0,0 0-1 0 0,0 0 1 0 0,6 0 0 0 0,-1 0-11 0 0,-1 2 1 0 0,0-1 0 0 0,0 1 0 0 0,0 0 0 0 0,0 0 0 0 0,0 1 0 0 0,0 0 0 0 0,0 1-1 0 0,0 0 1 0 0,0 0 0 0 0,-1 1 0 0 0,0-1 0 0 0,0 2 0 0 0,0-1 0 0 0,12 10 0 0 0,2 5 24 0 0,0 0 0 0 0,-1 2 0 0 0,21 28 0 0 0,-9-8 1 0 0,40 73-1 0 0,17 54 87 0 0,-63-118-95 0 0,69 163 166 0 0,-79-173 111 0 0,0-11 2095 0 0,-16-29-2418 0 0,0 0 0 0 0,0 0 0 0 0,1 1 1 0 0,-1-1-1 0 0,0 0 0 0 0,0 0 0 0 0,0 0 1 0 0,1 1-1 0 0,-1-1 0 0 0,0 0 0 0 0,0 0 1 0 0,1 0-1 0 0,-1 0 0 0 0,0 0 0 0 0,0 0 0 0 0,1 0 1 0 0,-1 1-1 0 0,0-1 0 0 0,0 0 0 0 0,1 0 1 0 0,-1 0-1 0 0,0 0 0 0 0,0 0 0 0 0,1 0 1 0 0,-1 0-1 0 0,0 0 0 0 0,0 0 0 0 0,1-1 1 0 0,-1 1-1 0 0,0 0 0 0 0,0 0 0 0 0,1 0 0 0 0,6-15 360 0 0,-2-9-215 0 0,-2 0 0 0 0,2-27 0 0 0,-1-6-94 0 0,-1 34-54 0 0,82-577 76 0 0,-82 584-108 0 0,55-247-116 0 0,-47 225 92 0 0,1 1 0 0 0,2 1 0 0 0,2 0-1 0 0,36-62 1 0 0,-48 92 16 0 0,1 0 0 0 0,-1 0-1 0 0,1 0 1 0 0,0 1 0 0 0,0 0 0 0 0,1 0 0 0 0,-1 0-1 0 0,1 0 1 0 0,13-6 0 0 0,-16 9-23 0 0,0 1 0 0 0,0 0 0 0 0,0-1 0 0 0,0 1 0 0 0,1 1 0 0 0,-1-1 0 0 0,1 0 0 0 0,-1 1 0 0 0,0 0 0 0 0,1 0 1 0 0,-1 0-1 0 0,1 0 0 0 0,-1 0 0 0 0,0 1 0 0 0,1 0 0 0 0,-1-1 0 0 0,0 1 0 0 0,1 0 0 0 0,-1 1 0 0 0,0-1 0 0 0,0 0 0 0 0,0 1 0 0 0,3 2 0 0 0,3 3-266 0 0,0 0 0 0 0,0 1-1 0 0,-1 1 1 0 0,0-1-1 0 0,0 1 1 0 0,-1 0-1 0 0,0 1 1 0 0,0 0-1 0 0,7 17 1 0 0,3 10-2856 0 0,18 52 0 0 0,-20-40-934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3:10.6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377 107 64 0 0,'-26'-27'3858'0'0,"18"18"-3049"0"0,0 0 0 0 0,0 0 0 0 0,-1 0 0 0 0,-1 1-1 0 0,1 1 1 0 0,-1 0 0 0 0,-18-10 0 0 0,25 16-758 0 0,0 0-1 0 0,1 0 1 0 0,-1 1-1 0 0,0-1 1 0 0,0 1 0 0 0,1 0-1 0 0,-1-1 1 0 0,0 1 0 0 0,0 0-1 0 0,0 1 1 0 0,0-1-1 0 0,1 1 1 0 0,-1-1 0 0 0,0 1-1 0 0,-3 1 1 0 0,0 0-11 0 0,1 1-1 0 0,0 0 1 0 0,0 0-1 0 0,0 0 1 0 0,0 1 0 0 0,-8 7-1 0 0,2 1-42 0 0,0 0-1 0 0,1 1 1 0 0,0 0-1 0 0,-11 20 1 0 0,4-3 17 0 0,2 1 0 0 0,2 0-1 0 0,0 1 1 0 0,2 0 0 0 0,2 1-1 0 0,0 0 1 0 0,3 1 0 0 0,1-1 0 0 0,-2 57-1 0 0,7-76 8 0 0,1 0 1 0 0,0 0-1 0 0,1 0 0 0 0,0 0 0 0 0,9 26 0 0 0,-9-35-7 0 0,0 0 0 0 0,0-1 0 0 0,0 1 0 0 0,0-1 0 0 0,1 0 0 0 0,-1 0 0 0 0,1 0 0 0 0,0 0 0 0 0,0 0 0 0 0,1 0 0 0 0,-1-1 0 0 0,1 0 0 0 0,0 1 1 0 0,-1-1-1 0 0,2-1 0 0 0,-1 1 0 0 0,0-1 0 0 0,0 1 0 0 0,10 2 0 0 0,-11-4-12 0 0,1-1 1 0 0,-1 1 0 0 0,0-1-1 0 0,1 0 1 0 0,-1 0-1 0 0,0 0 1 0 0,1-1 0 0 0,-1 1-1 0 0,1-1 1 0 0,-1 0-1 0 0,0 0 1 0 0,0 0 0 0 0,0 0-1 0 0,1 0 1 0 0,-1-1-1 0 0,0 0 1 0 0,-1 1 0 0 0,6-5-1 0 0,2-2-4 0 0,-1 1 1 0 0,-1-1-1 0 0,15-18 0 0 0,-11 10-3 0 0,-1-1 1 0 0,-1 0 0 0 0,0-1 0 0 0,-1 0-1 0 0,0 0 1 0 0,8-32 0 0 0,24-122 70 0 0,-35 140-3 0 0,12-95 1016 0 0,-13 85-708 0 0,-5 39-324 0 0,0 8-26 0 0,-3 19-24 0 0,-4 36 14 0 0,3 141-27 0 0,4-141 62 0 0,0-44-38 0 0,0-1 0 0 0,2 1 0 0 0,0 0 1 0 0,0-1-1 0 0,2 1 0 0 0,0-1 0 0 0,1 0 0 0 0,0 0 0 0 0,13 24 0 0 0,-16-36-15 0 0,-1 0 0 0 0,1 0 1 0 0,0 0-1 0 0,1-1 0 0 0,-1 1 0 0 0,0-1 1 0 0,1 1-1 0 0,0-1 0 0 0,-1 0 0 0 0,1 0 1 0 0,0 0-1 0 0,0-1 0 0 0,0 1 1 0 0,0-1-1 0 0,0 1 0 0 0,1-1 0 0 0,-1 0 1 0 0,0 0-1 0 0,0-1 0 0 0,1 1 0 0 0,-1-1 1 0 0,1 1-1 0 0,-1-1 0 0 0,0 0 0 0 0,1 0 1 0 0,-1-1-1 0 0,1 1 0 0 0,-1-1 0 0 0,0 0 1 0 0,1 0-1 0 0,-1 0 0 0 0,3-1 0 0 0,3-1-52 0 0,-1-1 0 0 0,-1 0-1 0 0,1-1 1 0 0,0 1-1 0 0,-1-1 1 0 0,0-1 0 0 0,0 1-1 0 0,-1-1 1 0 0,1-1-1 0 0,-1 1 1 0 0,7-11 0 0 0,-1-3 77 0 0,0 0 0 0 0,-1-1 0 0 0,-2 0 1 0 0,0-1-1 0 0,-1 0 0 0 0,-1-1 1 0 0,-1 0-1 0 0,-1 0 0 0 0,-1 0 1 0 0,-2 0-1 0 0,0-1 0 0 0,-1 1 1 0 0,-1 0-1 0 0,-1-1 0 0 0,-2 1 1 0 0,-8-42-1 0 0,-10 15 179 0 0,18 50-193 0 0,2 0-4 0 0,-1 0 0 0 0,1 0 0 0 0,0 0 1 0 0,-1 0-1 0 0,1 0 0 0 0,0 0 1 0 0,-1 1-1 0 0,1-1 0 0 0,0 1 1 0 0,0-1-1 0 0,0 1 0 0 0,-1-1 1 0 0,1 1-1 0 0,0 0 0 0 0,0-1 0 0 0,0 1 1 0 0,0 0-1 0 0,0 0 0 0 0,0 0 1 0 0,0 0-1 0 0,0 0 0 0 0,1 0 1 0 0,-1 0-1 0 0,0 0 0 0 0,0 0 0 0 0,1 0 1 0 0,-1 0-1 0 0,1 1 0 0 0,-1-1 1 0 0,1 0-1 0 0,0 0 0 0 0,-1 1 1 0 0,1-1-1 0 0,0 2 0 0 0,-1 3-16 0 0,1-1-1 0 0,0 0 0 0 0,1 1 1 0 0,-1-1-1 0 0,1 1 0 0 0,0-1 1 0 0,1 0-1 0 0,-1 0 0 0 0,1 0 1 0 0,0 0-1 0 0,0 0 1 0 0,1 0-1 0 0,-1 0 0 0 0,1 0 1 0 0,0-1-1 0 0,1 0 0 0 0,-1 1 1 0 0,1-1-1 0 0,-1 0 0 0 0,1-1 1 0 0,1 1-1 0 0,6 4 1 0 0,-1-2-55 0 0,-1-1 1 0 0,1-1 0 0 0,-1 1 0 0 0,1-2-1 0 0,1 1 1 0 0,-1-1 0 0 0,0-1 0 0 0,1 0 0 0 0,17 1-1 0 0,-14-3-5 0 0,-1 1-1 0 0,1-2 1 0 0,-1 0-1 0 0,1-1 1 0 0,-1 0-1 0 0,1-1 1 0 0,15-5-1 0 0,-29 8 75 0 0,7-2 55 0 0,-1 0 0 0 0,1 0 0 0 0,-1-1 0 0 0,0 0 0 0 0,0 0-1 0 0,0 0 1 0 0,0-1 0 0 0,-1 0 0 0 0,1 0 0 0 0,-1 0-1 0 0,0-1 1 0 0,4-5 0 0 0,-8 9 91 0 0,2-10 253 0 0,-3 11-394 0 0,0-1 1 0 0,1 1 0 0 0,-1 0 0 0 0,0-1 0 0 0,0 1 0 0 0,0 0 0 0 0,0-1 0 0 0,-1 1 0 0 0,1 0-1 0 0,0-1 1 0 0,0 1 0 0 0,0 0 0 0 0,0 0 0 0 0,0-1 0 0 0,0 1 0 0 0,0 0 0 0 0,0-1-1 0 0,-1 1 1 0 0,1 0 0 0 0,0 0 0 0 0,0-1 0 0 0,0 1 0 0 0,-1 0 0 0 0,1 0 0 0 0,0-1-1 0 0,0 1 1 0 0,-1 0 0 0 0,1 0 0 0 0,0 0 0 0 0,-1 0 0 0 0,1-1 0 0 0,0 1 0 0 0,0 0-1 0 0,-1 0 1 0 0,1 0 0 0 0,0 0 0 0 0,-1 0 0 0 0,1 0 0 0 0,0 0 0 0 0,-1 0 0 0 0,1 0 0 0 0,-5 2-1 0 0,1-1 1 0 0,0 2 0 0 0,0-1-1 0 0,0 0 1 0 0,0 1 0 0 0,0 0-1 0 0,0 0 1 0 0,1 0 0 0 0,-1 0-1 0 0,1 0 1 0 0,0 1 0 0 0,0 0-1 0 0,0-1 1 0 0,1 1 0 0 0,-5 8-1 0 0,-4 9 4 0 0,-14 40-1 0 0,22-52 1 0 0,-6 15-5 0 0,1 0 0 0 0,1 1 0 0 0,-5 33 0 0 0,11-49 1 0 0,0 0 0 0 0,0 0 0 0 0,1 0 0 0 0,0 0 0 0 0,0 0 0 0 0,1 0 0 0 0,1-1 0 0 0,-1 1 0 0 0,1 0 0 0 0,1 0 0 0 0,0-1 0 0 0,7 17 0 0 0,-8-22-17 0 0,1 1 1 0 0,0 0-1 0 0,0-1 0 0 0,0 0 1 0 0,0 1-1 0 0,0-1 0 0 0,1-1 1 0 0,-1 1-1 0 0,1 0 0 0 0,0-1 1 0 0,-1 1-1 0 0,7 1 0 0 0,-2-1-68 0 0,0 0-1 0 0,0-1 1 0 0,0 0-1 0 0,0 0 1 0 0,0 0-1 0 0,11-1 1 0 0,-4 0-146 0 0,0-2 1 0 0,0 0-1 0 0,0 0 1 0 0,0-2-1 0 0,0 0 1 0 0,0 0-1 0 0,15-7 1 0 0,-17 5-62 0 0,0-1 1 0 0,0-1-1 0 0,-1 0 1 0 0,0-1-1 0 0,0 0 1 0 0,-1-1-1 0 0,0-1 1 0 0,-1 1-1 0 0,0-1 1 0 0,0-1-1 0 0,12-18 1 0 0,-12 14 387 0 0,-1 0 0 0 0,0-1 0 0 0,-1 0 0 0 0,-1 0 0 0 0,-1-1 0 0 0,0 0 0 0 0,-1 0 0 0 0,5-34 0 0 0,-9 40 606 0 0,-1 0 0 0 0,0-1 0 0 0,-3-21-1 0 0,-1-7 607 0 0,2 30-1152 0 0,-4 16-63 0 0,-4 19-7 0 0,4 6 166 0 0,1 0 1 0 0,1 0-1 0 0,2 37 1 0 0,0-30-108 0 0,1-15-79 0 0,1 1 0 0 0,1-1 0 0 0,1 0 0 0 0,1 1 0 0 0,11 41 0 0 0,-13-62-117 0 0,0-1 0 0 0,0 1-1 0 0,0 0 1 0 0,0-1 0 0 0,0 1 0 0 0,1-1-1 0 0,-1 0 1 0 0,1 1 0 0 0,0-1 0 0 0,0 0-1 0 0,-1 0 1 0 0,1 0 0 0 0,0 0 0 0 0,1 0 0 0 0,-1-1-1 0 0,0 1 1 0 0,0-1 0 0 0,1 1 0 0 0,-1-1-1 0 0,1 0 1 0 0,0 0 0 0 0,-1 0 0 0 0,1 0 0 0 0,0 0-1 0 0,-1-1 1 0 0,1 1 0 0 0,0-1 0 0 0,0 0-1 0 0,3 0 1 0 0,1-1-497 0 0,-1 0 0 0 0,1-1 0 0 0,-1 1 0 0 0,0-1 0 0 0,0-1 1 0 0,0 1-1 0 0,0-1 0 0 0,0-1 0 0 0,0 1 0 0 0,-1-1 0 0 0,10-7 0 0 0,8-10-3167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3:10.8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59 2140 0 0,'-64'-57'7846'0'0,"62"55"-7442"0"0,0 3-261 0 0,0-1-163 0 0,1 1-1 0 0,0-1 1 0 0,0 0 0 0 0,0 1 0 0 0,-1 0 0 0 0,1-1-1 0 0,0 1 1 0 0,0 0 0 0 0,0-1 0 0 0,0 1-1 0 0,0 0 1 0 0,0 0 0 0 0,0 0 0 0 0,1 0-1 0 0,-1 0 1 0 0,0 0 0 0 0,0 0 0 0 0,1 0-1 0 0,-1 0 1 0 0,1 0 0 0 0,-1 0 0 0 0,1 1 0 0 0,-1-1-1 0 0,1 0 1 0 0,-1 0 0 0 0,1 1 0 0 0,0-1-1 0 0,0 0 1 0 0,0 0 0 0 0,0 1 0 0 0,0-1-1 0 0,0 0 1 0 0,0 2 0 0 0,6 43-2233 0 0,-1-21-301 0 0,-1-3-80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3:11.4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230 252 1516 0 0,'4'-6'854'0'0,"1"-1"1"0"0,-2 0-1 0 0,1 0 0 0 0,-1-1 0 0 0,0 1 0 0 0,0-1 0 0 0,-1 1 1 0 0,0-1-1 0 0,1-12 0 0 0,-2 11-491 0 0,0-1 1 0 0,0 1-1 0 0,-1-1 0 0 0,-1 1 0 0 0,0 0 0 0 0,0-1 1 0 0,-1 1-1 0 0,0 0 0 0 0,0 0 0 0 0,-1 0 1 0 0,0 0-1 0 0,-8-13 0 0 0,10 19-340 0 0,0 1 0 0 0,0 0 0 0 0,0 0 0 0 0,0 0 0 0 0,-1 1 0 0 0,1-1 0 0 0,-1 0 0 0 0,1 0-1 0 0,-1 1 1 0 0,0-1 0 0 0,1 1 0 0 0,-1-1 0 0 0,0 1 0 0 0,0 0 0 0 0,0 0 0 0 0,0 0 0 0 0,-1 0 0 0 0,1 0 0 0 0,0 0 0 0 0,0 0 0 0 0,0 1 0 0 0,-1-1 0 0 0,1 1 0 0 0,0 0-1 0 0,-1 0 1 0 0,1 0 0 0 0,0 0 0 0 0,-1 0 0 0 0,-2 1 0 0 0,1 0-16 0 0,-1 1 0 0 0,1 0 0 0 0,-1 0 0 0 0,1 0 0 0 0,0 1 0 0 0,-1 0 0 0 0,1 0-1 0 0,1 0 1 0 0,-1 0 0 0 0,0 1 0 0 0,1-1 0 0 0,-5 7 0 0 0,-7 8-2 0 0,1 0-1 0 0,1 2 1 0 0,1-1 0 0 0,1 2-1 0 0,0 0 1 0 0,2 0 0 0 0,0 0-1 0 0,2 1 1 0 0,0 1 0 0 0,-6 39-1 0 0,12-56-12 0 0,0 0 0 0 0,1 0 0 0 0,0 1-1 0 0,0-1 1 0 0,1 0 0 0 0,0 0-1 0 0,0 0 1 0 0,0 0 0 0 0,1 0 0 0 0,0-1-1 0 0,0 1 1 0 0,0 0 0 0 0,6 9-1 0 0,-6-12-62 0 0,0 1-1 0 0,1-1 0 0 0,0 1 0 0 0,-1-1 1 0 0,1 0-1 0 0,0 0 0 0 0,1-1 0 0 0,-1 1 1 0 0,0-1-1 0 0,1 1 0 0 0,-1-1 0 0 0,1 0 1 0 0,0 0-1 0 0,0-1 0 0 0,0 1 1 0 0,0-1-1 0 0,0 0 0 0 0,0 0 0 0 0,0 0 1 0 0,0 0-1 0 0,0-1 0 0 0,6 0 0 0 0,-3 0-13 0 0,0-1 0 0 0,0 0 1 0 0,0 0-1 0 0,0 0 0 0 0,0-1 0 0 0,-1-1 0 0 0,1 1 0 0 0,0-1 0 0 0,-1 0 0 0 0,0 0 0 0 0,0-1 1 0 0,0 0-1 0 0,0 0 0 0 0,0 0 0 0 0,-1-1 0 0 0,0 1 0 0 0,0-2 0 0 0,0 1 0 0 0,-1 0 0 0 0,1-1 0 0 0,-1 0 1 0 0,-1 0-1 0 0,7-12 0 0 0,-1-3 58 0 0,-1 0 0 0 0,-1-1 0 0 0,0 0 0 0 0,-2 0 0 0 0,3-28 0 0 0,0-114 2086 0 0,-8 162-2026 0 0,3 19-53 0 0,0-1 18 0 0,-1 35-1 0 0,-1-21 33 0 0,0-11-94 0 0,11 117 280 0 0,-10-122-369 0 0,1 0 1 0 0,1 0 0 0 0,0 0-1 0 0,1-1 1 0 0,0 1 0 0 0,1-1-1 0 0,11 18 1 0 0,-15-28-105 0 0,0 0 1 0 0,0 0-1 0 0,0-1 1 0 0,0 1-1 0 0,0-1 0 0 0,1 0 1 0 0,-1 1-1 0 0,1-1 1 0 0,-1 0-1 0 0,1 0 1 0 0,0-1-1 0 0,0 1 0 0 0,0-1 1 0 0,0 1-1 0 0,0-1 1 0 0,0 0-1 0 0,0 0 1 0 0,0 0-1 0 0,1-1 1 0 0,-1 1-1 0 0,0-1 0 0 0,1 1 1 0 0,-1-1-1 0 0,0 0 1 0 0,1-1-1 0 0,-1 1 1 0 0,0 0-1 0 0,0-1 0 0 0,1 0 1 0 0,-1 0-1 0 0,6-2 1 0 0,8-6-1804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3:12.4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32 263 1264 0 0,'0'-129'8418'0'0,"-2"50"-3921"0"0,-9 99-4203 0 0,1 66-156 0 0,4 1-1 0 0,3 0 0 0 0,5 0 1 0 0,18 131-1 0 0,-15-181-113 0 0,1 0 1 0 0,2 0-1 0 0,1-1 0 0 0,18 44 0 0 0,-21-69-9 0 0,-1 1 0 0 0,2-1 0 0 0,-1 0 0 0 0,1-1 0 0 0,1 1-1 0 0,17 17 1 0 0,-19-22-7 0 0,1-1 0 0 0,0 1 0 0 0,1-1 0 0 0,-1 0-1 0 0,1-1 1 0 0,0 1 0 0 0,0-2 0 0 0,0 1 0 0 0,1-1 0 0 0,16 4-1 0 0,-19-6-37 0 0,-1 0 0 0 0,0-1 0 0 0,0 1 0 0 0,0-1 0 0 0,0-1 0 0 0,1 1 0 0 0,-1 0 0 0 0,0-1-1 0 0,0 0 1 0 0,0-1 0 0 0,0 1 0 0 0,0-1 0 0 0,0 0 0 0 0,-1 0 0 0 0,1 0 0 0 0,0-1 0 0 0,-1 1-1 0 0,0-1 1 0 0,1 0 0 0 0,-1-1 0 0 0,-1 1 0 0 0,1-1 0 0 0,0 1 0 0 0,-1-1 0 0 0,0 0 0 0 0,0-1-1 0 0,0 1 1 0 0,0 0 0 0 0,-1-1 0 0 0,1 0 0 0 0,-1 1 0 0 0,0-1 0 0 0,-1 0 0 0 0,1 0 0 0 0,-1 0-1 0 0,1-10 1 0 0,0-6-77 0 0,0-1 1 0 0,-2 1-1 0 0,-1-1 0 0 0,-1 1 0 0 0,0-1 0 0 0,-2 1 1 0 0,0 0-1 0 0,-1 0 0 0 0,-2 0 0 0 0,0 1 0 0 0,-1 0 0 0 0,-1 0 1 0 0,-15-24-1 0 0,15 30 103 0 0,-1 1-1 0 0,0 1 1 0 0,-1 0 0 0 0,0 0 0 0 0,-1 1-1 0 0,0 0 1 0 0,-14-9 0 0 0,24 19-4 0 0,0-1 0 0 0,1 1 0 0 0,-1 0 0 0 0,0 0 1 0 0,0 0-1 0 0,0 0 0 0 0,0 0 0 0 0,0 0 0 0 0,0 0 0 0 0,0 1 0 0 0,0-1 1 0 0,0 1-1 0 0,0-1 0 0 0,0 1 0 0 0,0 0 0 0 0,0 0 0 0 0,0 0 0 0 0,-1 0 0 0 0,-3 1 1 0 0,3-1-10 0 0,1 1 14 0 0,1-1 0 0 0,0 1 0 0 0,0-1-1 0 0,-1 1 1 0 0,1 0 0 0 0,0 0-1 0 0,0 0 1 0 0,0-1 0 0 0,0 1 0 0 0,0 0-1 0 0,0 0 1 0 0,0 0 0 0 0,0 0-1 0 0,1 1 1 0 0,-1-1 0 0 0,0 0 0 0 0,1 0-1 0 0,-1 0 1 0 0,0 1 0 0 0,1-1-1 0 0,0 0 1 0 0,-1 2 0 0 0,-6 29-38 0 0,7-25 42 0 0,1 0-1 0 0,0 1 1 0 0,0-1 0 0 0,0 0 0 0 0,1 0-1 0 0,0 0 1 0 0,0 0 0 0 0,0 0-1 0 0,1 0 1 0 0,0-1 0 0 0,1 1 0 0 0,0-1-1 0 0,0 0 1 0 0,0 0 0 0 0,0 0 0 0 0,1 0-1 0 0,0-1 1 0 0,0 0 0 0 0,1 0 0 0 0,-1 0-1 0 0,1-1 1 0 0,0 0 0 0 0,1 0 0 0 0,-1 0-1 0 0,0-1 1 0 0,1 0 0 0 0,8 3 0 0 0,1-1-1 0 0,1 0 0 0 0,-1-1 0 0 0,1-1 0 0 0,0 0 0 0 0,0-1 1 0 0,0-1-1 0 0,0-1 0 0 0,0 0 0 0 0,0-1 0 0 0,30-6 0 0 0,-14-1-106 0 0,1-2-1 0 0,-2-1 0 0 0,1-1 1 0 0,-2-2-1 0 0,0-1 0 0 0,0-2 0 0 0,-2-1 1 0 0,0-1-1 0 0,-1-1 0 0 0,-1-2 1 0 0,-1-1-1 0 0,-1-1 0 0 0,-1 0 0 0 0,36-51 1 0 0,-47 56 80 0 0,-2-1 0 0 0,0 0 0 0 0,-1 0 0 0 0,-1-1 0 0 0,0-1 0 0 0,-2 0 0 0 0,-1 0 0 0 0,-1 0 0 0 0,5-39 0 0 0,-10 51 86 0 0,0 1 0 0 0,-1-1 0 0 0,0 1 0 0 0,0-1 1 0 0,-1 1-1 0 0,0 0 0 0 0,-1-1 0 0 0,0 1 0 0 0,0 0 1 0 0,-1 1-1 0 0,0-1 0 0 0,-1 1 0 0 0,-7-11 0 0 0,12 18-56 0 0,-1 1-1 0 0,0-1 0 0 0,0 0 0 0 0,0 1 0 0 0,0-1 1 0 0,0 1-1 0 0,0-1 0 0 0,0 1 0 0 0,0-1 1 0 0,0 1-1 0 0,0-1 0 0 0,0 1 0 0 0,0 0 0 0 0,0 0 1 0 0,-1 0-1 0 0,1 0 0 0 0,0 0 0 0 0,0 0 0 0 0,0 0 1 0 0,0 0-1 0 0,0 0 0 0 0,0 0 0 0 0,-1 1 0 0 0,1-1 1 0 0,0 0-1 0 0,0 1 0 0 0,0-1 0 0 0,0 1 1 0 0,0-1-1 0 0,-1 2 0 0 0,-2 0 6 0 0,-1 0 0 0 0,1 1 0 0 0,0 0 0 0 0,0 0 0 0 0,-5 4 0 0 0,3 1 30 0 0,-1-1 0 0 0,2 1 0 0 0,-1 1 0 0 0,1-1 0 0 0,0 1 0 0 0,1 0 0 0 0,0 0 0 0 0,0 0 0 0 0,-2 12 1 0 0,-3 14 92 0 0,-5 40 1 0 0,13-66-101 0 0,-11 76 292 0 0,4 0 0 0 0,4 86 0 0 0,6-110-169 0 0,2 0 1 0 0,4-1-1 0 0,23 96 1 0 0,-26-140-117 0 0,-1 0 0 0 0,2-1-1 0 0,0 0 1 0 0,1 0 0 0 0,1 0 0 0 0,13 19 0 0 0,-16-27-32 0 0,1-1 1 0 0,-1 1 0 0 0,1-1-1 0 0,0-1 1 0 0,0 1-1 0 0,1-1 1 0 0,-1 0 0 0 0,1-1-1 0 0,0 0 1 0 0,1 0-1 0 0,-1 0 1 0 0,1-1 0 0 0,-1 0-1 0 0,15 3 1 0 0,-8-3-5 0 0,-1-1 0 0 0,1 0 0 0 0,0-1 0 0 0,0-1 0 0 0,0 0-1 0 0,0-1 1 0 0,-1 0 0 0 0,1-1 0 0 0,0-1 0 0 0,18-6 0 0 0,-15 3-4 0 0,1-1 0 0 0,-1-1 0 0 0,-1-1 0 0 0,1-1 0 0 0,-2 0 0 0 0,30-24 1 0 0,-19 9-3 0 0,-1-1 0 0 0,-1-1 0 0 0,-1-1 1 0 0,-1-1-1 0 0,-2 0 0 0 0,-1-2 1 0 0,23-50-1 0 0,-36 68 78 0 0,-1-1-1 0 0,0 1 1 0 0,0-1-1 0 0,-1-1 1 0 0,-1 1-1 0 0,-1-1 1 0 0,0 1-1 0 0,-1-1 1 0 0,-1-25-1 0 0,0 38-62 0 0,0 0-1 0 0,0 1 0 0 0,0-1 1 0 0,0 1-1 0 0,0-1 0 0 0,-1 1 1 0 0,1-1-1 0 0,-1 1 0 0 0,1-1 1 0 0,-1 1-1 0 0,0 0 0 0 0,1-1 1 0 0,-1 1-1 0 0,0 0 0 0 0,0-1 0 0 0,0 1 1 0 0,0 0-1 0 0,0 0 0 0 0,0 0 1 0 0,-3-2-1 0 0,3 2-5 0 0,0 1 0 0 0,-1-1 0 0 0,1 1 0 0 0,-1 0-1 0 0,1-1 1 0 0,-1 1 0 0 0,1 0 0 0 0,-1 0 0 0 0,1 0 0 0 0,-1 0 0 0 0,1 0 0 0 0,-1 0-1 0 0,1 1 1 0 0,-1-1 0 0 0,1 0 0 0 0,-1 1 0 0 0,-1 0 0 0 0,-3 2 2 0 0,1-1 0 0 0,0 1-1 0 0,-1 0 1 0 0,1 1 0 0 0,0-1 0 0 0,1 1 0 0 0,-1 0 0 0 0,1 0 0 0 0,-6 7-1 0 0,3-2 6 0 0,0 2-1 0 0,1-1 0 0 0,-1 1 0 0 0,2 0 1 0 0,0 0-1 0 0,0 0 0 0 0,1 1 0 0 0,1-1 1 0 0,-1 1-1 0 0,2 0 0 0 0,-2 18 0 0 0,4-23-3 0 0,-1 1 0 0 0,2-1 1 0 0,-1 0-1 0 0,1 0 0 0 0,0 1 0 0 0,1-1 0 0 0,0 0 0 0 0,0 0 0 0 0,0 0 0 0 0,1 0 0 0 0,0-1 0 0 0,0 1 0 0 0,1-1 0 0 0,0 0 0 0 0,0 1 0 0 0,0-2 1 0 0,1 1-1 0 0,0-1 0 0 0,0 1 0 0 0,9 6 0 0 0,-1-3-92 0 0,0 0-1 0 0,1-1 1 0 0,1 0 0 0 0,-1-1 0 0 0,1 0 0 0 0,0-1-1 0 0,1-1 1 0 0,0-1 0 0 0,26 5 0 0 0,-4-4-2339 0 0,0-2 0 0 0,77-3 0 0 0,-54-5-2949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3:13.9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1190 1024 0 0,'0'0'1636'0'0,"-4"14"1292"0"0,5 8-2501 0 0,1-1 1 0 0,0 0 0 0 0,2 0-1 0 0,0 0 1 0 0,1-1-1 0 0,10 24 1 0 0,-12-36-398 0 0,0 0 1 0 0,1-1-1 0 0,0 0 1 0 0,0 0-1 0 0,6 8 1 0 0,-8-13-17 0 0,0 0 1 0 0,-1 0-1 0 0,1-1 0 0 0,0 1 1 0 0,0 0-1 0 0,0-1 1 0 0,0 1-1 0 0,0-1 0 0 0,1 0 1 0 0,-1 1-1 0 0,0-1 1 0 0,1 0-1 0 0,-1 0 0 0 0,0-1 1 0 0,1 1-1 0 0,-1 0 0 0 0,1-1 1 0 0,0 0-1 0 0,-1 1 1 0 0,1-1-1 0 0,-1 0 0 0 0,4-1 1 0 0,5-1-2 0 0,0 0 0 0 0,0-1 0 0 0,-1-1 1 0 0,1 1-1 0 0,-1-2 0 0 0,0 1 0 0 0,0-2 1 0 0,10-6-1 0 0,-4 1-8 0 0,-1-1-1 0 0,0-1 1 0 0,0 0 0 0 0,13-17 0 0 0,0-6-1 0 0,0-1 1 0 0,-3-1 0 0 0,25-51-1 0 0,-10 9-19 0 0,-5-1 0 0 0,-3-2-1 0 0,-3-1 1 0 0,-4-2 0 0 0,-4 0-1 0 0,-4-2 1 0 0,-4 0 0 0 0,4-175-1 0 0,-16 226 282 0 0,-2 0 0 0 0,-2 1 0 0 0,-8-41 0 0 0,11 74-255 0 0,-21 19 72 0 0,10 8-74 0 0,0 0 0 0 0,2 1 1 0 0,1 0-1 0 0,-6 36 1 0 0,1-11 75 0 0,-21 101 193 0 0,7 1 0 0 0,-13 240 0 0 0,36-330-215 0 0,3-1 1 0 0,2 1-1 0 0,3-1 0 0 0,3 0 0 0 0,27 109 0 0 0,-31-156-40 0 0,2-1 0 0 0,0 1 0 0 0,0-2 0 0 0,9 15 0 0 0,-12-23-22 0 0,1 0 1 0 0,0 0-1 0 0,-1-1 1 0 0,1 1-1 0 0,1-1 1 0 0,-1 1-1 0 0,1-1 1 0 0,-1 0-1 0 0,1 0 0 0 0,0-1 1 0 0,0 1-1 0 0,0-1 1 0 0,0 0-1 0 0,0 0 1 0 0,7 2-1 0 0,-8-4-61 0 0,0 1 0 0 0,0-1 1 0 0,0 0-1 0 0,1 0 0 0 0,-1 0 0 0 0,0 0 0 0 0,0-1 0 0 0,0 1 1 0 0,0-1-1 0 0,0 0 0 0 0,0 0 0 0 0,0 0 0 0 0,0 0 1 0 0,0 0-1 0 0,0-1 0 0 0,4-3 0 0 0,1 0-466 0 0,0-1 1 0 0,0 0-1 0 0,-1 0 0 0 0,8-9 0 0 0,7-11-1993 0 0,-1-3-671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3:14.1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187 74 740 0 0,'-182'2'10605'0'0,"178"-2"-10362"0"0,27-10 4 0 0,12-2-277 0 0,1 2-1 0 0,0 2 1 0 0,41-5 0 0 0,-51 9-142 0 0,108-10-1931 0 0,-44 10-2324 0 0,-56 3 1819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3:14.6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419 0 1824 0 0,'-27'82'6161'0'0,"22"-65"-5442"0"0,-16 59 1060 0 0,19-69-1701 0 0,1-1 1 0 0,0 1-1 0 0,1-1 1 0 0,0 0-1 0 0,0 1 0 0 0,0-1 1 0 0,0 1-1 0 0,1-1 1 0 0,2 9-1 0 0,-2-12-66 0 0,0 0-1 0 0,0 0 1 0 0,1-1 0 0 0,-1 1-1 0 0,1-1 1 0 0,-1 1 0 0 0,1-1-1 0 0,0 1 1 0 0,0-1 0 0 0,0 0-1 0 0,0 0 1 0 0,0 0 0 0 0,1 0 0 0 0,-1 0-1 0 0,1 0 1 0 0,-1-1 0 0 0,1 1-1 0 0,-1-1 1 0 0,1 0 0 0 0,0 1-1 0 0,0-1 1 0 0,0-1 0 0 0,0 1-1 0 0,-1 0 1 0 0,1-1 0 0 0,0 1-1 0 0,0-1 1 0 0,0 0 0 0 0,0 0-1 0 0,0 0 1 0 0,0-1 0 0 0,0 1-1 0 0,0-1 1 0 0,0 1 0 0 0,0-1-1 0 0,6-2 1 0 0,-6 1-9 0 0,0 1-1 0 0,1-1 1 0 0,-1 0-1 0 0,0 0 1 0 0,0 0-1 0 0,0 0 1 0 0,0-1-1 0 0,-1 1 1 0 0,1-1 0 0 0,0 0-1 0 0,-1 1 1 0 0,0-1-1 0 0,0 0 1 0 0,0-1-1 0 0,2-3 1 0 0,-1 2 0 0 0,-1-1 0 0 0,-1 1 0 0 0,1-1 1 0 0,-1 0-1 0 0,0 1 0 0 0,0-1 0 0 0,0 0 0 0 0,-1 0 1 0 0,0-10-1 0 0,-1 9-8 0 0,0 0 1 0 0,0 0-1 0 0,0 0 0 0 0,-1 0 1 0 0,0 1-1 0 0,0-1 1 0 0,-1 1-1 0 0,1-1 0 0 0,-1 1 1 0 0,-1 0-1 0 0,1 0 1 0 0,-6-6-1 0 0,6 8 2 0 0,-1 1-1 0 0,1-1 1 0 0,-1 1 0 0 0,1 0 0 0 0,-1 0 0 0 0,0 0-1 0 0,0 1 1 0 0,0 0 0 0 0,-1-1 0 0 0,1 1 0 0 0,0 1-1 0 0,-1-1 1 0 0,0 1 0 0 0,1-1 0 0 0,-1 1 0 0 0,0 1-1 0 0,1-1 1 0 0,-10 0 0 0 0,-1 2 0 0 0,-1 1 0 0 0,0 1 0 0 0,1 0 0 0 0,-1 0 0 0 0,1 2 0 0 0,0 0 0 0 0,1 0-1 0 0,-1 2 1 0 0,1 0 0 0 0,0 0 0 0 0,1 1 0 0 0,0 1 0 0 0,0 1 0 0 0,1-1 0 0 0,0 2 0 0 0,-13 13 0 0 0,10-7 29 0 0,0 0 0 0 0,1 1 0 0 0,0 1 0 0 0,2 0 0 0 0,0 0 0 0 0,1 1 0 0 0,1 1 0 0 0,1 0 0 0 0,1 0 0 0 0,-9 37 0 0 0,15-49 7 0 0,1-1 0 0 0,0 0 1 0 0,0 1-1 0 0,1-1 0 0 0,0 1 0 0 0,0-1 0 0 0,1 1 0 0 0,0-1 1 0 0,1 1-1 0 0,2 9 0 0 0,-2-14-22 0 0,0 1-1 0 0,0 0 1 0 0,0-1-1 0 0,1 1 1 0 0,-1-1-1 0 0,1 0 1 0 0,0 0-1 0 0,1 0 1 0 0,-1 0-1 0 0,1 0 1 0 0,-1-1-1 0 0,1 0 1 0 0,0 0-1 0 0,0 0 1 0 0,1 0-1 0 0,-1 0 1 0 0,1-1-1 0 0,5 3 1 0 0,0-2-40 0 0,1 0 0 0 0,0 0 0 0 0,1-1 0 0 0,-1 0 0 0 0,0-1 0 0 0,1 0 0 0 0,-1-1 0 0 0,0 0 0 0 0,23-4 1 0 0,-4-2-909 0 0,-1 0 0 0 0,47-18 1 0 0,-16 0-3032 0 0,-29 11 989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3:14.9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345 56 748 0 0,'-1'-4'824'0'0,"-1"0"1"0"0,0 0-1 0 0,0 0 0 0 0,0 0 1 0 0,-1 0-1 0 0,0 1 0 0 0,1-1 1 0 0,-1 1-1 0 0,-4-4 0 0 0,2 4-687 0 0,0 1-1 0 0,0 0 0 0 0,-1 0 0 0 0,1 1 0 0 0,0-1 0 0 0,-1 1 0 0 0,1 0 0 0 0,-1 1 0 0 0,1-1 0 0 0,-1 1 0 0 0,0 0 0 0 0,1 1 0 0 0,-1-1 0 0 0,1 1 0 0 0,-1 0 0 0 0,1 0 0 0 0,0 1 0 0 0,-1 0 0 0 0,1 0 0 0 0,0 0 0 0 0,0 0 0 0 0,0 1 0 0 0,0 0 0 0 0,1 0 0 0 0,-1 0 0 0 0,-6 7 0 0 0,-2 1-116 0 0,1 1-1 0 0,0 1 0 0 0,1 0 0 0 0,1 0 1 0 0,0 1-1 0 0,0 0 0 0 0,-14 32 0 0 0,10-15-9 0 0,2 0-1 0 0,1 2 1 0 0,-7 33 0 0 0,14-49 17 0 0,1-1 1 0 0,1 1 0 0 0,0-1 0 0 0,1 1 0 0 0,1 0-1 0 0,0 0 1 0 0,2 0 0 0 0,4 23 0 0 0,-5-33-23 0 0,2 1 1 0 0,-1-1-1 0 0,1 0 1 0 0,0 1 0 0 0,0-1-1 0 0,1 0 1 0 0,0-1-1 0 0,0 1 1 0 0,1-1 0 0 0,-1 0-1 0 0,1 0 1 0 0,1 0-1 0 0,-1-1 1 0 0,1 1-1 0 0,0-2 1 0 0,0 1 0 0 0,1 0-1 0 0,-1-1 1 0 0,1 0-1 0 0,9 3 1 0 0,-5-3-138 0 0,0-1 1 0 0,0 0-1 0 0,0 0 0 0 0,1-1 1 0 0,-1-1-1 0 0,1 0 1 0 0,-1 0-1 0 0,1-1 1 0 0,0-1-1 0 0,-1 0 0 0 0,1 0 1 0 0,-1-1-1 0 0,0-1 1 0 0,1 0-1 0 0,14-6 0 0 0,-4 1-689 0 0,-1-2 0 0 0,0-1-1 0 0,-1 0 1 0 0,0-2-1 0 0,-1 0 1 0 0,30-27-1 0 0,-7-1-2142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3:15.5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172 192 608 0 0,'-7'-38'3145'0'0,"-3"0"0"0"0,-26-70 1 0 0,36 108-3135 0 0,0-1 0 0 0,0 1 1 0 0,0 0-1 0 0,0-1 1 0 0,-1 1-1 0 0,1 0 1 0 0,0-1-1 0 0,0 1 1 0 0,0 0-1 0 0,0-1 0 0 0,-1 1 1 0 0,1 0-1 0 0,0-1 1 0 0,0 1-1 0 0,-1 0 1 0 0,1-1-1 0 0,0 1 1 0 0,0 0-1 0 0,-1 0 0 0 0,1-1 1 0 0,0 1-1 0 0,-1 0 1 0 0,1 0-1 0 0,0 0 1 0 0,-1 0-1 0 0,1-1 1 0 0,0 1-1 0 0,-1 0 0 0 0,1 0 1 0 0,0 0-1 0 0,-1 0 1 0 0,1 0-1 0 0,-1 0 1 0 0,1 0-1 0 0,0 0 1 0 0,-1 0-1 0 0,1 0 0 0 0,0 0 1 0 0,-1 0-1 0 0,1 0 1 0 0,-1 1-1 0 0,1-1 1 0 0,0 0-1 0 0,-1 0 0 0 0,1 0 1 0 0,0 0-1 0 0,-1 1 1 0 0,1-1-1 0 0,-1 0 1 0 0,-10 14 132 0 0,4 5-31 0 0,1-1 0 0 0,1 1 0 0 0,1 0 0 0 0,-2 20 0 0 0,-4 82 70 0 0,7-68-142 0 0,-44 626 638 0 0,43-357-264 0 0,5-182-3 0 0,0-158-500 0 0,1-1 0 0 0,0 1 1 0 0,1 1-1 0 0,10-33 0 0 0,31-66-212 0 0,-31 88 248 0 0,2 0 0 0 0,0 1-1 0 0,2 1 1 0 0,1 0 0 0 0,1 2 0 0 0,38-40 0 0 0,-54 61 42 0 0,0 0-1 0 0,1 0 1 0 0,-1 0 0 0 0,0 1-1 0 0,1 0 1 0 0,0-1 0 0 0,-1 1-1 0 0,1 1 1 0 0,0-1-1 0 0,0 0 1 0 0,0 1 0 0 0,0 0-1 0 0,0 0 1 0 0,7-1 0 0 0,-8 2 9 0 0,0 0 1 0 0,-1 0-1 0 0,1 1 1 0 0,0-1-1 0 0,0 1 1 0 0,0-1 0 0 0,0 1-1 0 0,0 0 1 0 0,-1 0-1 0 0,1 0 1 0 0,0 1 0 0 0,-1-1-1 0 0,1 1 1 0 0,-1-1-1 0 0,1 1 1 0 0,-1 0-1 0 0,0 0 1 0 0,0 0 0 0 0,0 0-1 0 0,0 0 1 0 0,3 4-1 0 0,7 12 38 0 0,-1 0 0 0 0,-1 1 0 0 0,-1 0 0 0 0,-1 1 0 0 0,10 32 0 0 0,-7-19 17 0 0,-4-11 98 0 0,5 35-1 0 0,-9-41-1004 0 0,1 1 0 0 0,0-1 1 0 0,1 0-1 0 0,9 21 0 0 0,1-23-4844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3:16.3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7 131 148 0 0,'0'-3'1990'0'0,"-3"-44"5408"0"0,4 44-6822 0 0,0 4-518 0 0,1 1 0 0 0,0-1 0 0 0,0 0 0 0 0,0 0 0 0 0,0 1 0 0 0,-1-1 0 0 0,1 1 0 0 0,-1-1 0 0 0,1 1-1 0 0,-1-1 1 0 0,0 1 0 0 0,1 0 0 0 0,-1 0 0 0 0,0 0 0 0 0,1 3 0 0 0,6 11 31 0 0,0 0 0 0 0,-1 0-1 0 0,-1 1 1 0 0,-1-1 0 0 0,0 1-1 0 0,-1 1 1 0 0,-1-1 0 0 0,-1 0 0 0 0,0 1-1 0 0,-1 0 1 0 0,-1-1 0 0 0,-1 1 0 0 0,0 0-1 0 0,-1-1 1 0 0,-1 1 0 0 0,-1-1 0 0 0,0 0-1 0 0,-13 30 1 0 0,16-44-72 0 0,0-1 0 0 0,0 1 0 0 0,-1 0 0 0 0,1 0 0 0 0,-1-1 0 0 0,0 1 0 0 0,1-1 0 0 0,-1 0 0 0 0,0 1 0 0 0,-1-1 0 0 0,1 0 0 0 0,0 0 0 0 0,-4 2 0 0 0,4-3 6 0 0,-2-3-16 0 0,4 2-8 0 0,0 1 0 0 0,-1-1 0 0 0,1 0 0 0 0,-1 0 0 0 0,1-1 0 0 0,0 1 0 0 0,-1 0 0 0 0,1 0 0 0 0,-1 0 0 0 0,1 0 0 0 0,0 0 0 0 0,-1 0 0 0 0,1 0 0 0 0,0-1 0 0 0,-1 1 0 0 0,1 0 0 0 0,0 0 0 0 0,-1 0 0 0 0,1-1 0 0 0,0 1 0 0 0,-1 0 0 0 0,1-1 0 0 0,0 1 0 0 0,0 0 0 0 0,-1 0 0 0 0,1-1 0 0 0,0 1 0 0 0,0 0 0 0 0,0-1 0 0 0,-2-7-26 0 0,0 1 1 0 0,1-1-1 0 0,1 1 1 0 0,-1-1 0 0 0,1 1-1 0 0,0-1 1 0 0,1 0-1 0 0,0 1 1 0 0,3-13 0 0 0,22-69-87 0 0,-15 63 89 0 0,1 1 1 0 0,1 1 0 0 0,0 0-1 0 0,2 1 1 0 0,30-36 0 0 0,-30 41-28 0 0,1 1 1 0 0,27-23 0 0 0,-34 32 28 0 0,1 0 1 0 0,0 1 0 0 0,1 1 0 0 0,0-1 0 0 0,0 2 0 0 0,14-6-1 0 0,-22 10 23 0 0,0 0 0 0 0,0 0 0 0 0,-1 0 0 0 0,1 0 0 0 0,0 1 0 0 0,0 0 0 0 0,0-1 0 0 0,0 1 0 0 0,0 0 0 0 0,0 0 0 0 0,-1 1 0 0 0,1-1 0 0 0,0 0 0 0 0,0 1 0 0 0,0 0 0 0 0,0 0 0 0 0,-1 0 0 0 0,1 0 0 0 0,0 0 0 0 0,-1 0-1 0 0,1 1 1 0 0,-1-1 0 0 0,0 1 0 0 0,1 0 0 0 0,-1 0 0 0 0,0 0 0 0 0,0 0 0 0 0,0 0 0 0 0,0 0 0 0 0,0 0 0 0 0,-1 1 0 0 0,1-1 0 0 0,-1 1 0 0 0,1-1 0 0 0,-1 1 0 0 0,1 3 0 0 0,2 5 38 0 0,-1-1 1 0 0,0 1-1 0 0,0 0 1 0 0,-1 0 0 0 0,-1 0-1 0 0,0 0 1 0 0,-1 21-1 0 0,-16 106 374 0 0,8-88-254 0 0,-1 68 0 0 0,9-115-171 0 0,0-1 1 0 0,1 1 0 0 0,-1-1-1 0 0,1 1 1 0 0,0-1 0 0 0,0 0 0 0 0,0 1-1 0 0,0-1 1 0 0,0 0 0 0 0,0 0-1 0 0,0 0 1 0 0,1 0 0 0 0,-1 0-1 0 0,1 0 1 0 0,0 0 0 0 0,0 0 0 0 0,-1 0-1 0 0,1-1 1 0 0,0 1 0 0 0,0-1-1 0 0,0 1 1 0 0,1-1 0 0 0,-1 0 0 0 0,0 0-1 0 0,0 0 1 0 0,1 0 0 0 0,-1 0-1 0 0,1-1 1 0 0,2 1 0 0 0,2 0-107 0 0,0-1 0 0 0,1-1 0 0 0,-1 1 0 0 0,0-1 0 0 0,1 0 0 0 0,-1-1 0 0 0,0 0 0 0 0,0 0 0 0 0,0 0 0 0 0,0-1 0 0 0,7-4 0 0 0,-3 1-66 0 0,-1-1 0 0 0,0 0 0 0 0,-1 0 0 0 0,1-1-1 0 0,-1-1 1 0 0,9-9 0 0 0,5-12-89 0 0,-1 0-1 0 0,-2-1 1 0 0,25-50-1 0 0,-35 57 646 0 0,-1 1-1 0 0,-1-1 0 0 0,-1 0 0 0 0,5-34 0 0 0,-12 55-284 0 0,1-5 400 0 0,0-1 1 0 0,-1 0-1 0 0,-1-12 0 0 0,0 2 56 0 0,1 16-418 0 0,-2 5-77 0 0,-2 2-30 0 0,1 0-1 0 0,0 0 0 0 0,-1 0 0 0 0,2 1 1 0 0,-1-1-1 0 0,0 1 0 0 0,1-1 1 0 0,0 1-1 0 0,0 0 0 0 0,0 0 0 0 0,-2 10 1 0 0,-11 62 190 0 0,9-35-100 0 0,1 0 0 0 0,2 0 0 0 0,4 52 0 0 0,-1-89-88 0 0,1 1-1 0 0,0-1 0 0 0,1 0 1 0 0,-1 1-1 0 0,1-1 0 0 0,0 0 1 0 0,0 0-1 0 0,1-1 0 0 0,-1 1 1 0 0,6 6-1 0 0,-6-9-25 0 0,0-1-1 0 0,0 1 1 0 0,0-1-1 0 0,1 1 1 0 0,-1-1-1 0 0,1 0 1 0 0,-1 0-1 0 0,1 0 1 0 0,-1 0-1 0 0,1-1 1 0 0,-1 1-1 0 0,5 0 1 0 0,-5-1-28 0 0,2 1-118 0 0,0-1 1 0 0,1 0-1 0 0,-1 0 0 0 0,0 0 1 0 0,1 0-1 0 0,-1-1 0 0 0,0 1 1 0 0,0-1-1 0 0,0 0 0 0 0,0-1 1 0 0,0 1-1 0 0,0-1 0 0 0,0 0 1 0 0,0 0-1 0 0,0 0 1 0 0,3-3-1 0 0,3-1-1000 0 0,-1-2 0 0 0,0 1 0 0 0,-1-2 0 0 0,10-9 1 0 0,1-7-2750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3:16.5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51 660 0 0,'-76'-49'9552'0'0,"74"48"-9268"0"0,1 1-305 0 0,0 0 0 0 0,0 0 0 0 0,0 0 0 0 0,0 1 0 0 0,0-1 0 0 0,0 0 0 0 0,0 1 0 0 0,1-1 0 0 0,-1 1 0 0 0,0-1-1 0 0,0 1 1 0 0,0-1 0 0 0,0 1 0 0 0,1-1 0 0 0,-1 1 0 0 0,0 0 0 0 0,1 0 0 0 0,-1-1 0 0 0,0 1 0 0 0,1 0 0 0 0,-1 0 0 0 0,1 0 0 0 0,-1 0 0 0 0,1-1-1 0 0,0 1 1 0 0,-1 0 0 0 0,1 0 0 0 0,0 0 0 0 0,0 0 0 0 0,-1 0 0 0 0,1 0 0 0 0,0 2 0 0 0,0 38-1386 0 0,0-30 862 0 0,6 48-3310 0 0,-3-38 2265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3:17.2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267 146 1144 0 0,'3'-1'1733'0'0,"0"0"-1304"0"0,0 0-1 0 0,0 0 1 0 0,0-1 0 0 0,0 1-1 0 0,0-1 1 0 0,0 1 0 0 0,0-1 0 0 0,-1 0-1 0 0,1 0 1 0 0,0 0 0 0 0,-1-1-1 0 0,0 1 1 0 0,0 0 0 0 0,1-1 0 0 0,-1 0-1 0 0,-1 1 1 0 0,3-5 0 0 0,-3 6-317 0 0,0-1 0 0 0,-1 0 0 0 0,1 0 0 0 0,0 0 1 0 0,-1 0-1 0 0,0 0 0 0 0,1 0 0 0 0,-1 0 0 0 0,0 0 0 0 0,0-1 1 0 0,0 1-1 0 0,0 0 0 0 0,0 0 0 0 0,-1 0 0 0 0,1 0 0 0 0,-1 0 1 0 0,1 0-1 0 0,-1 0 0 0 0,0 0 0 0 0,0 0 0 0 0,0 1 1 0 0,0-1-1 0 0,0 0 0 0 0,0 0 0 0 0,0 1 0 0 0,0-1 0 0 0,-1 1 1 0 0,1-1-1 0 0,-1 1 0 0 0,-2-2 0 0 0,2 0-87 0 0,-1 1 0 0 0,0 0 0 0 0,0 0-1 0 0,0 0 1 0 0,0 0 0 0 0,-1 0 0 0 0,1 1 0 0 0,0-1-1 0 0,-1 1 1 0 0,1 0 0 0 0,-1 0 0 0 0,1 1 0 0 0,-1-1-1 0 0,1 0 1 0 0,-1 1 0 0 0,0 0 0 0 0,1 0 0 0 0,-1 0 0 0 0,-4 1-1 0 0,-3 3-21 0 0,-1-1-1 0 0,1 1 0 0 0,0 1 1 0 0,0 0-1 0 0,0 1 0 0 0,1 0 1 0 0,-1 1-1 0 0,2 0 0 0 0,-1 0 1 0 0,-14 15-1 0 0,12-10 4 0 0,2 0 1 0 0,-1 1-1 0 0,1 0 0 0 0,1 1 0 0 0,0-1 1 0 0,1 2-1 0 0,-11 26 0 0 0,17-34-1 0 0,-1 0 0 0 0,1 0 0 0 0,1 0 0 0 0,-1 0 0 0 0,1 0 0 0 0,1 0 0 0 0,-1 0 0 0 0,1 0 0 0 0,1 10 0 0 0,-1-14-13 0 0,1 0 0 0 0,-1 0 0 0 0,1 0 0 0 0,0 0 0 0 0,0 0 0 0 0,0-1 0 0 0,1 1 0 0 0,-1 0 0 0 0,1 0 0 0 0,-1-1 0 0 0,1 1 0 0 0,0-1 0 0 0,0 0 0 0 0,0 1 0 0 0,0-1 0 0 0,1 0 0 0 0,-1 0 0 0 0,0 0 0 0 0,1-1 0 0 0,0 1 0 0 0,-1 0 0 0 0,1-1 0 0 0,5 2 0 0 0,-2 0-48 0 0,1-1 0 0 0,-1-1 0 0 0,1 1 0 0 0,0-1 0 0 0,-1 0 0 0 0,1-1 1 0 0,0 1-1 0 0,0-1 0 0 0,0-1 0 0 0,0 1 0 0 0,-1-1 0 0 0,1 0 0 0 0,0-1 0 0 0,-1 0 1 0 0,1 0-1 0 0,-1 0 0 0 0,1-1 0 0 0,-1 0 0 0 0,0 0 0 0 0,0 0 0 0 0,-1-1 0 0 0,7-5 1 0 0,-2 1-6 0 0,-1 0 1 0 0,-1 0-1 0 0,1-1 1 0 0,-1 0-1 0 0,-1-1 1 0 0,0 0 0 0 0,0 0-1 0 0,-1 0 1 0 0,-1-1-1 0 0,1 0 1 0 0,5-20-1 0 0,-3 3 380 0 0,-2 0 0 0 0,-1 0 0 0 0,-1 0 0 0 0,-2-1 0 0 0,-1-29 0 0 0,-1 57-312 0 0,0 1 0 0 0,1-1 0 0 0,-1 1 0 0 0,0-1 1 0 0,0 1-1 0 0,0-1 0 0 0,0 1 0 0 0,0-1 0 0 0,0 1 0 0 0,-1-1 0 0 0,1 1 0 0 0,0-1 0 0 0,0 1 1 0 0,0-1-1 0 0,0 1 0 0 0,0-1 0 0 0,-1 1 0 0 0,1-1 0 0 0,0 1 0 0 0,-1-1 0 0 0,1 1 0 0 0,0-1 1 0 0,-1 1-1 0 0,1-1 0 0 0,-8 7 28 0 0,-5 18-27 0 0,-69 313 2737 0 0,73-297-2467 0 0,-117 710 1539 0 0,113-612-1599 0 0,11-78-3499 0 0,13-88-2088 0 0,-5 8 1757 0 0,0-6-1405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3:17.7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43 143 1516 0 0,'1'-20'5403'0'0,"4"-31"-1"0"0,-5 48-4699 0 0,-1-8 1706 0 0,-13 72-2155 0 0,2 0 0 0 0,-6 82 0 0 0,15-107-167 0 0,2 65 0 0 0,2-91-70 0 0,0-1-1 0 0,0 1 0 0 0,1 0 1 0 0,0-1-1 0 0,1 1 0 0 0,0-1 1 0 0,0 0-1 0 0,1 0 0 0 0,0 0 1 0 0,1 0-1 0 0,9 13 1 0 0,-11-18-12 0 0,0-1 0 0 0,0 0 0 0 0,1 0 1 0 0,-1-1-1 0 0,0 1 0 0 0,1-1 0 0 0,0 0 1 0 0,0 1-1 0 0,-1-2 0 0 0,1 1 0 0 0,0 0 1 0 0,0-1-1 0 0,1 0 0 0 0,-1 0 0 0 0,0 0 1 0 0,0 0-1 0 0,1-1 0 0 0,-1 1 0 0 0,0-1 1 0 0,1 0-1 0 0,-1-1 0 0 0,0 1 0 0 0,0-1 1 0 0,1 1-1 0 0,-1-1 0 0 0,0-1 1 0 0,6-1-1 0 0,-1-1-27 0 0,1 0-1 0 0,-1 0 1 0 0,-1-1 0 0 0,1 0-1 0 0,-1-1 1 0 0,0 0 0 0 0,0 0 0 0 0,0-1-1 0 0,-1 0 1 0 0,0 0 0 0 0,6-8 0 0 0,-1-2-28 0 0,-2 0 0 0 0,1-1 1 0 0,-2 0-1 0 0,-1-1 1 0 0,0 0-1 0 0,7-26 1 0 0,19-120-96 0 0,-28 131 125 0 0,0-40 95 0 0,-5 53 37 0 0,5-33 1 0 0,-4 21-202 0 0,-2 30 37 0 0,-1 5-37 0 0,0 0 83 0 0,-1 1 0 0 0,1-1-1 0 0,0 0 1 0 0,0 0 0 0 0,1 1 0 0 0,-1-1 0 0 0,0 0 0 0 0,1 1-1 0 0,-1-1 1 0 0,1 5 0 0 0,0-7 5 0 0,-10 66 196 0 0,-11 91 366 0 0,18-122-433 0 0,2 0 1 0 0,5 54-1 0 0,-3-84-156 0 0,0 1 0 0 0,0-1 0 0 0,0 0 1 0 0,0 1-1 0 0,1-1 0 0 0,0 0 0 0 0,0 0 0 0 0,1 0 0 0 0,0 0 0 0 0,-1 0 0 0 0,1-1 0 0 0,1 1 0 0 0,-1-1 0 0 0,7 6 0 0 0,-4-4-158 0 0,1-1 0 0 0,-1-1 0 0 0,1 1 0 0 0,0-1 0 0 0,0-1 0 0 0,1 1 0 0 0,-1-1 0 0 0,1 0 0 0 0,8 2 0 0 0,6-1-1055 0 0,-1 0 0 0 0,1-2 1 0 0,0 0-1 0 0,1-1 0 0 0,-1-2 1 0 0,32-4-1 0 0,-10-1-2467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3:18.3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396 123 1348 0 0,'-2'0'3212'0'0,"-5"2"-2608"0"0,0 0-1 0 0,1 0 1 0 0,0 0 0 0 0,0 1 0 0 0,0 0 0 0 0,0 0-1 0 0,0 1 1 0 0,0 0 0 0 0,1-1 0 0 0,0 2 0 0 0,-6 5-1 0 0,6-7-516 0 0,1 2 19 0 0,0 0-1 0 0,1 0 1 0 0,-1 0 0 0 0,1 0 0 0 0,0 1-1 0 0,1-1 1 0 0,-3 8 0 0 0,4-12-81 0 0,1 1 10 0 0,-1 0 1 0 0,1-1-1 0 0,0 1 0 0 0,-1 0 0 0 0,1 0 1 0 0,0-1-1 0 0,0 1 0 0 0,1 0 0 0 0,-1 0 1 0 0,0-1-1 0 0,0 1 0 0 0,1 0 0 0 0,0 2 1 0 0,0-3-9 0 0,0-1 1 0 0,-1 1-1 0 0,1-1 1 0 0,0 1 0 0 0,-1-1-1 0 0,1 1 1 0 0,0-1-1 0 0,0 1 1 0 0,0-1 0 0 0,-1 0-1 0 0,1 1 1 0 0,0-1-1 0 0,0 0 1 0 0,0 0 0 0 0,0 0-1 0 0,0 0 1 0 0,0 0 0 0 0,-1 0-1 0 0,1 0 1 0 0,0 0-1 0 0,0 0 1 0 0,0 0 0 0 0,0 0-1 0 0,0 0 1 0 0,0 0-1 0 0,0-1 1 0 0,2 0 11 0 0,0-1 0 0 0,-1 1 1 0 0,1-1-1 0 0,-1 0 0 0 0,1 0 0 0 0,-1 0 1 0 0,0 0-1 0 0,3-3 0 0 0,2-3 16 0 0,0-1-1 0 0,-1 0 1 0 0,10-17-1 0 0,-12 16-33 0 0,-1 0-1 0 0,1 0 1 0 0,-2-1-1 0 0,1 1 1 0 0,-2 0-1 0 0,1-1 1 0 0,-1 1-1 0 0,-1-20 1 0 0,0 27-19 0 0,-1 0 1 0 0,1 0-1 0 0,-1 0 0 0 0,0 0 0 0 0,0 0 1 0 0,0 0-1 0 0,0 0 0 0 0,0 1 1 0 0,-1-1-1 0 0,1 0 0 0 0,-1 1 0 0 0,0-1 1 0 0,-3-2-1 0 0,2 0 7 0 0,1 4-8 0 0,0-1-1 0 0,0 0 0 0 0,0 0 1 0 0,0 1-1 0 0,0-1 0 0 0,0 1 0 0 0,-1 0 1 0 0,1 0-1 0 0,0 0 0 0 0,-1 0 1 0 0,1 0-1 0 0,-1 0 0 0 0,1 0 1 0 0,-4 0-1 0 0,-1 0-4 0 0,1 1 0 0 0,-1-1 0 0 0,0 1-1 0 0,-12 1 1 0 0,11 1 3 0 0,0 0-1 0 0,0 0 0 0 0,0 1 0 0 0,0 0 1 0 0,0 1-1 0 0,1 0 0 0 0,-1 0 0 0 0,1 0 1 0 0,0 1-1 0 0,0 0 0 0 0,-10 10 1 0 0,-2 3 38 0 0,2 1 0 0 0,-24 32 1 0 0,27-32 30 0 0,2 0 1 0 0,0 1-1 0 0,1 0 1 0 0,0 1-1 0 0,2 0 0 0 0,1 1 1 0 0,1 0-1 0 0,0 0 1 0 0,-5 37-1 0 0,11-48 2 0 0,0 0 0 0 0,1 0 0 0 0,0 0 0 0 0,1 0 0 0 0,0 0 0 0 0,1 0 0 0 0,0 0-1 0 0,1 0 1 0 0,6 16 0 0 0,-5-19 20 0 0,0 1 0 0 0,1-1 0 0 0,0 0 0 0 0,0-1 0 0 0,1 1 0 0 0,0-1 0 0 0,0 0-1 0 0,1 0 1 0 0,-1-1 0 0 0,2 0 0 0 0,-1 0 0 0 0,13 8 0 0 0,-7-8-29 0 0,-1 0 0 0 0,1 0 0 0 0,0-1 0 0 0,0-1 0 0 0,1 0 0 0 0,0-1 0 0 0,-1 0 0 0 0,1-1 0 0 0,0 0 0 0 0,19-1 0 0 0,-13-2-17 0 0,0 0-1 0 0,0-1 0 0 0,0-1 1 0 0,-1-1-1 0 0,1-1 0 0 0,30-11 1 0 0,-38 11-275 0 0,0-1 0 0 0,-1 1 0 0 0,1-2 0 0 0,-1 0 0 0 0,-1 0 0 0 0,1-1 0 0 0,16-16 0 0 0,-26 23-244 0 0,0-1 1 0 0,0 1-1 0 0,-1-1 1 0 0,1 1-1 0 0,0-1 1 0 0,0 1-1 0 0,-1-1 1 0 0,1 0-1 0 0,-1 1 1 0 0,0-1 0 0 0,1 0-1 0 0,-1 0 1 0 0,0 1-1 0 0,0-1 1 0 0,0-3-1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3:18.6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1260 0 0,'37'21'11957'0'0,"-34"-20"-11079"0"0,7 3-156 0 0,-8-3 332 0 0,6 3-331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3:19.2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561 13 1100 0 0,'18'-13'13807'0'0,"-20"19"-13736"0"0,-1 0 0 0 0,0 0-1 0 0,-1-1 1 0 0,1 1 0 0 0,-1-1-1 0 0,-8 9 1 0 0,-34 31 206 0 0,29-28-200 0 0,-181 167 671 0 0,46-44-1400 0 0,53-44-3171 0 0,79-77-69 0 0,5-4-1841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3:38.9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1 345 344 0 0,'9'8'11242'0'0,"4"-13"-11194"0"0,0 0-1 0 0,0-1 1 0 0,13-7-1 0 0,-9 4-12 0 0,32-12 0 0 0,11 4-16 0 0,0 4-1 0 0,1 1 1 0 0,0 4 0 0 0,96-1 0 0 0,248 28-30 0 0,-289-12 17 0 0,158-10 1 0 0,116-32 26 0 0,-268 23-28 0 0,437-65 39 0 0,-363 47-25 0 0,921-73 52 0 0,-550 102-53 0 0,-237 6 43 0 0,396 24-105 0 0,-583-23 33 0 0,196 3 83 0 0,523 36-107 0 0,-856-44 35 0 0,453 31 22 0 0,45-28 27 0 0,-447-7-36 0 0,59-5 40 0 0,435-50 137 0 0,-448 54-163 0 0,1 3-1 0 0,120 16 0 0 0,-68 6-73 0 0,-50-6 38 0 0,29 3-4 0 0,128 13 53 0 0,-85-14 160 0 0,53 2 353 0 0,205-30-153 0 0,5-24-312 0 0,0 25-58 0 0,-160 24 5 0 0,-21-1-93 0 0,-257-13 59 0 0,469 4 283 0 0,-23-37 362 0 0,132-11-542 0 0,317 78-153 0 0,-829-30 84 0 0,322-5 359 0 0,0-33-390 0 0,-78 5 5 0 0,342-6-24 0 0,-504 28 7 0 0,120-3-12 0 0,-257 10 21 0 0,287 6-23 0 0,-45 17-2 0 0,-171-16 0 0 0,-34-2 12 0 0,9 0 8 0 0,42 0 3 0 0,-17-4-20 0 0,5 1-2 0 0,74 5-15 0 0,20 12-19 0 0,-124-14 59 0 0,15-2-7 0 0,-49 0 5 0 0,47-1-4 0 0,-50-2 4 0 0,18 0-18 0 0,8 1 36 0 0,70-8 0 0 0,-113 6-10 0 0,8 1-10 0 0,31-1-6 0 0,-42 0 4 0 0,1 1 2 0 0,49-7-1 0 0,44-5-15 0 0,-90 12 20 0 0,12-1-4 0 0,24-2-10 0 0,-4 1 19 0 0,-24 2-15 0 0,-7 0 7 0 0,6-2-2 0 0,-5 1-11 0 0,-7 2 4 0 0,0-1 0 0 0,0 0-1 0 0,1-1 1 0 0,-1 1 0 0 0,0 0-1 0 0,0-1 1 0 0,0 1 0 0 0,0-1-1 0 0,0 0 1 0 0,0 0 0 0 0,0 1 0 0 0,0-1-1 0 0,0 0 1 0 0,0-1 0 0 0,0 1-1 0 0,2-2 1 0 0,-3 1-37 0 0,0 2-171 0 0,-1 0 202 0 0,0 0-1 0 0,1 0 1 0 0,-1 0 0 0 0,0 0-1 0 0,1 0 1 0 0,-1 0 0 0 0,0 0-1 0 0,0 0 1 0 0,1 0-1 0 0,-1 0 1 0 0,0 0 0 0 0,1 0-1 0 0,-1-1 1 0 0,0 1 0 0 0,0 0-1 0 0,1 0 1 0 0,-1 0-1 0 0,0 0 1 0 0,0-1 0 0 0,0 1-1 0 0,1 0 1 0 0,-1 0-1 0 0,0 0 1 0 0,0-1 0 0 0,0 1-1 0 0,0 0 1 0 0,1 0 0 0 0,-1-1-1 0 0,0 1 1 0 0,0 0-1 0 0,0-1 1 0 0,0 1 0 0 0,0 0-1 0 0,0 0 1 0 0,0-1 0 0 0,0 1-1 0 0,0 0 1 0 0,0-1-1 0 0,0 1 1 0 0,0 0 0 0 0,0-1-1 0 0,0 1 1 0 0,0 0-1 0 0,0 0 1 0 0,0-1 0 0 0,0 1-1 0 0,0 0 1 0 0,-1 0 0 0 0,1-1-1 0 0,0 1 1 0 0,-10-17-2008 0 0,8 13 1347 0 0,-12-13-4356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3:39.4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16 380 0 0,'7'-11'10254'0'0,"-7"11"-10269"0"0,0 0 0 0 0,0 0 1 0 0,0 0-1 0 0,0 0 1 0 0,0-1-1 0 0,0 1 0 0 0,0 0 1 0 0,0 0-1 0 0,0 0 0 0 0,0 0 1 0 0,0-1-1 0 0,0 1 1 0 0,0 0-1 0 0,0 0 0 0 0,1 0 1 0 0,-1 0-1 0 0,0 0 0 0 0,0-1 1 0 0,0 1-1 0 0,0 0 1 0 0,0 0-1 0 0,0 0 0 0 0,0 0 1 0 0,1 0-1 0 0,-1 0 0 0 0,0-1 1 0 0,0 1-1 0 0,0 0 1 0 0,0 0-1 0 0,0 0 0 0 0,1 0 1 0 0,-1 0-1 0 0,0 0 0 0 0,0 0 1 0 0,0 0-1 0 0,0 0 1 0 0,1 0-1 0 0,-1 0 0 0 0,0 0 1 0 0,0 0-1 0 0,0 0 0 0 0,0 0 1 0 0,1 0-1 0 0,-1 0 1 0 0,0 0-1 0 0,0 0 0 0 0,0 0 1 0 0,0 0-1 0 0,1 0 0 0 0,-1 0 1 0 0,0 0-1 0 0,0 0 1 0 0,0 1-1 0 0,1-1 0 0 0,5 10-3998 0 0,-2-2 2599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3:40.3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133 141 940 0 0,'0'0'781'0'0,"-7"-10"1724"0"0,-1-1-1212 0 0,1-2-143 0 0,7 13-1144 0 0,0 0 1 0 0,1-1-1 0 0,-1 1 1 0 0,0 0-1 0 0,0-1 1 0 0,0 1 0 0 0,0-1-1 0 0,0 1 1 0 0,1 0-1 0 0,-1-1 1 0 0,0 1-1 0 0,0 0 1 0 0,0 0 0 0 0,1-1-1 0 0,-1 1 1 0 0,0 0-1 0 0,1-1 1 0 0,-1 1-1 0 0,0 0 1 0 0,0 0-1 0 0,1 0 1 0 0,-1-1 0 0 0,0 1-1 0 0,1 0 1 0 0,-1 0-1 0 0,1 0 1 0 0,-1 0-1 0 0,0 0 1 0 0,1 0 0 0 0,-1 0-1 0 0,0 0 1 0 0,1-1-1 0 0,2 1 23 0 0,22-15 80 0 0,-15 8-97 0 0,-7 5-12 0 0,-1 0 0 0 0,1 0 0 0 0,-1-1 0 0 0,1 0 0 0 0,-1 1 0 0 0,0-1 0 0 0,0 0 0 0 0,0 0 0 0 0,-1 0 0 0 0,1 0 0 0 0,1-5 0 0 0,-2 6-6 0 0,-1 0 7 0 0,0 0 0 0 0,0 0 0 0 0,0 1 1 0 0,0-1-1 0 0,-1 0 0 0 0,1 0 0 0 0,-1 0 0 0 0,1 0 1 0 0,-1 1-1 0 0,1-1 0 0 0,-1 0 0 0 0,-2-3 1 0 0,1 4-7 0 0,-19-7-7 0 0,13 7 15 0 0,-1 1-1 0 0,1 0 1 0 0,0 0 0 0 0,-10 2-1 0 0,12-2-3 0 0,1 2-1 0 0,-18 6 8 0 0,16-6-9 0 0,2 0 5 0 0,1-1 1 0 0,0 1-1 0 0,0 0 0 0 0,0 1 0 0 0,0-1 1 0 0,1 1-1 0 0,-5 2 0 0 0,6-3 12 0 0,-1 0-1 0 0,1 0 0 0 0,-1 0 1 0 0,1 0-1 0 0,-1 1 0 0 0,1-1 1 0 0,0 0-1 0 0,0 1 1 0 0,-1 2-1 0 0,2-3-5 0 0,1-1-1 0 0,-1 0 1 0 0,1 0 0 0 0,0 1 0 0 0,-1-1 0 0 0,1 0-1 0 0,0 0 1 0 0,0 1 0 0 0,0-1 0 0 0,0 0 0 0 0,0 1-1 0 0,0-1 1 0 0,0 0 0 0 0,0 0 0 0 0,1 1-1 0 0,-1-1 1 0 0,0 0 0 0 0,1 0 0 0 0,-1 1 0 0 0,1-1-1 0 0,0 0 1 0 0,0 2 0 0 0,0-2 7 0 0,22 9 12 0 0,-20-9-36 0 0,12 1-138 0 0,-12-2-54 0 0,7 3-179 0 0,0 4-2465 0 0,2-2 1417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3:41.0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36 260 0 0,'0'0'2382'0'0,"8"24"-2008"0"0,43 14 118 0 0,-49-37-408 0 0,26 5 399 0 0,-25-6-386 0 0,13 2 77 0 0,-13-2-86 0 0,0 0-50 0 0,1 0-1 0 0,-1-1 1 0 0,0 0 0 0 0,1 1 0 0 0,-1-1 0 0 0,5-2-1 0 0,-5 2 9 0 0,1 0-17 0 0,-1-1 0 0 0,0 1 0 0 0,1-1 0 0 0,-1 1 0 0 0,0-1 1 0 0,0 0-1 0 0,0 0 0 0 0,0 0 0 0 0,-1 0 0 0 0,1-1 0 0 0,4-4 0 0 0,5-5 81 0 0,-7 7-50 0 0,0 0-1 0 0,0 0 1 0 0,0-1-1 0 0,-1 1 1 0 0,7-11 0 0 0,-10 14-26 0 0,-1 2-28 0 0,0-1 0 0 0,1 1 0 0 0,-1-1 0 0 0,0 1 0 0 0,0 0 0 0 0,0-1 0 0 0,1 1 0 0 0,-1-1-1 0 0,0 1 1 0 0,0-1 0 0 0,0 1 0 0 0,0-1 0 0 0,0 1 0 0 0,0-1 0 0 0,0 1 0 0 0,0-1 0 0 0,0 1 0 0 0,0-1 0 0 0,0 1 0 0 0,0 0-1 0 0,0-1 1 0 0,0 1 0 0 0,-1-1 0 0 0,-3-2 2 0 0,-8 1 35 0 0,-20 12-3 0 0,26-9-37 0 0,-21 12 35 0 0,20-8 20 0 0,0-1 1 0 0,0 1 0 0 0,0 0 0 0 0,1 0 0 0 0,-9 10 0 0 0,14-14 20 0 0,1 1-27 0 0,0-1 1 0 0,0 1 0 0 0,0-1-1 0 0,0 1 1 0 0,0-1 0 0 0,1 1-1 0 0,-1-1 1 0 0,0 1 0 0 0,1-1-1 0 0,0 1 1 0 0,-1-1 0 0 0,1 0-1 0 0,1 3 1 0 0,0-3-33 0 0,1 1 1 0 0,0-1-1 0 0,0 0 1 0 0,-1 0-1 0 0,1 0 0 0 0,0 0 1 0 0,0-1-1 0 0,0 1 1 0 0,0-1-1 0 0,0 1 0 0 0,0-1 1 0 0,0 0-1 0 0,0 0 1 0 0,0 0-1 0 0,0-1 0 0 0,0 1 1 0 0,0-1-1 0 0,-1 0 1 0 0,4-1-1 0 0,-2 1-22 0 0,-1 0 0 0 0,1-1 0 0 0,-1 0 0 0 0,0 1 1 0 0,1-1-1 0 0,-1-1 0 0 0,0 1 0 0 0,0 0 0 0 0,-1-1 0 0 0,1 1 0 0 0,0-1 0 0 0,-1 0 0 0 0,0 0 1 0 0,0 0-1 0 0,0 0 0 0 0,0 0 0 0 0,2-5 0 0 0,-3 7-9 0 0,-1 0 10 0 0,1 1 0 0 0,-1-1-1 0 0,0 1 1 0 0,1-1 0 0 0,-1 1-1 0 0,0-1 1 0 0,1 1 0 0 0,-1-1-1 0 0,0 0 1 0 0,0 1 0 0 0,0-1-1 0 0,0 0 1 0 0,0 1-1 0 0,0-1 1 0 0,1 1 0 0 0,-1-1-1 0 0,-1 0 1 0 0,1 1 0 0 0,0-2-1 0 0,-1 1 2 0 0,0 0 0 0 0,0 0 0 0 0,0 0 0 0 0,0 0 0 0 0,0 0 0 0 0,0 0 0 0 0,0 1 0 0 0,0-1 1 0 0,0 0-1 0 0,-1 1 0 0 0,1-1 0 0 0,0 0 0 0 0,0 1 0 0 0,-1 0 0 0 0,1-1 0 0 0,0 1 0 0 0,-1 0 0 0 0,1 0 0 0 0,-1-1 0 0 0,-1 1 0 0 0,-18-1-582 0 0,1 0 1 0 0,-1 2 0 0 0,-24 2-1 0 0,20 0-599 0 0,-18 1-283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4:51.3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0 106 936 0 0,'0'0'12613'0'0,"13"-4"-11116"0"0,26-7-642 0 0,82-27-1316 0 0,-101 30-2220 0 0,-1-1-1 0 0,20-12 0 0 0,-17 7-2309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6:01.8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218 30 1648 0 0,'28'-29'9302'0'0,"-29"34"-9271"0"0,-1 0 0 0 0,1 1 0 0 0,-1-1 1 0 0,0 0-1 0 0,-1 0 0 0 0,1 0 0 0 0,-1-1 0 0 0,0 1 0 0 0,0-1 0 0 0,-5 6 0 0 0,-4 7 23 0 0,-38 62-48 0 0,-37 59-854 0 0,33-45-3933 0 0,41-68 1462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6:12.7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35 1220 0 0,'24'-34'13376'0'0,"-24"37"-13350"0"0,0 0 1 0 0,1-1-1 0 0,-1 1 1 0 0,0 0-1 0 0,0 0 1 0 0,-1 0-1 0 0,1-1 1 0 0,-1 5-1 0 0,0-3 2 0 0,-19 121 330 0 0,-6 76-2685 0 0,26-198 1892 0 0,0 18-999 0 0,4-7-3787 0 0,0-6 1822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6:12.9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64 272 0 0,'-2'-14'2892'0'0,"0"4"709"0"0,2-8-1421 0 0,-3 5-1136 0 0,-1 4-792 0 0,-1 21-760 0 0,-2 5-784 0 0,7-5 260 0 0,-1 2-1285 0 0,-3 1-371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6:13.3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30 512 0 0,'1'3'1732'0'0,"23"90"3918"0"0,-15-67-5028 0 0,-2 1 0 0 0,8 54 0 0 0,-11-10 1632 0 0,-4-69-1999 0 0,-4 6 389 0 0,3-21-635 0 0,1 0-1 0 0,0 1 1 0 0,1-1-1 0 0,0 0 0 0 0,1 0 1 0 0,0 1-1 0 0,1-1 1 0 0,1 1-1 0 0,7-17 1 0 0,-5 12-38 0 0,2 1 1 0 0,0 0-1 0 0,1 1 0 0 0,0 0 1 0 0,1 0-1 0 0,18-18 1 0 0,-19 23 3 0 0,0 0 0 0 0,1 1-1 0 0,20-13 1 0 0,-26 19 8 0 0,0 1 1 0 0,0-1-1 0 0,0 1 0 0 0,1 0 0 0 0,0 1 0 0 0,-1-1 1 0 0,1 1-1 0 0,0 0 0 0 0,-1 0 0 0 0,1 0 0 0 0,0 1 0 0 0,0-1 1 0 0,6 2-1 0 0,-8-1 18 0 0,-1 1 0 0 0,0-1 1 0 0,0 1-1 0 0,0 0 0 0 0,1 0 0 0 0,-1 0 1 0 0,0 0-1 0 0,0 0 0 0 0,0 1 1 0 0,-1-1-1 0 0,1 0 0 0 0,0 1 0 0 0,0 0 1 0 0,-1-1-1 0 0,1 1 0 0 0,-1 0 0 0 0,1 0 1 0 0,-1 0-1 0 0,0 0 0 0 0,0 0 0 0 0,0 0 1 0 0,2 4-1 0 0,0 2 16 0 0,-1 1 0 0 0,1-1-1 0 0,-1 0 1 0 0,1 12 0 0 0,-2-5 10 0 0,-1 0 0 0 0,0 0 0 0 0,-4 23 0 0 0,2-24-1065 0 0,0 1 0 0 0,1-1 0 0 0,2 18 0 0 0,4-22-1748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6:13.6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54 732 0 0,'11'-16'3807'0'0,"8"-13"2386"0"0,-18 27-5737 0 0,-1 2-395 0 0,0-1 0 0 0,0 1 0 0 0,0 0-1 0 0,0-1 1 0 0,0 1 0 0 0,0 0 0 0 0,1-1 0 0 0,-1 1 0 0 0,0 0 0 0 0,0-1 0 0 0,1 1 0 0 0,-1 0 0 0 0,0-1 0 0 0,0 1 0 0 0,1 0 0 0 0,-1 0 0 0 0,0-1 0 0 0,1 1 0 0 0,-1 0 0 0 0,0 0 0 0 0,1-1-1 0 0,-1 8-10 0 0,0 0-1 0 0,0 0 1 0 0,-1 0-1 0 0,0 0 1 0 0,0 0-1 0 0,-1 0 1 0 0,-4 12-1 0 0,1-3 21 0 0,0 4-12 0 0,2 0 1 0 0,0-1-1 0 0,-1 28 0 0 0,4-37-43 0 0,0 0-1 0 0,1 0 1 0 0,0 0-1 0 0,0 0 1 0 0,1 0-1 0 0,0-1 1 0 0,1 1-1 0 0,6 15 1 0 0,-8-23-55 0 0,1 1 1 0 0,0-1-1 0 0,0 0 0 0 0,0 1 1 0 0,0-1-1 0 0,0 0 0 0 0,0 0 1 0 0,0 0-1 0 0,1 0 0 0 0,-1-1 1 0 0,1 1-1 0 0,-1 0 1 0 0,1-1-1 0 0,0 0 0 0 0,-1 0 1 0 0,1 0-1 0 0,0 0 0 0 0,0 0 1 0 0,0 0-1 0 0,0-1 0 0 0,4 1 1 0 0,0-1-670 0 0,-1 0 0 0 0,1 0 0 0 0,0 0 0 0 0,-1-1 0 0 0,1 0 0 0 0,0 0 0 0 0,-1 0 0 0 0,11-5 0 0 0,3-3-2992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6:13.7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42 2840 0 0,'-12'-7'2084'0'0,"2"0"-527"0"0,1 0 627 0 0,-4-2-888 0 0,2 3-464 0 0,1 0-744 0 0,14 18-1404 0 0,11 1-1068 0 0,-5-7 143 0 0,2 0-295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6:14.0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 2992 0 0,'29'-5'7189'0'0,"-25"5"-6555"0"0,-3 0-611 0 0,0 0 1 0 0,-1 0-1 0 0,1 0 1 0 0,0 0 0 0 0,-1 0-1 0 0,1 0 1 0 0,-1 0-1 0 0,1 0 1 0 0,0 0 0 0 0,-1 0-1 0 0,1 1 1 0 0,-1-1-1 0 0,1 0 1 0 0,0 0-1 0 0,-1 1 1 0 0,1-1 0 0 0,-1 0-1 0 0,1 0 1 0 0,0 1-1 0 0,2 4 62 0 0,0 1 0 0 0,-1-1 0 0 0,0 0 0 0 0,1 1 0 0 0,-2 0 0 0 0,1-1-1 0 0,1 11 1 0 0,4 47 136 0 0,-6-49-181 0 0,3 51 258 0 0,-9 111 0 0 0,-22 64 224 0 0,11-111-395 0 0,13-109-205 0 0,0 4-169 0 0,0 28-1 0 0,3-47-117 0 0,0 1-1 0 0,1-1 1 0 0,-1 0-1 0 0,1 0 1 0 0,0 1-1 0 0,0-1 1 0 0,1 0 0 0 0,0 0-1 0 0,-1 0 1 0 0,2 0-1 0 0,2 6 1 0 0,3-3-2320 0 0,2-2-739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6:14.3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74 448 0 0,'18'-49'10093'0'0,"-12"31"-8392"0"0,-6 16-1317 0 0,0-2 855 0 0,-2 15-931 0 0,0 3-70 0 0,-9 37 344 0 0,-4 61 0 0 0,13-89-520 0 0,1-1 0 0 0,2 1 0 0 0,0-1 0 0 0,1 1 0 0 0,7 27 0 0 0,-9-47-60 0 0,1 1 0 0 0,0-1 0 0 0,0 0 0 0 0,0 0 0 0 0,0 0 0 0 0,0 0 0 0 0,1 0 0 0 0,0 0 0 0 0,-1-1 0 0 0,1 1 0 0 0,0 0 0 0 0,4 4 0 0 0,-4-6-97 0 0,0-1 1 0 0,-1 1 0 0 0,1 0-1 0 0,0 0 1 0 0,0-1 0 0 0,-1 0-1 0 0,1 1 1 0 0,0-1 0 0 0,0 0 0 0 0,0 0-1 0 0,-1 1 1 0 0,1-1 0 0 0,0-1-1 0 0,0 1 1 0 0,0 0 0 0 0,0 0-1 0 0,-1-1 1 0 0,1 1 0 0 0,0-1-1 0 0,0 0 1 0 0,-1 1 0 0 0,1-1 0 0 0,2-2-1 0 0,2 0-544 0 0,-1 0 0 0 0,0 0 0 0 0,0-1 0 0 0,0 0 1 0 0,-1 0-1 0 0,1 0 0 0 0,-1 0 0 0 0,0-1 0 0 0,0 1 0 0 0,-1-1 0 0 0,5-7 0 0 0,7-13-2999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6:14.4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83 100 1620 0 0,'-9'-12'1940'0'0,"1"0"-364"0"0,-1 4-331 0 0,4-3-253 0 0,-4 3 396 0 0,-1-4-508 0 0,0 0-428 0 0,3 1-440 0 0,2 3-632 0 0,-6 3-2084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6:14.6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 0 344 0 0,'-111'64'10053'0'0,"111"-64"-10016"0"0,-1 0 0 0 0,0 1 1 0 0,0-1-1 0 0,0 0 0 0 0,0 1 0 0 0,1-1 1 0 0,-1 1-1 0 0,0-1 0 0 0,0 1 0 0 0,1-1 0 0 0,-1 1 1 0 0,0-1-1 0 0,1 1 0 0 0,-1 0 0 0 0,1-1 1 0 0,-1 1-1 0 0,1 0 0 0 0,-1 0 0 0 0,1-1 0 0 0,-1 1 1 0 0,1 0-1 0 0,0 0 0 0 0,-1 0 0 0 0,1-1 1 0 0,0 1-1 0 0,-1 1 0 0 0,2-1-21 0 0,0 0 0 0 0,-1 0 0 0 0,1-1 0 0 0,0 1-1 0 0,0 0 1 0 0,-1-1 0 0 0,1 1 0 0 0,0-1 0 0 0,0 1 0 0 0,0-1 0 0 0,0 1 0 0 0,0-1 0 0 0,-1 0 0 0 0,1 1-1 0 0,0-1 1 0 0,0 0 0 0 0,0 1 0 0 0,1-1 0 0 0,49 5 111 0 0,-51-5-126 0 0,216-3-3641 0 0,-175 1 1328 0 0,9 0-1164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6:15.3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400 527 2060 0 0,'0'0'1944'0'0,"-17"-2"2943"0"0,2 2-4641 0 0,0 0 0 0 0,0 1-1 0 0,0 0 1 0 0,1 1-1 0 0,-1 1 1 0 0,0 0 0 0 0,1 1-1 0 0,0 1 1 0 0,0 0-1 0 0,0 1 1 0 0,1 1-1 0 0,0 0 1 0 0,-20 13 0 0 0,18-9-211 0 0,0 1 1 0 0,1 0 0 0 0,1 0 0 0 0,-1 2-1 0 0,2 0 1 0 0,0 0 0 0 0,1 1 0 0 0,0 0 0 0 0,1 1-1 0 0,-13 30 1 0 0,20-40-27 0 0,1 0 0 0 0,0 0 0 0 0,0 1 0 0 0,1-1-1 0 0,-1 1 1 0 0,1-1 0 0 0,1 1 0 0 0,-1-1 0 0 0,1 1 0 0 0,1 0-1 0 0,-1-1 1 0 0,2 8 0 0 0,-1-11-2 0 0,0-1 1 0 0,-1 1-1 0 0,1 0 0 0 0,0-1 0 0 0,1 1 0 0 0,-1-1 1 0 0,0 0-1 0 0,1 1 0 0 0,-1-1 0 0 0,1 0 0 0 0,0 0 1 0 0,0 0-1 0 0,0 0 0 0 0,0 0 0 0 0,0-1 0 0 0,0 1 1 0 0,0 0-1 0 0,1-1 0 0 0,-1 0 0 0 0,0 1 0 0 0,1-1 1 0 0,-1 0-1 0 0,1 0 0 0 0,0-1 0 0 0,-1 1 0 0 0,1 0 1 0 0,0-1-1 0 0,-1 0 0 0 0,1 1 0 0 0,0-1 0 0 0,3-1 1 0 0,3 1-8 0 0,-1-1 1 0 0,1 0-1 0 0,-1 0 1 0 0,0-1 0 0 0,0 0-1 0 0,0 0 1 0 0,0-1 0 0 0,0-1-1 0 0,0 1 1 0 0,0-1 0 0 0,-1 0-1 0 0,0-1 1 0 0,0 1 0 0 0,0-2-1 0 0,-1 1 1 0 0,1-1-1 0 0,-1 0 1 0 0,-1 0 0 0 0,1 0-1 0 0,4-8 1 0 0,9-15 76 0 0,-1 0 0 0 0,-2-1 0 0 0,21-54-1 0 0,-15 34 609 0 0,-6 10-463 0 0,-15 39-259 0 0,2 12 29 0 0,-2 1 33 0 0,0-1 0 0 0,-1 0 0 0 0,-3 18 0 0 0,2 24 70 0 0,1-48-84 0 0,2 19 27 0 0,1 0-1 0 0,9 41 0 0 0,-10-60-24 0 0,-1 1 0 0 0,1-1 0 0 0,0 1 1 0 0,0-1-1 0 0,1 0 0 0 0,-1 0 0 0 0,1 0 0 0 0,1 0 0 0 0,-1-1 0 0 0,0 1 0 0 0,1-1 1 0 0,0 0-1 0 0,0 0 0 0 0,1 0 0 0 0,-1 0 0 0 0,1-1 0 0 0,7 5 0 0 0,-7-6 2 0 0,0-1-1 0 0,1 1 1 0 0,-1-1-1 0 0,0 0 1 0 0,1-1-1 0 0,-1 1 1 0 0,1-1-1 0 0,-1 0 1 0 0,1 0-1 0 0,-1-1 1 0 0,1 0-1 0 0,-1 0 1 0 0,0 0-1 0 0,1 0 1 0 0,-1-1-1 0 0,5-2 1 0 0,5-2 5 0 0,-1-1 0 0 0,0 0 0 0 0,0-1 0 0 0,16-13 0 0 0,-10 5-28 0 0,-1-2 0 0 0,-1 0 0 0 0,0-1 0 0 0,-1 0 0 0 0,-2-2 0 0 0,0 0 0 0 0,-1-1 0 0 0,17-35 0 0 0,-2-6-9 0 0,39-129 0 0 0,-48 127 510 0 0,-4 0 0 0 0,-2-2 0 0 0,5-82 0 0 0,-18 147-485 0 0,-1 1 0 0 0,0 0 0 0 0,0-1 1 0 0,0 1-1 0 0,0-1 0 0 0,0 1 0 0 0,0 0 1 0 0,0-1-1 0 0,0 1 0 0 0,-1-1 1 0 0,1 1-1 0 0,0 0 0 0 0,-1-1 0 0 0,1 1 1 0 0,-1 0-1 0 0,0 0 0 0 0,1-1 0 0 0,-2-1 1 0 0,1 3-6 0 0,0 0 0 0 0,1-1-1 0 0,-1 1 1 0 0,0 0 0 0 0,0 0 0 0 0,1 0 0 0 0,-1 0 0 0 0,0 0 0 0 0,1-1 0 0 0,-1 1 0 0 0,0 0 0 0 0,0 1 0 0 0,1-1 0 0 0,-1 0 0 0 0,0 0 0 0 0,1 0-1 0 0,-1 0 1 0 0,0 0 0 0 0,1 1 0 0 0,-1-1 0 0 0,0 0 0 0 0,1 1 0 0 0,-1-1 0 0 0,-1 1 0 0 0,-4 3-1 0 0,0 1 0 0 0,1 0 0 0 0,-1 0 0 0 0,1 0 0 0 0,-6 7 0 0 0,-2 5-4 0 0,0 2 1 0 0,1 0 0 0 0,0 0 0 0 0,-12 30-1 0 0,7-6 20 0 0,-13 50 1 0 0,23-69 11 0 0,1 1 1 0 0,2 1-1 0 0,0-1 1 0 0,2 1 0 0 0,1 0-1 0 0,1-1 1 0 0,6 51-1 0 0,-4-63-217 0 0,0-1-1 0 0,1 1 0 0 0,1-1 1 0 0,0 0-1 0 0,0 0 0 0 0,1-1 1 0 0,1 1-1 0 0,0-1 0 0 0,0 0 0 0 0,1 0 1 0 0,1-1-1 0 0,0 0 0 0 0,0-1 1 0 0,1 1-1 0 0,0-2 0 0 0,0 1 1 0 0,21 13-1 0 0,-14-13-994 0 0,1 0 0 0 0,0-2 0 0 0,0 0 0 0 0,19 4 0 0 0,23 5-4660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6:16.1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297 187 168 0 0,'44'-160'11160'0'0,"-35"133"-9908"0"0,-9 27-1246 0 0,0 0 1 0 0,0 0-1 0 0,0 1 1 0 0,0-1 0 0 0,0 0-1 0 0,0 0 1 0 0,0 0-1 0 0,0 0 1 0 0,0 0 0 0 0,0 0-1 0 0,0 0 1 0 0,0 0-1 0 0,0 0 1 0 0,0 0 0 0 0,0 0-1 0 0,0 0 1 0 0,0 0-1 0 0,0 0 1 0 0,0 0-1 0 0,0 0 1 0 0,0 0 0 0 0,0 0-1 0 0,1 0 1 0 0,-1 0-1 0 0,0 0 1 0 0,0 0 0 0 0,0 0-1 0 0,0 0 1 0 0,0 0-1 0 0,0 0 1 0 0,0 0 0 0 0,0 0-1 0 0,0 0 1 0 0,0 0-1 0 0,0 0 1 0 0,0 0 0 0 0,0 0-1 0 0,0 0 1 0 0,0 0-1 0 0,0 0 1 0 0,0 0 0 0 0,0 0-1 0 0,-1 17 102 0 0,-55 289 467 0 0,5-38-128 0 0,11-60 213 0 0,39-206-476 0 0,2-10-178 0 0,0-1 0 0 0,1 1 0 0 0,0 0 0 0 0,0 0 0 0 0,1 0-1 0 0,5-10 1 0 0,3-10-62 0 0,-5 12 16 0 0,0 1-1 0 0,1 0 1 0 0,1 0-1 0 0,0 0 1 0 0,1 1 0 0 0,16-19-1 0 0,-21 27 24 0 0,1 0 0 0 0,0 1-1 0 0,1-1 1 0 0,0 1-1 0 0,-1 1 1 0 0,1-1 0 0 0,1 1-1 0 0,-1 0 1 0 0,1 0 0 0 0,0 1-1 0 0,-1-1 1 0 0,1 2-1 0 0,1-1 1 0 0,-1 1 0 0 0,0 0-1 0 0,11-1 1 0 0,-12 2 20 0 0,-1 1 1 0 0,1 0-1 0 0,-1 1 1 0 0,0-1-1 0 0,1 1 1 0 0,-1 0-1 0 0,0 1 1 0 0,0-1-1 0 0,0 1 1 0 0,0 0-1 0 0,0 0 1 0 0,0 1-1 0 0,0-1 1 0 0,-1 1-1 0 0,1 0 1 0 0,-1 0-1 0 0,0 1 1 0 0,0-1-1 0 0,0 1 1 0 0,0 0-1 0 0,0 0 1 0 0,-1 0-1 0 0,0 1 1 0 0,0-1-1 0 0,0 1 1 0 0,-1 0-1 0 0,4 7 1 0 0,-3-3 14 0 0,0 0-1 0 0,0 0 1 0 0,-1 0 0 0 0,0 1-1 0 0,0-1 1 0 0,-1 1-1 0 0,0-1 1 0 0,-1 1 0 0 0,0-1-1 0 0,-1 1 1 0 0,0-1 0 0 0,0 1-1 0 0,-1-1 1 0 0,-5 16 0 0 0,2-13 16 0 0,0 1 0 0 0,-2-1 0 0 0,1 0-1 0 0,-2 0 1 0 0,1-1 0 0 0,-2 0 0 0 0,1-1 0 0 0,-1 0 0 0 0,-1 0 0 0 0,0-1 0 0 0,0 0 0 0 0,-1 0 0 0 0,0-1 0 0 0,-1-1 0 0 0,1 0 0 0 0,-1 0 0 0 0,-1-2 0 0 0,1 1 0 0 0,-23 5 0 0 0,18-6 26 0 0,0-1 1 0 0,-1 0-1 0 0,0-2 0 0 0,0 0 1 0 0,1-1-1 0 0,-1-1 1 0 0,0 0-1 0 0,0-2 1 0 0,0 0-1 0 0,0-1 0 0 0,1 0 1 0 0,-1-2-1 0 0,1 0 1 0 0,-26-12-1 0 0,40 16-151 0 0,-1-1 0 0 0,0-1 0 0 0,0 1 0 0 0,1-1 0 0 0,-1 1 0 0 0,1-1 0 0 0,0 0 0 0 0,0 0 0 0 0,0 0 0 0 0,-4-7 0 0 0,6 9-37 0 0,0 0 0 0 0,0-1 0 0 0,1 1 0 0 0,-1-1 1 0 0,0 1-1 0 0,1-1 0 0 0,-1 0 0 0 0,1 1 1 0 0,0-1-1 0 0,-1 1 0 0 0,1-1 0 0 0,0 0 0 0 0,0 1 1 0 0,0-1-1 0 0,0 0 0 0 0,1 1 0 0 0,-1-1 0 0 0,0 0 1 0 0,1 1-1 0 0,-1-1 0 0 0,1 1 0 0 0,-1-1 0 0 0,1 1 1 0 0,0-1-1 0 0,0 1 0 0 0,0-1 0 0 0,-1 1 0 0 0,1 0 1 0 0,1-1-1 0 0,0 0 0 0 0,29-24-4630 0 0,-11 12 691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6:16.6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277 41 668 0 0,'12'-23'8862'0'0,"-12"22"-8799"0"0,0 0 0 0 0,0 1 1 0 0,0-1-1 0 0,-1 0 1 0 0,1 0-1 0 0,0 1 0 0 0,-1-1 1 0 0,1 0-1 0 0,0 0 1 0 0,-1 1-1 0 0,1-1 1 0 0,-1 0-1 0 0,1 1 0 0 0,-1-1 1 0 0,1 0-1 0 0,-1 1 1 0 0,1-1-1 0 0,-1 1 0 0 0,0-1 1 0 0,1 1-1 0 0,-1-1 1 0 0,0 1-1 0 0,1 0 1 0 0,-1-1-1 0 0,0 1 0 0 0,0 0 1 0 0,1-1-1 0 0,-3 1 1 0 0,0 0 8 0 0,0-1 0 0 0,1 1 0 0 0,-1 0 0 0 0,0 1 0 0 0,0-1 0 0 0,0 0 1 0 0,0 1-1 0 0,-4 1 0 0 0,-6 2 42 0 0,1 1 0 0 0,-22 12 0 0 0,19-7-67 0 0,0 0 0 0 0,0 1 0 0 0,1 0 0 0 0,1 1-1 0 0,0 0 1 0 0,-18 24 0 0 0,22-26-39 0 0,2 1 0 0 0,-1 1 1 0 0,1-1-1 0 0,1 1 0 0 0,0 0 0 0 0,1 0 0 0 0,0 1 0 0 0,1 0 1 0 0,-4 20-1 0 0,7-30-15 0 0,0 0 1 0 0,1 0-1 0 0,-1 0 0 0 0,1 1 1 0 0,0-1-1 0 0,0 0 1 0 0,0 0-1 0 0,1 1 0 0 0,-1-1 1 0 0,1 0-1 0 0,0 0 1 0 0,0 0-1 0 0,0 0 0 0 0,0 0 1 0 0,0 0-1 0 0,1 0 1 0 0,-1 0-1 0 0,1 0 0 0 0,0 0 1 0 0,0-1-1 0 0,0 1 1 0 0,0-1-1 0 0,0 1 0 0 0,1-1 1 0 0,-1 0-1 0 0,1 0 1 0 0,-1 0-1 0 0,1 0 0 0 0,0 0 1 0 0,0-1-1 0 0,-1 1 1 0 0,1-1-1 0 0,0 0 0 0 0,1 0 1 0 0,-1 0-1 0 0,5 1 1 0 0,1-1-38 0 0,-1 0 1 0 0,0 0 0 0 0,1-1-1 0 0,-1 0 1 0 0,1 0 0 0 0,-1-1-1 0 0,1 0 1 0 0,-1-1 0 0 0,0 1-1 0 0,1-2 1 0 0,-1 1 0 0 0,0-1-1 0 0,9-5 1 0 0,0-2 34 0 0,0-1 1 0 0,-1-1-1 0 0,-1 0 0 0 0,0-2 0 0 0,0 1 1 0 0,-2-2-1 0 0,18-22 0 0 0,2-9 1104 0 0,36-65 1 0 0,-58 96-1009 0 0,-10 15-86 0 0,-1 0 0 0 0,1 0-1 0 0,-1 0 1 0 0,1 0 0 0 0,-1 0-1 0 0,1 0 1 0 0,-1 0-1 0 0,1 0 1 0 0,-1 0 0 0 0,0 0-1 0 0,1 0 1 0 0,-1 0 0 0 0,1 0-1 0 0,-1 0 1 0 0,1 0 0 0 0,-1 0-1 0 0,1 1 1 0 0,-1-1-1 0 0,0 0 1 0 0,1 0 0 0 0,-1 0-1 0 0,1 1 1 0 0,-1-1 0 0 0,0 0-1 0 0,1 1 1 0 0,0 0 4 0 0,-1 1 0 0 0,1-1 0 0 0,-1 1 0 0 0,1-1 0 0 0,-1 1 0 0 0,0-1 0 0 0,0 1 0 0 0,0-1 0 0 0,1 1 0 0 0,-1-1 0 0 0,-1 1 0 0 0,1-1 0 0 0,0 1 0 0 0,-1 1 0 0 0,1 2 11 0 0,-1 56 151 0 0,-1-25-1296 0 0,2-1 1 0 0,7 49-1 0 0,-7-81 639 0 0,1 0-1 0 0,0 0 0 0 0,-1 1 0 0 0,2-1 0 0 0,-1 0 1 0 0,0 0-1 0 0,0 0 0 0 0,1 0 0 0 0,0-1 1 0 0,2 4-1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6:16.9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88 149 452 0 0,'4'-13'1789'0'0,"3"-11"2356"0"0,5-27 0 0 0,-11 44-3681 0 0,0 1 1 0 0,-1-1-1 0 0,1 1 1 0 0,-2-1-1 0 0,0-8 1 0 0,1 15-459 0 0,0-1 1 0 0,0 1-1 0 0,0-1 0 0 0,0 1 0 0 0,0-1 1 0 0,0 1-1 0 0,0-1 0 0 0,0 1 1 0 0,0-1-1 0 0,0 1 0 0 0,0-1 1 0 0,-1 1-1 0 0,1 0 0 0 0,0-1 1 0 0,0 1-1 0 0,-1-1 0 0 0,1 1 1 0 0,0-1-1 0 0,0 1 0 0 0,-1 0 1 0 0,1-1-1 0 0,-1 1 0 0 0,1 0 1 0 0,0-1-1 0 0,-1 1 0 0 0,1 0 1 0 0,-1 0-1 0 0,1-1 0 0 0,0 1 0 0 0,-1 0 1 0 0,1 0-1 0 0,-1 0 0 0 0,1 0 1 0 0,-1-1-1 0 0,1 1 0 0 0,-1 0 1 0 0,1 0-1 0 0,-1 0 0 0 0,1 0 1 0 0,-1 0-1 0 0,1 0 0 0 0,-1 0 1 0 0,1 0-1 0 0,-1 0 0 0 0,1 1 1 0 0,-1-1-1 0 0,1 0 0 0 0,-1 0 1 0 0,1 0-1 0 0,-1 1 0 0 0,0-1-9 0 0,0 1 1 0 0,1 0-1 0 0,-1 0 0 0 0,0-1 0 0 0,0 1 0 0 0,1 0 1 0 0,-1 0-1 0 0,0 0 0 0 0,1 0 0 0 0,-1 0 0 0 0,1 0 1 0 0,-1 0-1 0 0,1 0 0 0 0,-1 0 0 0 0,1 0 0 0 0,0 0 0 0 0,0 0 1 0 0,0 0-1 0 0,-1 0 0 0 0,1 0 0 0 0,0 0 0 0 0,0 0 1 0 0,0 1-1 0 0,0-1 0 0 0,1 1 0 0 0,5 19 15 0 0,1 0 0 0 0,1 0 0 0 0,1-1 0 0 0,15 26-1 0 0,12 28 18 0 0,-35-70-22 0 0,0-1 1 0 0,0 1 0 0 0,0 0 0 0 0,-1-1-1 0 0,1 1 1 0 0,-1 0 0 0 0,0-1 0 0 0,0 1 0 0 0,0-1-1 0 0,-1 1 1 0 0,1 0 0 0 0,-1-1 0 0 0,0 1-1 0 0,0-1 1 0 0,0 1 0 0 0,0-1 0 0 0,-1 1-1 0 0,0-1 1 0 0,1 0 0 0 0,-1 0 0 0 0,0 0 0 0 0,0 0-1 0 0,-1 0 1 0 0,1 0 0 0 0,-1-1 0 0 0,-4 5-1 0 0,0-1 17 0 0,0 0-1 0 0,0-1 0 0 0,-1 0 0 0 0,1 0 0 0 0,-1-1 0 0 0,0 1 0 0 0,0-2 0 0 0,-1 1 0 0 0,-15 3 0 0 0,22-6-47 0 0,0-1-1 0 0,0 1 1 0 0,-1-1-1 0 0,1 0 1 0 0,0 0-1 0 0,0 0 1 0 0,-1 0-1 0 0,1 0 1 0 0,0 0-1 0 0,0-1 1 0 0,-1 1-1 0 0,1-1 1 0 0,0 1-1 0 0,0-1 1 0 0,0 0-1 0 0,0 0 1 0 0,-3-2-1 0 0,4 2-88 0 0,0 0-1 0 0,0 0 0 0 0,0 0 0 0 0,0-1 1 0 0,0 1-1 0 0,0 0 0 0 0,0-1 1 0 0,0 1-1 0 0,0-1 0 0 0,1 1 1 0 0,-1-1-1 0 0,1 0 0 0 0,-1 1 0 0 0,1-1 1 0 0,0 0-1 0 0,-1 1 0 0 0,1-1 1 0 0,0 0-1 0 0,0 1 0 0 0,0-1 0 0 0,0 0 1 0 0,0 1-1 0 0,1-1 0 0 0,0-1 1 0 0,1-7-725 0 0,1 1 1 0 0,0 0 0 0 0,1 0-1 0 0,0 0 1 0 0,1 1 0 0 0,9-14-1 0 0,1-2-1708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6:17.2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48 580 0 0,'39'-48'10949'0'0,"-38"50"-10903"0"0,-1 0-1 0 0,0 0 1 0 0,0-1-1 0 0,1 1 1 0 0,-1 0-1 0 0,0 0 1 0 0,-1 0-1 0 0,1-1 0 0 0,0 1 1 0 0,0 0-1 0 0,-1 0 1 0 0,1 0-1 0 0,-1-1 1 0 0,0 1-1 0 0,1 0 1 0 0,-1-1-1 0 0,0 1 1 0 0,-1 2-1 0 0,-5 12 294 0 0,-35 174 1522 0 0,36-152-1891 0 0,2 0 0 0 0,1 1 0 0 0,3 40 0 0 0,5-42-1345 0 0,-5-36 1072 0 0,1 1-1 0 0,-1-1 1 0 0,0 1 0 0 0,1-1 0 0 0,0 0 0 0 0,-1 1-1 0 0,1-1 1 0 0,0 0 0 0 0,-1 1 0 0 0,1-1-1 0 0,0 0 1 0 0,0 0 0 0 0,0 0 0 0 0,0 1 0 0 0,0-1-1 0 0,0 0 1 0 0,0-1 0 0 0,1 1 0 0 0,-1 0-1 0 0,0 0 1 0 0,0 0 0 0 0,1-1 0 0 0,2 2 0 0 0,13 1-3114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6:17.5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158 88 2320 0 0,'29'-79'12489'0'0,"-28"77"-12216"0"0,-1 2-253 0 0,0 0 1 0 0,0 0-1 0 0,0-1 0 0 0,0 1 1 0 0,0 0-1 0 0,0 0 0 0 0,0-1 0 0 0,0 1 1 0 0,0 0-1 0 0,0 0 0 0 0,0 0 1 0 0,0-1-1 0 0,0 1 0 0 0,0 0 1 0 0,0 0-1 0 0,0-1 0 0 0,0 1 0 0 0,0 0 1 0 0,-1 0-1 0 0,1 0 0 0 0,0 0 1 0 0,0-1-1 0 0,0 1 0 0 0,0 0 1 0 0,0 0-1 0 0,0 0 0 0 0,-1 0 0 0 0,1-1 1 0 0,0 1-1 0 0,0 0 0 0 0,0 0 1 0 0,-1 0-1 0 0,1 0 0 0 0,0 0 1 0 0,0 0-1 0 0,-1-1 0 0 0,-6 7 152 0 0,5-4-172 0 0,0 1 1 0 0,0-1 0 0 0,1 1-1 0 0,-1-1 1 0 0,1 1 0 0 0,0 0-1 0 0,-2 5 1 0 0,2 0 4 0 0,0 0-1 0 0,0 0 1 0 0,1 0 0 0 0,0 0-1 0 0,0 1 1 0 0,1-1 0 0 0,0 0-1 0 0,1 0 1 0 0,0 0 0 0 0,5 14-1 0 0,5 7 48 0 0,25 43 1 0 0,2 7-64 0 0,-38-77 20 0 0,0 0 0 0 0,-1 0 1 0 0,1 0-1 0 0,0 0 0 0 0,-1 0 0 0 0,0 1 1 0 0,1-1-1 0 0,-1 0 0 0 0,0 0 1 0 0,0 0-1 0 0,0 0 0 0 0,0 1 0 0 0,-1-1 1 0 0,1 0-1 0 0,-1 0 0 0 0,1 0 0 0 0,-1 0 1 0 0,0 0-1 0 0,1 0 0 0 0,-1 0 1 0 0,0 0-1 0 0,-1 0 0 0 0,1 0 0 0 0,0 0 1 0 0,0 0-1 0 0,-1-1 0 0 0,1 1 0 0 0,-1-1 1 0 0,1 1-1 0 0,-1-1 0 0 0,0 1 1 0 0,0-1-1 0 0,0 0 0 0 0,1 0 0 0 0,-1 0 1 0 0,0 0-1 0 0,0 0 0 0 0,-4 1 0 0 0,-3 1-2 0 0,1-1 0 0 0,-1 0-1 0 0,0 0 1 0 0,1 0-1 0 0,-1-1 1 0 0,0 0-1 0 0,0-1 1 0 0,-10-1 0 0 0,8 0-512 0 0,0-1 0 0 0,1 0 1 0 0,0-1-1 0 0,-19-6 1 0 0,-15-14-5206 0 0,20 7-229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6:17.7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78 2012 0 0,'24'-67'11310'0'0,"-21"60"-11153"0"0,-2 5-301 0 0,8 1-798 0 0,-7 1 663 0 0,-1 0 0 0 0,1 0-1 0 0,-1 0 1 0 0,1 0 0 0 0,-1 0-1 0 0,1 0 1 0 0,-1 0-1 0 0,1 0 1 0 0,-1 1 0 0 0,1-1-1 0 0,-1 1 1 0 0,3 0-1 0 0,8 4-2528 0 0,0 0-741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6:18.6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567 210 2164 0 0,'7'-10'2234'0'0,"0"0"0"0"0,-1-1 0 0 0,9-21 0 0 0,-14 30-2011 0 0,0-1 0 0 0,0 0-1 0 0,0 1 1 0 0,0-1 0 0 0,0 0-1 0 0,-1 0 1 0 0,1 1 0 0 0,-1-1-1 0 0,0 0 1 0 0,0 0 0 0 0,0 0 0 0 0,0 0-1 0 0,-1 0 1 0 0,1 1 0 0 0,-1-1-1 0 0,1 0 1 0 0,-1 0 0 0 0,0 1-1 0 0,0-1 1 0 0,0 0 0 0 0,0 1-1 0 0,-3-4 1 0 0,2 4-183 0 0,-1 0-1 0 0,0 0 1 0 0,1 0 0 0 0,-1 0-1 0 0,0 1 1 0 0,0-1-1 0 0,0 1 1 0 0,0 0 0 0 0,-1-1-1 0 0,1 2 1 0 0,0-1-1 0 0,0 0 1 0 0,-1 1 0 0 0,1-1-1 0 0,0 1 1 0 0,-6 0-1 0 0,-6 1 19 0 0,0 0-1 0 0,-19 4 0 0 0,-4 2-31 0 0,0 3 0 0 0,1 1 1 0 0,0 1-1 0 0,0 3 0 0 0,2 1 1 0 0,0 1-1 0 0,0 2 0 0 0,2 1 0 0 0,-53 43 1 0 0,76-55-37 0 0,1 1 1 0 0,-14 18 0 0 0,20-24 10 0 0,0 0-1 0 0,1 0 0 0 0,0 1 0 0 0,0-1 1 0 0,0 1-1 0 0,0 0 0 0 0,1-1 1 0 0,-1 1-1 0 0,1 0 0 0 0,0 0 1 0 0,0 0-1 0 0,0 5 0 0 0,1-7 3 0 0,0 0-1 0 0,0 0 1 0 0,0 0-1 0 0,1 0 1 0 0,-1 0-1 0 0,1 0 1 0 0,-1 0-1 0 0,1-1 1 0 0,0 1-1 0 0,0 0 1 0 0,0 0-1 0 0,0-1 0 0 0,0 1 1 0 0,0 0-1 0 0,0-1 1 0 0,0 1-1 0 0,1-1 1 0 0,-1 0-1 0 0,1 1 1 0 0,-1-1-1 0 0,1 0 1 0 0,-1 0-1 0 0,1 0 1 0 0,0 0-1 0 0,0 0 1 0 0,0 0-1 0 0,-1 0 1 0 0,1-1-1 0 0,0 1 1 0 0,0-1-1 0 0,0 1 1 0 0,0-1-1 0 0,0 0 1 0 0,0 0-1 0 0,3 0 1 0 0,5 1-12 0 0,-1-1 0 0 0,1-1 1 0 0,0 0-1 0 0,-1 0 0 0 0,16-4 1 0 0,-7-1-13 0 0,-1 0 1 0 0,0-1-1 0 0,0-1 1 0 0,-1-1-1 0 0,0 0 1 0 0,-1-1 0 0 0,24-20-1 0 0,91-95-73 0 0,-76 69 133 0 0,-37 37 4 0 0,-13 14-73 0 0,1-1 1 0 0,0 1 0 0 0,12-9-1 0 0,-17 14 24 0 0,0-1-1 0 0,1 1 0 0 0,-1 0 1 0 0,0 0-1 0 0,0 0 0 0 0,0 0 1 0 0,0-1-1 0 0,1 1 1 0 0,-1 0-1 0 0,0 0 0 0 0,0 0 1 0 0,0 0-1 0 0,1 0 0 0 0,-1 0 1 0 0,0 0-1 0 0,0 0 0 0 0,1 0 1 0 0,-1 0-1 0 0,0 0 1 0 0,0 0-1 0 0,1 0 0 0 0,-1 0 1 0 0,0 0-1 0 0,0 0 0 0 0,0 0 1 0 0,1 0-1 0 0,-1 0 0 0 0,0 0 1 0 0,0 0-1 0 0,1 0 1 0 0,-1 0-1 0 0,0 0 0 0 0,0 0 1 0 0,0 0-1 0 0,1 1 0 0 0,-1-1 1 0 0,0 0-1 0 0,0 0 0 0 0,1 0 1 0 0,-1 13-70 0 0,-8 23 144 0 0,5-26-75 0 0,-2 12 56 0 0,0 1 0 0 0,-2 34-1 0 0,7-51-129 0 0,-1 1-1 0 0,1-1 1 0 0,1 1-1 0 0,-1 0 1 0 0,1-1-1 0 0,0 1 1 0 0,1-1-1 0 0,-1 1 0 0 0,1-1 1 0 0,1 0-1 0 0,-1 0 1 0 0,1 0-1 0 0,5 9 1 0 0,-5-12-87 0 0,0-1 0 0 0,0 1-1 0 0,0 0 1 0 0,0-1 0 0 0,1 0 0 0 0,-1 1 0 0 0,1-1 0 0 0,-1-1 0 0 0,1 1-1 0 0,0 0 1 0 0,0-1 0 0 0,0 0 0 0 0,0 0 0 0 0,0 0 0 0 0,0 0 0 0 0,0-1-1 0 0,0 0 1 0 0,0 0 0 0 0,1 0 0 0 0,-1 0 0 0 0,0 0 0 0 0,8-3 0 0 0,4 0-309 0 0,0-1 1 0 0,0 0 0 0 0,0-2 0 0 0,20-8 0 0 0,-6-2 234 0 0,-1 0 0 0 0,0-2-1 0 0,-2-1 1 0 0,31-26 0 0 0,91-101 4223 0 0,-135 131-3060 0 0,-4 5 34 0 0,-1 0 0 0 0,11-16 0 0 0,-19 25-707 0 0,-4-3-122 0 0,3 4-123 0 0,0 0 0 0 0,0 0 0 0 0,0-1 0 0 0,0 1 0 0 0,0 0 0 0 0,0 0 0 0 0,0-1 0 0 0,0 1 0 0 0,-1 0 0 0 0,1 0 0 0 0,0 0 0 0 0,0 0 0 0 0,0-1 0 0 0,0 1 0 0 0,0 0 0 0 0,-1 0 0 0 0,1 0 0 0 0,0 0 0 0 0,0-1-1 0 0,0 1 1 0 0,0 0 0 0 0,-1 0 0 0 0,1 0 0 0 0,0 0 0 0 0,0 0 0 0 0,0 0 0 0 0,-1 0 0 0 0,1 0 0 0 0,0-1 0 0 0,0 1 0 0 0,0 0 0 0 0,-1 0 0 0 0,1 0 0 0 0,0 0 0 0 0,0 0 0 0 0,-1 0 0 0 0,1 0 0 0 0,0 0 0 0 0,0 0 0 0 0,-1 1 0 0 0,-1-1-3 0 0,-1 0 1 0 0,1 1-1 0 0,0-1 0 0 0,-1 1 1 0 0,1 0-1 0 0,0 0 0 0 0,0 0 1 0 0,-1 0-1 0 0,1 0 1 0 0,0 0-1 0 0,0 0 0 0 0,0 1 1 0 0,0-1-1 0 0,0 1 0 0 0,1-1 1 0 0,-1 1-1 0 0,0 0 1 0 0,1 0-1 0 0,-1 0 0 0 0,1 0 1 0 0,0 0-1 0 0,0 0 0 0 0,0 0 1 0 0,0 0-1 0 0,0 1 1 0 0,0-1-1 0 0,0 0 0 0 0,1 1 1 0 0,-1-1-1 0 0,1 0 0 0 0,0 1 1 0 0,-1-1-1 0 0,1 1 1 0 0,0-1-1 0 0,0 0 0 0 0,1 1 1 0 0,-1-1-1 0 0,1 1 0 0 0,-1-1 1 0 0,2 4-1 0 0,8 18 20 0 0,1-1 0 0 0,1 0 0 0 0,1 0 0 0 0,28 35-1 0 0,14 24 44 0 0,-55-81-56 0 0,1 0 0 0 0,-1 0 0 0 0,1-1 0 0 0,-1 1 0 0 0,0 0 0 0 0,1 0 0 0 0,-1 0 1 0 0,0 0-1 0 0,1 0 0 0 0,-1 0 0 0 0,0 0 0 0 0,0 0 0 0 0,0 0 0 0 0,0 0 0 0 0,0 0 0 0 0,0 0 1 0 0,0 0-1 0 0,-1 0 0 0 0,1 0 0 0 0,0 0 0 0 0,0 0 0 0 0,-1 0 0 0 0,1 0 0 0 0,-1 0 1 0 0,1 0-1 0 0,-2 1 0 0 0,1 0 6 0 0,-1 0-1 0 0,0-1 1 0 0,0 1 0 0 0,0 0 0 0 0,0-1-1 0 0,0 0 1 0 0,-1 1 0 0 0,1-1 0 0 0,0 0 0 0 0,-4 1-1 0 0,-6 2-70 0 0,0-1-1 0 0,0 0 1 0 0,-14 1-1 0 0,26-4 57 0 0,-110 9-2846 0 0,96-8 2350 0 0,-39 2-1815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6:36.4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65 750 640 0 0,'-5'2'691'0'0,"0"1"0"0"0,1-1 0 0 0,-1 1 0 0 0,1 0 0 0 0,0 0 0 0 0,-1 1 0 0 0,2 0 0 0 0,-1-1 0 0 0,0 1 0 0 0,-4 7 0 0 0,6-7-591 0 0,0-1-1 0 0,0 1 1 0 0,1 0 0 0 0,-1-1-1 0 0,1 1 1 0 0,0 0 0 0 0,1 0-1 0 0,-1 0 1 0 0,0 0 0 0 0,1 0-1 0 0,0-1 1 0 0,0 1 0 0 0,0 0-1 0 0,1 0 1 0 0,0 4 0 0 0,-1-4-50 0 0,1-1 0 0 0,-1 0 0 0 0,1 0 0 0 0,0 1 0 0 0,0-1 0 0 0,0 0 0 0 0,0 0 0 0 0,1 0 0 0 0,-1 0 0 0 0,1 0 0 0 0,0 0 0 0 0,0-1 0 0 0,0 1 0 0 0,0-1 0 0 0,0 1 0 0 0,1-1 1 0 0,-1 0-1 0 0,1 0 0 0 0,-1 0 0 0 0,1 0 0 0 0,0 0 0 0 0,0 0 0 0 0,0-1 0 0 0,0 1 0 0 0,0-1 0 0 0,0 0 0 0 0,0 0 0 0 0,0 0 0 0 0,1-1 0 0 0,-1 1 0 0 0,0-1 0 0 0,0 1 0 0 0,1-1 1 0 0,-1 0-1 0 0,0 0 0 0 0,1-1 0 0 0,2 0 0 0 0,7-1-16 0 0,-1 0 1 0 0,1-1 0 0 0,-1-1 0 0 0,0 0-1 0 0,0 0 1 0 0,-1-1 0 0 0,1-1-1 0 0,-1 0 1 0 0,0-1 0 0 0,-1 0-1 0 0,0 0 1 0 0,0-1 0 0 0,0-1 0 0 0,-1 1-1 0 0,0-1 1 0 0,-1-1 0 0 0,8-11-1 0 0,0 0-14 0 0,-2-2 0 0 0,-1 0 0 0 0,0 0 0 0 0,-2-1 0 0 0,-1-1-1 0 0,-1 1 1 0 0,8-34 0 0 0,-6 6-53 0 0,-2-1 1 0 0,4-100-1 0 0,-24-109-32 0 0,7 240 41 0 0,4 21 24 0 0,0 1-1 0 0,0-1 1 0 0,0 0-1 0 0,-1 1 1 0 0,1-1-1 0 0,0 0 1 0 0,0 1-1 0 0,0-1 1 0 0,0 1-1 0 0,-1-1 1 0 0,1 0-1 0 0,0 1 1 0 0,-1-1-1 0 0,1 1 1 0 0,0-1-1 0 0,-1 1 1 0 0,1-1-1 0 0,-1 1 1 0 0,1-1-1 0 0,-1 1 1 0 0,1-1-1 0 0,-1 1 1 0 0,1 0-1 0 0,-1-1 1 0 0,0 1-1 0 0,1 0 1 0 0,-1 0-1 0 0,1-1 1 0 0,-1 1-1 0 0,0 0 1 0 0,0 0-1 0 0,-3 2 4 0 0,0 0-1 0 0,0 0 1 0 0,1 1-1 0 0,-1 0 1 0 0,1-1-1 0 0,0 1 1 0 0,0 1-1 0 0,0-1 0 0 0,0 0 1 0 0,1 1-1 0 0,-1-1 1 0 0,1 1-1 0 0,0 0 1 0 0,0 0-1 0 0,-2 4 1 0 0,-4 12 31 0 0,-11 36 1 0 0,19-55-34 0 0,-21 75 132 0 0,-18 120 0 0 0,34-157-129 0 0,2 1-1 0 0,2 0 1 0 0,1-1-1 0 0,2 1 1 0 0,8 41-1 0 0,-8-67 8 0 0,2 0 0 0 0,-1-1 0 0 0,2 1 0 0 0,0-1 0 0 0,1 0 0 0 0,0 0 0 0 0,0-1 0 0 0,2 1-1 0 0,-1-1 1 0 0,2-1 0 0 0,10 13 0 0 0,-13-18-33 0 0,1 0 0 0 0,-1 0 0 0 0,1 0 0 0 0,1-1-1 0 0,-1 0 1 0 0,0-1 0 0 0,1 0 0 0 0,0 0 0 0 0,0 0 0 0 0,0-1 0 0 0,1 0-1 0 0,-1-1 1 0 0,1 0 0 0 0,0 0 0 0 0,-1-1 0 0 0,1 0 0 0 0,0 0-1 0 0,0-1 1 0 0,10-1 0 0 0,-8 0-87 0 0,0-1 1 0 0,0 0-1 0 0,-1-1 0 0 0,1 0 1 0 0,-1-1-1 0 0,1 0 0 0 0,-1 0 0 0 0,0-1 1 0 0,-1 0-1 0 0,12-8 0 0 0,-8 3-33 0 0,0-1-1 0 0,-1 0 1 0 0,0-1-1 0 0,-1 0 0 0 0,0-1 1 0 0,10-16-1 0 0,-1-5-58 0 0,0 0 0 0 0,-3-2-1 0 0,0-1 1 0 0,20-71 0 0 0,-17 33 755 0 0,-4 0-1 0 0,-3-2 1 0 0,-3 1 0 0 0,0-130 0 0 0,-7 172-310 0 0,-3 33-225 0 0,0 3 38 0 0,1 117 877 0 0,-4 250 749 0 0,-5-223-1430 0 0,-1 95 378 0 0,9-239-570 0 0,1-2-59 0 0,0 0 0 0 0,-1 0 0 0 0,1 0 0 0 0,-1-1 0 0 0,1 1 0 0 0,-1 0 0 0 0,1-1 0 0 0,-1 1 0 0 0,1 0 0 0 0,-1-1 0 0 0,0 1 0 0 0,1 0-1 0 0,-1-1 1 0 0,1 1 0 0 0,-1-1 0 0 0,0 1 0 0 0,1-1 0 0 0,-1 1 0 0 0,0-1 0 0 0,0 1 0 0 0,1-1 0 0 0,-1 1 0 0 0,0-2 0 0 0,6-16 10 0 0,-4 13-6 0 0,18-56 7 0 0,-9 27-8 0 0,25-55 0 0 0,-32 79-7 0 0,1 1-1 0 0,1 0 1 0 0,-1 1 0 0 0,1 0 0 0 0,1-1-1 0 0,0 2 1 0 0,0-1 0 0 0,0 1-1 0 0,1 0 1 0 0,12-8 0 0 0,-18 14 0 0 0,-1-1 0 0 0,1 1 0 0 0,0 0 0 0 0,0 0-1 0 0,0-1 1 0 0,0 1 0 0 0,1 1 0 0 0,-1-1 0 0 0,0 0 0 0 0,0 0 0 0 0,1 1 0 0 0,-1 0 0 0 0,0-1 0 0 0,0 1 0 0 0,1 0 0 0 0,-1 0 0 0 0,0 0 0 0 0,1 0 0 0 0,-1 0-1 0 0,0 1 1 0 0,1-1 0 0 0,-1 1 0 0 0,0 0 0 0 0,0-1 0 0 0,0 1 0 0 0,1 0 0 0 0,-1 0 0 0 0,0 1 0 0 0,0-1 0 0 0,-1 0 0 0 0,1 1 0 0 0,0-1 0 0 0,0 1 0 0 0,-1-1-1 0 0,1 1 1 0 0,0 0 0 0 0,-1 0 0 0 0,0-1 0 0 0,1 1 0 0 0,-1 0 0 0 0,2 4 0 0 0,1 4 6 0 0,0 0 1 0 0,0 1-1 0 0,-1-1 0 0 0,0 1 0 0 0,0-1 1 0 0,-1 1-1 0 0,0 18 0 0 0,-1 5-2 0 0,-1-19 11 0 0,1 1 0 0 0,0-1 1 0 0,1 0-1 0 0,6 26 0 0 0,-7-38-11 0 0,0-1-1 0 0,0 1 1 0 0,0 0-1 0 0,1 0 1 0 0,-1-1-1 0 0,1 1 1 0 0,0 0 0 0 0,0-1-1 0 0,0 0 1 0 0,0 1-1 0 0,0-1 1 0 0,1 0-1 0 0,-1 0 1 0 0,1 0-1 0 0,-1-1 1 0 0,1 1 0 0 0,-1-1-1 0 0,1 1 1 0 0,0-1-1 0 0,0 0 1 0 0,0 0-1 0 0,0 0 1 0 0,0 0-1 0 0,0-1 1 0 0,0 1 0 0 0,0-1-1 0 0,0 0 1 0 0,0 1-1 0 0,0-1 1 0 0,0-1-1 0 0,5 0 1 0 0,0 0-17 0 0,-1 0 0 0 0,1-1 0 0 0,0 0 0 0 0,-1 0 0 0 0,1-1 0 0 0,-1 0 0 0 0,0-1 0 0 0,0 1 0 0 0,0-1 0 0 0,0-1 0 0 0,7-5 0 0 0,0-3-13 0 0,-1 0 0 0 0,-1-1-1 0 0,-1-1 1 0 0,0 0 0 0 0,0 0-1 0 0,-2-1 1 0 0,12-26 0 0 0,-7 11 116 0 0,-2-1 1 0 0,-1-1 0 0 0,8-38 0 0 0,-6 10 946 0 0,-12 59-931 0 0,-3 5-88 0 0,1-1 1 0 0,-1 0-1 0 0,1 1 1 0 0,0-1-1 0 0,0 0 1 0 0,0 1-1 0 0,0 0 1 0 0,-1 3-1 0 0,-10 50 159 0 0,3 1-1 0 0,3 0 1 0 0,0 101-1 0 0,6-146-149 0 0,0-1 0 0 0,1 0 0 0 0,0 0 0 0 0,1 0 1 0 0,0 1-1 0 0,0-1 0 0 0,5 10 0 0 0,-5-17-111 0 0,-1-1 0 0 0,1 0 0 0 0,0 1 0 0 0,0-1 0 0 0,0 0 1 0 0,0 0-1 0 0,1 0 0 0 0,-1-1 0 0 0,1 1 0 0 0,0-1 0 0 0,0 1 1 0 0,0-1-1 0 0,0 0 0 0 0,0 0 0 0 0,0 0 0 0 0,1 0 0 0 0,-1-1 1 0 0,1 1-1 0 0,-1-1 0 0 0,1 0 0 0 0,-1 0 0 0 0,1 0 0 0 0,0 0 1 0 0,5-1-1 0 0,-1 1-283 0 0,0-2 0 0 0,0 1-1 0 0,0-1 1 0 0,-1 0 0 0 0,1 0 0 0 0,0-1 0 0 0,-1 0 0 0 0,1-1 0 0 0,-1 0 0 0 0,0 0-1 0 0,10-5 1 0 0,-1-2-1072 0 0,0 0 0 0 0,-1-2 0 0 0,21-18 0 0 0,-9 4-1932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6:36.8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190 206 3992 0 0,'14'-23'1769'0'0,"17"-38"0"0"0,-28 55-1442 0 0,0-1 0 0 0,-1 1 0 0 0,0-1 1 0 0,0 0-1 0 0,0 0 0 0 0,-1 0 0 0 0,0 0 1 0 0,-1 0-1 0 0,1 0 0 0 0,-2 0 0 0 0,0-9 0 0 0,1 14-275 0 0,0 1-1 0 0,-1 0 1 0 0,1-1-1 0 0,0 1 1 0 0,-1-1-1 0 0,0 1 1 0 0,1 0-1 0 0,-1-1 1 0 0,0 1-1 0 0,1 0 1 0 0,-1 0-1 0 0,0 0 1 0 0,0-1 0 0 0,0 1-1 0 0,0 0 1 0 0,0 0-1 0 0,0 0 1 0 0,-1 1-1 0 0,1-1 1 0 0,0 0-1 0 0,0 0 1 0 0,-3 0-1 0 0,1 0 3 0 0,1 0 1 0 0,-1 1-1 0 0,0-1 1 0 0,1 1-1 0 0,-1 0 0 0 0,0 0 1 0 0,1 0-1 0 0,-1 0 0 0 0,0 1 1 0 0,0-1-1 0 0,-3 2 1 0 0,-2 0 3 0 0,1 1 0 0 0,0-1 0 0 0,0 2 0 0 0,0-1 0 0 0,0 1 0 0 0,1 0 0 0 0,-12 9 1 0 0,14-9-39 0 0,-1 1 1 0 0,1-1 0 0 0,0 1 0 0 0,0 0 0 0 0,0 1 0 0 0,0-1-1 0 0,1 1 1 0 0,0-1 0 0 0,0 1 0 0 0,1 0 0 0 0,0 0 0 0 0,0 0-1 0 0,-2 8 1 0 0,4-9-9 0 0,-1-1 0 0 0,1 1-1 0 0,0-1 1 0 0,0 1 0 0 0,1-1 0 0 0,-1 1-1 0 0,1-1 1 0 0,0 1 0 0 0,0-1-1 0 0,1 1 1 0 0,-1-1 0 0 0,1 0 0 0 0,0 0-1 0 0,0 0 1 0 0,0 0 0 0 0,1 0-1 0 0,-1 0 1 0 0,1-1 0 0 0,5 6 0 0 0,8 7 1 0 0,2-1 1 0 0,0-1-1 0 0,33 21 0 0 0,-32-24-5 0 0,-1 2-1 0 0,0 0 1 0 0,-1 1-1 0 0,21 21 1 0 0,-37-34 41 0 0,0 0 0 0 0,0 0 0 0 0,-1 0 0 0 0,1 1 0 0 0,0-1 0 0 0,0 0 0 0 0,-1 0 0 0 0,1 0 0 0 0,0 1 0 0 0,-1-1 0 0 0,1 0 0 0 0,-1 1 0 0 0,0-1 0 0 0,1 1 0 0 0,-1-1 0 0 0,0 0 0 0 0,0 1 0 0 0,0-1 0 0 0,0 1 0 0 0,0-1 0 0 0,0 0 0 0 0,0 1 1 0 0,-1-1-1 0 0,1 1 0 0 0,0-1 0 0 0,-1 0 0 0 0,1 1 0 0 0,-1-1 0 0 0,0 0 0 0 0,1 0 0 0 0,-1 1 0 0 0,0-1 0 0 0,0 0 0 0 0,1 0 0 0 0,-1 0 0 0 0,0 0 0 0 0,0 0 0 0 0,0 0 0 0 0,-1 0 0 0 0,1 0 0 0 0,0 0 0 0 0,0-1 0 0 0,-2 2 0 0 0,-3 1 33 0 0,1 0 0 0 0,0 0 0 0 0,-1-1 0 0 0,0 0 0 0 0,1 0 0 0 0,-1 0 0 0 0,0 0 0 0 0,0-1 0 0 0,-7 1 0 0 0,2-2-119 0 0,-1 0 1 0 0,1-1-1 0 0,0 0 0 0 0,0 0 1 0 0,0-1-1 0 0,0-1 0 0 0,0 0 0 0 0,1 0 1 0 0,-15-7-1 0 0,13 4-884 0 0,1 0 0 0 0,-20-14 1 0 0,-18-24-5351 0 0,29 22 722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6:37.0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23 133 1508 0 0,'-4'-56'8737'0'0,"-4"2"-6261"0"0,8 52-3031 0 0,-1 0 0 0 0,1 0-1 0 0,-1 0 1 0 0,0 0 0 0 0,0 0 0 0 0,0 1 0 0 0,0-1-1 0 0,0 0 1 0 0,-2-2 0 0 0,2 3-9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6:37.2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 1 908 0 0,'-141'29'9308'0'0,"140"-29"-9202"0"0,-1 0 0 0 0,0 0 1 0 0,0 1-1 0 0,0-1 0 0 0,0 1 1 0 0,1-1-1 0 0,-1 1 0 0 0,0-1 1 0 0,0 1-1 0 0,1 0 0 0 0,-1 0 1 0 0,0 0-1 0 0,1 0 0 0 0,-1 0 1 0 0,1 0-1 0 0,-1 0 0 0 0,1 1 1 0 0,0-1-1 0 0,0 0 0 0 0,-1 1 1 0 0,1-1-1 0 0,-1 3 0 0 0,3-3-64 0 0,-1 0 1 0 0,1-1-1 0 0,0 1 0 0 0,0 0 0 0 0,0-1 0 0 0,0 1 1 0 0,-1-1-1 0 0,1 1 0 0 0,0-1 0 0 0,0 0 0 0 0,0 1 1 0 0,0-1-1 0 0,0 0 0 0 0,2 1 0 0 0,-3-1-17 0 0,21 3 138 0 0,-1 0 1 0 0,0-1 0 0 0,1-2 0 0 0,36-2 0 0 0,-17 0-80 0 0,205-7-1710 0 0,-83-2-3379 0 0,-63 2-182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6:38.2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375 801 1696 0 0,'-15'3'1931'0'0,"1"1"0"0"0,-27 11 0 0 0,35-12-1651 0 0,1 0 1 0 0,-1 0 0 0 0,1 1-1 0 0,-1-1 1 0 0,1 1 0 0 0,0 0-1 0 0,0 1 1 0 0,1-1-1 0 0,-6 7 1 0 0,10-10-24 0 0,-3 5 1753 0 0,3-6-1977 0 0,6-2 76 0 0,-1-1 0 0 0,0 0 1 0 0,0 0-1 0 0,0 0 0 0 0,-1 0 0 0 0,1-1 0 0 0,-1 0 0 0 0,0 0 0 0 0,0 0 1 0 0,0 0-1 0 0,0 0 0 0 0,-1-1 0 0 0,1 0 0 0 0,3-9 0 0 0,6-10 59 0 0,17-47-1 0 0,-27 65-137 0 0,13-42-6 0 0,-2 0 0 0 0,-2-1 0 0 0,10-84-1 0 0,-15 62-60 0 0,-4 0 0 0 0,-6-74 0 0 0,-9 28 48 0 0,10 103-36 0 0,-2 3-3 0 0,4 11 27 0 0,0 0 1 0 0,0 0 0 0 0,0 0 0 0 0,0 0-1 0 0,0 0 1 0 0,0 0 0 0 0,0 0 0 0 0,0 1 0 0 0,0-1-1 0 0,0 0 1 0 0,0 0 0 0 0,0 0 0 0 0,0 0-1 0 0,0 0 1 0 0,0 0 0 0 0,0 0 0 0 0,0 0-1 0 0,0 0 1 0 0,0 0 0 0 0,0 0 0 0 0,0 0-1 0 0,-1 0 1 0 0,1 0 0 0 0,0 0 0 0 0,0 0-1 0 0,0 0 1 0 0,0 0 0 0 0,0 0 0 0 0,0 0-1 0 0,0 0 1 0 0,0 0 0 0 0,0 0 0 0 0,0 0 0 0 0,0 0-1 0 0,0 0 1 0 0,-1 0 0 0 0,1 0 0 0 0,0 0-1 0 0,0 0 1 0 0,0 0 0 0 0,0 0 0 0 0,0 0-1 0 0,0 0 1 0 0,0 0 0 0 0,0 0 0 0 0,0 0-1 0 0,0 0 1 0 0,0 0 0 0 0,0 0 0 0 0,-1 0-1 0 0,1 0 1 0 0,0 0 0 0 0,0 0 0 0 0,0 0 0 0 0,0 0-1 0 0,0 0 1 0 0,0 0 0 0 0,0 0 0 0 0,0-1-1 0 0,0 1 1 0 0,0 0 0 0 0,0 0 0 0 0,0 0-1 0 0,0 0 1 0 0,0 0 0 0 0,0 0 0 0 0,-4 4 2 0 0,1 0 0 0 0,0 0 0 0 0,0 0 0 0 0,0 1 0 0 0,0-1 0 0 0,1 1 1 0 0,0 0-1 0 0,0 0 0 0 0,-3 9 0 0 0,-10 53 53 0 0,12-55-41 0 0,-61 461 251 0 0,33 4 49 0 0,-28 424 105 0 0,57-870-397 0 0,1-7 70 0 0,-2-1 0 0 0,-8 41 0 0 0,10-61-81 0 0,0 0-1 0 0,0 0 1 0 0,-1 0 0 0 0,1-1 0 0 0,-1 1-1 0 0,0 0 1 0 0,1-1 0 0 0,-1 0 0 0 0,0 1 0 0 0,0-1-1 0 0,-5 4 1 0 0,5-5 0 0 0,-2-2 1 0 0,-1-1-12 0 0,-1-1 0 0 0,1 0 0 0 0,0-1 0 0 0,0 1 0 0 0,0-1 0 0 0,0 0 0 0 0,1 0 1 0 0,0 0-1 0 0,-1-1 0 0 0,2 1 0 0 0,-1-1 0 0 0,0 0 0 0 0,1 0 0 0 0,0 0 0 0 0,0-1 0 0 0,-2-6 0 0 0,-7-14-18 0 0,2-1 0 0 0,-8-31 0 0 0,4 2-45 0 0,2 0-1 0 0,3-1 1 0 0,-3-100 0 0 0,12 65-82 0 0,19-146 0 0 0,-13 200 132 0 0,1 1 0 0 0,2 1 0 0 0,2-1-1 0 0,1 2 1 0 0,1-1 0 0 0,3 2-1 0 0,0 0 1 0 0,41-60 0 0 0,-41 71 10 0 0,2 0 0 0 0,0 1 1 0 0,2 1-1 0 0,0 1 0 0 0,1 1 1 0 0,2 1-1 0 0,-1 1 0 0 0,2 0 0 0 0,0 2 1 0 0,1 1-1 0 0,1 1 0 0 0,36-13 1 0 0,-43 20-10 0 0,0 0 1 0 0,1 2-1 0 0,0 0 0 0 0,0 2 1 0 0,-1 0-1 0 0,27 1 1 0 0,-36 1 1 0 0,1 1 1 0 0,-1 0-1 0 0,0 0 1 0 0,0 1-1 0 0,0 0 1 0 0,0 1-1 0 0,0 0 1 0 0,-1 1-1 0 0,1 0 1 0 0,-1 0-1 0 0,0 1 1 0 0,0 0-1 0 0,0 1 1 0 0,7 6-1 0 0,-14-10 14 0 0,0 0 0 0 0,0 0-1 0 0,0-1 1 0 0,0 1-1 0 0,0 0 1 0 0,-1 0 0 0 0,1 1-1 0 0,-1-1 1 0 0,0 0 0 0 0,1 0-1 0 0,-1 1 1 0 0,0-1-1 0 0,0 1 1 0 0,-1-1 0 0 0,1 1-1 0 0,0-1 1 0 0,-1 1 0 0 0,0 0-1 0 0,1-1 1 0 0,-1 1-1 0 0,0-1 1 0 0,0 1 0 0 0,-1 0-1 0 0,0 5 1 0 0,-1-4 5 0 0,0 1 1 0 0,0 0-1 0 0,-1-1 0 0 0,1 1 1 0 0,-1-1-1 0 0,0 0 0 0 0,-1 0 1 0 0,1 0-1 0 0,0-1 0 0 0,-1 1 1 0 0,-8 6-1 0 0,-4 1 21 0 0,-1 0 0 0 0,0-1-1 0 0,0-1 1 0 0,-1 0 0 0 0,0-2 0 0 0,-1 0-1 0 0,-22 6 1 0 0,-140 21-744 0 0,115-24-975 0 0,62-10 773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6:40.7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4 482 2024 0 0,'-3'-26'6686'0'0,"6"13"-4442"0"0,4 17-1422 0 0,12 30-1073 0 0,-10-17 438 0 0,-1-3-134 0 0,61 111 85 0 0,-61-109-70 0 0,-2-1 0 0 0,0 1 0 0 0,-1 0-1 0 0,-1 0 1 0 0,0 0 0 0 0,2 24 0 0 0,-6-35 77 0 0,0-1 0 0 0,0 0 1 0 0,-1 1-1 0 0,0-1 0 0 0,1 0 1 0 0,-2 0-1 0 0,1 1 0 0 0,0-1 1 0 0,-1 0-1 0 0,0 0 0 0 0,0 0 1 0 0,0-1-1 0 0,0 1 0 0 0,-5 6 0 0 0,5-9-108 0 0,1 1-1 0 0,0-1 0 0 0,0 0 0 0 0,0 0 1 0 0,-1 0-1 0 0,1 0 0 0 0,-1 0 0 0 0,1 0 1 0 0,-1 0-1 0 0,1 0 0 0 0,-1 0 0 0 0,1-1 1 0 0,-1 1-1 0 0,0-1 0 0 0,1 1 0 0 0,-1-1 1 0 0,0 0-1 0 0,0 1 0 0 0,1-1 0 0 0,-1 0 0 0 0,0 0 1 0 0,1 0-1 0 0,-1 0 0 0 0,0-1 0 0 0,0 1 1 0 0,1 0-1 0 0,-1-1 0 0 0,0 1 0 0 0,1-1 1 0 0,-1 0-1 0 0,1 0 0 0 0,-1 1 0 0 0,1-1 1 0 0,-1 0-1 0 0,1 0 0 0 0,-1 0 0 0 0,1 0 1 0 0,-2-3-1 0 0,0 1-19 0 0,1 0 0 0 0,-1 0 0 0 0,1 0 0 0 0,0 0 0 0 0,0-1 0 0 0,0 1 1 0 0,1-1-1 0 0,-1 1 0 0 0,1-1 0 0 0,0 0 0 0 0,0 1 0 0 0,0-1 0 0 0,1 0 0 0 0,-1 0 0 0 0,1 0 1 0 0,0-4-1 0 0,0-5 1 0 0,0 0 1 0 0,1 1-1 0 0,5-21 0 0 0,-2 18-13 0 0,0-1 0 0 0,2 1-1 0 0,0 0 1 0 0,0 1 0 0 0,1 0-1 0 0,1 0 1 0 0,0 0 0 0 0,1 1-1 0 0,1 0 1 0 0,0 1 0 0 0,23-22-1 0 0,-24 25-19 0 0,1 1 1 0 0,1 0-1 0 0,0 0 0 0 0,0 1 0 0 0,0 1 0 0 0,1-1 0 0 0,0 2 1 0 0,0 0-1 0 0,0 0 0 0 0,1 1 0 0 0,-1 1 0 0 0,1 0 0 0 0,0 1 1 0 0,25-1-1 0 0,-34 2 9 0 0,0 1 0 0 0,0 1 1 0 0,0-1-1 0 0,0 0 0 0 0,0 1 1 0 0,0 0-1 0 0,-1 0 0 0 0,1 0 1 0 0,0 1-1 0 0,-1-1 0 0 0,1 1 1 0 0,-1 0-1 0 0,1 0 1 0 0,-1 0-1 0 0,0 0 0 0 0,0 0 1 0 0,0 1-1 0 0,0-1 0 0 0,3 5 1 0 0,-3-2 1 0 0,0-1 0 0 0,0 1-1 0 0,-1 0 1 0 0,0 0 0 0 0,0 0 0 0 0,0 0 0 0 0,0 0 0 0 0,-1 0 0 0 0,0 0 0 0 0,0 1 0 0 0,0-1 0 0 0,-1 0 0 0 0,0 8 0 0 0,-1 9 0 0 0,-1 0 1 0 0,-2 0-1 0 0,-6 26 0 0 0,5-27 10 0 0,0 1 1 0 0,2 0-1 0 0,-1 26 1 0 0,4-46-4 0 0,0 0 1 0 0,0 1-1 0 0,0-1 0 0 0,0 0 1 0 0,1 0-1 0 0,-1 0 0 0 0,1 1 1 0 0,-1-1-1 0 0,1 0 0 0 0,0 0 1 0 0,0 0-1 0 0,0 0 0 0 0,0 0 1 0 0,0 0-1 0 0,0-1 0 0 0,1 1 1 0 0,-1 0-1 0 0,1 0 0 0 0,-1-1 1 0 0,3 2-1 0 0,-1-1 3 0 0,0 0 0 0 0,0-1 0 0 0,0 1 0 0 0,0-1 0 0 0,0 0 0 0 0,0 0 0 0 0,1 0 0 0 0,-1 0 0 0 0,1 0 0 0 0,-1-1 0 0 0,6 1 0 0 0,4-2 6 0 0,0 1 0 0 0,-1-2 0 0 0,1 0 1 0 0,-1 0-1 0 0,0-1 0 0 0,14-5 0 0 0,-9 1-8 0 0,-1-1 0 0 0,0-1 0 0 0,0 0 0 0 0,-1-1 0 0 0,0 0 0 0 0,0-1 0 0 0,-1-1 0 0 0,-1-1 0 0 0,0 0 0 0 0,17-21 0 0 0,-19 19 0 0 0,0 0-1 0 0,-1-1 1 0 0,0 0 0 0 0,-1-1 0 0 0,-1 1-1 0 0,-1-2 1 0 0,0 1 0 0 0,-1-1 0 0 0,-1 0-1 0 0,3-23 1 0 0,-7 36-5 0 0,-1 0 0 0 0,1-1 0 0 0,-1 1 0 0 0,-1 0-1 0 0,1-1 1 0 0,-1 1 0 0 0,1 0 0 0 0,-1 0 0 0 0,-1 0 0 0 0,1-1 0 0 0,-1 1 0 0 0,0 1-1 0 0,0-1 1 0 0,-1 0 0 0 0,1 0 0 0 0,-1 1 0 0 0,-6-9 0 0 0,4 8-2 0 0,0 0 0 0 0,-1 1-1 0 0,1-1 1 0 0,-1 1 0 0 0,0 1 0 0 0,0-1 0 0 0,0 1 0 0 0,0 0 0 0 0,-1 0 0 0 0,1 0 0 0 0,-1 1 0 0 0,-10-2 0 0 0,7 2-5 0 0,-1 0 1 0 0,0 1 0 0 0,0 1 0 0 0,0 0 0 0 0,0 0-1 0 0,0 1 1 0 0,-21 4 0 0 0,24-4 0 0 0,0 2 1 0 0,0-1-1 0 0,1 1 0 0 0,-1 0 1 0 0,1 0-1 0 0,-1 1 0 0 0,1 0 1 0 0,1 1-1 0 0,-1-1 0 0 0,-10 11 1 0 0,13-12-1 0 0,1 1 0 0 0,0-1-1 0 0,-1 1 1 0 0,2 0 0 0 0,-1 0 0 0 0,0 1 0 0 0,1-1 0 0 0,0 1-1 0 0,0-1 1 0 0,-3 9 0 0 0,5-11-8 0 0,0 0-1 0 0,-1 0 1 0 0,1 1-1 0 0,0-1 1 0 0,0 0 0 0 0,0 0-1 0 0,1 0 1 0 0,-1 1-1 0 0,0-1 1 0 0,1 0-1 0 0,0 0 1 0 0,-1 0 0 0 0,1 0-1 0 0,0 0 1 0 0,0 0-1 0 0,0 0 1 0 0,0 0-1 0 0,0 0 1 0 0,1-1 0 0 0,-1 1-1 0 0,1 0 1 0 0,-1-1-1 0 0,1 1 1 0 0,-1-1-1 0 0,1 1 1 0 0,0-1 0 0 0,2 1-1 0 0,6 5-162 0 0,1-2 0 0 0,-1 0 0 0 0,1 0-1 0 0,0-1 1 0 0,1 0 0 0 0,-1-1 0 0 0,1-1 0 0 0,-1 1 0 0 0,1-2-1 0 0,0 0 1 0 0,24 0 0 0 0,-7-3-240 0 0,0-1-1 0 0,-1-1 0 0 0,51-13 1 0 0,-58 10 237 0 0,1 0 0 0 0,-1-2 0 0 0,-1 0 0 0 0,1-1 0 0 0,-2-1 0 0 0,1-1-1 0 0,-2-1 1 0 0,0 0 0 0 0,0-2 0 0 0,16-17 0 0 0,-9 5 136 0 0,-1-2 0 0 0,-1 0 0 0 0,-2-2 0 0 0,-1 0 0 0 0,21-45 0 0 0,10-36 1517 0 0,-50 110-1444 0 0,-4 5-1 0 0,1 0 0 0 0,0 0 0 0 0,-1 0 0 0 0,1 1 0 0 0,0-1 0 0 0,1 1 0 0 0,-1 0 0 0 0,1-1 1 0 0,-1 1-1 0 0,0 6 0 0 0,0-4 51 0 0,-33 108 510 0 0,6 1 0 0 0,4 1 1 0 0,-10 124-1 0 0,24-165 230 0 0,10-72-670 0 0,1-3-142 0 0,-1-1 0 0 0,1 1 0 0 0,-1 0 0 0 0,1-1-1 0 0,0 1 1 0 0,-1 0 0 0 0,1-1 0 0 0,0 1 0 0 0,-1 0-1 0 0,1-1 1 0 0,0 1 0 0 0,-1-1 0 0 0,1 1 0 0 0,0-1-1 0 0,0 1 1 0 0,-1-1 0 0 0,1 1 0 0 0,0-1 0 0 0,0 1-1 0 0,0-1 1 0 0,0 1 0 0 0,0-1 0 0 0,-1 1 0 0 0,1-2-1 0 0,-1-13 23 0 0,1 13-27 0 0,-1-16 23 0 0,1-1 0 0 0,1 0 0 0 0,0 0 1 0 0,2 0-1 0 0,0 1 0 0 0,1-1 0 0 0,9-25 1 0 0,-11 39-30 0 0,-1 1 1 0 0,1 0-1 0 0,0 0 1 0 0,0 0-1 0 0,1 0 1 0 0,-1 0-1 0 0,1 1 1 0 0,0-1-1 0 0,0 1 1 0 0,0-1-1 0 0,0 1 1 0 0,1 0-1 0 0,-1 1 1 0 0,1-1-1 0 0,0 0 1 0 0,-1 1-1 0 0,1 0 1 0 0,1 0-1 0 0,-1 0 1 0 0,0 0-1 0 0,0 1 1 0 0,0 0-1 0 0,1 0 1 0 0,-1 0-1 0 0,1 0 1 0 0,-1 1-1 0 0,1-1 1 0 0,-1 1 0 0 0,1 0-1 0 0,7 2 1 0 0,-4-1-7 0 0,1 0 0 0 0,0 1 0 0 0,-1 0 1 0 0,0 1-1 0 0,1 0 0 0 0,-1 0 1 0 0,0 1-1 0 0,-1 0 0 0 0,1 0 1 0 0,-1 1-1 0 0,1 0 0 0 0,-1 0 1 0 0,-1 1-1 0 0,1 0 0 0 0,5 7 1 0 0,-6-6 17 0 0,0 1 0 0 0,-1-1 0 0 0,-1 1 0 0 0,1 0 0 0 0,-1 0 0 0 0,-1 1 0 0 0,1-1 0 0 0,-1 1 0 0 0,-1-1 0 0 0,0 1 0 0 0,0 0 0 0 0,-1 0 1 0 0,0 0-1 0 0,0 0 0 0 0,-1 0 0 0 0,0 1 0 0 0,-1-1 0 0 0,0 0 0 0 0,0 0 0 0 0,-1 0 0 0 0,0 0 0 0 0,0-1 0 0 0,-1 1 0 0 0,-1-1 0 0 0,1 1 0 0 0,-1-1 0 0 0,-1 0 0 0 0,0 0 1 0 0,0-1-1 0 0,0 1 0 0 0,-1-1 0 0 0,0 0 0 0 0,0-1 0 0 0,-1 0 0 0 0,0 0 0 0 0,-10 8 0 0 0,-5-1 112 0 0,0-2 1 0 0,0 0-1 0 0,-1-1 0 0 0,-1-1 0 0 0,1-1 1 0 0,-38 7-1 0 0,8 0 402 0 0,52-15-503 0 0,-1 1 0 0 0,1-1 0 0 0,0 1 0 0 0,-1-1 0 0 0,1 1 0 0 0,0-1 0 0 0,-1 0 0 0 0,1 0 0 0 0,-1 0 0 0 0,1 0 0 0 0,0 0 0 0 0,-1 0 0 0 0,1 0 0 0 0,-1 0 0 0 0,1 0 0 0 0,0-1 0 0 0,-1 1 0 0 0,1-1 0 0 0,0 1 0 0 0,-1-1 0 0 0,1 1 0 0 0,0-1 0 0 0,0 0 0 0 0,-1 1 0 0 0,1-1 0 0 0,0 0 0 0 0,-2-2 0 0 0,3 2-15 0 0,0-1 0 0 0,0 1-1 0 0,1 0 1 0 0,-1-1 0 0 0,0 1 0 0 0,1 0 0 0 0,-1-1-1 0 0,0 1 1 0 0,1 0 0 0 0,0 0 0 0 0,-1-1-1 0 0,1 1 1 0 0,0 0 0 0 0,0 0 0 0 0,0 0-1 0 0,-1 0 1 0 0,1 0 0 0 0,2-1 0 0 0,-2 0-2 0 0,29-30-80 0 0,0 2 1 0 0,2 1-1 0 0,56-39 0 0 0,-50 39-5 0 0,267-191-614 0 0,-155 115 180 0 0,-111 77 299 0 0,-2-1 1 0 0,56-56 0 0 0,-81 72 184 0 0,0-1 1 0 0,-1 0-1 0 0,0-1 1 0 0,-1 0-1 0 0,-1-1 1 0 0,0 0-1 0 0,-1 0 1 0 0,-1-1-1 0 0,-1 0 1 0 0,5-19-1 0 0,-10 33 35 0 0,-1-1-1 0 0,0 0 1 0 0,1 1-1 0 0,-1-1 1 0 0,0 0-1 0 0,-1-4 1 0 0,1 8-1 0 0,0-1 0 0 0,0 1 0 0 0,0-1 1 0 0,0 1-1 0 0,-1-1 0 0 0,1 1 0 0 0,0-1 1 0 0,0 1-1 0 0,0-1 0 0 0,-1 1 0 0 0,1-1 0 0 0,0 1 1 0 0,0-1-1 0 0,-1 1 0 0 0,1-1 0 0 0,0 1 0 0 0,-1-1 1 0 0,1 1-1 0 0,-1 0 0 0 0,1-1 0 0 0,0 1 1 0 0,-1 0-1 0 0,1-1 0 0 0,-1 1 0 0 0,1 0 0 0 0,-1-1 1 0 0,1 1-1 0 0,-1 0 0 0 0,1 0 0 0 0,-1 0 1 0 0,1 0-1 0 0,-1-1 0 0 0,0 1 0 0 0,1 0 0 0 0,-1 0 1 0 0,1 0-1 0 0,-1 0 0 0 0,1 0 0 0 0,-1 0 1 0 0,1 1-1 0 0,-1-1 0 0 0,0 0 0 0 0,1 0 0 0 0,-1 0 1 0 0,1 0-1 0 0,-1 1 0 0 0,1-1 0 0 0,-1 0 1 0 0,1 0-1 0 0,-1 1 0 0 0,1-1 0 0 0,0 0 0 0 0,-2 1 1 0 0,-4 5 10 0 0,-1-1 0 0 0,1 1 0 0 0,-1 0 0 0 0,2 0 0 0 0,-1 1 0 0 0,1 0 0 0 0,0 0 0 0 0,0 0 0 0 0,1 0 0 0 0,0 1 0 0 0,0 0-1 0 0,-5 15 1 0 0,-1 9 48 0 0,1 0-1 0 0,-5 34 1 0 0,9-36-30 0 0,1 1 0 0 0,1 0 0 0 0,2 0 0 0 0,1-1 0 0 0,2 1 0 0 0,1 0 0 0 0,1-1 0 0 0,13 50 0 0 0,-13-70-15 0 0,0 0 0 0 0,0 0 0 0 0,1 0 1 0 0,0-1-1 0 0,1 1 0 0 0,0-1 0 0 0,0-1 0 0 0,1 1 0 0 0,0-1 0 0 0,1 0 0 0 0,-1-1 0 0 0,2 1 1 0 0,-1-2-1 0 0,1 1 0 0 0,0-1 0 0 0,14 7 0 0 0,-15-9-7 0 0,0-1 0 0 0,0 0 0 0 0,0 0 1 0 0,0-1-1 0 0,1 0 0 0 0,-1 0 0 0 0,1-1 0 0 0,0 0 0 0 0,-1 0 0 0 0,1-1 0 0 0,0 0 0 0 0,-1-1 1 0 0,1 0-1 0 0,-1 0 0 0 0,1-1 0 0 0,-1 0 0 0 0,1-1 0 0 0,-1 1 0 0 0,0-1 0 0 0,13-8 0 0 0,-8 3 3 0 0,-2-1-1 0 0,1 0 1 0 0,-1 0-1 0 0,0-1 1 0 0,-1-1-1 0 0,0 0 1 0 0,-1 0-1 0 0,13-19 0 0 0,-14 16-1 0 0,1-1 0 0 0,-2 1-1 0 0,1-2 1 0 0,-2 1-1 0 0,0-1 1 0 0,-1 1-1 0 0,4-23 1 0 0,-8 32-12 0 0,-1 0 0 0 0,1 0 0 0 0,-1 0 1 0 0,0 0-1 0 0,0 0 0 0 0,-1 0 0 0 0,0 0 1 0 0,0 0-1 0 0,0 0 0 0 0,-3-7 0 0 0,3 10 4 0 0,0 1 0 0 0,-1-1-1 0 0,1 1 1 0 0,-1 0 0 0 0,1-1 0 0 0,-1 1-1 0 0,0 0 1 0 0,1 0 0 0 0,-1 0-1 0 0,0 0 1 0 0,-1 0 0 0 0,1 1 0 0 0,0-1-1 0 0,0 1 1 0 0,-1-1 0 0 0,1 1-1 0 0,-1 0 1 0 0,1 0 0 0 0,-1 0 0 0 0,0 0-1 0 0,1 0 1 0 0,-5 0 0 0 0,4 1 3 0 0,0 0 0 0 0,0 0 0 0 0,0 0 1 0 0,0 0-1 0 0,0 1 0 0 0,0-1 0 0 0,0 1 0 0 0,0 0 1 0 0,0 0-1 0 0,0 0 0 0 0,0 1 0 0 0,0-1 0 0 0,1 0 1 0 0,-1 1-1 0 0,0 0 0 0 0,1 0 0 0 0,-5 4 1 0 0,0 0-9 0 0,0 1 0 0 0,1 0 0 0 0,0 1 0 0 0,-6 8 0 0 0,6-5 5 0 0,-1 0 0 0 0,1 0 0 0 0,1 0 0 0 0,0 1 0 0 0,1 0 0 0 0,0 0 1 0 0,1 1-1 0 0,0-1 0 0 0,1 1 0 0 0,1-1 0 0 0,0 1 0 0 0,0 0 0 0 0,1-1 0 0 0,3 19 0 0 0,-2-23 5 0 0,0 0 0 0 0,1-1 0 0 0,0 1 0 0 0,0-1 0 0 0,1 1 0 0 0,0-1 0 0 0,0 0 0 0 0,1 0 0 0 0,0-1 0 0 0,0 1 0 0 0,1-1 0 0 0,-1 0 0 0 0,1 0 0 0 0,1 0 0 0 0,-1-1 0 0 0,1 1 0 0 0,0-1 0 0 0,0-1 0 0 0,0 1 0 0 0,1-1 0 0 0,0 0-1 0 0,0-1 1 0 0,0 1 0 0 0,11 2 0 0 0,-6-2-33 0 0,0-1-1 0 0,1-1 0 0 0,-1 0 1 0 0,0-1-1 0 0,1 0 0 0 0,-1-1 1 0 0,1 0-1 0 0,-1-1 0 0 0,1-1 1 0 0,-1 0-1 0 0,1 0 0 0 0,-1-1 1 0 0,0-1-1 0 0,-1 0 0 0 0,1 0 1 0 0,0-2-1 0 0,-1 1 0 0 0,20-14 0 0 0,7-9-150 0 0,-2-1 0 0 0,-1-2 0 0 0,54-60 0 0 0,-53 53 188 0 0,0 1-137 0 0,45-34 0 0 0,-78 68 120 0 0,0 1-1 0 0,0 0 0 0 0,1 0 1 0 0,-1 0-1 0 0,1 0 1 0 0,-1 0-1 0 0,1 1 0 0 0,0-1 1 0 0,-1 1-1 0 0,1 0 0 0 0,0 0 1 0 0,0 1-1 0 0,0-1 0 0 0,0 1 1 0 0,0 0-1 0 0,7 0 1 0 0,-9 1 5 0 0,0-1 0 0 0,-1 1 0 0 0,1 0 0 0 0,0-1 1 0 0,-1 1-1 0 0,1 0 0 0 0,-1 0 0 0 0,1 0 0 0 0,-1 0 1 0 0,1 1-1 0 0,-1-1 0 0 0,0 0 0 0 0,0 1 0 0 0,1-1 1 0 0,-1 0-1 0 0,0 1 0 0 0,0 0 0 0 0,0-1 0 0 0,1 3 1 0 0,12 33-32 0 0,-13-35 30 0 0,4 14 6 0 0,-1 1 1 0 0,0-1-1 0 0,-2 1 0 0 0,0-1 1 0 0,0 1-1 0 0,-2 0 1 0 0,0 0-1 0 0,-1-1 1 0 0,0 1-1 0 0,-2 0 1 0 0,0-1-1 0 0,-6 20 1 0 0,7-32 12 0 0,1 0 1 0 0,-1-1 0 0 0,1 1 0 0 0,-1-1-1 0 0,0 1 1 0 0,0-1 0 0 0,-1 0 0 0 0,1 0 0 0 0,-1 0-1 0 0,1 0 1 0 0,-1 0 0 0 0,0 0 0 0 0,0-1 0 0 0,0 1-1 0 0,-1-1 1 0 0,1 0 0 0 0,0 0 0 0 0,-1 0-1 0 0,0-1 1 0 0,-3 2 0 0 0,6-3-10 0 0,0 0 1 0 0,0 1-1 0 0,0-1 1 0 0,0 0 0 0 0,0 0-1 0 0,0 0 1 0 0,0 0-1 0 0,0 0 1 0 0,0 0-1 0 0,0-1 1 0 0,0 1-1 0 0,0 0 1 0 0,0 0-1 0 0,0-1 1 0 0,0 1-1 0 0,0-1 1 0 0,0 1-1 0 0,0 0 1 0 0,0-1-1 0 0,1 0 1 0 0,-1 1-1 0 0,0-1 1 0 0,-1-1-1 0 0,1 0 3 0 0,-1 0 1 0 0,1 0-1 0 0,0 0 0 0 0,0 0 1 0 0,0 0-1 0 0,0 0 0 0 0,0-1 0 0 0,0 1 1 0 0,0-5-1 0 0,0-1-4 0 0,0 0 1 0 0,0 0-1 0 0,1 0 0 0 0,2-15 0 0 0,0 8-14 0 0,2 0-1 0 0,-1 0 0 0 0,2 1 0 0 0,0-1 1 0 0,1 1-1 0 0,0 0 0 0 0,1 0 0 0 0,1 1 1 0 0,13-19-1 0 0,-15 24-7 0 0,0 1-1 0 0,0 0 1 0 0,0 0-1 0 0,1 1 1 0 0,0-1 0 0 0,1 1-1 0 0,-1 1 1 0 0,1 0 0 0 0,0 0-1 0 0,1 0 1 0 0,-1 1-1 0 0,1 0 1 0 0,-1 1 0 0 0,1 0-1 0 0,0 0 1 0 0,17-2 0 0 0,-20 4 8 0 0,1 1 1 0 0,-1 0 0 0 0,1 0-1 0 0,-1 1 1 0 0,0 0 0 0 0,1 0-1 0 0,-1 0 1 0 0,0 1-1 0 0,0 0 1 0 0,0 0 0 0 0,0 1-1 0 0,5 2 1 0 0,-2 1-10 0 0,0-1 1 0 0,-1 2-1 0 0,0-1 0 0 0,0 1 0 0 0,0 0 1 0 0,11 15-1 0 0,-4-3 12 0 0,-2 1 0 0 0,0 1 1 0 0,-1 0-1 0 0,-2 1 0 0 0,14 36 0 0 0,-22-52 33 0 0,0 0 1 0 0,0 1-1 0 0,-1 0 0 0 0,0-1 0 0 0,0 1 0 0 0,0 11 0 0 0,-3-10 75 0 0,-3-9 23 0 0,5 0-121 0 0,-1 0 0 0 0,0 0 0 0 0,1 1 0 0 0,-1-1 0 0 0,1 0 0 0 0,-1 0 0 0 0,1 0 0 0 0,-1 0 0 0 0,1 0 1 0 0,0 0-1 0 0,-1 0 0 0 0,1 0 0 0 0,0 0 0 0 0,0-1 0 0 0,2-14 13 0 0,0 1 0 0 0,1-1 0 0 0,1 1 0 0 0,1 0 0 0 0,0 0 0 0 0,8-15 1 0 0,2 0-4 0 0,34-50 0 0 0,-41 68-37 0 0,2 1 1 0 0,-1 1-1 0 0,1-1 1 0 0,1 2-1 0 0,0 0 1 0 0,0 0-1 0 0,24-14 1 0 0,-34 22 19 0 0,1 1 1 0 0,-1-1-1 0 0,0 1 1 0 0,1-1-1 0 0,-1 1 1 0 0,0-1-1 0 0,1 1 1 0 0,-1 0-1 0 0,1-1 1 0 0,-1 1 0 0 0,0 0-1 0 0,1 0 1 0 0,-1 0-1 0 0,1 0 1 0 0,-1 0-1 0 0,1 1 1 0 0,-1-1-1 0 0,0 0 1 0 0,1 1-1 0 0,2 0 1 0 0,-2 0 4 0 0,0 1 1 0 0,1 0 0 0 0,-1-1-1 0 0,0 1 1 0 0,0 0-1 0 0,0 0 1 0 0,0 0-1 0 0,-1 0 1 0 0,1 0-1 0 0,2 3 1 0 0,1 4 40 0 0,-1 0 0 0 0,1 0 0 0 0,-1 0 1 0 0,3 15-1 0 0,27 113 674 0 0,-34-133-659 0 0,1-1 1 0 0,0 0-1 0 0,1 0 1 0 0,-1-1-1 0 0,0 1 0 0 0,1 0 1 0 0,0 0-1 0 0,-1-1 0 0 0,1 1 1 0 0,0-1-1 0 0,0 1 0 0 0,1-1 1 0 0,-1 0-1 0 0,0 0 1 0 0,1 0-1 0 0,-1 0 0 0 0,7 3 1 0 0,-5-3 6 0 0,1 0-1 0 0,0 0 1 0 0,0-1 0 0 0,1 0 0 0 0,-1 0 0 0 0,0 0 0 0 0,0-1 0 0 0,0 1 0 0 0,1-1 0 0 0,5-1 0 0 0,6-1-10 0 0,0-1 0 0 0,0-1 0 0 0,0 0 0 0 0,-1-1 0 0 0,26-12 1 0 0,89-50-2495 0 0,-45 16-4078 0 0,-52 29 621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6:59.1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1 431 952 0 0,'0'0'10632'0'0,"15"-13"-9996"0"0,20-18-471 0 0,71-49-1 0 0,-54 44-109 0 0,242-199-9 0 0,-279 224-42 0 0,-13 9 6 0 0,1 0 0 0 0,-1 0 0 0 0,0 0-1 0 0,1 0 1 0 0,-1 0 0 0 0,0-1 0 0 0,0 1 0 0 0,1-3-1 0 0,-2 3 0 0 0,-4 2-36 0 0,-4 0 31 0 0,1 1-1 0 0,-1-1 1 0 0,0 1-1 0 0,1 1 1 0 0,-1-1-1 0 0,1 1 0 0 0,-1 1 1 0 0,-11 5-1 0 0,2-1 11 0 0,0 2 1 0 0,-20 14-1 0 0,34-22-9 0 0,1 0 0 0 0,-1 0 0 0 0,0 0 0 0 0,0 0 0 0 0,1 0 0 0 0,-1 1 0 0 0,0-1 0 0 0,1 1 0 0 0,0-1 0 0 0,-1 1 0 0 0,1 0 0 0 0,0-1 0 0 0,0 1 0 0 0,0 0 0 0 0,0 0 1 0 0,0 0-1 0 0,0 0 0 0 0,0 0 0 0 0,1 0 0 0 0,-1 0 0 0 0,1 0 0 0 0,-1 4 0 0 0,1-5 0 0 0,1 1 0 0 0,-1-1 0 0 0,1 0 0 0 0,0 1 0 0 0,0-1 0 0 0,0 0 0 0 0,0 0 0 0 0,-1 0 0 0 0,2 1 0 0 0,-1-1 0 0 0,0 0 0 0 0,0 0 0 0 0,0-1 0 0 0,0 1 0 0 0,1 0 0 0 0,-1 0-1 0 0,2 1 1 0 0,26 10 41 0 0,-25-11-40 0 0,247 95 930 0 0,-246-94-722 0 0,16 8 561 0 0,-20-9-727 0 0,0-1 1 0 0,-1 1-1 0 0,1-1 1 0 0,-1 1-1 0 0,1-1 1 0 0,-1 1-1 0 0,1-1 1 0 0,-1 1-1 0 0,1-1 0 0 0,-1 1 1 0 0,0 0-1 0 0,1-1 1 0 0,-1 1-1 0 0,0 0 1 0 0,1-1-1 0 0,-1 1 1 0 0,0 0-1 0 0,0-1 1 0 0,0 1-1 0 0,0 0 0 0 0,0 0 1 0 0,0-1-1 0 0,0 1 1 0 0,0 0-1 0 0,0-1 1 0 0,0 2-1 0 0,-1 0 3 0 0,0-1-1 0 0,0 0 0 0 0,-1 0 1 0 0,1 1-1 0 0,0-1 1 0 0,-1 0-1 0 0,1 0 1 0 0,0 0-1 0 0,-1 0 1 0 0,0 0-1 0 0,1-1 0 0 0,-1 1 1 0 0,1 0-1 0 0,-1-1 1 0 0,-3 1-1 0 0,3 0 42 0 0,-23 7 128 0 0,0-2 1 0 0,-1 0-1 0 0,1-2 0 0 0,-33 2 1 0 0,-104-7 81 0 0,27-12-30 0 0,116 10-572 0 0,-1-1 1 0 0,1-1 0 0 0,0 0 0 0 0,-32-15 0 0 0,50 19 80 0 0,0 1-1 0 0,0-1 1 0 0,0 1 0 0 0,0-1-1 0 0,1 0 1 0 0,-1 1 0 0 0,0-1 0 0 0,0 0-1 0 0,0 0 1 0 0,1 0 0 0 0,-1 1-1 0 0,0-1 1 0 0,1 0 0 0 0,-1 0-1 0 0,1 0 1 0 0,-1-1 0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7:07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144 170 788 0 0,'-8'-6'1220'0'0,"0"-1"0"0"0,-1 1 0 0 0,0 1 1 0 0,0 0-1 0 0,-18-8 0 0 0,25 12-1054 0 0,-18 0 530 0 0,9 1-623 0 0,8 0 88 0 0,0 0-54 0 0,1 0-276 0 0,-25 6 1199 0 0,21-3-325 0 0,20-2-416 0 0,258-12 321 0 0,-159 5-515 0 0,-3-1-83 0 0,-107 7 6 0 0,14 0-40 0 0,-1 0 30 0 0,-13 0-8 0 0,-2 0 0 0 0,-1 0-1 0 0,0 0 0 0 0,1-1 0 0 0,-1 1 0 0 0,0 0 1 0 0,1 0-1 0 0,-1 0 0 0 0,1 0 0 0 0,-1 0 0 0 0,0 0 1 0 0,1 0-1 0 0,-1 0 0 0 0,1 0 0 0 0,-1 1 0 0 0,0-1 1 0 0,1 0-1 0 0,-1 0 0 0 0,0 0 0 0 0,1 0 0 0 0,-1 0 1 0 0,0 1-1 0 0,1-1 0 0 0,-1 0 0 0 0,0 0 0 0 0,1 1 1 0 0,-1-1-1 0 0,0 0 0 0 0,0 0 0 0 0,1 1 0 0 0,-1-1 1 0 0,0 0-1 0 0,0 1 0 0 0,-13 4-19 0 0,-33 1-2 0 0,-14 2 34 0 0,9-1 13 0 0,-57 1-1 0 0,105-8-47 0 0,-13 1 59 0 0,4 1 1 0 0,12-2-38 0 0,0-1 1 0 0,0 1-1 0 0,0 0 0 0 0,0 0 1 0 0,-1 0-1 0 0,1 0 0 0 0,0 0 1 0 0,0-1-1 0 0,0 1 0 0 0,0 0 1 0 0,0 0-1 0 0,0 0 0 0 0,-1 0 1 0 0,1-1-1 0 0,0 1 0 0 0,0 0 1 0 0,0 0-1 0 0,0 0 0 0 0,0-1 1 0 0,0 1-1 0 0,0 0 0 0 0,0 0 1 0 0,0-1-1 0 0,0 1 0 0 0,0 0 1 0 0,0 0-1 0 0,0 0 0 0 0,0-1 1 0 0,0 1-1 0 0,0 0 0 0 0,0 0 1 0 0,0 0-1 0 0,1-1 0 0 0,-1 1 1 0 0,0 0-1 0 0,0 0 0 0 0,0 0 1 0 0,0 0-1 0 0,0-1 0 0 0,0 1 1 0 0,1 0-1 0 0,-1 0 0 0 0,0 0 1 0 0,1-1 3 0 0,1 0-1 0 0,-1 0 1 0 0,1 0 0 0 0,-1 0 0 0 0,1 0 0 0 0,-1 1-1 0 0,1-1 1 0 0,0 1 0 0 0,-1-1 0 0 0,1 1 0 0 0,0 0-1 0 0,-1-1 1 0 0,1 1 0 0 0,0 0 0 0 0,2 0-1 0 0,5-1-15 0 0,95-11 27 0 0,-101 11-48 0 0,1 2 31 0 0,1 1 40 0 0,-18 1-56 0 0,-227 32 10 0 0,192-30 18 0 0,46-4 21 0 0,-12-3-12 0 0,19-1-24 0 0,0 0-1 0 0,0 0 1 0 0,1 0 0 0 0,-1 0 0 0 0,1 1 0 0 0,-1 0-1 0 0,8-1 1 0 0,48-10 4 0 0,-40 9-17 0 0,145-29 31 0 0,-163 33-4 0 0,12-3-4 0 0,-11 2 6 0 0,35-8-73 0 0,-105 3 39 0 0,63 6 42 0 0,-33-7 3 0 0,39 6-47 0 0,21-12 19 0 0,1 2-1 0 0,1 1 1 0 0,27-7 0 0 0,-14 1-276 0 0,-37 15-64 0 0,-10 22-8455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7:14.1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45 228 0 0,'0'0'1932'0'0,"-19"-23"4932"0"0,15 18-5928 0 0,-5-4 2207 0 0,9 9-3046 0 0,-1 0 1 0 0,1-1-1 0 0,0 1 0 0 0,0 0 1 0 0,-1 0-1 0 0,1 0 0 0 0,0 0 0 0 0,0 0 1 0 0,-1 0-1 0 0,1 0 0 0 0,0 0 1 0 0,0 0-1 0 0,-1 0 0 0 0,-3 2 1946 0 0,3-1-1945 0 0,1 2-103 0 0,0 0 1 0 0,0 0-1 0 0,0-1 0 0 0,0 1 1 0 0,1 0-1 0 0,-1 0 1 0 0,1 0-1 0 0,0 0 1 0 0,-1-1-1 0 0,3 6 1 0 0,-1-3-16 0 0,13 60 3 0 0,-4 2 0 0 0,-2 0 0 0 0,0 69 0 0 0,-3-6 549 0 0,-4-192-497 0 0,4 1 1 0 0,2-1 0 0 0,2 1 0 0 0,33-102 0 0 0,-40 153-39 0 0,0 0 0 0 0,0 0 0 0 0,1 0-1 0 0,1 0 1 0 0,-1 1 0 0 0,2-1 0 0 0,-1 1 0 0 0,11-11 0 0 0,-16 19 1 0 0,1 0 1 0 0,0 0-1 0 0,-1 1 0 0 0,1-1 1 0 0,0 1-1 0 0,0-1 0 0 0,0 1 1 0 0,0-1-1 0 0,0 1 1 0 0,0-1-1 0 0,-1 1 0 0 0,1 0 1 0 0,0-1-1 0 0,0 1 0 0 0,0 0 1 0 0,0 0-1 0 0,0 0 1 0 0,0 0-1 0 0,1 0 0 0 0,2 0 0 0 0,-1 0 0 0 0,1 1-1 0 0,-1-1 1 0 0,0 1 0 0 0,0 0-1 0 0,1 0 1 0 0,-1 0 0 0 0,0 0-1 0 0,0 0 1 0 0,0 1 0 0 0,0-1 0 0 0,0 1-1 0 0,0 0 1 0 0,-1 0 0 0 0,1 0-1 0 0,0 1 1 0 0,-1-1 0 0 0,0 0-1 0 0,1 1 1 0 0,2 5 0 0 0,0-2-9 0 0,7 8-2 0 0,-1 2 0 0 0,-1 0 0 0 0,-1 0-1 0 0,0 0 1 0 0,-1 1 0 0 0,11 34 0 0 0,-5-3-8 0 0,10 63-1 0 0,-16-72 264 0 0,-7-49-231 0 0,1-1 0 0 0,0 0 0 0 0,4-11 1 0 0,-3 12-6 0 0,8-28-4 0 0,2 1 1 0 0,18-38-1 0 0,-22 56 0 0 0,1 1 0 0 0,0 0 0 0 0,2 0-1 0 0,0 1 1 0 0,24-25 0 0 0,-35 40-4 0 0,0 1-1 0 0,1-1 1 0 0,-1 1-1 0 0,0 0 1 0 0,1 0 0 0 0,-1-1-1 0 0,1 1 1 0 0,-1 0 0 0 0,1 1-1 0 0,-1-1 1 0 0,1 0 0 0 0,0 0-1 0 0,-1 1 1 0 0,1-1-1 0 0,0 0 1 0 0,0 1 0 0 0,0 0-1 0 0,-1 0 1 0 0,1-1 0 0 0,0 1-1 0 0,0 0 1 0 0,0 0-1 0 0,0 0 1 0 0,-1 1 0 0 0,1-1-1 0 0,0 0 1 0 0,0 1 0 0 0,0-1-1 0 0,-1 1 1 0 0,1 0 0 0 0,0 0-1 0 0,-1-1 1 0 0,1 1-1 0 0,0 0 1 0 0,-1 0 0 0 0,0 0-1 0 0,2 2 1 0 0,1 1-9 0 0,1 1-1 0 0,-2-1 1 0 0,1 1-1 0 0,-1 0 1 0 0,1 0 0 0 0,-1 0-1 0 0,-1 1 1 0 0,1-1-1 0 0,-1 1 1 0 0,3 8 0 0 0,2 19-12 0 0,-2-1 0 0 0,-1 1 0 0 0,-1 1 0 0 0,-2 43 1 0 0,5 62 51 0 0,-6-135-134 0 0,1-1 1 0 0,-1 1-1 0 0,1-1 1 0 0,0 0-1 0 0,0 0 1 0 0,0 0-1 0 0,0 1 0 0 0,0-1 1 0 0,1 0-1 0 0,0 0 1 0 0,-1-1-1 0 0,1 1 1 0 0,0 0-1 0 0,1 0 1 0 0,1 2-1 0 0,-2-4-55 0 0,0 0-1 0 0,0 0 1 0 0,0 0 0 0 0,0 0 0 0 0,0 0-1 0 0,0 0 1 0 0,0-1 0 0 0,0 1 0 0 0,0-1-1 0 0,1 0 1 0 0,-1 1 0 0 0,0-1-1 0 0,0 0 1 0 0,0 0 0 0 0,0 0 0 0 0,1 0-1 0 0,-1-1 1 0 0,0 1 0 0 0,0-1 0 0 0,0 1-1 0 0,0-1 1 0 0,0 0 0 0 0,0 0 0 0 0,0 0-1 0 0,2-1 1 0 0,10-5-264 0 0,-1-1 0 0 0,-1 0 1 0 0,1-1-1 0 0,-2-1 0 0 0,1 0 0 0 0,-1 0 0 0 0,-1-1 1 0 0,1 0-1 0 0,-2-1 0 0 0,13-20 0 0 0,-6 6 882 0 0,-1-1 1 0 0,-2-1-1 0 0,0 0 0 0 0,10-37 0 0 0,-3-6 2502 0 0,-19 68-2670 0 0,2 1 1000 0 0,-1 12 203 0 0,-2-10-1494 0 0,3 40 709 0 0,-4 41-1 0 0,1 17-494 0 0,0-90-203 0 0,6 49 65 0 0,-6-52-78 0 0,1 0 1 0 0,1 0-1 0 0,-1 0 1 0 0,1 0 0 0 0,0 0-1 0 0,0 0 1 0 0,0 0-1 0 0,5 6 1 0 0,-7-10-103 0 0,1 0-1 0 0,0 0 1 0 0,0 0 0 0 0,0 0 0 0 0,0 0 0 0 0,0 0 0 0 0,0 0-1 0 0,0 0 1 0 0,0-1 0 0 0,0 1 0 0 0,0 0 0 0 0,0-1 0 0 0,0 1-1 0 0,1-1 1 0 0,-1 1 0 0 0,0-1 0 0 0,0 1 0 0 0,1-1-1 0 0,-1 0 1 0 0,0 0 0 0 0,1 0 0 0 0,-1 0 0 0 0,2 0 0 0 0,0 0-560 0 0,-1-1 1 0 0,1 0 0 0 0,-1 1 0 0 0,1-1 0 0 0,0-1-1 0 0,-1 1 1 0 0,0 0 0 0 0,1-1 0 0 0,3-2 0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7:14.3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67 2012 0 0,'-26'-28'6642'0'0,"-7"-10"-842"0"0,32 37-5717 0 0,-8 14-4640 0 0,9-1 1366 0 0,0 1-1194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7:14.8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77 1380 0 0,'-12'-7'5215'0'0,"0"-3"-2074"0"0,-3-1 440 0 0,21 19-2810 0 0,2 1-733 0 0,-1 0 0 0 0,-1 1-1 0 0,0 0 1 0 0,0 0 0 0 0,-1 1 0 0 0,-1 0 0 0 0,7 18 0 0 0,-2 6 14 0 0,5 45 1 0 0,-11-58-6 0 0,-1 2 92 0 0,0-20 6 0 0,-1-9 73 0 0,3-16-210 0 0,1 0-1 0 0,1 0 0 0 0,1 1 0 0 0,1 0 0 0 0,0 0 0 0 0,2 1 0 0 0,17-28 0 0 0,-20 36-15 0 0,0 1-1 0 0,0 1 1 0 0,1-1-1 0 0,1 1 0 0 0,-1 1 1 0 0,2-1-1 0 0,-1 1 1 0 0,1 1-1 0 0,0 0 0 0 0,0 0 1 0 0,1 1-1 0 0,0 1 1 0 0,0 0-1 0 0,19-6 0 0 0,-24 9 5 0 0,0 1 0 0 0,0 0-1 0 0,0 1 1 0 0,0-1-1 0 0,1 1 1 0 0,-1 0-1 0 0,0 1 1 0 0,0 0-1 0 0,1-1 1 0 0,-1 2 0 0 0,0-1-1 0 0,0 1 1 0 0,0 0-1 0 0,0 0 1 0 0,-1 1-1 0 0,1 0 1 0 0,-1 0 0 0 0,1 0-1 0 0,-1 1 1 0 0,0-1-1 0 0,0 1 1 0 0,-1 0-1 0 0,1 1 1 0 0,-1-1 0 0 0,0 1-1 0 0,0 0 1 0 0,0 0-1 0 0,-1 0 1 0 0,1 1-1 0 0,-1-1 1 0 0,-1 1 0 0 0,1-1-1 0 0,-1 1 1 0 0,0 0-1 0 0,0 0 1 0 0,1 8-1 0 0,-1 4 88 0 0,-1 0 0 0 0,-1-1 0 0 0,-1 1 0 0 0,-3 26-1 0 0,-3 4-2565 0 0,1-10-3472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7:15.7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72 2252 0 0,'-8'-28'6608'0'0,"6"24"-5842"0"0,1 0 0 0 0,-1 0 0 0 0,1 0 0 0 0,0-1 0 0 0,0 1 0 0 0,1-1 1 0 0,-1-7-1 0 0,1 10-630 0 0,16 3 20 0 0,-1 1 0 0 0,24 5 0 0 0,14 2-41 0 0,107 16 54 0 0,-128-19-162 0 0,-30-6-10 0 0,1 0 1 0 0,-1 1-1 0 0,1 0 0 0 0,-1-1 0 0 0,0 1 1 0 0,1 0-1 0 0,-1 0 0 0 0,3 2 0 0 0,-4-2 0 0 0,-1-1 1 0 0,1 1-1 0 0,0-1 0 0 0,-1 1 0 0 0,1 0 0 0 0,-1-1 0 0 0,1 1 0 0 0,-1-1 0 0 0,0 1 0 0 0,1 0 0 0 0,-1-1 1 0 0,1 1-1 0 0,-1 0 0 0 0,0 0 0 0 0,0-1 0 0 0,0 1 0 0 0,1 0 0 0 0,-1 1 0 0 0,0 1-3 0 0,-1 0-1 0 0,0-1 1 0 0,1 1-1 0 0,-1 0 1 0 0,0-1-1 0 0,0 1 1 0 0,-1-1-1 0 0,1 1 1 0 0,0-1-1 0 0,-1 1 0 0 0,1-1 1 0 0,-4 4-1 0 0,-43 50 239 0 0,-69 63 0 0 0,-19 23 894 0 0,132-138-1093 0 0,1 0 0 0 0,0 0 0 0 0,0 1 0 0 0,0-1 0 0 0,0 1 0 0 0,1-1 0 0 0,0 1 0 0 0,-2 5 0 0 0,3-8-15 0 0,1-1-1 0 0,0 0 1 0 0,0 1-1 0 0,0-1 1 0 0,0 1-1 0 0,0-1 1 0 0,0 1-1 0 0,0-1 1 0 0,0 0-1 0 0,0 1 1 0 0,1-1-1 0 0,-1 1 0 0 0,1-1 1 0 0,-1 0-1 0 0,1 1 1 0 0,-1-1-1 0 0,1 0 1 0 0,0 0-1 0 0,0 1 1 0 0,0-1-1 0 0,-1 0 1 0 0,1 0-1 0 0,0 0 1 0 0,0 0-1 0 0,1 0 1 0 0,-1 0-1 0 0,0 0 1 0 0,0-1-1 0 0,0 1 1 0 0,1 0-1 0 0,-1-1 1 0 0,2 2-1 0 0,7 2 57 0 0,0 0-1 0 0,-1-1 1 0 0,2 0-1 0 0,-1-1 1 0 0,19 3-1 0 0,57 0 86 0 0,-40-4-80 0 0,235 6 227 0 0,-181-2 2282 0 0,-94-7-192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7:16.0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35 2248 0 0,'-14'-6'4055'0'0,"-1"0"-1"0"0,-27-5 0 0 0,33 8-3398 0 0,7 3-63 0 0,-12-4 859 0 0,12 2-1024 0 0,6 1-139 0 0,15-1-72 0 0,35 2-870 0 0,-40 0 192 0 0,5 0-437 0 0,25 0-2270 0 0,-14 3-2335 0 0,-14-1 544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7:16.2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0 1476 0 0,'-84'76'14683'0'0,"84"-76"-14659"0"0,0 1-1 0 0,0-1 0 0 0,0 0 0 0 0,0 1 0 0 0,0-1 0 0 0,0 0 0 0 0,0 1 0 0 0,0-1 0 0 0,1 0 0 0 0,-1 1 0 0 0,0-1 0 0 0,0 0 0 0 0,0 1 0 0 0,0-1 0 0 0,1 0 0 0 0,-1 1 0 0 0,0-1 0 0 0,0 0 0 0 0,1 0 0 0 0,-1 0 0 0 0,0 1 0 0 0,0-1 0 0 0,1 0 0 0 0,-1 0 0 0 0,0 0 0 0 0,1 1 0 0 0,-1-1 0 0 0,0 0 1 0 0,1 0-1 0 0,-1 0 0 0 0,0 0 0 0 0,1 0 0 0 0,-1 0 0 0 0,0 0 0 0 0,1 0 0 0 0,-1 0 0 0 0,0 0 0 0 0,1 0 0 0 0,14 4 159 0 0,-15-4-180 0 0,17 1 11 0 0,0 0-1 0 0,0-1 0 0 0,0 0 0 0 0,29-6 1 0 0,67-19-3482 0 0,-110 24 3320 0 0,81-23-6066 0 0,-36 9 1148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7:16.8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26 106 304 0 0,'-18'-19'7268'0'0,"19"17"-7094"0"0,-1 0 0 0 0,0 0-1 0 0,0 0 1 0 0,1 0 0 0 0,-1 0 0 0 0,1 0-1 0 0,0 0 1 0 0,0 0 0 0 0,0 0 0 0 0,0 0-1 0 0,0 0 1 0 0,0 0 0 0 0,0 1 0 0 0,0-1-1 0 0,1 0 1 0 0,-1 1 0 0 0,1-1 0 0 0,-1 1-1 0 0,1-1 1 0 0,0 1 0 0 0,-1 0 0 0 0,1 0-1 0 0,0 0 1 0 0,4-2 0 0 0,4-2 197 0 0,0 0 1 0 0,1 0-1 0 0,15-4 0 0 0,-8 4-113 0 0,1 0 1 0 0,-1 2-1 0 0,1 0 0 0 0,0 1 0 0 0,1 1 1 0 0,29 2-1 0 0,-40 0-239 0 0,0 0 0 0 0,0 0-1 0 0,0 1 1 0 0,0 0 0 0 0,-1 1 0 0 0,1-1 0 0 0,-1 2 0 0 0,1-1-1 0 0,-1 1 1 0 0,0 0 0 0 0,0 1 0 0 0,-1 0 0 0 0,0 0-1 0 0,1 1 1 0 0,11 12 0 0 0,-16-13-12 0 0,1-1 0 0 0,-1 1 0 0 0,0-1 0 0 0,-1 1 1 0 0,1 0-1 0 0,-1 0 0 0 0,0 0 0 0 0,0 0 0 0 0,-1 1 0 0 0,0-1 0 0 0,0 0 0 0 0,1 11 0 0 0,-2-7 8 0 0,0 0 0 0 0,-1 0 0 0 0,0 0 0 0 0,0 0-1 0 0,-1 0 1 0 0,0 0 0 0 0,-4 10 0 0 0,-3 1 49 0 0,-1 1 0 0 0,0-1 0 0 0,-2 0 1 0 0,0-1-1 0 0,-21 24 0 0 0,-2-3 219 0 0,-1-2-1 0 0,-47 38 1 0 0,-88 58 675 0 0,171-134-946 0 0,-1 1-1 0 0,1-1 0 0 0,-1 0 1 0 0,1 0-1 0 0,-1 1 0 0 0,1-1 1 0 0,-1 0-1 0 0,1 1 0 0 0,0-1 1 0 0,-1 0-1 0 0,1 1 0 0 0,0-1 1 0 0,-1 1-1 0 0,1-1 0 0 0,0 1 1 0 0,-1-1-1 0 0,1 1 0 0 0,0-1 1 0 0,0 1-1 0 0,0-1 0 0 0,0 1 0 0 0,-1-1 1 0 0,1 1-1 0 0,0-1 0 0 0,0 1 1 0 0,0-1-1 0 0,0 2 0 0 0,1-2-1 0 0,-1 1 0 0 0,1-1 0 0 0,-1 1-1 0 0,1-1 1 0 0,-1 1 0 0 0,1-1 0 0 0,-1 0-1 0 0,1 1 1 0 0,0-1 0 0 0,-1 1 0 0 0,1-1-1 0 0,0 0 1 0 0,-1 0 0 0 0,1 1 0 0 0,0-1 0 0 0,0 0-1 0 0,0 0 1 0 0,36 3 119 0 0,-35-3-122 0 0,97-5 123 0 0,118-21 0 0 0,-126 14-101 0 0,142-26-1315 0 0,-226 36 674 0 0,15-3-2222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7:17.4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93 2144 0 0,'-1'-4'518'0'0,"1"0"-1"0"0,1 0 1 0 0,-1 0-1 0 0,1 1 1 0 0,-1-1-1 0 0,1 0 1 0 0,0 0 0 0 0,1 1-1 0 0,-1-1 1 0 0,0 0-1 0 0,1 1 1 0 0,0-1-1 0 0,0 1 1 0 0,0 0-1 0 0,0 0 1 0 0,1 0-1 0 0,3-5 1 0 0,-2 6-354 0 0,-1-1 0 0 0,1 1 0 0 0,0-1-1 0 0,0 1 1 0 0,0 0 0 0 0,0 0 0 0 0,0 1 0 0 0,1-1-1 0 0,-1 1 1 0 0,0 0 0 0 0,1 0 0 0 0,-1 0 0 0 0,1 1 0 0 0,-1 0-1 0 0,5 0 1 0 0,1 0-66 0 0,-1 0-1 0 0,0 1 0 0 0,0 1 0 0 0,-1-1 1 0 0,1 1-1 0 0,0 1 0 0 0,-1 0 0 0 0,1 0 1 0 0,-1 1-1 0 0,0 0 0 0 0,0 0 0 0 0,0 1 1 0 0,8 6-1 0 0,-13-9-84 0 0,0 1 0 0 0,1 0 0 0 0,-2 0 0 0 0,1 0 0 0 0,0 1 0 0 0,0-1 0 0 0,-1 1-1 0 0,0-1 1 0 0,0 1 0 0 0,0 0 0 0 0,0 0 0 0 0,-1 0 0 0 0,1 0 0 0 0,-1 0 0 0 0,0 0 0 0 0,0 0 0 0 0,0 0 0 0 0,-1 1 0 0 0,0-1 0 0 0,1 0 0 0 0,-2 1 0 0 0,1-1 0 0 0,0 0 0 0 0,-1 0 0 0 0,0 0 0 0 0,0 1 0 0 0,0-1 0 0 0,0 0-1 0 0,-4 6 1 0 0,-4 8 21 0 0,-2 0-1 0 0,0-2 1 0 0,0 1-1 0 0,-2-1 0 0 0,0-1 1 0 0,-1 0-1 0 0,-18 15 1 0 0,5-4 95 0 0,11-14 131 0 0,16-12-258 0 0,0 0 1 0 0,-1 0 0 0 0,1 0 0 0 0,0 0-1 0 0,0 0 1 0 0,0 0 0 0 0,0 0 0 0 0,0 0-1 0 0,-1 0 1 0 0,1 0 0 0 0,0 0 0 0 0,0-1-1 0 0,0 1 1 0 0,0 0 0 0 0,0 0 0 0 0,0 0 0 0 0,0 0-1 0 0,-1 0 1 0 0,1 0 0 0 0,0-1 0 0 0,0 1-1 0 0,0 0 1 0 0,0 0 0 0 0,0 0 0 0 0,0 0-1 0 0,0-1 1 0 0,0 1 0 0 0,0 0 0 0 0,0 0-1 0 0,0 0 1 0 0,0 0 0 0 0,0-1 0 0 0,0 1-1 0 0,0 0 1 0 0,0 0 0 0 0,0 0 0 0 0,0 0-1 0 0,0 0 1 0 0,0-1 0 0 0,0 1 0 0 0,0 0-1 0 0,0 0 1 0 0,0 0 0 0 0,1 0 0 0 0,-1 0-1 0 0,0-1 1 0 0,0 1 0 0 0,0 0 0 0 0,0 0 0 0 0,2-4 3 0 0,-1 0 0 0 0,1 1 1 0 0,0-1-1 0 0,0 1 1 0 0,1-1-1 0 0,-1 1 0 0 0,4-3 1 0 0,138-123-13 0 0,3-2 36 0 0,-147 131-31 0 0,13-19-35 0 0,-13 19 36 0 0,1 0 0 0 0,-1-1-1 0 0,0 1 1 0 0,0-1 0 0 0,1 1 0 0 0,-1-1 0 0 0,0 1 0 0 0,0-1 0 0 0,0 1 0 0 0,1-1 0 0 0,-1 1 0 0 0,0-1 0 0 0,0 1 0 0 0,0-1 0 0 0,0 1 0 0 0,0-1 0 0 0,0 0 0 0 0,0 1 0 0 0,0-1 0 0 0,0 1 0 0 0,0-1 0 0 0,-1 1 0 0 0,1-1 0 0 0,0 1 0 0 0,0-1 0 0 0,0 1 0 0 0,-1-1 0 0 0,1 1 0 0 0,0-1 0 0 0,0 1 0 0 0,-1 0 0 0 0,1-1 0 0 0,0 1 0 0 0,-1-1 0 0 0,1 1 0 0 0,-1 0 0 0 0,1-1 0 0 0,-1 1 0 0 0,0-1 0 0 0,0 1 2 0 0,0 0 0 0 0,-1-1 0 0 0,1 1 0 0 0,0 0 0 0 0,-1 0 1 0 0,1 0-1 0 0,0 0 0 0 0,-1 0 0 0 0,1 0 0 0 0,0 0 0 0 0,-3 1 0 0 0,-9 4 27 0 0,0 1 1 0 0,0 0-1 0 0,1 0 0 0 0,0 1 0 0 0,0 1 1 0 0,0 0-1 0 0,-15 15 0 0 0,19-16-11 0 0,1 0-1 0 0,0 0 1 0 0,0 0-1 0 0,1 1 1 0 0,0 0-1 0 0,1 0 1 0 0,0 1-1 0 0,0-1 1 0 0,0 1 0 0 0,1 0-1 0 0,1 1 1 0 0,-3 9-1 0 0,5-15-13 0 0,0 0 0 0 0,1 0-1 0 0,0-1 1 0 0,0 1 0 0 0,0 0-1 0 0,0 0 1 0 0,0 0 0 0 0,1 0-1 0 0,0 0 1 0 0,0-1 0 0 0,0 1-1 0 0,0 0 1 0 0,0-1 0 0 0,1 1-1 0 0,0 0 1 0 0,2 2 0 0 0,-1 0 31 0 0,1-1-1 0 0,1 0 1 0 0,-1 0 0 0 0,1-1 0 0 0,0 1 0 0 0,0-1-1 0 0,0 0 1 0 0,11 6 0 0 0,1-2-481 0 0,0 0 0 0 0,1-1 1 0 0,0 0-1 0 0,0-2 0 0 0,30 6 0 0 0,-29-8-1576 0 0,0-1 0 0 0,-1 0 0 0 0,21-2 0 0 0,-17-2-2337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7:17.6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45 1864 0 0,'29'-45'16910'0'0,"-28"48"-16806"0"0,1 1-70 0 0,-1 0-1 0 0,0 1 0 0 0,0-1 0 0 0,0 1 0 0 0,0-1 1 0 0,-1 1-1 0 0,1-1 0 0 0,-1 1 0 0 0,-1 8 0 0 0,-9 50 70 0 0,3-30-100 0 0,0 12-654 0 0,-4 22-2109 0 0,9-23-4129 0 0,4-27 277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7:17.9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103 112 520 0 0,'-103'-29'14901'0'0,"105"27"-14650"0"0,1-1-196 0 0,1 1 0 0 0,0 0 0 0 0,0-1 0 0 0,-1 1 0 0 0,1 0 0 0 0,0 1-1 0 0,0-1 1 0 0,1 1 0 0 0,-1 0 0 0 0,9-2 0 0 0,52-4 122 0 0,-40 5-121 0 0,55-4-191 0 0,66-9-1762 0 0,-122 10-1918 0 0,44-13-1 0 0,-52 12-626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7:18.2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14 296 0 0,'-43'-10'7315'0'0,"41"10"-6507"0"0,-17-3 1172 0 0,18 3-1910 0 0,0 0 1 0 0,0 1-1 0 0,0-1 0 0 0,0 1 1 0 0,0-1-1 0 0,0 1 1 0 0,0-1-1 0 0,1 1 0 0 0,-1 0 1 0 0,0-1-1 0 0,0 1 0 0 0,1 0 1 0 0,-1 0-1 0 0,0-1 1 0 0,1 1-1 0 0,-1 0 0 0 0,1 0 1 0 0,-1 0-1 0 0,1 0 1 0 0,-1 0-1 0 0,1 1 0 0 0,-5 29 933 0 0,6-15-506 0 0,6 31 0 0 0,-7-44-463 0 0,32 260 1025 0 0,-20-147-1405 0 0,-4-67-1566 0 0,2-18-3112 0 0,-4-16-327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7:18.7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47 124 984 0 0,'11'-29'5004'0'0,"-8"21"-3310"0"0,-1 0 0 0 0,2 0 0 0 0,6-13 0 0 0,-9 21-1638 0 0,-1-1 1 0 0,1 0 0 0 0,0 0-1 0 0,0 0 1 0 0,0 0 0 0 0,0 1-1 0 0,0-1 1 0 0,0 0 0 0 0,0 1-1 0 0,0-1 1 0 0,0 1 0 0 0,0-1-1 0 0,0 1 1 0 0,0 0 0 0 0,0-1-1 0 0,1 1 1 0 0,-1 0-1 0 0,0 0 1 0 0,0 0 0 0 0,0-1-1 0 0,0 1 1 0 0,1 1 0 0 0,-1-1-1 0 0,0 0 1 0 0,0 0 0 0 0,0 0-1 0 0,0 1 1 0 0,1-1 0 0 0,-1 0-1 0 0,0 1 1 0 0,0-1 0 0 0,0 1-1 0 0,0-1 1 0 0,0 1 0 0 0,1 1-1 0 0,3 1-2 0 0,-1 0 0 0 0,1 0 0 0 0,-1 0 0 0 0,0 1 0 0 0,-1 0 0 0 0,5 4 0 0 0,-4-2-34 0 0,0 0-1 0 0,-1 1 1 0 0,1-1 0 0 0,-1 1 0 0 0,-1-1 0 0 0,1 1-1 0 0,-1 0 1 0 0,0 0 0 0 0,-1 0 0 0 0,0 0-1 0 0,0 1 1 0 0,0-1 0 0 0,-1 0 0 0 0,0 0 0 0 0,0 0-1 0 0,-1 1 1 0 0,0-1 0 0 0,0 0 0 0 0,-1 0 0 0 0,-4 11-1 0 0,1-4 20 0 0,-1 0-1 0 0,0 0 0 0 0,-1-1 0 0 0,0 0 0 0 0,-1-1 0 0 0,0 0 1 0 0,-1 0-1 0 0,-1-1 0 0 0,-13 14 0 0 0,-55 48 1722 0 0,77-72-1516 0 0,1-3-230 0 0,0 0 1 0 0,1 0 0 0 0,-1 0-1 0 0,1 0 1 0 0,0 1 0 0 0,0-1-1 0 0,0 0 1 0 0,0 0 0 0 0,0 1-1 0 0,0-1 1 0 0,0 0 0 0 0,0 1-1 0 0,0-1 1 0 0,2 0 0 0 0,24-22 23 0 0,-18 17-19 0 0,136-109 94 0 0,-86 72-82 0 0,100-98-1 0 0,-151 134-26 0 0,-3 3-5 0 0,0 0-1 0 0,0 0 1 0 0,-1-1 0 0 0,1 1-1 0 0,-1-1 1 0 0,-1 0 0 0 0,1 0-1 0 0,5-13 1 0 0,-9 17-6 0 0,-2-2-7 0 0,2 4 14 0 0,0 0-1 0 0,-1-1 1 0 0,1 1-1 0 0,0 0 1 0 0,0 0-1 0 0,0-1 1 0 0,0 1-1 0 0,0 0 1 0 0,0 0-1 0 0,0-1 0 0 0,0 1 1 0 0,-1 0-1 0 0,1 0 1 0 0,0-1-1 0 0,0 1 1 0 0,0 0-1 0 0,0 0 1 0 0,-1 0-1 0 0,1-1 1 0 0,0 1-1 0 0,0 0 1 0 0,-1 0-1 0 0,1 0 1 0 0,0 0-1 0 0,0-1 1 0 0,-1 1-1 0 0,1 0 0 0 0,0 0 1 0 0,0 0-1 0 0,-1 0 1 0 0,1 0-1 0 0,0 0 1 0 0,-1 0-1 0 0,-5 1 0 0 0,0 1 0 0 0,0 0-1 0 0,1 0 1 0 0,-1 1 0 0 0,1 0-1 0 0,-1 0 1 0 0,1 0 0 0 0,0 0-1 0 0,0 1 1 0 0,-5 5 0 0 0,-3 2-4 0 0,1 1 0 0 0,-18 21 1 0 0,20-21 4 0 0,1 1 1 0 0,0 1-1 0 0,0-1 1 0 0,1 1-1 0 0,1 1 1 0 0,-9 26-1 0 0,14-36 3 0 0,1 0-1 0 0,0 0 1 0 0,0 1 0 0 0,0-1-1 0 0,1 0 1 0 0,-1 1 0 0 0,1-1-1 0 0,1 1 1 0 0,-1-1 0 0 0,1 0-1 0 0,0 1 1 0 0,0-1 0 0 0,0 0-1 0 0,1 0 1 0 0,0 0 0 0 0,0 0-1 0 0,0 0 1 0 0,1 0 0 0 0,-1 0-1 0 0,1-1 1 0 0,0 1 0 0 0,1-1-1 0 0,6 7 1 0 0,1-1-124 0 0,0-1 0 0 0,1 0 0 0 0,0-1 0 0 0,0-1 0 0 0,1 0 0 0 0,0 0 1 0 0,1-1-1 0 0,27 8 0 0 0,-1-4-2785 0 0,77 11-1 0 0,-78-17-838 0 0,0 0-1630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7:19.1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150 45 904 0 0,'-43'-37'13873'0'0,"38"30"-11300"0"0,8 10-2554 0 0,0 0 1 0 0,0 1-1 0 0,0 0 0 0 0,-1-1 0 0 0,1 1 1 0 0,-1 0-1 0 0,0 0 0 0 0,0 0 0 0 0,-1 0 1 0 0,1 1-1 0 0,-1-1 0 0 0,0 0 0 0 0,0 1 0 0 0,0 7 1 0 0,0-3 89 0 0,-2-1 1 0 0,1 0 0 0 0,-1 1-1 0 0,0-1 1 0 0,-1 1 0 0 0,0-1-1 0 0,-4 11 1 0 0,-4 5 630 0 0,-1-1 1 0 0,-1 0-1 0 0,-1-1 1 0 0,-21 27-1 0 0,-4 7 868 0 0,37-55-1496 0 0,2 0-103 0 0,0 0 1 0 0,0 0-1 0 0,0 0 0 0 0,1-1 0 0 0,-1 1 1 0 0,0 0-1 0 0,1-1 0 0 0,-1 1 0 0 0,0-1 1 0 0,1 0-1 0 0,-1 1 0 0 0,1-1 0 0 0,-1 0 1 0 0,1 0-1 0 0,-1 0 0 0 0,1 0 0 0 0,-1 0 1 0 0,0 0-1 0 0,1-1 0 0 0,1 1 0 0 0,-1 0-2 0 0,283-44-1112 0 0,-171 22-205 0 0,-105 21 1073 0 0,164-30-3434 0 0,-59 7-4693 0 0,-77 16 1316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7:20.1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377 53 1396 0 0,'2'-3'532'0'0,"0"-1"0"0"0,-1 1-1 0 0,1 0 1 0 0,-1 0 0 0 0,0-1-1 0 0,0 1 1 0 0,0-1 0 0 0,0 1 0 0 0,0-1-1 0 0,-1 0 1 0 0,1-6 0 0 0,-1 8-269 0 0,-3 1-70 0 0,0 0-153 0 0,0 1 0 0 0,0 0 0 0 0,0-1 0 0 0,0 1 0 0 0,0 0 0 0 0,0 1 0 0 0,0-1 0 0 0,0 0 0 0 0,0 1 0 0 0,0 0 0 0 0,1 0 0 0 0,-1 0 0 0 0,0 0 0 0 0,0 0 0 0 0,0 0 0 0 0,-2 3 0 0 0,-52 32 241 0 0,35-20-172 0 0,-107 79 392 0 0,108-77-408 0 0,0 2 0 0 0,2 0 0 0 0,-30 39 0 0 0,47-56-89 0 0,0-1-1 0 0,0 1 1 0 0,1-1-1 0 0,-1 1 1 0 0,1 0-1 0 0,-1-1 1 0 0,1 1-1 0 0,0 0 1 0 0,0 0-1 0 0,1 0 0 0 0,-1 0 1 0 0,1 0-1 0 0,-1 0 1 0 0,1 0-1 0 0,0 0 1 0 0,0 0-1 0 0,0 0 1 0 0,0 0-1 0 0,1 0 1 0 0,-1 0-1 0 0,1 0 1 0 0,2 6-1 0 0,-1-5-6 0 0,1 0 0 0 0,-1 0 0 0 0,1 0 0 0 0,0-1 0 0 0,0 1 0 0 0,1-1 0 0 0,-1 1 0 0 0,1-1 0 0 0,0 0 0 0 0,0-1 0 0 0,0 1 0 0 0,0-1 0 0 0,0 1 0 0 0,6 1 0 0 0,129 46 72 0 0,-99-38-32 0 0,-1 1-1 0 0,57 29 1 0 0,-95-42 19 0 0,0 1 0 0 0,1 0 0 0 0,-1-1-1 0 0,1 1 1 0 0,-1 0 0 0 0,0 0 0 0 0,1 0-1 0 0,-1 0 1 0 0,0 0 0 0 0,0 0 0 0 0,0 0 0 0 0,0 0-1 0 0,0 1 1 0 0,0-1 0 0 0,0 0 0 0 0,0 1-1 0 0,-1-1 1 0 0,1 0 0 0 0,0 1 0 0 0,-1-1-1 0 0,1 1 1 0 0,-1-1 0 0 0,1 1 0 0 0,-1-1 0 0 0,0 1-1 0 0,0-1 1 0 0,0 1 0 0 0,0 0 0 0 0,0-1-1 0 0,0 1 1 0 0,0-1 0 0 0,0 1 0 0 0,-1-1-1 0 0,1 1 1 0 0,-1-1 0 0 0,1 1 0 0 0,-1-1-1 0 0,1 1 1 0 0,-1-1 0 0 0,0 1 0 0 0,0-1 0 0 0,0 0-1 0 0,0 0 1 0 0,0 1 0 0 0,-1 0 0 0 0,-4 5 118 0 0,0-1-1 0 0,0 0 1 0 0,-1 0 0 0 0,1 0 0 0 0,-1-1 0 0 0,-13 7 0 0 0,-2-2-20 0 0,0 0 0 0 0,0-2 1 0 0,0-1-1 0 0,-1 0 0 0 0,0-2 1 0 0,-1 0-1 0 0,-35 1 0 0 0,56-6-335 0 0,0 1 0 0 0,0-1 0 0 0,0 0 0 0 0,0-1 0 0 0,0 1 0 0 0,0-1 0 0 0,0 1 0 0 0,0-1 0 0 0,0 0 0 0 0,0 0 0 0 0,0 0 0 0 0,-3-2 0 0 0,5 2-13 0 0,0 1 0 0 0,1-1-1 0 0,-1 0 1 0 0,0 1 0 0 0,1-1-1 0 0,-1 0 1 0 0,0 0 0 0 0,1 1 0 0 0,-1-1-1 0 0,1 0 1 0 0,-1 0 0 0 0,1 0-1 0 0,-1 0 1 0 0,1 0 0 0 0,0 0 0 0 0,0 0-1 0 0,-1 0 1 0 0,1 0 0 0 0,0 0-1 0 0,0 0 1 0 0,0 0 0 0 0,0 0 0 0 0,0 1-1 0 0,0-1 1 0 0,0 0 0 0 0,0 0-1 0 0,1 0 1 0 0,-1 0 0 0 0,0 0 0 0 0,1 0-1 0 0,-1 0 1 0 0,0 0 0 0 0,1 0-1 0 0,-1 0 1 0 0,2-1 0 0 0,4-10-3462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7:20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91 1976 0 0,'21'-35'5060'0'0,"13"-21"3288"0"0,-32 57-8305 0 0,-1 0-1 0 0,0 0 1 0 0,1 0-1 0 0,-1 0 1 0 0,0 0 0 0 0,0 0-1 0 0,0 0 1 0 0,0 0-1 0 0,0 1 1 0 0,0-1 0 0 0,0 0-1 0 0,-1 1 1 0 0,1-1-1 0 0,0 0 1 0 0,-1 1-1 0 0,1-1 1 0 0,-1 1 0 0 0,1-1-1 0 0,-1 1 1 0 0,0 2-1 0 0,1-1-8 0 0,5 21 125 0 0,-1 0 0 0 0,2 49 0 0 0,-4-36-33 0 0,5 63 139 0 0,-5-41-97 0 0,3 0 0 0 0,25 109 1 0 0,-30-163-156 0 0,0-1-1 0 0,1 1 1 0 0,-1 0-1 0 0,1 0 1 0 0,0 0-1 0 0,1-1 1 0 0,-1 1 0 0 0,1-1-1 0 0,-1 0 1 0 0,1 0-1 0 0,1 0 1 0 0,-1 0 0 0 0,0 0-1 0 0,1-1 1 0 0,0 1-1 0 0,0-1 1 0 0,0 0-1 0 0,0 0 1 0 0,0-1 0 0 0,1 1-1 0 0,-1-1 1 0 0,10 3-1 0 0,-11-4-93 0 0,-1-1 0 0 0,1 0 0 0 0,-1 1 0 0 0,1-1 0 0 0,0-1 0 0 0,-1 1 0 0 0,1 0 0 0 0,-1-1 0 0 0,1 1 0 0 0,-1-1 0 0 0,1 0 0 0 0,-1 1 0 0 0,1-1 0 0 0,-1-1 0 0 0,4-1 0 0 0,0 0-713 0 0,0-1 0 0 0,-1 0-1 0 0,0 0 1 0 0,9-8 0 0 0,3-12-4788 0 0,-11 12 861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7:20.7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117 102 572 0 0,'-110'-5'13987'0'0,"110"5"-13968"0"0,-1 0-1 0 0,1 0 0 0 0,0 1 1 0 0,0-1-1 0 0,0 0 1 0 0,0 0-1 0 0,-1 0 0 0 0,1 0 1 0 0,0 0-1 0 0,0 0 0 0 0,0 0 1 0 0,-1 0-1 0 0,1 0 1 0 0,0 0-1 0 0,0-1 0 0 0,0 1 1 0 0,0 0-1 0 0,-1 0 0 0 0,1 0 1 0 0,0 0-1 0 0,0 0 0 0 0,0 0 1 0 0,0 0-1 0 0,-1 0 1 0 0,1 0-1 0 0,0-1 0 0 0,0 1 1 0 0,0 0-1 0 0,0 0 0 0 0,0 0 1 0 0,0 0-1 0 0,-1 0 1 0 0,1-1-1 0 0,0 1 0 0 0,0 0 1 0 0,0 0-1 0 0,0 0 0 0 0,0 0 1 0 0,0-1-1 0 0,0 1 1 0 0,0 0-1 0 0,0 0 0 0 0,0 0 1 0 0,0-1-1 0 0,5-9 464 0 0,12-7-108 0 0,0 6-365 0 0,1 0-1 0 0,24-10 1 0 0,10-1-6772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7:20.8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0 1768 0 0,'-16'4'6953'0'0,"10"-3"-5533"0"0,-20 4 3004 0 0,26-5-4435 0 0,0 0 1 0 0,0 0-1 0 0,0 0 0 0 0,0 0 1 0 0,0 0-1 0 0,0 0 0 0 0,-1 0 0 0 0,1 0 1 0 0,0 0-1 0 0,0 0 0 0 0,0 1 1 0 0,0-1-1 0 0,0 0 0 0 0,0 0 1 0 0,0 0-1 0 0,0 0 0 0 0,0 0 1 0 0,0 0-1 0 0,0 1 0 0 0,-1-1 0 0 0,1 0 1 0 0,0 0-1 0 0,0 0 0 0 0,0 0 1 0 0,0 0-1 0 0,0 1 0 0 0,0-1 1 0 0,0 0-1 0 0,0 0 0 0 0,0 0 0 0 0,0 0 1 0 0,0 0-1 0 0,1 1 0 0 0,-1-1 1 0 0,0 0-1 0 0,0 0 0 0 0,0 0 1 0 0,0 0-1 0 0,0 0 0 0 0,0 0 0 0 0,0 1 1 0 0,0-1-1 0 0,0 0 0 0 0,0 0 1 0 0,14 9-2928 0 0,-3-3-635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7:21.0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2660 0 0,'4'0'2783'0'0,"33"0"2741"0"0,-34 0-4309 0 0,1 0-212 0 0,10 0-166 0 0,-11 0-154 0 0,0 0-131 0 0,27 0 865 0 0,-27 0-1453 0 0,10 0-4798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7:22.7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87 772 0 0,'-42'-15'5757'0'0,"42"15"-5696"0"0,-1-1-1 0 0,0 1 0 0 0,1 0 0 0 0,-1 0 0 0 0,1 0 1 0 0,-1-1-1 0 0,1 1 0 0 0,-1 0 0 0 0,1-1 1 0 0,-1 1-1 0 0,1-1 0 0 0,-1 1 0 0 0,1 0 1 0 0,-1-1-1 0 0,1 1 0 0 0,0-1 0 0 0,-1 1 1 0 0,1-1-1 0 0,0 1 0 0 0,-1-1 0 0 0,1 1 0 0 0,0-1 1 0 0,0 1-1 0 0,-1-1 0 0 0,1 0 0 0 0,0 1 1 0 0,0-1-1 0 0,0 1 0 0 0,0-1 0 0 0,0 0 1 0 0,0 1-1 0 0,0-1 0 0 0,0 1 0 0 0,0-1 1 0 0,0 0-1 0 0,0 1 0 0 0,0-1 0 0 0,1 1 0 0 0,-1-1 1 0 0,0 0-1 0 0,0 1 0 0 0,1-1 0 0 0,-1 1 1 0 0,0-1-1 0 0,1 1 0 0 0,-1-1 0 0 0,0 1 1 0 0,1-1-1 0 0,-1 1 0 0 0,1 0 0 0 0,-1-1 1 0 0,1 1-1 0 0,0-1 0 0 0,1-2 16 0 0,1 1 0 0 0,0-1 1 0 0,0 1-1 0 0,1-1 0 0 0,-1 1 0 0 0,6-3 1 0 0,6 0 29 0 0,-1 0 0 0 0,1 1 1 0 0,1 0-1 0 0,-1 2 0 0 0,0-1 1 0 0,28 1-1 0 0,-32 2-74 0 0,0 1 0 0 0,0 0-1 0 0,0 0 1 0 0,0 1 0 0 0,0 1 0 0 0,-1 0 0 0 0,1 0-1 0 0,-1 1 1 0 0,0 0 0 0 0,14 9 0 0 0,-22-12-30 0 0,1 0-1 0 0,-1 1 1 0 0,0-1 0 0 0,0 1 0 0 0,0 0 0 0 0,0 0-1 0 0,0 0 1 0 0,-1 0 0 0 0,1 0 0 0 0,-1 0 0 0 0,1 0-1 0 0,-1 0 1 0 0,1 1 0 0 0,-1-1 0 0 0,0 0 0 0 0,0 1-1 0 0,-1-1 1 0 0,2 5 0 0 0,-2-3-5 0 0,1 0-1 0 0,-1 0 1 0 0,-1-1-1 0 0,1 1 1 0 0,0 0 0 0 0,-1 0-1 0 0,0 0 1 0 0,0 0-1 0 0,0-1 1 0 0,0 1 0 0 0,-3 4-1 0 0,-3 5-11 0 0,-1 0 1 0 0,0 0-1 0 0,-1-1 0 0 0,-1 0 0 0 0,-12 12 0 0 0,-2-1-8 0 0,-52 38-1 0 0,21-19 79 0 0,53-40-73 0 0,2-2 19 0 0,0 0-1 0 0,1 1 1 0 0,-1-1-1 0 0,0 1 1 0 0,0-1-1 0 0,1 1 1 0 0,-1-1-1 0 0,0 0 1 0 0,1 1-1 0 0,-1-1 1 0 0,0 0-1 0 0,1 1 1 0 0,-1-1-1 0 0,1 0 1 0 0,-1 1-1 0 0,1-1 1 0 0,-1 0-1 0 0,1 0 1 0 0,0 1-1 0 0,19 1 1 0 0,150 22 51 0 0,-145-18-50 0 0,0 0 0 0 0,0 2 1 0 0,-1 0-1 0 0,42 22 0 0 0,-61-27 23 0 0,1 0-1 0 0,0 1 0 0 0,-1 0 1 0 0,0 0-1 0 0,0 0 0 0 0,0 0 1 0 0,0 1-1 0 0,-1 0 0 0 0,1 0 1 0 0,6 11-1 0 0,-10-13 40 0 0,1 0-1 0 0,-1 0 1 0 0,0 0 0 0 0,0 1 0 0 0,0-1-1 0 0,0 0 1 0 0,-1 1 0 0 0,1-1-1 0 0,-1 1 1 0 0,0-1 0 0 0,0 0-1 0 0,0 1 1 0 0,-1-1 0 0 0,1 1-1 0 0,-1-1 1 0 0,0 0 0 0 0,0 1-1 0 0,0-1 1 0 0,0 0 0 0 0,0 0-1 0 0,-1 0 1 0 0,-2 5 0 0 0,-4 4 84 0 0,0-2 0 0 0,-1 1 0 0 0,1-1 1 0 0,-2 0-1 0 0,0-1 0 0 0,0 0 0 0 0,0-1 1 0 0,-1 0-1 0 0,-1 0 0 0 0,1-1 0 0 0,-25 10 1 0 0,10-6 5 0 0,0-1 1 0 0,-1-2-1 0 0,-1 0 1 0 0,-47 6-1 0 0,70-13-150 0 0,-19 2 111 0 0,-29 0 0 0 0,48-2-126 0 0,0-1 1 0 0,0-1 0 0 0,0 1-1 0 0,0-1 1 0 0,-1 0-1 0 0,1 0 1 0 0,1 0-1 0 0,-1-1 1 0 0,0 0-1 0 0,0 0 1 0 0,0 0 0 0 0,-5-3-1 0 0,10 4-55 0 0,-1 0 0 0 0,0 1 0 0 0,1-1 0 0 0,-1 1 0 0 0,1-1 0 0 0,-1 0 0 0 0,1 1 0 0 0,-1-1 0 0 0,1 0 0 0 0,0 0 0 0 0,-1 1 0 0 0,1-1 0 0 0,0 0 0 0 0,-1 0 0 0 0,1 1 0 0 0,0-1 0 0 0,0 0 0 0 0,0 0 0 0 0,0 0-1 0 0,0 0 1 0 0,0 1 0 0 0,0-1 0 0 0,0 0 0 0 0,0 0 0 0 0,0 0 0 0 0,1-2-164 0 0,0 0 0 0 0,0 0 0 0 0,0 0 0 0 0,1 0 0 0 0,-1 1 0 0 0,1-1-1 0 0,1-2 1 0 0,4-4-1569 0 0,1 0-1 0 0,13-12 0 0 0,-1 3-2599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7:23.2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64 888 0 0,'0'-2'281'0'0,"0"1"-1"0"0,1 0 1 0 0,-1 0-1 0 0,1-1 1 0 0,0 1-1 0 0,-1 0 1 0 0,1 0 0 0 0,0 0-1 0 0,-1-1 1 0 0,1 1-1 0 0,0 0 1 0 0,0 0-1 0 0,0 0 1 0 0,0 1-1 0 0,0-1 1 0 0,0 0 0 0 0,0 0-1 0 0,1 0 1 0 0,-1 1-1 0 0,0-1 1 0 0,0 1-1 0 0,1-1 1 0 0,-1 1 0 0 0,0-1-1 0 0,0 1 1 0 0,1 0-1 0 0,2-1 1 0 0,0 2-158 0 0,0 0 0 0 0,0 0 0 0 0,0 0 0 0 0,0 1 0 0 0,0-1 1 0 0,-1 1-1 0 0,7 4 0 0 0,7 2 286 0 0,8 4-302 0 0,-1 0-1 0 0,0 2 1 0 0,-1 0-1 0 0,-1 2 0 0 0,0 0 1 0 0,-1 2-1 0 0,30 31 1 0 0,-48-44-102 0 0,1 0 1 0 0,-1 0-1 0 0,0 0 1 0 0,0 1 0 0 0,0-1-1 0 0,-1 1 1 0 0,0-1 0 0 0,0 1-1 0 0,0 0 1 0 0,-1 0-1 0 0,0 0 1 0 0,0 0 0 0 0,0-1-1 0 0,-1 2 1 0 0,0-1-1 0 0,0 0 1 0 0,-1 0 0 0 0,-1 8-1 0 0,0-6 70 0 0,0-1 0 0 0,0 0 0 0 0,0 0 0 0 0,-1 0 0 0 0,-1 0-1 0 0,1 0 1 0 0,-1 0 0 0 0,0-1 0 0 0,0 0 0 0 0,-1 0 0 0 0,0 0 0 0 0,0 0-1 0 0,-1-1 1 0 0,-7 7 0 0 0,12-11-58 0 0,0 0 0 0 0,-1 0 0 0 0,1 0 0 0 0,0 0 0 0 0,-1 0 0 0 0,1 0 0 0 0,-1 0-1 0 0,1-1 1 0 0,-1 1 0 0 0,1-1 0 0 0,-1 1 0 0 0,1-1 0 0 0,-1 1 0 0 0,0-1 0 0 0,1 0 0 0 0,-1 0 0 0 0,0 0 0 0 0,1 0 0 0 0,-1 0 0 0 0,0 0-1 0 0,1 0 1 0 0,-1 0 0 0 0,1-1 0 0 0,-1 1 0 0 0,0-1 0 0 0,1 1 0 0 0,-1-1 0 0 0,-1-1 0 0 0,2 2-15 0 0,1-1 1 0 0,-1 0-1 0 0,0 0 1 0 0,1 0-1 0 0,-1 0 1 0 0,1 1-1 0 0,-1-1 1 0 0,1 0-1 0 0,0 0 0 0 0,-1 0 1 0 0,1 0-1 0 0,0 0 1 0 0,0 0-1 0 0,0 0 1 0 0,0 0-1 0 0,0 0 1 0 0,0 0-1 0 0,0 0 1 0 0,0 0-1 0 0,0-2 0 0 0,4-18 20 0 0,1 9-19 0 0,-1 0 1 0 0,2 0-1 0 0,0 0 1 0 0,0 1-1 0 0,11-14 1 0 0,43-52 37 0 0,-35 48-38 0 0,136-162 343 0 0,-152 179-281 0 0,-9 11-65 0 0,0 1 0 0 0,-1 0 0 0 0,1 0 0 0 0,0 0 0 0 0,0 0 0 0 0,0 0 0 0 0,0-1 0 0 0,0 1 0 0 0,0 0 1 0 0,0 0-1 0 0,0 0 0 0 0,0 0 0 0 0,0 0 0 0 0,-1 0 0 0 0,1 0 0 0 0,0 0 0 0 0,0-1 0 0 0,0 1 0 0 0,0 0 0 0 0,0 0 0 0 0,-1 0 0 0 0,1 0 0 0 0,0 0 0 0 0,0 0 0 0 0,0 0 0 0 0,0 0 0 0 0,0 0 0 0 0,-1 0 0 0 0,1 0 0 0 0,0 0 1 0 0,0 0-1 0 0,0 0 0 0 0,0 0 0 0 0,0 0 0 0 0,-1 0 0 0 0,1 0 0 0 0,0 0 0 0 0,0 0 0 0 0,0 0 0 0 0,0 0 0 0 0,0 0 0 0 0,-1 1 0 0 0,1-1 0 0 0,-3 1-7 0 0,1 0 0 0 0,-1 0 0 0 0,1 0-1 0 0,-1 1 1 0 0,1-1 0 0 0,-1 1 0 0 0,1-1 0 0 0,-3 4 0 0 0,-8 9 2 0 0,0 0-1 0 0,1 1 1 0 0,1 1 0 0 0,0 0 0 0 0,1 0 0 0 0,1 1 0 0 0,0 0 0 0 0,1 1 0 0 0,1 0 0 0 0,-8 32 0 0 0,14-44 7 0 0,0 0-1 0 0,1 0 0 0 0,-1-1 1 0 0,1 1-1 0 0,0 0 0 0 0,1 0 0 0 0,0 0 1 0 0,0 0-1 0 0,0 0 0 0 0,0-1 1 0 0,1 1-1 0 0,0-1 0 0 0,0 1 1 0 0,6 9-1 0 0,-4-8 35 0 0,1-1-1 0 0,0 1 1 0 0,1-1-1 0 0,0 1 1 0 0,0-2-1 0 0,0 1 1 0 0,1-1 0 0 0,0 0-1 0 0,9 6 1 0 0,5 0-568 0 0,0-1 0 0 0,1-2 0 0 0,0 0 0 0 0,0-1 0 0 0,0-1 0 0 0,36 5 0 0 0,-24-6-2584 0 0,1-3-1157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7:23.4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16 2244 0 0,'-7'-16'9247'0'0,"5"24"-8775"0"0,0 1-1 0 0,1-1 1 0 0,0 1 0 0 0,0-1-1 0 0,1 1 1 0 0,0-1 0 0 0,2 10-1 0 0,-2 28 364 0 0,-5 173 462 0 0,15-73-3411 0 0,-1-104-560 0 0,3-17-2723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7:23.7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0 151 2592 0 0,'1'-25'9752'0'0,"0"14"-6596"0"0,-2 10-3060 0 0,1 0-1 0 0,0 0 0 0 0,0 0 0 0 0,0 0 1 0 0,1 0-1 0 0,-1 0 0 0 0,0 0 0 0 0,0 0 1 0 0,0 0-1 0 0,1 0 0 0 0,-1 0 0 0 0,0 0 1 0 0,1 0-1 0 0,-1 0 0 0 0,1 0 0 0 0,-1 0 1 0 0,1 1-1 0 0,0-1 0 0 0,-1 0 0 0 0,1 0 1 0 0,0 1-1 0 0,-1-1 0 0 0,1 0 0 0 0,0 1 1 0 0,0-1-1 0 0,0 1 0 0 0,0-1 0 0 0,-1 1 1 0 0,1-1-1 0 0,0 1 0 0 0,0-1 1 0 0,0 1-1 0 0,2-1 0 0 0,151-32 697 0 0,4-1-6253 0 0,-122 20-635 0 0,-23 7 526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7:23.9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4 1740 0 0,'-3'-1'1685'0'0,"-3"1"-1051"0"0,4-1-222 0 0,-1 0 0 0 0,0 1 1 0 0,1-1-1 0 0,-1 1 1 0 0,0 0-1 0 0,1 0 1 0 0,-1 0-1 0 0,0 1 0 0 0,0-1 1 0 0,1 0-1 0 0,-1 1 1 0 0,0 0-1 0 0,1 0 1 0 0,-4 1-1 0 0,5 0-233 0 0,0 0-1 0 0,0-1 1 0 0,0 1 0 0 0,0 0-1 0 0,1 0 1 0 0,-1 0 0 0 0,1 0 0 0 0,-1 0-1 0 0,1 0 1 0 0,0 1 0 0 0,0-1-1 0 0,0 0 1 0 0,0 0 0 0 0,0 0 0 0 0,0 0-1 0 0,1 3 1 0 0,0-1 10 0 0,4 33 432 0 0,1 0-1 0 0,23 70 1 0 0,-12-48-442 0 0,-4-10-185 0 0,21 70-1352 0 0,-26-96-1122 0 0,16 30 1 0 0,-13-36-483 0 0,2-3-862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7:24.4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95 2196 0 0,'3'-7'795'0'0,"1"-1"0"0"0,-1 1 0 0 0,1 0 0 0 0,1 0-1 0 0,-1 0 1 0 0,1 0 0 0 0,0 1 0 0 0,12-11 0 0 0,-14 14-692 0 0,-1 1 0 0 0,1 0 0 0 0,0 0 0 0 0,1 0 0 0 0,-1 0 1 0 0,0 1-1 0 0,0-1 0 0 0,1 1 0 0 0,-1 0 0 0 0,1 0 0 0 0,-1 0 0 0 0,1 0 0 0 0,0 1 1 0 0,-1 0-1 0 0,1-1 0 0 0,0 1 0 0 0,-1 0 0 0 0,1 1 0 0 0,0-1 0 0 0,-1 1 0 0 0,1-1 1 0 0,4 3-1 0 0,-4-2-73 0 0,0 0-1 0 0,1 1 1 0 0,-1 0 0 0 0,0 0 0 0 0,0 0 0 0 0,0 1-1 0 0,0 0 1 0 0,-1-1 0 0 0,1 1 0 0 0,-1 0 0 0 0,0 0-1 0 0,1 1 1 0 0,-1-1 0 0 0,-1 1 0 0 0,1 0 0 0 0,0 0-1 0 0,-1 0 1 0 0,0 0 0 0 0,0 0 0 0 0,0 0 0 0 0,-1 0-1 0 0,1 1 1 0 0,-1-1 0 0 0,0 1 0 0 0,0-1 0 0 0,0 1-1 0 0,-1-1 1 0 0,0 1 0 0 0,0-1 0 0 0,0 7 0 0 0,-1 3 79 0 0,-1-1 0 0 0,-1 1 1 0 0,0 0-1 0 0,0 0 0 0 0,-1-1 1 0 0,-1 0-1 0 0,0 0 1 0 0,-13 22-1 0 0,-51 72 500 0 0,49-78 644 0 0,94-98-984 0 0,-16 15-222 0 0,91-66 4 0 0,-73 60 1079 0 0,-72 56-922 0 0,0 0-1 0 0,0 0 1 0 0,0 0 0 0 0,-1 0-1 0 0,3-6 1 0 0,-5 9-75 0 0,-5-3 9 0 0,4 4-139 0 0,0 0 0 0 0,0-1 0 0 0,0 1 0 0 0,0 0 0 0 0,0 0 0 0 0,0-1 0 0 0,0 1 0 0 0,-1 0 0 0 0,1 0 0 0 0,0 0 0 0 0,0-1 0 0 0,0 1 0 0 0,0 0 0 0 0,-1 0 0 0 0,1 0 0 0 0,0-1 0 0 0,0 1 0 0 0,-1 0 0 0 0,1 0 0 0 0,0 0 0 0 0,0 0 0 0 0,-1 0 1 0 0,1-1-1 0 0,0 1 0 0 0,0 0 0 0 0,-1 0 0 0 0,1 0 0 0 0,0 0 0 0 0,0 0 0 0 0,-1 0 0 0 0,1 0 0 0 0,0 0 0 0 0,-1 0 0 0 0,1 0 0 0 0,-7 1 5 0 0,0 0 1 0 0,1 0-1 0 0,-1 1 1 0 0,1 0-1 0 0,-1 0 1 0 0,1 1-1 0 0,0-1 1 0 0,-1 1-1 0 0,1 1 1 0 0,1-1-1 0 0,-1 1 1 0 0,0 0-1 0 0,-5 6 1 0 0,-2 1 8 0 0,1 1 0 0 0,0 0 0 0 0,1 1 0 0 0,-14 20 0 0 0,20-25-13 0 0,0 0-1 0 0,0 0 1 0 0,1 1-1 0 0,0 0 0 0 0,0 0 1 0 0,1 0-1 0 0,0 0 1 0 0,1 0-1 0 0,0 1 1 0 0,0-1-1 0 0,0 14 0 0 0,2-17-1 0 0,1 0 0 0 0,0-1 1 0 0,-1 1-1 0 0,2 0 0 0 0,-1-1 0 0 0,1 1 0 0 0,-1-1 0 0 0,2 1 0 0 0,-1-1 0 0 0,0 0 0 0 0,1 0 0 0 0,0 0 0 0 0,0 0 0 0 0,1-1 0 0 0,-1 1 0 0 0,1-1 0 0 0,0 0 0 0 0,0 0 0 0 0,1 0 0 0 0,6 4 0 0 0,6 3-203 0 0,-1-1-1 0 0,2-1 1 0 0,-1 0 0 0 0,1-2-1 0 0,1 0 1 0 0,23 6-1 0 0,118 18-7737 0 0,-150-30 6983 0 0,35 6-5239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7:24.8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21 2196 0 0,'-50'-20'10280'0'0,"79"35"-9384"0"0,-23-12-835 0 0,0 0 0 0 0,-1 0-1 0 0,1 1 1 0 0,-1 0 0 0 0,1 0 0 0 0,-1 0 0 0 0,-1 1 0 0 0,1 0 0 0 0,0 0 0 0 0,-1 0-1 0 0,4 6 1 0 0,-6-8 37 0 0,-1 1 0 0 0,1 0 1 0 0,-1-1-1 0 0,1 1 0 0 0,-1 0 0 0 0,0 0 0 0 0,0 0 0 0 0,-1 0 0 0 0,1 0 0 0 0,-1 0 0 0 0,0 0 0 0 0,0 0 0 0 0,0 0 1 0 0,0 0-1 0 0,-1 0 0 0 0,0 0 0 0 0,0-1 0 0 0,0 1 0 0 0,-2 5 0 0 0,-4 7 359 0 0,-1-1 0 0 0,-1 0-1 0 0,0 0 1 0 0,-1-1 0 0 0,-1 0-1 0 0,-12 13 1 0 0,-13 17 385 0 0,35-43-818 0 0,0 0 0 0 0,0-1-1 0 0,0 1 1 0 0,1 0 0 0 0,-1 0 0 0 0,0 0-1 0 0,1 0 1 0 0,-1 0 0 0 0,1 0-1 0 0,-1 0 1 0 0,1 0 0 0 0,-1 0 0 0 0,1 0-1 0 0,0 0 1 0 0,-1 0 0 0 0,1 0 0 0 0,0 0-1 0 0,0 0 1 0 0,0 0 0 0 0,0 1-1 0 0,0 0 1 0 0,1-1-16 0 0,0 0 0 0 0,1-1-1 0 0,-1 1 1 0 0,0-1 0 0 0,0 1-1 0 0,1-1 1 0 0,-1 0 0 0 0,1 0 0 0 0,-1 1-1 0 0,0-1 1 0 0,1 0 0 0 0,-1 0-1 0 0,1 0 1 0 0,-1-1 0 0 0,2 1 0 0 0,43-5-293 0 0,-1-2 0 0 0,0-1 1 0 0,52-18-1 0 0,-32 8-893 0 0,84-23-2845 0 0,-48 10-1667 0 0,-26 7-625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7:25.0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209 68 424 0 0,'-197'-24'14714'0'0,"186"21"-14053"0"0,14-3-249 0 0,16-2-175 0 0,27-2-435 0 0,62-4-1 0 0,-79 12-3882 0 0,45 4 0 0 0,-55-1-1404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7:25.3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0 1112 0 0,'-80'32'8260'0'0,"79"-32"-8208"0"0,1 0 0 0 0,-1 0 1 0 0,1 1-1 0 0,-1-1 1 0 0,1 0-1 0 0,-1 0 1 0 0,1 0-1 0 0,-1 1 1 0 0,1-1-1 0 0,-1 0 1 0 0,1 1-1 0 0,-1-1 1 0 0,1 0-1 0 0,0 1 1 0 0,-1-1-1 0 0,1 1 1 0 0,0-1-1 0 0,-1 0 1 0 0,1 1-1 0 0,0-1 0 0 0,-1 1 1 0 0,1 0-1 0 0,6 7 1048 0 0,18-1-310 0 0,32-4-880 0 0,0-3-1 0 0,103-13 1 0 0,-140 11-249 0 0,131-20-5621 0 0,-95 12 2466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7:25.9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442 98 2312 0 0,'-24'-16'2937'0'0,"11"8"-1095"0"0,1 0 0 0 0,1-1 0 0 0,0 0-1 0 0,-13-13 1 0 0,23 20-1451 0 0,1 1-359 0 0,0 0 1 0 0,0 1 0 0 0,0-1-1 0 0,0 0 1 0 0,0 0 0 0 0,0 0 0 0 0,1 1-1 0 0,-1-1 1 0 0,0 0 0 0 0,1 0-1 0 0,-1 1 1 0 0,0-1 0 0 0,1 0-1 0 0,-1 0 1 0 0,1 1 0 0 0,-1-1 0 0 0,1 0-1 0 0,0 1 1 0 0,-1-1 0 0 0,1 1-1 0 0,0-1 1 0 0,-1 1 0 0 0,1-1-1 0 0,0 1 1 0 0,0-1 0 0 0,2 0 5 0 0,0 0 0 0 0,-1 0 0 0 0,1 1 1 0 0,0-1-1 0 0,0 0 0 0 0,0 1 0 0 0,4 0 0 0 0,3 0 5 0 0,0 0 0 0 0,0 1-1 0 0,16 4 1 0 0,-15-2-20 0 0,-1 0-1 0 0,0 1 1 0 0,0 0 0 0 0,0 1 0 0 0,-1 0 0 0 0,0 0 0 0 0,1 1-1 0 0,-2 0 1 0 0,1 0 0 0 0,-1 1 0 0 0,0 0 0 0 0,12 15 0 0 0,-16-17 3 0 0,-1 0 0 0 0,1-1 0 0 0,-1 1 1 0 0,0 1-1 0 0,-1-1 0 0 0,0 0 1 0 0,1 1-1 0 0,-2-1 0 0 0,1 1 1 0 0,-1 0-1 0 0,1-1 0 0 0,-1 1 0 0 0,-1 0 1 0 0,1 0-1 0 0,-1 0 0 0 0,0-1 1 0 0,-1 1-1 0 0,1 0 0 0 0,-1 0 0 0 0,-1 0 1 0 0,1-1-1 0 0,-1 1 0 0 0,1 0 1 0 0,-6 8-1 0 0,1-1 79 0 0,-1-1 1 0 0,-1 0 0 0 0,0-1-1 0 0,-1 1 1 0 0,0-1-1 0 0,-12 10 1 0 0,-69 54 580 0 0,54-47-301 0 0,-2 1 1044 0 0,37-28-1038 0 0,8-1-366 0 0,0-1 0 0 0,-1 1 0 0 0,1-1 1 0 0,8-3-1 0 0,15-2-21 0 0,-13 4 5 0 0,0 1 0 0 0,0 1 0 0 0,1 1 0 0 0,-1 0 0 0 0,0 1-1 0 0,0 0 1 0 0,0 2 0 0 0,-1 0 0 0 0,1 1 0 0 0,-1 1 0 0 0,0 0 0 0 0,0 1 0 0 0,-1 0-1 0 0,0 2 1 0 0,0 0 0 0 0,-1 0 0 0 0,0 2 0 0 0,-1-1 0 0 0,19 21 0 0 0,-28-27 40 0 0,-1 0 0 0 0,0 0 1 0 0,0 0-1 0 0,0 1 0 0 0,0-1 1 0 0,-1 1-1 0 0,0-1 0 0 0,0 1 1 0 0,0 0-1 0 0,0 0 0 0 0,-1 0 1 0 0,0 0-1 0 0,0 0 0 0 0,0 0 1 0 0,-1 1-1 0 0,1-1 0 0 0,-1 0 1 0 0,-1 0-1 0 0,1 0 0 0 0,-1 1 0 0 0,-2 8 1 0 0,0-5 22 0 0,0-1 0 0 0,-1 0 0 0 0,0 1 0 0 0,-1-1 0 0 0,0 0 0 0 0,0-1 0 0 0,0 1 0 0 0,-1-1 0 0 0,0 0 0 0 0,-1-1-1 0 0,-10 9 1 0 0,-6 4-40 0 0,-2-2 0 0 0,1-1 0 0 0,-2-1 0 0 0,0-1 0 0 0,-1-1 0 0 0,0-2 0 0 0,-1 0 0 0 0,0-2 0 0 0,-1-1 0 0 0,0-1 0 0 0,0-2 0 0 0,0-1 0 0 0,-1-1 0 0 0,-36-1 0 0 0,43-4-745 0 0,0-1 0 0 0,1-1-1 0 0,-40-11 1 0 0,-2-6-3805 0 0,3-3-3701 0 0,39 16 2718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7:27.6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78 552 0 0,'-59'-71'6921'0'0,"58"69"-6715"0"0,-10-2 278 0 0,8 19-303 0 0,0 0 1 0 0,1 1-1 0 0,1 22 1 0 0,-3 23 116 0 0,0-32-177 0 0,-21 198 433 0 0,24-217-528 0 0,2-1-1 0 0,-1 1 1 0 0,1 0-1 0 0,0-1 1 0 0,1 1 0 0 0,0-1-1 0 0,1 0 1 0 0,0 0-1 0 0,0 1 1 0 0,1-2-1 0 0,0 1 1 0 0,6 9-1 0 0,-6-13-14 0 0,0 0 0 0 0,-1 0 0 0 0,2 0 0 0 0,-1-1 0 0 0,0 0 0 0 0,1 0 0 0 0,0 0 0 0 0,0 0 0 0 0,0-1 0 0 0,0 0 0 0 0,1 0 0 0 0,-1 0 0 0 0,1-1 0 0 0,0 0 0 0 0,-1 0 0 0 0,1 0 0 0 0,0-1 0 0 0,0 0 0 0 0,0 0 0 0 0,8 0 0 0 0,-7-1-6 0 0,0 0 0 0 0,1-1 0 0 0,-1 0 0 0 0,0 0 0 0 0,0-1-1 0 0,0 0 1 0 0,0 0 0 0 0,0 0 0 0 0,0-1 0 0 0,-1 0 0 0 0,1-1 0 0 0,-1 1 0 0 0,0-1 0 0 0,0-1 0 0 0,0 1 0 0 0,0-1 0 0 0,-1 0-1 0 0,0 0 1 0 0,0 0 0 0 0,0-1 0 0 0,7-10 0 0 0,1-6 502 0 0,0 0-1 0 0,-1-1 0 0 0,-1 0 1 0 0,14-46-1 0 0,-21 63-298 0 0,-1 14-143 0 0,-3 11-55 0 0,0-19-7 0 0,-16 158 240 0 0,6-78-263 0 0,10-72-33 0 0,-16 177 203 0 0,16-152-1275 0 0,0 1-1 0 0,2-1 0 0 0,10 51 1 0 0,-6-61-1791 0 0,1-2-933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7:28.2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14 195 2060 0 0,'-1'-4'403'0'0,"0"1"0"0"0,1-1 0 0 0,-1 0 0 0 0,1 1 0 0 0,0-1 0 0 0,0 1 0 0 0,0-1 0 0 0,0 1 1 0 0,1-1-1 0 0,0 0 0 0 0,-1 1 0 0 0,1 0 0 0 0,1-1 0 0 0,-1 1 0 0 0,0-1 0 0 0,1 1 0 0 0,2-4 0 0 0,-3 6-348 0 0,1 0-1 0 0,-1 0 1 0 0,1 0 0 0 0,-1 0 0 0 0,1 0 0 0 0,0 0-1 0 0,-1 0 1 0 0,1 1 0 0 0,0-1 0 0 0,-1 1 0 0 0,1-1-1 0 0,0 1 1 0 0,0 0 0 0 0,-1 0 0 0 0,1 0 0 0 0,2 0-1 0 0,26 3 242 0 0,-25-2-288 0 0,0 0 0 0 0,-1 0-1 0 0,1 1 1 0 0,-1 0 0 0 0,1 0-1 0 0,-1 0 1 0 0,0 0 0 0 0,0 1-1 0 0,1-1 1 0 0,-2 1-1 0 0,1 0 1 0 0,0 0 0 0 0,-1 1-1 0 0,1-1 1 0 0,-1 1 0 0 0,0 0-1 0 0,0-1 1 0 0,-1 1 0 0 0,1 1-1 0 0,-1-1 1 0 0,0 0 0 0 0,0 1-1 0 0,0-1 1 0 0,0 1 0 0 0,-1-1-1 0 0,0 1 1 0 0,0 0 0 0 0,0 0-1 0 0,-1-1 1 0 0,1 1 0 0 0,-1 10-1 0 0,-1-4 15 0 0,0 1 0 0 0,-1-1 0 0 0,0 0 0 0 0,-1 1 0 0 0,0-1 0 0 0,-1 0 0 0 0,0-1 0 0 0,0 1 0 0 0,-1-1 0 0 0,-1 1-1 0 0,0-2 1 0 0,-9 13 0 0 0,2-5 236 0 0,-1-2-1 0 0,0 1 0 0 0,-1-2 1 0 0,-1 0-1 0 0,-18 12 0 0 0,32-25-177 0 0,-3-4-29 0 0,5 3-50 0 0,0 0 0 0 0,-1 0 0 0 0,1 0 0 0 0,0 0 0 0 0,0 0 0 0 0,-1 0 0 0 0,1 0 0 0 0,0 0 0 0 0,0 0 0 0 0,-1 0 0 0 0,1 0 0 0 0,0 0 0 0 0,0 0-1 0 0,-1-1 1 0 0,1 1 0 0 0,0 0 0 0 0,0 0 0 0 0,-1 0 0 0 0,1 0 0 0 0,0-1 0 0 0,0 1 0 0 0,0 0 0 0 0,-1 0 0 0 0,1 0 0 0 0,0-1 0 0 0,0 1 0 0 0,0 0 0 0 0,0 0 0 0 0,0-1-1 0 0,0 1 1 0 0,0 0 0 0 0,-1 0 0 0 0,1-1 0 0 0,0 1 0 0 0,0 0 0 0 0,0 0 0 0 0,0-1 0 0 0,0 1 0 0 0,2-10 5 0 0,0 1-1 0 0,0 0 1 0 0,1-1 0 0 0,0 2 0 0 0,1-1-1 0 0,8-16 1 0 0,37-52 61 0 0,-33 54-1 0 0,63-89 58 0 0,39-63-2 0 0,-112 160-148 0 0,-6 15 26 0 0,0-1 0 0 0,0 1 1 0 0,0 0-1 0 0,0 0 1 0 0,-1 0-1 0 0,1 0 1 0 0,0-1-1 0 0,0 1 0 0 0,0 0 1 0 0,0 0-1 0 0,0 0 1 0 0,0 0-1 0 0,0 0 0 0 0,-1 0 1 0 0,1-1-1 0 0,0 1 1 0 0,0 0-1 0 0,0 0 1 0 0,0 0-1 0 0,0 0 0 0 0,-1 0 1 0 0,1 0-1 0 0,0 0 1 0 0,0 0-1 0 0,0 0 0 0 0,0 0 1 0 0,-1 0-1 0 0,1 0 1 0 0,0 0-1 0 0,0 0 1 0 0,0 0-1 0 0,0 0 0 0 0,-1 0 1 0 0,1 0-1 0 0,0 0 1 0 0,0 0-1 0 0,0 0 0 0 0,0 0 1 0 0,-1 0-1 0 0,1 0 1 0 0,0 0-1 0 0,0 0 1 0 0,-2 1 6 0 0,0 0 0 0 0,0 0 1 0 0,0 0-1 0 0,0 1 1 0 0,0-1-1 0 0,0 0 1 0 0,0 1-1 0 0,1-1 1 0 0,-1 1-1 0 0,1 0 0 0 0,-2 2 1 0 0,-9 12-22 0 0,2 1 0 0 0,0 0 1 0 0,1 1-1 0 0,0 0 0 0 0,2 1 1 0 0,0-1-1 0 0,1 2 0 0 0,-5 27 0 0 0,10-39 23 0 0,0-1-1 0 0,0 1 0 0 0,1 0 0 0 0,0-1 1 0 0,0 1-1 0 0,1-1 0 0 0,0 1 0 0 0,1-1 0 0 0,-1 1 1 0 0,1-1-1 0 0,1 0 0 0 0,-1 0 0 0 0,1 0 0 0 0,1 0 1 0 0,-1 0-1 0 0,1 0 0 0 0,0-1 0 0 0,1 0 1 0 0,-1 0-1 0 0,1 0 0 0 0,0 0 0 0 0,1-1 0 0 0,-1 0 1 0 0,13 8-1 0 0,-4-4-241 0 0,-1-2 0 0 0,1 0-1 0 0,0-1 1 0 0,0 0 0 0 0,0-1 0 0 0,1-1 0 0 0,23 5 0 0 0,-13-6-1710 0 0,-1 0 1 0 0,26-1 0 0 0,-17-2-1328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7:28.4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24 788 0 0,'-11'-17'8304'0'0,"4"11"-6920"0"0,4 27-654 0 0,0 1-1 0 0,0 38 1 0 0,-1 12-444 0 0,-5-15-409 0 0,4-24 253 0 0,-3 43 0 0 0,8-67-795 0 0,0 0-1 0 0,1 0 0 0 0,-1 0 0 0 0,2 0 1 0 0,-1 0-1 0 0,1-1 0 0 0,1 1 1 0 0,0 0-1 0 0,6 13 0 0 0,-1-5-3361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7:28.6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78 155 2120 0 0,'-76'-74'12694'0'0,"75"73"-12445"0"0,2-2 49 0 0,-1 3-291 0 0,0 0 0 0 0,-1 0 0 0 0,1-1 1 0 0,0 1-1 0 0,0 0 0 0 0,0-1 0 0 0,0 1 0 0 0,0 0 1 0 0,1 0-1 0 0,-1-1 0 0 0,0 1 0 0 0,0 0 0 0 0,0-1 1 0 0,0 1-1 0 0,0 0 0 0 0,0 0 0 0 0,0-1 0 0 0,0 1 1 0 0,1 0-1 0 0,-1 0 0 0 0,0 0 0 0 0,0-1 0 0 0,0 1 1 0 0,1 0-1 0 0,-1 0 0 0 0,0 0 0 0 0,0-1 0 0 0,0 1 1 0 0,1 0-1 0 0,-1 0 0 0 0,26-9 60 0 0,1 1-1 0 0,0 2 1 0 0,0 0 0 0 0,36-2-1 0 0,-4 0-824 0 0,-26 4-243 0 0,11-2-1015 0 0,-16-2-2860 0 0,-16 2 14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7:28.9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0 1072 0 0,'-16'3'3616'0'0,"15"-3"-3390"0"0,-1 1 1 0 0,0 0 0 0 0,0 1-1 0 0,1-1 1 0 0,-1 0-1 0 0,1 0 1 0 0,-1 1 0 0 0,1-1-1 0 0,0 1 1 0 0,-1-1 0 0 0,1 1-1 0 0,0-1 1 0 0,0 1-1 0 0,0 0 1 0 0,-1 2 0 0 0,0 1 106 0 0,0 0 0 0 0,1 1 0 0 0,0-1 0 0 0,0 0 0 0 0,-1 9 0 0 0,2 7 134 0 0,0-1 0 0 0,4 25 0 0 0,-3-36-358 0 0,6 56-139 0 0,14 104 533 0 0,-14-134-3403 0 0,12 38 1 0 0,-11-53-1193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7:29.5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160 111 400 0 0,'-7'-5'1284'0'0,"0"0"0"0"0,0-1 0 0 0,-9-10 0 0 0,13 14-1015 0 0,1 0 1 0 0,0-1 0 0 0,0 1 0 0 0,1-1 0 0 0,-1 0 0 0 0,0 1 0 0 0,1-1 0 0 0,0 0 0 0 0,0 0-1 0 0,0 0 1 0 0,0 0 0 0 0,-1-4 0 0 0,2 5-238 0 0,0 1-1 0 0,1-1 1 0 0,-1 1-1 0 0,0 0 1 0 0,1-1-1 0 0,-1 1 1 0 0,1 0-1 0 0,-1-1 1 0 0,1 1-1 0 0,-1 0 1 0 0,1-1-1 0 0,0 1 1 0 0,0 0-1 0 0,0 0 1 0 0,0 0-1 0 0,0 0 0 0 0,0 0 1 0 0,0 0-1 0 0,0 0 1 0 0,0 0-1 0 0,0 0 1 0 0,0 1-1 0 0,1-1 1 0 0,-1 0-1 0 0,0 1 1 0 0,0-1-1 0 0,1 1 1 0 0,-1-1-1 0 0,2 1 1 0 0,31-8 233 0 0,-30 8-247 0 0,0 0 1 0 0,0-1-1 0 0,0 2 1 0 0,0-1-1 0 0,0 0 0 0 0,0 1 1 0 0,0 0-1 0 0,0 0 1 0 0,0 0-1 0 0,0 0 1 0 0,0 1-1 0 0,-1-1 1 0 0,1 1-1 0 0,-1 0 1 0 0,1 0-1 0 0,-1 0 1 0 0,0 1-1 0 0,0-1 1 0 0,5 6-1 0 0,-5-5-11 0 0,-1 0 1 0 0,0 0-1 0 0,-1 0 0 0 0,1 0 1 0 0,0 0-1 0 0,-1 0 0 0 0,0 0 1 0 0,0 0-1 0 0,0 1 0 0 0,0-1 0 0 0,0 1 1 0 0,-1-1-1 0 0,1 1 0 0 0,-1-1 1 0 0,0 0-1 0 0,0 1 0 0 0,-1-1 0 0 0,1 1 1 0 0,-1-1-1 0 0,1 1 0 0 0,-3 4 1 0 0,-2 6 2 0 0,-1 0 0 0 0,-1-1 0 0 0,0 0-1 0 0,-17 23 1 0 0,14-23 16 0 0,1 1 1 0 0,1 0-1 0 0,-8 17 0 0 0,16-29-54 0 0,0-2 29 0 0,1 1 1 0 0,0 0-1 0 0,-1 0 0 0 0,1-1 1 0 0,0 1-1 0 0,-1 0 1 0 0,1-1-1 0 0,0 1 0 0 0,0-1 1 0 0,0 1-1 0 0,-1-1 1 0 0,1 0-1 0 0,0 1 1 0 0,0-1-1 0 0,0 0 0 0 0,0 1 1 0 0,0-1-1 0 0,0 0 1 0 0,0 0-1 0 0,0 0 1 0 0,1 0-1 0 0,17 2-30 0 0,10 3 28 0 0,0 0 0 0 0,0 2 0 0 0,30 12 0 0 0,-46-14-2 0 0,0 0-1 0 0,-1 2 1 0 0,0-1 0 0 0,0 1-1 0 0,0 1 1 0 0,-1 0-1 0 0,0 1 1 0 0,16 16 0 0 0,-25-23 60 0 0,0 1 1 0 0,0-1-1 0 0,0 1 1 0 0,-1-1-1 0 0,1 1 1 0 0,-1 0-1 0 0,0 0 1 0 0,1-1-1 0 0,-1 1 1 0 0,0 0-1 0 0,-1 0 1 0 0,1 0-1 0 0,-1 1 1 0 0,1-1-1 0 0,-1 5 1 0 0,0-2 79 0 0,-1-1 1 0 0,0 1-1 0 0,0 0 0 0 0,0-1 1 0 0,-1 1-1 0 0,0-1 1 0 0,0 1-1 0 0,-3 4 0 0 0,-1 3 88 0 0,-2-1-1 0 0,0 0 1 0 0,0 0-1 0 0,-1-1 0 0 0,-1 0 1 0 0,-11 10-1 0 0,1-4-74 0 0,0-1-1 0 0,-2 0 1 0 0,1-2 0 0 0,-2-1-1 0 0,-41 18 1 0 0,20-14-37 0 0,0-2 1 0 0,-59 12-1 0 0,101-26-253 0 0,-1-1-1 0 0,1 0 1 0 0,-1 0-1 0 0,0 0 1 0 0,1 0-1 0 0,-1-1 0 0 0,1 1 1 0 0,-1-1-1 0 0,1 1 1 0 0,-1-1-1 0 0,1 0 0 0 0,-1 0 1 0 0,-2-1-1 0 0,5 1 46 0 0,-1 1-1 0 0,1 0 0 0 0,0-1 0 0 0,-1 1 0 0 0,1 0 1 0 0,0-1-1 0 0,-1 1 0 0 0,1 0 0 0 0,0-1 1 0 0,-1 1-1 0 0,1-1 0 0 0,0 1 0 0 0,0-1 1 0 0,-1 1-1 0 0,1 0 0 0 0,0-1 0 0 0,0 1 0 0 0,0-1 1 0 0,0 1-1 0 0,0-1 0 0 0,0 1 0 0 0,-1-1 1 0 0,1 1-1 0 0,0-1 0 0 0,0 1 0 0 0,1-1 1 0 0,-1 1-1 0 0,0-1 0 0 0,0 1 0 0 0,0-1 1 0 0,0 1-1 0 0,0-1 0 0 0,1 1 0 0 0,-1-1 0 0 0,0 1 1 0 0,0-1-1 0 0,1 0 0 0 0,9-14-3691 0 0,2 3-258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7:30.0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1 138 1808 0 0,'-1'-24'6059'0'0,"2"23"-5958"0"0,0-1 1 0 0,0 1-1 0 0,0 0 0 0 0,0 0 0 0 0,0 0 0 0 0,0 0 0 0 0,0 0 0 0 0,0 0 0 0 0,1 0 0 0 0,-1 1 0 0 0,0-1 0 0 0,0 0 1 0 0,1 1-1 0 0,-1-1 0 0 0,1 1 0 0 0,-1-1 0 0 0,1 1 0 0 0,1-1 0 0 0,2 1-1 0 0,-1-1 0 0 0,0 1 0 0 0,1 0 0 0 0,-1 1 0 0 0,1-1-1 0 0,5 2 1 0 0,6 3 3 0 0,1 0-1 0 0,21 10 0 0 0,-36-14-64 0 0,5 2-35 0 0,1 1-1 0 0,-1 0 1 0 0,0 0-1 0 0,0 0 1 0 0,0 1-1 0 0,-1 0 1 0 0,1 1-1 0 0,-1 0 0 0 0,-1 0 1 0 0,1 0-1 0 0,8 12 1 0 0,-11-13 3 0 0,-1 0 1 0 0,1 0 0 0 0,-1 0-1 0 0,0 1 1 0 0,0-1-1 0 0,0 1 1 0 0,-1 0 0 0 0,1-1-1 0 0,-2 1 1 0 0,1 0-1 0 0,0 0 1 0 0,-1-1-1 0 0,0 1 1 0 0,-1 0 0 0 0,1 0-1 0 0,-1 0 1 0 0,-2 6-1 0 0,-3 4 37 0 0,0-1-1 0 0,-1 0 0 0 0,0 0 0 0 0,-1-1 1 0 0,-1 0-1 0 0,0-1 0 0 0,-12 13 0 0 0,-1 4 489 0 0,21-28-53 0 0,5-13-332 0 0,4-6-95 0 0,158-204 275 0 0,-14 18-229 0 0,-148 193-104 0 0,-12 8-2 0 0,-12 9 8 0 0,7 4 7 0 0,0 0 0 0 0,1 1-1 0 0,1 0 1 0 0,0 0 0 0 0,-18 28 0 0 0,22-30-22 0 0,1 1-1 0 0,0 0 1 0 0,1 0-1 0 0,0 0 1 0 0,1 1-1 0 0,0-1 1 0 0,1 1-1 0 0,-3 20 1 0 0,5-24 21 0 0,1-1 1 0 0,0 1 0 0 0,1-1 0 0 0,0 0-1 0 0,0 1 1 0 0,0-1 0 0 0,1 0-1 0 0,0 0 1 0 0,1 0 0 0 0,0 0 0 0 0,0 0-1 0 0,0 0 1 0 0,1-1 0 0 0,0 0 0 0 0,0 1-1 0 0,0-1 1 0 0,1-1 0 0 0,0 1 0 0 0,0-1-1 0 0,1 0 1 0 0,-1 0 0 0 0,10 6 0 0 0,0 0-370 0 0,1-1 1 0 0,0-1 0 0 0,18 8 0 0 0,50 16-4898 0 0,-56-24 1430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7:30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62 1788 0 0,'-19'-40'7960'0'0,"19"40"-7920"0"0,0-1 0 0 0,0 0 1 0 0,0 0-1 0 0,0 0 1 0 0,1 0-1 0 0,-1 0 0 0 0,0 0 1 0 0,0 0-1 0 0,1 1 1 0 0,-1-1-1 0 0,0 0 1 0 0,1 0-1 0 0,-1 0 0 0 0,1 1 1 0 0,-1-1-1 0 0,1 0 1 0 0,-1 0-1 0 0,1 1 0 0 0,-1-1 1 0 0,1 1-1 0 0,0-1 1 0 0,-1 0-1 0 0,1 1 0 0 0,0-1 1 0 0,0 1-1 0 0,-1-1 1 0 0,1 1-1 0 0,0 0 1 0 0,0-1-1 0 0,0 1 0 0 0,0 0 1 0 0,0 0-1 0 0,-1-1 1 0 0,1 1-1 0 0,0 0 0 0 0,0 0 1 0 0,0 0-1 0 0,0 0 1 0 0,0 0-1 0 0,0 0 0 0 0,0 1 1 0 0,0-1-1 0 0,-1 0 1 0 0,1 0-1 0 0,0 1 1 0 0,0-1-1 0 0,0 0 0 0 0,1 1 1 0 0,1 1-14 0 0,0 1 1 0 0,0-1-1 0 0,0 1 0 0 0,0-1 1 0 0,0 1-1 0 0,0 0 1 0 0,-1 0-1 0 0,0 0 1 0 0,1 0-1 0 0,-1 0 1 0 0,0 1-1 0 0,0-1 0 0 0,-1 1 1 0 0,1-1-1 0 0,1 8 1 0 0,-2-5 73 0 0,0 0 1 0 0,0 0 0 0 0,-1 0 0 0 0,0 0-1 0 0,0 0 1 0 0,0 0 0 0 0,-1 0 0 0 0,0 0-1 0 0,0 0 1 0 0,-2 7 0 0 0,-4 7 373 0 0,0-1-1 0 0,-1 0 1 0 0,-21 34 0 0 0,-39 48 793 0 0,66-99-1249 0 0,2-1-12 0 0,-1-1 1 0 0,1 0 0 0 0,0 1 0 0 0,-1-1 0 0 0,1 0 0 0 0,-1 1 0 0 0,1-1 0 0 0,0 1 0 0 0,-1-1 0 0 0,1 1-1 0 0,0-1 1 0 0,0 1 0 0 0,-1-1 0 0 0,1 1 0 0 0,0-1 0 0 0,0 1 0 0 0,0-1 0 0 0,-1 1 0 0 0,1 0 0 0 0,0-1-1 0 0,0 1 1 0 0,0-1 0 0 0,0 1 0 0 0,0-1 0 0 0,0 1 0 0 0,0 0 0 0 0,1-1 0 0 0,-1 1 0 0 0,0-1 0 0 0,0 1-1 0 0,0-1 1 0 0,0 1 0 0 0,1-1 0 0 0,-1 1 0 0 0,0-1 0 0 0,1 1 0 0 0,-1-1 0 0 0,0 1 0 0 0,1-1 0 0 0,-1 1 0 0 0,0-1-1 0 0,1 0 1 0 0,-1 1 0 0 0,1-1 0 0 0,-1 0 0 0 0,1 1 0 0 0,-1-1 0 0 0,1 0 0 0 0,-1 1 0 0 0,1-1 0 0 0,-1 0-1 0 0,1 0 1 0 0,-1 0 0 0 0,1 0 0 0 0,0 0 0 0 0,-1 1 0 0 0,1-1 0 0 0,-1 0 0 0 0,1 0 0 0 0,0-1 0 0 0,40 0 105 0 0,-38 1-102 0 0,26-5-542 0 0,0-1-1 0 0,-1-1 1 0 0,29-11-1 0 0,35-19-5875 0 0,-44 15 266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7:40.1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597 42 320 0 0,'6'-9'6305'0'0,"-6"9"-6217"0"0,0-1 0 0 0,0 0 0 0 0,1 0 0 0 0,-1 1 0 0 0,0-1 0 0 0,0 0-1 0 0,0 0 1 0 0,0 1 0 0 0,0-1 0 0 0,0 0 0 0 0,0 0 0 0 0,0 1 0 0 0,-1-1 0 0 0,1 0-1 0 0,0 0 1 0 0,0 1 0 0 0,0-1 0 0 0,-1 0 0 0 0,1 1 0 0 0,-1-1 0 0 0,1 0 0 0 0,0 1 0 0 0,-1-1-1 0 0,1 1 1 0 0,-1-1 0 0 0,1 0 0 0 0,-1 1 0 0 0,1-1 0 0 0,-2 0 0 0 0,0 0-19 0 0,0 0 0 0 0,0-1 0 0 0,0 1 1 0 0,0 0-1 0 0,-1 1 0 0 0,1-1 0 0 0,0 0 1 0 0,0 0-1 0 0,-4 0 0 0 0,4 1 19 0 0,1 0-75 0 0,-1-1 0 0 0,1 1 0 0 0,-1 0 0 0 0,0 0 0 0 0,1 0-1 0 0,-1 0 1 0 0,0 0 0 0 0,1 0 0 0 0,-1 0 0 0 0,-2 1 0 0 0,-5 0 45 0 0,1-1 0 0 0,-1 2 0 0 0,0-1 0 0 0,0 1 0 0 0,0 1 0 0 0,1-1 0 0 0,-15 8 1 0 0,-2 2 122 0 0,-24 17 0 0 0,48-28-177 0 0,-32 22 176 0 0,2 1-1 0 0,0 1 1 0 0,2 2 0 0 0,0 1-1 0 0,2 1 1 0 0,2 2 0 0 0,0 0-1 0 0,2 2 1 0 0,2 0 0 0 0,-18 38-1 0 0,32-59-154 0 0,1 1-1 0 0,1 1 1 0 0,0-1 0 0 0,1 1-1 0 0,0 0 1 0 0,1 0 0 0 0,1 0-1 0 0,0 1 1 0 0,1-1-1 0 0,0 0 1 0 0,1 1 0 0 0,1-1-1 0 0,0 0 1 0 0,5 22 0 0 0,-5-32-20 0 0,0 0-1 0 0,0 0 1 0 0,0 0 0 0 0,0 0 0 0 0,0 0 0 0 0,1 0 0 0 0,0-1 0 0 0,-1 1 0 0 0,1 0 0 0 0,1-1 0 0 0,-1 0 0 0 0,1 1 0 0 0,-1-1 0 0 0,1 0 0 0 0,0 0 0 0 0,0 0 0 0 0,0-1 0 0 0,0 1 0 0 0,1-1 0 0 0,-1 0-1 0 0,1 0 1 0 0,-1 0 0 0 0,1 0 0 0 0,0 0 0 0 0,6 1 0 0 0,7 2 22 0 0,0 0-1 0 0,0-1 1 0 0,0 0 0 0 0,1-2-1 0 0,0 0 1 0 0,33-1 0 0 0,-37-1 20 0 0,0-2 0 0 0,0 1 0 0 0,0-2 1 0 0,0 0-1 0 0,0 0 0 0 0,-1-2 1 0 0,0 1-1 0 0,0-2 0 0 0,16-8 1 0 0,-24 11 1 0 0,1-1 0 0 0,-1 0 0 0 0,0-1 0 0 0,0 1 0 0 0,0-1 0 0 0,0 0 0 0 0,-1 0 0 0 0,0-1-1 0 0,0 1 1 0 0,0-1 0 0 0,-1 0 0 0 0,0 0 0 0 0,0 0 0 0 0,-1 0 0 0 0,4-10 0 0 0,-5 12-40 0 0,0 0 0 0 0,-1 0 0 0 0,1-1 0 0 0,-1 1 0 0 0,0 0 0 0 0,0 0 0 0 0,0-1 0 0 0,0 1 0 0 0,-1 0 0 0 0,0 0 0 0 0,1 0 0 0 0,-2-1 0 0 0,1 1 0 0 0,0 0 0 0 0,-1 0 0 0 0,0 1 0 0 0,0-1 0 0 0,0 0 0 0 0,0 1 0 0 0,-1-1 0 0 0,1 1 0 0 0,-1-1 0 0 0,0 1 0 0 0,0 0 0 0 0,-5-4 0 0 0,2 4-11 0 0,1 0 0 0 0,0 0 0 0 0,-1 1 0 0 0,1-1-1 0 0,-1 1 1 0 0,0 1 0 0 0,0-1 0 0 0,1 1 0 0 0,-1 0 0 0 0,0 0 0 0 0,0 1-1 0 0,0-1 1 0 0,0 1 0 0 0,0 1 0 0 0,-10 1 0 0 0,-4 1-9 0 0,1 1 0 0 0,-1 1 0 0 0,-23 8-1 0 0,26-6-261 0 0,1 0-1 0 0,0 1 0 0 0,0 0 0 0 0,0 2 0 0 0,1 0 0 0 0,1 0 0 0 0,0 1 0 0 0,-26 26 0 0 0,27-22-1092 0 0,0 1-1 0 0,1 0 0 0 0,1 1 0 0 0,-15 28 0 0 0,14-16-2017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7:48.0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257 43 1160 0 0,'-11'-8'2881'0'0,"-35"-25"4518"0"0,37 32-6745 0 0,9 1-643 0 0,0 0 0 0 0,-1 0 0 0 0,1 0 0 0 0,0 0 1 0 0,0 0-1 0 0,0 0 0 0 0,-1 0 0 0 0,1 0 0 0 0,0 0 0 0 0,0 0 0 0 0,0 0 1 0 0,-1 0-1 0 0,1 0 0 0 0,0 0 0 0 0,0 0 0 0 0,0 0 0 0 0,0 0 0 0 0,-1 0 1 0 0,1 0-1 0 0,0 0 0 0 0,0 1 0 0 0,0-1 0 0 0,0 0 0 0 0,-1 0 0 0 0,1 0 0 0 0,0 0 1 0 0,0 0-1 0 0,0 1 0 0 0,0-1 0 0 0,0 0 0 0 0,0 0 0 0 0,0 0 0 0 0,0 0 1 0 0,-1 1-1 0 0,1-1 0 0 0,0 0 0 0 0,0 0 0 0 0,0 0 0 0 0,0 1 0 0 0,0-1 1 0 0,0 0-1 0 0,0 0 0 0 0,0 0 0 0 0,0 1 0 0 0,0-1 0 0 0,0 0 0 0 0,0 0 1 0 0,0 0-1 0 0,0 1 0 0 0,1-1 0 0 0,-1 0 0 0 0,0 0 0 0 0,0 0 0 0 0,0 1 1 0 0,0-1-1 0 0,0 0 0 0 0,0 0 0 0 0,0 0 0 0 0,1 0 0 0 0,-1 0 0 0 0,0 1 1 0 0,5 6 58 0 0,1 0 1 0 0,0 0-1 0 0,0-1 1 0 0,0 0-1 0 0,1 0 1 0 0,0 0 0 0 0,0-1-1 0 0,0 0 1 0 0,10 5-1 0 0,74 34 15 0 0,-82-40-68 0 0,65 28 38 0 0,-72-31-40 0 0,0 6 16 0 0,-1-6-30 0 0,-1-1-1 0 0,0 0 1 0 0,0 1-1 0 0,0-1 1 0 0,1 0-1 0 0,-1 1 1 0 0,0-1-1 0 0,0 1 1 0 0,0-1-1 0 0,0 0 1 0 0,0 1-1 0 0,0-1 1 0 0,0 1-1 0 0,0-1 1 0 0,0 0-1 0 0,0 1 1 0 0,0-1-1 0 0,0 1 1 0 0,0-1-1 0 0,0 1 1 0 0,0-1-1 0 0,0 0 1 0 0,-1 1 0 0 0,1-1-1 0 0,0 0 1 0 0,0 1-1 0 0,0-1 1 0 0,-1 0-1 0 0,1 1 1 0 0,0-1-1 0 0,0 0 1 0 0,-1 1-1 0 0,1-1 1 0 0,-1 1-1 0 0,-6 7 8 0 0,-1 0 0 0 0,-1-1 0 0 0,1 0 0 0 0,-1 0 0 0 0,-13 7 0 0 0,-55 28-10 0 0,20-12 32 0 0,-52 27-233 0 0,58-31 179 0 0,4-3 10 0 0,46-22 35 0 0,-22 8-306 0 0,15-5-1229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7:48.7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31 1308 0 0,'7'-2'2183'0'0,"-1"-1"-1"0"0,0 0 1 0 0,0 0-1 0 0,9-5 3062 0 0,-10 7-5208 0 0,9-10 5632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7:50.0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15 168 48 0 0,'-14'-10'12288'0'0,"14"10"-12217"0"0,20-7 959 0 0,35-4-1749 0 0,-48 9 1094 0 0,274-44-258 0 0,100-22 31 0 0,-363 63-124 0 0,1 0 22 0 0,38-5-1 0 0,-51 9 72 0 0,4-1-714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7:52.4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51 1700 0 0,'-8'-17'4013'0'0,"7"5"-2215"0"0,2 11-1750 0 0,0-1-1 0 0,-1 1 0 0 0,1 0 0 0 0,0-1 1 0 0,0 1-1 0 0,1 0 0 0 0,-1 0 1 0 0,0 0-1 0 0,0 0 0 0 0,0 0 0 0 0,1 0 1 0 0,-1 0-1 0 0,1 0 0 0 0,-1 0 0 0 0,0 1 1 0 0,1-1-1 0 0,0 0 0 0 0,1 0 1 0 0,1 1-14 0 0,0-1 0 0 0,-1 1 0 0 0,1 0 0 0 0,0 0 0 0 0,0 0 0 0 0,-1 0 0 0 0,1 0 0 0 0,4 2 0 0 0,-1 0-26 0 0,1 0 1 0 0,-1 0 0 0 0,0 1-1 0 0,0 0 1 0 0,0 1 0 0 0,0-1-1 0 0,-1 1 1 0 0,8 6-1 0 0,-8-5-6 0 0,-1 1 0 0 0,0-1 0 0 0,-1 1 0 0 0,1 0 0 0 0,-1 0 0 0 0,0 1 0 0 0,0 0 0 0 0,-1-1 0 0 0,0 1 0 0 0,0 0 0 0 0,-1 0 0 0 0,0 1 0 0 0,0-1 0 0 0,-1 0 0 0 0,1 1 0 0 0,-2-1 0 0 0,1 1 0 0 0,-1-1 0 0 0,0 1 0 0 0,-1-1 0 0 0,1 1 0 0 0,-2-1 0 0 0,1 1 0 0 0,-1-1 0 0 0,0 0 0 0 0,0 0 0 0 0,-7 13 0 0 0,-36 66 165 0 0,45-84-143 0 0,2-8-23 0 0,0 0 4 0 0,0 1-1 0 0,1-1 1 0 0,0 1-1 0 0,0 0 1 0 0,1 0-1 0 0,-1 0 1 0 0,8-8 0 0 0,-4 6 0 0 0,152-200 194 0 0,-136 173-140 0 0,-22 32-55 0 0,-8 1-23 0 0,7 1 19 0 0,0-1 0 0 0,0 1 0 0 0,-1 0 0 0 0,1 0 0 0 0,0 0 0 0 0,0 0 0 0 0,-1 0 0 0 0,1 0 0 0 0,0 0 0 0 0,0 0 0 0 0,-1 0 0 0 0,1 0-1 0 0,0 0 1 0 0,0 0 0 0 0,-1 0 0 0 0,1 0 0 0 0,0 0 0 0 0,0 0 0 0 0,-1 0 0 0 0,1 0 0 0 0,0 1 0 0 0,0-1 0 0 0,-1 0 0 0 0,1 0-1 0 0,0 0 1 0 0,0 0 0 0 0,0 0 0 0 0,-1 1 0 0 0,1-1 0 0 0,0 0 0 0 0,0 0 0 0 0,0 0 0 0 0,0 1 0 0 0,-1-1 0 0 0,1 0 0 0 0,0 1 0 0 0,-11 10-11 0 0,1 2 0 0 0,0-1 1 0 0,1 1-1 0 0,1 1 1 0 0,0-1-1 0 0,0 2 1 0 0,2-1-1 0 0,0 1 1 0 0,0 0-1 0 0,2 0 1 0 0,-1 0-1 0 0,-1 17 1 0 0,6-29 15 0 0,-1 1 1 0 0,1-1-1 0 0,0 1 1 0 0,0 0-1 0 0,1-1 1 0 0,-1 1-1 0 0,1-1 1 0 0,-1 0-1 0 0,1 1 1 0 0,0-1-1 0 0,0 1 1 0 0,1-1-1 0 0,-1 0 1 0 0,1 0-1 0 0,0 0 1 0 0,0 0-1 0 0,4 6 1 0 0,-2-5-12 0 0,0 0-1 0 0,1 0 1 0 0,0-1 0 0 0,-1 0 0 0 0,1 1-1 0 0,0-1 1 0 0,1-1 0 0 0,-1 1 0 0 0,11 3 0 0 0,4-1-1015 0 0,1-1 1 0 0,-1 0-1 0 0,1-2 1 0 0,41 1-1 0 0,-36-4-696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7:52.6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5 828 0 0,'15'-4'10102'0'0,"-15"4"-10050"0"0,0 0 1 0 0,0 0-1 0 0,0 0 1 0 0,0 0-1 0 0,0 0 1 0 0,0 1-1 0 0,0-1 0 0 0,0 0 1 0 0,0 0-1 0 0,0 0 1 0 0,0 0-1 0 0,0 0 1 0 0,0 1-1 0 0,-4 12 1589 0 0,-15 25-452 0 0,12-23-714 0 0,-7 13-499 0 0,-6 15 815 0 0,-19 54 0 0 0,34-80-1243 0 0,1-1 1 0 0,-3 25-1 0 0,6-30-599 0 0,0 0-1 0 0,1 0 1 0 0,0 0-1 0 0,3 18 1 0 0,1-15-2162 0 0,1-2-1085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7:52.9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35 112 1968 0 0,'-35'-28'7970'0'0,"60"17"-7127"0"0,74-12-147 0 0,-7 1-1499 0 0,-35 1-4260 0 0,-45 14 1856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7:53.1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3 1488 0 0,'-2'-1'339'0'0,"1"1"-1"0"0,0 0 1 0 0,-1-1-1 0 0,1 1 1 0 0,0 0 0 0 0,-1 0-1 0 0,1 0 1 0 0,-1 0-1 0 0,1 0 1 0 0,0 0-1 0 0,-1 0 1 0 0,1 1 0 0 0,0-1-1 0 0,-1 0 1 0 0,1 1-1 0 0,0-1 1 0 0,-1 1-1 0 0,-1 0 1 0 0,1 1-28 0 0,0 0-1 0 0,0-1 1 0 0,0 1-1 0 0,0 0 1 0 0,0 0 0 0 0,0 0-1 0 0,1 0 1 0 0,-1 0-1 0 0,-1 4 1 0 0,-3 5 195 0 0,1 1 0 0 0,1 0 0 0 0,-5 17 0 0 0,4-15 252 0 0,-14 45-19 0 0,-29 103 856 0 0,44-143-2167 0 0,0 1 0 0 0,2 0-1 0 0,0-1 1 0 0,1 1 0 0 0,1 0-1 0 0,4 27 1 0 0,7-4-4577 0 0,-5-22 565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7:53.6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191 70 1556 0 0,'-18'-15'4571'0'0,"-28"-32"0"0"0,45 46-4330 0 0,1 0-229 0 0,0 1 1 0 0,0 0-1 0 0,0 0 0 0 0,0-1 0 0 0,0 1 1 0 0,0 0-1 0 0,0 0 0 0 0,0-1 1 0 0,1 1-1 0 0,-1 0 0 0 0,0 0 0 0 0,0-1 1 0 0,0 1-1 0 0,0 0 0 0 0,1 0 0 0 0,-1 0 1 0 0,0-1-1 0 0,0 1 0 0 0,1 0 1 0 0,-1 0-1 0 0,0 0 0 0 0,0 0 0 0 0,1-1 1 0 0,-1 1-1 0 0,0 0 0 0 0,0 0 1 0 0,1 0-1 0 0,-1 0 0 0 0,0 0 0 0 0,0 0 1 0 0,1 0-1 0 0,-1 0 0 0 0,0 0 0 0 0,1 0 1 0 0,-1 0-1 0 0,0 0 0 0 0,0 0 1 0 0,1 0-1 0 0,-1 0 0 0 0,1 0 0 0 0,15 6 106 0 0,-10-3-92 0 0,-1 1-1 0 0,0 0 0 0 0,0 1 1 0 0,0-1-1 0 0,0 1 0 0 0,-1 0 1 0 0,1 0-1 0 0,-1 0 0 0 0,-1 1 1 0 0,1 0-1 0 0,-1-1 0 0 0,0 1 1 0 0,0 0-1 0 0,-1 0 0 0 0,1 1 1 0 0,-1-1-1 0 0,-1 1 0 0 0,2 11 1 0 0,-1-6 1 0 0,-1 0 0 0 0,0 0 1 0 0,-1-1-1 0 0,-1 1 0 0 0,1 0 0 0 0,-2 0 1 0 0,0 0-1 0 0,0-1 0 0 0,-1 1 1 0 0,-5 11-1 0 0,-2-1 78 0 0,-1 1 0 0 0,-1-2 1 0 0,-21 31-1 0 0,-51 53 857 0 0,68-86-778 0 0,9-11-116 0 0,4-4-25 0 0,-1-1 1 0 0,1 1-1 0 0,-1 0 1 0 0,1 0-1 0 0,0 1 0 0 0,1-1 1 0 0,-1 1-1 0 0,1-1 0 0 0,0 1 1 0 0,0 0-1 0 0,-2 7 0 0 0,4-11-35 0 0,0-1-1 0 0,0 1 0 0 0,1 0 0 0 0,-1-1 1 0 0,0 1-1 0 0,0-1 0 0 0,0 1 0 0 0,1 0 1 0 0,-1-1-1 0 0,0 1 0 0 0,0-1 0 0 0,1 1 1 0 0,-1-1-1 0 0,1 1 0 0 0,-1-1 1 0 0,0 1-1 0 0,1-1 0 0 0,-1 1 0 0 0,1-1 1 0 0,-1 1-1 0 0,1-1 0 0 0,0 0 0 0 0,-1 1 1 0 0,1-1-1 0 0,-1 0 0 0 0,1 1 0 0 0,-1-1 1 0 0,1 0-1 0 0,0 0 0 0 0,-1 0 0 0 0,1 0 1 0 0,1 0-1 0 0,-2 1 11 0 0,7 0 5 0 0,0 0 1 0 0,0 0 0 0 0,0-1 0 0 0,0 1 0 0 0,0-2-1 0 0,0 1 1 0 0,0-1 0 0 0,0 0 0 0 0,10-3 0 0 0,5 1-22 0 0,33-7-68 0 0,0-1-1 0 0,64-23 1 0 0,-82 20-3759 0 0,70-35 0 0 0,-81 33-917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7:54.1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76 956 0 0,'-24'-26'6666'0'0,"25"22"-5897"0"0,-1 4-750 0 0,0 0 0 0 0,0 0 0 0 0,0-1 0 0 0,0 1 0 0 0,0 0 0 0 0,0-1 0 0 0,0 1 0 0 0,0 0 0 0 0,0-1 0 0 0,0 1 0 0 0,0 0 0 0 0,0-1 0 0 0,1 1 0 0 0,-1 0 0 0 0,0 0 0 0 0,0-1 0 0 0,0 1 0 0 0,0 0 0 0 0,0-1 0 0 0,1 1 0 0 0,-1 0 0 0 0,0 0 0 0 0,0 0 0 0 0,0-1 0 0 0,1 1 0 0 0,-1 0 0 0 0,0 0 0 0 0,0 0 0 0 0,1-1-1 0 0,-1 1 1 0 0,0 0 0 0 0,1 0 0 0 0,5-1 79 0 0,0 0-1 0 0,0 1 0 0 0,1 0 0 0 0,-1 0 0 0 0,0 0 0 0 0,0 1 0 0 0,0 0 0 0 0,0 0 0 0 0,0 1 0 0 0,0 0 0 0 0,0 0 0 0 0,0 0 0 0 0,-1 0 0 0 0,1 1 1 0 0,-1 0-1 0 0,7 5 0 0 0,-5-3-38 0 0,1 1 1 0 0,-2 0 0 0 0,1 0 0 0 0,-1 1 0 0 0,1 0 0 0 0,-2 0-1 0 0,1 0 1 0 0,-1 1 0 0 0,6 11 0 0 0,-9-14-4 0 0,0 1 1 0 0,0-1-1 0 0,0 0 0 0 0,-1 0 1 0 0,0 1-1 0 0,0-1 1 0 0,0 1-1 0 0,-1-1 0 0 0,0 1 1 0 0,0-1-1 0 0,0 1 0 0 0,-1-1 1 0 0,1 1-1 0 0,-1-1 0 0 0,-1 1 1 0 0,1-1-1 0 0,-3 5 0 0 0,-6 14 169 0 0,-2 0-1 0 0,0-1 1 0 0,-1-1-1 0 0,-26 33 1 0 0,29-45 145 0 0,11-15-123 0 0,12-20-137 0 0,118-134-24 0 0,-26 37-24 0 0,-56 48 435 0 0,-49 74-489 0 0,0 0 1 0 0,-1 0 0 0 0,1 0 0 0 0,-1 0 0 0 0,1 1-1 0 0,0-1 1 0 0,-1 0 0 0 0,1 0 0 0 0,-1 0-1 0 0,1 0 1 0 0,0 0 0 0 0,-1 0 0 0 0,1 0-1 0 0,-1 0 1 0 0,1 0 0 0 0,-1 0 0 0 0,1 0 0 0 0,0 0-1 0 0,-1-1 1 0 0,1 1 0 0 0,-1 0 0 0 0,1 0-1 0 0,0 0 1 0 0,-1 0 0 0 0,1-1 0 0 0,0 1 0 0 0,-1 0-1 0 0,1 0 1 0 0,0-1 0 0 0,-1 1 0 0 0,1 0-1 0 0,0-1 1 0 0,-1 1 0 0 0,1 0 0 0 0,0-1-1 0 0,0 1 1 0 0,0 0 0 0 0,-1-1 0 0 0,1 1 0 0 0,0-1-1 0 0,0 1 1 0 0,0 0 0 0 0,0-1 0 0 0,0 1-1 0 0,0-1 1 0 0,0 1 0 0 0,0 0 0 0 0,0-1-1 0 0,0 1 1 0 0,0-1 0 0 0,0 1 0 0 0,0-1 0 0 0,0 1-1 0 0,0 0 1 0 0,0-1 0 0 0,0 1 0 0 0,0-1-1 0 0,1 1 1 0 0,-1 0 0 0 0,0-1 0 0 0,0 1 0 0 0,0 0-1 0 0,1-1 1 0 0,-7 5-2 0 0,0 0 0 0 0,1 1 0 0 0,-1 0 0 0 0,1 0 0 0 0,0 0-1 0 0,0 0 1 0 0,1 1 0 0 0,-1 0 0 0 0,-3 7 0 0 0,-3 7 14 0 0,-13 32 0 0 0,22-48-17 0 0,1 0 1 0 0,-1 0-1 0 0,1 1 0 0 0,0-1 0 0 0,0 0 0 0 0,0 1 0 0 0,0-1 0 0 0,1 0 0 0 0,0 1 0 0 0,0-1 0 0 0,0 1 0 0 0,0-1 0 0 0,1 1 0 0 0,0-1 0 0 0,0 0 0 0 0,0 1 0 0 0,0-1 0 0 0,1 0 0 0 0,0 0 1 0 0,2 5-1 0 0,0-3 5 0 0,1 0 0 0 0,-1 0 1 0 0,1-1-1 0 0,1 1 1 0 0,-1-1-1 0 0,1 0 1 0 0,0-1-1 0 0,0 1 1 0 0,0-1-1 0 0,1-1 1 0 0,9 6-1 0 0,13 3-68 0 0,1 0 0 0 0,0-2 0 0 0,1-2 0 0 0,41 7 0 0 0,130 8-4666 0 0,-155-20 1310 0 0,-5-3-1392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7:54.5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13 364 0 0,'-19'-7'7565'0'0,"23"5"-7417"0"0,-1 1 1 0 0,1 1-1 0 0,0-1 1 0 0,0 0-1 0 0,-1 1 1 0 0,1 0-1 0 0,0 0 1 0 0,0 0-1 0 0,0 0 1 0 0,-1 0-1 0 0,1 1 1 0 0,0 0-1 0 0,0 0 1 0 0,-1 0-1 0 0,1 0 1 0 0,-1 0-1 0 0,6 4 1 0 0,-1-2 64 0 0,0 2-1 0 0,-1-1 1 0 0,1 1 0 0 0,-1 0 0 0 0,0 0-1 0 0,12 13 1 0 0,-17-16-54 0 0,1 1-1 0 0,-1 0 1 0 0,0 0-1 0 0,0 1 0 0 0,0-1 1 0 0,-1 0-1 0 0,1 1 1 0 0,-1-1-1 0 0,0 1 1 0 0,1-1-1 0 0,-2 1 1 0 0,1 0-1 0 0,0-1 1 0 0,0 6-1 0 0,-2-2 96 0 0,1-1-1 0 0,-1 1 1 0 0,1-1-1 0 0,-2 1 1 0 0,1-1 0 0 0,-1 0-1 0 0,-4 11 1 0 0,-3 1 236 0 0,0-1 0 0 0,-1 1 0 0 0,-1-2 1 0 0,-18 22-1 0 0,12-16-191 0 0,2-5 48 0 0,-16 27 0 0 0,30-42-243 0 0,1-2-100 0 0,0 1 1 0 0,1-1 0 0 0,-1 1 0 0 0,1-1-1 0 0,-1 1 1 0 0,0-1 0 0 0,1 1 0 0 0,-1-1 0 0 0,1 1-1 0 0,-1-1 1 0 0,1 0 0 0 0,-1 1 0 0 0,1-1-1 0 0,0 0 1 0 0,-1 1 0 0 0,1-1 0 0 0,-1 0 0 0 0,1 0-1 0 0,0 0 1 0 0,-1 1 0 0 0,1-1 0 0 0,0 0 0 0 0,26-3 51 0 0,-1-2 1 0 0,0 0 0 0 0,0-2 0 0 0,32-12 0 0 0,102-49-549 0 0,-131 55 88 0 0,189-92-7059 0 0,-173 84 3549 0 0,-9 3-1848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7:55.1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285 41 1212 0 0,'67'-39'8856'0'0,"-66"38"-8316"0"0,2 1 344 0 0,3-1 876 0 0,-16 9-977 0 0,-78 42 1327 0 0,-41 24-316 0 0,104-57-1531 0 0,1 0-1 0 0,-42 40 1 0 0,64-56-252 0 0,1 1-1 0 0,-1-1 1 0 0,0 1-1 0 0,1 0 1 0 0,-1 0-1 0 0,1-1 1 0 0,0 1-1 0 0,0 0 1 0 0,0 0-1 0 0,0 0 1 0 0,0 0-1 0 0,0 1 1 0 0,0-1-1 0 0,1 0 1 0 0,-1 0 0 0 0,1 0-1 0 0,0 1 1 0 0,-1-1-1 0 0,1 0 1 0 0,0 0-1 0 0,0 1 1 0 0,0-1-1 0 0,1 0 1 0 0,0 4-1 0 0,1-2 2 0 0,-1-1-1 0 0,1 0 1 0 0,0 0 0 0 0,0 0-1 0 0,0 0 1 0 0,1 0-1 0 0,-1-1 1 0 0,1 1 0 0 0,-1 0-1 0 0,1-1 1 0 0,0 0-1 0 0,0 0 1 0 0,0 0 0 0 0,0 0-1 0 0,4 1 1 0 0,17 9 32 0 0,0-2 1 0 0,1-1-1 0 0,0-1 1 0 0,1-1-1 0 0,38 5 1 0 0,136 6-855 0 0,-163-16 176 0 0,-29-2 254 0 0,-4-1-887 0 0,-1 1 1 0 0,1 0-1 0 0,0 0 1 0 0,0 0-1 0 0,-1 0 1 0 0,1 1-1 0 0,0 0 1 0 0,6 1 0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7:55.3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1 1316 0 0,'-6'1'674'0'0,"0"1"0"0"0,0 0 1 0 0,0 1-1 0 0,0-1 0 0 0,0 1 0 0 0,0 1 0 0 0,1-1 1 0 0,-1 1-1 0 0,1 0 0 0 0,0 0 0 0 0,-6 7 0 0 0,10-11-604 0 0,1 1 0 0 0,0-1 0 0 0,0 1 0 0 0,0-1 1 0 0,0 1-1 0 0,0-1 0 0 0,0 1 0 0 0,0-1 0 0 0,0 1 0 0 0,0-1 0 0 0,0 1 0 0 0,0-1 0 0 0,0 1 0 0 0,0-1 0 0 0,1 1 0 0 0,-1-1 0 0 0,0 1 0 0 0,0-1 1 0 0,0 0-1 0 0,1 1 0 0 0,-1-1 0 0 0,0 1 0 0 0,0-1 0 0 0,1 1 0 0 0,-1-1 0 0 0,1 0 0 0 0,-1 1 0 0 0,0-1 0 0 0,1 0 0 0 0,0 1 0 0 0,11 7 506 0 0,-12-7-568 0 0,5 2 136 0 0,1-1-1 0 0,0 1 1 0 0,0-1-1 0 0,0 0 1 0 0,0 0-1 0 0,0-1 1 0 0,0 0-1 0 0,7 1 1 0 0,51 0 282 0 0,-50-2-361 0 0,280-20-637 0 0,-101-9-6349 0 0,-146 21 2873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7:55.9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456 129 800 0 0,'-10'-19'2950'0'0,"7"15"-2315"0"0,1 0-1 0 0,0 0 0 0 0,0 0 0 0 0,0 0 1 0 0,0-1-1 0 0,1 1 0 0 0,-1-1 0 0 0,1 1 0 0 0,0-1 1 0 0,1 1-1 0 0,-1-6 0 0 0,1 8-532 0 0,0 0-1 0 0,0 0 1 0 0,0 0 0 0 0,1 0-1 0 0,-1 1 1 0 0,1-1 0 0 0,-1 0 0 0 0,1 0-1 0 0,0 0 1 0 0,-1 0 0 0 0,1 0-1 0 0,0 1 1 0 0,0-1 0 0 0,0 0-1 0 0,1 1 1 0 0,-1-1 0 0 0,0 1-1 0 0,1-1 1 0 0,-1 1 0 0 0,3-2-1 0 0,-1 1-26 0 0,0 0-1 0 0,0 1 0 0 0,0-1 0 0 0,1 1 1 0 0,-1-1-1 0 0,0 1 0 0 0,1 0 0 0 0,-1 1 0 0 0,1-1 1 0 0,6 0-1 0 0,-5 1-55 0 0,0-1 0 0 0,0 1 0 0 0,0 1 0 0 0,0-1 0 0 0,0 1 0 0 0,0 0 0 0 0,0 0 0 0 0,-1 0 0 0 0,1 1 0 0 0,0-1 0 0 0,-1 1 0 0 0,1 0 0 0 0,-1 1 0 0 0,0-1 0 0 0,1 1 0 0 0,5 5 0 0 0,-8-6 1 0 0,-1-1 1 0 0,0 1-1 0 0,1 0 1 0 0,-1 0-1 0 0,0 0 1 0 0,0 0-1 0 0,0 0 1 0 0,-1 1-1 0 0,1-1 1 0 0,0 0-1 0 0,-1 0 1 0 0,1 1-1 0 0,-1-1 0 0 0,0 0 1 0 0,0 0-1 0 0,0 1 1 0 0,0 3-1 0 0,-1-1 26 0 0,0-1 1 0 0,0 1-1 0 0,-1 0 0 0 0,1 0 0 0 0,-1 0 0 0 0,0-1 0 0 0,-5 8 0 0 0,-2 1 22 0 0,0 0 0 0 0,-1-1 0 0 0,0 0 0 0 0,-15 12 0 0 0,-72 59 46 0 0,96-81-74 0 0,-1 1-26 0 0,2-3-11 0 0,-1 0 0 0 0,1 0 0 0 0,0 1-1 0 0,0-1 1 0 0,-1 0 0 0 0,1 0 0 0 0,0 0 0 0 0,0 1 0 0 0,0-1-1 0 0,-1 0 1 0 0,1 0 0 0 0,0 1 0 0 0,0-1 0 0 0,0 0-1 0 0,0 0 1 0 0,0 1 0 0 0,0-1 0 0 0,0 0 0 0 0,-1 1-1 0 0,1-1 1 0 0,0 0 0 0 0,0 1 0 0 0,0-1 0 0 0,0 0-1 0 0,0 0 1 0 0,0 1 0 0 0,0-1 0 0 0,0 0 0 0 0,1 1-1 0 0,-1-1 1 0 0,0 0 0 0 0,0 0 0 0 0,0 1 0 0 0,0-1 0 0 0,0 0-1 0 0,0 0 1 0 0,0 1 0 0 0,1-1 0 0 0,-1 0 0 0 0,0 0-1 0 0,0 1 1 0 0,0-1 0 0 0,1 0 0 0 0,-1 0 0 0 0,0 0-1 0 0,0 1 1 0 0,1-1 0 0 0,-1 0 0 0 0,0 0 0 0 0,0 0-1 0 0,1 0 1 0 0,-1 0 0 0 0,0 0 0 0 0,1 0 0 0 0,-1 1-1 0 0,0-1 1 0 0,0 0 0 0 0,1 0 0 0 0,-1 0 0 0 0,0 0 0 0 0,1 0-1 0 0,-1 0 1 0 0,56 14 753 0 0,72 29 1 0 0,-109-36-213 0 0,-1 1 0 0 0,0 2 0 0 0,-1-1 0 0 0,0 2 0 0 0,-1 0 0 0 0,0 2 0 0 0,26 23 0 0 0,-39-32-304 0 0,1 0 1 0 0,-1 0 0 0 0,0 0-1 0 0,0 0 1 0 0,-1 1 0 0 0,1-1-1 0 0,-1 1 1 0 0,0-1 0 0 0,0 1-1 0 0,1 7 1 0 0,-2-10-126 0 0,-1 1-1 0 0,1-1 1 0 0,-1 1 0 0 0,0-1-1 0 0,0 1 1 0 0,-1 0 0 0 0,1-1-1 0 0,0 1 1 0 0,-1-1 0 0 0,1 1 0 0 0,-1-1-1 0 0,0 0 1 0 0,0 1 0 0 0,0-1-1 0 0,0 0 1 0 0,0 1 0 0 0,-1-1-1 0 0,1 0 1 0 0,-1 0 0 0 0,1 0-1 0 0,-1 0 1 0 0,-3 3 0 0 0,-7 5 90 0 0,-1-1 0 0 0,0 0 0 0 0,-1 0 0 0 0,0-1 0 0 0,0-1 0 0 0,-1-1 0 0 0,1 0-1 0 0,-25 7 1 0 0,-3-3-78 0 0,-82 11-1 0 0,71-17-1716 0 0,0-2 1 0 0,-78-8 0 0 0,-24-13-9929 0 0,92 9 903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7:57.2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59 1464 0 0,'-13'-24'4865'0'0,"15"21"-4784"0"0,0 1 0 0 0,0 0 0 0 0,1 0-1 0 0,-1 0 1 0 0,0 0 0 0 0,1 0 0 0 0,-1 0 0 0 0,1 1-1 0 0,-1-1 1 0 0,1 1 0 0 0,0 0 0 0 0,0 0 0 0 0,-1 0-1 0 0,1 0 1 0 0,0 0 0 0 0,0 0 0 0 0,0 1-1 0 0,0-1 1 0 0,0 1 0 0 0,5 0 0 0 0,0 0-45 0 0,1 1 0 0 0,-1-1 0 0 0,0 1 0 0 0,0 1 0 0 0,0-1 0 0 0,15 6 0 0 0,-16-4-15 0 0,0 0-1 0 0,0 1 1 0 0,0-1 0 0 0,-1 1 0 0 0,1 1-1 0 0,-1-1 1 0 0,0 1 0 0 0,0 0-1 0 0,-1 0 1 0 0,1 1 0 0 0,8 11-1 0 0,-12-12-8 0 0,1-1 0 0 0,-1 0 0 0 0,1 1 1 0 0,-2 0-1 0 0,1-1 0 0 0,0 1 0 0 0,-1 0 0 0 0,0 0 0 0 0,0 0 0 0 0,0 0 0 0 0,-1 0 0 0 0,1 0 0 0 0,-1 0 0 0 0,-1 0 0 0 0,1 0 0 0 0,-1 0 0 0 0,0 0 0 0 0,0 0 0 0 0,-2 5 0 0 0,-3 8 53 0 0,-18 33 1 0 0,6-13 81 0 0,17-36-119 0 0,-3 4 35 0 0,24-29-62 0 0,-1-1 1 0 0,25-41 0 0 0,-15 21 36 0 0,-23 37-57 0 0,23-35 990 0 0,26-51 0 0 0,-54 91-792 0 0,-4 3-118 0 0,-5 1-23 0 0,0 1 1 0 0,0 0 0 0 0,1 0-1 0 0,-1 1 1 0 0,1 0 0 0 0,0 0-1 0 0,0 0 1 0 0,1 1 0 0 0,-1 0-1 0 0,1 1 1 0 0,-8 8 0 0 0,0 0 71 0 0,1 1 1 0 0,1 1 0 0 0,-19 31-1 0 0,27-41-83 0 0,0 1 0 0 0,1-1-1 0 0,0 1 1 0 0,0 0-1 0 0,1 0 1 0 0,0 0-1 0 0,0 1 1 0 0,1-1-1 0 0,0 0 1 0 0,0 1 0 0 0,1 9-1 0 0,0-13-18 0 0,0 0 0 0 0,1 0 0 0 0,0-1 0 0 0,0 1 0 0 0,0 0 0 0 0,1-1 0 0 0,-1 1 1 0 0,1-1-1 0 0,0 1 0 0 0,0-1 0 0 0,0 0 0 0 0,0 1 0 0 0,1-1 0 0 0,-1 0 0 0 0,1-1 0 0 0,0 1 0 0 0,-1 0 0 0 0,1-1 0 0 0,1 0 0 0 0,-1 1 0 0 0,0-1 0 0 0,0-1 0 0 0,6 3 1 0 0,7 3-359 0 0,0-1 0 0 0,0-1 0 0 0,0 0 1 0 0,1-1-1 0 0,25 2 0 0 0,-16-3-2342 0 0,32-3-1 0 0,-32-1-180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7:57.4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19 1864 0 0,'17'-18'10026'0'0,"-19"34"-9336"0"0,0 0-1 0 0,-1 0 1 0 0,0-1-1 0 0,-12 30 1 0 0,-5 24-573 0 0,17-53-406 0 0,-9 53-2465 0 0,11-61 1480 0 0,1 0 0 0 0,0-1 0 0 0,1 1-1 0 0,1 8 1 0 0,1-3-2363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7:57.6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7 592 0 0,'14'-6'5534'0'0,"-14"6"-5478"0"0,1 0-1 0 0,-1 0 1 0 0,0 0 0 0 0,0 0-1 0 0,1 0 1 0 0,-1-1 0 0 0,0 1-1 0 0,0 0 1 0 0,0 0 0 0 0,1 0-1 0 0,-1 0 1 0 0,0 0 0 0 0,0 0-1 0 0,1 0 1 0 0,-1 0 0 0 0,0 0-1 0 0,0 0 1 0 0,1 0 0 0 0,-1 0-1 0 0,0 0 1 0 0,0 0 0 0 0,1 1-1 0 0,-1-1 1 0 0,0 0 0 0 0,0 0-1 0 0,0 0 1 0 0,1 0 0 0 0,-1 0-1 0 0,0 0 1 0 0,0 1 0 0 0,0-1-1 0 0,1 0 1 0 0,-1 0-1 0 0,0 0 1 0 0,0 1 0 0 0,0-1-1 0 0,0 0 1 0 0,0 0 0 0 0,1 0-1 0 0,-1 1 1 0 0,0-1 0 0 0,0 0-1 0 0,0 0 1 0 0,0 0 0 0 0,0 1-1 0 0,0-1 1 0 0,-4 18 1049 0 0,-18 24-690 0 0,18-36-208 0 0,-23 40 72 0 0,-8 16-1752 0 0,14-20-2812 0 0,15-28 1699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7:58.2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28 286 1832 0 0,'-1'-3'308'0'0,"-2"-8"925"0"0,0 1 1 0 0,1-1-1 0 0,0 0 0 0 0,-1-12 1 0 0,3 22-1208 0 0,0 1 1 0 0,1-1-1 0 0,-1 0 1 0 0,0 0-1 0 0,0 0 1 0 0,0 1-1 0 0,1-1 1 0 0,-1 0 0 0 0,0 0-1 0 0,1 1 1 0 0,-1-1-1 0 0,1 0 1 0 0,-1 0-1 0 0,1 1 1 0 0,-1-1-1 0 0,1 1 1 0 0,-1-1-1 0 0,1 0 1 0 0,0 1-1 0 0,-1-1 1 0 0,1 1-1 0 0,0 0 1 0 0,-1-1 0 0 0,1 1-1 0 0,0-1 1 0 0,0 1-1 0 0,-1 0 1 0 0,1 0-1 0 0,0-1 1 0 0,0 1-1 0 0,0 0 1 0 0,-1 0-1 0 0,1 0 1 0 0,0 0-1 0 0,0 0 1 0 0,0 0-1 0 0,-1 0 1 0 0,1 0 0 0 0,0 0-1 0 0,1 1 1 0 0,27 5 186 0 0,-25-4-179 0 0,1 0 1 0 0,0 0-1 0 0,-1 1 0 0 0,1-1 0 0 0,-1 1 0 0 0,0 0 1 0 0,0 0-1 0 0,0 1 0 0 0,0-1 0 0 0,0 1 0 0 0,-1 0 1 0 0,1 0-1 0 0,-1 0 0 0 0,0 0 0 0 0,-1 1 0 0 0,1-1 1 0 0,-1 1-1 0 0,0-1 0 0 0,0 1 0 0 0,0 0 0 0 0,0 0 1 0 0,-1 0-1 0 0,1 10 0 0 0,-1-8 17 0 0,-1 1 0 0 0,0-1 0 0 0,0 1 0 0 0,-1-1 0 0 0,0 1 0 0 0,-1-1 0 0 0,0 0 0 0 0,0 0 0 0 0,0 0 0 0 0,-1 0 0 0 0,0 0 1 0 0,0 0-1 0 0,0-1 0 0 0,-1 1 0 0 0,-8 10 0 0 0,-2 0-15 0 0,1-1 0 0 0,-2 0 0 0 0,-26 22 0 0 0,40-38-34 0 0,1 1 1 0 0,0-1 0 0 0,-1 1 0 0 0,1-1 0 0 0,-1 0-1 0 0,1 1 1 0 0,-1-1 0 0 0,1 1 0 0 0,0-1-1 0 0,-1 0 1 0 0,0 1 0 0 0,1-1 0 0 0,-1 0-1 0 0,1 0 1 0 0,-1 0 0 0 0,1 1 0 0 0,-1-1 0 0 0,1 0-1 0 0,-1 0 1 0 0,0 0 0 0 0,1 0 0 0 0,-1 0-1 0 0,1 0 1 0 0,-1 0 0 0 0,0 0 0 0 0,1 0-1 0 0,-1 0 1 0 0,1 0 0 0 0,-1 0 0 0 0,0-1 0 0 0,1 1-1 0 0,-1 0 1 0 0,1 0 0 0 0,-1-1 0 0 0,1 1-1 0 0,-1 0 1 0 0,1-1 0 0 0,-1 1 0 0 0,1 0-1 0 0,-1-1 1 0 0,1 1 0 0 0,-1-1 0 0 0,1 1-1 0 0,0-1 1 0 0,-1 1 0 0 0,1-1 0 0 0,0 1 0 0 0,-1-1-1 0 0,1 1 1 0 0,0-1 0 0 0,0 1 0 0 0,0-1-1 0 0,0 0 1 0 0,-1 1 0 0 0,1-1 0 0 0,0 1-1 0 0,0-1 1 0 0,0 0 0 0 0,0 1 0 0 0,0-1 0 0 0,0 1-1 0 0,0-1 1 0 0,0 0 0 0 0,1 1 0 0 0,-1-2-1 0 0,4-15 3 0 0,1-1-1 0 0,1 1 1 0 0,0 0 0 0 0,2 0-1 0 0,-1 1 1 0 0,19-27-1 0 0,-13 20-12 0 0,19-33-16 0 0,3 2 1 0 0,2 1-1 0 0,3 2 1 0 0,69-70-1 0 0,-109 121 27 0 0,0 0-1 0 0,0 0 0 0 0,0 0 0 0 0,0 0 0 0 0,0 0 1 0 0,0 0-1 0 0,0 0 0 0 0,0 0 0 0 0,0 0 1 0 0,0 0-1 0 0,0 1 0 0 0,0-1 0 0 0,0 0 0 0 0,0 0 1 0 0,0 0-1 0 0,0 0 0 0 0,0 0 0 0 0,1 0 0 0 0,-1 0 1 0 0,0 0-1 0 0,0 0 0 0 0,0 0 0 0 0,0 0 0 0 0,0 0 1 0 0,0 0-1 0 0,0 0 0 0 0,0 0 0 0 0,0 0 1 0 0,0 0-1 0 0,0 0 0 0 0,0 0 0 0 0,0 0 0 0 0,1 0 1 0 0,-1 0-1 0 0,0 0 0 0 0,0 0 0 0 0,0 0 0 0 0,0 0 1 0 0,0 0-1 0 0,0 0 0 0 0,0 0 0 0 0,0 0 1 0 0,0 0-1 0 0,0 0 0 0 0,1 0 0 0 0,-7 15 66 0 0,-10 19 72 0 0,8-21-72 0 0,-56 103 681 0 0,57-100-619 0 0,0 1 0 0 0,1-1-1 0 0,1 1 1 0 0,0 0 0 0 0,-3 26-1 0 0,8-39-106 0 0,-1 1 1 0 0,1-1-1 0 0,0 1 0 0 0,1 0 0 0 0,-1-1 0 0 0,1 1 1 0 0,-1-1-1 0 0,2 0 0 0 0,-1 1 0 0 0,0-1 0 0 0,1 0 1 0 0,0 1-1 0 0,-1-1 0 0 0,2 0 0 0 0,-1 0 1 0 0,0-1-1 0 0,1 1 0 0 0,0 0 0 0 0,0-1 0 0 0,4 5 1 0 0,0-3-14 0 0,-1-1 0 0 0,0 1 1 0 0,1-1-1 0 0,0 0 1 0 0,0-1-1 0 0,0 0 0 0 0,0 0 1 0 0,1 0-1 0 0,-1-1 0 0 0,1 0 1 0 0,10 0-1 0 0,-2 1-523 0 0,0-2-1 0 0,1 0 0 0 0,19-2 1 0 0,-24 0-1294 0 0,-1-1 1 0 0,22-5-1 0 0,-12 0-2310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7:58.6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24 996 0 0,'0'0'1646'0'0,"0"-2"-1078"0"0,-1 1 0 0 0,1-1 1 0 0,0 1-1 0 0,-1-1 0 0 0,1 0 1 0 0,0 1-1 0 0,0-1 0 0 0,0 0 1 0 0,0 1-1 0 0,0-1 0 0 0,1-1 1 0 0,3 2-403 0 0,0 0 1 0 0,1 1 0 0 0,-1-1 0 0 0,0 1-1 0 0,0 0 1 0 0,1 0 0 0 0,-1 1 0 0 0,0-1 0 0 0,0 1-1 0 0,1 0 1 0 0,-1 0 0 0 0,0 0 0 0 0,0 1 0 0 0,0 0-1 0 0,0-1 1 0 0,-1 1 0 0 0,1 1 0 0 0,0-1-1 0 0,-1 0 1 0 0,0 1 0 0 0,1 0 0 0 0,-1 0 0 0 0,0 0-1 0 0,0 0 1 0 0,-1 0 0 0 0,1 1 0 0 0,4 6 0 0 0,-3-4 65 0 0,0 1 0 0 0,-1-1 0 0 0,1 1 0 0 0,-1 0 0 0 0,0 0 0 0 0,-1 1 0 0 0,0-1 1 0 0,0 0-1 0 0,-1 1 0 0 0,0 0 0 0 0,0-1 0 0 0,0 1 0 0 0,-1-1 0 0 0,0 1 1 0 0,-2 8-1 0 0,-6 15 434 0 0,-2 0 1 0 0,-2-1 0 0 0,0 0 0 0 0,-33 54-1 0 0,43-82-628 0 0,1 0-1 0 0,0 0 1 0 0,0 1 0 0 0,0-1-1 0 0,0 1 1 0 0,0-1-1 0 0,0 0 1 0 0,0 5-1 0 0,1-6-32 0 0,0-1-1 0 0,0 0 1 0 0,0 0-1 0 0,0 0 1 0 0,0 1-1 0 0,0-1 1 0 0,0 0-1 0 0,0 0 0 0 0,0 1 1 0 0,1-1-1 0 0,-1 0 1 0 0,0 0-1 0 0,0 0 1 0 0,0 0-1 0 0,0 1 0 0 0,1-1 1 0 0,-1 0-1 0 0,0 0 1 0 0,0 0-1 0 0,0 0 1 0 0,1 1-1 0 0,-1-1 0 0 0,0 0 1 0 0,0 0-1 0 0,0 0 1 0 0,1 0-1 0 0,-1 0 1 0 0,0 0-1 0 0,0 0 1 0 0,1 0-1 0 0,-1 0 0 0 0,0 0 1 0 0,18-3 76 0 0,295-101-1546 0 0,-107 28-5642 0 0,-129 47 2010 0 0,-36 14-575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7:59.5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276 27 1556 0 0,'-7'-10'5738'0'0,"-7"-6"-1479"0"0,31 21-3703 0 0,30 18-54 0 0,73 25-1 0 0,-21-10-236 0 0,-98-38-255 0 0,0 1 0 0 0,0-1 0 0 0,-1 0 0 0 0,1 0 0 0 0,0 1 0 0 0,-1-1 0 0 0,1 1-1 0 0,-1-1 1 0 0,1 0 0 0 0,0 1 0 0 0,-1-1 0 0 0,1 1 0 0 0,-1-1 0 0 0,1 1 0 0 0,-1-1 0 0 0,1 1 0 0 0,-1 0-1 0 0,0-1 1 0 0,1 1 0 0 0,-1 0 0 0 0,0-1 0 0 0,0 1 0 0 0,1 0 0 0 0,-1-1 0 0 0,0 1 0 0 0,0 0 0 0 0,0 0-1 0 0,0-1 1 0 0,0 1 0 0 0,0 0 0 0 0,0-1 0 0 0,0 1 0 0 0,0 0 0 0 0,0 0 0 0 0,0-1 0 0 0,0 1 0 0 0,0 0-1 0 0,-1-1 1 0 0,1 1 0 0 0,0 0 0 0 0,-1-1 0 0 0,1 1 0 0 0,0 0 0 0 0,-1-1 0 0 0,1 1 0 0 0,-1 0 0 0 0,1-1-1 0 0,-1 1 1 0 0,1-1 0 0 0,-1 1 0 0 0,1-1 0 0 0,-2 1 0 0 0,-3 4 40 0 0,0-1 1 0 0,0 0-1 0 0,0 1 1 0 0,-8 2-1 0 0,-29 17 119 0 0,-1-3 1 0 0,-65 23-1 0 0,-97 21 135 0 0,174-56-271 0 0,-40 13-426 0 0,62-16-377 0 0,31 3-6992 0 0,-21-9 7697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7:59.7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419 2 2148 0 0,'12'-1'8660'0'0,"-46"8"-7890"0"0,1 2 0 0 0,0 1 0 0 0,-32 15 0 0 0,52-20-667 0 0,-2 1-220 0 0,-103 44 635 0 0,100-41-1409 0 0,1 1 0 0 0,0 0 0 0 0,0 1-1 0 0,-20 19 1 0 0,24-16-3434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8:00.1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241 227 1956 0 0,'12'-16'5612'0'0,"14"-28"0"0"0,-26 44-5575 0 0,0-1 1 0 0,0 1-1 0 0,0 0 1 0 0,0 0-1 0 0,0-1 1 0 0,0 1-1 0 0,0 0 1 0 0,-1 0-1 0 0,1-1 1 0 0,0 1-1 0 0,0 0 1 0 0,0 0-1 0 0,0-1 1 0 0,0 1-1 0 0,-1 0 1 0 0,1 0-1 0 0,0 0 1 0 0,0-1-1 0 0,0 1 1 0 0,-1 0-1 0 0,1 0 1 0 0,0 0-1 0 0,0 0 1 0 0,0-1-1 0 0,-1 1 1 0 0,1 0-1 0 0,0 0 1 0 0,0 0-1 0 0,-1 0 1 0 0,1 0-1 0 0,0 0 1 0 0,0 0-1 0 0,-1 0 1 0 0,1 0-1 0 0,0 0 1 0 0,-1 0-1 0 0,1 0 1 0 0,0 0-1 0 0,0 0 1 0 0,-1 0-1 0 0,1 0 0 0 0,0 0 1 0 0,0 0-1 0 0,-1 0 1 0 0,1 0-1 0 0,0 0 1 0 0,0 1-1 0 0,-1-1 1 0 0,1 0-1 0 0,0 0 1 0 0,0 0-1 0 0,0 0 1 0 0,-1 1-1 0 0,1-1 1 0 0,0 0-1 0 0,-1 1 1 0 0,-1 0-104 0 0,-4 4 228 0 0,0 0 1 0 0,0 0 0 0 0,0 1 0 0 0,1 0 0 0 0,0 0-1 0 0,0 0 1 0 0,1 1 0 0 0,0 0 0 0 0,0-1-1 0 0,-4 12 1 0 0,4-10-60 0 0,-2 3 39 0 0,1 1-1 0 0,0 0 1 0 0,1 0 0 0 0,0 0 0 0 0,1 0 0 0 0,0 1 0 0 0,1-1 0 0 0,0 1 0 0 0,1 0 0 0 0,1-1 0 0 0,0 1 0 0 0,2 18 0 0 0,-1-24-92 0 0,1 0 0 0 0,0 0 0 0 0,0 0 0 0 0,0 0 0 0 0,1 0 0 0 0,0-1 0 0 0,0 1 0 0 0,0-1 1 0 0,1 0-1 0 0,0 0 0 0 0,0 0 0 0 0,1 0 0 0 0,0-1 0 0 0,0 1 0 0 0,0-1 0 0 0,1-1 0 0 0,-1 1 0 0 0,1-1 0 0 0,0 0 0 0 0,1 0 0 0 0,-1 0 0 0 0,13 4 1 0 0,-9-4 35 0 0,1-1 0 0 0,-1 0 1 0 0,1-1-1 0 0,0 0 1 0 0,0 0-1 0 0,0-1 1 0 0,0-1-1 0 0,0 0 1 0 0,0 0-1 0 0,0-1 1 0 0,0 0-1 0 0,0-1 1 0 0,-1 0-1 0 0,1-1 0 0 0,0-1 1 0 0,-1 1-1 0 0,0-1 1 0 0,0-1-1 0 0,0 0 1 0 0,0-1-1 0 0,-1 1 1 0 0,0-2-1 0 0,0 1 1 0 0,-1-1-1 0 0,0-1 1 0 0,0 0-1 0 0,0 0 1 0 0,-1 0-1 0 0,0-1 0 0 0,-1 0 1 0 0,0 0-1 0 0,0-1 1 0 0,-1 1-1 0 0,5-16 1 0 0,-4 11-73 0 0,-2 0 0 0 0,0 0 0 0 0,0 0 0 0 0,-2 0 0 0 0,0 0 0 0 0,0-1 0 0 0,-1 1 1 0 0,-1-1-1 0 0,-2-14 0 0 0,1 19-8 0 0,-1 0 1 0 0,0 0-1 0 0,0 0 0 0 0,-1 0 1 0 0,-1 1-1 0 0,0-1 1 0 0,0 1-1 0 0,-1 0 0 0 0,0 0 1 0 0,0 1-1 0 0,-1 0 1 0 0,0-1-1 0 0,-12-11 0 0 0,4 8-183 0 0,0 1-1 0 0,0 0 0 0 0,-2 1 0 0 0,1 0 0 0 0,-1 1 0 0 0,0 1 1 0 0,-1 0-1 0 0,0 2 0 0 0,0 0 0 0 0,-1 0 0 0 0,1 2 0 0 0,-35-4 0 0 0,16 3-2100 0 0,-67 2-1 0 0,-30 14-6104 0 0,87-4 2642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8:00.3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2012 0 0,'15'10'3320'0'0,"-3"-1"-615"0"0,-3-2-725 0 0,1-1-156 0 0,-3 1 800 0 0,8 2-892 0 0,-3-1-623 0 0,1-2-557 0 0,2-5-1728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8:04.6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81 1684 0 0,'-2'-1'1278'0'0,"-8"-3"-155"0"0,1-1 0 0 0,-1 0-1 0 0,1-1 1 0 0,1 0 0 0 0,-9-7-1 0 0,15 12-864 0 0,2 0-201 0 0,-1 0 1 0 0,1 1-1 0 0,0-1 1 0 0,-1 1-1 0 0,1-1 1 0 0,0 0-1 0 0,-1 1 1 0 0,1-1 0 0 0,0 0-1 0 0,0 1 1 0 0,0-1-1 0 0,-1 0 1 0 0,1 0-1 0 0,0 1 1 0 0,0-2-1 0 0,3-1-28 0 0,-1 1 0 0 0,1-1 1 0 0,-1 1-1 0 0,1 0 0 0 0,0 0 0 0 0,0 0 0 0 0,0 0 0 0 0,0 1 0 0 0,0-1 0 0 0,0 1 0 0 0,1 0 0 0 0,-1 0 0 0 0,0 0 0 0 0,1 0 1 0 0,-1 1-1 0 0,1-1 0 0 0,-1 1 0 0 0,1 0 0 0 0,-1 0 0 0 0,1 0 0 0 0,3 1 0 0 0,6 0-3 0 0,0 0-1 0 0,0 2 1 0 0,-1-1 0 0 0,20 8-1 0 0,-21-6-19 0 0,0 0 0 0 0,-1 1-1 0 0,0 0 1 0 0,0 1 0 0 0,0 0-1 0 0,0 0 1 0 0,16 15-1 0 0,-23-18 3 0 0,0 1-1 0 0,0-1 1 0 0,-1 1-1 0 0,1-1 0 0 0,-1 1 1 0 0,1 0-1 0 0,-1 0 0 0 0,0 0 1 0 0,-1 0-1 0 0,1 0 1 0 0,-1 0-1 0 0,0 1 0 0 0,0-1 1 0 0,0 0-1 0 0,0 1 0 0 0,-1-1 1 0 0,0 1-1 0 0,0-1 1 0 0,0 0-1 0 0,0 1 0 0 0,-1-1 1 0 0,0 1-1 0 0,-1 6 0 0 0,-5 6 33 0 0,0 1 0 0 0,-2-1 0 0 0,0 0 0 0 0,0 0 0 0 0,-2-1 0 0 0,-19 23 0 0 0,-5 10 360 0 0,32-47-138 0 0,-1 3-257 0 0,21-7 726 0 0,-5 1-723 0 0,0 0 0 0 0,-1 0 1 0 0,1 1-1 0 0,0 0 0 0 0,0 1 0 0 0,-1 0 1 0 0,1 1-1 0 0,0 1 0 0 0,-1 0 1 0 0,21 8-1 0 0,-23-8-2 0 0,0 1 0 0 0,-1 1 1 0 0,1-1-1 0 0,-1 2 0 0 0,0-1 1 0 0,0 1-1 0 0,-1 0 0 0 0,0 0 1 0 0,0 1-1 0 0,0 0 0 0 0,-1 1 1 0 0,0-1-1 0 0,9 15 0 0 0,-13-18 3 0 0,0 1 0 0 0,0-1 0 0 0,0 1 0 0 0,-1-1 1 0 0,0 1-1 0 0,0 0 0 0 0,0 0 0 0 0,0-1 0 0 0,-1 1 0 0 0,1 0 0 0 0,-1 0 0 0 0,-1 0 0 0 0,1 0 0 0 0,-1 0 0 0 0,-1 5 0 0 0,0-3 52 0 0,0 1 0 0 0,-1-1 0 0 0,0 0 0 0 0,-1 0-1 0 0,0 0 1 0 0,0 0 0 0 0,0-1 0 0 0,-10 11 0 0 0,3-5 53 0 0,-2 0 1 0 0,0 0-1 0 0,0-1 0 0 0,-1-1 1 0 0,0 0-1 0 0,-1-1 0 0 0,-28 13 1 0 0,30-17-30 0 0,-1 0-1 0 0,1-1 1 0 0,-1-1 0 0 0,-24 4 0 0 0,34-7-117 0 0,-1 1-1 0 0,1-1 1 0 0,0 1 0 0 0,-1-1 0 0 0,1-1-1 0 0,-1 1 1 0 0,1-1 0 0 0,0 1 0 0 0,-1-1-1 0 0,1 0 1 0 0,0-1 0 0 0,0 1 0 0 0,0-1 0 0 0,0 0-1 0 0,0 0 1 0 0,0 0 0 0 0,0 0 0 0 0,0-1-1 0 0,-3-3 1 0 0,6 5-146 0 0,0-1 0 0 0,0 1-1 0 0,1-1 1 0 0,-1 1 0 0 0,0-1 0 0 0,1 1-1 0 0,-1-1 1 0 0,1 0 0 0 0,-1 1 0 0 0,1-1-1 0 0,0 0 1 0 0,0 0 0 0 0,-1 1 0 0 0,1-1 0 0 0,1 0-1 0 0,-1 0 1 0 0,0 1 0 0 0,1-3 0 0 0,0-1-954 0 0,0 0 1 0 0,0 0 0 0 0,1 0 0 0 0,4-8-1 0 0,3-1-2531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8:05.1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94 936 0 0,'2'-12'5034'0'0,"8"-4"-1185"0"0,-9 16-3795 0 0,0-1 1 0 0,0 0 0 0 0,0 1-1 0 0,0-1 1 0 0,0 1 0 0 0,0-1-1 0 0,0 1 1 0 0,1-1 0 0 0,-1 1-1 0 0,0 0 1 0 0,0-1 0 0 0,1 1-1 0 0,-1 0 1 0 0,0 0 0 0 0,0 0-1 0 0,1 0 1 0 0,-1 0-1 0 0,0 1 1 0 0,0-1 0 0 0,1 0-1 0 0,-1 0 1 0 0,2 2 0 0 0,2-1-17 0 0,0 0 1 0 0,0 1-1 0 0,0 0 1 0 0,-1 0-1 0 0,1 0 1 0 0,-1 0 0 0 0,1 1-1 0 0,-1 0 1 0 0,0-1-1 0 0,0 2 1 0 0,0-1-1 0 0,-1 0 1 0 0,1 1-1 0 0,-1 0 1 0 0,1 0-1 0 0,-1 0 1 0 0,-1 0 0 0 0,1 0-1 0 0,0 1 1 0 0,-1-1-1 0 0,0 1 1 0 0,0 0-1 0 0,-1-1 1 0 0,1 1-1 0 0,-1 0 1 0 0,0 0-1 0 0,0 0 1 0 0,0 0 0 0 0,-1 0-1 0 0,0 0 1 0 0,-1 9-1 0 0,-1-2-21 0 0,0 1 0 0 0,-1-1 1 0 0,-1 0-1 0 0,0 0 0 0 0,-1 0 0 0 0,0 0 0 0 0,-1-1 0 0 0,-12 19 1 0 0,5-11 47 0 0,-1 0 1 0 0,-1-2 0 0 0,-33 32-1 0 0,47-48-56 0 0,1 0 0 0 0,-1 0-1 0 0,0 0 1 0 0,0 0-1 0 0,0-1 1 0 0,0 1-1 0 0,0 0 1 0 0,0-1 0 0 0,0 1-1 0 0,0 0 1 0 0,0-1-1 0 0,0 1 1 0 0,0-1-1 0 0,0 0 1 0 0,0 1-1 0 0,0-1 1 0 0,0 0 0 0 0,-2 1-1 0 0,2-2-4 0 0,1 1 0 0 0,0-1 0 0 0,-1 0-1 0 0,1 1 1 0 0,0-1 0 0 0,0 0 0 0 0,0 1 0 0 0,0-1-1 0 0,0 0 1 0 0,0 1 0 0 0,0-1 0 0 0,0 0 0 0 0,0 1 0 0 0,0-1-1 0 0,0 1 1 0 0,0-1 0 0 0,0 0 0 0 0,0 1 0 0 0,0-1-1 0 0,1 0 1 0 0,-1 1 0 0 0,1-2 0 0 0,20-43 28 0 0,69-83-120 0 0,-51 75 33 0 0,42-74 0 0 0,-79 124 50 0 0,0 0 0 0 0,0 0 0 0 0,-1-1 0 0 0,0 1 0 0 0,1 0 0 0 0,-1-1 1 0 0,-1 1-1 0 0,1-1 0 0 0,0 1 0 0 0,-1-1 0 0 0,0 1 0 0 0,0-1 0 0 0,0-5 1 0 0,0 7 15 0 0,-5-1-25 0 0,5 2 14 0 0,0 1 0 0 0,0 0 0 0 0,0 0-1 0 0,0 0 1 0 0,-1-1 0 0 0,1 1 0 0 0,0 0 0 0 0,0 0 0 0 0,0 0 0 0 0,0-1 0 0 0,-1 1 0 0 0,1 0 0 0 0,0 0-1 0 0,0 0 1 0 0,-1 0 0 0 0,1 0 0 0 0,0 0 0 0 0,0-1 0 0 0,0 1 0 0 0,-1 0 0 0 0,1 0 0 0 0,0 0 0 0 0,0 0 0 0 0,-1 0-1 0 0,1 0 1 0 0,0 0 0 0 0,-1 0 0 0 0,1 0 0 0 0,0 0 0 0 0,0 0 0 0 0,-1 0 0 0 0,1 0 0 0 0,0 1 0 0 0,-1-1 0 0 0,-4 3 19 0 0,0 0 0 0 0,0 1 0 0 0,0 0 1 0 0,0 0-1 0 0,1 0 0 0 0,-1 0 1 0 0,1 1-1 0 0,0-1 0 0 0,1 1 1 0 0,-1 0-1 0 0,1 1 0 0 0,-5 9 1 0 0,0 2 120 0 0,1-1 0 0 0,0 1 0 0 0,-5 22 0 0 0,9-26-81 0 0,1-1 0 0 0,0 1 1 0 0,0-1-1 0 0,2 1 0 0 0,-1 0 0 0 0,2 0 0 0 0,-1-1 1 0 0,2 1-1 0 0,0 0 0 0 0,5 19 0 0 0,-5-27-216 0 0,0 0 1 0 0,0 0-1 0 0,0 0 0 0 0,0 0 0 0 0,1-1 0 0 0,0 1 0 0 0,0-1 0 0 0,0 0 0 0 0,1 1 0 0 0,0-2 0 0 0,-1 1 1 0 0,1 0-1 0 0,0-1 0 0 0,1 1 0 0 0,-1-1 0 0 0,1 0 0 0 0,-1-1 0 0 0,1 1 0 0 0,0-1 0 0 0,0 0 1 0 0,0 0-1 0 0,0 0 0 0 0,0-1 0 0 0,1 0 0 0 0,-1 0 0 0 0,0 0 0 0 0,9-1 0 0 0,25 0-4052 0 0,-20-3 1016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8:05.4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45 2072 0 0,'33'-32'11845'0'0,"-26"26"-9718"0"0,-7 6-2059 0 0,0 0 0 0 0,0-1 0 0 0,0 1 0 0 0,0-1 0 0 0,1 1 0 0 0,-1 0-1 0 0,0-1 1 0 0,0 1 0 0 0,0 0 0 0 0,1 0 0 0 0,-1-1 0 0 0,0 1 0 0 0,1 0 0 0 0,-1-1 0 0 0,0 1 0 0 0,1 0 0 0 0,-1 0 0 0 0,0 0 0 0 0,1-1 0 0 0,-1 1 0 0 0,0 0 0 0 0,1 0 0 0 0,-1 0 0 0 0,0 0 0 0 0,1 0 0 0 0,-1 0 0 0 0,1 0 0 0 0,-1 0 0 0 0,0 0 0 0 0,1 0 0 0 0,-1 0 0 0 0,1 0 0 0 0,-1 0 0 0 0,0 0 0 0 0,1 0 0 0 0,-1 0 0 0 0,1 0 0 0 0,-1 0 0 0 0,0 0 0 0 0,1 1 0 0 0,-1-1 0 0 0,0 0 0 0 0,1 0 0 0 0,-1 0 0 0 0,0 1 0 0 0,1-1 0 0 0,-1 0 0 0 0,0 1 0 0 0,0-1 0 0 0,1 0 0 0 0,-1 0 0 0 0,0 1 0 0 0,0-1 0 0 0,1 0 0 0 0,-1 1 0 0 0,0-1 0 0 0,0 1 0 0 0,0-1 0 0 0,0 0 0 0 0,0 1 0 0 0,0-1 0 0 0,0 1 0 0 0,1-1 0 0 0,-1 1 0 0 0,4 14 131 0 0,0 0 0 0 0,-1 0 0 0 0,0 1 0 0 0,-1-1 0 0 0,-1 1 0 0 0,0 16 0 0 0,-10 98-526 0 0,8-112 99 0 0,0-9-102 0 0,-8 79-3126 0 0,1-31-4573 0 0,5-37 947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8:05.7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28 155 1072 0 0,'-12'-6'4851'0'0,"11"6"-4664"0"0,0-1 1 0 0,0 1-1 0 0,1 0 1 0 0,-1 0-1 0 0,0-1 1 0 0,0 1-1 0 0,1-1 1 0 0,-1 1-1 0 0,0-1 1 0 0,1 1-1 0 0,-1-1 1 0 0,0 1-1 0 0,1-1 1 0 0,-1 1-1 0 0,1-1 1 0 0,-1 0-1 0 0,1 1 1 0 0,-1-1-1 0 0,1 0 1 0 0,0 1-1 0 0,-1-1 1 0 0,1 0-1 0 0,0 0 1 0 0,-1 1-1 0 0,1-1 1 0 0,0 0-1 0 0,0 0 1 0 0,0 0-1 0 0,-1-1 1 0 0,2 1-49 0 0,0 0 0 0 0,0-1-1 0 0,-1 1 1 0 0,1 0 0 0 0,0 0 0 0 0,0 0 0 0 0,0 0 0 0 0,0 0 0 0 0,0 0-1 0 0,0 0 1 0 0,1 0 0 0 0,-1 0 0 0 0,0 1 0 0 0,0-1 0 0 0,2 0 0 0 0,8-4 90 0 0,0 1 0 0 0,-1 0 1 0 0,17-3-1 0 0,295-52 401 0 0,-202 38-2732 0 0,-79 12-3326 0 0,-27 4 45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8:05.9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1 816 0 0,'-2'0'282'0'0,"1"1"0"0"0,-1-1 0 0 0,1 1 0 0 0,-1-1 0 0 0,1 1 0 0 0,-1-1 0 0 0,1 1 0 0 0,0 0 0 0 0,-1 0 0 0 0,1 0-1 0 0,0 0 1 0 0,0 0 0 0 0,0 0 0 0 0,0 0 0 0 0,-1 0 0 0 0,1 0 0 0 0,1 1 0 0 0,-1-1 0 0 0,0 0 0 0 0,0 1 0 0 0,0-1 0 0 0,1 1 0 0 0,-1-1 0 0 0,1 1 0 0 0,-1-1 0 0 0,1 1 0 0 0,0-1 0 0 0,-1 1-1 0 0,1-1 1 0 0,0 1 0 0 0,0-1 0 0 0,0 1 0 0 0,0 0 0 0 0,0-1 0 0 0,1 2 0 0 0,0 10 347 0 0,1-1-1 0 0,0 0 1 0 0,6 19-1 0 0,-4-18-275 0 0,10 41 168 0 0,35 86 0 0 0,-38-118-1214 0 0,0 0 0 0 0,16 23 0 0 0,-17-31-816 0 0,1 1 0 0 0,0-2 0 0 0,23 21-1 0 0,-11-15-2845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8:06.5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4 133 2392 0 0,'-1'-18'2707'0'0,"0"16"-2497"0"0,1 1-1 0 0,-1-1 1 0 0,1 0 0 0 0,0 0 0 0 0,0 1-1 0 0,0-1 1 0 0,0 0 0 0 0,0 0-1 0 0,0 1 1 0 0,1-1 0 0 0,-1 0-1 0 0,1 0 1 0 0,-1 1 0 0 0,1-1 0 0 0,-1 0-1 0 0,1 1 1 0 0,0-1 0 0 0,0 1-1 0 0,0-1 1 0 0,0 1 0 0 0,0-1 0 0 0,0 1-1 0 0,0 0 1 0 0,2-2 0 0 0,0 2-125 0 0,-1 0 0 0 0,0 0 0 0 0,0 0 1 0 0,1 0-1 0 0,-1 0 0 0 0,1 1 1 0 0,-1 0-1 0 0,1-1 0 0 0,-1 1 1 0 0,0 0-1 0 0,1 0 0 0 0,-1 0 0 0 0,1 0 1 0 0,-1 1-1 0 0,4 0 0 0 0,35 9 761 0 0,-33-7-720 0 0,0 0 0 0 0,-1 0 0 0 0,1 1 0 0 0,-1 0 0 0 0,0 0 1 0 0,0 1-1 0 0,0 0 0 0 0,0 0 0 0 0,-1 1 0 0 0,0-1 0 0 0,0 1 0 0 0,5 8 1 0 0,-7-8-82 0 0,0 0 1 0 0,-1 0-1 0 0,0 1 1 0 0,0-1-1 0 0,-1 1 0 0 0,0-1 1 0 0,0 1-1 0 0,0 0 1 0 0,-1 0-1 0 0,0-1 1 0 0,0 1-1 0 0,-1 0 1 0 0,0 0-1 0 0,0 0 1 0 0,-1 8-1 0 0,-1-1-16 0 0,-1 0 0 0 0,0 0 0 0 0,-1 0 0 0 0,-1-1 0 0 0,0 1 0 0 0,-14 24 0 0 0,-53 71 86 0 0,44-70-37 0 0,0-8 119 0 0,27-29-140 0 0,-1-5-40 0 0,2 3-16 0 0,0 0-1 0 0,-1 0 0 0 0,1-1 1 0 0,0 1-1 0 0,0 0 0 0 0,0 0 1 0 0,0 0-1 0 0,-1 0 0 0 0,1 0 1 0 0,0 0-1 0 0,0-1 1 0 0,0 1-1 0 0,0 0 0 0 0,0 0 1 0 0,-1 0-1 0 0,1-1 0 0 0,0 1 1 0 0,0 0-1 0 0,0 0 0 0 0,0 0 1 0 0,0-1-1 0 0,0 1 0 0 0,0 0 1 0 0,0 0-1 0 0,0 0 0 0 0,0-1 1 0 0,0 1-1 0 0,0 0 0 0 0,0 0 1 0 0,0 0-1 0 0,0-1 0 0 0,0 1 1 0 0,0 0-1 0 0,0 0 0 0 0,0 0 1 0 0,0-1-1 0 0,0 1 0 0 0,1 0 1 0 0,-1 0-1 0 0,0 0 0 0 0,0-1 1 0 0,7-16-2 0 0,0 0 1 0 0,1 1 0 0 0,19-30 0 0 0,41-46-3 0 0,-35 48 2 0 0,142-167-126 0 0,-144 176 118 0 0,-22 25 13 0 0,-5 6-8 0 0,0 0 1 0 0,0 0 0 0 0,-1-1 0 0 0,1 0 0 0 0,-1 0-1 0 0,0 0 1 0 0,0 0 0 0 0,3-9 0 0 0,-6 12-12 0 0,-3-1 13 0 0,3 2 2 0 0,0 1 0 0 0,0 0 0 0 0,0 0 0 0 0,0 0 0 0 0,0-1 0 0 0,0 1 0 0 0,0 0 1 0 0,0 0-1 0 0,0 0 0 0 0,0-1 0 0 0,0 1 0 0 0,-1 0 0 0 0,1 0 0 0 0,0 0 0 0 0,0-1 0 0 0,0 1 0 0 0,0 0 0 0 0,0 0 0 0 0,-1 0 0 0 0,1 0 0 0 0,0 0 1 0 0,0 0-1 0 0,0-1 0 0 0,0 1 0 0 0,-1 0 0 0 0,1 0 0 0 0,0 0 0 0 0,0 0 0 0 0,-1 0 0 0 0,1 0 0 0 0,0 0 0 0 0,0 0 0 0 0,0 0 0 0 0,-1 0 0 0 0,1 0 0 0 0,0 0 1 0 0,0 0-1 0 0,0 0 0 0 0,-1 0 0 0 0,-6 3 9 0 0,-1 0 0 0 0,1 0 0 0 0,0 1 0 0 0,0 0 0 0 0,0 1 0 0 0,1-1 0 0 0,0 1 0 0 0,0 0 0 0 0,0 1-1 0 0,0-1 1 0 0,-6 10 0 0 0,0-1 70 0 0,1 2 0 0 0,0 0 0 0 0,-16 30 0 0 0,22-34-49 0 0,0-1-1 0 0,1 1 1 0 0,0-1-1 0 0,0 1 1 0 0,1 0-1 0 0,1 0 0 0 0,-1 16 1 0 0,2-22-19 0 0,2 1-1 0 0,-1 0 1 0 0,1 0 0 0 0,0-1-1 0 0,0 1 1 0 0,0-1-1 0 0,1 1 1 0 0,0-1 0 0 0,1 1-1 0 0,-1-1 1 0 0,1 0 0 0 0,0 0-1 0 0,1 0 1 0 0,0-1 0 0 0,4 6-1 0 0,0-1-125 0 0,1-2 0 0 0,0 1 0 0 0,1-1-1 0 0,0 0 1 0 0,0-1 0 0 0,0 0 0 0 0,1-1 0 0 0,0 0-1 0 0,0-1 1 0 0,1 0 0 0 0,20 5 0 0 0,-5-3-1568 0 0,1-1 0 0 0,0-1 0 0 0,1-2 0 0 0,30 1 0 0 0,-23-4-2366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8:06.8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56 1500 0 0,'-5'-10'2900'0'0,"4"8"-2165"0"0,0-1 0 0 0,-1 1 1 0 0,1-1-1 0 0,0 0 0 0 0,0 1 0 0 0,0-1 1 0 0,1 0-1 0 0,-1 0 0 0 0,1 0 0 0 0,0 0 1 0 0,-1 1-1 0 0,1-1 0 0 0,1-5 0 0 0,2 7-653 0 0,0 0-1 0 0,0 1 1 0 0,0-1-1 0 0,0 1 0 0 0,0 0 1 0 0,1 0-1 0 0,-1 0 1 0 0,0 1-1 0 0,4 0 0 0 0,-4 0-71 0 0,-1 1-1 0 0,1-1 1 0 0,-1 1-1 0 0,1 0 1 0 0,-1 0-1 0 0,0 0 1 0 0,0 0-1 0 0,1 0 1 0 0,-1 0-1 0 0,-1 1 1 0 0,1-1-1 0 0,0 1 1 0 0,-1-1-1 0 0,1 1 1 0 0,-1 0-1 0 0,2 4 1 0 0,-1-2 7 0 0,-1 0 0 0 0,0 1 1 0 0,-1-1-1 0 0,1 0 1 0 0,-1 1-1 0 0,0-1 1 0 0,0 0-1 0 0,-2 10 0 0 0,-3 5 70 0 0,0 0 0 0 0,-1 0-1 0 0,-16 34 1 0 0,-18 21 216 0 0,25-50-169 0 0,-14 33 0 0 0,25-36 39 0 0,4-21-169 0 0,0-1 1 0 0,0 1 0 0 0,1 0 0 0 0,-1-1 0 0 0,0 1 0 0 0,0 0-1 0 0,0-1 1 0 0,1 1 0 0 0,-1-1 0 0 0,0 1 0 0 0,1-1 0 0 0,-1 1-1 0 0,0 0 1 0 0,1-1 0 0 0,-1 1 0 0 0,1-1 0 0 0,-1 0-1 0 0,1 1 1 0 0,-1-1 0 0 0,1 1 0 0 0,-1-1 0 0 0,1 0 0 0 0,-1 1-1 0 0,1-1 1 0 0,0 0 0 0 0,-1 0 0 0 0,1 1 0 0 0,0-1-1 0 0,-1 0 1 0 0,1 0 0 0 0,-1 0 0 0 0,1 0 0 0 0,1 0 0 0 0,19 1-168 0 0,1-2 0 0 0,-1 0 0 0 0,0-1 0 0 0,0-2 0 0 0,33-8 0 0 0,106-42-7324 0 0,-149 50 6532 0 0,41-15-4301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8:07.1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95 776 0 0,'-41'-6'4203'0'0,"-59"-10"6351"0"0,98 15-9849 0 0,13-10-239 0 0,-6 8-415 0 0,0 1 0 0 0,0-1 0 0 0,1 1 0 0 0,-1 0 1 0 0,1 0-1 0 0,-1 1 0 0 0,12-2 0 0 0,5-2 33 0 0,31-8-1543 0 0,100-11 0 0 0,-105 24-5629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8:07.3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63 2012 0 0,'-80'48'9188'0'0,"80"-48"-9143"0"0,-1 0 0 0 0,1 0 0 0 0,0 0 0 0 0,-1 0 0 0 0,1 1 0 0 0,-1-1 0 0 0,1 0 0 0 0,0 0 0 0 0,-1 0 0 0 0,1 1 0 0 0,-1-1 0 0 0,1 0 0 0 0,0 0 0 0 0,-1 1 0 0 0,1-1 0 0 0,0 0 0 0 0,0 1 0 0 0,-1-1 0 0 0,1 0 0 0 0,0 1 0 0 0,0-1 0 0 0,-1 1 0 0 0,1-1 0 0 0,0 0 0 0 0,0 1 0 0 0,0-1 0 0 0,0 1 0 0 0,0-1 0 0 0,0 1 0 0 0,0-1 0 0 0,0 0 0 0 0,0 1 0 0 0,0-1 0 0 0,0 1 0 0 0,0-1 0 0 0,0 1 0 0 0,0-1 0 0 0,0 0 0 0 0,0 1 0 0 0,0-1 0 0 0,0 1 0 0 0,0-1 0 0 0,1 0 0 0 0,-1 1 0 0 0,0-1 0 0 0,0 1 0 0 0,1-1 0 0 0,-1 0 0 0 0,0 1 0 0 0,0-1 0 0 0,1 0 0 0 0,-1 1 0 0 0,0-1 0 0 0,1 0 0 0 0,-1 0 0 0 0,1 1 0 0 0,-1-1 0 0 0,0 0 0 0 0,1 0 0 0 0,-1 0 0 0 0,1 0-1 0 0,-1 0 1 0 0,0 1 0 0 0,1-1 0 0 0,-1 0 0 0 0,1 0 0 0 0,0 0 0 0 0,31 7 437 0 0,-3-6-268 0 0,0-1-1 0 0,0-1 0 0 0,54-10 1 0 0,86-27-1310 0 0,-168 37 1077 0 0,216-65-7480 0 0,-161 45 2922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8:08.0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218 153 244 0 0,'-7'-5'1278'0'0,"-6"-5"904"0"0,0-1 0 0 0,0 0 0 0 0,1-1 0 0 0,-17-21 0 0 0,28 32-2102 0 0,0-1 0 0 0,1 1 0 0 0,-1 0 0 0 0,0 0 0 0 0,1 0 0 0 0,-1 0 0 0 0,0-1 0 0 0,1 1 0 0 0,0 0 0 0 0,-1-1 1 0 0,1 1-1 0 0,0 0 0 0 0,0-1 0 0 0,0 1 0 0 0,0 0 0 0 0,0-1 0 0 0,0 1 0 0 0,0-1 0 0 0,0 1 0 0 0,0 0 0 0 0,1-1 0 0 0,-1 1 0 0 0,0 0 0 0 0,2-2 0 0 0,-1 1-20 0 0,1 0 0 0 0,-1 0-1 0 0,1 0 1 0 0,0 0 0 0 0,-1 1 0 0 0,1-1-1 0 0,0 1 1 0 0,0-1 0 0 0,0 1-1 0 0,0 0 1 0 0,1-1 0 0 0,3 0-1 0 0,2-1 1 0 0,0 0 0 0 0,0 1 0 0 0,1 0-1 0 0,-1 0 1 0 0,1 1 0 0 0,16 0-1 0 0,-17 1-36 0 0,0 1-1 0 0,0 0 0 0 0,1 1 0 0 0,-1 0 1 0 0,0 0-1 0 0,-1 1 0 0 0,1 0 0 0 0,0 0 0 0 0,-1 1 1 0 0,0 0-1 0 0,0 0 0 0 0,0 0 0 0 0,9 9 1 0 0,-13-10-9 0 0,1 0 1 0 0,-1 0 0 0 0,-1 0 0 0 0,1 1 0 0 0,0-1 0 0 0,-1 1 0 0 0,0 0 0 0 0,0-1-1 0 0,0 1 1 0 0,0 0 0 0 0,-1 0 0 0 0,1 1 0 0 0,-1-1 0 0 0,0 0 0 0 0,0 0 0 0 0,-1 1-1 0 0,1-1 1 0 0,-1 0 0 0 0,0 1 0 0 0,0-1 0 0 0,0 0 0 0 0,-1 1 0 0 0,0-1 0 0 0,1 0-1 0 0,-2 1 1 0 0,-1 5 0 0 0,-2 3 17 0 0,-1-1 1 0 0,0-1-1 0 0,-1 1 0 0 0,0-1 1 0 0,0 0-1 0 0,-13 13 0 0 0,-59 55 205 0 0,34-37 284 0 0,38-34-243 0 0,6-8-238 0 0,0 0 1 0 0,0 1-1 0 0,1-1 1 0 0,-1 1-1 0 0,0 0 1 0 0,1-1-1 0 0,-1 1 1 0 0,0-1-1 0 0,1 1 1 0 0,-1 0-1 0 0,1 0 1 0 0,-1-1-1 0 0,1 1 1 0 0,0 0-1 0 0,-1 0 1 0 0,1 0-1 0 0,0-1 1 0 0,-1 1-1 0 0,1 1 1 0 0,2-1-20 0 0,-1 0 1 0 0,1 0-1 0 0,0 0 0 0 0,0 0 1 0 0,0-1-1 0 0,-1 1 0 0 0,1 0 1 0 0,0-1-1 0 0,0 0 1 0 0,0 1-1 0 0,3-1 0 0 0,11 4 36 0 0,-1 0-1 0 0,0 1 1 0 0,0 1-1 0 0,-1 0 1 0 0,1 1-1 0 0,-1 0 1 0 0,-1 2-1 0 0,1-1 1 0 0,-2 2-1 0 0,1 0 1 0 0,14 15-1 0 0,-14-13 238 0 0,-1 1-1 0 0,0 1 1 0 0,-1 0-1 0 0,0 0 1 0 0,-2 1-1 0 0,1 1 1 0 0,-2-1 0 0 0,0 1-1 0 0,-1 1 1 0 0,6 18-1 0 0,-12-29-84 0 0,0-1 0 0 0,0 1 0 0 0,0-1 0 0 0,-1 1 0 0 0,1 0 0 0 0,-1-1 1 0 0,-1 1-1 0 0,1-1 0 0 0,-1 1 0 0 0,0 0 0 0 0,0-1 0 0 0,-1 0 0 0 0,1 1 0 0 0,-1-1 0 0 0,0 0 0 0 0,-1 0 0 0 0,1 0 0 0 0,-1 0 0 0 0,0 0 0 0 0,-1-1 0 0 0,1 1 0 0 0,-1-1 0 0 0,1 0 0 0 0,-1 0 0 0 0,-1 0 0 0 0,1 0 0 0 0,0-1 0 0 0,-1 0 0 0 0,-7 4 0 0 0,0 0 69 0 0,0-1 0 0 0,-1 0 0 0 0,1-1 0 0 0,-1-1-1 0 0,-1 0 1 0 0,1-1 0 0 0,0 0 0 0 0,-1-1 0 0 0,0 0 0 0 0,1-1 0 0 0,-15-1 0 0 0,8-2-327 0 0,0-1 1 0 0,1 0-1 0 0,-1-1 1 0 0,1-2-1 0 0,0 0 1 0 0,1 0-1 0 0,0-2 1 0 0,0-1-1 0 0,-32-19 1 0 0,33 16-2721 0 0,-4-2-3694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8:10.3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44 1604 0 0,'0'-16'3277'0'0,"0"6"-1942"0"0,-1-8 521 0 0,-2 18-1447 0 0,-2 12-267 0 0,-4 15 77 0 0,1 1 1 0 0,2 1-1 0 0,-5 48 1 0 0,4-27-91 0 0,5-33-91 0 0,0-1 0 0 0,1 1 0 0 0,1 0-1 0 0,1 0 1 0 0,4 24 0 0 0,-3-33-21 0 0,-1-1 0 0 0,2 1 0 0 0,-1-1 1 0 0,1 0-1 0 0,0 0 0 0 0,5 9 0 0 0,-6-13-10 0 0,0 0 0 0 0,1 0 0 0 0,-1 0 0 0 0,1 0 0 0 0,-1 0 0 0 0,1 0 0 0 0,0-1 0 0 0,0 1 0 0 0,1-1 0 0 0,-1 0 0 0 0,0 0 0 0 0,1 0 1 0 0,3 2-1 0 0,-3-3 2 0 0,0 0 0 0 0,0 0 0 0 0,0 0 0 0 0,0 0 1 0 0,0-1-1 0 0,0 1 0 0 0,0-1 0 0 0,0 0 0 0 0,0 0 0 0 0,0 0 1 0 0,0-1-1 0 0,0 0 0 0 0,0 1 0 0 0,0-1 0 0 0,4-2 1 0 0,-2 0-9 0 0,0 0 1 0 0,1 0-1 0 0,-1-1 1 0 0,0 0 0 0 0,-1 0-1 0 0,1 0 1 0 0,-1-1-1 0 0,5-5 1 0 0,3-4-23 0 0,-2-1 0 0 0,0 0 0 0 0,0 0 0 0 0,-2-1-1 0 0,13-28 1 0 0,15-46 799 0 0,-36 89-713 0 0,-4 22-28 0 0,-13 33-412 0 0,-41 174 1583 0 0,52-197-1861 0 0,0 53 0 0 0,5-62-666 0 0,1-1 0 0 0,2 1 0 0 0,6 28-1 0 0,-4-34-1516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8:10.9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1 261 1656 0 0,'4'-9'631'0'0,"1"0"-1"0"0,-1 1 0 0 0,2 0 1 0 0,-1-1-1 0 0,1 2 0 0 0,0-1 1 0 0,14-12-1 0 0,-15 16-464 0 0,0 0 1 0 0,0 0-1 0 0,0 1 0 0 0,1-1 0 0 0,-1 1 1 0 0,1 1-1 0 0,0-1 0 0 0,-1 1 0 0 0,1 0 0 0 0,0 0 1 0 0,1 1-1 0 0,9-2 0 0 0,-13 3-143 0 0,-1 0-1 0 0,0 0 1 0 0,1 0 0 0 0,-1 0-1 0 0,0 1 1 0 0,1-1 0 0 0,-1 1-1 0 0,0-1 1 0 0,1 1-1 0 0,-1 0 1 0 0,0 0 0 0 0,0 0-1 0 0,0 0 1 0 0,0 0 0 0 0,0 1-1 0 0,0-1 1 0 0,0 1-1 0 0,0-1 1 0 0,0 1 0 0 0,-1 0-1 0 0,1-1 1 0 0,-1 1 0 0 0,1 0-1 0 0,-1 0 1 0 0,0 0-1 0 0,1 0 1 0 0,-1 0 0 0 0,0 1-1 0 0,-1-1 1 0 0,1 0 0 0 0,0 0-1 0 0,0 5 1 0 0,1 0 63 0 0,-1 0 0 0 0,0 0-1 0 0,0 0 1 0 0,-1 1 0 0 0,0-1 0 0 0,0 0 0 0 0,-1 0 0 0 0,0 0 0 0 0,-2 9 0 0 0,-3 0-30 0 0,-1-1 1 0 0,0 0-1 0 0,-1 0 1 0 0,-1-1-1 0 0,0 0 1 0 0,-1 0-1 0 0,-13 12 1 0 0,-2 7 207 0 0,24-32-252 0 0,1-1 1 0 0,0 1-1 0 0,-1-1 0 0 0,1 1 1 0 0,-1-1-1 0 0,1 0 1 0 0,-1 1-1 0 0,1-1 1 0 0,-1 1-1 0 0,1-1 0 0 0,-1 0 1 0 0,1 1-1 0 0,-1-1 1 0 0,1 0-1 0 0,-1 0 0 0 0,1 0 1 0 0,-1 1-1 0 0,0-1 1 0 0,1 0-1 0 0,-1 0 1 0 0,1 0-1 0 0,-1 0 0 0 0,0 0 1 0 0,1 0-1 0 0,-2 0 1 0 0,1 0-10 0 0,1 0 1 0 0,0-1-1 0 0,0 1 1 0 0,-1 0-1 0 0,1 0 1 0 0,0 0-1 0 0,-1-1 1 0 0,1 1-1 0 0,0 0 0 0 0,0-1 1 0 0,-1 1-1 0 0,1 0 1 0 0,0-1-1 0 0,0 1 1 0 0,0 0-1 0 0,0-1 1 0 0,-1 1-1 0 0,1 0 1 0 0,0-1-1 0 0,0 1 1 0 0,0 0-1 0 0,0-1 1 0 0,0 1-1 0 0,0 0 1 0 0,0-1-1 0 0,0 1 1 0 0,0 0-1 0 0,0-1 0 0 0,0 1 1 0 0,0-1-1 0 0,0 1 1 0 0,0 0-1 0 0,1-1 1 0 0,-1 1-1 0 0,0 0 1 0 0,0-1-1 0 0,0 1 1 0 0,0 0-1 0 0,1-1 1 0 0,20-38-9 0 0,1 2 1 0 0,3 0 0 0 0,46-53-1 0 0,-44 55 18 0 0,103-136 94 0 0,-124 155-81 0 0,-9 13-18 0 0,-5 10 31 0 0,-4 7-30 0 0,0 2 0 0 0,1-1-1 0 0,1 2 1 0 0,-16 32 0 0 0,20-36 14 0 0,1 1-1 0 0,1-1 1 0 0,-1 1-1 0 0,2 0 1 0 0,0 1-1 0 0,1-1 1 0 0,-1 20-1 0 0,3-26-46 0 0,1 0 0 0 0,0 0 0 0 0,0 0 0 0 0,0 0 0 0 0,1 0 0 0 0,1 0 0 0 0,-1-1 0 0 0,1 1 0 0 0,0-1 0 0 0,1 0 0 0 0,0 0 0 0 0,0 0 0 0 0,0 0 0 0 0,1-1 0 0 0,0 1 0 0 0,0-1 0 0 0,1 0 0 0 0,9 7 0 0 0,-8-8-581 0 0,0 1 0 0 0,1-2 0 0 0,-1 1 0 0 0,1-1 0 0 0,0-1 0 0 0,0 1-1 0 0,0-1 1 0 0,0-1 0 0 0,1 1 0 0 0,13 1 0 0 0,-2-3-1922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8:11.1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52 964 0 0,'4'-9'2565'0'0,"-2"0"1"0"0,1 0-1 0 0,0-15 2866 0 0,-9 51-4857 0 0,-9 36-364 0 0,6-29-107 0 0,2 1 0 0 0,-3 36 0 0 0,9-59-743 0 0,1 1 0 0 0,1-1-1 0 0,2 20 1 0 0,-1-24-239 0 0,0 0-1 0 0,0 0 1 0 0,1 0 0 0 0,0 0-1 0 0,0 0 1 0 0,6 8-1 0 0,3 0-3183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8:11.4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 18 1660 0 0,'-111'-17'8539'0'0,"108"17"-7741"0"0,-3 0-117 0 0,2 2 530 0 0,11 1-1020 0 0,-1 0 1 0 0,0-1-1 0 0,1 0 1 0 0,0 0 0 0 0,-1 0-1 0 0,1-1 1 0 0,12 0 0 0 0,56 0 173 0 0,-45-1-226 0 0,3 0-169 0 0,59-1-793 0 0,-32-4-4225 0 0,-49 3 2131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8:11.6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4 852 0 0,'-2'0'331'0'0,"-21"-3"4456"0"0,23 3-4660 0 0,-1 0-1 0 0,0 0 1 0 0,1 0-1 0 0,-1 0 1 0 0,0 0-1 0 0,1 0 1 0 0,-1 0-1 0 0,0 0 1 0 0,1 0-1 0 0,-1 1 1 0 0,0-1-1 0 0,1 0 1 0 0,-1 1-1 0 0,1-1 1 0 0,-1 0-1 0 0,0 1 1 0 0,1-1-1 0 0,-1 0 1 0 0,1 1-1 0 0,-1-1 1 0 0,1 1 0 0 0,0-1-1 0 0,-1 1 1 0 0,1-1-1 0 0,-1 1 1 0 0,1 0-1 0 0,0-1 1 0 0,-1 1-1 0 0,1 0 1 0 0,0 0-1 0 0,-2 12 705 0 0,1 1 0 0 0,1-1 0 0 0,1 0 0 0 0,3 22 0 0 0,0 11-63 0 0,-13 187 481 0 0,0-92-2970 0 0,9-123 912 0 0,-1-3-1508 0 0,0 0 0 0 0,4 26 0 0 0,1-27-1862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8:12.2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18 166 1632 0 0,'4'-12'1253'0'0,"3"-6"783"0"0,1 0 0 0 0,17-29 0 0 0,-22 42-1868 0 0,1-1 0 0 0,1 1 1 0 0,-1 0-1 0 0,1 0 0 0 0,0 1 1 0 0,0-1-1 0 0,0 1 1 0 0,0 0-1 0 0,1 0 0 0 0,0 1 1 0 0,10-5-1 0 0,-11 5-128 0 0,0 1 0 0 0,0 1 0 0 0,1-1-1 0 0,-1 1 1 0 0,1 0 0 0 0,-1 0 0 0 0,0 0 0 0 0,1 1 0 0 0,-1 0-1 0 0,1 0 1 0 0,5 1 0 0 0,-8-1-35 0 0,-1 1 0 0 0,0-1 0 0 0,0 1 0 0 0,0 0 0 0 0,0 0 0 0 0,0 0 0 0 0,0 0 0 0 0,0 0 0 0 0,-1 0 0 0 0,1 1-1 0 0,0-1 1 0 0,0 0 0 0 0,-1 1 0 0 0,1-1 0 0 0,-1 1 0 0 0,0 0 0 0 0,1 0 0 0 0,-1-1 0 0 0,0 1 0 0 0,0 0 0 0 0,0 0 0 0 0,0 0 0 0 0,0 0 0 0 0,-1 0 0 0 0,1 0 0 0 0,-1 1 0 0 0,1-1 0 0 0,-1 0 0 0 0,0 0-1 0 0,0 5 1 0 0,0 1 2 0 0,0 0 0 0 0,-1 0 0 0 0,0 0-1 0 0,-1 0 1 0 0,0-1 0 0 0,0 1 0 0 0,-1 0-1 0 0,0-1 1 0 0,0 1 0 0 0,-8 12-1 0 0,-5 5 54 0 0,-27 35-1 0 0,7-17-27 0 0,-14 19 1466 0 0,50-62-1479 0 0,0 0 1 0 0,0 0-1 0 0,0 0 0 0 0,0 0 1 0 0,1 0-1 0 0,-1 0 0 0 0,0 0 0 0 0,0 0 1 0 0,0 0-1 0 0,1 0 0 0 0,-1 0 0 0 0,0 0 1 0 0,0 0-1 0 0,0 0 0 0 0,0 0 0 0 0,1 0 1 0 0,-1 0-1 0 0,0 0 0 0 0,0 0 1 0 0,0 0-1 0 0,0 0 0 0 0,1 0 0 0 0,-1 1 1 0 0,0-1-1 0 0,0 0 0 0 0,0 0 0 0 0,0 0 1 0 0,0 0-1 0 0,0 0 0 0 0,1 0 0 0 0,-1 0 1 0 0,0 1-1 0 0,0-1 0 0 0,0 0 1 0 0,0 0-1 0 0,0 0 0 0 0,0 0 0 0 0,0 0 1 0 0,0 1-1 0 0,0-1 0 0 0,0 0 0 0 0,1 0 1 0 0,-1 0-1 0 0,0 0 0 0 0,0 1 1 0 0,0-1-1 0 0,0 0 0 0 0,0 0 0 0 0,0 0 1 0 0,0 1-1 0 0,0-1 0 0 0,-1 0 0 0 0,1 0 1 0 0,0 0-1 0 0,0 0 0 0 0,0 1 0 0 0,0-1 1 0 0,0 0-1 0 0,0 0 0 0 0,0 0 1 0 0,0 0-1 0 0,0 0 0 0 0,0 1 0 0 0,0-1 1 0 0,-1 0-1 0 0,1 0 0 0 0,0 0 0 0 0,0 0 1 0 0,0 0-1 0 0,24-5 101 0 0,-18 4-125 0 0,1-1 1 0 0,-1 1-1 0 0,1 0 1 0 0,7 0-1 0 0,-5 1 6 0 0,0 2-1 0 0,0-1 0 0 0,0 1 0 0 0,-1 0 1 0 0,1 1-1 0 0,-1 0 0 0 0,1 0 0 0 0,-1 1 1 0 0,0 0-1 0 0,0 1 0 0 0,-1 0 0 0 0,0 0 0 0 0,11 9 1 0 0,-14-10 32 0 0,0 0 1 0 0,0 0 0 0 0,-1 1 0 0 0,1 0-1 0 0,-1-1 1 0 0,0 1 0 0 0,0 0 0 0 0,0 1-1 0 0,-1-1 1 0 0,0 0 0 0 0,0 1 0 0 0,0-1-1 0 0,-1 1 1 0 0,0 0 0 0 0,0-1 0 0 0,0 1-1 0 0,-1 0 1 0 0,0 0 0 0 0,0 0 0 0 0,0-1-1 0 0,-1 1 1 0 0,-2 9 0 0 0,1-5 141 0 0,-1 0-1 0 0,0-1 1 0 0,-1 1 0 0 0,0-1 0 0 0,0 0-1 0 0,-1 0 1 0 0,0-1 0 0 0,-1 1 0 0 0,1-1-1 0 0,-2 0 1 0 0,1-1 0 0 0,-1 1 0 0 0,0-1-1 0 0,-1-1 1 0 0,0 1 0 0 0,0-1 0 0 0,0-1-1 0 0,-1 1 1 0 0,0-1 0 0 0,0-1 0 0 0,0 0-1 0 0,0 0 1 0 0,-1-1 0 0 0,1 0 0 0 0,-13 2 0 0 0,12-4-89 0 0,0 0 1 0 0,1-1 0 0 0,-1 0-1 0 0,-12-2 1 0 0,8 0-28 0 0,13 2-120 0 0,-1 0 0 0 0,0 0 0 0 0,0 0-1 0 0,0-1 1 0 0,0 1 0 0 0,0-1 0 0 0,1 0-1 0 0,-1 1 1 0 0,0-1 0 0 0,0 0 0 0 0,1 0-1 0 0,-1 0 1 0 0,1 0 0 0 0,-1 0 0 0 0,1 0-1 0 0,-1-1 1 0 0,1 1 0 0 0,0-1 0 0 0,-1 1-1 0 0,1 0 1 0 0,0-1 0 0 0,0 0 0 0 0,0 1-1 0 0,0-1 1 0 0,1 0 0 0 0,-2-3 0 0 0,3 3-277 0 0,0-1-1 0 0,0 1 1 0 0,0-1 0 0 0,0 1 0 0 0,1 0 0 0 0,-1-1 0 0 0,1 1 0 0 0,-1 0-1 0 0,1 0 1 0 0,0 0 0 0 0,0 0 0 0 0,0 0 0 0 0,4-3 0 0 0,-5 5 149 0 0,28-22-5840 0 0,-12 11 409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8:12.8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4 121 804 0 0,'-3'-23'7670'0'0,"3"22"-7589"0"0,0 0 0 0 0,1 0 1 0 0,-1-1-1 0 0,1 1 0 0 0,-1 0 0 0 0,1 0 0 0 0,-1 0 0 0 0,1 0 1 0 0,0 0-1 0 0,0 0 0 0 0,-1 0 0 0 0,1 0 0 0 0,0 1 0 0 0,0-1 0 0 0,0 0 1 0 0,0 0-1 0 0,0 1 0 0 0,0-1 0 0 0,0 0 0 0 0,0 1 0 0 0,0-1 1 0 0,0 1-1 0 0,0 0 0 0 0,1-1 0 0 0,-1 1 0 0 0,0 0 0 0 0,0-1 0 0 0,2 1 1 0 0,5 0 3 0 0,-1 1 1 0 0,1 0 0 0 0,-1 0-1 0 0,0 1 1 0 0,1 0 0 0 0,-1 0-1 0 0,0 0 1 0 0,0 1 0 0 0,-1 0-1 0 0,1 0 1 0 0,0 1 0 0 0,11 8-1 0 0,-14-8 15 0 0,0-1 0 0 0,0 1 0 0 0,0 0 0 0 0,-1 0 0 0 0,1 0 0 0 0,-1 0 0 0 0,0 1 0 0 0,0-1 0 0 0,0 1 0 0 0,-1 0 0 0 0,0 0 0 0 0,0 0 0 0 0,0 0 0 0 0,0 0 0 0 0,-1 0 0 0 0,0 0 0 0 0,0 1 0 0 0,0-1 0 0 0,0 6 0 0 0,-2-1 77 0 0,0-1-1 0 0,0 0 1 0 0,-1 0-1 0 0,0 0 1 0 0,-1 0-1 0 0,1 0 1 0 0,-6 11-1 0 0,-33 57 1199 0 0,31-59-699 0 0,4-12 201 0 0,6-12-666 0 0,7-16-154 0 0,174-258 139 0 0,-146 230-176 0 0,-32 46-21 0 0,-1 1-2 0 0,0 1 0 0 0,0-1 0 0 0,-1 1 0 0 0,1-1 0 0 0,-1 0 0 0 0,0 1 0 0 0,0-1 0 0 0,0 0 0 0 0,1-4 0 0 0,-2 6-9 0 0,-1 1-7 0 0,-1-1 18 0 0,0 2 0 0 0,0-1 0 0 0,0 0 0 0 0,1 0 1 0 0,-1 0-1 0 0,0 1 0 0 0,0-1 0 0 0,1 1 0 0 0,-1 0 0 0 0,0-1 0 0 0,1 1 1 0 0,-1 0-1 0 0,0 0 0 0 0,1 0 0 0 0,-1 0 0 0 0,1 0 0 0 0,0 0 1 0 0,-3 3-1 0 0,-26 31-15 0 0,25-29 15 0 0,-2 4 2 0 0,1-1 1 0 0,-1 1 0 0 0,1 0 0 0 0,1 1-1 0 0,0 0 1 0 0,1-1 0 0 0,0 1 0 0 0,0 1-1 0 0,1-1 1 0 0,1 1 0 0 0,-2 19-1 0 0,3-24 0 0 0,1 0-1 0 0,0 0 1 0 0,1 0-1 0 0,0-1 0 0 0,0 1 1 0 0,0 0-1 0 0,1-1 1 0 0,0 1-1 0 0,0-1 0 0 0,0 1 1 0 0,1-1-1 0 0,0 0 1 0 0,0 0-1 0 0,1 0 0 0 0,0-1 1 0 0,0 1-1 0 0,0-1 0 0 0,0 0 1 0 0,1 0-1 0 0,0 0 1 0 0,9 6-1 0 0,-1-2-468 0 0,0-1 0 0 0,0 0-1 0 0,1 0 1 0 0,0-2 0 0 0,1 0 0 0 0,28 8 0 0 0,-32-11-738 0 0,0-1 1 0 0,0-1-1 0 0,1 0 1 0 0,-1 0 0 0 0,0-1-1 0 0,13-2 1 0 0,-3-1-3375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8:13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37 756 0 0,'-17'-37'10880'0'0,"20"38"-10721"0"0,-1-1 0 0 0,1 1-1 0 0,0 0 1 0 0,-1 0 0 0 0,1 0 0 0 0,-1 0-1 0 0,1 0 1 0 0,-1 0 0 0 0,1 1-1 0 0,-1-1 1 0 0,0 1 0 0 0,1 0-1 0 0,-1 0 1 0 0,0-1 0 0 0,0 1-1 0 0,-1 1 1 0 0,1-1 0 0 0,0 0 0 0 0,-1 0-1 0 0,1 1 1 0 0,-1-1 0 0 0,2 4-1 0 0,0 0-21 0 0,0 1-1 0 0,0-1 1 0 0,-1 0-1 0 0,0 1 1 0 0,0-1-1 0 0,-1 1 1 0 0,0-1-1 0 0,1 10 1 0 0,-3 0 182 0 0,0 0 1 0 0,-2-1-1 0 0,1 1 1 0 0,-2-1-1 0 0,0 1 1 0 0,-10 23-1 0 0,-47 85 1487 0 0,30-65-892 0 0,28-54-709 0 0,-2 10 400 0 0,10-12-409 0 0,8-5-138 0 0,500-159-1654 0 0,-495 153 890 0 0,76-30-4000 0 0,-34 7-2536 0 0,-34 16 1361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8:13.7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50 132 1744 0 0,'-2'-2'2296'0'0,"-34"-27"11583"0"0,26 19-10505 0 0,10 10-3339 0 0,0 0 0 0 0,-1-1-1 0 0,1 1 1 0 0,0 0 0 0 0,0-1 0 0 0,0 1-1 0 0,0 0 1 0 0,0-1 0 0 0,-1 1 0 0 0,1-1-1 0 0,0 1 1 0 0,0 0 0 0 0,0-1-1 0 0,0 1 1 0 0,0-1 0 0 0,0 1 0 0 0,0 0-1 0 0,0-1 1 0 0,0 1 0 0 0,1 0 0 0 0,-1-1-1 0 0,0 1 1 0 0,0-1 0 0 0,0 1 0 0 0,0 0-1 0 0,0-1 1 0 0,1 1 0 0 0,-1 0-1 0 0,0-1 1 0 0,0 1 0 0 0,0 0 0 0 0,1 0-1 0 0,-1-1 1 0 0,0 1 0 0 0,1 0 0 0 0,-1 0-1 0 0,0-1 1 0 0,1 1 0 0 0,-1 0 0 0 0,0 0-1 0 0,1 0 1 0 0,0-1 0 0 0,39-12 85 0 0,1 2 1 0 0,1 2 0 0 0,44-4 0 0 0,-30 4-90 0 0,0 0 25 0 0,-54 9-24 0 0,4 0-18 0 0,-1-1 1 0 0,1 0-1 0 0,0 0 0 0 0,-1 0 1 0 0,1-1-1 0 0,7-3 0 0 0,-12 4-1 0 0,4 0 1306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8:14.4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51 128 640 0 0,'-4'-3'959'0'0,"-1"0"0"0"0,1 0 0 0 0,0-1 0 0 0,0 1 0 0 0,0-1 0 0 0,0 0 0 0 0,0 0 0 0 0,1 0 0 0 0,0-1 0 0 0,0 1 0 0 0,0-1 0 0 0,-3-7 0 0 0,6 10-899 0 0,0 1-1 0 0,1 0 1 0 0,-1 0 0 0 0,0-1-1 0 0,1 1 1 0 0,-1 0 0 0 0,0 0-1 0 0,1 0 1 0 0,0 0 0 0 0,-1-1-1 0 0,1 1 1 0 0,0 0 0 0 0,-1 0-1 0 0,1 0 1 0 0,0 0 0 0 0,0 0-1 0 0,0 1 1 0 0,0-1-1 0 0,0 0 1 0 0,0 0 0 0 0,0 1-1 0 0,0-1 1 0 0,0 0 0 0 0,0 1-1 0 0,0-1 1 0 0,0 1 0 0 0,1-1-1 0 0,-1 1 1 0 0,0 0 0 0 0,0-1-1 0 0,1 1 1 0 0,-1 0-1 0 0,0 0 1 0 0,3 0 0 0 0,2 1-17 0 0,0-1 1 0 0,0 1-1 0 0,0 1 1 0 0,0-1-1 0 0,-1 1 1 0 0,1 0-1 0 0,0 0 1 0 0,-1 1-1 0 0,1-1 0 0 0,-1 1 1 0 0,0 1-1 0 0,0-1 1 0 0,0 1-1 0 0,-1-1 1 0 0,1 1-1 0 0,-1 1 1 0 0,0-1-1 0 0,0 1 1 0 0,0-1-1 0 0,0 1 1 0 0,-1 0-1 0 0,0 1 1 0 0,0-1-1 0 0,-1 0 1 0 0,1 1-1 0 0,-1 0 1 0 0,0-1-1 0 0,-1 1 0 0 0,1 0 1 0 0,-1 0-1 0 0,0 0 1 0 0,-1 0-1 0 0,1 9 1 0 0,-3-3 28 0 0,1 1 0 0 0,-2-1 0 0 0,0 0 0 0 0,0 0 1 0 0,-1 0-1 0 0,0-1 0 0 0,-1 1 0 0 0,-10 16 0 0 0,-6 7 211 0 0,-32 39-1 0 0,41-58-171 0 0,-1-2 205 0 0,13-14-312 0 0,0 0-1 0 0,0 0 0 0 0,0 0 0 0 0,0 0 0 0 0,0 0 1 0 0,0 0-1 0 0,-1 0 0 0 0,1 0 0 0 0,0 0 0 0 0,0 0 1 0 0,0 0-1 0 0,0 0 0 0 0,0 0 0 0 0,0 0 0 0 0,0 0 1 0 0,0 0-1 0 0,0 0 0 0 0,0 0 0 0 0,-1 0 1 0 0,1 0-1 0 0,0-1 0 0 0,0 1 0 0 0,0 0 0 0 0,0 0 1 0 0,0 0-1 0 0,0 0 0 0 0,0 0 0 0 0,0 0 0 0 0,0 0 1 0 0,0 0-1 0 0,0 0 0 0 0,0 0 0 0 0,0 0 0 0 0,0-1 1 0 0,0 1-1 0 0,0 0 0 0 0,0 0 0 0 0,0 0 0 0 0,0 0 1 0 0,0 0-1 0 0,0 0 0 0 0,0 0 0 0 0,0 0 1 0 0,0-1-1 0 0,0 1 0 0 0,0 0 0 0 0,0 0 0 0 0,0 0 1 0 0,0 0-1 0 0,0 0 0 0 0,0 0 0 0 0,0 0 0 0 0,0 0 1 0 0,0 0-1 0 0,0 0 0 0 0,0-1 0 0 0,0 1 0 0 0,0 0 1 0 0,0 0-1 0 0,1 0 0 0 0,-1 0 0 0 0,0 0 0 0 0,0 0 1 0 0,0 0-1 0 0,0 0 0 0 0,0 0 0 0 0,0 0 0 0 0,15-28 112 0 0,139-208-33 0 0,-47 71-146 0 0,-99 151-17 0 0,-16 23 23 0 0,-16 25 51 0 0,13-17 207 0 0,1 2 1 0 0,0-1-1 0 0,-13 40 0 0 0,20-48-108 0 0,0 1-1 0 0,0 0 1 0 0,1 0-1 0 0,1 0 1 0 0,0 1-1 0 0,0-1 1 0 0,1 0-1 0 0,2 22 1 0 0,0-28-74 0 0,-1 0-1 0 0,1-1 1 0 0,0 1-1 0 0,0 0 1 0 0,1-1 0 0 0,-1 0-1 0 0,1 0 1 0 0,0 1 0 0 0,0-1-1 0 0,0-1 1 0 0,1 1 0 0 0,-1 0-1 0 0,1-1 1 0 0,0 0 0 0 0,0 0-1 0 0,0 0 1 0 0,1 0 0 0 0,-1-1-1 0 0,10 4 1 0 0,1 1-263 0 0,0-2 0 0 0,1 1 0 0 0,0-2 0 0 0,29 5 0 0 0,-24-7-1668 0 0,31 1-1 0 0,-4-8-5488 0 0,-32 2 1763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8:14.9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228 57 732 0 0,'-8'-10'4341'0'0,"-13"-22"3727"0"0,20 31-7567 0 0,6-3 486 0 0,-4 3-954 0 0,0 0 0 0 0,-1 0 0 0 0,1 1 0 0 0,0-1 0 0 0,-1 0 0 0 0,1 1 0 0 0,0-1 0 0 0,0 1 1 0 0,0-1-1 0 0,0 1 0 0 0,-1-1 0 0 0,1 1 0 0 0,0-1 0 0 0,0 1 0 0 0,0 0 0 0 0,0 0 0 0 0,2-1 0 0 0,2 1 5 0 0,0 1 1 0 0,0-1-1 0 0,0 1 0 0 0,0 0 1 0 0,0 0-1 0 0,0 1 1 0 0,0-1-1 0 0,0 1 0 0 0,-1 0 1 0 0,1 1-1 0 0,-1-1 0 0 0,7 5 1 0 0,-9-6-27 0 0,0 1 1 0 0,0 0-1 0 0,-1-1 1 0 0,1 1-1 0 0,0 0 1 0 0,-1 0-1 0 0,1 0 1 0 0,-1 0-1 0 0,0 0 1 0 0,0 0-1 0 0,1 1 1 0 0,-1-1-1 0 0,-1 0 1 0 0,1 0-1 0 0,0 1 0 0 0,-1-1 1 0 0,1 1-1 0 0,-1-1 1 0 0,0 1-1 0 0,1-1 1 0 0,-1 1-1 0 0,0-1 1 0 0,-1 1-1 0 0,1-1 1 0 0,0 0-1 0 0,-1 1 1 0 0,1-1-1 0 0,-3 5 1 0 0,-3 7 49 0 0,-1 0-1 0 0,-1 0 1 0 0,0-1 0 0 0,-1 0-1 0 0,0-1 1 0 0,-1 0 0 0 0,-20 19-1 0 0,-21 27 868 0 0,50-57-654 0 0,2 0-272 0 0,-1-1 0 0 0,0 1 1 0 0,1-1-1 0 0,-1 1 0 0 0,0-1 0 0 0,1 0 1 0 0,-1 1-1 0 0,1-1 0 0 0,-1 1 1 0 0,1-1-1 0 0,-1 0 0 0 0,1 1 0 0 0,-1-1 1 0 0,1 0-1 0 0,-1 0 0 0 0,1 0 1 0 0,0 1-1 0 0,2-2 2 0 0,22 1 26 0 0,-20-1-29 0 0,27 6 3 0 0,-22-3 7 0 0,0 0 1 0 0,-1 1 0 0 0,1 1-1 0 0,-1-1 1 0 0,0 1 0 0 0,0 1-1 0 0,0 0 1 0 0,-1 0 0 0 0,1 1-1 0 0,-1 0 1 0 0,-1 0 0 0 0,13 13-1 0 0,-17-16 104 0 0,0 1 0 0 0,-1 0 0 0 0,1-1 0 0 0,-1 1 0 0 0,1 1 0 0 0,-1-1 0 0 0,0 0 0 0 0,-1 0 0 0 0,1 1 0 0 0,-1-1 0 0 0,0 1 0 0 0,0-1 0 0 0,0 1 0 0 0,-1 0 0 0 0,1-1 0 0 0,-1 1 0 0 0,0 0 0 0 0,-1-1 0 0 0,1 1 0 0 0,-1-1 0 0 0,0 1 0 0 0,0 0 0 0 0,0-1 0 0 0,-1 0-1 0 0,1 1 1 0 0,-1-1 0 0 0,0 0 0 0 0,0 0 0 0 0,-3 4 0 0 0,-4 6 178 0 0,-1-1 0 0 0,0-1 0 0 0,0 0 0 0 0,-1 0 0 0 0,-1-1 0 0 0,0 0 0 0 0,-1-1 0 0 0,0 0 0 0 0,0-1 0 0 0,-19 9-1 0 0,20-12-228 0 0,0 0 0 0 0,0-1 0 0 0,0-1 0 0 0,-1 0-1 0 0,0-1 1 0 0,1 0 0 0 0,-1-1 0 0 0,0 0-1 0 0,-1-1 1 0 0,1 0 0 0 0,0-1 0 0 0,0-1-1 0 0,-14-2 1 0 0,25 3-143 0 0,-1-1 0 0 0,1 0 1 0 0,-1 1-1 0 0,1-1 0 0 0,0 0 0 0 0,-1 0 0 0 0,1 0 0 0 0,0 0 1 0 0,0 0-1 0 0,-1-1 0 0 0,1 1 0 0 0,-3-4 0 0 0,4 4-106 0 0,0 0 0 0 0,0 0 0 0 0,1-1 0 0 0,-1 1 1 0 0,0 0-1 0 0,0-1 0 0 0,1 1 0 0 0,-1-1 0 0 0,1 1 0 0 0,-1-1 0 0 0,1 1 0 0 0,0-1 0 0 0,-1 1 0 0 0,1-1 0 0 0,0 1 0 0 0,0-2 0 0 0,1-2-300 0 0,0 0-1 0 0,0 1 1 0 0,0-1-1 0 0,0 1 0 0 0,1-1 1 0 0,0 1-1 0 0,0 0 1 0 0,0 0-1 0 0,1 0 0 0 0,-1 0 1 0 0,1 0-1 0 0,4-4 1 0 0,6-7-1811 0 0,2 0 0 0 0,17-12-1 0 0,8-7-3643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8:18.4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95 1036 0 0,'1'-5'560'0'0,"0"1"0"0"0,1-1 0 0 0,0 1 0 0 0,0-1 0 0 0,0 1 0 0 0,0 0 0 0 0,1-1 0 0 0,0 2 1 0 0,6-8-1 0 0,-6 8-343 0 0,0 0 1 0 0,1 0 0 0 0,-1 0 0 0 0,1 0 0 0 0,0 1 0 0 0,0 0 0 0 0,0 0 0 0 0,0 0 0 0 0,8-3 0 0 0,-8 4-181 0 0,0 0-1 0 0,0 0 1 0 0,0 1 0 0 0,0-1 0 0 0,0 1-1 0 0,0 0 1 0 0,1 0 0 0 0,-1 1-1 0 0,0-1 1 0 0,0 1 0 0 0,0 0 0 0 0,0 0-1 0 0,0 0 1 0 0,0 1 0 0 0,0-1 0 0 0,-1 1-1 0 0,1 0 1 0 0,0 0 0 0 0,-1 0 0 0 0,1 0-1 0 0,-1 1 1 0 0,0 0 0 0 0,0-1-1 0 0,0 1 1 0 0,3 4 0 0 0,-2-2-20 0 0,0 0 0 0 0,0 1 0 0 0,0 0 0 0 0,-1-1 0 0 0,0 1 0 0 0,0 0 0 0 0,-1 1 0 0 0,1-1 0 0 0,-1 0 0 0 0,-1 1 0 0 0,1 0 1 0 0,0 10-1 0 0,-1-6-5 0 0,-1 0 0 0 0,-1 0 0 0 0,0 0 1 0 0,0 0-1 0 0,-1-1 0 0 0,0 1 0 0 0,-4 10 1 0 0,-5 9 13 0 0,-2-1 0 0 0,-1 0-1 0 0,-1-2 1 0 0,-24 35 0 0 0,1-3 48 0 0,37-57-21 0 0,2-3-53 0 0,1 0 0 0 0,0-1 0 0 0,0 1-1 0 0,0 0 1 0 0,0-1 0 0 0,-1 1 0 0 0,1-1 0 0 0,-1 0 0 0 0,1 1 0 0 0,-1-1 0 0 0,2-3-1 0 0,4-4 5 0 0,218-270 53 0 0,-212 262-56 0 0,1 0 8 0 0,-1-1 0 0 0,-1-1-1 0 0,-1 0 1 0 0,16-34 0 0 0,-25 37-3 0 0,-2 15-6 0 0,0 1 0 0 0,0 0 1 0 0,0 0-1 0 0,-1-1 0 0 0,1 1 0 0 0,0 0 1 0 0,0 0-1 0 0,0 0 0 0 0,0-1 1 0 0,-1 1-1 0 0,1 0 0 0 0,0 0 1 0 0,0 0-1 0 0,0-1 0 0 0,-1 1 1 0 0,1 0-1 0 0,0 0 0 0 0,0 0 1 0 0,-1 0-1 0 0,1 0 0 0 0,0 0 1 0 0,0 0-1 0 0,-1-1 0 0 0,1 1 1 0 0,0 0-1 0 0,0 0 0 0 0,-1 0 0 0 0,1 0 1 0 0,0 0-1 0 0,-1 0 0 0 0,0 1 4 0 0,0-1 0 0 0,-1 0-1 0 0,1 1 1 0 0,0-1 0 0 0,-1 1-1 0 0,1-1 1 0 0,0 1-1 0 0,0-1 1 0 0,-1 1 0 0 0,1 0-1 0 0,0 0 1 0 0,-2 1 0 0 0,-5 9 99 0 0,0 0 0 0 0,1 0 1 0 0,1 0-1 0 0,-1 1 0 0 0,2 0 1 0 0,-1 0-1 0 0,-4 17 0 0 0,5-11 16 0 0,1 0 1 0 0,0 1-1 0 0,1-1 0 0 0,-1 32 0 0 0,5-42-107 0 0,0 0 0 0 0,0 1 0 0 0,0-1 0 0 0,1 0-1 0 0,0 0 1 0 0,1 0 0 0 0,-1 0 0 0 0,2 0-1 0 0,-1 0 1 0 0,1-1 0 0 0,0 0 0 0 0,1 0 0 0 0,-1 0-1 0 0,2 0 1 0 0,-1-1 0 0 0,1 1 0 0 0,0-1 0 0 0,0-1-1 0 0,0 1 1 0 0,1-1 0 0 0,0 0 0 0 0,0-1-1 0 0,12 6 1 0 0,-5-2-368 0 0,1-2-1 0 0,0 0 0 0 0,0 0 1 0 0,30 5-1 0 0,-28-7-818 0 0,0-2-1 0 0,0-1 0 0 0,1 0 0 0 0,18-1 1 0 0,-13-2-979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8:18.6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16 756 0 0,'10'-16'9639'0'0,"-17"51"-8440"0"0,-2 10 248 0 0,-6 60 1 0 0,14-91-2051 0 0,1 1 0 0 0,0 0-1 0 0,1 0 1 0 0,1-1 0 0 0,0 1 0 0 0,1 0 0 0 0,1-1-1 0 0,6 18 1 0 0,-4-20-2286 0 0,2-2-878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8:18.9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36 123 740 0 0,'-36'-28'10232'0'0,"40"27"-10171"0"0,-1 0-1 0 0,0 0 1 0 0,1 0-1 0 0,-1 1 0 0 0,1-1 1 0 0,4 1-1 0 0,-8 0-59 0 0,40-4-269 0 0,-1-2-1 0 0,0-1 0 0 0,0-2 1 0 0,60-23-1 0 0,-96 31-230 0 0,1 0 0 0 0,-1-1 0 0 0,0 0 0 0 0,1 0 0 0 0,-1 1 0 0 0,0-2 0 0 0,0 1 0 0 0,0 0 0 0 0,3-4 0 0 0,1-3-2160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8:19.1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4 1464 0 0,'-1'0'148'0'0,"0"-1"0"0"0,0 1 0 0 0,0-1-1 0 0,0 1 1 0 0,0-1 0 0 0,0 1 0 0 0,0 0 0 0 0,-1-1 0 0 0,1 1-1 0 0,0 0 1 0 0,0 0 0 0 0,0 0 0 0 0,0 0 0 0 0,0 0 0 0 0,0 0-1 0 0,-1 0 1 0 0,1 1 0 0 0,0-1 0 0 0,0 0 0 0 0,0 1 0 0 0,0-1-1 0 0,0 1 1 0 0,0-1 0 0 0,0 1 0 0 0,0-1 0 0 0,0 1 0 0 0,0-1-1 0 0,0 1 1 0 0,0 0 0 0 0,0 0 0 0 0,1 0 0 0 0,-1-1 0 0 0,0 1-1 0 0,0 0 1 0 0,1 0 0 0 0,-1 0 0 0 0,1 0 0 0 0,-1 0 0 0 0,0 2-1 0 0,-3 10 368 0 0,0 0-1 0 0,0 1 1 0 0,2-1-1 0 0,-3 26 1 0 0,3 58 196 0 0,2-74-572 0 0,5 93 406 0 0,6-59-1423 0 0,-7-45-668 0 0,0 0 0 0 0,8 18 0 0 0,-5-19-1879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8:19.5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80 964 0 0,'0'-6'1063'0'0,"1"-1"-144"0"0,0 0-1 0 0,0-1 1 0 0,0 1 0 0 0,1 0 0 0 0,3-8 0 0 0,-5 14-829 0 0,1 0 1 0 0,0-1-1 0 0,-1 1 1 0 0,1 0-1 0 0,0 0 1 0 0,0-1-1 0 0,-1 1 0 0 0,1 0 1 0 0,0 0-1 0 0,0 0 1 0 0,0 0-1 0 0,0 0 1 0 0,1 0-1 0 0,-1 0 1 0 0,0 1-1 0 0,0-1 0 0 0,1 0 1 0 0,-1 0-1 0 0,0 1 1 0 0,1-1-1 0 0,-1 1 1 0 0,0 0-1 0 0,1-1 1 0 0,-1 1-1 0 0,1 0 0 0 0,-1 0 1 0 0,0 0-1 0 0,1 0 1 0 0,-1 0-1 0 0,1 0 1 0 0,-1 0-1 0 0,1 0 1 0 0,2 1-1 0 0,1 0-34 0 0,-1 1-1 0 0,1-1 1 0 0,-1 1 0 0 0,1 0 0 0 0,-1 0-1 0 0,0 0 1 0 0,0 1 0 0 0,0-1 0 0 0,0 1-1 0 0,0 0 1 0 0,0 0 0 0 0,-1 1-1 0 0,1-1 1 0 0,-1 1 0 0 0,3 4 0 0 0,-2-3 31 0 0,-1 1 1 0 0,-1 0-1 0 0,1 0 1 0 0,-1 0-1 0 0,1 0 1 0 0,-2 0-1 0 0,1 0 1 0 0,-1 1-1 0 0,0-1 0 0 0,0 8 1 0 0,-1 4 86 0 0,0-1 1 0 0,-2 0-1 0 0,0 0 0 0 0,-1 0 1 0 0,-1-1-1 0 0,0 1 1 0 0,-13 30-1 0 0,-44 80 326 0 0,-3 7-293 0 0,64-133-202 0 0,0 0 0 0 0,0 0 1 0 0,-1 0-1 0 0,1 0 0 0 0,0 0 0 0 0,0 0 0 0 0,0 0 0 0 0,0 0 0 0 0,0 0 0 0 0,0 0 0 0 0,0 0 0 0 0,1-1 0 0 0,-1 1 0 0 0,0 0 0 0 0,0 0 1 0 0,1 0-1 0 0,-1 0 0 0 0,1 0 0 0 0,-1 0 0 0 0,1 0 0 0 0,-1 0 0 0 0,1-1 0 0 0,-1 1 0 0 0,1 0 0 0 0,0 0 0 0 0,0 0 0 0 0,20 12 76 0 0,-15-11-74 0 0,0 0-1 0 0,0-1 1 0 0,1 0-1 0 0,-1 0 1 0 0,0-1-1 0 0,1 1 1 0 0,-1-2-1 0 0,11 0 0 0 0,51-12-107 0 0,-59 11 64 0 0,27-8-1535 0 0,66-26 1 0 0,-16-5-4038 0 0,-60 25 2056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8:20.0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49 127 288 0 0,'-12'-19'5945'0'0,"-20"-27"-1"0"0,31 44-5539 0 0,0-1 30 0 0,0 3-409 0 0,1 0 0 0 0,0 0 0 0 0,0 0 0 0 0,0-1 0 0 0,-1 1 0 0 0,1 0 0 0 0,0 0 0 0 0,0 0 0 0 0,0-1-1 0 0,0 1 1 0 0,0 0 0 0 0,0 0 0 0 0,-1-1 0 0 0,1 1 0 0 0,0 0 0 0 0,0 0 0 0 0,0-1 0 0 0,0 1 0 0 0,0 0 0 0 0,0 0 0 0 0,0-1 0 0 0,0 1 0 0 0,0 0 0 0 0,0-1 0 0 0,0 1 0 0 0,0 0 0 0 0,0 0 0 0 0,0-1 0 0 0,1 1 0 0 0,-1 0 0 0 0,3-1 32 0 0,-1 1 0 0 0,1 0 0 0 0,0 0 0 0 0,0 1 0 0 0,-1-1-1 0 0,1 0 1 0 0,0 1 0 0 0,0 0 0 0 0,-1 0 0 0 0,1 0 0 0 0,-1 0 0 0 0,1 0 0 0 0,4 3 0 0 0,35 24 316 0 0,-37-23-278 0 0,-1-1 0 0 0,1 0 0 0 0,-1 1 0 0 0,0 0 0 0 0,0 0-1 0 0,0 0 1 0 0,0 0 0 0 0,-1 1 0 0 0,0-1 0 0 0,0 1 0 0 0,-1 0 0 0 0,0 0-1 0 0,0 0 1 0 0,0 0 0 0 0,0 1 0 0 0,-1-1 0 0 0,0 0 0 0 0,-1 0-1 0 0,1 8 1 0 0,-2-4 17 0 0,0 0 1 0 0,-1 0-1 0 0,0-1 0 0 0,0 1 0 0 0,-1-1 0 0 0,0 1 0 0 0,-1-1 1 0 0,0 0-1 0 0,0 0 0 0 0,-1-1 0 0 0,-10 15 0 0 0,-39 53 401 0 0,53-75-460 0 0,-3 3-7 0 0,7-8-8 0 0,19-32-11 0 0,41-50-1 0 0,-20 31-25 0 0,112-152 19 0 0,-144 186-113 0 0,-11 20 91 0 0,0 1 0 0 0,0 0-1 0 0,0 0 1 0 0,0 0-1 0 0,0 0 1 0 0,0 0 0 0 0,0 0-1 0 0,0 0 1 0 0,0 0 0 0 0,1 0-1 0 0,-1 0 1 0 0,0 0-1 0 0,0 0 1 0 0,0-1 0 0 0,0 1-1 0 0,0 0 1 0 0,0 0-1 0 0,0 0 1 0 0,0 0 0 0 0,0 0-1 0 0,0 0 1 0 0,0 0 0 0 0,-1 0-1 0 0,1 0 1 0 0,0 0-1 0 0,0 0 1 0 0,0 0 0 0 0,0-1-1 0 0,0 1 1 0 0,0 0-1 0 0,0 0 1 0 0,0 0 0 0 0,0 0-1 0 0,0 0 1 0 0,0 0 0 0 0,0 0-1 0 0,0 0 1 0 0,0 0-1 0 0,0 0 1 0 0,0 0 0 0 0,0 0-1 0 0,0 0 1 0 0,-1 0-1 0 0,1 0 1 0 0,0 0 0 0 0,0 0-1 0 0,0 0 1 0 0,0 0 0 0 0,0 0-1 0 0,0 0 1 0 0,0 0-1 0 0,0 0 1 0 0,0 0 0 0 0,0 0-1 0 0,0 0 1 0 0,-1 0-1 0 0,1 0 1 0 0,0 0 0 0 0,0 0-1 0 0,0 0 1 0 0,0 0 0 0 0,0 0-1 0 0,-11 9-27 0 0,0 2 23 0 0,0 1 0 0 0,1 1 0 0 0,0 0 0 0 0,1 0 0 0 0,1 1 1 0 0,0 0-1 0 0,1 0 0 0 0,0 1 0 0 0,1 0 0 0 0,1 0 0 0 0,0 0 0 0 0,1 1 1 0 0,-2 23-1 0 0,5-35 7 0 0,1 1 1 0 0,0-1-1 0 0,1 1 1 0 0,-1-1-1 0 0,1 0 1 0 0,0 1-1 0 0,0-1 1 0 0,0 0-1 0 0,0 1 1 0 0,1-1 0 0 0,-1 0-1 0 0,1 0 1 0 0,1 0-1 0 0,-1 0 1 0 0,0-1-1 0 0,1 1 1 0 0,3 3-1 0 0,-2-2-20 0 0,2-1 0 0 0,-1 0 0 0 0,0 0-1 0 0,1 0 1 0 0,-1-1 0 0 0,1 1 0 0 0,0-2 0 0 0,1 1-1 0 0,-1 0 1 0 0,9 1 0 0 0,0 0-685 0 0,1-1-1 0 0,-1 0 1 0 0,29 0 0 0 0,-22-3-3192 0 0,38-4 0 0 0,-35 0-1631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8:20.4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2 1912 0 0,'-10'-2'8400'0'0,"34"21"-6576"0"0,-15-12-1185 0 0,1 0 0 0 0,14 16 0 0 0,-21-20-445 0 0,0 1-1 0 0,0-1 1 0 0,-1 1 0 0 0,0 0-1 0 0,1 0 1 0 0,-1 0-1 0 0,-1 0 1 0 0,1 0-1 0 0,-1 0 1 0 0,1 0 0 0 0,0 7-1 0 0,-1-3 119 0 0,-1-1 0 0 0,0 1 0 0 0,0-1 0 0 0,-1 1 0 0 0,0-1 0 0 0,0 1 0 0 0,-1-1 0 0 0,0 0 0 0 0,0 0 0 0 0,-1 0 0 0 0,-6 13 0 0 0,-5 5 603 0 0,-30 43 1 0 0,16-26-319 0 0,22-34-513 0 0,4-5-17 0 0,-1 0 0 0 0,1 0 1 0 0,0 1-1 0 0,0-1 0 0 0,1 0 1 0 0,-1 1-1 0 0,1 0 0 0 0,0-1 0 0 0,-2 7 1 0 0,4-10-51 0 0,-1 1-1 0 0,1 0 1 0 0,0-1 0 0 0,-1 1-1 0 0,1-1 1 0 0,-1 1 0 0 0,1-1 0 0 0,0 0-1 0 0,0 1 1 0 0,-1-1 0 0 0,1 0-1 0 0,0 1 1 0 0,0-1 0 0 0,-1 0-1 0 0,1 0 1 0 0,0 0 0 0 0,0 1 0 0 0,0-1-1 0 0,-1 0 1 0 0,1 0 0 0 0,0 0-1 0 0,0 0 1 0 0,1-1 0 0 0,19 1 95 0 0,-20 0-110 0 0,54-4-54 0 0,91-17 1 0 0,52-24-2219 0 0,-131 28 986 0 0,115-28-3597 0 0,-62 12-1997 0 0,-63 18 878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8:20.8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180 121 1480 0 0,'-170'-78'9956'0'0,"168"77"-9733"0"0,-5-4 981 0 0,6 1 299 0 0,10 3-532 0 0,47 4-187 0 0,82-5 0 0 0,-73-1-694 0 0,218-14 127 0 0,-282 17-360 0 0,1 0-1 0 0,-1 0 0 0 0,0 0 0 0 0,1 0 1 0 0,-1-1-1 0 0,0 1 0 0 0,1-1 1 0 0,-1 1-1 0 0,0-1 0 0 0,0 1 0 0 0,1-1 1 0 0,-1 0-1 0 0,0 1 0 0 0,0-1 1 0 0,0 0-1 0 0,0 0 0 0 0,0 0 0 0 0,0 0 1 0 0,1-1-1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8:21.2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149 1 1304 0 0,'0'0'2906'0'0,"-3"0"-1794"0"0,1 1-868 0 0,-1 0 0 0 0,1 1 1 0 0,0-1-1 0 0,0 0 0 0 0,0 1 1 0 0,-1-1-1 0 0,2 1 0 0 0,-1 0 1 0 0,0-1-1 0 0,0 1 0 0 0,0 0 1 0 0,1 0-1 0 0,-1 0 0 0 0,1 1 1 0 0,0-1-1 0 0,-1 0 0 0 0,1 0 0 0 0,0 1 1 0 0,0-1-1 0 0,0 4 0 0 0,-5 12 1638 0 0,-6 33 0 0 0,7-28-571 0 0,-30 149 3667 0 0,-2 89-3221 0 0,25-158-1554 0 0,12-101-190 0 0,0 0 0 0 0,-2 6 0 0 0,2 7-1145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8:22.2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0 224 720 0 0,'2'-4'337'0'0,"1"0"0"0"0,-1 0-1 0 0,1 0 1 0 0,0 0 0 0 0,0 1 0 0 0,0-1 0 0 0,1 1-1 0 0,-1 0 1 0 0,1 0 0 0 0,-1 0 0 0 0,1 0-1 0 0,0 1 1 0 0,0-1 0 0 0,1 1 0 0 0,-1 0 0 0 0,0 0-1 0 0,1 1 1 0 0,4-2 0 0 0,12-2 145 0 0,0 0-1 0 0,34-3 1 0 0,-54 8-441 0 0,16-2 103 0 0,0 2 0 0 0,0 0 1 0 0,0 1-1 0 0,-1 0 0 0 0,1 1 0 0 0,0 1 1 0 0,-1 1-1 0 0,25 9 0 0 0,-30-9-54 0 0,0 0 1 0 0,-1 1-1 0 0,1 0 0 0 0,-1 1 0 0 0,0 1 0 0 0,0-1 0 0 0,-1 2 0 0 0,0-1 0 0 0,0 1 1 0 0,-1 0-1 0 0,0 1 0 0 0,13 19 0 0 0,-18-24 5 0 0,0 0 0 0 0,-1 0-1 0 0,0 1 1 0 0,0-1 0 0 0,-1 1 0 0 0,1 0-1 0 0,-1-1 1 0 0,0 1 0 0 0,0 0 0 0 0,0 0-1 0 0,-1 0 1 0 0,1 0 0 0 0,-1-1 0 0 0,-1 1-1 0 0,1 0 1 0 0,-1 0 0 0 0,1 0 0 0 0,-1 0 0 0 0,-3 8-1 0 0,0-5 68 0 0,0 0-1 0 0,0 0 1 0 0,-1-1-1 0 0,0 0 1 0 0,0 0 0 0 0,0 0-1 0 0,-1 0 1 0 0,0-1-1 0 0,-1 0 1 0 0,-6 6-1 0 0,7-8-18 0 0,-4 4 352 0 0,1 0 1 0 0,-13 14-1 0 0,21-21-302 0 0,2-3-183 0 0,-1-1 0 0 0,1 0 0 0 0,-1 1 1 0 0,1-1-1 0 0,0 1 0 0 0,0 0 0 0 0,0-1 0 0 0,0 1 0 0 0,1 0 0 0 0,-1-1 1 0 0,1 1-1 0 0,-1 0 0 0 0,3-2 0 0 0,31-31 10 0 0,-13 13-39 0 0,26-28 74 0 0,-8 9-141 0 0,42-57 1 0 0,-72 83 58 0 0,0 0 1 0 0,0-1 0 0 0,-2 0-1 0 0,0 0 1 0 0,0-1 0 0 0,-2 0-1 0 0,0 0 1 0 0,4-21 0 0 0,-9 34 14 0 0,-1 0 0 0 0,1 0 0 0 0,-1 0 0 0 0,0 1 0 0 0,1-1 0 0 0,-2 0 0 0 0,1 0 0 0 0,0 0 0 0 0,-1 0 0 0 0,0 0 0 0 0,-2-6 0 0 0,2 8-6 0 0,-5 3 1 0 0,4 0 20 0 0,0-1 0 0 0,0 1 1 0 0,0-1-1 0 0,0 1 0 0 0,0 0 1 0 0,0-1-1 0 0,0 1 0 0 0,0 0 1 0 0,0 0-1 0 0,0 0 1 0 0,0 1-1 0 0,1-1 0 0 0,-1 0 1 0 0,1 1-1 0 0,-1-1 0 0 0,1 1 1 0 0,-3 2-1 0 0,-7 11 16 0 0,1 1 0 0 0,0 0-1 0 0,1 0 1 0 0,0 1 0 0 0,1 0-1 0 0,2 0 1 0 0,-1 1 0 0 0,2 0 0 0 0,0 0-1 0 0,2 0 1 0 0,0 0 0 0 0,0 1-1 0 0,1 24 1 0 0,3-36-18 0 0,-1 0 0 0 0,1-1 1 0 0,1 0-1 0 0,-1 1 0 0 0,1-1 0 0 0,0 0 0 0 0,0 0 0 0 0,1 1 1 0 0,0-2-1 0 0,0 1 0 0 0,0 0 0 0 0,1-1 0 0 0,-1 1 0 0 0,7 5 0 0 0,-3-4 35 0 0,1 0-1 0 0,-1-1 0 0 0,1 0 0 0 0,0 0 0 0 0,0-1 0 0 0,1 0 0 0 0,0-1 0 0 0,16 7 1 0 0,-6-5-348 0 0,0-1 0 0 0,0 0 0 0 0,35 3 0 0 0,-28-6-2024 0 0,53-3-1 0 0,-46-3-1187 0 0,1 0-1463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8:22.6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176 10 1960 0 0,'-13'-8'4202'0'0,"10"8"-3932"0"0,0-1 0 0 0,1 1 1 0 0,-1-1-1 0 0,0 1 0 0 0,0 0 0 0 0,0 0 0 0 0,0 0 1 0 0,0 1-1 0 0,0-1 0 0 0,0 1 0 0 0,0-1 0 0 0,0 1 1 0 0,1 0-1 0 0,-1 0 0 0 0,0 0 0 0 0,0 1 0 0 0,1-1 1 0 0,-1 1-1 0 0,1-1 0 0 0,0 1 0 0 0,-1 0 0 0 0,1 0 1 0 0,-2 2-1 0 0,-10 9 611 0 0,0 1 1 0 0,-16 21-1 0 0,22-25-485 0 0,4-5-337 0 0,1-1 0 0 0,0 1 0 0 0,0-1 0 0 0,0 1 0 0 0,1 0 0 0 0,0 0 0 0 0,0 0 0 0 0,0 0 1 0 0,1 0-1 0 0,-1 1 0 0 0,1-1 0 0 0,0 6 0 0 0,1-8-43 0 0,-1 0-1 0 0,1 0 1 0 0,1 0-1 0 0,-1 0 1 0 0,0 0 0 0 0,1 0-1 0 0,-1 0 1 0 0,1 0 0 0 0,0 0-1 0 0,0-1 1 0 0,0 1 0 0 0,1 0-1 0 0,-1-1 1 0 0,0 1-1 0 0,1-1 1 0 0,0 1 0 0 0,0-1-1 0 0,0 0 1 0 0,0 1 0 0 0,0-1-1 0 0,0 0 1 0 0,0 0 0 0 0,4 2-1 0 0,4 1-9 0 0,0 0 1 0 0,0-1-1 0 0,0 0 0 0 0,1 0 0 0 0,0-1 0 0 0,0 0 1 0 0,0-1-1 0 0,0 0 0 0 0,0-1 0 0 0,14 0 0 0 0,-10-1 0 0 0,0-1 0 0 0,0 0 0 0 0,0-1 0 0 0,0 0 0 0 0,0-1 0 0 0,0-1 0 0 0,14-6 0 0 0,-17 4 31 0 0,0 0 1 0 0,-1-1 0 0 0,0-1 0 0 0,0 0 0 0 0,0 0 0 0 0,-1-1 0 0 0,-1 0 0 0 0,0-1-1 0 0,0 0 1 0 0,0-1 0 0 0,-1 1 0 0 0,-1-2 0 0 0,0 1 0 0 0,10-25 0 0 0,7-6 1659 0 0,-23 41-1576 0 0,-6 12 1012 0 0,-4 26 49 0 0,1 0 0 0 0,2 1 1 0 0,-2 38-1 0 0,-1 10-761 0 0,-13 38-171 0 0,8-45-2061 0 0,2 0-5203 0 0,12-48-658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8:23.1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116 137 388 0 0,'-39'-33'7809'0'0,"-26"-21"-2114"0"0,64 53-5516 0 0,0 0-129 0 0,0 0 0 0 0,0 0 0 0 0,0 0 0 0 0,0-1 0 0 0,0 1 0 0 0,0 0 1 0 0,0-1-1 0 0,1 1 0 0 0,-1-1 0 0 0,-1-2 0 0 0,7 1-36 0 0,0 0 0 0 0,0 1 0 0 0,1-1 1 0 0,-1 1-1 0 0,0 0 0 0 0,1 0 0 0 0,0 0 0 0 0,-1 1 0 0 0,7-1 0 0 0,58-4-120 0 0,-52 5 8 0 0,67-1-2190 0 0,-29 5-3675 0 0,-38-1 2059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8:23.3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93 1376 0 0,'-36'28'5103'0'0,"-9"8"1030"0"0,44-35-5714 0 0,1 0-375 0 0,0-1 1 0 0,1 1 0 0 0,-1-1 0 0 0,1 1 0 0 0,0-1 0 0 0,-1 0 0 0 0,1 1-1 0 0,-1-1 1 0 0,1 0 0 0 0,-1 0 0 0 0,1 1 0 0 0,0-1 0 0 0,-1 0 0 0 0,1 0-1 0 0,0 0 1 0 0,-1 0 0 0 0,1 0 0 0 0,-1 0 0 0 0,1 0 0 0 0,1 0 0 0 0,53-5 388 0 0,86-20 1 0 0,56-25-1924 0 0,-6-8-4999 0 0,-118 33 2032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8:23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18 316 0 0,'0'0'1100'0'0,"7"-7"-648"0"0,-7-3-1548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8:26.3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255 281 476 0 0,'28'-40'7311'0'0,"-17"23"-4388"0"0,-11 12-1760 0 0,-9 10-802 0 0,-26 26 500 0 0,2 1 1 0 0,1 1 0 0 0,1 2-1 0 0,-33 50 1 0 0,52-68-711 0 0,1 1-1 0 0,1 0 1 0 0,0 0-1 0 0,2 1 1 0 0,0 0 0 0 0,1 1-1 0 0,1 0 1 0 0,1 0-1 0 0,1 0 1 0 0,1 0 0 0 0,0 1-1 0 0,1 24 1 0 0,2-38-85 0 0,0 1 0 0 0,1 0 1 0 0,0-1-1 0 0,1 0 1 0 0,-1 1-1 0 0,1-1 0 0 0,1 0 1 0 0,0 0-1 0 0,0 0 1 0 0,0 0-1 0 0,0 0 0 0 0,1-1 1 0 0,0 1-1 0 0,1-1 0 0 0,0 0 1 0 0,0-1-1 0 0,0 1 1 0 0,0-1-1 0 0,1 0 0 0 0,0 0 1 0 0,0 0-1 0 0,0-1 1 0 0,0 0-1 0 0,1 0 0 0 0,0-1 1 0 0,0 0-1 0 0,0 0 0 0 0,0-1 1 0 0,13 4-1 0 0,1-3 91 0 0,-1 0-1 0 0,1-1 1 0 0,-1-1 0 0 0,1 0-1 0 0,-1-2 1 0 0,1-1 0 0 0,-1 0-1 0 0,0-2 1 0 0,1 0 0 0 0,-2-1-1 0 0,1-1 1 0 0,0-1-1 0 0,-1-1 1 0 0,-1 0 0 0 0,31-19-1 0 0,-22 10-107 0 0,0-2 0 0 0,-1-1 0 0 0,-1-1-1 0 0,-1-1 1 0 0,-1-1 0 0 0,0-1 0 0 0,-2-1-1 0 0,-1-1 1 0 0,19-32 0 0 0,-31 43-9 0 0,0 0-1 0 0,-1-1 1 0 0,0 0 0 0 0,-1 0 0 0 0,-1 0 0 0 0,0 0-1 0 0,-2-1 1 0 0,1 0 0 0 0,-2 0 0 0 0,-1 0 0 0 0,0-29-1 0 0,-2 33-18 0 0,0 1 0 0 0,-1-1-1 0 0,-1 1 1 0 0,0-1 0 0 0,-1 1-1 0 0,0 0 1 0 0,0 1-1 0 0,-2-1 1 0 0,1 1 0 0 0,-1 0-1 0 0,-1 0 1 0 0,0 0-1 0 0,-1 1 1 0 0,0 0 0 0 0,0 1-1 0 0,-13-12 1 0 0,1 5-87 0 0,-1 1 0 0 0,0 1 1 0 0,-1 0-1 0 0,-1 2 0 0 0,0 0 0 0 0,0 2 1 0 0,-1 1-1 0 0,-1 1 0 0 0,1 0 1 0 0,-45-6-1 0 0,42 10-523 0 0,0 2 1 0 0,0 1-1 0 0,0 1 0 0 0,-30 3 1 0 0,35 0-491 0 0,1 1 0 0 0,0 0 0 0 0,0 2 1 0 0,1 0-1 0 0,-29 14 0 0 0,35-13-2062 0 0,-25 17 0 0 0,17-9-2347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8:15.1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40 1992 0 0,'21'-14'7389'0'0,"14"-4"-1967"0"0,-33 17-5303 0 0,2 1-18 0 0,47-3 241 0 0,8 0-1654 0 0,-17 4-5768 0 0,-28 1 2511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8:15.4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1 872 0 0,'-6'2'909'0'0,"1"1"0"0"0,-1 0-1 0 0,1 1 1 0 0,-1-1 0 0 0,1 1 0 0 0,1 0-1 0 0,-1 1 1 0 0,0-1 0 0 0,-5 8 0 0 0,9-11-835 0 0,1 0 0 0 0,0-1 0 0 0,0 1 1 0 0,-1 0-1 0 0,1-1 0 0 0,0 1 1 0 0,0 0-1 0 0,0-1 0 0 0,0 1 0 0 0,0 0 1 0 0,0-1-1 0 0,0 1 0 0 0,0 0 1 0 0,0 0-1 0 0,0-1 0 0 0,0 1 1 0 0,1 0-1 0 0,-1-1 0 0 0,0 1 0 0 0,0 0 1 0 0,1-1-1 0 0,-1 1 0 0 0,0-1 1 0 0,1 1-1 0 0,-1 0 0 0 0,1 0 0 0 0,13 13 830 0 0,-8-11-778 0 0,-1-1 0 0 0,0 1 0 0 0,1-1 0 0 0,-1 0 0 0 0,1 0 0 0 0,0 0 0 0 0,-1-1 0 0 0,1 0 0 0 0,8 0 0 0 0,56 0 194 0 0,-68-1-308 0 0,170-15-2045 0 0,-60-4-3357 0 0,-56 7 756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8:31.8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343 203 1484 0 0,'11'-24'4675'0'0,"2"-9"-1091"0"0,-12 31-3103 0 0,-1-8 520 0 0,-3 9-957 0 0,1 1 0 0 0,0 0 0 0 0,-1 0 1 0 0,1 0-1 0 0,0 1 0 0 0,-1-1 0 0 0,1 0 0 0 0,0 1 0 0 0,-1 0 0 0 0,1-1 0 0 0,0 1 1 0 0,0 0-1 0 0,-4 2 0 0 0,-31 18 304 0 0,14-6-149 0 0,0 1 0 0 0,0 1-1 0 0,2 1 1 0 0,0 1 0 0 0,1 1 0 0 0,1 1-1 0 0,1 0 1 0 0,1 2 0 0 0,0 0-1 0 0,2 0 1 0 0,1 2 0 0 0,-21 50 0 0 0,28-57-87 0 0,2 0-1 0 0,0 0 1 0 0,1 1 0 0 0,1-1 0 0 0,1 1 0 0 0,0 0 0 0 0,1 0-1 0 0,1 0 1 0 0,4 24 0 0 0,-3-35-54 0 0,0-1-1 0 0,1 0 1 0 0,0 0-1 0 0,0 0 1 0 0,0 0-1 0 0,1 0 1 0 0,1 0 0 0 0,-1-1-1 0 0,1 1 1 0 0,0-1-1 0 0,0 0 1 0 0,1 0-1 0 0,-1 0 1 0 0,1-1-1 0 0,1 0 1 0 0,-1 0-1 0 0,1 0 1 0 0,0 0 0 0 0,0-1-1 0 0,0 0 1 0 0,1-1-1 0 0,-1 1 1 0 0,1-1-1 0 0,0 0 1 0 0,0-1-1 0 0,10 3 1 0 0,4-1 90 0 0,0 0-1 0 0,0-2 1 0 0,0 0-1 0 0,0-2 1 0 0,0 0-1 0 0,0-1 1 0 0,0-1 0 0 0,0-2-1 0 0,0 0 1 0 0,0 0-1 0 0,-1-2 1 0 0,0-1-1 0 0,0 0 1 0 0,-1-2 0 0 0,0 0-1 0 0,20-13 1 0 0,-25 12 77 0 0,0 0 0 0 0,0 0 0 0 0,0-2 0 0 0,-2 0 0 0 0,1 0-1 0 0,-2-1 1 0 0,0-1 0 0 0,16-24 0 0 0,-19 25-141 0 0,-2 0 0 0 0,0 0 0 0 0,0-1-1 0 0,-1 1 1 0 0,-1-1 0 0 0,0 0 0 0 0,-1 0-1 0 0,-1-1 1 0 0,0 1 0 0 0,-1-1 0 0 0,0-17-1 0 0,-3 13-72 0 0,1 0-1 0 0,-2 0 1 0 0,-1 0-1 0 0,0 0 1 0 0,-2 0-1 0 0,0 1 1 0 0,-1 0-1 0 0,0 0 1 0 0,-2 1-1 0 0,0 0 1 0 0,-22-31-1 0 0,17 31-23 0 0,0 0 0 0 0,-1 1 1 0 0,-1 0-1 0 0,-1 1 0 0 0,0 1 0 0 0,-1 1 0 0 0,0 0 1 0 0,-1 2-1 0 0,0 0 0 0 0,-23-10 0 0 0,20 12 1 0 0,0 1 1 0 0,0 1-1 0 0,0 1 0 0 0,-37-5 0 0 0,44 10-1097 0 0,0 0 0 0 0,-30 3-1 0 0,31-1-1458 0 0,1 2-1 0 0,-1 0 0 0 0,-20 7 1 0 0,14-3-4337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5:43.7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769 186 1140 0 0,'15'-8'995'0'0,"-1"0"0"0"0,0-1 1 0 0,0 0-1 0 0,-1-1 0 0 0,0-1 0 0 0,-1 0 0 0 0,19-21 1 0 0,-30 30-929 0 0,0 1 1 0 0,1-1-1 0 0,-1 0 1 0 0,0 1 0 0 0,0-1-1 0 0,0 0 1 0 0,-1 0 0 0 0,1 0-1 0 0,0 0 1 0 0,-1 0 0 0 0,1 1-1 0 0,-1-1 1 0 0,1 0-1 0 0,-1 0 1 0 0,0 0 0 0 0,0 0-1 0 0,0 0 1 0 0,0-1 0 0 0,0 1-1 0 0,-1 0 1 0 0,1 1 0 0 0,-1-1-1 0 0,1 0 1 0 0,-1 0-1 0 0,0 0 1 0 0,1 0 0 0 0,-3-2-1 0 0,2 2-42 0 0,-1-1 0 0 0,0 1 0 0 0,1 0-1 0 0,-1 0 1 0 0,-1-1 0 0 0,1 2-1 0 0,0-1 1 0 0,0 0 0 0 0,-1 0 0 0 0,1 1-1 0 0,-1-1 1 0 0,1 1 0 0 0,-1 0-1 0 0,0 0 1 0 0,1 0 0 0 0,-1 0 0 0 0,-4-1-1 0 0,-2 1-14 0 0,0 1 0 0 0,-1 0 0 0 0,1 0 0 0 0,0 1 0 0 0,-1 0 0 0 0,1 0 0 0 0,0 1-1 0 0,0 0 1 0 0,0 1 0 0 0,0 0 0 0 0,-11 6 0 0 0,-9 5-10 0 0,-52 34 0 0 0,34-15-24 0 0,1 2-1 0 0,-64 65 1 0 0,-69 96-61 0 0,48-32 210 0 0,112-137-109 0 0,1 0 0 0 0,2 2 0 0 0,1-1 0 0 0,-17 46 0 0 0,30-68-12 0 0,0 1 0 0 0,0 0 0 0 0,0 1 0 0 0,1-1 0 0 0,0 0 0 0 0,1 0 0 0 0,-1 1 0 0 0,1-1 0 0 0,1 0 0 0 0,0 0 0 0 0,0 1 0 0 0,0-1 0 0 0,0 0 0 0 0,4 9 0 0 0,-3-12-16 0 0,0 1 1 0 0,1-1-1 0 0,-1 0 0 0 0,1 0 1 0 0,0 0-1 0 0,0 0 1 0 0,0 0-1 0 0,1-1 0 0 0,-1 1 1 0 0,1-1-1 0 0,0 0 1 0 0,0 0-1 0 0,0 0 0 0 0,0 0 1 0 0,1-1-1 0 0,-1 0 0 0 0,1 0 1 0 0,-1 0-1 0 0,1 0 1 0 0,0-1-1 0 0,8 2 0 0 0,3-2-576 0 0,-1 0-1 0 0,1 0 0 0 0,-1-2 0 0 0,1 0 1 0 0,-1-1-1 0 0,1 0 0 0 0,-1-2 1 0 0,0 1-1 0 0,0-2 0 0 0,23-10 0 0 0,2-1-1941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5:44.2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221 37 1112 0 0,'3'-26'3791'0'0,"-3"24"-2995"0"0,0 2-733 0 0,0 0 1 0 0,0-1-1 0 0,1 1 0 0 0,-1 0 0 0 0,0 0 1 0 0,0-1-1 0 0,0 1 0 0 0,0 0 0 0 0,0-1 0 0 0,0 1 1 0 0,0 0-1 0 0,-1-1 0 0 0,1 1 0 0 0,0 0 1 0 0,0-1-1 0 0,0 1 0 0 0,0 0 0 0 0,0 0 0 0 0,0-1 1 0 0,0 1-1 0 0,-1 0 0 0 0,1 0 0 0 0,0-1 1 0 0,0 1-1 0 0,0 0 0 0 0,-1 0 0 0 0,1-1 0 0 0,0 1 1 0 0,0 0-1 0 0,-1 0 0 0 0,1 0 0 0 0,0 0 1 0 0,0-1-1 0 0,-1 1 0 0 0,-3 3 0 0 0,0-1 0 0 0,0 1 0 0 0,1 0 1 0 0,-1 0-1 0 0,1 0 0 0 0,-1 1 0 0 0,1-1 0 0 0,0 1 0 0 0,1-1 0 0 0,-4 7 0 0 0,-27 50 200 0 0,23-40-199 0 0,1-1-3 0 0,0 0 0 0 0,2 0 0 0 0,0 0 0 0 0,-7 34 0 0 0,12-45-30 0 0,1 0 0 0 0,0 0 0 0 0,0 0 0 0 0,1 0 0 0 0,0 0 0 0 0,0 0-1 0 0,1 0 1 0 0,0 0 0 0 0,0 0 0 0 0,1 0 0 0 0,0 0 0 0 0,0 0 0 0 0,1-1 0 0 0,7 14 0 0 0,-9-19-10 0 0,0 0 1 0 0,0 0 0 0 0,0-1 0 0 0,0 1 0 0 0,1-1 0 0 0,-1 1 0 0 0,1-1 0 0 0,-1 1 0 0 0,1-1 0 0 0,0 0 0 0 0,-1 0 0 0 0,1 0 0 0 0,0 0-1 0 0,0 0 1 0 0,0 0 0 0 0,0 0 0 0 0,0-1 0 0 0,-1 1 0 0 0,1-1 0 0 0,0 1 0 0 0,1-1 0 0 0,-1 0 0 0 0,0 0 0 0 0,0 0 0 0 0,0 0-1 0 0,0 0 1 0 0,0 0 0 0 0,0-1 0 0 0,0 1 0 0 0,0-1 0 0 0,0 1 0 0 0,0-1 0 0 0,0 0 0 0 0,3-1 0 0 0,0-1 14 0 0,1 0 0 0 0,-1-1 0 0 0,0 0 0 0 0,0 1 0 0 0,0-2 1 0 0,-1 1-1 0 0,1 0 0 0 0,-1-1 0 0 0,0 0 0 0 0,4-7 0 0 0,-1 1-21 0 0,-1-1 0 0 0,0-1 0 0 0,-1 1 0 0 0,0-1 0 0 0,-1 0 0 0 0,0 0 0 0 0,2-20 0 0 0,-5 22 40 0 0,0 1 0 0 0,0-1 0 0 0,-1 1 0 0 0,0-1 0 0 0,-1 0 0 0 0,-1 1 0 0 0,1 0 0 0 0,-1-1 0 0 0,-1 1-1 0 0,-4-12 1 0 0,5 19-47 0 0,1 0-1 0 0,-1 0 1 0 0,1 0-1 0 0,-1 0 1 0 0,0 0-1 0 0,0 1 1 0 0,0-1-1 0 0,-1 1 1 0 0,1-1-1 0 0,0 1 1 0 0,-1 0-1 0 0,0 0 1 0 0,1 0-1 0 0,-1 0 1 0 0,0 0-1 0 0,0 1 1 0 0,0-1 0 0 0,0 1-1 0 0,-1 0 1 0 0,1 0-1 0 0,0 0 1 0 0,0 0-1 0 0,-1 0 1 0 0,1 1-1 0 0,0 0 1 0 0,-4 0-1 0 0,-4 1 9 0 0,1 1 1 0 0,0 0-1 0 0,0 0 0 0 0,0 1 0 0 0,0 1 1 0 0,0 0-1 0 0,1 0 0 0 0,0 1 0 0 0,0 0 1 0 0,-11 8-1 0 0,15-9-70 0 0,0-1 0 0 0,0 1 0 0 0,0 0 0 0 0,1 0 1 0 0,-1 1-1 0 0,1-1 0 0 0,0 1 0 0 0,1 0 0 0 0,-1 0 0 0 0,1 0 1 0 0,0 1-1 0 0,0-1 0 0 0,1 1 0 0 0,-1 0 0 0 0,1-1 0 0 0,1 1 1 0 0,-1 0-1 0 0,1 0 0 0 0,-1 10 0 0 0,2-13-139 0 0,0-1 0 0 0,0 0 0 0 0,1 1 0 0 0,-1-1 0 0 0,1 0 0 0 0,0 0 0 0 0,-1 0 1 0 0,1 1-1 0 0,0-1 0 0 0,0 0 0 0 0,1 0 0 0 0,-1 0 0 0 0,0 0 0 0 0,1-1 0 0 0,-1 1 0 0 0,1 0 0 0 0,-1-1 0 0 0,1 1 0 0 0,0 0 0 0 0,0-1 0 0 0,-1 0 0 0 0,1 1 1 0 0,0-1-1 0 0,0 0 0 0 0,1 0 0 0 0,-1 0 0 0 0,0-1 0 0 0,0 1 0 0 0,0 0 0 0 0,1-1 0 0 0,1 1 0 0 0,14 1-2124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5:44.6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15 1112 0 0,'2'-2'618'0'0,"0"0"0"0"0,0 0-1 0 0,0 1 1 0 0,1-1 0 0 0,-1 1-1 0 0,0-1 1 0 0,4 0 0 0 0,-5 3-562 0 0,0 0-1 0 0,1 0 1 0 0,-1 0 0 0 0,0 0-1 0 0,0 1 1 0 0,0-1 0 0 0,0 1 0 0 0,0-1-1 0 0,0 1 1 0 0,0-1 0 0 0,0 1-1 0 0,-1-1 1 0 0,1 1 0 0 0,-1 0 0 0 0,1-1-1 0 0,-1 1 1 0 0,1 0 0 0 0,-1 0 0 0 0,0-1-1 0 0,0 4 1 0 0,-2 45 313 0 0,1-34-232 0 0,-3 26 450 0 0,-2 0 1 0 0,-2-1-1 0 0,-1 0 0 0 0,-28 72 0 0 0,34-109 449 0 0,4-15-804 0 0,6-21-226 0 0,3 4-42 0 0,2 1 0 0 0,0 1-1 0 0,21-31 1 0 0,-23 43 8 0 0,0 0 0 0 0,1 0-1 0 0,1 1 1 0 0,0 0 0 0 0,1 1-1 0 0,25-19 1 0 0,-36 29 30 0 0,1 1 0 0 0,-1-1 0 0 0,1 0 0 0 0,-1 1 0 0 0,1-1 0 0 0,0 1 0 0 0,-1 0 0 0 0,1 0 0 0 0,0 0 0 0 0,0 1 0 0 0,0-1 0 0 0,0 0 0 0 0,0 1 0 0 0,-1 0 0 0 0,1 0 0 0 0,0 0 0 0 0,0 0 0 0 0,0 0 0 0 0,0 1 0 0 0,0-1 0 0 0,0 1 0 0 0,0 0 0 0 0,0 0 0 0 0,-1 0 0 0 0,1 0 0 0 0,0 0 0 0 0,-1 1 0 0 0,4 1 0 0 0,-3 0 7 0 0,1 0 0 0 0,-1 0 1 0 0,-1 0-1 0 0,1 1 0 0 0,0-1 1 0 0,-1 1-1 0 0,0 0 0 0 0,0-1 1 0 0,0 1-1 0 0,0 0 1 0 0,0 0-1 0 0,-1 0 0 0 0,0 1 1 0 0,0-1-1 0 0,0 0 0 0 0,0 0 1 0 0,-1 1-1 0 0,0 7 0 0 0,-1 12 101 0 0,-1-1-1 0 0,-10 39 1 0 0,8-40-685 0 0,0 0 1 0 0,-2 35 0 0 0,6-56 501 0 0,0-1 1 0 0,0 1 0 0 0,0 0-1 0 0,0-1 1 0 0,0 1-1 0 0,1 0 1 0 0,-1-1 0 0 0,0 1-1 0 0,0-1 1 0 0,0 1 0 0 0,1-1-1 0 0,-1 1 1 0 0,0 0-1 0 0,1-1 1 0 0,-1 1 0 0 0,0-1-1 0 0,1 1 1 0 0,-1-1 0 0 0,1 0-1 0 0,-1 1 1 0 0,1-1-1 0 0,-1 1 1 0 0,1-1 0 0 0,-1 0-1 0 0,1 1 1 0 0,-1-1 0 0 0,1 0-1 0 0,-1 0 1 0 0,1 1-1 0 0,0-1 1 0 0,-1 0 0 0 0,1 0-1 0 0,-1 0 1 0 0,1 0 0 0 0,0 0-1 0 0,-1 0 1 0 0,1 0-1 0 0,-1 0 1 0 0,1 0 0 0 0,0 0-1 0 0,-1 0 1 0 0,1 0 0 0 0,0 0-1 0 0,-1 0 1 0 0,1-1-1 0 0,-1 1 1 0 0,2-1 0 0 0,26-11-2681 0 0,-11 2 946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5:44.9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228 142 784 0 0,'9'-11'1123'0'0,"3"-3"496"0"0,0 0 0 0 0,-2-1-1 0 0,0 0 1 0 0,13-26 0 0 0,-22 40-1537 0 0,0 0-1 0 0,-1 0 1 0 0,1 0-1 0 0,-1 0 1 0 0,1 0 0 0 0,-1-1-1 0 0,0 1 1 0 0,1 0 0 0 0,-1 0-1 0 0,0 0 1 0 0,0-1 0 0 0,0 1-1 0 0,0 0 1 0 0,0 0-1 0 0,0-1 1 0 0,0 1 0 0 0,0 0-1 0 0,-1 0 1 0 0,1 0 0 0 0,0-1-1 0 0,-2 0 1 0 0,2 1-56 0 0,-1 1 1 0 0,0-1-1 0 0,1 1 1 0 0,-1-1-1 0 0,0 1 0 0 0,0 0 1 0 0,1 0-1 0 0,-1-1 1 0 0,0 1-1 0 0,0 0 1 0 0,0 0-1 0 0,0 0 1 0 0,1 0-1 0 0,-1 0 0 0 0,0 0 1 0 0,0 0-1 0 0,0 0 1 0 0,0 0-1 0 0,1 0 1 0 0,-1 1-1 0 0,0-1 0 0 0,-1 1 1 0 0,-3 1 1 0 0,0-1 0 0 0,1 1 1 0 0,-1 1-1 0 0,1-1 0 0 0,0 1 1 0 0,-1 0-1 0 0,1 0 0 0 0,1 0 1 0 0,-5 4-1 0 0,4-2-16 0 0,1-1 0 0 0,0 0-1 0 0,1 1 1 0 0,-1 0 0 0 0,1-1 0 0 0,0 1 0 0 0,0 0 0 0 0,0 0-1 0 0,1 1 1 0 0,-1-1 0 0 0,1 0 0 0 0,1 0 0 0 0,-1 1 0 0 0,1-1-1 0 0,0 0 1 0 0,0 1 0 0 0,0-1 0 0 0,2 8 0 0 0,3 4 13 0 0,0 1 0 0 0,1-1 0 0 0,0 0 0 0 0,11 17 0 0 0,11 31 51 0 0,-27-63-67 0 0,-1 0-1 0 0,1 0 1 0 0,-1 0 0 0 0,0 0-1 0 0,1 0 1 0 0,-1 0 0 0 0,0 0-1 0 0,0 1 1 0 0,-1-1 0 0 0,1 0-1 0 0,0 0 1 0 0,-1 0 0 0 0,1 0-1 0 0,-1 0 1 0 0,1 0 0 0 0,-1 0-1 0 0,0-1 1 0 0,-2 4 0 0 0,1-1 4 0 0,-1-1 1 0 0,0 1 0 0 0,0-1 0 0 0,0 0-1 0 0,0 0 1 0 0,0 0 0 0 0,-1 0-1 0 0,-5 2 1 0 0,-3 2 11 0 0,-1 0-1 0 0,-1-1 1 0 0,1-1 0 0 0,-19 5-1 0 0,21-7-137 0 0,0-1 0 0 0,0 0 0 0 0,-1-1 0 0 0,1 0 0 0 0,0 0 0 0 0,-1-2 0 0 0,1 1 0 0 0,-1-1 0 0 0,-19-5 0 0 0,29 5-139 0 0,0 1 0 0 0,1-1-1 0 0,0 0 1 0 0,-1 0 0 0 0,1 0-1 0 0,-1 0 1 0 0,1 0 0 0 0,0 0 0 0 0,0 0-1 0 0,-1 0 1 0 0,1 0 0 0 0,0 0 0 0 0,0-1-1 0 0,0 1 1 0 0,0 0 0 0 0,1-1-1 0 0,-1 1 1 0 0,0-1 0 0 0,1 1 0 0 0,-1-1-1 0 0,0 0 1 0 0,1 1 0 0 0,0-1-1 0 0,-1 1 1 0 0,1-3 0 0 0,1-10-3180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5:45.2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68 2172 0 0,'47'-67'12148'0'0,"-47"67"-12113"0"0,0 1 0 0 0,1-1 0 0 0,-1 0 0 0 0,1 1 0 0 0,-1-1 0 0 0,0 0 0 0 0,1 1 0 0 0,-1-1 0 0 0,0 0 0 0 0,0 1 0 0 0,1-1 0 0 0,-1 1 0 0 0,0-1 0 0 0,0 1 0 0 0,0-1 0 0 0,1 1 1 0 0,-1-1-1 0 0,0 1 0 0 0,0-1 0 0 0,0 0 0 0 0,0 1 0 0 0,0-1 0 0 0,0 1 0 0 0,0-1 0 0 0,0 1 0 0 0,0-1 0 0 0,0 1 0 0 0,0 0 0 0 0,-2 17 590 0 0,2-18-549 0 0,-54 358 3131 0 0,5-48-2820 0 0,39-205-445 0 0,9-92-456 0 0,1 1 1 0 0,1-1-1 0 0,0 1 1 0 0,1-1-1 0 0,6 23 1 0 0,4-9-2140 0 0,1-11-2619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5:46.1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85 2072 0 0,'-26'-8'3946'0'0,"14"4"-1916"0"0,0 0-1 0 0,-16-8 1 0 0,45 1-1571 0 0,20 0-364 0 0,2 1 0 0 0,-1 2 0 0 0,1 2 0 0 0,60-2 0 0 0,-83 6-81 0 0,0 2 0 0 0,1 0 0 0 0,-1 1 1 0 0,0 1-1 0 0,0 0 0 0 0,0 1 0 0 0,0 1 1 0 0,20 7-1 0 0,-28-8-5 0 0,-1 1 0 0 0,1-1-1 0 0,-1 1 1 0 0,0 1 0 0 0,0-1 0 0 0,-1 1 0 0 0,0 1 0 0 0,0-1 0 0 0,0 1 0 0 0,0 0 0 0 0,-1 0 0 0 0,0 1-1 0 0,0-1 1 0 0,-1 1 0 0 0,0 0 0 0 0,0 1 0 0 0,0-1 0 0 0,3 12 0 0 0,-1 0 30 0 0,0 1 0 0 0,-2-1 0 0 0,0 1 0 0 0,1 34 0 0 0,-4-45 193 0 0,-1 0-1 0 0,-1 0 1 0 0,0 0-1 0 0,0 0 1 0 0,-1 0 0 0 0,0 0-1 0 0,0 0 1 0 0,-1 0 0 0 0,0-1-1 0 0,0 1 1 0 0,-1-1 0 0 0,-8 13-1 0 0,11-20-123 0 0,0 1-1 0 0,-1 0 0 0 0,1-1 1 0 0,0 1-1 0 0,0-1 1 0 0,-1 1-1 0 0,1-1 1 0 0,-1 0-1 0 0,0 0 0 0 0,1 1 1 0 0,-1-1-1 0 0,0 0 1 0 0,0 0-1 0 0,1-1 1 0 0,-1 1-1 0 0,-3 1 1 0 0,4-2-62 0 0,-1 0 0 0 0,1 0 0 0 0,0 0 0 0 0,-1 0 0 0 0,1-1 0 0 0,0 1 0 0 0,-1 0 0 0 0,1 0 0 0 0,0-1 0 0 0,-1 1 0 0 0,1-1 0 0 0,0 1 0 0 0,0-1 0 0 0,-1 0 0 0 0,1 1 0 0 0,0-1 0 0 0,0 0 0 0 0,-2-1 0 0 0,1-1-21 0 0,-1-1 1 0 0,0 1-1 0 0,1 0 1 0 0,-1-1-1 0 0,1 1 1 0 0,0-1-1 0 0,0 0 1 0 0,1 1-1 0 0,-1-1 1 0 0,1 0-1 0 0,0 0 1 0 0,0 0-1 0 0,0 0 1 0 0,0-5-1 0 0,1 2-68 0 0,0 1 0 0 0,1 0 0 0 0,0 0 0 0 0,0-1 0 0 0,1 1 0 0 0,0 0 0 0 0,0 0 0 0 0,0 1 0 0 0,1-1 0 0 0,-1 0 0 0 0,1 1 0 0 0,1-1 0 0 0,-1 1 0 0 0,1 0 0 0 0,0 0 0 0 0,0 0 0 0 0,8-6 0 0 0,3-3-787 0 0,1 0 1 0 0,1 2-1 0 0,0 0 0 0 0,19-10 1 0 0,6 0-1274 0 0,1 2 0 0 0,49-15 1 0 0,31-5 1112 0 0,-118 39 1261 0 0,-1-1 1 0 0,1 0-1 0 0,-1 0 0 0 0,0-1 1 0 0,0 1-1 0 0,0-1 1 0 0,6-5-1 0 0,-9 8-217 0 0,-1-1-1 0 0,0 1 0 0 0,1-1 1 0 0,-1 1-1 0 0,1-1 0 0 0,-1 0 1 0 0,0 1-1 0 0,0-1 0 0 0,1 1 1 0 0,-1-1-1 0 0,0 0 1 0 0,0 1-1 0 0,0-1 0 0 0,0 0 1 0 0,0 1-1 0 0,0-1 0 0 0,0 0 1 0 0,0 1-1 0 0,0-1 0 0 0,0 0 1 0 0,0 1-1 0 0,0-1 1 0 0,0 1-1 0 0,-1-1 0 0 0,1 0 1 0 0,0 1-1 0 0,0-1 0 0 0,-1 1 1 0 0,1-1-1 0 0,0 0 0 0 0,-1 1 1 0 0,1-1-1 0 0,-1 1 1 0 0,1-1-1 0 0,-1 1 0 0 0,1 0 1 0 0,-1-1-1 0 0,1 1 0 0 0,-1-1 1 0 0,1 1-1 0 0,-1 0 0 0 0,1-1 1 0 0,-1 1-1 0 0,0 0 0 0 0,1 0 1 0 0,-1-1-1 0 0,1 1 1 0 0,-1 0-1 0 0,0 0 0 0 0,1 0 1 0 0,-1 0-1 0 0,0 0 0 0 0,1 0 1 0 0,-1 0-1 0 0,0 0 0 0 0,0 0 1 0 0,-4 1 17 0 0,-1 0 0 0 0,1 0 0 0 0,0 0 0 0 0,-1 1 0 0 0,1 0 0 0 0,0 0 0 0 0,0 0 0 0 0,0 0 1 0 0,1 1-1 0 0,-1 0 0 0 0,-7 6 0 0 0,4-3-13 0 0,1 1 0 0 0,-1 1 0 0 0,1 0 0 0 0,1 0 1 0 0,-11 16-1 0 0,9-9-26 0 0,0-1 0 0 0,1 2 0 0 0,0-1 1 0 0,1 1-1 0 0,1 0 0 0 0,1 0 0 0 0,-5 30 0 0 0,8-39-9 0 0,1 1 0 0 0,-1-1 0 0 0,1 1 0 0 0,1-1 0 0 0,0 0 0 0 0,0 1 0 0 0,0-1 0 0 0,1 0 0 0 0,5 14 0 0 0,-6-18-22 0 0,0 0 1 0 0,1 0-1 0 0,0-1 0 0 0,-1 1 1 0 0,1-1-1 0 0,0 1 1 0 0,0-1-1 0 0,1 0 1 0 0,-1 0-1 0 0,0 1 1 0 0,1-2-1 0 0,-1 1 1 0 0,1 0-1 0 0,0 0 1 0 0,0-1-1 0 0,-1 0 0 0 0,1 1 1 0 0,0-1-1 0 0,0 0 1 0 0,0-1-1 0 0,0 1 1 0 0,0 0-1 0 0,1-1 1 0 0,-1 0-1 0 0,6 1 1 0 0,0-2-97 0 0,-1 0 0 0 0,1 0 1 0 0,0-1-1 0 0,-1 0 0 0 0,0-1 0 0 0,1 0 1 0 0,-1 0-1 0 0,0 0 0 0 0,0-1 1 0 0,-1-1-1 0 0,1 1 0 0 0,-1-1 0 0 0,0 0 1 0 0,0-1-1 0 0,-1 0 0 0 0,1 0 1 0 0,8-11-1 0 0,-2 1 177 0 0,-1-1 1 0 0,0 0-1 0 0,-1-1 1 0 0,-1 0-1 0 0,0-1 1 0 0,9-27-1 0 0,1-7 1968 0 0,-19 52-1848 0 0,2 10-124 0 0,-8 58 115 0 0,-2 8-49 0 0,7-67-163 0 0,0 1 0 0 0,1-1 0 0 0,0 0 0 0 0,0 1 0 0 0,1-1 0 0 0,3 12 0 0 0,-3-17-174 0 0,-1 1 1 0 0,1 0-1 0 0,0-1 0 0 0,0 0 1 0 0,0 1-1 0 0,1-1 0 0 0,-1 0 1 0 0,1 0-1 0 0,-1 0 0 0 0,1-1 1 0 0,0 1-1 0 0,0-1 1 0 0,0 1-1 0 0,1-1 0 0 0,3 2 1 0 0,-3-2-416 0 0,-1-1 1 0 0,1 0 0 0 0,0 1-1 0 0,-1-1 1 0 0,1-1 0 0 0,0 1-1 0 0,-1 0 1 0 0,1-1 0 0 0,7 0-1 0 0,5-3-3585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5:46.3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69 1484 0 0,'7'-67'13154'0'0,"-7"65"-12624"0"0,0 61 2028 0 0,-1-22-2323 0 0,5 51 0 0 0,-1-69-266 0 0,-2-2 159 0 0,2 0-1 0 0,6 21 1 0 0,-8-34-186 0 0,0-1 0 0 0,0 1-1 0 0,1-1 1 0 0,-1 1-1 0 0,1-1 1 0 0,0 0 0 0 0,0 0-1 0 0,0 0 1 0 0,0 0 0 0 0,1 0-1 0 0,-1-1 1 0 0,1 1 0 0 0,-1-1-1 0 0,1 1 1 0 0,0-1 0 0 0,4 3-1 0 0,-5-5-198 0 0,1 1 1 0 0,-1-1-1 0 0,0 1 0 0 0,0-1 0 0 0,1 0 0 0 0,-1 0 0 0 0,0 0 1 0 0,0 0-1 0 0,1 0 0 0 0,-1-1 0 0 0,0 1 0 0 0,0-1 1 0 0,0 1-1 0 0,1-1 0 0 0,3-1 0 0 0,8-5-4267 0 0,1-3-1995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5:46.5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33 488 0 0,'-14'-9'2224'0'0,"1"4"-436"0"0,2 0 769 0 0,-4-2-945 0 0,-2 0-292 0 0,-2 12-944 0 0,10 6-200 0 0,6-3-288 0 0,1 3-104 0 0,2 1-480 0 0,0 1-624 0 0,0-2-1264 0 0,2 4-625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5:46.9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33 1816 0 0,'2'2'1545'0'0,"21"31"1802"0"0,23 42-1 0 0,-39-63-3105 0 0,-1 1 1 0 0,-1 1-1 0 0,0-1 0 0 0,0 1 0 0 0,-1 0 0 0 0,-1 0 0 0 0,2 16 0 0 0,-4-18-26 0 0,0-7 49 0 0,-1 0 0 0 0,1-1 0 0 0,-1 1 0 0 0,0 0 0 0 0,-1 0-1 0 0,1 0 1 0 0,-2 7 0 0 0,1-10 0 0 0,1-4-248 0 0,-1 1 0 0 0,1-1-1 0 0,0 1 1 0 0,-1-1-1 0 0,1 1 1 0 0,0-1-1 0 0,0 1 1 0 0,0-1 0 0 0,0 1-1 0 0,0-1 1 0 0,0 1-1 0 0,1-3 1 0 0,6-24 13 0 0,2-1 0 0 0,0 2-1 0 0,17-33 1 0 0,-20 47-44 0 0,1 1 0 0 0,1 0 0 0 0,0 0 0 0 0,1 1 0 0 0,0 0 0 0 0,0 1 0 0 0,1 0 0 0 0,22-17 0 0 0,-23 20 4 0 0,1 1 0 0 0,0 0 1 0 0,0 1-1 0 0,0 0 0 0 0,20-7 0 0 0,-26 12 11 0 0,-1-1-1 0 0,1 1 1 0 0,0-1-1 0 0,0 1 1 0 0,0 0 0 0 0,0 1-1 0 0,-1-1 1 0 0,1 1-1 0 0,0-1 1 0 0,0 1-1 0 0,-1 0 1 0 0,1 1-1 0 0,0-1 1 0 0,-1 0-1 0 0,1 1 1 0 0,-1 0-1 0 0,0 0 1 0 0,6 4 0 0 0,-2-1 18 0 0,0 1 1 0 0,-1 0 0 0 0,1 0 0 0 0,-1 1-1 0 0,0 0 1 0 0,7 12 0 0 0,5 13-157 0 0,-2 0 0 0 0,21 62 0 0 0,-16-37-7549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5:47.2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18 112 1976 0 0,'61'-104'14177'0'0,"-61"103"-14140"0"0,0 1 0 0 0,0 0 0 0 0,0-1 0 0 0,1 1 0 0 0,-1 0-1 0 0,0-1 1 0 0,0 1 0 0 0,0 0 0 0 0,0 0 0 0 0,0-1 0 0 0,1 1 0 0 0,-1 0 0 0 0,0-1 0 0 0,0 1 0 0 0,0 0 0 0 0,1 0 0 0 0,-1-1 0 0 0,0 1 0 0 0,1 0 0 0 0,-1 0 0 0 0,0 0 0 0 0,0 0 0 0 0,1-1 0 0 0,-1 1-1 0 0,0 0 1 0 0,1 0 0 0 0,-1 0 0 0 0,0 0 0 0 0,1 0 0 0 0,-1 0 0 0 0,5 8 320 0 0,-3 17-142 0 0,-6 37 66 0 0,-3-1-1 0 0,-27 113 0 0 0,33-170-272 0 0,-13 53 4 0 0,5-22-714 0 0,1 1 1 0 0,2 0-1 0 0,-3 53 1 0 0,9-84 362 0 0,0-1 0 0 0,0 1 0 0 0,1-1 0 0 0,-1 1 0 0 0,1 0 0 0 0,0-1 0 0 0,1 0 0 0 0,-1 1 0 0 0,1-1 0 0 0,2 5 0 0 0,-3-6-124 0 0,1-1-1 0 0,0 0 1 0 0,-1 0 0 0 0,1 0-1 0 0,0 0 1 0 0,0 0-1 0 0,0 0 1 0 0,0-1-1 0 0,0 1 1 0 0,1-1-1 0 0,-1 1 1 0 0,3 0-1 0 0,8 4-3303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5:47.5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401 35 1728 0 0,'2'-16'5400'0'0,"-3"14"-5173"0"0,1 1 0 0 0,-1-1 0 0 0,1 1 0 0 0,-1 0 0 0 0,1-1 0 0 0,-1 1 0 0 0,0 0 0 0 0,1-1 0 0 0,-1 1 0 0 0,0 0 0 0 0,-2-3 1026 0 0,-2 5-955 0 0,4-1-279 0 0,1 0 1 0 0,-1 0-1 0 0,0 0 0 0 0,1 0 0 0 0,-1 0 0 0 0,1 0 0 0 0,-1 0 1 0 0,0 0-1 0 0,1 0 0 0 0,-1 0 0 0 0,1 0 0 0 0,-1 0 0 0 0,0 1 1 0 0,1-1-1 0 0,-1 0 0 0 0,1 0 0 0 0,-1 1 0 0 0,0 0 0 0 0,0 1 28 0 0,0 1 0 0 0,0 0 0 0 0,0 0 0 0 0,0-1 0 0 0,0 1 0 0 0,1 0 0 0 0,-1 0 0 0 0,1 0 0 0 0,0 0 0 0 0,0 0 0 0 0,0 0 0 0 0,0 0 0 0 0,1 0 0 0 0,-1 0 0 0 0,1 0 0 0 0,0-1 0 0 0,0 1-1 0 0,0 0 1 0 0,2 4 0 0 0,4 10 271 0 0,1-1 1 0 0,11 17-1 0 0,-6-11 75 0 0,-4-5-319 0 0,-5-11 227 0 0,0 1 0 0 0,0 0 0 0 0,-1 0 1 0 0,0 0-1 0 0,2 8 0 0 0,-5-12-205 0 0,1 0 1 0 0,-1-1-1 0 0,0 1 0 0 0,0 0 0 0 0,0-1 0 0 0,0 1 0 0 0,0 0 0 0 0,-1 0 1 0 0,1-1-1 0 0,-1 1 0 0 0,0 0 0 0 0,0-1 0 0 0,0 1 0 0 0,0-1 0 0 0,0 1 1 0 0,0-1-1 0 0,-1 0 0 0 0,-2 4 0 0 0,-2 2-3 0 0,-1-1 0 0 0,-1 1-1 0 0,1-1 1 0 0,-1-1 0 0 0,0 1 0 0 0,0-2 0 0 0,-1 1 0 0 0,0-1 0 0 0,0 0-1 0 0,-15 5 1 0 0,7-4-306 0 0,0 0 0 0 0,0-1 0 0 0,0-1-1 0 0,0-1 1 0 0,-24 1 0 0 0,20-3-1219 0 0,0-1 1 0 0,0-1-1 0 0,0-1 1 0 0,0-1-1 0 0,0-1 1 0 0,-29-9-1 0 0,13 0-3420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5:47.7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6 130 112 0 0,'-5'-13'8235'0'0,"7"-6"-3757"0"0,-1 18-4406 0 0,-1-1-1 0 0,1 1 1 0 0,0 0-1 0 0,0-1 1 0 0,0 1-1 0 0,0 0 1 0 0,0 0-1 0 0,1 0 1 0 0,-1 0-1 0 0,0 0 1 0 0,0 0-1 0 0,1 1 1 0 0,-1-1-1 0 0,0 0 1 0 0,1 1-1 0 0,-1-1 0 0 0,3 0 1 0 0,30-11 175 0 0,0 3 0 0 0,1 0 0 0 0,60-6 0 0 0,-57 10-136 0 0,152-13-577 0 0,-73 8-7632 0 0,-101 9 3855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5:48.4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65 1392 0 0,'-5'-20'5179'0'0,"4"16"-4540"0"0,0 0 0 0 0,0 0 0 0 0,0 0 0 0 0,-1 0 0 0 0,1 1 0 0 0,-5-8 0 0 0,5 10-337 0 0,0-5 42 0 0,1 6-331 0 0,0 0-1 0 0,0 0 1 0 0,0 0-1 0 0,0 0 1 0 0,0 0 0 0 0,-1 0-1 0 0,1 0 1 0 0,0 0-1 0 0,0 0 1 0 0,0-1-1 0 0,0 1 1 0 0,0 0 0 0 0,0 0-1 0 0,0 0 1 0 0,0 0-1 0 0,0 0 1 0 0,0 0-1 0 0,0 0 1 0 0,0-1-1 0 0,0 1 1 0 0,0 0 0 0 0,0 0-1 0 0,0 0 1 0 0,0 0-1 0 0,0 0 1 0 0,1 0-1 0 0,-1 0 1 0 0,0 0-1 0 0,0 0 1 0 0,0-1 0 0 0,0 1-1 0 0,0 0 1 0 0,0 0-1 0 0,0 0 1 0 0,0 0-1 0 0,0 0 1 0 0,0 0 0 0 0,0 0-1 0 0,0 0 1 0 0,0 0-1 0 0,1 0 1 0 0,-1 0-1 0 0,0 0 1 0 0,0 0-1 0 0,0 0 1 0 0,0 0 0 0 0,0 0-1 0 0,0 0 1 0 0,0-1-1 0 0,0 1 1 0 0,1 0-1 0 0,-1 0 1 0 0,0 0 0 0 0,0 0-1 0 0,0 1 1 0 0,0-1-1 0 0,0 0 1 0 0,0 0-1 0 0,0 0 1 0 0,1 0-1 0 0,176 83 267 0 0,-145-70-266 0 0,159 71 140 0 0,-190-84-151 0 0,-1 0 0 0 0,1 1 1 0 0,-1-1-1 0 0,1 0 1 0 0,-1 0-1 0 0,0 1 1 0 0,1-1-1 0 0,-1 0 1 0 0,0 1-1 0 0,1-1 1 0 0,-1 1-1 0 0,0-1 0 0 0,0 0 1 0 0,1 1-1 0 0,-1-1 1 0 0,0 1-1 0 0,0-1 1 0 0,0 1-1 0 0,1-1 1 0 0,-1 1-1 0 0,0-1 1 0 0,0 1-1 0 0,0-1 0 0 0,0 1 1 0 0,0-1-1 0 0,0 0 1 0 0,0 1-1 0 0,0-1 1 0 0,0 1-1 0 0,0-1 1 0 0,0 1-1 0 0,-1-1 1 0 0,1 1-1 0 0,0-1 0 0 0,0 1 1 0 0,0-1-1 0 0,-1 1 1 0 0,1 0-1 0 0,-12 14 110 0 0,-3-3 34 0 0,0 0-1 0 0,-1-1 1 0 0,-1-1 0 0 0,-21 11-1 0 0,-77 29 523 0 0,70-32-378 0 0,-128 46-29 0 0,163-60-1203 0 0,9-4 714 0 0,-1 1 0 0 0,1-1-1 0 0,0 0 1 0 0,0 1 0 0 0,0-1 0 0 0,0 1 0 0 0,0-1 0 0 0,0 1 0 0 0,1-1-1 0 0,-1 1 1 0 0,0 0 0 0 0,0-1 0 0 0,0 1 0 0 0,0 0 0 0 0,1 0-1 0 0,-2 1 1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5:48.7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550 1 2652 0 0,'17'1'8001'0'0,"16"1"-413"0"0,-45 4-7030 0 0,-95 19-268 0 0,-122 46 0 0 0,184-56-270 0 0,0-1-377 0 0,15-5-403 0 0,1 1 1 0 0,-39 19 0 0 0,62-25-215 0 0,0 0 0 0 0,0 0 0 0 0,0 0 0 0 0,-5 6 0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5:50.1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52 296 0 0,'0'0'1801'0'0,"0"-34"10260"0"0,-5 17-18519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6:05.4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1214 476 0 0,'0'0'2474'0'0,"-21"5"2654"0"0,25-6-5049 0 0,-1 1 0 0 0,1-1-1 0 0,0 0 1 0 0,0 0 0 0 0,0 0-1 0 0,-1-1 1 0 0,1 1 0 0 0,0-1 0 0 0,-1 0-1 0 0,0 0 1 0 0,1 0 0 0 0,4-5 0 0 0,41-40 204 0 0,-28 25-211 0 0,0 0-76 0 0,-1-1 0 0 0,-1-1 0 0 0,-1-1 0 0 0,-1 0 1 0 0,-1-2-1 0 0,-2 0 0 0 0,0 0 0 0 0,-2-1 0 0 0,17-59 0 0 0,-11 12 1 0 0,-2-1-1 0 0,9-134 0 0 0,-20 136-51 0 0,-4 1-1 0 0,-3 0 1 0 0,-3-1 0 0 0,-16-81-1 0 0,21 154 70 0 0,-15 7 33 0 0,13-3-38 0 0,-1 0 0 0 0,1 0 1 0 0,1 0-1 0 0,-1 1 0 0 0,0-1 0 0 0,1 1 0 0 0,0-1 1 0 0,0 1-1 0 0,0-1 0 0 0,0 1 0 0 0,0 5 1 0 0,-2 3-5 0 0,-121 592 138 0 0,115-552-76 0 0,-2 8 1 0 0,2 1 0 0 0,4-1 0 0 0,3 123 1 0 0,3-171-61 0 0,1 1 0 0 0,0-1 1 0 0,1 0-1 0 0,0 0 0 0 0,1 0 1 0 0,0 0-1 0 0,11 21 1 0 0,-13-29-12 0 0,0-1 0 0 0,0 0 1 0 0,0 0-1 0 0,0 0 1 0 0,1-1-1 0 0,-1 1 1 0 0,1 0-1 0 0,0-1 1 0 0,-1 0-1 0 0,1 1 1 0 0,0-1-1 0 0,1 0 0 0 0,-1-1 1 0 0,0 1-1 0 0,0-1 1 0 0,1 1-1 0 0,-1-1 1 0 0,1 0-1 0 0,-1 0 1 0 0,1 0-1 0 0,0-1 0 0 0,-1 1 1 0 0,1-1-1 0 0,0 0 1 0 0,-1 0-1 0 0,1 0 1 0 0,0-1-1 0 0,-1 1 1 0 0,1-1-1 0 0,0 0 0 0 0,3-1 1 0 0,5-3-80 0 0,0 0 0 0 0,-1 0 0 0 0,0-1 0 0 0,0-1 0 0 0,0 0 0 0 0,-1 0 0 0 0,0-1 0 0 0,0 0 0 0 0,-1-1 0 0 0,0 0 0 0 0,0 0 0 0 0,10-17 0 0 0,8-11-165 0 0,-3-3-1 0 0,21-43 1 0 0,-17 28 255 0 0,-2-1 1 0 0,31-101-1 0 0,-56 155 28 0 0,-2 9 15 0 0,0-1 0 0 0,-1 0 0 0 0,1 1 0 0 0,-1-1 0 0 0,-4 8 0 0 0,-2 6 113 0 0,0 7-36 0 0,1 0 0 0 0,2 0 0 0 0,0 1 0 0 0,2-1 0 0 0,1 1 0 0 0,1 0 0 0 0,3 37 0 0 0,-1-58-112 0 0,0 1 0 0 0,1-1 0 0 0,0 0 1 0 0,0 0-1 0 0,1 0 0 0 0,-1 0 0 0 0,1-1 0 0 0,1 1 1 0 0,-1-1-1 0 0,8 10 0 0 0,-8-13-11 0 0,0 0-1 0 0,0 0 1 0 0,0-1 0 0 0,0 1-1 0 0,0-1 1 0 0,1 1-1 0 0,-1-1 1 0 0,1 0 0 0 0,0 0-1 0 0,-1 0 1 0 0,1-1-1 0 0,0 0 1 0 0,0 1 0 0 0,0-1-1 0 0,0-1 1 0 0,0 1-1 0 0,0 0 1 0 0,1-1 0 0 0,7 0-1 0 0,-2-1-1 0 0,1 0 0 0 0,-1-1 0 0 0,0 0 0 0 0,0 0 0 0 0,0-1 0 0 0,0 0 0 0 0,-1-1 0 0 0,1 0 0 0 0,-1-1 0 0 0,13-7 0 0 0,-11 4-16 0 0,0-1 1 0 0,0 0 0 0 0,0-1 0 0 0,-2 0-1 0 0,1 0 1 0 0,14-22 0 0 0,-6 3-20 0 0,-2 0-1 0 0,-1 0 1 0 0,-2-2 0 0 0,0 0 0 0 0,13-55 0 0 0,-1-33 125 0 0,-17 83 16 0 0,-8 34-122 0 0,-1 3 22 0 0,-1 1 0 0 0,1-1 1 0 0,0 1-1 0 0,0-1 0 0 0,0 1 1 0 0,0 0-1 0 0,0-1 0 0 0,1 1 1 0 0,-1 0-1 0 0,0-1 0 0 0,0 4 0 0 0,1-5-3 0 0,-96 440 2362 0 0,96-439-2366 0 0,-63 504 1370 0 0,30-200-912 0 0,23-231-359 0 0,-3 0 0 0 0,-24 76 0 0 0,27-120-62 0 0,-1 0 0 0 0,-1 0 1 0 0,-1-2-1 0 0,-2 1 0 0 0,-1-2 0 0 0,-1 0 0 0 0,-31 37 0 0 0,42-56 16 0 0,-1-1 1 0 0,0 0-1 0 0,-1 0 1 0 0,0-1-1 0 0,0 0 0 0 0,0 0 1 0 0,-1-1-1 0 0,0 0 1 0 0,0-1-1 0 0,0 1 0 0 0,-13 3 1 0 0,17-7-37 0 0,0 0 0 0 0,0 0 0 0 0,0-1 0 0 0,0 1 0 0 0,0-1 0 0 0,0 0 0 0 0,-1 0 0 0 0,1-1 0 0 0,0 0 1 0 0,0 0-1 0 0,0 0 0 0 0,1 0 0 0 0,-1-1 0 0 0,0 1 0 0 0,0-1 0 0 0,1-1 0 0 0,-1 1 0 0 0,1-1 0 0 0,0 1 0 0 0,0-1 0 0 0,0 0 0 0 0,0-1 0 0 0,0 1 0 0 0,-5-7 0 0 0,1 0-10 0 0,0 0 0 0 0,0-1 0 0 0,1 0 0 0 0,0 0 0 0 0,1-1 0 0 0,1 0-1 0 0,-1 0 1 0 0,2 0 0 0 0,0-1 0 0 0,-3-13 0 0 0,4 6-12 0 0,0 1 1 0 0,2-1-1 0 0,0 0 1 0 0,1 0-1 0 0,1 0 0 0 0,4-21 1 0 0,2 3-15 0 0,2 0 1 0 0,2 0 0 0 0,2 1-1 0 0,1 0 1 0 0,1 1-1 0 0,25-41 1 0 0,-3 17-133 0 0,2 2 0 0 0,3 1 0 0 0,3 3 0 0 0,2 1 0 0 0,59-51 0 0 0,283-209-4125 0 0,-169 144-1794 0 0,-178 135 3932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6:05.6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419 40 1100 0 0,'-1'-3'1248'0'0,"1"1"-1048"0"0,0 0 1 0 0,0 1-1 0 0,-1-1 0 0 0,1 0 0 0 0,-1 0 1 0 0,1 0-1 0 0,-1 1 0 0 0,0-1 1 0 0,1 0-1 0 0,-1 1 0 0 0,0-1 0 0 0,0 0 1 0 0,0 1-1 0 0,-1-1 0 0 0,1 1 0 0 0,0 0 1 0 0,0-1-1 0 0,-3 0 0 0 0,3 1-120 0 0,0 0-1 0 0,-1 1 1 0 0,1-1-1 0 0,-1 1 1 0 0,1-1 0 0 0,-1 1-1 0 0,1 0 1 0 0,-1 0-1 0 0,1-1 1 0 0,-1 1 0 0 0,1 0-1 0 0,-1 0 1 0 0,1 0-1 0 0,-1 1 1 0 0,1-1-1 0 0,-1 0 1 0 0,1 1 0 0 0,-1-1-1 0 0,1 1 1 0 0,0-1-1 0 0,-1 1 1 0 0,1 0 0 0 0,-1-1-1 0 0,-1 2 1 0 0,-1 2 41 0 0,-1-1 0 0 0,1 0-1 0 0,0 1 1 0 0,0 0 0 0 0,0 0 0 0 0,0 0 0 0 0,1 1 0 0 0,0-1 0 0 0,0 1 0 0 0,-3 5 0 0 0,-21 53 599 0 0,22-50-577 0 0,-14 39 544 0 0,-19 93 0 0 0,2 58 147 0 0,25-136-617 0 0,-18 119 327 0 0,-63 324 372 0 0,34-268-2557 0 0,58-241 1271 0 0,-4 12-81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6:05.9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0 222 1668 0 0,'7'-17'773'0'0,"1"0"-1"0"0,1 1 1 0 0,0 0-1 0 0,1 1 1 0 0,1 0-1 0 0,0 0 1 0 0,1 1-1 0 0,1 1 1 0 0,27-23-1 0 0,-34 30-700 0 0,1 1-1 0 0,0 0 1 0 0,0 1 0 0 0,1 0 0 0 0,0 0-1 0 0,-1 0 1 0 0,1 1 0 0 0,0 0-1 0 0,0 1 1 0 0,1 0 0 0 0,-1 0-1 0 0,1 0 1 0 0,-1 1 0 0 0,1 1-1 0 0,-1 0 1 0 0,1 0 0 0 0,-1 0 0 0 0,1 1-1 0 0,-1 0 1 0 0,0 1 0 0 0,1 0-1 0 0,-1 0 1 0 0,11 5 0 0 0,-16-6-35 0 0,0 0 1 0 0,0 1-1 0 0,0-1 0 0 0,0 1 1 0 0,0 0-1 0 0,0 0 1 0 0,0 0-1 0 0,-1 0 0 0 0,1 0 1 0 0,-1 1-1 0 0,0-1 1 0 0,1 1-1 0 0,-1 0 1 0 0,0 0-1 0 0,-1-1 0 0 0,1 1 1 0 0,0 0-1 0 0,1 6 1 0 0,-2-5 25 0 0,0 0 0 0 0,-1 0 0 0 0,1 0 0 0 0,-1 0 0 0 0,0 0 0 0 0,-1 0 0 0 0,1 1 0 0 0,-1-1 0 0 0,1 0 1 0 0,-1 0-1 0 0,0 0 0 0 0,-1-1 0 0 0,-1 7 0 0 0,-4 3 68 0 0,0-1-1 0 0,0 1 1 0 0,-2-1 0 0 0,1-1 0 0 0,-1 1-1 0 0,-1-1 1 0 0,-16 14 0 0 0,16-17-66 0 0,0-1-1 0 0,0 1 1 0 0,-1-2-1 0 0,0 1 1 0 0,-17 5 0 0 0,22-9-120 0 0,1-1 1 0 0,-1-1 0 0 0,0 1 0 0 0,1-1 0 0 0,-1 0 0 0 0,-7 0 0 0 0,11-1-47 0 0,-1 0 1 0 0,1 0-1 0 0,0-1 1 0 0,0 1 0 0 0,0 0-1 0 0,-1-1 1 0 0,1 1-1 0 0,0-1 1 0 0,0 0-1 0 0,0 0 1 0 0,0 0-1 0 0,0 0 1 0 0,0 0-1 0 0,0 0 1 0 0,1 0 0 0 0,-4-3-1 0 0,4 3-196 0 0,0 0 1 0 0,0 0-1 0 0,0 0 0 0 0,1-1 0 0 0,-1 1 0 0 0,0 0 1 0 0,0 0-1 0 0,1-1 0 0 0,-1 1 0 0 0,1-1 0 0 0,-1 1 1 0 0,1 0-1 0 0,-1-1 0 0 0,1 1 0 0 0,0-1 0 0 0,0 1 1 0 0,0-1-1 0 0,0-2 0 0 0,0-9-3715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6:06.3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1 114 1252 0 0,'2'0'303'0'0,"1"0"-1"0"0,-1 0 1 0 0,0 0-1 0 0,1 0 1 0 0,-1 1 0 0 0,0-1-1 0 0,1 1 1 0 0,-1-1-1 0 0,0 1 1 0 0,0 0 0 0 0,1 0-1 0 0,-1 0 1 0 0,0 0-1 0 0,0 0 1 0 0,0 1 0 0 0,0-1-1 0 0,-1 1 1 0 0,1-1-1 0 0,0 1 1 0 0,0-1 0 0 0,-1 1-1 0 0,1 0 1 0 0,-1 0-1 0 0,0 0 1 0 0,1 0 0 0 0,-1 0-1 0 0,1 3 1 0 0,8 10-49 0 0,-8-12-157 0 0,0 0-1 0 0,1-1 1 0 0,-1 1-1 0 0,1 0 1 0 0,0-1 0 0 0,0 1-1 0 0,-1-1 1 0 0,1 0 0 0 0,1 0-1 0 0,-1 0 1 0 0,0 0 0 0 0,1-1-1 0 0,-1 1 1 0 0,0-1 0 0 0,1 0-1 0 0,0 0 1 0 0,-1 0 0 0 0,1 0-1 0 0,0-1 1 0 0,-1 1-1 0 0,1-1 1 0 0,4 0 0 0 0,-3-1 1 0 0,0 0 0 0 0,0 0 0 0 0,0 0 0 0 0,-1-1 0 0 0,1 1 0 0 0,0-1 0 0 0,-1 0 0 0 0,1-1-1 0 0,-1 1 1 0 0,0-1 0 0 0,0 1 0 0 0,0-1 0 0 0,0-1 0 0 0,-1 1 0 0 0,1 0 0 0 0,5-9 0 0 0,-4 5 56 0 0,0 0-1 0 0,-1 0 0 0 0,0-1 1 0 0,0 1-1 0 0,-1-1 0 0 0,0 0 1 0 0,0 0-1 0 0,-1 0 0 0 0,0-1 1 0 0,-1 1-1 0 0,0-1 0 0 0,0 1 1 0 0,-1-15-1 0 0,1 22-149 0 0,-1 0-1 0 0,0 0 1 0 0,0 0-1 0 0,0 0 1 0 0,0 0-1 0 0,0 0 1 0 0,0 0-1 0 0,0 0 1 0 0,0 0-1 0 0,0 0 1 0 0,-1 0-1 0 0,1 0 1 0 0,0 0-1 0 0,-1 0 1 0 0,1 0-1 0 0,-1 0 1 0 0,1 0-1 0 0,-1 0 1 0 0,1 1 0 0 0,-1-1-1 0 0,1 0 1 0 0,-1 0-1 0 0,0 0 1 0 0,1 1-1 0 0,-1-1 1 0 0,0 0-1 0 0,0 1 1 0 0,0-1-1 0 0,0 1 1 0 0,1-1-1 0 0,-1 1 1 0 0,0-1-1 0 0,0 1 1 0 0,0 0-1 0 0,0 0 1 0 0,0-1-1 0 0,0 1 1 0 0,0 0-1 0 0,0 0 1 0 0,0 0-1 0 0,0 0 1 0 0,0 0-1 0 0,0 0 1 0 0,0 0-1 0 0,0 0 1 0 0,0 0 0 0 0,0 1-1 0 0,0-1 1 0 0,0 0-1 0 0,0 1 1 0 0,0-1-1 0 0,0 0 1 0 0,-1 2-1 0 0,-5 1 1 0 0,0 0 1 0 0,0 1-1 0 0,0 0 0 0 0,1 0 0 0 0,-7 6 0 0 0,-1 2 5 0 0,1 0-1 0 0,1 1 0 0 0,0 0 0 0 0,1 1 0 0 0,0 0 0 0 0,-10 19 0 0 0,17-27-5 0 0,1 1 0 0 0,-1-1 0 0 0,1 1 0 0 0,1 0 0 0 0,-1-1 0 0 0,1 1 0 0 0,1 0 0 0 0,-1 0 0 0 0,1 1 0 0 0,0-1 0 0 0,1 0 0 0 0,0 0 1 0 0,0 1-1 0 0,0-1 0 0 0,1 0 0 0 0,0 0 0 0 0,4 13 0 0 0,-4-16 6 0 0,1 1 0 0 0,0-1 0 0 0,0 0 1 0 0,0 0-1 0 0,1-1 0 0 0,0 1 0 0 0,-1 0 1 0 0,1-1-1 0 0,0 0 0 0 0,0 0 0 0 0,1 0 0 0 0,-1 0 1 0 0,1 0-1 0 0,0 0 0 0 0,6 3 0 0 0,-3-3-24 0 0,1 0 1 0 0,-1-1-1 0 0,0 0 0 0 0,1 0 0 0 0,-1-1 0 0 0,1 0 1 0 0,-1 0-1 0 0,13 0 0 0 0,2-2-416 0 0,-1-2 0 0 0,0 0 0 0 0,-1-1 0 0 0,1-1 0 0 0,34-12 0 0 0,-29 6-1231 0 0,-1 0 0 0 0,0-2 0 0 0,24-16 0 0 0,-7 0-3055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6:06.6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1 2684 0 0,'-26'2'2440'0'0,"6"1"-607"0"0,4-1-477 0 0,1-1 596 0 0,3 5-232 0 0,36-3-1400 0 0,0-5-8 0 0,5 2-200 0 0,11-1-216 0 0,9-3-224 0 0,8 4-272 0 0,8-2-216 0 0,6 2-376 0 0,3 2-1884 0 0,0-2-1133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6:06.8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1 1760 0 0,'4'2'600'0'0,"0"1"1"0"0,0 0-1 0 0,-1 0 0 0 0,1 0 1 0 0,-1 1-1 0 0,1-1 0 0 0,-1 1 1 0 0,0 0-1 0 0,-1-1 0 0 0,1 2 1 0 0,0-1-1 0 0,-1 0 0 0 0,0 0 1 0 0,0 1-1 0 0,-1-1 0 0 0,2 6 1 0 0,-2-3-390 0 0,0 0 0 0 0,0 0 0 0 0,-1 1 0 0 0,0-1 0 0 0,-1 0 0 0 0,0 0 0 0 0,0 1 0 0 0,0-1 0 0 0,-1 0 0 0 0,-3 8 0 0 0,-5 13-357 0 0,-1-1 1 0 0,-24 45-1 0 0,22-50-3287 0 0,-26 32 0 0 0,26-38-1147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6:07.9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94 1536 0 0,'10'-20'4531'0'0,"-8"17"-3810"0"0,0-1 1 0 0,0 1 0 0 0,0-1-1 0 0,0 0 1 0 0,-1 0-1 0 0,1 0 1 0 0,0-6 0 0 0,12 28-483 0 0,-3 41-133 0 0,4 67 0 0 0,5 37 11 0 0,-11-123 433 0 0,-8-41-528 0 0,0 0 1 0 0,0 1-1 0 0,0-1 1 0 0,1 1-1 0 0,-1-1 1 0 0,0 0-1 0 0,0 0 0 0 0,0 0 1 0 0,0 0-1 0 0,-1 0 1 0 0,3-1-1 0 0,11-22 87 0 0,-2-1 0 0 0,15-37 0 0 0,-5 11-29 0 0,5-3-163 0 0,-27 53 80 0 0,1 0 1 0 0,0 0 0 0 0,-1 1-1 0 0,1-1 1 0 0,0 0 0 0 0,0 1-1 0 0,0-1 1 0 0,0 1 0 0 0,-1-1-1 0 0,1 1 1 0 0,0-1 0 0 0,0 1-1 0 0,0-1 1 0 0,0 1 0 0 0,0 0-1 0 0,0 0 1 0 0,0-1 0 0 0,0 1-1 0 0,0 0 1 0 0,0 0 0 0 0,2 0-1 0 0,24 3-43 0 0,-9 4 32 0 0,1 0-1 0 0,0 1 1 0 0,-2 0-1 0 0,26 17 1 0 0,27 13 77 0 0,-67-37-53 0 0,0 0 0 0 0,-1 0 0 0 0,1 0 0 0 0,0 0 0 0 0,0 0 0 0 0,0-1 0 0 0,-1 1 0 0 0,1-1 0 0 0,0 0 0 0 0,0 0 0 0 0,0 0 0 0 0,0 0 0 0 0,0 0 0 0 0,0-1 0 0 0,0 1 0 0 0,0-1 0 0 0,-1 0 0 0 0,1 0 0 0 0,5-2 0 0 0,-3 0 1 0 0,0-1 0 0 0,0 1 1 0 0,0-1-1 0 0,-1 0 0 0 0,1-1 0 0 0,-1 1 1 0 0,0-1-1 0 0,6-9 0 0 0,32-52 65 0 0,-25 38-144 0 0,27-35 0 0 0,-41 58 44 0 0,6-5-6 0 0,-6 9 23 0 0,0 0 1 0 0,0 0-1 0 0,-1 1 1 0 0,1-1-1 0 0,0 0 1 0 0,0 1-1 0 0,5 0 1 0 0,-4-1 5 0 0,-1 1 0 0 0,1 0 0 0 0,0 0 1 0 0,0 0-1 0 0,-1 0 0 0 0,1 0 1 0 0,0 1-1 0 0,-1 0 0 0 0,1-1 0 0 0,0 1 1 0 0,5 3-1 0 0,-1-1-2 0 0,24 5-7 0 0,-12-3 46 0 0,0-1 0 0 0,1 0 0 0 0,36 1 0 0 0,-55-5-32 0 0,0 0 1 0 0,1 0 0 0 0,-1 0-1 0 0,0-1 1 0 0,1 1 0 0 0,-1-1-1 0 0,0 0 1 0 0,0 1 0 0 0,1-1-1 0 0,-1 0 1 0 0,0 0 0 0 0,0 0 0 0 0,0-1-1 0 0,0 1 1 0 0,0 0 0 0 0,-1-1-1 0 0,1 1 1 0 0,0-1 0 0 0,-1 0-1 0 0,1 1 1 0 0,-1-1 0 0 0,1 0-1 0 0,-1 0 1 0 0,2-3 0 0 0,-1 1-11 0 0,-1 0-1 0 0,1-1 1 0 0,-1 1 0 0 0,0 0-1 0 0,0 0 1 0 0,0-1 0 0 0,0 1-1 0 0,-1-1 1 0 0,0 1 0 0 0,0-8 0 0 0,0 11 0 0 0,-1 0 0 0 0,1-1 1 0 0,0 1-1 0 0,0 0 0 0 0,-1-1 0 0 0,1 1 1 0 0,0 0-1 0 0,-1 0 0 0 0,1-1 1 0 0,-1 1-1 0 0,0 0 0 0 0,1 0 1 0 0,-1 0-1 0 0,0 0 0 0 0,0 0 1 0 0,0 0-1 0 0,0 0 0 0 0,0 0 0 0 0,0 0 1 0 0,0 0-1 0 0,0 0 0 0 0,0 1 1 0 0,0-1-1 0 0,0 0 0 0 0,-1 1 1 0 0,1-1-1 0 0,0 1 0 0 0,0-1 1 0 0,-1 1-1 0 0,1 0 0 0 0,0-1 1 0 0,-1 1-1 0 0,1 0 0 0 0,0 0 0 0 0,-1 0 1 0 0,1 0-1 0 0,0 0 0 0 0,-3 1 1 0 0,-1-1-3 0 0,0 1 1 0 0,0 1 0 0 0,0-1 0 0 0,-1 0-1 0 0,1 1 1 0 0,1 0 0 0 0,-9 5 0 0 0,4-1-9 0 0,0 1 1 0 0,0 0 0 0 0,1 1-1 0 0,0 0 1 0 0,1 0 0 0 0,0 0 0 0 0,0 1-1 0 0,1 0 1 0 0,0 0 0 0 0,0 1 0 0 0,1 0-1 0 0,-4 13 1 0 0,5-15 14 0 0,0 1 0 0 0,1 1-1 0 0,1-1 1 0 0,0 0 0 0 0,0 1 0 0 0,1-1 0 0 0,0 1-1 0 0,0-1 1 0 0,1 1 0 0 0,0 0 0 0 0,1-1 0 0 0,0 1-1 0 0,1-1 1 0 0,3 13 0 0 0,-3-17-9 0 0,0 0 0 0 0,1 0 0 0 0,-1 0 0 0 0,1-1 0 0 0,0 1 0 0 0,0-1 0 0 0,1 0 0 0 0,-1 0 0 0 0,1 0 0 0 0,0 0 0 0 0,0-1-1 0 0,0 0 1 0 0,1 1 0 0 0,-1-1 0 0 0,1-1 0 0 0,0 1 0 0 0,7 2 0 0 0,0 0-979 0 0,1-1 1 0 0,0-1-1 0 0,0 0 0 0 0,0-1 0 0 0,27 1 1 0 0,-3-2-3747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6:08.2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372 68 540 0 0,'2'-4'1796'0'0,"0"1"-388"0"0,0-1 1 0 0,-1 0-1 0 0,1 0 1 0 0,-1 0-1 0 0,2-8 1 0 0,-3 11-1292 0 0,0 0 0 0 0,0 0 1 0 0,0 0-1 0 0,0 0 0 0 0,0 0 0 0 0,0 0 0 0 0,0 0 1 0 0,0 0-1 0 0,-1 0 0 0 0,1 0 0 0 0,0 0 0 0 0,-1 0 0 0 0,1 0 1 0 0,-1 0-1 0 0,1 0 0 0 0,-1 0 0 0 0,1 0 0 0 0,-1 1 1 0 0,0-1-1 0 0,1 0 0 0 0,-1 0 0 0 0,0 1 0 0 0,0-1 1 0 0,0 0-1 0 0,1 1 0 0 0,-1-1 0 0 0,0 1 0 0 0,0-1 1 0 0,0 1-1 0 0,-2-1 0 0 0,-2-1-52 0 0,-1 1 0 0 0,0-1 0 0 0,0 2 0 0 0,0-1-1 0 0,-1 1 1 0 0,1-1 0 0 0,0 2 0 0 0,0-1 0 0 0,0 1 0 0 0,0 0 0 0 0,0 0 0 0 0,0 0-1 0 0,0 1 1 0 0,1 0 0 0 0,-1 0 0 0 0,0 1 0 0 0,-7 4 0 0 0,-10 6-32 0 0,1 0 1 0 0,-37 31 0 0 0,42-30-17 0 0,0 1 0 0 0,1 1 0 0 0,0 0-1 0 0,1 2 1 0 0,-17 25 0 0 0,28-36-49 0 0,-1 0 0 0 0,1 0 0 0 0,0 0 0 0 0,1 1 0 0 0,0-1-1 0 0,0 1 1 0 0,0 0 0 0 0,1-1 0 0 0,0 1 0 0 0,1 0 0 0 0,0 1-1 0 0,0-1 1 0 0,1 0 0 0 0,0 0 0 0 0,0 0 0 0 0,1 0 0 0 0,0 0 0 0 0,3 12-1 0 0,-2-15-134 0 0,0 1 0 0 0,1-1 0 0 0,0 0 0 0 0,-1 0 0 0 0,2-1 0 0 0,-1 1 0 0 0,0-1 0 0 0,1 1 0 0 0,0-1 0 0 0,0 0-1 0 0,0-1 1 0 0,1 1 0 0 0,5 3 0 0 0,-2-2-721 0 0,1 0 0 0 0,0 0 0 0 0,0-1 0 0 0,1 0 0 0 0,-1-1-1 0 0,16 4 1 0 0,7-1-3331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6:08.6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308 60 84 0 0,'1'-3'599'0'0,"-1"1"-1"0"0,1-1 1 0 0,-1 1 0 0 0,0 0-1 0 0,1-1 1 0 0,-1 1-1 0 0,0-1 1 0 0,-1 1 0 0 0,0-5-1 0 0,1 5-398 0 0,-1 0 0 0 0,1 0 1 0 0,-1 1-1 0 0,0-1 0 0 0,0 0 0 0 0,0 0 0 0 0,0 1 0 0 0,0-1 0 0 0,-1 1 0 0 0,1-1 0 0 0,0 1 0 0 0,-1-1 0 0 0,1 1 0 0 0,-1 0 0 0 0,1 0 0 0 0,-1 0 0 0 0,-2-2 1 0 0,1 3-144 0 0,0-1 0 0 0,-1 1 0 0 0,1-1 1 0 0,0 1-1 0 0,0 0 0 0 0,0 0 0 0 0,-1 1 1 0 0,1-1-1 0 0,0 0 0 0 0,0 1 1 0 0,0 0-1 0 0,0 0 0 0 0,0 0 0 0 0,0 0 1 0 0,0 1-1 0 0,-3 1 0 0 0,-1-1 54 0 0,-9 5-65 0 0,1 1 0 0 0,0 0 0 0 0,0 1 0 0 0,1 0 0 0 0,0 1 0 0 0,0 1 1 0 0,1 0-1 0 0,1 1 0 0 0,0 0 0 0 0,1 1 0 0 0,0 1 0 0 0,0-1 0 0 0,2 2 0 0 0,0-1 0 0 0,0 1 1 0 0,-8 22-1 0 0,16-35-41 0 0,1 0 1 0 0,-1 1-1 0 0,0-1 0 0 0,0 0 1 0 0,1 1-1 0 0,0-1 1 0 0,-1 1-1 0 0,1-1 0 0 0,0 1 1 0 0,0-1-1 0 0,0 1 1 0 0,0-1-1 0 0,1 1 1 0 0,-1-1-1 0 0,1 0 0 0 0,0 1 1 0 0,-1-1-1 0 0,1 0 1 0 0,0 1-1 0 0,0-1 0 0 0,0 0 1 0 0,1 0-1 0 0,1 2 1 0 0,-2-3-2 0 0,-1 0 1 0 0,1 0-1 0 0,0 0 1 0 0,0 0-1 0 0,0-1 1 0 0,0 1-1 0 0,0 0 1 0 0,0-1-1 0 0,0 1 1 0 0,0-1-1 0 0,1 0 1 0 0,-1 1-1 0 0,0-1 1 0 0,0 0-1 0 0,0 1 1 0 0,0-1-1 0 0,1 0 1 0 0,-1 0-1 0 0,0 0 1 0 0,0 0-1 0 0,0 0 1 0 0,3-1-1 0 0,-1 1 4 0 0,1-1 0 0 0,-1 0-1 0 0,0 0 1 0 0,0 0 0 0 0,1 0-1 0 0,3-3 1 0 0,10-7 39 0 0,-1-2-1 0 0,-1 0 1 0 0,0 0 0 0 0,-1-2-1 0 0,23-29 1 0 0,-10 12 334 0 0,5-3-172 0 0,-31 33-209 0 0,4 1-12 0 0,-5 1 12 0 0,0 0 0 0 0,0-1 0 0 0,1 1 0 0 0,-1 0 0 0 0,0 0 0 0 0,0 0 0 0 0,0 0 0 0 0,1-1 0 0 0,-1 1 0 0 0,0 0 0 0 0,0 0 0 0 0,1 0 0 0 0,-1 0 0 0 0,0 0 0 0 0,1 0 0 0 0,-1 0 0 0 0,0 0 0 0 0,0 0 0 0 0,1 0 0 0 0,-1 0 0 0 0,0 0 0 0 0,0 0 0 0 0,1 0 0 0 0,-1 0 0 0 0,0 0 0 0 0,1 0 0 0 0,-1 0 0 0 0,0 0 0 0 0,0 0 0 0 0,1 0 0 0 0,-1 1 0 0 0,0-1 0 0 0,1 0-1 0 0,3 4 4 0 0,0 1 0 0 0,0-1 0 0 0,-1 1 0 0 0,1 0 0 0 0,-1 0 0 0 0,0 0 0 0 0,0 0 0 0 0,-1 1 0 0 0,3 5 0 0 0,16 59-212 0 0,-13-44-357 0 0,-8-23 441 0 0,2 3-859 0 0,0 1 0 0 0,0 0 0 0 0,1-1 0 0 0,0 1-1 0 0,5 7 1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6:09.0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0 105 2388 0 0,'12'-21'5918'0'0,"-12"20"-5850"0"0,1 0 0 0 0,0 1 1 0 0,-1-1-1 0 0,1 1 0 0 0,0-1 0 0 0,-1 1 0 0 0,1 0 0 0 0,0-1 0 0 0,-1 1 1 0 0,1-1-1 0 0,0 1 0 0 0,0 0 0 0 0,0 0 0 0 0,-1 0 0 0 0,1-1 0 0 0,0 1 1 0 0,0 0-1 0 0,0 0 0 0 0,-1 0 0 0 0,1 0 0 0 0,0 0 0 0 0,0 0 0 0 0,0 1 1 0 0,0-1-1 0 0,1 0 0 0 0,0 1-8 0 0,0 0 0 0 0,0 1 0 0 0,0-1 1 0 0,0 0-1 0 0,0 1 0 0 0,0-1 0 0 0,-1 1 0 0 0,1-1 1 0 0,2 4-1 0 0,1 1-17 0 0,0 1 1 0 0,0 1-1 0 0,-1-1 1 0 0,5 11-1 0 0,-5-6 52 0 0,-1 1 1 0 0,0-1-1 0 0,-1 0 0 0 0,0 1 0 0 0,-1-1 1 0 0,0 1-1 0 0,-2 18 0 0 0,1-10 628 0 0,0-21-680 0 0,0 1 1 0 0,0-1-1 0 0,0 1 1 0 0,0-1-1 0 0,0 1 1 0 0,0-1-1 0 0,0 1 0 0 0,-1-1 1 0 0,1 0-1 0 0,0 1 1 0 0,0-1-1 0 0,0 1 1 0 0,0-1-1 0 0,0 0 1 0 0,-1 1-1 0 0,1-1 1 0 0,0 1-1 0 0,0-1 0 0 0,-1 0 1 0 0,1 1-1 0 0,0-1 1 0 0,-1 0-1 0 0,1 1 1 0 0,0-1-1 0 0,-1 0 1 0 0,1 0-1 0 0,0 1 1 0 0,-1-1-1 0 0,0 0-34 0 0,1 0 0 0 0,0 0 1 0 0,-1 0-1 0 0,1 0 0 0 0,0 0 0 0 0,0 0 1 0 0,-1 0-1 0 0,1 0 0 0 0,0-1 0 0 0,0 1 1 0 0,-1 0-1 0 0,1 0 0 0 0,0 0 0 0 0,0 0 0 0 0,-1-1 1 0 0,1 1-1 0 0,0 0 0 0 0,0 0 0 0 0,0 0 1 0 0,0-1-1 0 0,-1 1 0 0 0,1 0 0 0 0,0 0 1 0 0,0-1-1 0 0,0 1 0 0 0,0 0 0 0 0,0 0 1 0 0,0-1-1 0 0,-1 1 0 0 0,1 0 0 0 0,0 0 1 0 0,0-1-1 0 0,0 1 0 0 0,0 0 0 0 0,0 0 0 0 0,0-1 1 0 0,0 1-1 0 0,0 0 0 0 0,0-1 0 0 0,1 1 1 0 0,-1-13-12 0 0,2 0 1 0 0,0 0-1 0 0,0 1 1 0 0,1-1-1 0 0,1 1 1 0 0,0 0 0 0 0,0 0-1 0 0,2 0 1 0 0,-1 1-1 0 0,1 0 1 0 0,1 0-1 0 0,11-14 1 0 0,-11 15-26 0 0,1 0 1 0 0,1 0-1 0 0,-1 1 1 0 0,2 1-1 0 0,-1 0 1 0 0,1 0-1 0 0,0 0 0 0 0,1 2 1 0 0,0-1-1 0 0,0 1 1 0 0,0 1-1 0 0,24-8 1 0 0,-31 11 21 0 0,0 1 0 0 0,0 1 0 0 0,0-1 0 0 0,0 1 0 0 0,0-1 1 0 0,0 1-1 0 0,0 0 0 0 0,0 0 0 0 0,0 1 0 0 0,0-1 0 0 0,-1 1 1 0 0,1 0-1 0 0,0 0 0 0 0,0 1 0 0 0,0-1 0 0 0,-1 1 0 0 0,1-1 1 0 0,0 1-1 0 0,-1 0 0 0 0,0 0 0 0 0,1 1 0 0 0,-1-1 1 0 0,4 5-1 0 0,-3-2 3 0 0,1 1 1 0 0,-1-1 0 0 0,0 1-1 0 0,0 1 1 0 0,-1-1-1 0 0,0 0 1 0 0,0 1 0 0 0,0 0-1 0 0,-1 0 1 0 0,0 0-1 0 0,0 0 1 0 0,1 9 0 0 0,0 11-532 0 0,4 21-1739 0 0,1-18-2225 0 0,-3-16 680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6:09.5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76 888 0 0,'23'-28'8192'0'0,"-15"26"-7044"0"0,-8 2-1120 0 0,1 0-1 0 0,-1-1 0 0 0,1 1 0 0 0,-1 0 1 0 0,1 0-1 0 0,0 0 0 0 0,-1 0 1 0 0,1-1-1 0 0,-1 1 0 0 0,1 0 1 0 0,0 0-1 0 0,-1 0 0 0 0,1 0 1 0 0,-1 0-1 0 0,1 0 0 0 0,-1 1 1 0 0,1-1-1 0 0,0 0 0 0 0,-1 0 0 0 0,1 0 1 0 0,-1 0-1 0 0,1 1 0 0 0,-1-1 1 0 0,1 0-1 0 0,-1 1 0 0 0,1-1 1 0 0,0 1-1 0 0,3 2 14 0 0,0 0 0 0 0,0 1 0 0 0,-1 0 0 0 0,1 0 0 0 0,-1 0 1 0 0,0 0-1 0 0,0 0 0 0 0,-1 1 0 0 0,1-1 0 0 0,-1 1 0 0 0,0 0 0 0 0,0 0 0 0 0,0 0 0 0 0,-1 0 0 0 0,1 0 0 0 0,-1 0 1 0 0,-1 0-1 0 0,1 10 0 0 0,0 7 364 0 0,-1 1 0 0 0,-6 42 0 0 0,5-56-107 0 0,0-7-23 0 0,1-2-262 0 0,0 0 1 0 0,0-1-1 0 0,0 1 0 0 0,0 0 1 0 0,0 0-1 0 0,0 0 0 0 0,0-1 1 0 0,0 1-1 0 0,0 0 0 0 0,0 0 0 0 0,-1 0 1 0 0,1-1-1 0 0,0 1 0 0 0,0 0 1 0 0,0 0-1 0 0,0 0 0 0 0,0-1 1 0 0,-1 1-1 0 0,1 0 0 0 0,0 0 1 0 0,0 0-1 0 0,0 0 0 0 0,-1 0 1 0 0,1 0-1 0 0,0 0 0 0 0,0-1 1 0 0,0 1-1 0 0,-1 0 0 0 0,1 0 1 0 0,0 0-1 0 0,0 0 0 0 0,-1 0 1 0 0,1 0-1 0 0,0 0 0 0 0,0 0 1 0 0,-1 0-1 0 0,1 0 0 0 0,0 0 1 0 0,0 0-1 0 0,0 0 0 0 0,-1 0 1 0 0,1 1-1 0 0,0-1 0 0 0,0 0 0 0 0,0 0 1 0 0,-1 0-1 0 0,1 0 0 0 0,0 0 1 0 0,0 0-1 0 0,0 0 0 0 0,-1 1 1 0 0,1-1-1 0 0,0 0 0 0 0,0 0 1 0 0,0 0-1 0 0,0 1 0 0 0,0-1 1 0 0,-1 0-1 0 0,1 0 0 0 0,0 0 1 0 0,0 1-1 0 0,1-14-26 0 0,1 0 0 0 0,0 0 0 0 0,1 0 0 0 0,1 0 0 0 0,0 0 0 0 0,0 1 0 0 0,2-1 0 0 0,-1 1 0 0 0,1 1 0 0 0,1-1 0 0 0,0 1 0 0 0,1 0 0 0 0,0 1 0 0 0,1 0 0 0 0,0 0 0 0 0,0 0 0 0 0,1 2 0 0 0,0-1 0 0 0,13-8 0 0 0,-17 14-25 0 0,-2 0 21 0 0,1 0 1 0 0,0 0-1 0 0,-1 1 0 0 0,1 0 1 0 0,0 0-1 0 0,0 0 1 0 0,6-1-1 0 0,-8 2 16 0 0,1 0-1 0 0,0 0 1 0 0,-1 1-1 0 0,1-1 0 0 0,-1 1 1 0 0,1 0-1 0 0,0 0 1 0 0,-1 0-1 0 0,1 0 1 0 0,0 1-1 0 0,-1 0 0 0 0,1 0 1 0 0,-1-1-1 0 0,1 2 1 0 0,-1-1-1 0 0,0 0 1 0 0,1 1-1 0 0,-1 0 1 0 0,0 0-1 0 0,0 0 0 0 0,0 0 1 0 0,5 5-1 0 0,-5-4 17 0 0,0 1-1 0 0,0 0 1 0 0,0-1 0 0 0,0 1-1 0 0,-1 1 1 0 0,1-1-1 0 0,-1 0 1 0 0,0 1-1 0 0,0-1 1 0 0,-1 1 0 0 0,0-1-1 0 0,1 1 1 0 0,-1 0-1 0 0,0 6 1 0 0,1 10-905 0 0,-2-1 0 0 0,-1 24 0 0 0,-1-8-4023 0 0,2-25 760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6:09.9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69 143 476 0 0,'35'-52'14684'0'0,"-36"52"-14666"0"0,1 0 0 0 0,-1 0-1 0 0,0 0 1 0 0,1-1 0 0 0,-1 1 0 0 0,1 0 0 0 0,-1 0-1 0 0,0 0 1 0 0,1 0 0 0 0,-1 1 0 0 0,1-1 0 0 0,-1 0-1 0 0,0 0 1 0 0,1 0 0 0 0,-1 0 0 0 0,1 1 0 0 0,-1-1 0 0 0,0 0-1 0 0,1 0 1 0 0,-1 1 0 0 0,1-1 0 0 0,-1 0 0 0 0,1 1-1 0 0,0-1 1 0 0,-1 1 0 0 0,0 0 0 0 0,-11 8 88 0 0,5-2-76 0 0,0-1 0 0 0,1 1-1 0 0,0 0 1 0 0,0 0 0 0 0,1 0 0 0 0,0 1 0 0 0,0 0 0 0 0,0 0 0 0 0,1 0 0 0 0,1 1 0 0 0,-1-1-1 0 0,1 1 1 0 0,1 0 0 0 0,0 0 0 0 0,0 0 0 0 0,1 0 0 0 0,-1 17 0 0 0,2-23-19 0 0,0-1 0 0 0,0 1-1 0 0,0 0 1 0 0,1 0 0 0 0,-1 0 0 0 0,1-1 0 0 0,-1 1 0 0 0,1 0 0 0 0,0-1 0 0 0,0 1-1 0 0,1-1 1 0 0,-1 1 0 0 0,0-1 0 0 0,1 1 0 0 0,-1-1 0 0 0,1 0 0 0 0,0 0 0 0 0,0 0-1 0 0,0 0 1 0 0,0 0 0 0 0,0 0 0 0 0,0 0 0 0 0,1-1 0 0 0,-1 1 0 0 0,0-1 0 0 0,1 0-1 0 0,-1 1 1 0 0,1-1 0 0 0,0 0 0 0 0,-1-1 0 0 0,1 1 0 0 0,0 0 0 0 0,-1-1-1 0 0,4 1 1 0 0,0-1 7 0 0,0 0 0 0 0,0-1-1 0 0,0 0 1 0 0,-1 0 0 0 0,1 0-1 0 0,0-1 1 0 0,-1 1-1 0 0,1-1 1 0 0,-1-1 0 0 0,1 1-1 0 0,-1-1 1 0 0,0 0 0 0 0,0 0-1 0 0,0 0 1 0 0,6-7 0 0 0,0 0 5 0 0,-1 0 1 0 0,0-1 0 0 0,0-1-1 0 0,-2 0 1 0 0,12-18 0 0 0,-17 24 32 0 0,1-1 0 0 0,-1 0 1 0 0,0 0-1 0 0,0 0 0 0 0,-1 0 0 0 0,0 0 1 0 0,0-1-1 0 0,-1 1 0 0 0,1-1 1 0 0,-2 1-1 0 0,1-1 0 0 0,-2-11 1 0 0,0 14-35 0 0,0 0 1 0 0,-1 0 0 0 0,1 0-1 0 0,-1 0 1 0 0,-1 1 0 0 0,1-1-1 0 0,-1 1 1 0 0,1-1-1 0 0,-1 1 1 0 0,0 0 0 0 0,-1 0-1 0 0,1 0 1 0 0,-1 1 0 0 0,0-1-1 0 0,1 1 1 0 0,-2 0 0 0 0,-3-3-1 0 0,2 2-364 0 0,-1 0-1 0 0,1 1 1 0 0,-1-1-1 0 0,0 1 0 0 0,1 1 1 0 0,-1-1-1 0 0,-1 1 0 0 0,1 1 1 0 0,0-1-1 0 0,0 1 1 0 0,-8 0-1 0 0,2 3-1259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6:10.2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28 103 1844 0 0,'54'-102'14794'0'0,"-53"101"-14306"0"0,4 27-170 0 0,-67 437 1456 0 0,62-458-1761 0 0,-23 175 274 0 0,21-147-243 0 0,1 0 1 0 0,2 1 0 0 0,7 46-1 0 0,-7-72-63 0 0,1-1-1 0 0,0 0 0 0 0,0 1 0 0 0,1-1 0 0 0,0 0 1 0 0,0 0-1 0 0,1 0 0 0 0,0-1 0 0 0,0 1 0 0 0,0-1 0 0 0,1 0 1 0 0,0 0-1 0 0,0 0 0 0 0,11 9 0 0 0,-10-11-253 0 0,-1-1 0 0 0,0 1 0 0 0,1-1 0 0 0,0 0 0 0 0,0-1 0 0 0,-1 1 0 0 0,2-1 0 0 0,-1 0 0 0 0,0 0 0 0 0,0-1 0 0 0,1 0 0 0 0,-1 0 1 0 0,0-1-1 0 0,1 1 0 0 0,-1-2 0 0 0,1 1 0 0 0,-1 0 0 0 0,8-3 0 0 0,-3 1-1327 0 0,1-2 1 0 0,0 1 0 0 0,19-10-1 0 0,4-7-3811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6:10.4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42 1872 0 0,'-21'-4'2247'0'0,"-86"-19"6168"0"0,105 22-8016 0 0,5 0-58 0 0,15-3-208 0 0,0 1 1 0 0,0 1-1 0 0,1 0 0 0 0,-1 1 1 0 0,19 2-1 0 0,2-1-45 0 0,203 1-295 0 0,-96 0-1565 0 0,-1-3-3366 0 0,-87 0 497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6:11.7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432 230 1500 0 0,'18'-22'3309'0'0,"-1"-1"0"0"0,0 0 1 0 0,21-42-1 0 0,-37 64-3067 0 0,-1 0-223 0 0,0 0-1 0 0,0 0 0 0 0,0 1 0 0 0,0-1 0 0 0,0 0 0 0 0,-1 0 0 0 0,1 1 1 0 0,0-1-1 0 0,0 0 0 0 0,-1 0 0 0 0,1 1 0 0 0,0-1 0 0 0,-1 0 0 0 0,1 1 1 0 0,-1-1-1 0 0,1 1 0 0 0,0-1 0 0 0,-1 0 0 0 0,0 1 0 0 0,1-1 0 0 0,-1 1 1 0 0,1-1-1 0 0,-1 1 0 0 0,0 0 0 0 0,1-1 0 0 0,-1 1 0 0 0,0 0 0 0 0,1-1 1 0 0,-1 1-1 0 0,0 0 0 0 0,1 0 0 0 0,-1-1 0 0 0,0 1 0 0 0,0 0 0 0 0,1 0 1 0 0,-1 0-1 0 0,0 0 0 0 0,0 0 0 0 0,1 0 0 0 0,-1 0 0 0 0,0 0 1 0 0,0 1-1 0 0,1-1 0 0 0,-1 0 0 0 0,0 0 0 0 0,0 1 0 0 0,-6 1-20 0 0,1 0-1 0 0,-1 0 0 0 0,1 1 0 0 0,-7 3 1 0 0,-12 8 8 0 0,1 1-1 0 0,1 1 1 0 0,0 1 0 0 0,-25 24 0 0 0,33-26-27 0 0,0 0 0 0 0,1 1 0 0 0,1 1 1 0 0,1 0-1 0 0,0 1 0 0 0,-12 24 0 0 0,22-36 19 0 0,0-1-1 0 0,0 0 0 0 0,1 0 1 0 0,-1 1-1 0 0,1-1 1 0 0,1 0-1 0 0,-1 9 1 0 0,1-12 5 0 0,0-1 0 0 0,0 1 0 0 0,0 0 0 0 0,0-1 0 0 0,0 1 0 0 0,0 0 0 0 0,1-1 0 0 0,-1 1 0 0 0,0 0 0 0 0,1-1 0 0 0,0 1 0 0 0,-1-1 0 0 0,1 1 1 0 0,0-1-1 0 0,0 1 0 0 0,0-1 0 0 0,0 0 0 0 0,0 1 0 0 0,0-1 0 0 0,0 0 0 0 0,0 0 0 0 0,1 0 0 0 0,-1 1 0 0 0,0-2 0 0 0,1 1 0 0 0,-1 0 0 0 0,1 0 1 0 0,-1 0-1 0 0,1-1 0 0 0,1 2 0 0 0,2-1 9 0 0,-1 0 0 0 0,0-1 0 0 0,1 1 1 0 0,-1-1-1 0 0,1 0 0 0 0,-1 0 0 0 0,0 0 0 0 0,1-1 0 0 0,-1 1 1 0 0,0-1-1 0 0,1 0 0 0 0,-1 0 0 0 0,8-4 0 0 0,-6 2 1 0 0,0-1-1 0 0,0 0 0 0 0,0 0 0 0 0,-1 0 0 0 0,0 0 1 0 0,0-1-1 0 0,0 0 0 0 0,5-7 0 0 0,5-9 288 0 0,-1-1-1 0 0,0-1 1 0 0,17-43-1 0 0,-21 45 172 0 0,13-28-111 0 0,-22 47-396 0 0,6 23-24 0 0,-7 64 72 0 0,-19 150-1 0 0,13-185 0 0 0,-43 334 124 0 0,-32-8 8 0 0,32-228-91 0 0,41-128-29 0 0,-1-1 1 0 0,-1 0-1 0 0,-1 0 0 0 0,0-1 0 0 0,-17 20 1 0 0,26-36-17 0 0,0 1 0 0 0,-1 0 0 0 0,1-1 0 0 0,-1 1 0 0 0,0-1 0 0 0,0 0 0 0 0,0 0 0 0 0,0 0 0 0 0,0 0-1 0 0,0 0 1 0 0,0-1 0 0 0,-1 1 0 0 0,1-1 0 0 0,-1 0 0 0 0,1 0 0 0 0,-1 0 0 0 0,1-1 0 0 0,-1 1 0 0 0,0-1 0 0 0,1 0 0 0 0,-1 0 0 0 0,1 0 0 0 0,-6-1 0 0 0,5 0 1 0 0,0 0 0 0 0,-1-1-1 0 0,1 0 1 0 0,0 1 0 0 0,0-2-1 0 0,0 1 1 0 0,0 0 0 0 0,1-1 0 0 0,-1 0-1 0 0,1 1 1 0 0,-1-1 0 0 0,1-1-1 0 0,0 1 1 0 0,0 0 0 0 0,0-1 0 0 0,1 0-1 0 0,-1 1 1 0 0,-2-8 0 0 0,-1-3-5 0 0,0 0-1 0 0,1-1 1 0 0,1 0 0 0 0,0 0 0 0 0,1-1 0 0 0,1 1-1 0 0,0-1 1 0 0,1 1 0 0 0,1-1 0 0 0,0 1 0 0 0,1-1 0 0 0,7-30-1 0 0,0 8-21 0 0,2 0 0 0 0,2 1 0 0 0,1 0 0 0 0,20-36 0 0 0,-6 20-4 0 0,3 2-1 0 0,2 0 1 0 0,3 3-1 0 0,1 0 1 0 0,71-70-1 0 0,238-184-406 0 0,-65 62-606 0 0,-272 233 998 0 0,72-75-173 0 0,-74 75 156 0 0,-1 0 0 0 0,1 0 0 0 0,-1-1 0 0 0,0 0 0 0 0,-1 0 0 0 0,0 0 0 0 0,0-1 0 0 0,-1 1 0 0 0,4-16 0 0 0,-6 23 43 0 0,-1 0-1 0 0,0 0 1 0 0,0-1 0 0 0,0 1 0 0 0,0 0 0 0 0,0 0 0 0 0,0-1 0 0 0,0 1-1 0 0,0 0 1 0 0,-1 0 0 0 0,1 0 0 0 0,0-1 0 0 0,-1 1 0 0 0,1 0-1 0 0,-1 0 1 0 0,1 0 0 0 0,-1 0 0 0 0,1 0 0 0 0,-1 0 0 0 0,0 0-1 0 0,0 0 1 0 0,1 0 0 0 0,-1 0 0 0 0,0 0 0 0 0,0 0 0 0 0,0 1-1 0 0,0-1 1 0 0,0 0 0 0 0,0 1 0 0 0,0-1 0 0 0,0 1 0 0 0,0-1-1 0 0,-1 1 1 0 0,1-1 0 0 0,0 1 0 0 0,0 0 0 0 0,0-1 0 0 0,-2 1-1 0 0,-1-1-7 0 0,-1 1 0 0 0,1 0 0 0 0,-1 0-1 0 0,1 0 1 0 0,-1 0 0 0 0,1 1 0 0 0,-1-1-1 0 0,-6 3 1 0 0,-4 2 2 0 0,0 2 0 0 0,1-1 1 0 0,0 2-1 0 0,0 0 0 0 0,1 0 0 0 0,0 1 0 0 0,0 1 1 0 0,1 0-1 0 0,0 1 0 0 0,1 0 0 0 0,0 1 0 0 0,1 0 0 0 0,0 1 1 0 0,-13 22-1 0 0,21-32 14 0 0,0 1 1 0 0,0 0-1 0 0,1 0 1 0 0,-1 0-1 0 0,1 0 1 0 0,0 1-1 0 0,0-1 1 0 0,0 0-1 0 0,1 0 1 0 0,0 1-1 0 0,-1-1 1 0 0,1 0-1 0 0,1 1 1 0 0,-1-1-1 0 0,1 0 0 0 0,0 1 1 0 0,0-1-1 0 0,0 0 1 0 0,0 0-1 0 0,1 0 1 0 0,-1 0-1 0 0,1 0 1 0 0,3 5-1 0 0,-1-5-9 0 0,-1 1-1 0 0,1-1 0 0 0,0 0 0 0 0,0 0 1 0 0,0-1-1 0 0,0 1 0 0 0,1-1 0 0 0,-1 0 1 0 0,1 0-1 0 0,0 0 0 0 0,0-1 0 0 0,0 0 1 0 0,0 0-1 0 0,0 0 0 0 0,1-1 0 0 0,-1 1 0 0 0,10 0 1 0 0,3-1-333 0 0,-1-1 1 0 0,1 0 0 0 0,-1-1 0 0 0,0-1-1 0 0,0-1 1 0 0,0-1 0 0 0,0 0 0 0 0,0-1-1 0 0,-1-1 1 0 0,1 0 0 0 0,25-15 0 0 0,-18 7-606 0 0,-1 0 0 0 0,-1-1 0 0 0,0-2 0 0 0,-1 0 0 0 0,-1-1 1 0 0,33-39-1 0 0,-23 18-933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6:11.9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65 371 2596 0 0,'12'-33'1205'0'0,"-2"-1"0"0"0,-2-1 1 0 0,-1 0-1 0 0,-1 0 0 0 0,-2 0 0 0 0,-2 0 0 0 0,-3-59 0 0 0,-4 62-340 0 0,5 32-864 0 0,0 0 1 0 0,0 0 0 0 0,0 0-1 0 0,-1-1 1 0 0,1 1-1 0 0,0 0 1 0 0,0 0 0 0 0,0 0-1 0 0,0 0 1 0 0,0 0 0 0 0,0 0-1 0 0,0 0 1 0 0,0 0 0 0 0,0-1-1 0 0,-1 1 1 0 0,1 0-1 0 0,0 0 1 0 0,0 0 0 0 0,0 0-1 0 0,0 0 1 0 0,0 0 0 0 0,0 0-1 0 0,-1 0 1 0 0,1 0-1 0 0,0 0 1 0 0,0 0 0 0 0,0 0-1 0 0,0 0 1 0 0,0 0 0 0 0,-1 0-1 0 0,1 0 1 0 0,0 0-1 0 0,0 0 1 0 0,0 0 0 0 0,0 0-1 0 0,0 0 1 0 0,0 0 0 0 0,-1 0-1 0 0,1 0 1 0 0,0 0-1 0 0,0 0 1 0 0,0 0 0 0 0,0 0-1 0 0,0 1 1 0 0,0-1 0 0 0,-1 0-1 0 0,1 0 1 0 0,0 0-1 0 0,0 0 1 0 0,0 0 0 0 0,0 0-1 0 0,-9 18 25 0 0,-6 29 92 0 0,3 1-1 0 0,1 0 1 0 0,-6 80 0 0 0,9-60 125 0 0,-7 35 89 0 0,5 0 1 0 0,6 167-1 0 0,16-174-116 0 0,-12-94-298 0 0,0-1 0 0 0,0 0 0 0 0,1 1 1 0 0,-1-1-1 0 0,0 0 0 0 0,1 0 0 0 0,-1 1 1 0 0,1-1-1 0 0,-1 0 0 0 0,1 0 0 0 0,0 0 1 0 0,-1 1-1 0 0,1-1 0 0 0,0 0 0 0 0,0 0 1 0 0,0 0-1 0 0,0 0 0 0 0,0-1 0 0 0,0 1 0 0 0,0 0 1 0 0,0 0-1 0 0,0-1 0 0 0,0 1 0 0 0,0 0 1 0 0,0-1-1 0 0,1 1 0 0 0,-1-1 0 0 0,0 1 1 0 0,0-1-1 0 0,1 0 0 0 0,-1 0 0 0 0,0 1 1 0 0,1-1-1 0 0,-1 0 0 0 0,0 0 0 0 0,1 0 1 0 0,-1-1-1 0 0,0 1 0 0 0,1 0 0 0 0,-1 0 1 0 0,0-1-1 0 0,0 1 0 0 0,1-1 0 0 0,-1 1 0 0 0,2-1 1 0 0,12-10-3568 0 0,0-5-1676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6:12.2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179 193 392 0 0,'-176'-56'12829'0'0,"173"55"-12385"0"0,4 0-429 0 0,-1 1 0 0 0,0-1 0 0 0,0 1 0 0 0,0-1 0 0 0,1 1 0 0 0,-1-1 0 0 0,0 1 0 0 0,1-1-1 0 0,-1 1 1 0 0,0-1 0 0 0,1 1 0 0 0,-1-1 0 0 0,1 1 0 0 0,-1-1 0 0 0,0 1 0 0 0,1 0 0 0 0,-1-1 0 0 0,1 1 0 0 0,-1 0 0 0 0,1-1-1 0 0,0 1 1 0 0,-1 0 0 0 0,1 0 0 0 0,-1-1 0 0 0,1 1 0 0 0,0 0 0 0 0,0 0 0 0 0,22-4 49 0 0,-16 3-17 0 0,422-57 295 0 0,-148 22-167 0 0,-131 11-1851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6:21.5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295 52 1324 0 0,'0'0'4135'0'0,"5"-11"260"0"0,-5 10-4283 0 0,0-1 0 0 0,0 0 0 0 0,0 1 0 0 0,0-1-1 0 0,0 1 1 0 0,0-1 0 0 0,0 0 0 0 0,-1 1 0 0 0,1-1 0 0 0,-1 1 0 0 0,1-1-1 0 0,-1 1 1 0 0,0-1 0 0 0,1 1 0 0 0,-1 0 0 0 0,0-1 0 0 0,0 1 0 0 0,0 0-1 0 0,0-1 1 0 0,0 1 0 0 0,0 0 0 0 0,-1 0 0 0 0,1 0 0 0 0,-3-1 0 0 0,2 1-81 0 0,-1 0 1 0 0,0 0 0 0 0,1 0 0 0 0,-1 1 0 0 0,0-1 0 0 0,0 1 0 0 0,0 0 0 0 0,1 0 0 0 0,-1 0 0 0 0,0 0 0 0 0,0 1 0 0 0,0-1-1 0 0,-2 2 1 0 0,-8 1-83 0 0,1 1-1 0 0,0 1 1 0 0,1 0-1 0 0,-1 0 1 0 0,-13 10-1 0 0,10-5 30 0 0,1 1 0 0 0,1 0-1 0 0,0 1 1 0 0,0 0-1 0 0,1 1 1 0 0,-10 14 0 0 0,15-18-9 0 0,1 0 0 0 0,0 0 0 0 0,1 1 1 0 0,0-1-1 0 0,0 1 0 0 0,1 0 1 0 0,1 1-1 0 0,-1-1 0 0 0,2 1 1 0 0,-4 20-1 0 0,6-29 24 0 0,0 1 0 0 0,0 0 0 0 0,0-1 0 0 0,0 1 0 0 0,0-1 0 0 0,0 1 1 0 0,1 0-1 0 0,-1-1 0 0 0,1 1 0 0 0,0-1 0 0 0,0 1 0 0 0,0-1 0 0 0,0 1 0 0 0,0-1 1 0 0,0 0-1 0 0,1 1 0 0 0,-1-1 0 0 0,1 0 0 0 0,-1 0 0 0 0,1 0 0 0 0,0 0 0 0 0,0 0 0 0 0,0-1 1 0 0,0 1-1 0 0,0 0 0 0 0,0-1 0 0 0,1 0 0 0 0,-1 1 0 0 0,0-1 0 0 0,3 1 0 0 0,1-1-2 0 0,0 1-1 0 0,-1-1 1 0 0,1 0-1 0 0,0-1 1 0 0,0 1-1 0 0,-1-1 1 0 0,1-1 0 0 0,0 1-1 0 0,0-1 1 0 0,0 0-1 0 0,-1 0 1 0 0,11-3-1 0 0,-7 0 7 0 0,1 0 0 0 0,-1 0-1 0 0,0-1 1 0 0,-1 0 0 0 0,1 0 0 0 0,-1-1 0 0 0,0 0-1 0 0,-1 0 1 0 0,1-1 0 0 0,-1 0 0 0 0,0-1-1 0 0,-1 1 1 0 0,8-12 0 0 0,2-8 65 0 0,-1-1 1 0 0,20-54-1 0 0,-18 41 92 0 0,-16 41-160 0 0,-1-1 0 0 0,0 1 0 0 0,0-1-1 0 0,0 1 1 0 0,0 0 0 0 0,0-1 0 0 0,0 1 0 0 0,0 0 0 0 0,1-1-1 0 0,-1 1 1 0 0,0-1 0 0 0,0 1 0 0 0,0 0 0 0 0,1-1 0 0 0,-1 1-1 0 0,0 0 1 0 0,1 0 0 0 0,-1-1 0 0 0,0 1 0 0 0,1 0 0 0 0,-1 0-1 0 0,0-1 1 0 0,1 1 0 0 0,-1 0 0 0 0,0 0 0 0 0,1 0-1 0 0,-1 0 1 0 0,0-1 0 0 0,1 1 0 0 0,-1 0 0 0 0,1 0 0 0 0,-1 0-1 0 0,0 0 1 0 0,1 0 0 0 0,-1 0 0 0 0,1 0 0 0 0,9 13-41 0 0,4 27 87 0 0,-14-39-46 0 0,44 161-273 0 0,-17-53-5791 0 0,-23-92 2811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6:22.0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 1252 0 0,'0'-1'156'0'0,"0"1"0"0"0,0-1-1 0 0,0 0 1 0 0,0 1 0 0 0,0-1-1 0 0,0 1 1 0 0,0-1 0 0 0,0 1-1 0 0,0-1 1 0 0,0 1 0 0 0,1-1 0 0 0,-1 1-1 0 0,0-1 1 0 0,0 1 0 0 0,1-1-1 0 0,-1 1 1 0 0,0 0 0 0 0,0-1-1 0 0,1 1 1 0 0,-1-1 0 0 0,0 1 0 0 0,1 0-1 0 0,-1-1 1 0 0,1 1 0 0 0,-1 0-1 0 0,1-1 1 0 0,-1 1 0 0 0,1 0-1 0 0,-1 0 1 0 0,0-1 0 0 0,1 1 0 0 0,0 0-1 0 0,-1 0 1 0 0,1 0 0 0 0,-1 0-1 0 0,1 0 1 0 0,1 0-43 0 0,-1 1 0 0 0,0-1 1 0 0,1 1-1 0 0,-1 0 0 0 0,0 0 0 0 0,0 0 0 0 0,0 0 1 0 0,1 0-1 0 0,-1 0 0 0 0,0 0 0 0 0,0 0 0 0 0,1 2 1 0 0,23 41 68 0 0,-21-33-130 0 0,0 1 1 0 0,0-1-1 0 0,-1 1 1 0 0,-1 1 0 0 0,0-1-1 0 0,0 0 1 0 0,-1 0-1 0 0,-2 22 1 0 0,-2 3 148 0 0,-13 56 0 0 0,11-72-50 0 0,4-15 77 0 0,-3 10 525 0 0,4-16-746 0 0,0 0-1 0 0,1 0 0 0 0,-1 0 1 0 0,0 0-1 0 0,0-1 1 0 0,0 1-1 0 0,0 0 1 0 0,0 0-1 0 0,0 0 1 0 0,-1 0-1 0 0,1 0 0 0 0,0-1 1 0 0,0 1-1 0 0,0 0 1 0 0,0 0-1 0 0,0 0 1 0 0,0 0-1 0 0,0 0 0 0 0,0-1 1 0 0,0 1-1 0 0,0 0 1 0 0,0 0-1 0 0,0 0 1 0 0,-1 0-1 0 0,1 0 1 0 0,0 0-1 0 0,0 0 0 0 0,0-1 1 0 0,0 1-1 0 0,0 0 1 0 0,0 0-1 0 0,-1 0 1 0 0,1 0-1 0 0,0 0 0 0 0,0 0 1 0 0,0 0-1 0 0,0 0 1 0 0,0 0-1 0 0,-1 0 1 0 0,1 0-1 0 0,0 0 1 0 0,0 0-1 0 0,0 0 0 0 0,0 0 1 0 0,-1 0-1 0 0,1 0 1 0 0,0 0-1 0 0,0 0 1 0 0,0 0-1 0 0,0 0 0 0 0,0 0 1 0 0,-1 0-1 0 0,1 0 1 0 0,0 0-1 0 0,0 0 1 0 0,0 0-1 0 0,0 1 1 0 0,0-1-1 0 0,0 0 0 0 0,-1 0 1 0 0,1 0-1 0 0,0 0 1 0 0,0 0-1 0 0,0 0 1 0 0,0 1-1 0 0,0-1 0 0 0,0 0 1 0 0,0 0-1 0 0,-1-2-1 0 0,1-1 0 0 0,0 1-1 0 0,0-1 1 0 0,0 1 0 0 0,0-1 0 0 0,0 1-1 0 0,1-1 1 0 0,-1 1 0 0 0,1-1-1 0 0,0 1 1 0 0,1-4 0 0 0,-1 3-13 0 0,6-21 18 0 0,1 0 1 0 0,1 0-1 0 0,1 1 1 0 0,24-38-1 0 0,-29 52-10 0 0,0 2-1 0 0,1-1 1 0 0,0 0-1 0 0,1 1 1 0 0,0 0 0 0 0,0 1-1 0 0,0 0 1 0 0,1 0-1 0 0,0 0 1 0 0,0 1-1 0 0,0 0 1 0 0,1 1 0 0 0,0 0-1 0 0,-1 0 1 0 0,14-3-1 0 0,-19 6 1 0 0,1 0 0 0 0,0 1 0 0 0,0 0 0 0 0,-1 0-1 0 0,1 0 1 0 0,0 0 0 0 0,0 0 0 0 0,0 1-1 0 0,-1-1 1 0 0,1 1 0 0 0,0 0 0 0 0,-1 1 0 0 0,1-1-1 0 0,-1 0 1 0 0,1 1 0 0 0,-1 0 0 0 0,0 0 0 0 0,0 0-1 0 0,0 0 1 0 0,0 0 0 0 0,5 5 0 0 0,-3-2 1 0 0,-1 0-1 0 0,1 1 1 0 0,-1-1 0 0 0,0 1 0 0 0,-1-1-1 0 0,1 1 1 0 0,-1 0 0 0 0,0 1 0 0 0,-1-1 0 0 0,4 12-1 0 0,-3-2 22 0 0,-1 0 0 0 0,-1 0 0 0 0,-1 29-1 0 0,1 21 62 0 0,-1-65-79 0 0,1 1 0 0 0,-1-1 0 0 0,0 1 0 0 0,1-1 0 0 0,-1 1-1 0 0,1-1 1 0 0,-1 0 0 0 0,1 1 0 0 0,0-1 0 0 0,-1 0 0 0 0,1 1 0 0 0,0-1-1 0 0,0 0 1 0 0,0 0 0 0 0,0 0 0 0 0,0 0 0 0 0,0 0 0 0 0,0 0-1 0 0,0 0 1 0 0,1 0 0 0 0,-1-1 0 0 0,0 1 0 0 0,1 0 0 0 0,-1-1 0 0 0,0 1-1 0 0,1-1 1 0 0,-1 1 0 0 0,1-1 0 0 0,-1 1 0 0 0,0-1 0 0 0,1 0-1 0 0,-1 0 1 0 0,1 0 0 0 0,-1 0 0 0 0,1 0 0 0 0,-1 0 0 0 0,1 0 0 0 0,-1-1-1 0 0,3 0 1 0 0,7-1-340 0 0,1-1-1 0 0,0 0 0 0 0,20-10 1 0 0,-18 7-488 0 0,48-21-3318 0 0,-28 10 1318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6:22.4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88 616 0 0,'0'-59'8598'0'0,"0"35"-6611"0"0,0 19-1323 0 0,0 7-137 0 0,-5 131-29 0 0,1-87-949 0 0,2 0 0 0 0,3 0 0 0 0,11 86 0 0 0,-12-132 228 0 0,0 1-1 0 0,0 0 1 0 0,0-1 0 0 0,1 1-1 0 0,-1 0 1 0 0,0-1-1 0 0,1 1 1 0 0,-1 0-1 0 0,1-1 1 0 0,-1 1-1 0 0,0-1 1 0 0,3 2-671 0 0,-2-1 671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6:22.6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19 2000 0 0,'0'0'1808'0'0,"-9"-7"609"0"0,2 0-1261 0 0,-1 2-1272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6:23.9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332 604 1536 0 0,'14'1'8573'0'0,"-13"-1"-8321"0"0,1-1 0 0 0,-1 1 0 0 0,0 0 0 0 0,0-1 0 0 0,0 1 1 0 0,-1-1-1 0 0,1 0 0 0 0,0 1 0 0 0,0-1 0 0 0,0 0 0 0 0,0 1 0 0 0,0-1 0 0 0,-1 0 0 0 0,3-2 735 0 0,-3-1-658 0 0,0 1 0 0 0,1 0 0 0 0,-1 0 0 0 0,-1 0 0 0 0,1-1 0 0 0,0 1 0 0 0,-1 0 0 0 0,1 0 0 0 0,-1 0 0 0 0,-2-5 0 0 0,2 5-292 0 0,-1 0-1 0 0,1 1 1 0 0,-1-1 0 0 0,1 1-1 0 0,-1-1 1 0 0,0 1-1 0 0,0 0 1 0 0,0 0-1 0 0,0-1 1 0 0,-1 1 0 0 0,1 1-1 0 0,0-1 1 0 0,-1 0-1 0 0,0 1 1 0 0,1-1-1 0 0,-1 1 1 0 0,0 0 0 0 0,-5-2-1 0 0,-1 3-43 0 0,-1-1-1 0 0,1 2 1 0 0,0 0-1 0 0,-1 0 1 0 0,1 0-1 0 0,0 1 1 0 0,0 1-1 0 0,0-1 1 0 0,0 2-1 0 0,0-1 1 0 0,1 1-1 0 0,-1 0 1 0 0,1 1-1 0 0,0 0 1 0 0,-10 9-1 0 0,-1 0-3 0 0,2 1 0 0 0,0 1 0 0 0,1 0 0 0 0,0 1-1 0 0,-17 27 1 0 0,28-37 1 0 0,0 1 0 0 0,0 1-1 0 0,1-1 1 0 0,0 1 0 0 0,0-1-1 0 0,1 1 1 0 0,1 0 0 0 0,-1 0 0 0 0,1 1-1 0 0,-1 14 1 0 0,3-21-9 0 0,0 0-1 0 0,0 0 1 0 0,0 0 0 0 0,1 0 0 0 0,-1 0-1 0 0,1 0 1 0 0,-1 0 0 0 0,1 0 0 0 0,0 0-1 0 0,0-1 1 0 0,0 1 0 0 0,1 0 0 0 0,-1-1 0 0 0,1 1-1 0 0,-1-1 1 0 0,1 1 0 0 0,0-1 0 0 0,0 0-1 0 0,0 1 1 0 0,0-1 0 0 0,1 0 0 0 0,-1 0-1 0 0,0-1 1 0 0,1 1 0 0 0,-1 0 0 0 0,1-1-1 0 0,0 0 1 0 0,-1 0 0 0 0,1 1 0 0 0,0-1-1 0 0,0-1 1 0 0,0 1 0 0 0,0 0 0 0 0,0-1-1 0 0,0 0 1 0 0,5 1 0 0 0,2-1-114 0 0,1 0-1 0 0,0 0 1 0 0,-1-1 0 0 0,1-1 0 0 0,-1 0-1 0 0,1 0 1 0 0,-1-1 0 0 0,0 0 0 0 0,0-1-1 0 0,0 0 1 0 0,0 0 0 0 0,-1-1 0 0 0,0-1-1 0 0,0 1 1 0 0,0-2 0 0 0,-1 1 0 0 0,0-1-1 0 0,9-9 1 0 0,0-1-295 0 0,-1-2-1 0 0,0 0 1 0 0,-2-1 0 0 0,0-1-1 0 0,-1 0 1 0 0,18-40-1 0 0,-9 4 409 0 0,-2-2-1 0 0,-3 0 0 0 0,-3 0 1 0 0,-2-1-1 0 0,-3-1 0 0 0,-2 0 1 0 0,-2-83-1 0 0,-3 92 177 0 0,-2 50-158 0 0,-2 29-123 0 0,1 391 9 0 0,2-370 166 0 0,0-14 21 0 0,5 94 115 0 0,-4-110-137 0 0,1 0-1 0 0,0 1 1 0 0,2-2-1 0 0,11 32 1 0 0,-14-44-39 0 0,0-1-1 0 0,0 0 1 0 0,0 0 0 0 0,1 0 0 0 0,-1 0-1 0 0,1 0 1 0 0,0 0 0 0 0,0-1 0 0 0,1 1-1 0 0,-1-1 1 0 0,1 0 0 0 0,-1 0 0 0 0,1 0-1 0 0,0 0 1 0 0,0-1 0 0 0,0 0 0 0 0,1 0-1 0 0,-1 0 1 0 0,0 0 0 0 0,1-1 0 0 0,0 1-1 0 0,-1-1 1 0 0,1 0 0 0 0,-1-1 0 0 0,1 1-1 0 0,0-1 1 0 0,0 0 0 0 0,-1 0 0 0 0,8-1-1 0 0,-3-1-20 0 0,0 1 0 0 0,0-2 0 0 0,0 1 0 0 0,-1-1 0 0 0,1-1 0 0 0,-1 1 0 0 0,0-2-1 0 0,0 1 1 0 0,0-1 0 0 0,-1 0 0 0 0,1 0 0 0 0,-1-1 0 0 0,0 0 0 0 0,9-12 0 0 0,-6 5 63 0 0,0 0 1 0 0,-1-1-1 0 0,0 0 1 0 0,-1-1-1 0 0,-1 0 1 0 0,0 0-1 0 0,-1-1 1 0 0,-1 0-1 0 0,-1 0 1 0 0,0 0-1 0 0,-1 0 1 0 0,0-1-1 0 0,-1 1 1 0 0,-1-24-1 0 0,-2 38-36 0 0,1 0 1 0 0,-1 0-1 0 0,1 0 0 0 0,-1 0 0 0 0,0 0 0 0 0,1 0 0 0 0,-1 0 0 0 0,0 1 1 0 0,0-1-1 0 0,-2-2 0 0 0,3 3-15 0 0,-1 1 0 0 0,0-1 1 0 0,1 0-1 0 0,-1 1 0 0 0,1-1 0 0 0,-1 0 0 0 0,0 1 1 0 0,0-1-1 0 0,1 1 0 0 0,-1-1 0 0 0,0 1 1 0 0,0-1-1 0 0,0 1 0 0 0,1 0 0 0 0,-1 0 1 0 0,0-1-1 0 0,0 1 0 0 0,0 0 0 0 0,0 0 0 0 0,0 0 1 0 0,0 0-1 0 0,1 0 0 0 0,-1 0 0 0 0,0 0 1 0 0,0 0-1 0 0,0 0 0 0 0,0 0 0 0 0,-1 1 1 0 0,-5 2 2 0 0,0 1 0 0 0,0 0 0 0 0,1 1 0 0 0,-1-1 0 0 0,1 1 0 0 0,0 0 1 0 0,1 1-1 0 0,-1 0 0 0 0,1 0 0 0 0,0 0 0 0 0,0 0 0 0 0,1 1 0 0 0,0-1 1 0 0,-5 13-1 0 0,1-3 26 0 0,1 1 0 0 0,0-1 0 0 0,2 2 0 0 0,0-1 0 0 0,-4 29 0 0 0,8-38-14 0 0,0 0-1 0 0,0 0 1 0 0,1 1 0 0 0,1-1-1 0 0,-1 0 1 0 0,1 1 0 0 0,1-1-1 0 0,-1 0 1 0 0,1 0-1 0 0,1 0 1 0 0,0 0 0 0 0,5 10-1 0 0,-5-12-48 0 0,0-1 0 0 0,1 0-1 0 0,0 0 1 0 0,0 0 0 0 0,0 0-1 0 0,1-1 1 0 0,0 1 0 0 0,0-1-1 0 0,0 0 1 0 0,0-1 0 0 0,0 0-1 0 0,1 1 1 0 0,0-2 0 0 0,-1 1 0 0 0,1-1-1 0 0,11 4 1 0 0,-2-3-326 0 0,0 1 0 0 0,0-2-1 0 0,0 0 1 0 0,0-1 0 0 0,1 0 0 0 0,-1-1-1 0 0,1-1 1 0 0,-1-1 0 0 0,0 0 0 0 0,0-1 0 0 0,28-8-1 0 0,-31 7 150 0 0,0-1 0 0 0,0-1-1 0 0,-1 1 1 0 0,0-2-1 0 0,0 0 1 0 0,0 0-1 0 0,-1-1 1 0 0,0 0-1 0 0,0 0 1 0 0,-1-1-1 0 0,0-1 1 0 0,-1 0-1 0 0,0 0 1 0 0,10-16 0 0 0,41-75 2637 0 0,-59 101-2420 0 0,0-1-1 0 0,0 1 1 0 0,0 0-1 0 0,1-1 1 0 0,-1 1-1 0 0,0-1 1 0 0,0 1-1 0 0,1 0 1 0 0,-1-1-1 0 0,0 1 1 0 0,0 0-1 0 0,1 0 1 0 0,-1-1-1 0 0,0 1 1 0 0,1 0-1 0 0,-1 0 1 0 0,1-1-1 0 0,-1 1 1 0 0,0 0-1 0 0,1 0 1 0 0,-1 0-1 0 0,0 0 1 0 0,1 0-1 0 0,-1 0 1 0 0,1-1-1 0 0,-1 1 1 0 0,1 0 0 0 0,-1 0-1 0 0,0 0 1 0 0,1 0-1 0 0,-1 0 1 0 0,1 1-1 0 0,-1-1 1 0 0,0 0-1 0 0,1 0 1 0 0,9 14 148 0 0,0 21 224 0 0,-8-19-103 0 0,-1 0 1 0 0,-1 0 0 0 0,0 1-1 0 0,-1-1 1 0 0,-1 0 0 0 0,-1 0-1 0 0,0 0 1 0 0,-8 21-1 0 0,6-27 90 0 0,-2-13-82 0 0,0-13-181 0 0,8 4-145 0 0,0 0 0 0 0,1 0 1 0 0,1 0-1 0 0,-1 0 0 0 0,2 1 0 0 0,0-1 0 0 0,6-14 0 0 0,0 6-9 0 0,0 1 0 0 0,1 0 0 0 0,15-19 0 0 0,-16 25 31 0 0,1 0-1 0 0,1 1 0 0 0,0 0 0 0 0,1 1 0 0 0,0 1 0 0 0,27-18 0 0 0,-34 25 12 0 0,0-1 0 0 0,0 1-1 0 0,1 0 1 0 0,-1 0 0 0 0,1 1-1 0 0,-1-1 1 0 0,1 1 0 0 0,0 1-1 0 0,0 0 1 0 0,0 0 0 0 0,0 0-1 0 0,0 1 1 0 0,0 0 0 0 0,0 0-1 0 0,0 0 1 0 0,0 1 0 0 0,0 0-1 0 0,13 5 1 0 0,-15-5 13 0 0,-1 2-1 0 0,0-1 1 0 0,0 0-1 0 0,0 1 1 0 0,0-1-1 0 0,0 1 1 0 0,0 0-1 0 0,-1 1 1 0 0,1-1-1 0 0,-1 1 1 0 0,0-1 0 0 0,0 1-1 0 0,3 6 1 0 0,-3-4 14 0 0,0 1 1 0 0,0-1 0 0 0,-1 1 0 0 0,1 0 0 0 0,-2 0 0 0 0,1 0 0 0 0,-1 0-1 0 0,1 8 1 0 0,-2 11 60 0 0,-1 0 0 0 0,-1 0 0 0 0,-11 49 0 0 0,10-55-71 0 0,0-8-39 0 0,1 0 0 0 0,1 0 0 0 0,0 0 0 0 0,1 0 0 0 0,2 18 0 0 0,-2-29-61 0 0,1 1 0 0 0,-1-1-1 0 0,0 1 1 0 0,1-1-1 0 0,0 1 1 0 0,-1-1-1 0 0,1 0 1 0 0,0 1 0 0 0,0-1-1 0 0,-1 0 1 0 0,1 1-1 0 0,0-1 1 0 0,0 0-1 0 0,1 0 1 0 0,-1 0 0 0 0,0 0-1 0 0,0 0 1 0 0,0 0-1 0 0,1 0 1 0 0,-1-1-1 0 0,0 1 1 0 0,1 0 0 0 0,-1-1-1 0 0,1 1 1 0 0,-1-1-1 0 0,3 1 1 0 0,0 0-550 0 0,1 0 0 0 0,0-1 0 0 0,-1 1 0 0 0,1-1 0 0 0,-1 0 0 0 0,9-2 0 0 0,5-2-2131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6:24.5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114 160 1600 0 0,'-14'-122'9428'0'0,"13"120"-9214"0"0,-5-29 1520 0 0,6 31-1724 0 0,0 0 0 0 0,0 0 1 0 0,0-1-1 0 0,0 1 0 0 0,0 0 0 0 0,0 0 0 0 0,0 0 0 0 0,-1-1 1 0 0,1 1-1 0 0,0 0 0 0 0,0 0 0 0 0,0 0 0 0 0,0 0 1 0 0,0-1-1 0 0,0 1 0 0 0,0 0 0 0 0,0 0 0 0 0,-1 0 1 0 0,1 0-1 0 0,0 0 0 0 0,0-1 0 0 0,0 1 0 0 0,0 0 0 0 0,-1 0 1 0 0,1 0-1 0 0,0 0 0 0 0,0 0 0 0 0,0 0 0 0 0,0 0 1 0 0,-1 0-1 0 0,1 0 0 0 0,0 0 0 0 0,0 0 0 0 0,0 0 1 0 0,-1 0-1 0 0,1 0 0 0 0,0 0 0 0 0,-7 13 166 0 0,-7 51-16 0 0,2 1-1 0 0,-3 71 1 0 0,5-46 43 0 0,1-20-73 0 0,-8 89 94 0 0,14-124-146 0 0,3 1-1 0 0,5 51 1 0 0,-4-81-123 0 0,0-1 0 0 0,0 1 0 0 0,0 0 0 0 0,1-1 0 0 0,-1 1-1 0 0,2-1 1 0 0,-1 0 0 0 0,0 0 0 0 0,1 0 0 0 0,0 0 0 0 0,0 0 0 0 0,1 0 0 0 0,-1-1 0 0 0,1 1 0 0 0,0-1-1 0 0,0 0 1 0 0,1 0 0 0 0,5 4 0 0 0,-5-6-152 0 0,0 1 0 0 0,0-1-1 0 0,0 0 1 0 0,0 0 0 0 0,0 0 0 0 0,1-1-1 0 0,-1 0 1 0 0,0 0 0 0 0,1 0 0 0 0,-1 0-1 0 0,1-1 1 0 0,-1 0 0 0 0,1 0 0 0 0,-1-1-1 0 0,0 0 1 0 0,1 0 0 0 0,-1 0 0 0 0,0 0-1 0 0,8-4 1 0 0,-4 2 56 0 0,-1-1-1 0 0,1 0 1 0 0,-1-1-1 0 0,1 0 1 0 0,-2-1-1 0 0,1 1 0 0 0,0-2 1 0 0,-1 1-1 0 0,0-1 1 0 0,-1 0-1 0 0,0 0 1 0 0,7-10-1 0 0,-5 5 534 0 0,-2 1-1 0 0,1-1 1 0 0,-1-1-1 0 0,-1 1 1 0 0,0-1-1 0 0,-1 0 1 0 0,0 0-1 0 0,1-14 1 0 0,3-38 3765 0 0,-8 63-3621 0 0,-7 11-431 0 0,2 2-74 0 0,0 1-1 0 0,2 0 1 0 0,-1 0 0 0 0,2 1-1 0 0,0-1 1 0 0,-1 15 0 0 0,-1-1 16 0 0,-3 50 24 0 0,6-69-50 0 0,1 0 1 0 0,0 0-1 0 0,1 0 0 0 0,0 0 1 0 0,0 0-1 0 0,1 0 0 0 0,-1 0 1 0 0,5 10-1 0 0,-5-15-27 0 0,0-1 1 0 0,0 0-1 0 0,0 1 1 0 0,1-1-1 0 0,-1 0 1 0 0,0 0-1 0 0,0 0 1 0 0,1 0-1 0 0,-1 0 1 0 0,0 0-1 0 0,1 0 1 0 0,-1 0-1 0 0,1-1 0 0 0,-1 1 1 0 0,1 0-1 0 0,0-1 1 0 0,-1 0-1 0 0,1 1 1 0 0,2-1-1 0 0,30 1-859 0 0,-27-2 174 0 0,0-1 0 0 0,0 0-1 0 0,0 0 1 0 0,0-1-1 0 0,-1 0 1 0 0,1 0-1 0 0,-1 0 1 0 0,1-1-1 0 0,-1 0 1 0 0,0 0 0 0 0,-1-1-1 0 0,8-6 1 0 0,6-7-3954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6:24.6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58 2384 0 0,'-52'-45'9973'0'0,"51"44"-9707"0"0,-4-3-45 0 0,-3-4-1525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6:24.8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1 1752 0 0,'-11'3'1451'0'0,"0"0"0"0"0,0 1 0 0 0,0 0 0 0 0,1 1 0 0 0,-15 9 0 0 0,23-13-1009 0 0,3 0-398 0 0,-1-1 0 0 0,0 1-1 0 0,1 0 1 0 0,-1-1-1 0 0,1 1 1 0 0,-1-1-1 0 0,1 0 1 0 0,0 1 0 0 0,-1-1-1 0 0,1 1 1 0 0,0-1-1 0 0,-1 0 1 0 0,1 0 0 0 0,0 1-1 0 0,-1-1 1 0 0,1 0-1 0 0,0 0 1 0 0,-1 0 0 0 0,1 0-1 0 0,0 1 1 0 0,-1-1-1 0 0,1 0 1 0 0,1-1-1 0 0,18 3 202 0 0,-19-2-222 0 0,84 0 30 0 0,89-11 1 0 0,-5-9-5766 0 0,-112 13 1507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6:25.1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164 23 2196 0 0,'-21'-22'15050'0'0,"21"22"-15027"0"0,-1 0 1 0 0,1 0 0 0 0,-1 0-1 0 0,1 1 1 0 0,0-1 0 0 0,-1 0-1 0 0,1 0 1 0 0,-1 1 0 0 0,1-1 0 0 0,-1 0-1 0 0,1 1 1 0 0,0-1 0 0 0,-1 0-1 0 0,1 1 1 0 0,0-1 0 0 0,-1 1-1 0 0,1-1 1 0 0,0 0 0 0 0,0 1 0 0 0,-1-1-1 0 0,1 2 1 0 0,-2 89 1063 0 0,-3 0 1 0 0,-5 0-1 0 0,-37 159 1 0 0,26-169-1031 0 0,-10 36-280 0 0,15-38-3948 0 0,16-78 3982 0 0,-2 21-2476 0 0,4-8-3107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6:25.7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446 17 376 0 0,'-5'-16'12416'0'0,"-1"35"-10231"0"0,4-11-2055 0 0,1 0 0 0 0,0 0-1 0 0,1 0 1 0 0,-1 0 0 0 0,2 0-1 0 0,-1 0 1 0 0,1 0 0 0 0,0 0-1 0 0,1-1 1 0 0,0 1 0 0 0,0 0-1 0 0,0-1 1 0 0,1 1 0 0 0,0-1-1 0 0,1 0 1 0 0,0 0-1 0 0,0 0 1 0 0,6 8 0 0 0,-5-9-106 0 0,1-1 0 0 0,0 1 0 0 0,0-1 1 0 0,0 0-1 0 0,0-1 0 0 0,1 0 0 0 0,-1 0 0 0 0,1 0 0 0 0,0-1 1 0 0,1 0-1 0 0,-1 0 0 0 0,0 0 0 0 0,1-1 0 0 0,-1 0 1 0 0,1-1-1 0 0,0 0 0 0 0,0 0 0 0 0,11-1 0 0 0,-11 0-37 0 0,-1-1 0 0 0,0 1 0 0 0,0-1 0 0 0,0-1-1 0 0,0 0 1 0 0,0 0 0 0 0,0 0 0 0 0,0-1 0 0 0,0 0 0 0 0,-1 0-1 0 0,1-1 1 0 0,-1 1 0 0 0,0-2 0 0 0,0 1 0 0 0,-1 0-1 0 0,1-1 1 0 0,-1 0 0 0 0,7-8 0 0 0,-3 1-20 0 0,-1 0 0 0 0,1-1 0 0 0,-2 0 0 0 0,0 0 0 0 0,0-1 0 0 0,-2 0 0 0 0,9-28 0 0 0,-10 27 30 0 0,-1 0-18 0 0,-12 22 6 0 0,7-5 16 0 0,-4 6 25 0 0,1-1 1 0 0,-1 1-1 0 0,1 0 1 0 0,1 0 0 0 0,-1 1-1 0 0,2 0 1 0 0,-5 13-1 0 0,3-9 42 0 0,-45 132 869 0 0,-38 185-1 0 0,52-179-589 0 0,12-55-134 0 0,-38 141 166 0 0,44-182-200 0 0,-1-1 1 0 0,-34 63-1 0 0,45-103 62 0 0,1 0-1 0 0,-2-1 1 0 0,0 0 0 0 0,0-1 0 0 0,-1 0 0 0 0,-1 0-1 0 0,0-1 1 0 0,-24 18 0 0 0,30-25-145 0 0,-1 0 1 0 0,0-1-1 0 0,0 0 0 0 0,0 0 0 0 0,0 0 1 0 0,0-1-1 0 0,-1 0 0 0 0,0 0 1 0 0,1 0-1 0 0,-1-1 0 0 0,0 0 0 0 0,1-1 1 0 0,-1 1-1 0 0,0-1 0 0 0,0-1 1 0 0,1 1-1 0 0,-1-1 0 0 0,0 0 1 0 0,1-1-1 0 0,-1 0 0 0 0,0 0 0 0 0,-11-5 1 0 0,8 2-71 0 0,1-1-1 0 0,0 1 1 0 0,0-1 0 0 0,1-1 0 0 0,0 0 0 0 0,0 0 0 0 0,1 0 0 0 0,-1-1 0 0 0,2 0 0 0 0,-1-1 0 0 0,1 1-1 0 0,0-1 1 0 0,1-1 0 0 0,0 1 0 0 0,1-1 0 0 0,0 1 0 0 0,0-1 0 0 0,1-1 0 0 0,0 1 0 0 0,1 0 0 0 0,0-1-1 0 0,0 1 1 0 0,1-1 0 0 0,1 1 0 0 0,0-1 0 0 0,0 0 0 0 0,1 1 0 0 0,1-1 0 0 0,0 1 0 0 0,0-1-1 0 0,4-10 1 0 0,7-11-220 0 0,0 1-1 0 0,3 1 1 0 0,0 0-1 0 0,2 1 1 0 0,1 1 0 0 0,1 0-1 0 0,1 2 1 0 0,2 0-1 0 0,40-35 1 0 0,27-14-2765 0 0,140-91 0 0 0,-192 140 1783 0 0,87-60-7150 0 0,-90 60 1906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6:26.0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193 11 2300 0 0,'-67'-5'5446'0'0,"-58"-1"3467"0"0,418 8-7733 0 0,4 10-4312 0 0,-132 0-4176 0 0,-115-10 2313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6:27.1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96 876 0 0,'9'-23'6171'0'0,"-8"22"-6065"0"0,0-1-1 0 0,0 0 1 0 0,0 1 0 0 0,0-1 0 0 0,0 1 0 0 0,1-1 0 0 0,-1 1-1 0 0,0 0 1 0 0,1-1 0 0 0,-1 1 0 0 0,1 0 0 0 0,-1 0 0 0 0,1 0 0 0 0,0 0-1 0 0,-1 0 1 0 0,1 0 0 0 0,0 1 0 0 0,0-1 0 0 0,-1 1 0 0 0,1-1 0 0 0,0 1-1 0 0,0-1 1 0 0,0 1 0 0 0,0 0 0 0 0,2 0 0 0 0,3 1-68 0 0,0 1 1 0 0,0-1-1 0 0,0 2 0 0 0,0-1 1 0 0,0 1-1 0 0,-1 0 0 0 0,1 0 1 0 0,-1 1-1 0 0,0-1 0 0 0,0 2 1 0 0,0-1-1 0 0,0 1 0 0 0,-1-1 1 0 0,1 1-1 0 0,-1 1 0 0 0,5 7 1 0 0,-1-1-4 0 0,-1 0 1 0 0,-1 0-1 0 0,0 0 1 0 0,0 1 0 0 0,-1 0-1 0 0,-1 0 1 0 0,6 23 0 0 0,-9-25 74 0 0,0 1-1 0 0,-1-1 1 0 0,-1 0 0 0 0,0 0 0 0 0,0 0 0 0 0,-1 1 0 0 0,-1-1 0 0 0,0 0 0 0 0,0 0 0 0 0,-6 15-1 0 0,7-25-78 0 0,1 1 1 0 0,-1-1-1 0 0,1 0 0 0 0,-1 0 0 0 0,0 0 0 0 0,1 0 0 0 0,-1 0 0 0 0,0 1 0 0 0,0-1 0 0 0,0-1 0 0 0,0 1 0 0 0,0 0 0 0 0,-1 1 0 0 0,1-1-18 0 0,1-1-1 0 0,-1 0 1 0 0,1 0 0 0 0,-1 0-1 0 0,0 1 1 0 0,1-1-1 0 0,-1 0 1 0 0,1 0 0 0 0,-1 0-1 0 0,1 0 1 0 0,-1 0 0 0 0,0 0-1 0 0,1 0 1 0 0,-1 0-1 0 0,1 0 1 0 0,-1-1 0 0 0,1 1-1 0 0,-1 0 1 0 0,1 0 0 0 0,-1 0-1 0 0,0-1 1 0 0,-1 0-1 0 0,0-1 0 0 0,1 1 0 0 0,-1 0 0 0 0,1-1 0 0 0,0 1 0 0 0,-1-1 0 0 0,1 0 0 0 0,0 1 0 0 0,0-1 0 0 0,0 0 0 0 0,0 0 0 0 0,0 0 0 0 0,1 1 0 0 0,-2-5 0 0 0,-1-7-16 0 0,1 0 0 0 0,0-1 0 0 0,1 1-1 0 0,0 0 1 0 0,1 0 0 0 0,1-1 0 0 0,0 1 0 0 0,1 0-1 0 0,0 0 1 0 0,1 0 0 0 0,0 0 0 0 0,1 0-1 0 0,1 0 1 0 0,0 1 0 0 0,12-21 0 0 0,-12 25 0 0 0,0 0 1 0 0,0 1-1 0 0,1 0 1 0 0,0 0-1 0 0,0 1 1 0 0,0-1 0 0 0,1 1-1 0 0,0 1 1 0 0,1-1-1 0 0,-1 1 1 0 0,1 1-1 0 0,0-1 1 0 0,0 1-1 0 0,0 1 1 0 0,0-1-1 0 0,1 1 1 0 0,0 1-1 0 0,0 0 1 0 0,-1 0-1 0 0,1 0 1 0 0,0 1-1 0 0,0 1 1 0 0,18 0 0 0 0,-16 1 5 0 0,1 1 0 0 0,0 0 0 0 0,0 0 0 0 0,-1 2 1 0 0,1-1-1 0 0,-1 1 0 0 0,0 1 0 0 0,0 0 0 0 0,-1 0 1 0 0,1 1-1 0 0,-1 1 0 0 0,0 0 0 0 0,-1 0 1 0 0,16 16-1 0 0,-18-16 0 0 0,0 1 1 0 0,-1 0-1 0 0,0 1 1 0 0,0-1-1 0 0,-1 1 1 0 0,0 0-1 0 0,-1 1 1 0 0,0-1-1 0 0,0 1 1 0 0,-1 0 0 0 0,0-1-1 0 0,-1 2 1 0 0,0-1-1 0 0,0 0 1 0 0,-1 0-1 0 0,-1 1 1 0 0,0 13-1 0 0,-3 30 297 0 0,-3-73-230 0 0,10-1-60 0 0,0 1-1 0 0,1-1 1 0 0,1 1 0 0 0,0 0-1 0 0,2 0 1 0 0,0 1-1 0 0,20-32 1 0 0,-19 37-22 0 0,0 0-1 0 0,1 1 1 0 0,0 0 0 0 0,1 1 0 0 0,0 0-1 0 0,1 0 1 0 0,0 1 0 0 0,0 1-1 0 0,1 0 1 0 0,24-11 0 0 0,3 9-19 0 0,-24 8 34 0 0,-13 2-2 0 0,0 1 1 0 0,1 0-1 0 0,-1 0 1 0 0,0 0-1 0 0,0 0 1 0 0,0 0-1 0 0,0 1 1 0 0,0-1-1 0 0,0 1 1 0 0,0 0-1 0 0,0 0 1 0 0,0 0-1 0 0,0 0 1 0 0,0 1-1 0 0,0-1 1 0 0,3 4-1 0 0,-1-2 7 0 0,0 0-1 0 0,-1 1 1 0 0,1 0 0 0 0,-1 0-1 0 0,0 0 1 0 0,0 1 0 0 0,4 5-1 0 0,-4-3-10 0 0,0 0-1 0 0,-1 0 1 0 0,0 1-1 0 0,0-1 1 0 0,0 0-1 0 0,-1 1 1 0 0,2 14-1 0 0,-1 1 126 0 0,-2 30 0 0 0,-1-38-829 0 0,0 1 0 0 0,1 0 1 0 0,1-1-1 0 0,0 0 0 0 0,6 19 1 0 0,-8-32 383 0 0,1-1 0 0 0,0 1 0 0 0,0 0 0 0 0,0-1 0 0 0,-1 1 0 0 0,1-1 0 0 0,1 1 0 0 0,-1-1 0 0 0,0 0 0 0 0,0 1 0 0 0,2 0 0 0 0,4 5-2431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6:27.6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221 133 660 0 0,'0'-1'342'0'0,"26"-42"5002"0"0,-23 39-4900 0 0,-1 0 1 0 0,0 0 0 0 0,-1 0 0 0 0,1-1 0 0 0,-1 1-1 0 0,0-1 1 0 0,0 1 0 0 0,1-7 0 0 0,-2 9-362 0 0,0 0 1 0 0,0 0-1 0 0,0 0 1 0 0,0-1-1 0 0,0 1 1 0 0,-1 0-1 0 0,1 0 1 0 0,-1 0-1 0 0,1 1 1 0 0,-1-1-1 0 0,0 0 1 0 0,0 0-1 0 0,0 0 1 0 0,0 0-1 0 0,0 1 1 0 0,0-1-1 0 0,-2-2 1 0 0,2 4-52 0 0,0-1-1 0 0,0 0 1 0 0,0 0 0 0 0,-1 1-1 0 0,1-1 1 0 0,0 1-1 0 0,-1-1 1 0 0,1 1 0 0 0,0-1-1 0 0,-1 1 1 0 0,1 0 0 0 0,-1 0-1 0 0,1-1 1 0 0,-1 1 0 0 0,1 0-1 0 0,0 0 1 0 0,-1 1 0 0 0,-1-1-1 0 0,-4 2 0 0 0,1 0 1 0 0,0 0-1 0 0,-1 0 0 0 0,1 1 0 0 0,0 0 0 0 0,1 0 0 0 0,-1 1 1 0 0,-8 6-1 0 0,-2 3-9 0 0,1 2-1 0 0,0-1 1 0 0,1 2 0 0 0,0 0 0 0 0,-18 30-1 0 0,24-34-25 0 0,1 1-1 0 0,1-1 0 0 0,0 1 0 0 0,0 0 1 0 0,1 1-1 0 0,1-1 0 0 0,1 1 1 0 0,0 0-1 0 0,-2 19 0 0 0,5-29 2 0 0,-1-1 0 0 0,1 0-1 0 0,1 1 1 0 0,-1-1 0 0 0,0 1-1 0 0,1-1 1 0 0,0 0 0 0 0,-1 1-1 0 0,1-1 1 0 0,1 0 0 0 0,-1 0-1 0 0,0 0 1 0 0,1 1 0 0 0,-1-1-1 0 0,1-1 1 0 0,0 1 0 0 0,0 0 0 0 0,1 0-1 0 0,-1-1 1 0 0,0 1 0 0 0,1-1-1 0 0,-1 0 1 0 0,1 0 0 0 0,0 0-1 0 0,0 0 1 0 0,0 0 0 0 0,0 0-1 0 0,0-1 1 0 0,0 0 0 0 0,0 1 0 0 0,0-1-1 0 0,1 0 1 0 0,5 0 0 0 0,-3 0-14 0 0,0 0 1 0 0,-1-1 0 0 0,1 0-1 0 0,0 0 1 0 0,0 0 0 0 0,0-1-1 0 0,0 0 1 0 0,-1 0 0 0 0,1 0 0 0 0,0-1-1 0 0,-1 0 1 0 0,1 0 0 0 0,-1 0-1 0 0,0-1 1 0 0,1 0 0 0 0,-1 0-1 0 0,-1 0 1 0 0,1 0 0 0 0,5-6-1 0 0,-4 3 14 0 0,0-1-1 0 0,-1 0 0 0 0,0 0 1 0 0,-1 0-1 0 0,1-1 0 0 0,-1 0 1 0 0,-1 0-1 0 0,0 0 0 0 0,0 0 0 0 0,0 0 1 0 0,-1-1-1 0 0,0 1 0 0 0,0-9 1 0 0,1-14 51 0 0,-1-1 0 0 0,-4-40 0 0 0,0 13 330 0 0,0 26-157 0 0,0 26-54 0 0,0 23 28 0 0,0 19-51 0 0,1-1 0 0 0,2 1 0 0 0,1 0 1 0 0,2-1-1 0 0,1 1 0 0 0,1-1 0 0 0,16 45 0 0 0,-19-72-241 0 0,0 0 0 0 0,0-1 0 0 0,1 1-1 0 0,0-1 1 0 0,0 1 0 0 0,0-1-1 0 0,11 10 1 0 0,-12-12-368 0 0,0-1 0 0 0,1-1-1 0 0,-1 1 1 0 0,1 0 0 0 0,0-1 0 0 0,0 0-1 0 0,0 0 1 0 0,0 0 0 0 0,0 0-1 0 0,0-1 1 0 0,0 1 0 0 0,1-1 0 0 0,-1 0-1 0 0,9 0 1 0 0,3-2-3959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6:27.8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33 162 1368 0 0,'-31'-160'12199'0'0,"30"158"-11552"0"0,1 5-226 0 0,0 14-48 0 0,1 25-57 0 0,5 341 1186 0 0,0-10-1835 0 0,-4-341-904 0 0,9 39 1 0 0,-7-54-1798 0 0,10 31 1 0 0,-2-23-2516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6:28.2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78 2472 0 0,'-1'-6'887'0'0,"1"0"0"0"0,-1 0 0 0 0,1 0 0 0 0,0-1 0 0 0,0 1 0 0 0,1 0 0 0 0,-1 0-1 0 0,4-11 1 0 0,-3 16-838 0 0,-1 0-1 0 0,1 1 0 0 0,-1-1 0 0 0,1 0 1 0 0,-1 0-1 0 0,1 1 0 0 0,0-1 0 0 0,-1 0 1 0 0,1 1-1 0 0,0-1 0 0 0,0 1 0 0 0,0-1 1 0 0,-1 1-1 0 0,1-1 0 0 0,0 1 0 0 0,0 0 1 0 0,0-1-1 0 0,0 1 0 0 0,0 0 0 0 0,0 0 1 0 0,0-1-1 0 0,0 1 0 0 0,0 0 0 0 0,0 0 1 0 0,0 0-1 0 0,1 0 0 0 0,25 5 475 0 0,-13 2-323 0 0,-1 0 1 0 0,0 0-1 0 0,0 1 1 0 0,0 1 0 0 0,-1 0-1 0 0,0 0 1 0 0,0 2-1 0 0,-1-1 1 0 0,-1 1-1 0 0,0 1 1 0 0,10 14 0 0 0,-11-13-65 0 0,-1 1 0 0 0,0 0 0 0 0,0 0 0 0 0,-2 0 0 0 0,1 1 0 0 0,-2 0 0 0 0,0 1 0 0 0,-1-1 0 0 0,-1 1 0 0 0,3 26 0 0 0,-6-36 1 0 0,0 0 0 0 0,0 0 0 0 0,0 0 0 0 0,-1-1 0 0 0,0 1 0 0 0,0 0 0 0 0,0 0 0 0 0,-4 6 0 0 0,5-10-106 0 0,-1 0 1 0 0,0-1-1 0 0,0 1 1 0 0,1-1-1 0 0,-1 1 1 0 0,-1-1-1 0 0,1 1 1 0 0,0-1-1 0 0,0 0 1 0 0,0 1-1 0 0,-1-1 1 0 0,1 0-1 0 0,-1 0 1 0 0,1 0-1 0 0,-1 0 1 0 0,1 0-1 0 0,-1 0 1 0 0,1-1-1 0 0,-1 1 1 0 0,0 0-1 0 0,0-1 1 0 0,1 1-1 0 0,-1-1 0 0 0,0 0 1 0 0,0 0-1 0 0,1 1 1 0 0,-1-1-1 0 0,0 0 1 0 0,-3-1-1 0 0,3 1-21 0 0,0 0 0 0 0,0 0 0 0 0,0-1-1 0 0,0 1 1 0 0,1-1 0 0 0,-1 1-1 0 0,0-1 1 0 0,0 0 0 0 0,0 0 0 0 0,1 0-1 0 0,-1 0 1 0 0,0 0 0 0 0,1 0-1 0 0,-1 0 1 0 0,1-1 0 0 0,-1 1 0 0 0,1 0-1 0 0,-1-1 1 0 0,1 1 0 0 0,0-1 0 0 0,0 0-1 0 0,0 1 1 0 0,0-1 0 0 0,0 0-1 0 0,0 0 1 0 0,0 1 0 0 0,0-5 0 0 0,0 3-15 0 0,1 0 1 0 0,0 0 0 0 0,-1 0-1 0 0,1 0 1 0 0,0 0 0 0 0,1 0-1 0 0,-1 0 1 0 0,0 0 0 0 0,1 0-1 0 0,0 0 1 0 0,0 0 0 0 0,0 0-1 0 0,0 0 1 0 0,0 1 0 0 0,0-1-1 0 0,3-3 1 0 0,4-5-270 0 0,1 0-1 0 0,1 1 1 0 0,-1 0 0 0 0,2 1-1 0 0,-1 0 1 0 0,1 0-1 0 0,15-8 1 0 0,89-45-3646 0 0,-115 62 3899 0 0,169-78-7555 0 0,-139 65 5133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6:28.4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61 1536 0 0,'6'-12'3634'0'0,"-6"10"-3254"0"0,0-1 0 0 0,-1 0 0 0 0,1 1 1 0 0,-1-1-1 0 0,0 1 0 0 0,0-1 0 0 0,0 1 1 0 0,0 0-1 0 0,-1 0 0 0 0,1-1 0 0 0,0 1 1 0 0,-1 0-1 0 0,0 0 0 0 0,1 0 0 0 0,-1 0 0 0 0,-3-2 1 0 0,3 2 31 0 0,2 2-366 0 0,0-1 0 0 0,-1 1 0 0 0,1 0 0 0 0,-1-1 0 0 0,1 1 0 0 0,-1-1 0 0 0,1 1 0 0 0,-1 0 0 0 0,1-1 0 0 0,-1 1 0 0 0,1 0 0 0 0,-1 0 0 0 0,0-1 0 0 0,1 1-1 0 0,-1 0 1 0 0,1 0 0 0 0,-1 0 0 0 0,0 0 0 0 0,1 0 0 0 0,-1 0 0 0 0,1 0 0 0 0,-1 0 0 0 0,0 0 0 0 0,1 0 0 0 0,-1 0 0 0 0,1 0 0 0 0,-1 0 0 0 0,0 0 0 0 0,1 1 0 0 0,-1-1-1 0 0,1 0 1 0 0,-1 1 0 0 0,1-1 0 0 0,-1 0 0 0 0,1 1 0 0 0,-1-1 0 0 0,1 0 0 0 0,-1 1 0 0 0,-4 10 246 0 0,1 0 0 0 0,0 0 0 0 0,1 0 0 0 0,1 0 0 0 0,0 0 0 0 0,-1 18 0 0 0,1 76 436 0 0,2-70-572 0 0,0 8-125 0 0,-2-12-225 0 0,3 1 0 0 0,0-1 0 0 0,12 59 0 0 0,-12-87-103 0 0,0 1 0 0 0,0-1-1 0 0,0 1 1 0 0,1-1 0 0 0,0 0 0 0 0,0 0 0 0 0,0 1 0 0 0,4 4 0 0 0,15 8-5448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6:28.9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0 213 1036 0 0,'2'-45'8737'0'0,"1"17"-6218"0"0,-2 27-2474 0 0,-1 0 0 0 0,0 0 0 0 0,1 0 0 0 0,-1 0-1 0 0,1 0 1 0 0,-1 0 0 0 0,1 1 0 0 0,-1-1-1 0 0,1 0 1 0 0,0 0 0 0 0,-1 1 0 0 0,1-1 0 0 0,0 0-1 0 0,-1 1 1 0 0,1-1 0 0 0,0 0 0 0 0,0 1-1 0 0,0-1 1 0 0,0 1 0 0 0,0 0 0 0 0,0-1 0 0 0,-1 1-1 0 0,1 0 1 0 0,0-1 0 0 0,0 1 0 0 0,0 0-1 0 0,0 0 1 0 0,0 0 0 0 0,0 0 0 0 0,0 0 0 0 0,0 0-1 0 0,2 0 1 0 0,26 4 252 0 0,-24-1-264 0 0,0-1 0 0 0,0 0 1 0 0,0 1-1 0 0,-1 0 0 0 0,1 0 1 0 0,0 0-1 0 0,-1 1 1 0 0,0 0-1 0 0,0-1 0 0 0,0 2 1 0 0,-1-1-1 0 0,1 0 0 0 0,-1 1 1 0 0,0-1-1 0 0,5 10 0 0 0,-3-4 9 0 0,-1 0-1 0 0,0 1 1 0 0,0-1-1 0 0,-1 1 1 0 0,0 0-1 0 0,2 21 1 0 0,-5-18-13 0 0,-1 1 0 0 0,-1 0-1 0 0,0-1 1 0 0,0 1 0 0 0,-2-1 0 0 0,0 0 0 0 0,0 0 0 0 0,-1 0 0 0 0,-1 0 0 0 0,0-1 0 0 0,-1 0 0 0 0,-1 0-1 0 0,-13 17 1 0 0,16-23 78 0 0,-5 6-374 0 0,8-13 55 0 0,6-8 40 0 0,5-7-107 0 0,1 0 0 0 0,1 0-1 0 0,23-23 1 0 0,-16 17 139 0 0,239-304-81 0 0,-249 312 615 0 0,-1 1 0 0 0,0-1 0 0 0,7-18 0 0 0,-14 31-387 0 0,0 0 1 0 0,0-1-1 0 0,0 1 0 0 0,1 0 0 0 0,-1-1 0 0 0,0 1 0 0 0,0 0 0 0 0,0-1 0 0 0,0 1 0 0 0,0-1 0 0 0,0 1 0 0 0,0 0 0 0 0,0-1 0 0 0,0 1 0 0 0,0 0 1 0 0,0-1-1 0 0,0 1 0 0 0,0-1 0 0 0,0 1 0 0 0,0 0 0 0 0,0-1 0 0 0,0 1 0 0 0,0 0 0 0 0,-1-1 0 0 0,1 1 0 0 0,0 0 0 0 0,0-1 0 0 0,0 1 1 0 0,-1 0-1 0 0,1-1 0 0 0,0 1 0 0 0,0 0 0 0 0,-1 0 0 0 0,1-1 0 0 0,0 1 0 0 0,-1 0 0 0 0,1 0 0 0 0,0 0 0 0 0,-1-1 0 0 0,1 1 0 0 0,0 0 1 0 0,-1 0-1 0 0,1 0 0 0 0,-1 0 0 0 0,1 0 0 0 0,-1 0 0 0 0,0-1-1 0 0,0 1 1 0 0,0 0-1 0 0,0 0 1 0 0,0 0-1 0 0,-1 0 1 0 0,1 1-1 0 0,0-1 1 0 0,0 0-1 0 0,0 0 1 0 0,0 1-1 0 0,0-1 1 0 0,0 1-1 0 0,-1 0 1 0 0,-7 6 52 0 0,0 0 0 0 0,1 1 1 0 0,0 1-1 0 0,0-1 0 0 0,1 1 1 0 0,0 0-1 0 0,1 1 0 0 0,0 0 1 0 0,1 0-1 0 0,-9 20 0 0 0,9-15 29 0 0,0 0-1 0 0,0 0 0 0 0,2 0 0 0 0,0 0 1 0 0,0 1-1 0 0,2 0 0 0 0,-1 22 1 0 0,3-28-43 0 0,0 0 0 0 0,0 0 0 0 0,0 0 1 0 0,1 0-1 0 0,1-1 0 0 0,0 1 0 0 0,0-1 1 0 0,1 0-1 0 0,0 0 0 0 0,6 9 0 0 0,-7-12-25 0 0,1-1 0 0 0,0 0 0 0 0,1 0 0 0 0,-1 0 0 0 0,1 0 0 0 0,0-1 0 0 0,1 0 0 0 0,-1 0 0 0 0,0 0 0 0 0,1-1 0 0 0,0 0 0 0 0,0 0-1 0 0,0 0 1 0 0,0-1 0 0 0,12 4 0 0 0,-5-3-71 0 0,-1-1 0 0 0,1 0-1 0 0,0-1 1 0 0,-1 0 0 0 0,1-1 0 0 0,13-1-1 0 0,-18 0-411 0 0,0-1 0 0 0,0 0 0 0 0,0 0-1 0 0,9-4 1 0 0,-11 4-450 0 0,-1 0-1 0 0,0-1 1 0 0,1 0 0 0 0,-1 0 0 0 0,-1-1-1 0 0,8-5 1 0 0,2-7-5055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6:29.1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213 77 2648 0 0,'-126'-60'11808'0'0,"122"58"-11535"0"0,-23-9-920 0 0,23 10-400 0 0,0 0-1 0 0,0 0 0 0 0,0 1 1 0 0,0-1-1 0 0,0 1 0 0 0,-5 0 1 0 0,-14 2-3298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6:29.3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185 1 2360 0 0,'-55'7'4310'0'0,"19"-2"-876"0"0,-48 11 0 0 0,84-16-3396 0 0,-1 0 0 0 0,1 0 0 0 0,0 0 0 0 0,-1 0 0 0 0,1 0 1 0 0,-1 0-1 0 0,1 1 0 0 0,0-1 0 0 0,-1 0 0 0 0,1 0 0 0 0,0 0 0 0 0,-1 0 0 0 0,1 0 0 0 0,0 0 0 0 0,-1 1 1 0 0,1-1-1 0 0,0 0 0 0 0,-1 0 0 0 0,1 1 0 0 0,0-1 0 0 0,0 0 0 0 0,-1 0 0 0 0,1 1 0 0 0,0-1 0 0 0,0 0 1 0 0,-1 1-1 0 0,1-1 0 0 0,0 0 0 0 0,0 1 0 0 0,0-1 0 0 0,0 0 0 0 0,0 1 0 0 0,10 6 398 0 0,21 0-183 0 0,178 7 193 0 0,-129-11-729 0 0,68 4-1112 0 0,149 8-5710 0 0,-194-9 2362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6:29.6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2100 0 0,'14'12'7050'0'0,"7"4"-972"0"0,-21-16-6030 0 0,1 0 0 0 0,-1 0 0 0 0,1 0-1 0 0,-1 0 1 0 0,0 1 0 0 0,1-1 0 0 0,-1 0 0 0 0,1 0 0 0 0,-1 1-1 0 0,0-1 1 0 0,1 0 0 0 0,-1 0 0 0 0,0 1 0 0 0,1-1 0 0 0,-1 0-1 0 0,0 1 1 0 0,1-1 0 0 0,-1 1 0 0 0,0-1 0 0 0,0 0 0 0 0,0 1-1 0 0,1-1 1 0 0,-1 1 0 0 0,0-1 0 0 0,0 1 0 0 0,0-1 0 0 0,0 0-1 0 0,0 1 1 0 0,0-1 0 0 0,0 1 0 0 0,0-1 0 0 0,0 1 0 0 0,0 0-1 0 0,-2 18-1260 0 0,0-13 226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6:31.5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360 396 1864 0 0,'-2'-2'1695'0'0,"-5"-5"-315"0"0,0 0 1 0 0,0 0-1 0 0,0 1 1 0 0,-11-7-1 0 0,-5-1 34 0 0,-37-16 0 0 0,22 12-285 0 0,38 18-1123 0 0,-1 0 0 0 0,1-1 0 0 0,-1 1 0 0 0,1 0 1 0 0,-1 0-1 0 0,1-1 0 0 0,-1 1 0 0 0,1-1 0 0 0,-1 1 0 0 0,1 0 0 0 0,0-1 0 0 0,-1 1 0 0 0,1-1 1 0 0,0 1-1 0 0,-1-1 0 0 0,1 1 0 0 0,0-1 0 0 0,-1 1 0 0 0,1-1 0 0 0,0 0 0 0 0,0 1 0 0 0,0-1 0 0 0,0 1 1 0 0,0-1-1 0 0,-1 1 0 0 0,1-1 0 0 0,0 0 0 0 0,0 1 0 0 0,0-1 0 0 0,1 1 0 0 0,-1-1 0 0 0,0 0 1 0 0,0 1-1 0 0,0-1 0 0 0,0 1 0 0 0,0-1 0 0 0,1 1 0 0 0,-1-1 0 0 0,0 1 0 0 0,1-1 0 0 0,-1 1 1 0 0,0-1-1 0 0,1 1 0 0 0,-1-1 0 0 0,0 1 0 0 0,1-1 0 0 0,-1 1 0 0 0,1 0 0 0 0,0-1 0 0 0,25-19 32 0 0,-25 19-28 0 0,18-10-2 0 0,0 0 0 0 0,1 2 1 0 0,38-13-1 0 0,68-13-94 0 0,-104 30 48 0 0,242-54-1239 0 0,-215 42 1014 0 0,-46 16 244 0 0,0-1-1 0 0,0 0 1 0 0,0 0 0 0 0,0 0 0 0 0,0 0 0 0 0,0 0 0 0 0,0 0 0 0 0,-1-1-1 0 0,1 0 1 0 0,-1 1 0 0 0,3-5 0 0 0,-4 6 15 0 0,-1 0 1 0 0,0 0-1 0 0,0 0 1 0 0,1-1-1 0 0,-1 1 1 0 0,0 0-1 0 0,0 0 1 0 0,0 0 0 0 0,0 0-1 0 0,0 0 1 0 0,-1 0-1 0 0,1 0 1 0 0,0 0-1 0 0,0 0 1 0 0,-1 0-1 0 0,1 0 1 0 0,-1 0-1 0 0,1 0 1 0 0,-1 0-1 0 0,1 0 1 0 0,-1 0-1 0 0,1 1 1 0 0,-1-1-1 0 0,0 0 1 0 0,1 0-1 0 0,-1 0 1 0 0,0 1-1 0 0,0-1 1 0 0,-1-1-1 0 0,-1 0-11 0 0,0 0-1 0 0,0-1 1 0 0,0 1-1 0 0,0 1 1 0 0,0-1-1 0 0,-6-2 0 0 0,8 4 13 0 0,0-1 0 0 0,-1 1-1 0 0,1 0 1 0 0,-1 0-1 0 0,1 0 1 0 0,-1 0-1 0 0,1 0 1 0 0,-1 0 0 0 0,1 0-1 0 0,0 0 1 0 0,-1 0-1 0 0,1 1 1 0 0,-1-1-1 0 0,1 1 1 0 0,0-1 0 0 0,-1 1-1 0 0,1-1 1 0 0,0 1-1 0 0,0 0 1 0 0,-3 1-1 0 0,2 0 1 0 0,-1 1-1 0 0,1 0 0 0 0,0-1 1 0 0,-1 1-1 0 0,1 0 0 0 0,0 0 1 0 0,1 0-1 0 0,-3 4 0 0 0,-2 8-4 0 0,1-1 1 0 0,1 0-1 0 0,-4 17 0 0 0,8-31 8 0 0,-13 79 51 0 0,-5 118 0 0 0,1-6 126 0 0,8-125-148 0 0,-27 97-1 0 0,27-135-13 0 0,0-1 0 0 0,-2-1 0 0 0,-1 0 0 0 0,-1 0 0 0 0,-1-2 0 0 0,-21 28 0 0 0,24-38 69 0 0,0 0 1 0 0,-2-2-1 0 0,1 1 0 0 0,-2-2 0 0 0,1 1 0 0 0,-2-2 0 0 0,1 0 0 0 0,-2-1 1 0 0,1 0-1 0 0,-1-1 0 0 0,-20 7 0 0 0,14-8-21 0 0,0-1-1 0 0,0 0 1 0 0,-1-2 0 0 0,1 0 0 0 0,-1-2-1 0 0,0-1 1 0 0,0 0 0 0 0,-28-4-1 0 0,-12-2 55 0 0,57 5-138 0 0,4 0 0 0 0,1 0-1 0 0,-1 0 1 0 0,1 0-1 0 0,-1 0 1 0 0,1 0-1 0 0,-1-1 0 0 0,1 1 1 0 0,-1 0-1 0 0,1-1 1 0 0,-1 1-1 0 0,1-1 1 0 0,-1 1-1 0 0,1-1 1 0 0,0 0-1 0 0,0 0 1 0 0,-1 1-1 0 0,1-1 1 0 0,0 0-1 0 0,0 0 1 0 0,0 0-1 0 0,0 0 1 0 0,0-1-1 0 0,-2 0 1 0 0,3 1-59 0 0,0 0 0 0 0,0 1 0 0 0,0-1 1 0 0,-1 0-1 0 0,1 0 0 0 0,0 1 1 0 0,0-1-1 0 0,0 0 0 0 0,0 0 0 0 0,0 1 1 0 0,0-1-1 0 0,0 0 0 0 0,1 1 0 0 0,-1-1 1 0 0,0 0-1 0 0,0 0 0 0 0,1 1 1 0 0,-1-1-1 0 0,0 0 0 0 0,1 1 0 0 0,-1-1 1 0 0,0 1-1 0 0,1-1 0 0 0,-1 0 1 0 0,1 0-1 0 0,15-13-1869 0 0,-15 14 1873 0 0,25-19-4329 0 0,-8 9 1157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6:32.0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89 1724 0 0,'24'-46'8363'0'0,"-16"28"-5754"0"0,-7 22-2570 0 0,-1 0-1 0 0,0-1 0 0 0,-1 1 0 0 0,1-1 0 0 0,-1 1 0 0 0,1 0 0 0 0,-1-1 0 0 0,-3 7 0 0 0,0 5 31 0 0,2 0-53 0 0,0 1 0 0 0,1-1 1 0 0,0 0-1 0 0,2 1 0 0 0,-1-1 0 0 0,2 1 0 0 0,0-1 1 0 0,1 0-1 0 0,6 19 0 0 0,-7-27-5 0 0,1 1-1 0 0,0-1 1 0 0,1 0-1 0 0,0 0 1 0 0,0 0-1 0 0,0-1 1 0 0,1 1 0 0 0,0-1-1 0 0,0 0 1 0 0,1-1-1 0 0,0 1 1 0 0,-1-1-1 0 0,2 0 1 0 0,-1 0-1 0 0,1-1 1 0 0,-1 0 0 0 0,1 0-1 0 0,1 0 1 0 0,12 4-1 0 0,-8-5 25 0 0,0 1-1 0 0,0-2 1 0 0,0 0 0 0 0,1 0-1 0 0,-1-1 1 0 0,1 0-1 0 0,-1-1 1 0 0,1-1 0 0 0,0 0-1 0 0,-1-1 1 0 0,0 0 0 0 0,1-1-1 0 0,-1 0 1 0 0,0-1-1 0 0,15-7 1 0 0,-19 8-19 0 0,0-1 1 0 0,-1-1-1 0 0,0 0 0 0 0,0 1 1 0 0,-1-2-1 0 0,1 1 0 0 0,-1-1 1 0 0,0 0-1 0 0,-1 0 0 0 0,1-1 0 0 0,-1 0 1 0 0,-1 0-1 0 0,1 0 0 0 0,-1 0 1 0 0,0-1-1 0 0,-1 0 0 0 0,0 0 1 0 0,0 0-1 0 0,0 0 0 0 0,-1 0 1 0 0,-1 0-1 0 0,1-1 0 0 0,-1-13 1 0 0,-1 15-7 0 0,0 0 0 0 0,0 0 0 0 0,-1 0 0 0 0,0 0 0 0 0,-1 0 0 0 0,1 0 0 0 0,-1 1-1 0 0,-1-1 1 0 0,1 1 0 0 0,-1-1 0 0 0,0 1 0 0 0,-1 0 0 0 0,0 0 0 0 0,0 0 0 0 0,0 0 0 0 0,0 1 0 0 0,-1-1 0 0 0,0 1 0 0 0,0 1 0 0 0,0-1 0 0 0,-1 1 0 0 0,0 0 0 0 0,-10-6 0 0 0,6 4-1 0 0,-1 1-1 0 0,0 0 1 0 0,0 1 0 0 0,-1 0-1 0 0,1 0 1 0 0,-1 2 0 0 0,1-1-1 0 0,-1 2 1 0 0,0-1 0 0 0,0 1-1 0 0,0 1 1 0 0,0 0 0 0 0,-15 3-1 0 0,9 0 19 0 0,0 1 0 0 0,0 0-1 0 0,1 2 1 0 0,-1 0 0 0 0,-30 16-1 0 0,42-19-114 0 0,0 0 0 0 0,0 1 0 0 0,1 0 0 0 0,0 0 0 0 0,-1 0-1 0 0,1 0 1 0 0,1 1 0 0 0,-1 0 0 0 0,1 0 0 0 0,0 1 0 0 0,0-1 0 0 0,0 1-1 0 0,1-1 1 0 0,0 1 0 0 0,0 1 0 0 0,0-1 0 0 0,1 0 0 0 0,0 0 0 0 0,-2 9 0 0 0,4-11-238 0 0,0 0 1 0 0,0 0 0 0 0,0 0 0 0 0,1 0 0 0 0,-1 0 0 0 0,1-1 0 0 0,0 1 0 0 0,0 0 0 0 0,0 0 0 0 0,1-1-1 0 0,-1 1 1 0 0,1-1 0 0 0,0 0 0 0 0,0 1 0 0 0,0-1 0 0 0,1 0 0 0 0,-1 0 0 0 0,1 0 0 0 0,-1 0-1 0 0,1-1 1 0 0,0 1 0 0 0,4 2 0 0 0,13 9-2978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6:33.5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153 48 1928 0 0,'25'-21'7745'0'0,"-34"28"-6353"0"0,-3 4-1058 0 0,0 0 0 0 0,1 1 0 0 0,0 0 1 0 0,1 0-1 0 0,0 1 0 0 0,-7 14 0 0 0,-4 10 17 0 0,-17 41 0 0 0,33-66-312 0 0,1 1 0 0 0,-1-1-1 0 0,2 1 1 0 0,0 0 0 0 0,0 0 0 0 0,2 0 0 0 0,-1 0-1 0 0,2 20 1 0 0,0-28-18 0 0,0-1-1 0 0,0 1 0 0 0,1 0 0 0 0,0 0 0 0 0,0 0 1 0 0,0-1-1 0 0,0 1 0 0 0,1 0 0 0 0,0-1 0 0 0,0 0 1 0 0,0 1-1 0 0,1-1 0 0 0,-1 0 0 0 0,1 0 0 0 0,0 0 1 0 0,0 0-1 0 0,1-1 0 0 0,-1 1 0 0 0,1-1 0 0 0,-1 0 1 0 0,1 0-1 0 0,0 0 0 0 0,0-1 0 0 0,0 1 0 0 0,9 3 1 0 0,-5-3-6 0 0,0-1 0 0 0,0 1 0 0 0,1-1 0 0 0,-1-1 0 0 0,1 0 0 0 0,-1 0 0 0 0,1 0 0 0 0,-1-1 0 0 0,1-1 1 0 0,-1 1-1 0 0,1-1 0 0 0,-1-1 0 0 0,1 0 0 0 0,-1 0 0 0 0,0 0 0 0 0,0-1 0 0 0,0 0 0 0 0,0-1 0 0 0,0 0 0 0 0,-1 0 1 0 0,1-1-1 0 0,-1 0 0 0 0,0 0 0 0 0,12-12 0 0 0,-9 6-11 0 0,0 0 0 0 0,0-1-1 0 0,-1 0 1 0 0,-1 0 0 0 0,0-1 0 0 0,-1 0 0 0 0,0-1-1 0 0,-1 1 1 0 0,0-1 0 0 0,-1 0 0 0 0,-1-1 0 0 0,0 1 0 0 0,2-25-1 0 0,-5 28-6 0 0,0-1-1 0 0,-1 0 0 0 0,-1 0 1 0 0,0 0-1 0 0,-1 0 1 0 0,0 1-1 0 0,0-1 0 0 0,-1 1 1 0 0,-1-1-1 0 0,0 1 0 0 0,-1 0 1 0 0,-6-11-1 0 0,9 17-1 0 0,-1 0 0 0 0,0 0-1 0 0,-1 1 1 0 0,1 0 0 0 0,-1-1 0 0 0,1 1 0 0 0,-1 0-1 0 0,-1 1 1 0 0,1-1 0 0 0,0 1 0 0 0,-1 0 0 0 0,0 0 0 0 0,0 0-1 0 0,0 1 1 0 0,0-1 0 0 0,0 1 0 0 0,0 1 0 0 0,-1-1-1 0 0,1 1 1 0 0,0 0 0 0 0,-1 0 0 0 0,1 0 0 0 0,-1 1-1 0 0,0 0 1 0 0,1 0 0 0 0,-1 0 0 0 0,-9 2 0 0 0,4 1 3 0 0,1 0 0 0 0,-1 1 0 0 0,1 0 0 0 0,0 0 1 0 0,0 1-1 0 0,0 0 0 0 0,0 1 0 0 0,1 0 0 0 0,0 1 0 0 0,0 0 1 0 0,-12 13-1 0 0,16-15 2 0 0,-1 1 0 0 0,1 0 0 0 0,0 1 0 0 0,0-1 0 0 0,1 1 0 0 0,-1 0 0 0 0,2 0 0 0 0,-1 0 0 0 0,1 1 0 0 0,0-1 0 0 0,0 1 0 0 0,1 0 0 0 0,0 0 0 0 0,1-1 0 0 0,0 1 0 0 0,-1 13 0 0 0,3-17-30 0 0,-1 0 0 0 0,1 0 1 0 0,-1 0-1 0 0,1 0 1 0 0,0 0-1 0 0,1 0 0 0 0,-1-1 1 0 0,1 1-1 0 0,-1 0 0 0 0,1-1 1 0 0,0 1-1 0 0,0-1 0 0 0,1 0 1 0 0,-1 1-1 0 0,4 2 0 0 0,-1-2-89 0 0,0 0-1 0 0,0 0 1 0 0,0 0-1 0 0,1 0 1 0 0,-1-1-1 0 0,1 0 1 0 0,0 0-1 0 0,11 3 0 0 0,-2-2-171 0 0,0-1 0 0 0,1 0 0 0 0,-1 0 0 0 0,1-2 0 0 0,0 0 0 0 0,-1-1 0 0 0,17-2 0 0 0,-18 0 144 0 0,0 0 0 0 0,1-1-1 0 0,-2-1 1 0 0,1 0 0 0 0,0-1-1 0 0,-1-1 1 0 0,0 0 0 0 0,0 0-1 0 0,-1-1 1 0 0,0-1 0 0 0,0 0-1 0 0,-1-1 1 0 0,12-10 0 0 0,1-6 372 0 0,-1 0 1 0 0,-2-1-1 0 0,0-1 1 0 0,23-41 0 0 0,-40 61-109 0 0,0 1 1 0 0,0 0-1 0 0,1 0 1 0 0,9-10-1 0 0,-12 15-76 0 0,11 7 70 0 0,-5 8-51 0 0,0 0 0 0 0,-1 1-1 0 0,-1-1 1 0 0,-1 2 0 0 0,5 17 0 0 0,14 37 64 0 0,-23-67-117 0 0,9 21 59 0 0,24 39 0 0 0,-31-57-45 0 0,1 0-1 0 0,1-1 0 0 0,-1 1 1 0 0,1-1-1 0 0,0 0 0 0 0,0 0 1 0 0,0-1-1 0 0,0 0 0 0 0,1 0 1 0 0,0 0-1 0 0,8 4 0 0 0,-13-8-17 0 0,1 1 0 0 0,-1-1 0 0 0,0 0 0 0 0,0 0 0 0 0,0 0 0 0 0,1 0-1 0 0,-1 0 1 0 0,0 0 0 0 0,0 0 0 0 0,1 0 0 0 0,-1 0 0 0 0,0-1 0 0 0,0 1 0 0 0,0 0 0 0 0,1-1 0 0 0,-1 1 0 0 0,0-1-1 0 0,0 0 1 0 0,0 1 0 0 0,0-1 0 0 0,0 0 0 0 0,0 1 0 0 0,1-3 0 0 0,1 1 4 0 0,0-1 0 0 0,0 0 0 0 0,-1 0-1 0 0,1 0 1 0 0,-1 0 0 0 0,2-4 0 0 0,8-18 30 0 0,-1-2 0 0 0,7-26 0 0 0,-10 29-41 0 0,0 0 1 0 0,1 1-1 0 0,15-26 0 0 0,-23 48 2 0 0,1-1 0 0 0,-1 0 1 0 0,0 0-1 0 0,1 1 0 0 0,-1-1 0 0 0,1 1 0 0 0,0-1 0 0 0,0 1 0 0 0,-1-1 0 0 0,1 1 1 0 0,0 0-1 0 0,0 0 0 0 0,0 0 0 0 0,0 0 0 0 0,0 1 0 0 0,0-1 0 0 0,1 0 1 0 0,-1 1-1 0 0,2-1 0 0 0,4 0 2 0 0,-1 1-1 0 0,0 0 1 0 0,1 0 0 0 0,-1 1 0 0 0,0-1 0 0 0,1 2 0 0 0,-1-1 0 0 0,0 1-1 0 0,12 4 1 0 0,-10-3 4 0 0,129 38 143 0 0,-137-41-144 0 0,1 0 1 0 0,0 1-1 0 0,-1-1 0 0 0,1 0 1 0 0,0 0-1 0 0,-1 0 1 0 0,1-1-1 0 0,0 1 0 0 0,-1 0 1 0 0,1-1-1 0 0,-1 1 0 0 0,1-1 1 0 0,-1 1-1 0 0,1-1 0 0 0,-1 0 1 0 0,1 1-1 0 0,-1-1 0 0 0,1 0 1 0 0,-1 0-1 0 0,0 0 0 0 0,1 0 1 0 0,-1 0-1 0 0,0-1 0 0 0,0 1 1 0 0,0 0-1 0 0,0-1 0 0 0,0 1 1 0 0,0 0-1 0 0,0-1 0 0 0,-1 1 1 0 0,1-1-1 0 0,0 1 0 0 0,-1-1 1 0 0,0 1-1 0 0,1-3 0 0 0,0 0-7 0 0,0 0-1 0 0,-1-1 0 0 0,1 1 0 0 0,-1 0 1 0 0,0 0-1 0 0,-1 0 0 0 0,1 0 0 0 0,-1-1 1 0 0,1 1-1 0 0,-1 0 0 0 0,0 0 0 0 0,-1 0 0 0 0,1 0 1 0 0,-1 0-1 0 0,0 1 0 0 0,-3-7 0 0 0,4 8 0 0 0,-1 0-1 0 0,1 0 0 0 0,0 1 0 0 0,-1-1 0 0 0,1 1 0 0 0,0-1 0 0 0,-1 1 0 0 0,0-1 0 0 0,1 1 1 0 0,-1 0-1 0 0,0 0 0 0 0,0-1 0 0 0,-3 0 0 0 0,4 2 5 0 0,0-1 0 0 0,0 1 1 0 0,-1 0-1 0 0,1 0 0 0 0,0 0 0 0 0,0 0 0 0 0,-1 0 1 0 0,1 0-1 0 0,0 0 0 0 0,0 0 0 0 0,-1 0 0 0 0,1 1 1 0 0,0-1-1 0 0,0 0 0 0 0,-1 1 0 0 0,0 0 0 0 0,-1 1 2 0 0,0 0-1 0 0,0 0 0 0 0,1 0 0 0 0,-1 0 0 0 0,1 1 0 0 0,-1-1 0 0 0,1 0 0 0 0,0 1 1 0 0,0 0-1 0 0,-3 5 0 0 0,-7 15-9 0 0,2 0 1 0 0,0 1-1 0 0,1 0 1 0 0,2 0-1 0 0,-7 36 1 0 0,12-47 13 0 0,0 1 1 0 0,1-1-1 0 0,0 1 0 0 0,1-1 1 0 0,1 1-1 0 0,0 0 0 0 0,1-1 1 0 0,0 0-1 0 0,1 1 0 0 0,1-1 1 0 0,9 24-1 0 0,-9-31 13 0 0,-1 0 0 0 0,1 0 0 0 0,0 0 0 0 0,1-1 0 0 0,-1 0 0 0 0,1 0 1 0 0,0 0-1 0 0,1 0 0 0 0,-1-1 0 0 0,1 0 0 0 0,0 0 0 0 0,0-1 0 0 0,0 1 0 0 0,0-1 0 0 0,0 0 0 0 0,1-1 0 0 0,-1 0 0 0 0,1 0 0 0 0,0 0 0 0 0,0-1 0 0 0,0 0 0 0 0,0 0 0 0 0,11-1 1 0 0,-7 1-4 0 0,0-2 1 0 0,0 1-1 0 0,0-2 1 0 0,0 1 0 0 0,0-2-1 0 0,-1 1 1 0 0,1-1-1 0 0,0-1 1 0 0,-1 0 0 0 0,0-1-1 0 0,0 1 1 0 0,0-2-1 0 0,-1 0 1 0 0,12-8 0 0 0,-5-1 11 0 0,-1 0 0 0 0,0-1 1 0 0,-1 0-1 0 0,-1-2 0 0 0,-1 1 1 0 0,0-1-1 0 0,10-22 1 0 0,-17 29 49 0 0,0 0 0 0 0,0-1 0 0 0,-1 1 0 0 0,0-1 1 0 0,-1 0-1 0 0,0 0 0 0 0,-1 0 0 0 0,-1 0 1 0 0,0-1-1 0 0,0 1 0 0 0,-1 0 0 0 0,-1-1 0 0 0,-4-21 1 0 0,5 29-64 0 0,-2 1 1 0 0,1 0-1 0 0,0 0 1 0 0,-1 0-1 0 0,0 0 1 0 0,0 0-1 0 0,0 0 1 0 0,0 0-1 0 0,-1 1 1 0 0,1-1-1 0 0,-1 1 1 0 0,0 0-1 0 0,0-1 1 0 0,0 1-1 0 0,-1 1 1 0 0,1-1-1 0 0,-1 0 1 0 0,0 1-1 0 0,-6-4 1 0 0,9 6-15 0 0,0 0 1 0 0,0 0 0 0 0,0 0-1 0 0,0 0 1 0 0,0 0 0 0 0,0 0-1 0 0,0 0 1 0 0,1 0 0 0 0,-1 0-1 0 0,0 0 1 0 0,0 0-1 0 0,0 1 1 0 0,0-1 0 0 0,0 0-1 0 0,0 1 1 0 0,0-1 0 0 0,0 0-1 0 0,1 1 1 0 0,-1-1 0 0 0,0 1-1 0 0,0 0 1 0 0,1-1 0 0 0,-1 1-1 0 0,0 0 1 0 0,1-1 0 0 0,-1 1-1 0 0,0 0 1 0 0,1 0 0 0 0,-1-1-1 0 0,1 1 1 0 0,-1 0 0 0 0,1 0-1 0 0,-1 1 1 0 0,0 0 0 0 0,1-1 1 0 0,-1 1 0 0 0,1 0-1 0 0,-1-1 1 0 0,1 1-1 0 0,-1 0 1 0 0,1 0 0 0 0,0 0-1 0 0,0-1 1 0 0,0 1-1 0 0,0 0 1 0 0,0 0-1 0 0,0 0 1 0 0,2 3 0 0 0,1 2 2 0 0,1-1 1 0 0,1 1-1 0 0,-1-1 1 0 0,1 1-1 0 0,0-1 1 0 0,1-1-1 0 0,0 1 1 0 0,0-1 0 0 0,0 0-1 0 0,0 0 1 0 0,1-1-1 0 0,-1 0 1 0 0,1 0-1 0 0,0-1 1 0 0,0 1-1 0 0,1-2 1 0 0,-1 1 0 0 0,16 3-1 0 0,-5-2-7 0 0,0-1-1 0 0,1-1 1 0 0,-1 0 0 0 0,1-2 0 0 0,0 0-1 0 0,0-1 1 0 0,18-3 0 0 0,-30 3 1 0 0,0 0 1 0 0,0-1 0 0 0,0 0 0 0 0,0 0 0 0 0,-1 0-1 0 0,1-1 1 0 0,-1 0 0 0 0,1-1 0 0 0,-1 1 0 0 0,0-1-1 0 0,0 0 1 0 0,0 0 0 0 0,-1-1 0 0 0,0 0 0 0 0,0 0-1 0 0,0 0 1 0 0,0-1 0 0 0,-1 0 0 0 0,0 1 0 0 0,6-12-1 0 0,-9 13 7 0 0,0 2-5 0 0,-1 0 1 0 0,0-1-1 0 0,0 1 0 0 0,0 0 1 0 0,0 0-1 0 0,0 0 1 0 0,0 0-1 0 0,0 0 0 0 0,-1 0 1 0 0,0-2-1 0 0,1 4-1 0 0,0-1 0 0 0,-1 1 0 0 0,1 0 0 0 0,0-1 1 0 0,-1 1-1 0 0,1 0 0 0 0,0-1 0 0 0,-1 1 0 0 0,1 0 0 0 0,0-1 0 0 0,-1 1 0 0 0,1 0 0 0 0,-1-1 1 0 0,1 1-1 0 0,0 0 0 0 0,-1 0 0 0 0,1 0 0 0 0,-1 0 0 0 0,1-1 0 0 0,-1 1 0 0 0,1 0 0 0 0,-1 0 1 0 0,1 0-1 0 0,-1 0 0 0 0,1 0 0 0 0,-1 0 0 0 0,-24 2 9 0 0,18 3-3 0 0,5-2-1 0 0,-7 4 19 0 0,0 1-1 0 0,1-1 1 0 0,0 1 0 0 0,1 1 0 0 0,0-1 0 0 0,0 1-1 0 0,1 1 1 0 0,-8 14 0 0 0,1 2 52 0 0,1 0-1 0 0,-9 30 1 0 0,12-28-26 0 0,-7 39 1 0 0,14-55-27 0 0,0 0 1 0 0,1 0 0 0 0,1 0-1 0 0,0 0 1 0 0,0 0-1 0 0,3 13 1 0 0,-2-21-36 0 0,-1-1 0 0 0,1 0 0 0 0,0 0-1 0 0,1 0 1 0 0,-1 0 0 0 0,0 0 0 0 0,1 0 0 0 0,0 0 0 0 0,0 0-1 0 0,0 0 1 0 0,0-1 0 0 0,0 1 0 0 0,0-1 0 0 0,0 0 0 0 0,6 4-1 0 0,-3-2-139 0 0,0-1-1 0 0,0-1 1 0 0,0 1-1 0 0,1-1 1 0 0,-1 0-1 0 0,1 0 1 0 0,-1-1-1 0 0,10 2 1 0 0,-2-1-541 0 0,0-1 1 0 0,0-1-1 0 0,0 0 1 0 0,0-1-1 0 0,-1 0 1 0 0,1-1-1 0 0,21-6 1 0 0,-2-3-1892 0 0,2-2-627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6:35.0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103 140 1500 0 0,'3'-8'669'0'0,"0"1"568"0"0,-1-1 0 0 0,0 1 0 0 0,0-1-1 0 0,0 0 1 0 0,0-12 0 0 0,-2 19-1173 0 0,0 0 0 0 0,0 1 0 0 0,0-1 0 0 0,0 1 0 0 0,0-1 0 0 0,0 0 0 0 0,0 1 0 0 0,0-1 0 0 0,0 0 0 0 0,0 1 0 0 0,0-1 0 0 0,0 1 0 0 0,0-1 0 0 0,-1 0 0 0 0,1 1 0 0 0,0-1 0 0 0,-1 1 0 0 0,1-1-1 0 0,0 1 1 0 0,-1-1 0 0 0,1 1 0 0 0,0-1 0 0 0,-1 1 0 0 0,1-1 0 0 0,-2 0 0 0 0,1 1-19 0 0,1 0-1 0 0,-1 0 1 0 0,0 0 0 0 0,1 0-1 0 0,-1 0 1 0 0,0 0-1 0 0,1 1 1 0 0,-1-1-1 0 0,0 0 1 0 0,1 0 0 0 0,-1 1-1 0 0,0-1 1 0 0,1 0-1 0 0,-1 1 1 0 0,1-1-1 0 0,-1 0 1 0 0,0 1 0 0 0,0 0-1 0 0,-21 25 861 0 0,10-3-628 0 0,0 1 1 0 0,2 1-1 0 0,0 0 1 0 0,2 0 0 0 0,1 1-1 0 0,1 0 1 0 0,1 0 0 0 0,-3 53-1 0 0,8-74-266 0 0,0 0-1 0 0,1-1 1 0 0,-1 1-1 0 0,1-1 0 0 0,0 1 1 0 0,0 0-1 0 0,1-1 0 0 0,-1 0 1 0 0,1 1-1 0 0,0-1 0 0 0,0 0 1 0 0,0 0-1 0 0,1 0 0 0 0,-1 0 1 0 0,1 0-1 0 0,0-1 1 0 0,0 1-1 0 0,0-1 0 0 0,1 0 1 0 0,-1 0-1 0 0,1 0 0 0 0,0 0 1 0 0,0 0-1 0 0,0-1 0 0 0,0 0 1 0 0,0 0-1 0 0,0 0 1 0 0,9 2-1 0 0,-5-1-129 0 0,1-1 0 0 0,0-1 1 0 0,-1 0-1 0 0,1 0 0 0 0,0 0 0 0 0,0-1 1 0 0,0-1-1 0 0,0 1 0 0 0,-1-1 0 0 0,1-1 1 0 0,0 0-1 0 0,-1 0 0 0 0,1 0 0 0 0,11-6 1 0 0,-4 0-157 0 0,-1-1 1 0 0,0 0 0 0 0,-1-1 0 0 0,0-1 0 0 0,0 0 0 0 0,-1 0 0 0 0,-1-2 0 0 0,0 0 0 0 0,16-21-1 0 0,-9 5 609 0 0,-1 0-1 0 0,-1-1 1 0 0,23-59-1 0 0,-39 88-258 0 0,-1-1 0 0 0,1 1-1 0 0,-1-1 1 0 0,1 0 0 0 0,-1 1-1 0 0,1-1 1 0 0,-1 1 0 0 0,0-1-1 0 0,0 0 1 0 0,0 1 0 0 0,0-4 0 0 0,0 5-62 0 0,-1 0 0 0 0,1-1 0 0 0,0 1 0 0 0,0 0 0 0 0,-1 0 0 0 0,1-1 0 0 0,0 1 0 0 0,0 0 0 0 0,-1 0 0 0 0,1 0 0 0 0,0 0 0 0 0,-1-1 0 0 0,1 1 0 0 0,0 0 0 0 0,-1 0 0 0 0,1 0 0 0 0,0 0 0 0 0,-1 0 0 0 0,1 0 0 0 0,0 0 0 0 0,-1 0 0 0 0,1 0 0 0 0,0 0 0 0 0,-1 0 0 0 0,1 0 0 0 0,0 0 0 0 0,-1 0 0 0 0,1 0 0 0 0,0 1 0 0 0,-1-1 0 0 0,1 0 1 0 0,0 0-1 0 0,-1 0 0 0 0,1 0 0 0 0,0 1 0 0 0,0-1 0 0 0,-1 0 0 0 0,1 0 0 0 0,0 0 0 0 0,0 1 0 0 0,-1-1 0 0 0,1 0 0 0 0,0 1 0 0 0,0-1 0 0 0,0 0 0 0 0,-1 1 0 0 0,-2 3 41 0 0,0 1 0 0 0,1-1 0 0 0,-1 1 0 0 0,1 0 1 0 0,0 0-1 0 0,0 0 0 0 0,0 0 0 0 0,1 0 0 0 0,0 0 0 0 0,0 1 0 0 0,-1 6 0 0 0,-1 14 113 0 0,0 1 1 0 0,1 0-1 0 0,5 51 0 0 0,-2-69-132 0 0,0 0 1 0 0,1 0-1 0 0,1 1 1 0 0,0-1-1 0 0,0-1 1 0 0,6 13-1 0 0,-6-16-5 0 0,0 0 0 0 0,0-1 0 0 0,0 1 0 0 0,1-1 0 0 0,0 0-1 0 0,-1 0 1 0 0,1 0 0 0 0,1 0 0 0 0,-1 0 0 0 0,1-1 0 0 0,8 5 0 0 0,-9-6-16 0 0,0 0 1 0 0,1 0-1 0 0,-1 0 0 0 0,1 0 1 0 0,-1-1-1 0 0,1 0 1 0 0,0 0-1 0 0,0 0 1 0 0,-1 0-1 0 0,1-1 0 0 0,0 0 1 0 0,0 0-1 0 0,0 0 1 0 0,-1-1-1 0 0,1 0 1 0 0,0 1-1 0 0,0-2 0 0 0,-1 1 1 0 0,1 0-1 0 0,-1-1 1 0 0,1 0-1 0 0,-1 0 0 0 0,0 0 1 0 0,1-1-1 0 0,-1 0 1 0 0,0 1-1 0 0,-1-1 1 0 0,1-1-1 0 0,-1 1 0 0 0,1 0 1 0 0,4-7-1 0 0,-1 1-5 0 0,0-1-1 0 0,0 0 1 0 0,-1-1-1 0 0,0 0 1 0 0,-1 0 0 0 0,0 0-1 0 0,0 0 1 0 0,-2-1-1 0 0,1 0 1 0 0,-1 0-1 0 0,1-16 1 0 0,-3 15-9 0 0,-1 1 0 0 0,0-1 0 0 0,-1 0 0 0 0,0 1 1 0 0,-1-1-1 0 0,-1 1 0 0 0,0-1 0 0 0,0 1 0 0 0,-1 0 0 0 0,-1 0 0 0 0,0 1 1 0 0,0-1-1 0 0,-14-19 0 0 0,15 25-3 0 0,-1 0-1 0 0,0 0 1 0 0,0 0 0 0 0,0 0 0 0 0,-1 1 0 0 0,0 0-1 0 0,0 0 1 0 0,0 1 0 0 0,0-1 0 0 0,-1 1 0 0 0,0 1 0 0 0,0-1-1 0 0,0 1 1 0 0,0 0 0 0 0,0 1 0 0 0,-1 0 0 0 0,1 0-1 0 0,-1 1 1 0 0,1-1 0 0 0,-1 2 0 0 0,0-1 0 0 0,0 1-1 0 0,-14 1 1 0 0,14 1 6 0 0,1 0 0 0 0,-1 1 0 0 0,0-1 0 0 0,0 2-1 0 0,1-1 1 0 0,0 1 0 0 0,0 0 0 0 0,0 0 0 0 0,0 1 0 0 0,1 0-1 0 0,-1 0 1 0 0,1 0 0 0 0,0 1 0 0 0,1 0 0 0 0,-1 1 0 0 0,1-1-1 0 0,1 1 1 0 0,-1 0 0 0 0,-5 12 0 0 0,7-14-5 0 0,1 1 0 0 0,0 0 0 0 0,-1 0-1 0 0,2 0 1 0 0,-1 1 0 0 0,1-1 0 0 0,0 0 0 0 0,0 1 0 0 0,1-1 0 0 0,0 1 0 0 0,1 8 0 0 0,0-10 0 0 0,0-1 0 0 0,0 1-1 0 0,0 0 1 0 0,1 0 0 0 0,0-1 0 0 0,0 1 0 0 0,0-1 0 0 0,1 1 0 0 0,-1-1 0 0 0,1 0 0 0 0,0 0 0 0 0,0 0 0 0 0,0 0 0 0 0,1-1 0 0 0,7 7 0 0 0,0-2-127 0 0,1-1 1 0 0,-1 0-1 0 0,2-1 1 0 0,-1 0-1 0 0,1 0 1 0 0,0-1-1 0 0,0-1 0 0 0,0-1 1 0 0,0 1-1 0 0,1-2 1 0 0,0 0-1 0 0,-1-1 1 0 0,1 0-1 0 0,25-2 1 0 0,-24 0-82 0 0,1-1 1 0 0,-1-1 0 0 0,0 0-1 0 0,0-1 1 0 0,0 0 0 0 0,0-1 0 0 0,0-1-1 0 0,-1-1 1 0 0,0 0 0 0 0,-1 0-1 0 0,1-1 1 0 0,20-18 0 0 0,-3-4 209 0 0,-1-2 1 0 0,-2-1-1 0 0,35-54 1 0 0,-62 86 10 0 0,-1 0 1 0 0,1 0 0 0 0,-1 0 0 0 0,1 0-1 0 0,0 0 1 0 0,-1 0 0 0 0,1 0 0 0 0,0 0-1 0 0,0 0 1 0 0,0 1 0 0 0,0-1 0 0 0,0 0-1 0 0,0 0 1 0 0,0 1 0 0 0,0-1 0 0 0,0 1-1 0 0,0-1 1 0 0,0 1 0 0 0,0-1 0 0 0,3 0-1 0 0,-3 2 8 0 0,-1 0-1 0 0,1 0 0 0 0,0 0 1 0 0,0-1-1 0 0,0 1 0 0 0,-1 0 1 0 0,1 0-1 0 0,0 0 0 0 0,-1 0 1 0 0,1 0-1 0 0,-1 0 0 0 0,0 1 1 0 0,1-1-1 0 0,-1 0 0 0 0,0 0 1 0 0,1 0-1 0 0,-1 0 0 0 0,0 0 1 0 0,0 1-1 0 0,0-1 0 0 0,0 1 1 0 0,2 36 426 0 0,-1 0 0 0 0,-2 1-1 0 0,-9 57 1 0 0,9-91-425 0 0,-1 17 69 0 0,0-4 19 0 0,0 0 0 0 0,-2 0 0 0 0,-5 19-1 0 0,-2-15 215 0 0,3-18-224 0 0,8-4-95 0 0,0-1 0 0 0,-1 1 0 0 0,1-1 0 0 0,-1 1 0 0 0,1 0 0 0 0,-1-1 0 0 0,1 0 0 0 0,0 1 0 0 0,-1-1 0 0 0,1 1 0 0 0,0-1 0 0 0,0 1 0 0 0,-1-1 0 0 0,1 0 0 0 0,0 1-1 0 0,0-1 1 0 0,0 1 0 0 0,0-2 0 0 0,-2-11-21 0 0,1 1 0 0 0,1-1-1 0 0,0 1 1 0 0,1-1 0 0 0,0 0-1 0 0,1 1 1 0 0,0 0-1 0 0,6-18 1 0 0,0 4-72 0 0,1 0-1 0 0,25-47 1 0 0,-31 67 77 0 0,1-1 0 0 0,0 1 0 0 0,1 0 0 0 0,-1 0 0 0 0,1 0 0 0 0,0 0 0 0 0,0 1 0 0 0,1 0 0 0 0,0 0 0 0 0,0 1 0 0 0,0-1 0 0 0,0 1 0 0 0,1 1 1 0 0,-1-1-1 0 0,1 1 0 0 0,14-5 0 0 0,-19 7 12 0 0,-1 1 0 0 0,1-1 0 0 0,0 1 0 0 0,-1-1 0 0 0,1 1 0 0 0,-1-1 0 0 0,1 1 1 0 0,0 0-1 0 0,-1 0 0 0 0,1 0 0 0 0,0 0 0 0 0,-1 0 0 0 0,1 0 0 0 0,0 0 0 0 0,-1 1 0 0 0,1-1 1 0 0,2 1-1 0 0,0 1-5 0 0,3 0 6 0 0,-1 0-1 0 0,0 0 0 0 0,-1 0 0 0 0,1 1 1 0 0,0 0-1 0 0,-1 0 0 0 0,1 0 0 0 0,-1 1 1 0 0,0 0-1 0 0,0 0 0 0 0,0 0 1 0 0,-1 0-1 0 0,0 1 0 0 0,0 0 0 0 0,0 0 1 0 0,0 0-1 0 0,-1 0 0 0 0,5 9 0 0 0,2 5 9 0 0,-1 1-1 0 0,-1 1 0 0 0,10 39 1 0 0,-14-46 106 0 0,-1 0 1 0 0,-1 1-1 0 0,1 17 1 0 0,-1-54-117 0 0,0 0 1 0 0,1 1-1 0 0,1 0 0 0 0,1 0 1 0 0,1 0-1 0 0,1 0 1 0 0,1 1-1 0 0,1 0 1 0 0,0 1-1 0 0,1 0 1 0 0,15-20-1 0 0,-18 29-10 0 0,1 1-1 0 0,1 0 1 0 0,-1 0 0 0 0,1 1-1 0 0,1 0 1 0 0,-1 1 0 0 0,1 0-1 0 0,1 0 1 0 0,-1 1 0 0 0,1 1-1 0 0,0-1 1 0 0,0 2 0 0 0,16-5-1 0 0,-25 8 12 0 0,1 0 0 0 0,-1 1 0 0 0,1-1 0 0 0,-1 1 0 0 0,1 0 0 0 0,-1 0-1 0 0,1 0 1 0 0,0 0 0 0 0,-1 0 0 0 0,1 0 0 0 0,-1 1 0 0 0,1-1 0 0 0,-1 1-1 0 0,1 0 1 0 0,-1 0 0 0 0,1-1 0 0 0,-1 2 0 0 0,4 1 0 0 0,-3-1 2 0 0,0 1 0 0 0,0 0 0 0 0,0-1 0 0 0,0 1 0 0 0,-1 0 0 0 0,1 1 1 0 0,-1-1-1 0 0,0 0 0 0 0,0 1 0 0 0,3 6 0 0 0,0 4 40 0 0,0 1-1 0 0,-1-1 1 0 0,-1 1 0 0 0,-1 0-1 0 0,2 15 1 0 0,-4 59 211 0 0,-1-65-164 0 0,1 1 1 0 0,5 38-1 0 0,-5-60-66 0 0,1 0 0 0 0,0 0 0 0 0,0 0 0 0 0,0 0 0 0 0,0 0 0 0 0,1 0 0 0 0,-1-1 0 0 0,4 5 0 0 0,-4-5-14 0 0,0-1 1 0 0,0 0-1 0 0,0 0 1 0 0,0 0 0 0 0,0 0-1 0 0,0 0 1 0 0,1 0-1 0 0,-1 0 1 0 0,0 0-1 0 0,1 0 1 0 0,-1-1 0 0 0,1 1-1 0 0,-1 0 1 0 0,0-1-1 0 0,1 1 1 0 0,-1-1 0 0 0,1 0-1 0 0,0 1 1 0 0,-1-1-1 0 0,1 0 1 0 0,1 0-1 0 0,3-1 0 0 0,-1 0-1 0 0,1 0 0 0 0,-1 0 1 0 0,0 0-1 0 0,0-1 0 0 0,1 0 1 0 0,-1 0-1 0 0,0-1 0 0 0,-1 1 1 0 0,1-1-1 0 0,0 0 0 0 0,4-4 1 0 0,-1-1 2 0 0,0 0 0 0 0,0 0 1 0 0,0 0-1 0 0,-1-1 0 0 0,8-14 1 0 0,2-7 8 0 0,-1-1 0 0 0,21-62 1 0 0,-31 80-7 0 0,-2 0 1 0 0,0 0-1 0 0,-1 0 0 0 0,0-1 1 0 0,-1 1-1 0 0,0-1 1 0 0,-1 0-1 0 0,-1-18 1 0 0,0 31-9 0 0,0-1 0 0 0,0 1 1 0 0,-1 0-1 0 0,1 0 1 0 0,0 0-1 0 0,0 0 0 0 0,-1 0 1 0 0,1 0-1 0 0,-1 0 1 0 0,1 0-1 0 0,-1 0 0 0 0,0 0 1 0 0,1 0-1 0 0,-1 1 1 0 0,0-1-1 0 0,1 0 1 0 0,-1 0-1 0 0,0 0 0 0 0,0 1 1 0 0,0-1-1 0 0,0 0 1 0 0,0 1-1 0 0,0-1 0 0 0,0 1 1 0 0,-1-1-1 0 0,0 1 9 0 0,0-1-1 0 0,0 1 0 0 0,0 0 1 0 0,0 0-1 0 0,0 0 1 0 0,0 0-1 0 0,0 0 0 0 0,0 1 1 0 0,0-1-1 0 0,0 1 1 0 0,0-1-1 0 0,-3 2 0 0 0,-2 1 33 0 0,0 0 0 0 0,1 1-1 0 0,-1-1 1 0 0,1 2-1 0 0,0-1 1 0 0,-7 7 0 0 0,6-4-10 0 0,1 0 1 0 0,0 0 0 0 0,1 0 0 0 0,0 1 0 0 0,0 0 0 0 0,1 0 0 0 0,-1 0 0 0 0,2 0 0 0 0,-1 1 0 0 0,1-1 0 0 0,1 1 0 0 0,0 0 0 0 0,0 0 0 0 0,0 0 0 0 0,1 15 0 0 0,1-17-15 0 0,0 0 1 0 0,0 0-1 0 0,1 0 1 0 0,1 0-1 0 0,-1 0 1 0 0,1 0-1 0 0,0 0 1 0 0,0 0-1 0 0,1-1 1 0 0,0 1-1 0 0,0-1 1 0 0,1 0-1 0 0,0 0 1 0 0,0 0-1 0 0,0-1 1 0 0,1 1 0 0 0,-1-1-1 0 0,1 0 1 0 0,1 0-1 0 0,8 6 1 0 0,-3-4-162 0 0,0 0 0 0 0,0-2 0 0 0,0 1 0 0 0,1-1 0 0 0,-1-1 1 0 0,1 0-1 0 0,0-1 0 0 0,1 0 0 0 0,-1-1 0 0 0,0 0 0 0 0,23 0 0 0 0,-21-2-1095 0 0,0-1 0 0 0,0 0-1 0 0,-1-1 1 0 0,1-1-1 0 0,-1 0 1 0 0,18-6 0 0 0,-1-3-4167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6:43.1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 1332 0 0,'0'0'4149'0'0,"6"-15"1485"0"0,-2 39-5603 0 0,-1 0 1 0 0,-1 0-1 0 0,-2 28 1 0 0,2 19-20 0 0,2-23 127 0 0,2 0 0 0 0,24 90 0 0 0,-14-94-31 0 0,-15-42-81 0 0,14-3 22 0 0,-9-5-75 0 0,-1 1 0 0 0,0-1 0 0 0,0 0 0 0 0,0 0 0 0 0,-1 0 0 0 0,0 0 0 0 0,3-8 0 0 0,22-55-17 0 0,-5 13-14 0 0,-18 41 32 0 0,-5 14 18 0 0,-1-1 1 0 0,0 1-1 0 0,1 0 1 0 0,-1 0-1 0 0,1 0 1 0 0,-1 0 0 0 0,1 0-1 0 0,0 0 1 0 0,-1 0-1 0 0,1 0 1 0 0,0 0-1 0 0,0 0 1 0 0,1-1 0 0 0,-1 2 5 0 0,0 0 0 0 0,0 0 0 0 0,0 0 1 0 0,0 1-1 0 0,0-1 0 0 0,0 0 0 0 0,0 1 1 0 0,0-1-1 0 0,0 1 0 0 0,0-1 1 0 0,-1 1-1 0 0,1-1 0 0 0,0 1 0 0 0,0-1 1 0 0,0 1-1 0 0,-1 0 0 0 0,1 0 0 0 0,0-1 1 0 0,-1 1-1 0 0,1 0 0 0 0,0 1 0 0 0,57 74 46 0 0,-43-53 52 0 0,2-1-1 0 0,20 22 1 0 0,-23-30-42 0 0,-9-8-15 0 0,1 0 1 0 0,-1-1 0 0 0,1 1-1 0 0,7 3 1 0 0,-12-8 39 0 0,2-1-54 0 0,0-1-32 0 0,-1 0-1 0 0,0 0 0 0 0,0 0 1 0 0,0-1-1 0 0,0 1 1 0 0,-1 0-1 0 0,1-1 0 0 0,0 1 1 0 0,0-1-1 0 0,-1 0 1 0 0,1 1-1 0 0,-1-1 0 0 0,0 0 1 0 0,1 0-1 0 0,-1 0 1 0 0,0 0-1 0 0,0 0 1 0 0,0 0-1 0 0,0 0 0 0 0,-1-1 1 0 0,2-2-1 0 0,3-13-42 0 0,6-31 0 0 0,-4 15 21 0 0,0 8 25 0 0,-6 17-35 0 0,2-1-1 0 0,-1 1 1 0 0,2-1 0 0 0,-1 1-1 0 0,7-12 1 0 0,-9 20 38 0 0,0 0-1 0 0,0 0 1 0 0,0 1-1 0 0,0-1 1 0 0,0 0-1 0 0,0 1 1 0 0,0-1-1 0 0,1 1 1 0 0,-1-1-1 0 0,0 1 1 0 0,0-1-1 0 0,0 1 1 0 0,1 0-1 0 0,-1 0 1 0 0,0 0-1 0 0,0 0 1 0 0,1 0-1 0 0,-1 0 1 0 0,0 0-1 0 0,0 0 1 0 0,1 0-1 0 0,-1 0 1 0 0,2 1-1 0 0,20 5 9 0 0,0 1 1 0 0,29 12-1 0 0,-28-9 96 0 0,0-2 0 0 0,31 7 0 0 0,-45-13-110 0 0,0 0-1 0 0,0-1 1 0 0,0-1-1 0 0,0 0 1 0 0,0 0-1 0 0,0-1 1 0 0,0 0-1 0 0,-1-1 1 0 0,14-3-1 0 0,-21 4 10 0 0,0 1 0 0 0,0-1 0 0 0,0 0 1 0 0,0 0-1 0 0,-1 0 0 0 0,1 0 0 0 0,0 0 0 0 0,0 0 0 0 0,-1 0 0 0 0,1 0 0 0 0,-1-1 0 0 0,1 1 1 0 0,-1-1-1 0 0,0 1 0 0 0,1-1 0 0 0,-1 0 0 0 0,0 1 0 0 0,0-1 0 0 0,0 0 0 0 0,0 0 1 0 0,-1 1-1 0 0,1-1 0 0 0,1-4 0 0 0,-2 2-2 0 0,1 0 1 0 0,0-1-1 0 0,-1 1 0 0 0,0 0 0 0 0,0-1 1 0 0,0 1-1 0 0,0 0 0 0 0,-2-5 1 0 0,2 7-5 0 0,-1 1 0 0 0,1 0 0 0 0,-1-1 0 0 0,1 1 0 0 0,-1 0 0 0 0,0-1 0 0 0,1 1 0 0 0,-1 0 1 0 0,0 0-1 0 0,0-1 0 0 0,0 1 0 0 0,0 0 0 0 0,0 0 0 0 0,0 0 0 0 0,-1 0 0 0 0,1 1 0 0 0,0-1 0 0 0,0 0 0 0 0,-1 0 0 0 0,1 1 1 0 0,0-1-1 0 0,-1 1 0 0 0,1-1 0 0 0,0 1 0 0 0,-3-1 0 0 0,0 0-8 0 0,0 1 1 0 0,0-1-1 0 0,1 1 0 0 0,-1 0 0 0 0,0 1 1 0 0,-6 0-1 0 0,4 1 8 0 0,0 0 0 0 0,-1 0 0 0 0,1 1 0 0 0,0 0 0 0 0,1 0 0 0 0,-1 0 0 0 0,0 1 0 0 0,1 0 1 0 0,0 0-1 0 0,0 0 0 0 0,0 1 0 0 0,-6 7 0 0 0,-1 3 25 0 0,0 0 1 0 0,1 1-1 0 0,-9 17 0 0 0,11-16 17 0 0,0 1 0 0 0,1 0 0 0 0,1 1 0 0 0,1-1 0 0 0,-7 35 0 0 0,11-45-22 0 0,1 0 0 0 0,1 0 0 0 0,0 0 0 0 0,0 0 0 0 0,0 0 0 0 0,1 0-1 0 0,3 11 1 0 0,-3-14-4 0 0,1 0-1 0 0,-1-1 1 0 0,1 1-1 0 0,1-1 1 0 0,-1 1-1 0 0,0-1 1 0 0,1 0-1 0 0,0 0 0 0 0,0 0 1 0 0,0 0-1 0 0,1-1 1 0 0,-1 1-1 0 0,5 2 1 0 0,-2-1-6 0 0,0-2 1 0 0,1 1-1 0 0,-1-1 1 0 0,1 0-1 0 0,0 0 1 0 0,-1-1-1 0 0,1 1 1 0 0,0-2-1 0 0,0 1 1 0 0,1-1-1 0 0,-1 0 1 0 0,0 0-1 0 0,13-2 1 0 0,7 0-804 0 0,0-2 0 0 0,33-8 0 0 0,-51 9 374 0 0,50-13-3800 0 0,-29 5 1153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6:43.4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28 164 0 0,'-7'-27'14699'0'0,"5"53"-14460"0"0,2 50 0 0 0,2-25-127 0 0,-2-17-123 0 0,-1 9-150 0 0,2 1 0 0 0,9 55 0 0 0,-4-77-1602 0 0,1-4-4145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6:43.6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76 100 120 0 0,'-52'-89'10126'0'0,"49"86"-9877"0"0,-4-3-145 0 0,6 5-282 0 0,-2 1-982 0 0,2 1 1019 0 0,1-1 0 0 0,-1 0 0 0 0,1 0 0 0 0,-1 0 0 0 0,1 1 0 0 0,-1-1 0 0 0,1 0 0 0 0,-1 1 0 0 0,1-1 0 0 0,-1 0 0 0 0,1 1 0 0 0,0-1 0 0 0,-1 1 0 0 0,1-1 0 0 0,0 1 0 0 0,-1-1 0 0 0,1 1 0 0 0,0-1 0 0 0,0 1 0 0 0,-1-1 0 0 0,1 1 0 0 0,0-1 0 0 0,0 1 1 0 0,0-1-1 0 0,0 1 0 0 0,0-1 0 0 0,-1 1 0 0 0,1 0 0 0 0,0-1 0 0 0,0 1 0 0 0,1 0 0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6:44.0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0 316 0 0,'30'101'8509'0'0,"-2"-3"-6815"0"0,-24-87-1526 0 0,-1 1 0 0 0,0 0 0 0 0,0 0 0 0 0,-2 0 0 0 0,1 0 0 0 0,-2 0 0 0 0,1 0 0 0 0,-2 0 0 0 0,0 0 0 0 0,-2 15 0 0 0,2-25-100 0 0,0-1-1 0 0,1 1 1 0 0,-1 0 0 0 0,0 0-1 0 0,0 0 1 0 0,0-1-1 0 0,0 1 1 0 0,-1 0 0 0 0,1-1-1 0 0,0 1 1 0 0,-1-1 0 0 0,1 0-1 0 0,-1 1 1 0 0,1-1-1 0 0,-1 0 1 0 0,-2 1 0 0 0,2-1 131 0 0,-14-4-70 0 0,15 3-123 0 0,0-1 0 0 0,0 1 0 0 0,0-1 1 0 0,0 1-1 0 0,1-1 0 0 0,-1 1 0 0 0,0-1 1 0 0,0 0-1 0 0,0 1 0 0 0,0-1 0 0 0,1 0 1 0 0,-1 0-1 0 0,0 1 0 0 0,1-1 0 0 0,-1 0 1 0 0,1 0-1 0 0,-1 0 0 0 0,1 0 0 0 0,-1-2 1 0 0,-7-19 6 0 0,8 18-3 0 0,-2-5-17 0 0,0 0-1 0 0,1 1 0 0 0,0-1 0 0 0,1 0 1 0 0,0 0-1 0 0,1 0 0 0 0,0 0 1 0 0,0 0-1 0 0,0 0 0 0 0,6-16 0 0 0,-2 13-19 0 0,-1 0-1 0 0,1 1 0 0 0,1-1 1 0 0,0 1-1 0 0,1 0 0 0 0,0 1 1 0 0,15-17-1 0 0,-16 20 6 0 0,1 0 0 0 0,0 1 0 0 0,0 0 0 0 0,1 0 0 0 0,-1 0 0 0 0,1 1 0 0 0,1 0 1 0 0,-1 1-1 0 0,1 0 0 0 0,13-4 0 0 0,-16 6 13 0 0,0 1 0 0 0,1-1 1 0 0,-1 1-1 0 0,1 1 1 0 0,-1 0-1 0 0,1 0 1 0 0,0 0-1 0 0,-1 0 0 0 0,1 1 1 0 0,-1 0-1 0 0,0 1 1 0 0,1-1-1 0 0,-1 1 1 0 0,0 0-1 0 0,0 1 0 0 0,6 3 1 0 0,-5-2 22 0 0,-1 0-1 0 0,1 0 1 0 0,-1 1 0 0 0,0 0 0 0 0,-1 1-1 0 0,1-1 1 0 0,-1 1 0 0 0,0 0 0 0 0,-1 0-1 0 0,1 0 1 0 0,-1 1 0 0 0,-1 0 0 0 0,1-1-1 0 0,-1 2 1 0 0,0-1 0 0 0,-1 0 0 0 0,3 8-1 0 0,1 15 0 0 0,-1-1 1 0 0,-1 1-1 0 0,0 32 0 0 0,-2-25-326 0 0,-2-36 42 0 0,0 1 1 0 0,1 0 0 0 0,-1 0 0 0 0,0 0-1 0 0,1 0 1 0 0,-1 0 0 0 0,1-1 0 0 0,-1 1-1 0 0,1 0 1 0 0,0 0 0 0 0,0-1-1 0 0,0 1 1 0 0,0-1 0 0 0,0 1 0 0 0,0-1-1 0 0,0 1 1 0 0,0-1 0 0 0,1 1 0 0 0,-1-1-1 0 0,0 0 1 0 0,1 0 0 0 0,-1 0 0 0 0,1 0-1 0 0,0 0 1 0 0,-1 0 0 0 0,1 0 0 0 0,0 0-1 0 0,2 0 1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6:44.3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17 219 2432 0 0,'-3'-56'3849'0'0,"-11"-105"5721"0"0,14 160-9296 0 0,0 18-42 0 0,10 429 2498 0 0,-2-190-2153 0 0,-8-239-631 0 0,9 134 62 0 0,-7-136-723 0 0,1 1 1 0 0,1-1 0 0 0,0 0-1 0 0,1 0 1 0 0,0 0-1 0 0,1-1 1 0 0,12 20 0 0 0,-17-31 115 0 0,1-1 0 0 0,-1 0 0 0 0,1 0 0 0 0,0 0 0 0 0,0 0 0 0 0,0-1 0 0 0,0 1 0 0 0,0 0 0 0 0,2 1 0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6:45.1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83 209 244 0 0,'-73'-45'10568'0'0,"72"44"-10530"0"0,1 1 1 0 0,-1 0 0 0 0,1 0 0 0 0,-1-1-1 0 0,1 1 1 0 0,-1 0 0 0 0,1-1 0 0 0,-1 1 0 0 0,1-1-1 0 0,-1 1 1 0 0,1-1 0 0 0,-1 1 0 0 0,1 0-1 0 0,0-1 1 0 0,-1 0 0 0 0,1 1 0 0 0,0-1-1 0 0,0 1 1 0 0,-1-1 0 0 0,1 1 0 0 0,0-1-1 0 0,0 0 1 0 0,0 1 0 0 0,0-1 0 0 0,-1 1 0 0 0,1-1-1 0 0,0 0 1 0 0,0 1 0 0 0,0-2 0 0 0,1 1-8 0 0,-1 0 0 0 0,1 0 0 0 0,0-1 1 0 0,-1 1-1 0 0,1 0 0 0 0,0 0 0 0 0,0 0 0 0 0,0 0 1 0 0,0 0-1 0 0,0 0 0 0 0,0 0 0 0 0,1-1 1 0 0,34-20 155 0 0,26-2-73 0 0,0 3-1 0 0,106-21 1 0 0,-74 20-103 0 0,-92 21-14 0 0,1 1 1 0 0,-1 0-1 0 0,1 0 0 0 0,-1 0 1 0 0,1 0-1 0 0,-1 0 0 0 0,1 0 1 0 0,-1 0-1 0 0,0 1 1 0 0,1 0-1 0 0,-1-1 0 0 0,0 1 1 0 0,1 0-1 0 0,-1 0 0 0 0,0 0 1 0 0,0 0-1 0 0,0 1 1 0 0,1-1-1 0 0,-2 0 0 0 0,1 1 1 0 0,0 0-1 0 0,0-1 0 0 0,0 1 1 0 0,-1 0-1 0 0,1 0 1 0 0,-1 0-1 0 0,3 4 0 0 0,2 5 56 0 0,1 0 0 0 0,-2 1 0 0 0,9 24 0 0 0,-10-24 2 0 0,24 64 548 0 0,-4 2 1 0 0,19 104-1 0 0,-38-159-195 0 0,-2 0 0 0 0,-1 0 0 0 0,-1 0 1 0 0,-1 0-1 0 0,-1 0 0 0 0,-5 30 0 0 0,6-51-354 0 0,0 0 0 0 0,-1 0 0 0 0,1 0 0 0 0,-1 0 0 0 0,0-1 0 0 0,1 1 0 0 0,-1 0-1 0 0,0 0 1 0 0,0 0 0 0 0,0-1 0 0 0,0 1 0 0 0,0 0 0 0 0,-1-1 0 0 0,1 1 0 0 0,-1-1 0 0 0,1 0 0 0 0,-1 1 0 0 0,1-1 0 0 0,-1 0 0 0 0,1 0 0 0 0,-1 0 0 0 0,0 0 0 0 0,0 0 0 0 0,-3 1 0 0 0,3-2-31 0 0,0 0 0 0 0,0 1 0 0 0,-1-1 0 0 0,1-1 0 0 0,0 1 0 0 0,0 0-1 0 0,0 0 1 0 0,-1-1 0 0 0,1 1 0 0 0,0-1 0 0 0,0 0 0 0 0,0 1 0 0 0,0-1 0 0 0,0 0 0 0 0,0 0 0 0 0,0-1-1 0 0,0 1 1 0 0,1 0 0 0 0,-1-1 0 0 0,0 1 0 0 0,1-1 0 0 0,-3-2 0 0 0,-1-2-49 0 0,0 0 0 0 0,0 0 0 0 0,1 0 1 0 0,0-1-1 0 0,0 0 0 0 0,0 0 0 0 0,1 0 0 0 0,0 0 0 0 0,0-1 1 0 0,1 1-1 0 0,0-1 0 0 0,1 1 0 0 0,-1-1 0 0 0,1 0 0 0 0,1 0 1 0 0,-1 1-1 0 0,2-1 0 0 0,-1 0 0 0 0,1 0 0 0 0,0 1 1 0 0,0-1-1 0 0,1 0 0 0 0,4-11 0 0 0,-1 6-74 0 0,1 0 0 0 0,0 1 0 0 0,0 0 0 0 0,1 0 0 0 0,1 1 0 0 0,0 0-1 0 0,1 0 1 0 0,0 1 0 0 0,0 0 0 0 0,1 0 0 0 0,1 1 0 0 0,17-12 0 0 0,-19 15 53 0 0,1 0 0 0 0,-1 1 1 0 0,1 0-1 0 0,0 1 0 0 0,0 0 0 0 0,1 1 1 0 0,20-5-1 0 0,-28 8 43 0 0,0 0 0 0 0,-1 0 0 0 0,1 0 0 0 0,0 1-1 0 0,0-1 1 0 0,-1 1 0 0 0,1-1 0 0 0,0 1 0 0 0,0 0 0 0 0,-1 0 0 0 0,1 0 0 0 0,-1 1 0 0 0,1-1 0 0 0,-1 1 0 0 0,0-1-1 0 0,3 3 1 0 0,1 1 7 0 0,0 0-1 0 0,-1 0 0 0 0,0 1 0 0 0,7 9 0 0 0,4 10 30 0 0,-1 1-1 0 0,20 49 1 0 0,-4-9-47 0 0,-30-63 18 0 0,1 1 0 0 0,1-1 1 0 0,-1 1-1 0 0,0-1 0 0 0,1 0 0 0 0,0 1 0 0 0,0-1 0 0 0,0-1 0 0 0,0 1 0 0 0,0 0 1 0 0,0-1-1 0 0,1 0 0 0 0,-1 1 0 0 0,1-1 0 0 0,0-1 0 0 0,-1 1 0 0 0,6 1 0 0 0,-3-1 8 0 0,0-1 1 0 0,1 0-1 0 0,-1 0 0 0 0,0-1 0 0 0,0 0 0 0 0,0 0 0 0 0,1 0 0 0 0,-1-1 0 0 0,0 0 0 0 0,11-3 0 0 0,-8 1 0 0 0,-1 1-1 0 0,0-2 1 0 0,0 1-1 0 0,0-1 1 0 0,0 0-1 0 0,0-1 0 0 0,-1 1 1 0 0,0-2-1 0 0,0 1 1 0 0,0-1-1 0 0,-1 0 1 0 0,0 0-1 0 0,0-1 0 0 0,0 0 1 0 0,-1 0-1 0 0,7-12 1 0 0,-8 10-14 0 0,-1-1 0 0 0,0 1 0 0 0,0 0 0 0 0,-1-1 0 0 0,-1 0 1 0 0,0 0-1 0 0,0 1 0 0 0,-1-1 0 0 0,0 0 0 0 0,0 0 0 0 0,-1 0 1 0 0,-1 1-1 0 0,1-1 0 0 0,-2 0 0 0 0,1 1 0 0 0,-1 0 0 0 0,-1-1 1 0 0,0 1-1 0 0,-9-16 0 0 0,9 18 1 0 0,-1 0-1 0 0,1 1 1 0 0,-1-1-1 0 0,-1 1 1 0 0,1 0-1 0 0,-1 0 1 0 0,0 1 0 0 0,-1 0-1 0 0,1 0 1 0 0,-1 0-1 0 0,0 1 1 0 0,0 0-1 0 0,0 0 1 0 0,-1 1 0 0 0,1 0-1 0 0,-1 0 1 0 0,0 1-1 0 0,0 0 1 0 0,0 0-1 0 0,0 1 1 0 0,0 0 0 0 0,0 0-1 0 0,0 1 1 0 0,-13 1-1 0 0,13 0-49 0 0,-1 1-1 0 0,0 0 0 0 0,1 0 0 0 0,-1 1 1 0 0,1 0-1 0 0,0 1 0 0 0,0 0 0 0 0,0 0 1 0 0,-7 6-1 0 0,12-9-150 0 0,0 1 0 0 0,1 0-1 0 0,-1 0 1 0 0,1 0 0 0 0,-1 0 0 0 0,1 0 0 0 0,0 1-1 0 0,0-1 1 0 0,0 1 0 0 0,0-1 0 0 0,1 1 0 0 0,-1 0 0 0 0,0-1-1 0 0,1 1 1 0 0,0 0 0 0 0,0 0 0 0 0,0 0 0 0 0,0 0-1 0 0,0 0 1 0 0,1 1 0 0 0,-1-1 0 0 0,1 0 0 0 0,0 0-1 0 0,0 0 1 0 0,0 0 0 0 0,0 1 0 0 0,2 5 0 0 0,-1-7-327 0 0,0 0 1 0 0,0 0 0 0 0,0 0-1 0 0,0 1 1 0 0,0-1 0 0 0,1 0 0 0 0,-1-1-1 0 0,3 3 1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6:46.1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311 555 1436 0 0,'-1'-14'4675'0'0,"0"13"-4474"0"0,0-1 0 0 0,0 1 1 0 0,0 0-1 0 0,0 0 1 0 0,-1-1-1 0 0,1 1 1 0 0,-1 0-1 0 0,1 0 1 0 0,-1 0-1 0 0,1 0 1 0 0,-1 0-1 0 0,1 1 1 0 0,-1-1-1 0 0,0 0 1 0 0,1 1-1 0 0,-1-1 1 0 0,-3 0-1 0 0,1 1-1 0 0,-1 0-1 0 0,1 0 1 0 0,0 0 0 0 0,0 0-1 0 0,0 1 1 0 0,0 0 0 0 0,-7 1-1 0 0,1 2 31 0 0,0 0 0 0 0,0 0 0 0 0,0 1 0 0 0,0 0-1 0 0,-12 10 1 0 0,6-3-45 0 0,0 2-1 0 0,1-1 0 0 0,1 2 1 0 0,0 0-1 0 0,1 1 1 0 0,-20 31-1 0 0,26-36-139 0 0,1 1 0 0 0,0-1 0 0 0,1 1-1 0 0,0 1 1 0 0,1-1 0 0 0,0 1 0 0 0,1 0 0 0 0,0 0 0 0 0,1 0-1 0 0,1 0 1 0 0,0 21 0 0 0,1-31-33 0 0,0 0 0 0 0,0 0 0 0 0,0-1 0 0 0,1 1 0 0 0,0 0 0 0 0,-1 0-1 0 0,1 0 1 0 0,0-1 0 0 0,0 1 0 0 0,0 0 0 0 0,1-1 0 0 0,-1 1 0 0 0,1-1 0 0 0,-1 1 0 0 0,1-1 0 0 0,0 0 0 0 0,0 0 0 0 0,0 0-1 0 0,2 2 1 0 0,-1-2 0 0 0,0 0-1 0 0,0-1 1 0 0,1 1-1 0 0,-1-1 0 0 0,0 0 1 0 0,0 0-1 0 0,1 0 1 0 0,-1 0-1 0 0,1-1 1 0 0,-1 1-1 0 0,1-1 0 0 0,-1 0 1 0 0,7 0-1 0 0,0-2 1 0 0,-1 1 0 0 0,1-1 0 0 0,0-1 0 0 0,-1 0 0 0 0,1 0-1 0 0,-1-1 1 0 0,0 0 0 0 0,0 0 0 0 0,-1-1 0 0 0,10-7 0 0 0,-4 0-110 0 0,-1 0 1 0 0,0-1 0 0 0,-1-1 0 0 0,-1 0-1 0 0,0 0 1 0 0,-1-1 0 0 0,0-1 0 0 0,-1 0-1 0 0,-1 0 1 0 0,10-28 0 0 0,0-10-302 0 0,-2-1 0 0 0,8-60 0 0 0,16-258 85 0 0,-34 290 874 0 0,-5 62-507 0 0,-1 19-35 0 0,0 5-20 0 0,-7 33 118 0 0,2 1 0 0 0,0 61 0 0 0,2-26 169 0 0,-2-5-33 0 0,-1 1-69 0 0,3-1 0 0 0,2 0 0 0 0,11 81-1 0 0,-9-141-175 0 0,0 1 0 0 0,1-1 0 0 0,0-1 0 0 0,0 1 0 0 0,1 0 1 0 0,0 0-1 0 0,0-1 0 0 0,1 0 0 0 0,-1 0 0 0 0,1 0 0 0 0,0 0 0 0 0,1 0 0 0 0,0-1 0 0 0,0 0 0 0 0,8 7 0 0 0,-8-8-46 0 0,-1-1 0 0 0,1 0 0 0 0,1 0 0 0 0,-1-1 0 0 0,0 1 0 0 0,1-1 0 0 0,-1 0 0 0 0,1-1 0 0 0,0 1 0 0 0,-1-1 0 0 0,1 0 0 0 0,0-1 0 0 0,0 0 0 0 0,0 1 0 0 0,-1-2 0 0 0,1 1 1 0 0,0-1-1 0 0,0 0 0 0 0,7-2 0 0 0,-4 1-38 0 0,0-2 1 0 0,0 1 0 0 0,-1-1 0 0 0,0 0 0 0 0,0-1 0 0 0,0 0-1 0 0,0 0 1 0 0,-1 0 0 0 0,1-1 0 0 0,-1-1 0 0 0,-1 1 0 0 0,1-1-1 0 0,7-11 1 0 0,4-8 292 0 0,-2-1 1 0 0,22-46-1 0 0,-25 47 404 0 0,7-15 72 0 0,-19 40-599 0 0,-3 35 24 0 0,-1-12-78 0 0,2 0 0 0 0,0 0 0 0 0,2 0 0 0 0,0 0 0 0 0,9 43 0 0 0,-9-60-62 0 0,1-1 0 0 0,0 0 0 0 0,0 0 1 0 0,1 0-1 0 0,-1 0 0 0 0,1 0 0 0 0,0-1 0 0 0,-1 1 1 0 0,2-1-1 0 0,-1 0 0 0 0,0 0 0 0 0,1 0 0 0 0,-1 0 1 0 0,1 0-1 0 0,0-1 0 0 0,0 0 0 0 0,0 1 0 0 0,0-2 1 0 0,0 1-1 0 0,1 0 0 0 0,-1-1 0 0 0,9 2 0 0 0,-2 0-370 0 0,1-1-1 0 0,0-1 0 0 0,-1 1 0 0 0,1-2 0 0 0,0 0 0 0 0,0 0 0 0 0,21-4 0 0 0,-25 2 157 0 0,1 0 1 0 0,0-1-1 0 0,-1 0 1 0 0,1-1-1 0 0,-1 1 0 0 0,0-1 1 0 0,-1-1-1 0 0,1 0 1 0 0,-1 0-1 0 0,1 0 0 0 0,-2-1 1 0 0,1 0-1 0 0,-1-1 1 0 0,0 1-1 0 0,0-1 0 0 0,0 0 1 0 0,-1-1-1 0 0,5-8 1 0 0,-2-1 797 0 0,0 1 0 0 0,-1-2 0 0 0,-1 1 0 0 0,-1-1 0 0 0,0 1 0 0 0,-1-1 0 0 0,2-36 0 0 0,1 8 1910 0 0,-7 44-2314 0 0,3-6 294 0 0,-11 103-69 0 0,5-74-407 0 0,0 0 1 0 0,1-1-1 0 0,2 1 1 0 0,0 0 0 0 0,1 0-1 0 0,4 22 1 0 0,-3-38-376 0 0,0 0-1 0 0,0 0 1 0 0,0-1 0 0 0,1 1-1 0 0,-1-1 1 0 0,1 0 0 0 0,0 0-1 0 0,0 0 1 0 0,1 0 0 0 0,-1 0-1 0 0,1-1 1 0 0,0 1 0 0 0,0-1-1 0 0,0 0 1 0 0,0 0 0 0 0,1-1-1 0 0,-1 1 1 0 0,1-1 0 0 0,-1 0 0 0 0,1 0-1 0 0,0 0 1 0 0,6 0 0 0 0,11 4-3003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6:46.6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228 76 1772 0 0,'-2'-6'1211'0'0,"0"0"-1"0"0,0 1 0 0 0,-1-1 1 0 0,0 1-1 0 0,-6-8 1 0 0,7 10-793 0 0,-1 0 0 0 0,0 0 1 0 0,0 0-1 0 0,0 0 0 0 0,0 0 1 0 0,0 1-1 0 0,0 0 0 0 0,-5-3 1 0 0,5 4-336 0 0,0-1 1 0 0,0 1-1 0 0,0 0 1 0 0,0 1-1 0 0,0-1 1 0 0,0 0-1 0 0,-1 1 1 0 0,1 0-1 0 0,0 0 1 0 0,0 0-1 0 0,0 0 1 0 0,-1 0-1 0 0,1 1 1 0 0,0-1-1 0 0,0 1 1 0 0,0 0-1 0 0,0 0 1 0 0,0 0-1 0 0,0 0 1 0 0,0 0-1 0 0,0 1 1 0 0,0 0-1 0 0,1-1 1 0 0,-1 1-1 0 0,-3 3 1 0 0,-1 1 32 0 0,1 0 0 0 0,0 1 0 0 0,0 0 0 0 0,0 0 0 0 0,1 0 0 0 0,0 1 0 0 0,1 0 0 0 0,-1 0 0 0 0,-5 15 0 0 0,3-1 123 0 0,0-1 1 0 0,-7 41 0 0 0,12-52-179 0 0,0 0 1 0 0,1 0 0 0 0,1 0 0 0 0,0 0 0 0 0,0 0 0 0 0,1 1 0 0 0,3 14 0 0 0,-3-21-49 0 0,0 0-1 0 0,0-1 0 0 0,0 1 1 0 0,1-1-1 0 0,-1 0 0 0 0,1 1 1 0 0,0-1-1 0 0,0 0 0 0 0,0 0 1 0 0,1 0-1 0 0,-1 0 0 0 0,1 0 1 0 0,0-1-1 0 0,-1 1 0 0 0,1-1 1 0 0,0 0-1 0 0,0 0 1 0 0,1 0-1 0 0,-1 0 0 0 0,0 0 1 0 0,1-1-1 0 0,-1 1 0 0 0,6 0 1 0 0,12 3-3 0 0,-1-2 0 0 0,1 0 0 0 0,0-1 0 0 0,0-1 0 0 0,-1-1 0 0 0,1-1 0 0 0,0-1 0 0 0,0-1 0 0 0,39-10 0 0 0,-33 5-52 0 0,-1-1-1 0 0,1-1 1 0 0,-2-1-1 0 0,1-1 1 0 0,-2-2-1 0 0,43-30 1 0 0,-52 32 7 0 0,-1-1 0 0 0,25-26 0 0 0,-33 32 30 0 0,-1 1 0 0 0,0-1 0 0 0,-1 0 0 0 0,1 0 1 0 0,-1-1-1 0 0,-1 1 0 0 0,1-1 0 0 0,3-15 0 0 0,-6 22 10 0 0,-1-1-1 0 0,0 0 0 0 0,1 1 0 0 0,-1-1 1 0 0,0 1-1 0 0,0-1 0 0 0,0 0 0 0 0,0 1 1 0 0,0-1-1 0 0,0 1 0 0 0,0-1 1 0 0,-1 0-1 0 0,1 1 0 0 0,-1-1 0 0 0,1 1 1 0 0,-1-1-1 0 0,1 1 0 0 0,-1-1 0 0 0,0 1 1 0 0,0-1-1 0 0,0 1 0 0 0,0 0 0 0 0,0-1 1 0 0,0 1-1 0 0,0 0 0 0 0,0 0 1 0 0,0 0-1 0 0,-1 0 0 0 0,1 0 0 0 0,0 0 1 0 0,-1 0-1 0 0,-2-1 0 0 0,1 1 11 0 0,0 0 1 0 0,0 1-1 0 0,0-1 0 0 0,-1 0 0 0 0,1 1 1 0 0,0 0-1 0 0,-1 0 0 0 0,1 0 0 0 0,0 0 1 0 0,-1 0-1 0 0,1 1 0 0 0,0 0 0 0 0,-1-1 0 0 0,1 1 1 0 0,-4 2-1 0 0,1 0 25 0 0,0 0 0 0 0,0 0-1 0 0,0 1 1 0 0,0 0 0 0 0,1 0 0 0 0,0 0 0 0 0,-1 0 0 0 0,2 1 0 0 0,-1 0-1 0 0,1 0 1 0 0,-1 0 0 0 0,1 1 0 0 0,1 0 0 0 0,-1-1 0 0 0,1 1-1 0 0,0 0 1 0 0,-4 13 0 0 0,6-15-19 0 0,0 0 1 0 0,0 0-1 0 0,0 1 1 0 0,1-1-1 0 0,-1 0 0 0 0,1 0 1 0 0,0 1-1 0 0,0-1 0 0 0,1 0 1 0 0,0 1-1 0 0,-1-1 1 0 0,1 0-1 0 0,1 0 0 0 0,-1 0 1 0 0,1 0-1 0 0,-1 0 0 0 0,1 0 1 0 0,0 0-1 0 0,0 0 0 0 0,1-1 1 0 0,-1 1-1 0 0,1-1 1 0 0,0 0-1 0 0,0 1 0 0 0,0-1 1 0 0,0-1-1 0 0,1 1 0 0 0,-1 0 1 0 0,5 2-1 0 0,9 4-69 0 0,0 0 0 0 0,0-1 0 0 0,1 0 0 0 0,1-2 0 0 0,-1 0 0 0 0,1-1 0 0 0,0-1 0 0 0,25 3 0 0 0,-6-4-1577 0 0,1-1 1 0 0,-1-2 0 0 0,47-6-1 0 0,-38-1-2350 0 0,-1-2-1755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6:52.0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23 193 524 0 0,'-4'-8'793'0'0,"0"0"1"0"0,1 0-1 0 0,1 0 0 0 0,-1 0 1 0 0,1 0-1 0 0,1-1 0 0 0,-1 1 1 0 0,1-14-1 0 0,1-3 1107 0 0,4-38 0 0 0,-4 63-1886 0 0,0-1 0 0 0,0 0 0 0 0,0 1 0 0 0,0-1 0 0 0,0 0 0 0 0,0 1 0 0 0,1-1 0 0 0,-1 0 0 0 0,0 1 0 0 0,0-1 0 0 0,0 0 0 0 0,1 1 0 0 0,-1-1 0 0 0,0 0 0 0 0,1 1 0 0 0,-1-1 0 0 0,0 1 0 0 0,1-1 0 0 0,-1 1 0 0 0,1-1 0 0 0,-1 1 0 0 0,1-1 0 0 0,-1 1 0 0 0,1-1 0 0 0,-1 1 0 0 0,1 0 0 0 0,0-1 0 0 0,-1 1 0 0 0,1 0 0 0 0,0 0 0 0 0,-1-1 0 0 0,2 1 0 0 0,0 0 2 0 0,-1 0 0 0 0,1 1 1 0 0,0-1-1 0 0,0 0 0 0 0,-1 1 1 0 0,1 0-1 0 0,0-1 0 0 0,-1 1 1 0 0,1 0-1 0 0,0 0 0 0 0,-1 0 1 0 0,2 1-1 0 0,6 4 42 0 0,-1 1-1 0 0,-1 0 1 0 0,10 10-1 0 0,6 12 141 0 0,-1 1-1 0 0,25 46 1 0 0,28 70 262 0 0,-47-89-384 0 0,12 19 551 0 0,-39-76-607 0 0,-1 1 0 0 0,1 0 0 0 0,0-1 0 0 0,-1 1 0 0 0,1-1 0 0 0,0 1 1 0 0,0-1-1 0 0,-1 1 0 0 0,1-1 0 0 0,0 1 0 0 0,0-1 0 0 0,0 0 0 0 0,0 1 0 0 0,0-1 0 0 0,-1 0 0 0 0,1 0 0 0 0,0 0 0 0 0,0 0 1 0 0,0 0-1 0 0,0 0 0 0 0,0 0 0 0 0,0 0 0 0 0,0 0 0 0 0,0 0 0 0 0,-1 0 0 0 0,1-1 0 0 0,0 1 0 0 0,1-1 0 0 0,23-11 257 0 0,-18 6-243 0 0,0-1-1 0 0,0 1 1 0 0,0-1-1 0 0,-1 0 1 0 0,0-1-1 0 0,-1 1 1 0 0,7-13-1 0 0,26-63 135 0 0,-29 62-460 0 0,0-1 0 0 0,25-38 0 0 0,-33 58 84 0 0,1 0 0 0 0,0 0 0 0 0,-1 0 0 0 0,1 0 0 0 0,0 0 1 0 0,0 1-1 0 0,0-1 0 0 0,0 1 0 0 0,1-1 0 0 0,-1 1 0 0 0,0 0 0 0 0,1 0 1 0 0,-1 0-1 0 0,0 0 0 0 0,1 0 0 0 0,-1 1 0 0 0,1-1 0 0 0,-1 1 0 0 0,1 0 1 0 0,2-1-1 0 0,5 2-783 0 0,-1-1 1 0 0,1 1 0 0 0,-1 1-1 0 0,10 2 1 0 0,-11-2 134 0 0,8 2-1110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6:53.1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265 127 828 0 0,'2'0'340'0'0,"-1"0"0"0"0,1 0 0 0 0,0 0 0 0 0,-1-1 0 0 0,1 1 0 0 0,-1-1 1 0 0,1 1-1 0 0,-1-1 0 0 0,0 0 0 0 0,1 1 0 0 0,-1-1 0 0 0,0 0 0 0 0,3-2 0 0 0,-4 3-192 0 0,1-1 1 0 0,-1 1-1 0 0,1-1 0 0 0,-1 0 0 0 0,0 1 1 0 0,1-1-1 0 0,-1 0 0 0 0,0 0 0 0 0,0 1 1 0 0,1-1-1 0 0,-1 0 0 0 0,0 1 1 0 0,0-1-1 0 0,0 0 0 0 0,0 0 0 0 0,0 0 1 0 0,0 1-1 0 0,0-1 0 0 0,0 0 0 0 0,0-1 1 0 0,-1-1 33 0 0,0 0 1 0 0,-1 1 0 0 0,1-1-1 0 0,-1 0 1 0 0,1 0 0 0 0,-1 1-1 0 0,0-1 1 0 0,0 1-1 0 0,0-1 1 0 0,0 1 0 0 0,0 0-1 0 0,-3-2 1 0 0,1 1-109 0 0,1 0 0 0 0,-1 1 0 0 0,1-1 0 0 0,-1 1 0 0 0,0 0 0 0 0,0 0-1 0 0,0 1 1 0 0,0-1 0 0 0,0 1 0 0 0,0 0 0 0 0,-1 0 0 0 0,1 0 0 0 0,0 1 0 0 0,-1-1 0 0 0,-7 1 0 0 0,6 1-38 0 0,-1 0 0 0 0,1 0 1 0 0,0 1-1 0 0,-1 0 0 0 0,1 0 1 0 0,0 0-1 0 0,0 1 0 0 0,0 0 1 0 0,-9 6-1 0 0,5-2-17 0 0,-1 1-1 0 0,2 1 0 0 0,-1 0 1 0 0,1 0-1 0 0,0 0 1 0 0,1 1-1 0 0,0 1 1 0 0,1-1-1 0 0,0 1 0 0 0,-6 13 1 0 0,9-15-8 0 0,0 0 0 0 0,1 1 0 0 0,0 0 0 0 0,0 0 0 0 0,1 0 0 0 0,0 0 0 0 0,1 0 0 0 0,0 0 0 0 0,1 11 0 0 0,0-17-4 0 0,1 0 1 0 0,-1 0-1 0 0,1 0 0 0 0,0 1 0 0 0,0-1 0 0 0,0 0 1 0 0,1 0-1 0 0,-1-1 0 0 0,1 1 0 0 0,0 0 0 0 0,0 0 0 0 0,0-1 1 0 0,1 1-1 0 0,-1-1 0 0 0,1 0 0 0 0,0 0 0 0 0,0 0 1 0 0,0 0-1 0 0,0 0 0 0 0,1-1 0 0 0,-1 1 0 0 0,1-1 0 0 0,-1 0 1 0 0,6 2-1 0 0,-4-1-4 0 0,0-1 0 0 0,1-1 0 0 0,-1 1-1 0 0,0-1 1 0 0,1 0 0 0 0,-1 0 0 0 0,0 0 0 0 0,1-1 0 0 0,-1 1 0 0 0,1-2 0 0 0,-1 1-1 0 0,1 0 1 0 0,-1-1 0 0 0,1 0 0 0 0,-1 0 0 0 0,0-1 0 0 0,1 0 0 0 0,4-2 0 0 0,-4 1-5 0 0,0 0 1 0 0,-1-1-1 0 0,0 0 1 0 0,1 0-1 0 0,-1 0 1 0 0,-1-1-1 0 0,1 1 0 0 0,-1-1 1 0 0,1 0-1 0 0,-2-1 1 0 0,1 1-1 0 0,0-1 1 0 0,-1 1-1 0 0,4-12 1 0 0,2-6 32 0 0,-2 0-1 0 0,6-32 1 0 0,0-4 597 0 0,-12 57-473 0 0,-1 14-134 0 0,0-1 0 0 0,1 1 1 0 0,1-1-1 0 0,0 0 1 0 0,0 0-1 0 0,1 0 0 0 0,1 0 1 0 0,6 15-1 0 0,-7-20-14 0 0,0 0 0 0 0,1-1 1 0 0,-1 1-1 0 0,1-1 0 0 0,0 0 0 0 0,0 0 0 0 0,1-1 0 0 0,0 1 0 0 0,-1-1 1 0 0,1 0-1 0 0,1 0 0 0 0,-1-1 0 0 0,1 1 0 0 0,-1-1 0 0 0,1-1 0 0 0,7 4 1 0 0,4-1 11 0 0,-1 0 0 0 0,1-2 0 0 0,0 1 1 0 0,0-2-1 0 0,0 0 0 0 0,1-2 0 0 0,-1 0 1 0 0,0 0-1 0 0,32-6 0 0 0,-42 4-14 0 0,0 0-1 0 0,0 0 1 0 0,0 0 0 0 0,-1-1 0 0 0,1 0-1 0 0,-1 0 1 0 0,0 0 0 0 0,0-1 0 0 0,0 0-1 0 0,0-1 1 0 0,7-6 0 0 0,-9 6-7 0 0,-1 1 0 0 0,1-1 0 0 0,-1 0 0 0 0,0 0 0 0 0,0 0 0 0 0,-1 0 0 0 0,1 0 0 0 0,-1 0 0 0 0,0-1 0 0 0,-1 0 0 0 0,0 1 0 0 0,1-1 0 0 0,-2 0 0 0 0,1 1 0 0 0,-1-12 0 0 0,0 7-5 0 0,0 0-1 0 0,-1 0 1 0 0,-1 1-1 0 0,0-1 1 0 0,0 0-1 0 0,-1 1 1 0 0,0-1 0 0 0,0 1-1 0 0,-1 0 1 0 0,-1 0-1 0 0,-5-9 1 0 0,7 13 6 0 0,-1 1-1 0 0,1-1 1 0 0,-1 0-1 0 0,0 1 1 0 0,0 0 0 0 0,0 0-1 0 0,-1 0 1 0 0,0 1 0 0 0,1-1-1 0 0,-1 1 1 0 0,-1 0 0 0 0,1 0-1 0 0,0 1 1 0 0,-1 0 0 0 0,1 0-1 0 0,-1 0 1 0 0,1 0 0 0 0,-1 1-1 0 0,-7-1 1 0 0,11 2 2 0 0,0 0 1 0 0,0 0-1 0 0,-1 0 0 0 0,1 0 1 0 0,0 0-1 0 0,0 0 1 0 0,0 1-1 0 0,0-1 0 0 0,0 1 1 0 0,0-1-1 0 0,0 1 0 0 0,-3 2 1 0 0,4-3 0 0 0,0 1-1 0 0,0 0 1 0 0,0-1 0 0 0,0 1 0 0 0,0 0 0 0 0,1 0-1 0 0,-1-1 1 0 0,0 1 0 0 0,1 0 0 0 0,-1 0-1 0 0,1 0 1 0 0,-1 0 0 0 0,1 0 0 0 0,-1 0 0 0 0,1 0-1 0 0,0 0 1 0 0,-1 0 0 0 0,1 2 0 0 0,0-1 2 0 0,0 0 0 0 0,0 0 1 0 0,0 0-1 0 0,0 0 1 0 0,1 0-1 0 0,-1 0 0 0 0,1 0 1 0 0,-1 0-1 0 0,1 0 0 0 0,0 0 1 0 0,0 0-1 0 0,0 0 0 0 0,0 0 1 0 0,0 0-1 0 0,0-1 0 0 0,0 1 1 0 0,1 0-1 0 0,-1-1 0 0 0,0 1 1 0 0,1-1-1 0 0,2 3 0 0 0,7 2 4 0 0,0 1-1 0 0,0-1 0 0 0,0-1 1 0 0,1 0-1 0 0,0-1 0 0 0,0 0 1 0 0,0 0-1 0 0,0-2 0 0 0,18 3 1 0 0,17-1-104 0 0,53-1 0 0 0,-96-3 90 0 0,11 0-17 0 0,1-1 0 0 0,-1 0 0 0 0,0-1 0 0 0,23-6 0 0 0,-32 7 20 0 0,-1-1-1 0 0,1 0 0 0 0,-1 0 0 0 0,0-1 0 0 0,0 1 0 0 0,0-1 0 0 0,0 0 1 0 0,0-1-1 0 0,-1 1 0 0 0,1-1 0 0 0,-1 0 0 0 0,0 0 0 0 0,0 0 0 0 0,-1-1 1 0 0,5-6-1 0 0,-4 6 130 0 0,-1 0 0 0 0,0 0 0 0 0,-1-1 0 0 0,1 1 1 0 0,-1-1-1 0 0,0 1 0 0 0,0-1 0 0 0,-1 0 1 0 0,1-8-1 0 0,-2 12-30 0 0,-2-2 10 0 0,2 4-103 0 0,0 0 1 0 0,0 0-1 0 0,0 0 0 0 0,-1-1 0 0 0,1 1 1 0 0,0 0-1 0 0,0 0 0 0 0,0 0 0 0 0,0-1 1 0 0,0 1-1 0 0,0 0 0 0 0,0 0 1 0 0,0 0-1 0 0,0 0 0 0 0,-1-1 0 0 0,1 1 1 0 0,0 0-1 0 0,0 0 0 0 0,0 0 1 0 0,0 0-1 0 0,-1 0 0 0 0,1 0 0 0 0,0-1 1 0 0,0 1-1 0 0,0 0 0 0 0,-1 0 0 0 0,1 0 1 0 0,0 0-1 0 0,0 0 0 0 0,0 0 1 0 0,-1 0-1 0 0,1 0 0 0 0,0 0 0 0 0,0 0 1 0 0,0 0-1 0 0,-1 0 0 0 0,1 0 1 0 0,0 0-1 0 0,-6 3 14 0 0,1 1 0 0 0,0 0 1 0 0,0 0-1 0 0,0 0 0 0 0,0 0 1 0 0,1 1-1 0 0,0-1 0 0 0,0 1 0 0 0,0 0 1 0 0,0 1-1 0 0,1-1 0 0 0,0 1 1 0 0,0-1-1 0 0,0 1 0 0 0,-1 8 0 0 0,-6 12 38 0 0,2 1 0 0 0,-5 29 0 0 0,10-44-38 0 0,1 0 0 0 0,1 0 1 0 0,0 0-1 0 0,0 0 0 0 0,1 0 0 0 0,1 0 0 0 0,0 0 0 0 0,1-1 1 0 0,3 15-1 0 0,-3-21-8 0 0,-1 0 1 0 0,1-1 0 0 0,0 1-1 0 0,0-1 1 0 0,0 0-1 0 0,1 0 1 0 0,-1 0 0 0 0,1 0-1 0 0,0 0 1 0 0,0 0-1 0 0,1-1 1 0 0,-1 0 0 0 0,1 1-1 0 0,0-1 1 0 0,0 0-1 0 0,0-1 1 0 0,0 1 0 0 0,0-1-1 0 0,0 0 1 0 0,1 0-1 0 0,-1 0 1 0 0,1 0 0 0 0,-1-1-1 0 0,1 0 1 0 0,6 1 0 0 0,-4-1-38 0 0,0 0 1 0 0,1-1 0 0 0,-1 0 0 0 0,1 0 0 0 0,-1 0 0 0 0,0-1 0 0 0,1 0 0 0 0,-1-1 0 0 0,0 0 0 0 0,0 0 0 0 0,0 0 0 0 0,0-1 0 0 0,0 0 0 0 0,-1 0 0 0 0,1-1 0 0 0,-1 0 0 0 0,0 0 0 0 0,0 0 0 0 0,0-1 0 0 0,-1 0 0 0 0,1 0 0 0 0,5-8-1 0 0,-2 2-14 0 0,-1-1-1 0 0,0 0 0 0 0,-1 0 0 0 0,0-1 1 0 0,-1 0-1 0 0,0 0 0 0 0,-1 0 0 0 0,-1-1 0 0 0,0 0 1 0 0,3-22-1 0 0,-5 18 197 0 0,-1 1 0 0 0,-1 0 0 0 0,-1-1 1 0 0,-5-29-1 0 0,4 28 100 0 0,2 19-251 0 0,0-1 1 0 0,0 1-1 0 0,0 0 1 0 0,0-1-1 0 0,0 1 1 0 0,0 0-1 0 0,0-1 1 0 0,0 1-1 0 0,0 0 1 0 0,0-1-1 0 0,0 1 1 0 0,0 0-1 0 0,0 0 1 0 0,0-1-1 0 0,0 1 1 0 0,0 0-1 0 0,0-1 1 0 0,0 1 0 0 0,0 0-1 0 0,0-1 1 0 0,-1 1-1 0 0,1 0 1 0 0,0 0-1 0 0,0-1 1 0 0,0 1-1 0 0,-1 0 1 0 0,1 0-1 0 0,0-1 1 0 0,0 1-1 0 0,-1 0 1 0 0,1 0-1 0 0,0 0 1 0 0,0-1-1 0 0,-1 1 1 0 0,1 0 0 0 0,0 0-1 0 0,-1 0 1 0 0,1 0-1 0 0,0 0 1 0 0,0 0-1 0 0,-1 0 1 0 0,1 0-1 0 0,0 0 1 0 0,-1 0-1 0 0,1 0 1 0 0,0 0-1 0 0,-1 0 1 0 0,1 0-1 0 0,0 0 1 0 0,-1 0-1 0 0,1 0 1 0 0,0 0-1 0 0,-1 0 1 0 0,1 0 0 0 0,0 0-1 0 0,0 0 1 0 0,-1 1-1 0 0,1-1 1 0 0,0 0-1 0 0,-1 0 1 0 0,1 0-1 0 0,0 1 1 0 0,-12 13 18 0 0,8-1 24 0 0,0 1-1 0 0,1-1 0 0 0,1 1 1 0 0,0-1-1 0 0,-1 24 0 0 0,8 68 161 0 0,-4-97-185 0 0,0-1 1 0 0,0 0 0 0 0,1 0 0 0 0,-1 0 0 0 0,2 0 0 0 0,-1 0-1 0 0,1 0 1 0 0,0-1 0 0 0,6 11 0 0 0,-7-14-59 0 0,1 0-1 0 0,-1 0 1 0 0,1-1 0 0 0,0 1 0 0 0,0 0 0 0 0,0-1-1 0 0,0 0 1 0 0,0 1 0 0 0,1-1 0 0 0,-1-1 0 0 0,0 1-1 0 0,1 0 1 0 0,0-1 0 0 0,-1 0 0 0 0,1 0-1 0 0,0 0 1 0 0,0 0 0 0 0,-1 0 0 0 0,8-1 0 0 0,-4 1-380 0 0,0-1 1 0 0,0-1 0 0 0,1 1 0 0 0,-1-1-1 0 0,0-1 1 0 0,0 1 0 0 0,0-1 0 0 0,8-4-1 0 0,-8 3-792 0 0,-1 0-1 0 0,1 0 1 0 0,-1-1-1 0 0,11-8 1 0 0,-3-2-3461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6:53.3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60 1588 0 0,'-22'-17'2937'0'0,"16"11"-2212"0"0,-1 1 0 0 0,0-1-1 0 0,0 1 1 0 0,0 1 0 0 0,-1-1 0 0 0,1 1 0 0 0,-11-3 0 0 0,17 7-706 0 0,0 0 1 0 0,1 0 0 0 0,-1-1-1 0 0,0 2 1 0 0,0-1 0 0 0,0 0-1 0 0,1 0 1 0 0,-1 0 0 0 0,0 0-1 0 0,0 0 1 0 0,1 1 0 0 0,-1-1 0 0 0,0 0-1 0 0,0 1 1 0 0,1-1 0 0 0,-1 0-1 0 0,0 1 1 0 0,1-1 0 0 0,-1 1-1 0 0,1-1 1 0 0,-1 1 0 0 0,0-1-1 0 0,1 1 1 0 0,-1 0 0 0 0,1-1-1 0 0,0 1 1 0 0,-1 0 0 0 0,-9 20-22 0 0,9-19-31 0 0,-1 6-770 0 0,0 0 0 0 0,1 0 0 0 0,0 0-1 0 0,0 0 1 0 0,1 15 0 0 0,0-21 224 0 0,0 14-2459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6:54.9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256 663 1228 0 0,'3'-1'545'0'0,"0"1"0"0"0,-1-1-1 0 0,1 0 1 0 0,0 0 0 0 0,0 0 0 0 0,-1-1-1 0 0,1 1 1 0 0,-1-1 0 0 0,1 1 0 0 0,-1-1-1 0 0,1 0 1 0 0,-1 0 0 0 0,0 0 0 0 0,0 0-1 0 0,0 0 1 0 0,0 0 0 0 0,0-1-1 0 0,-1 1 1 0 0,1-1 0 0 0,-1 1 0 0 0,0-1-1 0 0,1 0 1 0 0,-1 1 0 0 0,0-1 0 0 0,1-4-1 0 0,-2 6-504 0 0,-1 0-1 0 0,1 1 0 0 0,0-1 0 0 0,0 0 0 0 0,0 0 0 0 0,-1 1 0 0 0,1-1 1 0 0,0 0-1 0 0,-1 1 0 0 0,1-1 0 0 0,0 1 0 0 0,-1-1 0 0 0,1 0 0 0 0,-1 1 1 0 0,1-1-1 0 0,-1 1 0 0 0,1-1 0 0 0,-1 1 0 0 0,1-1 0 0 0,-1 1 0 0 0,0 0 0 0 0,1-1 1 0 0,-1 1-1 0 0,0 0 0 0 0,1-1 0 0 0,-1 1 0 0 0,0 0 0 0 0,1 0 0 0 0,-1 0 1 0 0,0 0-1 0 0,1-1 0 0 0,-1 1 0 0 0,0 0 0 0 0,0 0 0 0 0,1 0 0 0 0,-1 1 1 0 0,0-1-1 0 0,0 0 0 0 0,-27 1 155 0 0,17 2-156 0 0,1 1-1 0 0,-1-1 0 0 0,0 2 0 0 0,1-1 1 0 0,0 1-1 0 0,0 1 0 0 0,-14 10 1 0 0,7-3 5 0 0,0 1 0 0 0,-29 30 0 0 0,34-31-33 0 0,1 1 0 0 0,1-1 0 0 0,0 2 1 0 0,-11 22-1 0 0,17-30-10 0 0,1 0 0 0 0,0 0 0 0 0,1 0 0 0 0,0 0 0 0 0,0 1 1 0 0,0-1-1 0 0,1 0 0 0 0,0 1 0 0 0,1-1 0 0 0,-1 1 0 0 0,1 0 0 0 0,2 12 0 0 0,0-16-2 0 0,-1 0-1 0 0,0-1 0 0 0,1 1 1 0 0,-1-1-1 0 0,1 1 1 0 0,0-1-1 0 0,0 0 0 0 0,0 0 1 0 0,1 0-1 0 0,-1 0 0 0 0,1 0 1 0 0,0 0-1 0 0,-1-1 1 0 0,1 1-1 0 0,0-1 0 0 0,1 0 1 0 0,-1 0-1 0 0,0 0 0 0 0,1 0 1 0 0,-1 0-1 0 0,1-1 1 0 0,-1 0-1 0 0,1 0 0 0 0,7 2 1 0 0,-3-1-17 0 0,0-1 0 0 0,0 0 0 0 0,0 0 1 0 0,1-1-1 0 0,-1 0 0 0 0,0 0 0 0 0,1-1 1 0 0,-1 0-1 0 0,0-1 0 0 0,12-3 0 0 0,-13 2 4 0 0,0 0-1 0 0,0-1 1 0 0,-1 0-1 0 0,1 0 1 0 0,-1-1-1 0 0,0 1 1 0 0,0-1-1 0 0,0-1 0 0 0,0 1 1 0 0,-1-1-1 0 0,0 0 1 0 0,0 0-1 0 0,-1-1 1 0 0,0 1-1 0 0,5-10 1 0 0,3-11-22 0 0,0-1 0 0 0,12-48 0 0 0,-15 46 20 0 0,-5 11 65 0 0,7-23 12 0 0,-11 40-49 0 0,0 4-13 0 0,-2 70 97 0 0,0-38-61 0 0,1-1 1 0 0,6 48-1 0 0,-5-79-33 0 0,2 10 22 0 0,-1 0 0 0 0,2 0 0 0 0,0-1-1 0 0,7 22 1 0 0,-8-30-22 0 0,0 0 0 0 0,0 1 0 0 0,0-1 0 0 0,0 0 0 0 0,1 0-1 0 0,-1 0 1 0 0,1-1 0 0 0,-1 1 0 0 0,1 0 0 0 0,0-1 0 0 0,0 0 0 0 0,0 0 0 0 0,1 0-1 0 0,-1 0 1 0 0,0 0 0 0 0,1-1 0 0 0,-1 1 0 0 0,1-1 0 0 0,5 1 0 0 0,-6-1-16 0 0,1 0 0 0 0,-1-1 0 0 0,1 1 0 0 0,0-1 0 0 0,-1 0 0 0 0,1 0 0 0 0,-1 0 0 0 0,1-1 0 0 0,-1 1 0 0 0,1-1 1 0 0,-1 0-1 0 0,1 0 0 0 0,-1 0 0 0 0,0 0 0 0 0,4-3 0 0 0,-1 1-36 0 0,-1 0-1 0 0,0-1 1 0 0,0 0-1 0 0,0 0 1 0 0,-1 0 0 0 0,0-1-1 0 0,1 1 1 0 0,2-6-1 0 0,6-9-183 0 0,-2 0-1 0 0,-1-1 0 0 0,14-36 1 0 0,-22 53 216 0 0,20-58-397 0 0,26-111 1 0 0,-4-66 144 0 0,-13-55 1261 0 0,-31 286-932 0 0,0-2 28 0 0,1-1 1 0 0,0 1-1 0 0,3-13 0 0 0,-4 13 21 0 0,-7 11-32 0 0,-8 17-41 0 0,-7 49 56 0 0,2 1 1 0 0,4 1-1 0 0,-14 123 0 0 0,26-152-20 0 0,2 1 1 0 0,2-1-1 0 0,5 42 1 0 0,-2-56-44 0 0,1 0 0 0 0,2 0 1 0 0,0 0-1 0 0,2-1 0 0 0,17 38 0 0 0,-21-54-8 0 0,0-1 0 0 0,1-1 0 0 0,1 1-1 0 0,0-1 1 0 0,0 0 0 0 0,0 0 0 0 0,1-1-1 0 0,0 0 1 0 0,0 0 0 0 0,1 0 0 0 0,0-1 0 0 0,0 0-1 0 0,1-1 1 0 0,0 0 0 0 0,0 0 0 0 0,0-1-1 0 0,19 6 1 0 0,-24-9-12 0 0,-1-1 0 0 0,1 1-1 0 0,0-1 1 0 0,0 0 0 0 0,0-1 0 0 0,0 1-1 0 0,-1 0 1 0 0,1-1 0 0 0,0 0-1 0 0,0 0 1 0 0,-1 0 0 0 0,1-1-1 0 0,-1 1 1 0 0,1-1 0 0 0,-1 0 0 0 0,0 0-1 0 0,1 0 1 0 0,-1 0 0 0 0,0 0-1 0 0,0-1 1 0 0,-1 1 0 0 0,1-1 0 0 0,3-5-1 0 0,-1 2 0 0 0,0 0 0 0 0,-1 0-1 0 0,0 0 1 0 0,-1-1 0 0 0,1 0 0 0 0,-1 1-1 0 0,-1-1 1 0 0,1 0 0 0 0,-1-1 0 0 0,2-12-1 0 0,-3 7-14 0 0,0 1-1 0 0,-2-1 0 0 0,1 0 1 0 0,-2 0-1 0 0,0 0 0 0 0,0 0 1 0 0,-1 1-1 0 0,-1-1 0 0 0,0 1 1 0 0,0 0-1 0 0,-1 0 1 0 0,-7-12-1 0 0,3 9 3 0 0,0 1 0 0 0,-1-1 0 0 0,-1 2 0 0 0,0-1 0 0 0,-1 1 0 0 0,0 1 0 0 0,-1 0 0 0 0,-21-15 0 0 0,29 23-1 0 0,4 3 6 0 0,-1 0-1 0 0,1 0 1 0 0,0 0 0 0 0,-1 0 0 0 0,1 1 0 0 0,-1-1-1 0 0,0 0 1 0 0,1 1 0 0 0,-1-1 0 0 0,-2 0 0 0 0,-10-1-18 0 0,0 5 14 0 0,13-2 7 0 0,0 0 0 0 0,0-1 0 0 0,1 1 0 0 0,-1-1 0 0 0,0 1 0 0 0,0 0 0 0 0,0-1 0 0 0,0 1 0 0 0,1 0 0 0 0,-1 0 0 0 0,0 0 0 0 0,1 0 0 0 0,-1 0 0 0 0,1 0 0 0 0,-1 0 0 0 0,1 0 0 0 0,-1 0 0 0 0,1 0 0 0 0,0 0 0 0 0,-1 0 0 0 0,1 0 0 0 0,0 0 0 0 0,0 0 0 0 0,0 0 0 0 0,0 0 0 0 0,0 0 0 0 0,0 1 0 0 0,0-1 0 0 0,0 0 0 0 0,0 0 0 0 0,1 0 0 0 0,-1 0 0 0 0,0 0 0 0 0,1 0 0 0 0,-1 0 0 0 0,1 0 0 0 0,-1 0 0 0 0,2 1 0 0 0,0 3 11 0 0,1 0 0 0 0,0-1 0 0 0,1 1 0 0 0,-1-1 0 0 0,1 0-1 0 0,7 7 1 0 0,-3-5-5 0 0,1 0-1 0 0,0-1 1 0 0,1 0-1 0 0,-1 0 1 0 0,1-1-1 0 0,0 0 1 0 0,0-1-1 0 0,0 0 1 0 0,1 0-1 0 0,-1-1 1 0 0,17 1-1 0 0,-5-1-5 0 0,0-2 0 0 0,0 0 0 0 0,1-2 0 0 0,33-5 0 0 0,-43 4-14 0 0,1 0-1 0 0,-1-1 1 0 0,0 0-1 0 0,0-1 1 0 0,-1 0-1 0 0,0-1 1 0 0,0 0 0 0 0,0-1-1 0 0,0 0 1 0 0,-1-1-1 0 0,0-1 1 0 0,-1 0 0 0 0,0 0-1 0 0,-1-1 1 0 0,1 0-1 0 0,-2 0 1 0 0,0-1-1 0 0,0 0 1 0 0,-1-1 0 0 0,0 0-1 0 0,-1 0 1 0 0,0 0-1 0 0,7-25 1 0 0,-3-2-5 0 0,-1 0 1 0 0,-2-1 0 0 0,-2 0-1 0 0,-1-1 1 0 0,-2 1-1 0 0,-7-77 1 0 0,4 110 14 0 0,0 1-1 0 0,1-1 1 0 0,-2 0 0 0 0,1 1-1 0 0,-1-1 1 0 0,0 1 0 0 0,-4-8-1 0 0,-1 6 2 0 0,6 8 1 0 0,0-1 1 0 0,0 1 0 0 0,0 0 0 0 0,0-1-1 0 0,0 1 1 0 0,0 0 0 0 0,0-1 0 0 0,0 1-1 0 0,0 0 1 0 0,0 0 0 0 0,0 0 0 0 0,0 0-1 0 0,0 0 1 0 0,0 0 0 0 0,0 0 0 0 0,0 0 0 0 0,0 1-1 0 0,0-1 1 0 0,0 0 0 0 0,0 1 0 0 0,0-1-1 0 0,-1 1 1 0 0,-1 1 0 0 0,1-1 0 0 0,-1 1 0 0 0,1 0 0 0 0,0 0-1 0 0,0 0 1 0 0,0 0 0 0 0,0 0 0 0 0,-2 3 0 0 0,-2 4 0 0 0,0 1 0 0 0,1 0 0 0 0,-6 15 1 0 0,-9 30 218 0 0,3 1 0 0 0,3 1 0 0 0,2 0 0 0 0,2 1 0 0 0,-2 65 0 0 0,10-81-57 0 0,1 1-1 0 0,8 75 0 0 0,-6-104-140 0 0,2 0 0 0 0,0 0 0 0 0,0 0 0 0 0,1-1 0 0 0,1 1 0 0 0,0-1 0 0 0,1 0 0 0 0,0 0 0 0 0,1 0 0 0 0,1-1 0 0 0,0 0-1 0 0,10 11 1 0 0,-11-17-8 0 0,0 0 0 0 0,0 0 0 0 0,1-1 0 0 0,-1 0 0 0 0,1 0 0 0 0,1 0-1 0 0,-1-1 1 0 0,0-1 0 0 0,1 0 0 0 0,0 0 0 0 0,0 0 0 0 0,0-1 0 0 0,0 0-1 0 0,0-1 1 0 0,0 0 0 0 0,0-1 0 0 0,1 0 0 0 0,-1 0 0 0 0,18-3 0 0 0,-14 1 0 0 0,-1-1 1 0 0,1 0-1 0 0,-1 0 1 0 0,0-1 0 0 0,0-1-1 0 0,0 0 1 0 0,-1-1-1 0 0,0 0 1 0 0,0 0-1 0 0,0-2 1 0 0,-1 1 0 0 0,0-1-1 0 0,16-17 1 0 0,-15 12-18 0 0,-1-1-1 0 0,0 0 1 0 0,-1-1 0 0 0,-1 0-1 0 0,0 0 1 0 0,-1-1 0 0 0,9-30 0 0 0,-12 33 9 0 0,-1 0 1 0 0,-1 0 0 0 0,0 0 0 0 0,0-1-1 0 0,-1 1 1 0 0,-1 0 0 0 0,-1-1-1 0 0,1 1 1 0 0,-2 0 0 0 0,-5-22-1 0 0,7 32-4 0 0,-1 1-1 0 0,0-1 0 0 0,0 1 1 0 0,0 0-1 0 0,0-1 0 0 0,0 1 1 0 0,0 0-1 0 0,-1 0 0 0 0,1 0 1 0 0,-1 0-1 0 0,0 0 0 0 0,1 0 1 0 0,-1 0-1 0 0,0 0 0 0 0,0 1 1 0 0,0-1-1 0 0,0 1 0 0 0,0-1 1 0 0,-1 1-1 0 0,1 0 0 0 0,0 0 1 0 0,-1 0-1 0 0,1 0 0 0 0,-1 0 1 0 0,1 1-1 0 0,-1-1 0 0 0,-3 0 1 0 0,2 1 1 0 0,1 0-1 0 0,-1 1 1 0 0,0-1 0 0 0,0 1 0 0 0,0 0 0 0 0,1 0 0 0 0,-1 0 0 0 0,0 0 0 0 0,1 1 0 0 0,-1-1 0 0 0,1 1 0 0 0,0 0 0 0 0,-1 0 0 0 0,1 0 0 0 0,0 0 0 0 0,0 1 0 0 0,0-1 0 0 0,-2 4-1 0 0,-2 2 28 0 0,0 1-1 0 0,1 0 1 0 0,1 0-1 0 0,-1 1 0 0 0,1-1 1 0 0,1 1-1 0 0,0 0 0 0 0,0 1 1 0 0,1-1-1 0 0,0 0 0 0 0,1 1 1 0 0,0 0-1 0 0,1 0 0 0 0,0-1 1 0 0,1 1-1 0 0,0 13 0 0 0,1-16-8 0 0,-1-1 0 0 0,1 1-1 0 0,0-1 1 0 0,1 1 0 0 0,0-1-1 0 0,0 1 1 0 0,1-1-1 0 0,-1 0 1 0 0,2 0 0 0 0,-1 0-1 0 0,1-1 1 0 0,0 1-1 0 0,0-1 1 0 0,1 0 0 0 0,0 0-1 0 0,0 0 1 0 0,0-1 0 0 0,1 1-1 0 0,-1-1 1 0 0,1-1-1 0 0,1 1 1 0 0,-1-1 0 0 0,10 5-1 0 0,-1-3-259 0 0,0-1 0 0 0,0-1 0 0 0,0 0 0 0 0,0-1 0 0 0,0-1 0 0 0,1 0 0 0 0,25-1 0 0 0,-10-3-3083 0 0,-1-1 1 0 0,58-12-1 0 0,-44 3-3014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6:55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 2168 0 0,'0'0'3196'0'0,"21"0"1669"0"0,-8-2-221 0 0,5 2-2251 0 0,-3-3-1725 0 0,-5-1-2269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6:48.2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323 903 888 0 0,'10'-19'2039'0'0,"-1"0"0"0"0,-1 0 0 0 0,-1-1 1 0 0,8-34-1 0 0,-14 49-1881 0 0,0-1-1 0 0,-1 1 1 0 0,0-1 0 0 0,0 1 0 0 0,0-1 0 0 0,0 1 0 0 0,-1-1 0 0 0,0 1 0 0 0,0-1 0 0 0,-3-4-1 0 0,3 6-81 0 0,-1 1 0 0 0,0-1 0 0 0,0 1 0 0 0,0 0 0 0 0,0 0-1 0 0,0 0 1 0 0,-1 0 0 0 0,1 0 0 0 0,-1 0 0 0 0,0 1-1 0 0,0-1 1 0 0,0 1 0 0 0,0 0 0 0 0,0 0 0 0 0,-1 0-1 0 0,-3-1 1 0 0,3 1-45 0 0,-1 1 0 0 0,1 0 0 0 0,0 1 0 0 0,-1-1 0 0 0,1 1 0 0 0,0 0-1 0 0,-1 0 1 0 0,1 0 0 0 0,0 0 0 0 0,-1 1 0 0 0,1 0 0 0 0,0 0 0 0 0,0 0 0 0 0,0 0-1 0 0,-1 1 1 0 0,1 0 0 0 0,1-1 0 0 0,-1 1 0 0 0,-4 3 0 0 0,-11 7 6 0 0,1 0 0 0 0,-22 20 0 0 0,37-30-29 0 0,-18 15 16 0 0,2 1 0 0 0,0 1 0 0 0,-28 36 0 0 0,41-48-19 0 0,1 0 1 0 0,0 0-1 0 0,1 1 1 0 0,0-1-1 0 0,0 1 1 0 0,1 0 0 0 0,0 1-1 0 0,0-1 1 0 0,1 0-1 0 0,0 1 1 0 0,0 0-1 0 0,1-1 1 0 0,0 1 0 0 0,1 0-1 0 0,0 10 1 0 0,0-16-2 0 0,1 0 1 0 0,0 0-1 0 0,-1 0 1 0 0,1 0 0 0 0,0-1-1 0 0,1 1 1 0 0,-1 0-1 0 0,0-1 1 0 0,1 1-1 0 0,-1 0 1 0 0,1-1 0 0 0,0 0-1 0 0,0 1 1 0 0,0-1-1 0 0,0 0 1 0 0,3 2-1 0 0,0-1 0 0 0,-1 0-1 0 0,1 0 1 0 0,0 0-1 0 0,0-1 1 0 0,0 0-1 0 0,0 0 1 0 0,0 0-1 0 0,8 1 1 0 0,-1-1-4 0 0,0 0 1 0 0,-1-1-1 0 0,1-1 1 0 0,0 0 0 0 0,0-1-1 0 0,0 0 1 0 0,21-4 0 0 0,-24 2-2 0 0,1-1-1 0 0,-1 1 1 0 0,0-1 0 0 0,-1-1 0 0 0,1 0 0 0 0,-1 0-1 0 0,0 0 1 0 0,0-1 0 0 0,0 0 0 0 0,-1-1 0 0 0,0 0-1 0 0,0 0 1 0 0,-1 0 0 0 0,0-1 0 0 0,7-10 0 0 0,4-12-21 0 0,-1-1 0 0 0,24-64 1 0 0,-19 41-9 0 0,-16 39 8 0 0,5-10-49 0 0,-9 30 73 0 0,0 0-1 0 0,0 1 1 0 0,0-1 0 0 0,-1 0-1 0 0,0 9 1 0 0,0 27 48 0 0,11 77 0 0 0,-9-106-43 0 0,0 0 0 0 0,1 0 1 0 0,0 0-1 0 0,1 0 0 0 0,0-1 1 0 0,1 0-1 0 0,1 1 0 0 0,0-2 0 0 0,0 1 1 0 0,15 18-1 0 0,-17-26-12 0 0,0 1 1 0 0,0-1-1 0 0,0 1 0 0 0,0-1 1 0 0,1 0-1 0 0,-1-1 0 0 0,1 1 0 0 0,0-1 1 0 0,0 0-1 0 0,0 0 0 0 0,0-1 1 0 0,0 1-1 0 0,1-1 0 0 0,-1 0 1 0 0,0 0-1 0 0,1-1 0 0 0,-1 0 1 0 0,0 0-1 0 0,1 0 0 0 0,-1-1 0 0 0,0 1 1 0 0,1-1-1 0 0,-1 0 0 0 0,0-1 1 0 0,0 1-1 0 0,0-1 0 0 0,0 0 1 0 0,0-1-1 0 0,0 1 0 0 0,-1-1 1 0 0,1 0-1 0 0,-1 0 0 0 0,1 0 0 0 0,-1-1 1 0 0,0 1-1 0 0,-1-1 0 0 0,1 0 1 0 0,-1 0-1 0 0,1 0 0 0 0,-1-1 1 0 0,0 1-1 0 0,-1-1 0 0 0,1 0 0 0 0,-1 0 1 0 0,0 0-1 0 0,2-8 0 0 0,0-4-16 0 0,0 0 0 0 0,-2 0 0 0 0,0 0 1 0 0,-1 0-1 0 0,-1 0 0 0 0,-3-27 0 0 0,2 32 15 0 0,-1 0 1 0 0,0 0-1 0 0,-1 1 1 0 0,-1-1-1 0 0,0 1 1 0 0,0-1-1 0 0,-1 1 1 0 0,0 1 0 0 0,-1-1-1 0 0,-9-12 1 0 0,13 20 1 0 0,0 1 0 0 0,0-1 0 0 0,0 1 0 0 0,0 0 0 0 0,0 0 0 0 0,0 0 0 0 0,-1 0 0 0 0,1 0 0 0 0,-1 0 0 0 0,1 0 0 0 0,-1 1 0 0 0,-4-3 0 0 0,5 4-4 0 0,1 0 8 0 0,0 0-1 0 0,0 0 1 0 0,1 0 0 0 0,-1 1 0 0 0,0-1 0 0 0,0 0 0 0 0,0 1 0 0 0,1-1 0 0 0,-1 1 0 0 0,0-1-1 0 0,1 1 1 0 0,-1-1 0 0 0,0 1 0 0 0,1 0 0 0 0,-1-1 0 0 0,0 1 0 0 0,1 0 0 0 0,-1-1 0 0 0,1 1-1 0 0,0 0 1 0 0,-1 0 0 0 0,1-1 0 0 0,-1 1 0 0 0,1 0 0 0 0,0 0 0 0 0,0 0 0 0 0,-1 0 0 0 0,1-1-1 0 0,0 3 1 0 0,1 1 4 0 0,0 0-1 0 0,-1 0 0 0 0,2 0 0 0 0,-1 0 0 0 0,0 0 1 0 0,1-1-1 0 0,0 1 0 0 0,0-1 0 0 0,0 1 1 0 0,0-1-1 0 0,0 1 0 0 0,1-1 0 0 0,0 0 0 0 0,4 4 1 0 0,-1-2 1 0 0,0 0 1 0 0,0-1-1 0 0,1 0 1 0 0,0 0 0 0 0,-1 0-1 0 0,1-1 1 0 0,9 3-1 0 0,3-1-27 0 0,0 0 0 0 0,0-1 0 0 0,0-1 0 0 0,0 0 0 0 0,27-1 0 0 0,-28-2-30 0 0,8 0-51 0 0,1-1 0 0 0,30-4-1 0 0,-50 4 91 0 0,0-1 0 0 0,-1 1 0 0 0,1-1 0 0 0,0-1-1 0 0,-1 1 1 0 0,0-1 0 0 0,1 0 0 0 0,-1 0 0 0 0,0-1 0 0 0,-1 0-1 0 0,1 0 1 0 0,-1 0 0 0 0,8-7 0 0 0,-11 8 20 0 0,0 1-1 0 0,0-1 1 0 0,-1 0-1 0 0,1 0 1 0 0,0 0 0 0 0,-1 1-1 0 0,0-2 1 0 0,1 1 0 0 0,0-6-1 0 0,-1 8 0 0 0,-1-1 0 0 0,0 1-1 0 0,0-1 1 0 0,0 1 0 0 0,0-1 0 0 0,0 1-1 0 0,-1-1 1 0 0,1 1 0 0 0,0-1 0 0 0,-1 1-1 0 0,1-1 1 0 0,-1 1 0 0 0,1 0 0 0 0,-1-1 0 0 0,0 1-1 0 0,1 0 1 0 0,-1-1 0 0 0,0 1 0 0 0,0 0-1 0 0,0 0 1 0 0,0 0 0 0 0,0 0 0 0 0,0 0-1 0 0,-1 0 1 0 0,1 0 0 0 0,0 0 0 0 0,0 0-1 0 0,-1 0 1 0 0,1 1 0 0 0,-2-2 0 0 0,2 2-6 0 0,-1 0 1 0 0,1-1-1 0 0,0 1 1 0 0,0 0-1 0 0,-1 0 1 0 0,1 0 0 0 0,0 0-1 0 0,-1 0 1 0 0,1 0-1 0 0,0 0 1 0 0,-1 0-1 0 0,1 1 1 0 0,0-1-1 0 0,-1 0 1 0 0,1 1-1 0 0,0-1 1 0 0,0 1 0 0 0,0 0-1 0 0,0-1 1 0 0,-1 1-1 0 0,1 0 1 0 0,0 0-1 0 0,0-1 1 0 0,0 1-1 0 0,-1 2 1 0 0,-22 26 19 0 0,16-15-3 0 0,0 0 0 0 0,2 0-1 0 0,-1 0 1 0 0,2 1 0 0 0,0 0 0 0 0,1 0-1 0 0,0 1 1 0 0,1-1 0 0 0,1 1-1 0 0,1 0 1 0 0,0 0 0 0 0,1-1 0 0 0,0 1-1 0 0,5 27 1 0 0,-4-38-7 0 0,0 1 0 0 0,1-1 0 0 0,0 0 1 0 0,0-1-1 0 0,0 1 0 0 0,0 0 0 0 0,1 0 0 0 0,-1-1 0 0 0,1 0 1 0 0,1 1-1 0 0,-1-1 0 0 0,0 0 0 0 0,1-1 0 0 0,0 1 0 0 0,5 4 0 0 0,-3-4-3 0 0,1-1-1 0 0,-1 1 0 0 0,1-1 1 0 0,0-1-1 0 0,0 1 0 0 0,0-1 1 0 0,0 0-1 0 0,0-1 0 0 0,0 1 1 0 0,11-1-1 0 0,-3 0-128 0 0,-1 0 0 0 0,1-2-1 0 0,-1 0 1 0 0,0 0 0 0 0,1-1 0 0 0,-1-1 0 0 0,0-1-1 0 0,0 0 1 0 0,-1 0 0 0 0,1-1 0 0 0,14-9 0 0 0,-17 8-35 0 0,-1 0 1 0 0,0-1-1 0 0,0-1 1 0 0,-1 0-1 0 0,1 0 1 0 0,-2 0-1 0 0,1-1 1 0 0,-2-1-1 0 0,1 1 1 0 0,-1-1-1 0 0,0-1 1 0 0,-1 1-1 0 0,8-19 1 0 0,0-10-6 0 0,-1-1 1 0 0,-2 0-1 0 0,-1-1 1 0 0,-2 0-1 0 0,3-65 0 0 0,-8 31 807 0 0,-4-1 0 0 0,-12-88 0 0 0,2 94 618 0 0,-30-100-1 0 0,37 157-1108 0 0,-2-9-62 0 0,5 22-91 0 0,1 0 0 0 0,0 0 0 0 0,-1 0 0 0 0,1-1 0 0 0,0 1 0 0 0,-1 0 0 0 0,1 0 0 0 0,0 0 0 0 0,-1 0 0 0 0,1 0-1 0 0,-1 0 1 0 0,1 0 0 0 0,0 0 0 0 0,-1 0 0 0 0,1 0 0 0 0,0 0 0 0 0,-1 0 0 0 0,1 0 0 0 0,0 1 0 0 0,-1-1 0 0 0,1 0 0 0 0,0 0-1 0 0,-1 0 1 0 0,1 0 0 0 0,0 1 0 0 0,-1-1 0 0 0,1 0 0 0 0,0 0 0 0 0,-1 1 0 0 0,1-1 0 0 0,0 0 0 0 0,-1 1 0 0 0,1-1 1 0 0,-2 5 3 0 0,0 0-1 0 0,-1 0 1 0 0,2 0-1 0 0,-1 1 1 0 0,1-1-1 0 0,0 0 1 0 0,0 1-1 0 0,0 10 1 0 0,-1 0-9 0 0,-18 133 91 0 0,7 1 1 0 0,6 155 0 0 0,16-163-7 0 0,-6-120-93 0 0,0 0-1 0 0,2-1 0 0 0,1 1 0 0 0,11 27 0 0 0,-15-44-141 0 0,0-1 1 0 0,1 1-1 0 0,-1-1 1 0 0,1 0 0 0 0,0 0-1 0 0,0 0 1 0 0,0 0-1 0 0,0 0 1 0 0,1-1-1 0 0,0 1 1 0 0,0-1-1 0 0,0 0 1 0 0,0 0 0 0 0,8 4-1 0 0,-8-6-458 0 0,0 1-1 0 0,0-1 0 0 0,0 1 1 0 0,1-1-1 0 0,-1-1 1 0 0,0 1-1 0 0,1 0 0 0 0,-1-1 1 0 0,1 0-1 0 0,7-1 1 0 0,2-2-3187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6:48.7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80 1132 0 0,'-106'-45'10584'0'0,"104"44"-10330"0"0,5-3 45 0 0,-3 4-292 0 0,0-1-1 0 0,0 1 1 0 0,0 0-1 0 0,0-1 0 0 0,0 1 1 0 0,0-1-1 0 0,0 1 1 0 0,0 0-1 0 0,1-1 1 0 0,-1 1-1 0 0,0 0 0 0 0,0-1 1 0 0,0 1-1 0 0,1 0 1 0 0,-1-1-1 0 0,0 1 0 0 0,0 0 1 0 0,1 0-1 0 0,-1-1 1 0 0,0 1-1 0 0,0 0 1 0 0,1 0-1 0 0,-1-1 0 0 0,0 1 1 0 0,1 0-1 0 0,-1 0 1 0 0,0 0-1 0 0,1 0 0 0 0,-1 0 1 0 0,0-1-1 0 0,1 1 1 0 0,0 0-1 0 0,45-8 120 0 0,1 2 0 0 0,52 0 0 0 0,101 7-1656 0 0,-148 0 530 0 0,73 5-2205 0 0,29 0 2513 0 0,-151-6 1451 0 0,14 1 2662 0 0,-24 14-2896 0 0,2-1 1 0 0,0 1-1 0 0,0 0 1 0 0,1 0-1 0 0,1 0 1 0 0,-1 19-1 0 0,-1 95 1499 0 0,5-104-1808 0 0,1-9-99 0 0,-1 0 1 0 0,2-1 0 0 0,0 1 0 0 0,5 16-1 0 0,-6-27-120 0 0,0-1 0 0 0,0 0-1 0 0,1 0 1 0 0,-1 1-1 0 0,1-1 1 0 0,0 0 0 0 0,0-1-1 0 0,1 1 1 0 0,-1 0-1 0 0,1 0 1 0 0,0-1-1 0 0,0 0 1 0 0,0 1 0 0 0,0-1-1 0 0,1-1 1 0 0,-1 1-1 0 0,1 0 1 0 0,5 2 0 0 0,-7-4-214 0 0,1 0 0 0 0,0 0 1 0 0,0 0-1 0 0,-1 0 1 0 0,1-1-1 0 0,0 0 1 0 0,0 1-1 0 0,0-1 0 0 0,0 0 1 0 0,-1 0-1 0 0,1 0 1 0 0,0-1-1 0 0,0 1 0 0 0,0-1 1 0 0,0 0-1 0 0,-1 0 1 0 0,1 0-1 0 0,0 0 1 0 0,4-2-1 0 0,-4 1-449 0 0,0 0 0 0 0,0 0 0 0 0,0-1 0 0 0,-1 1 0 0 0,1 0 0 0 0,-1-1 0 0 0,1 0 0 0 0,2-5 0 0 0,4-6-3658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6:49.7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106 350 1632 0 0,'-15'-36'3305'0'0,"-25"-62"2864"0"0,40 96-5921 0 0,2 2-226 0 0,1 0 0 0 0,-1-1-1 0 0,1 1 1 0 0,-1 1-1 0 0,1-1 1 0 0,-1 0 0 0 0,1 0-1 0 0,-1 1 1 0 0,5 1-1 0 0,-6-2-25 0 0,29 8-313 0 0,0-1 0 0 0,1-1 0 0 0,38 1 0 0 0,-48-6 244 0 0,0 0-1 0 0,-1-2 1 0 0,1-1 0 0 0,0-1 0 0 0,35-9 0 0 0,-51 11 134 0 0,0-1 0 0 0,-1 0 1 0 0,1 0-1 0 0,0 0 0 0 0,-1-1 1 0 0,0 1-1 0 0,1-1 0 0 0,-1 0 0 0 0,0 0 1 0 0,0-1-1 0 0,-1 1 0 0 0,1-1 1 0 0,-1 0-1 0 0,0 0 0 0 0,0 0 1 0 0,0 0-1 0 0,0-1 0 0 0,-1 1 0 0 0,1-1 1 0 0,-1 1-1 0 0,-1-1 0 0 0,1 0 1 0 0,1-6-1 0 0,-1 0 327 0 0,-1 0 0 0 0,1 0 0 0 0,-2-1 0 0 0,0 1 0 0 0,0 0 0 0 0,-1 0 0 0 0,0 0 0 0 0,-1 0 0 0 0,-5-16 0 0 0,7 27-380 0 0,0-1-1 0 0,0 1 1 0 0,0-1 0 0 0,0 1-1 0 0,0-1 1 0 0,0 1-1 0 0,0-1 1 0 0,0 1 0 0 0,0 0-1 0 0,-1-1 1 0 0,1 1 0 0 0,0-1-1 0 0,0 1 1 0 0,-1-1 0 0 0,1 1-1 0 0,0-1 1 0 0,0 1-1 0 0,-1 0 1 0 0,1-1 0 0 0,0 1-1 0 0,-1 0 1 0 0,1-1 0 0 0,0 1-1 0 0,-1 0 1 0 0,1-1-1 0 0,-1 1 1 0 0,1 0 0 0 0,-1 0-1 0 0,1 0 1 0 0,-1-1 0 0 0,1 1-1 0 0,0 0 1 0 0,-1 0 0 0 0,1 0-1 0 0,-1 0 1 0 0,1 0-1 0 0,-1 0 1 0 0,1 0 0 0 0,-1 0-1 0 0,1 0 1 0 0,-1 0 0 0 0,1 0-1 0 0,-1 0 1 0 0,1 0-1 0 0,-1 0 1 0 0,1 1 0 0 0,-1-1-1 0 0,1 0 1 0 0,-1 0 0 0 0,1 0-1 0 0,0 1 1 0 0,-1-1 0 0 0,1 0-1 0 0,-1 1 1 0 0,1-1-1 0 0,0 0 1 0 0,-1 1 0 0 0,1-1-1 0 0,0 0 1 0 0,-1 1 0 0 0,1-1-1 0 0,0 1 1 0 0,-18 24 106 0 0,8-2 125 0 0,0 0 0 0 0,1 1 1 0 0,-9 40-1 0 0,-9 78 434 0 0,23-113-552 0 0,-14 104 476 0 0,-1 209 1 0 0,32 137 118 0 0,-11-437-651 0 0,13 236 427 0 0,5 293 827 0 0,-24-504 361 0 0,-14 72 1 0 0,17-133-1409 0 0,-2 9 300 0 0,2 0 189 0 0,10-29-673 0 0,10-18-405 0 0,46-57 0 0 0,-8 14-527 0 0,-36 43 527 0 0,-1 0-1 0 0,24-52 1 0 0,-39 71 259 0 0,0 1-1 0 0,0-2 1 0 0,-2 1 0 0 0,0 0 0 0 0,0-1 0 0 0,-1 1 0 0 0,-1-1-1 0 0,0 0 1 0 0,-1 1 0 0 0,-2-21 0 0 0,-1 17 26 0 0,0-1 1 0 0,-2 1 0 0 0,0 0-1 0 0,-1 0 1 0 0,0 0 0 0 0,-18-30-1 0 0,10 24 9 0 0,-1 1 0 0 0,-1 1 0 0 0,0 1 0 0 0,-22-21 0 0 0,-18-9 0 0 0,-3 2 0 0 0,-85-54 0 0 0,99 72 15 0 0,6 5-11 0 0,26 17-25 0 0,0 1 0 0 0,0-2 0 0 0,1 0 0 0 0,0 0 0 0 0,1-1 0 0 0,-20-22 0 0 0,30 30-30 0 0,0 0-1 0 0,-1 0 1 0 0,1-1-1 0 0,0 1 1 0 0,0 0-1 0 0,1-1 1 0 0,-1 1-1 0 0,0-1 1 0 0,1 1-1 0 0,0-1 1 0 0,-1 1-1 0 0,1-1 1 0 0,0 1-1 0 0,0-1 1 0 0,0 1-1 0 0,1-1 1 0 0,-1 1 0 0 0,1-1-1 0 0,-1 1 1 0 0,1-1-1 0 0,0 1 1 0 0,0 0-1 0 0,0-1 1 0 0,0 1-1 0 0,0 0 1 0 0,0 0-1 0 0,1 0 1 0 0,-1 0-1 0 0,1 0 1 0 0,3-3-1 0 0,5-6-418 0 0,0 2-1 0 0,1-1 0 0 0,0 1 1 0 0,15-8-1 0 0,-15 10 121 0 0,56-35-2333 0 0,102-46 0 0 0,-96 52 556 0 0,89-57-1 0 0,-154 88 2182 0 0,0 0 0 0 0,-1-1 0 0 0,1 1 0 0 0,-1-2 0 0 0,0 1 0 0 0,-1-1 0 0 0,0 0 0 0 0,0 0 0 0 0,0-1-1 0 0,-1 0 1 0 0,0 0 0 0 0,0 0 0 0 0,-1-1 0 0 0,0 1 0 0 0,-1-1 0 0 0,4-14 0 0 0,-5 10 701 0 0,0 0 0 0 0,-1-1 0 0 0,-1 1 0 0 0,0 0 1 0 0,-1-1-1 0 0,-3-14 0 0 0,0 9 349 0 0,3 36-848 0 0,-1 5-196 0 0,0 13 71 0 0,2 0-1 0 0,1 0 0 0 0,9 58 1 0 0,-10-89-122 0 0,2 11-58 0 0,0-1-1 0 0,1 1 0 0 0,1-1 1 0 0,0 0-1 0 0,0 0 1 0 0,8 15-1 0 0,-11-28-214 0 0,0 0 0 0 0,-1 0 0 0 0,1 0 0 0 0,0 0 0 0 0,0 0 0 0 0,-1 0 0 0 0,1 0 0 0 0,0 0 0 0 0,0-1 0 0 0,0 1 0 0 0,0 0-1 0 0,0-1 1 0 0,0 1 0 0 0,0 0 0 0 0,0-1 0 0 0,1 1 0 0 0,-1-1 0 0 0,0 0 0 0 0,0 1 0 0 0,0-1 0 0 0,1 0 0 0 0,-1 0 0 0 0,0 0 0 0 0,0 0 0 0 0,0 0 0 0 0,1 0-1 0 0,-1 0 1 0 0,0 0 0 0 0,3-1 0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6:49.9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62 129 1096 0 0,'-13'-38'5146'0'0,"-27"-53"0"0"0,38 94-5075 0 0,1-3-81 0 0,1 1 1 0 0,0-1-1 0 0,-1 0 0 0 0,1 0 0 0 0,0 1 0 0 0,-1-1 0 0 0,1 0 1 0 0,0 0-1 0 0,-1 1 0 0 0,1-1 0 0 0,0 0 0 0 0,-1 1 0 0 0,1-1 0 0 0,0 0 1 0 0,0 1-1 0 0,0-1 0 0 0,-1 0 0 0 0,1 1 0 0 0,0-1 0 0 0,0 1 0 0 0,0-1 1 0 0,0 0-1 0 0,0 1 0 0 0,0 0 0 0 0,0 10-1132 0 0,1 1 1 0 0,1-1-1 0 0,0 0 1 0 0,4 14-1 0 0,0-7-1959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6:50.4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210 33 2548 0 0,'5'0'937'0'0,"-1"1"0"0"0,0-1 0 0 0,1 0 0 0 0,-1-1 0 0 0,0 1 0 0 0,1-1 0 0 0,-1 0 0 0 0,0 0 0 0 0,1 0 0 0 0,-1 0 0 0 0,0-1 0 0 0,4-2 0 0 0,-6 3-204 0 0,-2 1-696 0 0,1 0-1 0 0,-1 0 1 0 0,0 0 0 0 0,0 0 0 0 0,1-1-1 0 0,-1 1 1 0 0,0 0 0 0 0,0 0-1 0 0,1 0 1 0 0,-1 0 0 0 0,0-1-1 0 0,0 1 1 0 0,0 0 0 0 0,0 0 0 0 0,1 0-1 0 0,-1-1 1 0 0,0 1 0 0 0,0 0-1 0 0,0 0 1 0 0,0-1 0 0 0,0 1-1 0 0,1 0 1 0 0,-1 0 0 0 0,0-1 0 0 0,0 1-1 0 0,0 0 1 0 0,0 0 0 0 0,0-1-1 0 0,0 1 1 0 0,0 0 0 0 0,0 0-1 0 0,0-1 1 0 0,0 1 0 0 0,0 0 0 0 0,0-1-1 0 0,0 1 1 0 0,0 0 0 0 0,0 0-1 0 0,-1-1 1 0 0,1 1 0 0 0,0 0-1 0 0,0 0 1 0 0,0-1 0 0 0,0 1 0 0 0,0 0-1 0 0,-1 0 1 0 0,1 0 0 0 0,0-1-1 0 0,0 1 1 0 0,0 0 0 0 0,-1 0-1 0 0,1 0 1 0 0,0 0 0 0 0,0-1 0 0 0,-1 1-1 0 0,0-1 15 0 0,1 0-1 0 0,-1 1 0 0 0,0-1 1 0 0,0 0-1 0 0,0 1 0 0 0,0-1 1 0 0,0 0-1 0 0,-1 1 0 0 0,1 0 0 0 0,0-1 1 0 0,0 1-1 0 0,0-1 0 0 0,0 1 1 0 0,0 0-1 0 0,-1 0 0 0 0,1 0 1 0 0,-1 0-1 0 0,-10 2-6 0 0,0 0 0 0 0,0 1 0 0 0,0 1 0 0 0,0 0 1 0 0,1 0-1 0 0,0 1 0 0 0,0 1 0 0 0,0 0 0 0 0,1 0 0 0 0,0 1 0 0 0,0 1 0 0 0,0-1 0 0 0,1 2 1 0 0,-11 12-1 0 0,12-13-33 0 0,0 1 0 0 0,1 0 0 0 0,0 0 0 0 0,0 0 0 0 0,1 1 0 0 0,1 0 0 0 0,0 0 0 0 0,0 1 0 0 0,1 0 0 0 0,0-1 0 0 0,0 2 0 0 0,2-1 0 0 0,-1 0 0 0 0,1 0 0 0 0,0 22 0 0 0,2-29-6 0 0,1 1 0 0 0,-1 0 0 0 0,1-1-1 0 0,0 1 1 0 0,1 0 0 0 0,-1-1 0 0 0,1 0 0 0 0,0 1-1 0 0,0-1 1 0 0,0 0 0 0 0,1 0 0 0 0,-1 0 0 0 0,1 0-1 0 0,5 5 1 0 0,-2-3-102 0 0,0-1 0 0 0,0 0 0 0 0,0 0 0 0 0,1-1-1 0 0,0 1 1 0 0,0-1 0 0 0,14 5 0 0 0,1-2-551 0 0,-1 0-1 0 0,1-2 1 0 0,0-1 0 0 0,1-1-1 0 0,25 1 1 0 0,-30-3-194 0 0,0 0 0 0 0,0-2 0 0 0,0 0 1 0 0,0-2-1 0 0,-1 1 0 0 0,1-2 0 0 0,-1-1 0 0 0,22-8 0 0 0,-31 10 553 0 0,0-1 0 0 0,0-1 0 0 0,0 1 0 0 0,0-1 0 0 0,-1-1 0 0 0,0 1 0 0 0,0-1 0 0 0,0-1 0 0 0,8-10 0 0 0,-10 10 526 0 0,0 0 1 0 0,-1 0 0 0 0,0 0-1 0 0,0 0 1 0 0,-1-1-1 0 0,5-16 1 0 0,-4 5 674 0 0,-1-1 0 0 0,-1 1 0 0 0,-1-1 1 0 0,0 0-1 0 0,-2 1 0 0 0,0-1 0 0 0,-7-33 0 0 0,-1 2 1754 0 0,9 49-2477 0 0,-4-5 211 0 0,0 39 132 0 0,2 1-1 0 0,1-1 1 0 0,2 1 0 0 0,5 40-1 0 0,-5-67-497 0 0,2 21 116 0 0,1 0 0 0 0,9 32 0 0 0,-12-57-184 0 0,-1 0-1 0 0,1 0 0 0 0,0 0 1 0 0,0 0-1 0 0,-1 0 0 0 0,1 0 1 0 0,1 0-1 0 0,-1-1 0 0 0,0 1 1 0 0,0 0-1 0 0,1-1 0 0 0,-1 1 1 0 0,0-1-1 0 0,1 0 0 0 0,0 1 1 0 0,-1-1-1 0 0,1 0 0 0 0,0 0 0 0 0,0 0 1 0 0,-1 0-1 0 0,1 0 0 0 0,0 0 1 0 0,0-1-1 0 0,0 1 0 0 0,0-1 1 0 0,0 1-1 0 0,0-1 0 0 0,0 0 1 0 0,0 1-1 0 0,1-1 0 0 0,-1 0 1 0 0,3-1-1 0 0,-1 1-351 0 0,1-1 0 0 0,-1 0 0 0 0,1 0 0 0 0,-1-1 0 0 0,0 1 0 0 0,0-1 1 0 0,1 0-1 0 0,-1 0 0 0 0,0-1 0 0 0,0 1 0 0 0,-1-1 0 0 0,1 1 0 0 0,6-8 0 0 0,14-22-5176 0 0,-15 12 519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6:50.6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90 135 84 0 0,'-70'-127'10554'0'0,"70"127"-10565"0"0,0-1 0 0 0,0 1 0 0 0,0 0 0 0 0,0-1 0 0 0,0 1 0 0 0,0 0 0 0 0,0-1 0 0 0,0 1 0 0 0,0 0 0 0 0,0 0 0 0 0,-1-1-1 0 0,1 1 1 0 0,0 0 0 0 0,0-1 0 0 0,0 1 0 0 0,-1 0 0 0 0,1 0 0 0 0,0 0 0 0 0,0-1 0 0 0,-1 1 0 0 0,1 0 0 0 0,0 0 0 0 0,0 0 0 0 0,-1 0 0 0 0,1-1-1 0 0,0 1 1 0 0,-1 0 0 0 0,1 0 0 0 0,0 0 0 0 0,0 0 0 0 0,-1 0 0 0 0,1 0 0 0 0,0 0 0 0 0,-1 0 0 0 0,1 0 0 0 0,0 0 0 0 0,-1 0 0 0 0,1 0 0 0 0,0 0 0 0 0,-1 0-1 0 0,1 0 1 0 0,0 0 0 0 0,0 0 0 0 0,-1 0 0 0 0,1 1 0 0 0,0-1 0 0 0,-1 0 0 0 0,1 0 0 0 0,0 0 0 0 0,0 0 0 0 0,-1 1 0 0 0,1-1 0 0 0,0 0 0 0 0,0 0-1 0 0,0 1 1 0 0,-1-1 0 0 0,1 0 0 0 0,0 0 0 0 0,0 1 0 0 0,0-1 0 0 0,0 0 0 0 0,-1 1 0 0 0,1-1 0 0 0,-5 18-3954 0 0,4-7 404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6:51.3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225 692 668 0 0,'3'0'4288'0'0,"8"-5"-1235"0"0,-6-5 900 0 0,-6 8-3849 0 0,1 1-1 0 0,-1-1 0 0 0,1 1 0 0 0,-1 0 0 0 0,0-1 0 0 0,1 1 0 0 0,-1 0 0 0 0,0 0 0 0 0,0-1 0 0 0,0 1 0 0 0,0 0 1 0 0,0 0-1 0 0,0 0 0 0 0,0 0 0 0 0,0 0 0 0 0,-1 0 0 0 0,1 1 0 0 0,0-1 0 0 0,-1 0 0 0 0,1 1 0 0 0,-3-2 0 0 0,1 1-20 0 0,-1 1-1 0 0,1-1 0 0 0,-1 1 0 0 0,1 0 0 0 0,-1 0 0 0 0,0 0 0 0 0,1 0 0 0 0,-1 0 0 0 0,-3 2 0 0 0,-3 0-42 0 0,1 0 1 0 0,-1 1-1 0 0,1 1 1 0 0,0 0-1 0 0,0 0 1 0 0,-10 7-1 0 0,10-4-22 0 0,0 0-1 0 0,1 0 1 0 0,0 1-1 0 0,1 0 1 0 0,0 0 0 0 0,0 1-1 0 0,1 0 1 0 0,0 0-1 0 0,-8 17 1 0 0,10-17-5 0 0,0-1 0 0 0,1 0 0 0 0,-1 1 0 0 0,2 0 1 0 0,0 0-1 0 0,0 0 0 0 0,0 0 0 0 0,1 0 0 0 0,1 0 0 0 0,-1 0 0 0 0,3 17 0 0 0,-1-21-6 0 0,0-1 0 0 0,0 0 0 0 0,1 1-1 0 0,-1-1 1 0 0,1 0 0 0 0,0 0 0 0 0,0 0-1 0 0,1-1 1 0 0,-1 1 0 0 0,1 0 0 0 0,0-1-1 0 0,0 0 1 0 0,0 1 0 0 0,0-1-1 0 0,0 0 1 0 0,1-1 0 0 0,-1 1 0 0 0,1-1-1 0 0,0 1 1 0 0,0-1 0 0 0,0 0 0 0 0,0-1-1 0 0,0 1 1 0 0,0-1 0 0 0,1 0 0 0 0,-1 0-1 0 0,1 0 1 0 0,7 1 0 0 0,-4-2-13 0 0,-1 1 0 0 0,1-1 1 0 0,-1 0-1 0 0,0-1 1 0 0,1 0-1 0 0,-1 0 0 0 0,0-1 1 0 0,1 1-1 0 0,-1-2 0 0 0,0 1 1 0 0,0-1-1 0 0,-1 0 0 0 0,1 0 1 0 0,-1-1-1 0 0,1 0 0 0 0,9-8 1 0 0,-8 4-11 0 0,-1 0-1 0 0,-1 0 1 0 0,0-1 0 0 0,0 1 0 0 0,0-2 0 0 0,-1 1 0 0 0,6-16 0 0 0,-2 0 20 0 0,13-51 1 0 0,-20 66-5 0 0,-2 7 9 0 0,-11 70 555 0 0,10-56-480 0 0,0 0-1 0 0,1 0 0 0 0,1 0 1 0 0,0 0-1 0 0,0-1 0 0 0,6 19 1 0 0,-6-26-67 0 0,0 0 0 0 0,0 0 0 0 0,0 0 0 0 0,1 0 0 0 0,0 0 0 0 0,-1 0 0 0 0,1 0 0 0 0,0-1 0 0 0,1 1 0 0 0,-1-1 0 0 0,0 0 0 0 0,1 1 0 0 0,-1-1 0 0 0,1 0 0 0 0,0 0 0 0 0,-1-1 0 0 0,1 1 0 0 0,0-1 0 0 0,0 1 0 0 0,0-1 0 0 0,0 0 0 0 0,1 0 0 0 0,-1 0 0 0 0,0 0 0 0 0,6 0 0 0 0,2-1-4 0 0,0 0 0 0 0,-1 0-1 0 0,1-1 1 0 0,0-1-1 0 0,-1 0 1 0 0,1 0 0 0 0,-1-1-1 0 0,0 0 1 0 0,0-1 0 0 0,0 0-1 0 0,0 0 1 0 0,8-7-1 0 0,5-2-19 0 0,-1-2-1 0 0,-1 0 1 0 0,34-32-1 0 0,-29 20-10 0 0,-2 0 0 0 0,-1-2 0 0 0,-1 0 0 0 0,-1-2-1 0 0,-2 0 1 0 0,-1-1 0 0 0,24-61 0 0 0,-19 30-11 0 0,-3-1 0 0 0,-2-2 0 0 0,11-86 1 0 0,-25 127 28 0 0,0-41 1 0 0,-3 59-2 0 0,-1 1 1 0 0,-1 0-1 0 0,1 0 1 0 0,-1-1-1 0 0,0 1 1 0 0,-1 0-1 0 0,0 0 1 0 0,1 0-1 0 0,-2 0 1 0 0,1 1-1 0 0,-1-1 1 0 0,-4-6-1 0 0,6 11 3 0 0,0-1-1 0 0,0 1 1 0 0,0 0-1 0 0,-1-1 1 0 0,1 1-1 0 0,0 0 1 0 0,-1 0 0 0 0,1 0-1 0 0,-1 0 1 0 0,0 0-1 0 0,1 0 1 0 0,-1 1-1 0 0,0-1 1 0 0,1 0-1 0 0,-1 1 1 0 0,0-1-1 0 0,0 1 1 0 0,1 0 0 0 0,-3 0-1 0 0,0 0 5 0 0,1 0-1 0 0,-1 0 0 0 0,1 1 1 0 0,0 0-1 0 0,-1 0 1 0 0,1 0-1 0 0,0 0 1 0 0,-1 0-1 0 0,-3 3 1 0 0,-3 2 37 0 0,-1 0 0 0 0,2 1 1 0 0,-1 1-1 0 0,-14 14 1 0 0,8-5 33 0 0,1 0 1 0 0,1 2-1 0 0,0 0 1 0 0,2 0-1 0 0,0 1 1 0 0,1 1-1 0 0,1 0 1 0 0,1 0-1 0 0,0 1 0 0 0,2 0 1 0 0,1 1-1 0 0,1 0 1 0 0,-3 24-1 0 0,6-27-35 0 0,0 0 0 0 0,1 0-1 0 0,2 0 1 0 0,0 0 0 0 0,1 0-1 0 0,1 0 1 0 0,1-1 0 0 0,0 1 0 0 0,2-1-1 0 0,0 0 1 0 0,1 0 0 0 0,1-1-1 0 0,1 0 1 0 0,0 0 0 0 0,19 25-1 0 0,-16-28-144 0 0,2-1-1 0 0,-1 0 0 0 0,2-1 0 0 0,0 0 0 0 0,0-1 0 0 0,1-1 0 0 0,1 0 1 0 0,-1-1-1 0 0,2-1 0 0 0,20 7 0 0 0,-12-5-1000 0 0,0-2 1 0 0,38 7-1 0 0,-37-11-1256 0 0,0-1 0 0 0,34 0 0 0 0,-10-5-2871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4:31.5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279 95 552 0 0,'0'0'2323'0'0,"-3"-10"10"0"0,-11-33 1367 0 0,13 41-3418 0 0,1-1-84 0 0,-1 0 0 0 0,0 0 0 0 0,0 0 0 0 0,0 0 0 0 0,0 0 1 0 0,-1 0-1 0 0,-2-3 0 0 0,4 5-174 0 0,0 1 0 0 0,-1-1 0 0 0,1 0 0 0 0,-1 0 0 0 0,1 1 0 0 0,-1-1 0 0 0,0 0-1 0 0,1 1 1 0 0,-1-1 0 0 0,0 0 0 0 0,1 1 0 0 0,-1-1 0 0 0,0 1 0 0 0,0-1 0 0 0,1 1 0 0 0,-1 0 0 0 0,0-1 0 0 0,0 1 0 0 0,0 0 0 0 0,0-1 0 0 0,0 1 0 0 0,1 0 0 0 0,-1 0-1 0 0,-2 0 1 0 0,2 1-20 0 0,-1-1 0 0 0,1 1 0 0 0,-1 0 0 0 0,1 0-1 0 0,0 0 1 0 0,0 0 0 0 0,0 0 0 0 0,-1 1 0 0 0,1-1-1 0 0,0 0 1 0 0,1 1 0 0 0,-1-1 0 0 0,0 0 0 0 0,-1 2-1 0 0,-26 52 45 0 0,-43 110 0 0 0,52-113-46 0 0,5-18-366 0 0,-43 122 814 0 0,49-128-2662 0 0,-7 51 0 0 0,18-63-2574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4:31.7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29 1184 0 0,'2'-3'280'0'0,"0"1"0"0"0,0-1 0 0 0,0 1 0 0 0,0 0 0 0 0,1 0 0 0 0,-1 0 0 0 0,1 1 0 0 0,-1-1 0 0 0,1 1 0 0 0,0-1 0 0 0,0 1 0 0 0,0 0 0 0 0,0 0 0 0 0,0 0 0 0 0,0 0 0 0 0,4 0 0 0 0,-2 0-108 0 0,0 1 0 0 0,0 0 0 0 0,0 1 0 0 0,0-1 0 0 0,0 1 1 0 0,0 0-1 0 0,0 0 0 0 0,0 1 0 0 0,6 2 0 0 0,2 2-39 0 0,0 1 0 0 0,0 0 0 0 0,0 1-1 0 0,-1 0 1 0 0,20 19 0 0 0,-8-1-116 0 0,0 0 0 0 0,-2 2 1 0 0,-2 0-1 0 0,33 58 0 0 0,17 24-4448 0 0,-54-89 2718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4:32.8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74 316 0 0,'10'-11'7312'0'0,"-8"9"-6778"0"0,-1 12-351 0 0,0 0 1 0 0,-1 0-1 0 0,-1 0 0 0 0,0 0 0 0 0,0 0 0 0 0,-1 0 1 0 0,-3 10-1 0 0,-2 20 33 0 0,4-20-64 0 0,-1 13 28 0 0,-1 44 0 0 0,5-70-140 0 0,0 0-1 0 0,0 1 1 0 0,1-1 0 0 0,0 0 0 0 0,1 0-1 0 0,-1 0 1 0 0,1 0 0 0 0,1 0-1 0 0,-1 0 1 0 0,1 0 0 0 0,0-1 0 0 0,5 7-1 0 0,-7-11-21 0 0,0-1 0 0 0,0 0 0 0 0,0 0-1 0 0,0 0 1 0 0,0 0 0 0 0,0 0 0 0 0,0 0-1 0 0,0 0 1 0 0,1 0 0 0 0,-1 0 0 0 0,0 0-1 0 0,1-1 1 0 0,-1 1 0 0 0,0-1 0 0 0,1 1-1 0 0,-1-1 1 0 0,1 1 0 0 0,-1-1 0 0 0,1 0-1 0 0,-1 0 1 0 0,1 0 0 0 0,-1 0 0 0 0,1 0-1 0 0,-1 0 1 0 0,1 0 0 0 0,-1 0 0 0 0,1 0-1 0 0,-1-1 1 0 0,1 1 0 0 0,-1-1 0 0 0,1 1-1 0 0,-1-1 1 0 0,0 0 0 0 0,1 1 0 0 0,-1-1-1 0 0,0 0 1 0 0,0 0 0 0 0,2-1 0 0 0,0 0-6 0 0,-1-1 0 0 0,1 1 1 0 0,-1 0-1 0 0,0-1 1 0 0,0 1-1 0 0,0-1 1 0 0,0 1-1 0 0,0-1 1 0 0,-1 0-1 0 0,1 0 0 0 0,-1 0 1 0 0,0 0-1 0 0,0 0 1 0 0,0 0-1 0 0,0 0 1 0 0,0 0-1 0 0,0-4 0 0 0,-2-3-13 0 0,0 2 0 0 0,0-1 0 0 0,0 0 0 0 0,-1 0 0 0 0,-1 0 0 0 0,1 1 0 0 0,-2-1 0 0 0,1 1 0 0 0,-1 0 0 0 0,0 0 0 0 0,-6-8 0 0 0,7 11-2 0 0,0 0 1 0 0,-1 1 0 0 0,1-1 0 0 0,-1 1 0 0 0,0 0-1 0 0,-1 0 1 0 0,1 0 0 0 0,-1 1 0 0 0,0-1 0 0 0,1 1-1 0 0,-1 0 1 0 0,-1 1 0 0 0,1-1 0 0 0,0 1 0 0 0,-1 0-1 0 0,1 0 1 0 0,-1 1 0 0 0,-10-2 0 0 0,9 2 3 0 0,0 1 0 0 0,0 0 0 0 0,-1 0 1 0 0,1 1-1 0 0,0 0 0 0 0,0 0 0 0 0,0 1 0 0 0,0 0 1 0 0,-11 5-1 0 0,16-6-22 0 0,1 1 21 0 0,5-3 1 0 0,15-8 0 0 0,21-14 0 0 0,-26 12-7 0 0,0 0 0 0 0,1 2 0 0 0,0-1 0 0 0,0 2 0 0 0,1 0-1 0 0,0 1 1 0 0,24-8 0 0 0,-35 15 5 0 0,-1-1 1 0 0,1 1-1 0 0,-1 0 0 0 0,1 1 0 0 0,-1-1 1 0 0,1 1-1 0 0,-1 0 0 0 0,1 0 0 0 0,-1 0 1 0 0,0 0-1 0 0,1 1 0 0 0,5 3 0 0 0,-1-1 5 0 0,1 2-1 0 0,-2-1 0 0 0,1 1 0 0 0,8 7 0 0 0,-7-3 39 0 0,0 0 0 0 0,-1 0 1 0 0,-1 0-1 0 0,0 1 0 0 0,0 0 0 0 0,-1 1 0 0 0,0 0 1 0 0,-1 0-1 0 0,-1 0 0 0 0,6 18 0 0 0,4 16 4887 0 0,-10-73-4502 0 0,7-93-116 0 0,-9 103-526 0 0,0 0 0 0 0,2 0 0 0 0,0 0 0 0 0,13-29 1 0 0,-15 42-111 0 0,-1-1 0 0 0,1 1 1 0 0,0 0-1 0 0,0 0 1 0 0,1 0-1 0 0,-1 1 1 0 0,1-1-1 0 0,0 1 1 0 0,0 0-1 0 0,0 0 1 0 0,5-3-1 0 0,32-13-5726 0 0,-25 12 1659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4:33.2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1 155 1524 0 0,'0'0'10715'0'0,"0"1"-10602"0"0,0-1 0 0 0,0 0 0 0 0,0 1 0 0 0,3 2 1241 0 0,-3-3-1241 0 0,0 0 0 0 0,0 0 0 0 0,1 1 0 0 0,-1-1 0 0 0,0 0-1 0 0,1 0 1 0 0,-1 0 0 0 0,0 0 0 0 0,1 0 0 0 0,-1 0 0 0 0,0 0 0 0 0,1 0 0 0 0,0 0-1 0 0,127-56 1657 0 0,-67 27-1639 0 0,-28 14-88 0 0,7-4-101 0 0,62-20 0 0 0,-100 39-69 0 0,-1-1-21 0 0,0 1 1 0 0,-1 0-1 0 0,1-1 1 0 0,0 1 0 0 0,0 0-1 0 0,-1 0 1 0 0,1-1-1 0 0,0 1 1 0 0,0 0 0 0 0,-1 0-1 0 0,1 0 1 0 0,0 0-1 0 0,0 0 1 0 0,-1 0 0 0 0,1 0-1 0 0,0 0 1 0 0,0 1 0 0 0,-1-1-1 0 0,1 0 1 0 0,0 0-1 0 0,0 1 1 0 0,-1-1 0 0 0,1 0-1 0 0,0 1 1 0 0,-1-1-1 0 0,1 1 1 0 0,-1-1 0 0 0,1 1-1 0 0,0 0 1 0 0,-2 1-505 0 0,-3 7-1287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4:33.4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28 182 432 0 0,'-27'28'13678'0'0,"27"-28"-13626"0"0,10 0 956 0 0,16-4-481 0 0,16-9 70 0 0,52-24-1 0 0,-43 16-474 0 0,217-75 95 0 0,-182 66-1510 0 0,-68 25 199 0 0,7 1-5717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8:47.6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599 23 1576 0 0,'6'-4'9109'0'0,"-26"-4"-7138"0"0,18 8-1554 0 0,-1-1-37 0 0,-45-4 1109 0 0,-88 1 0 0 0,132 4-1460 0 0,-93 1 342 0 0,95-1-358 0 0,-2 0-7 0 0,0-1-1 0 0,-22 4 2 0 0,14 1-5 0 0,11-3-2 0 0,-1-1 1 0 0,1 1-1 0 0,0-1 1 0 0,0 1 0 0 0,0 0-1 0 0,0-1 1 0 0,0 1 0 0 0,0 0-1 0 0,0 0 1 0 0,0 0-1 0 0,0 0 1 0 0,0 0 0 0 0,0 0-1 0 0,0 0 1 0 0,1 0-1 0 0,-1 0 1 0 0,0 1 0 0 0,1-1-1 0 0,-1 0 1 0 0,1 0 0 0 0,-1 2-1 0 0,0 2 3 0 0,-7 14 12 0 0,2 0 0 0 0,0 1 0 0 0,1 0 0 0 0,1 0 0 0 0,-2 27 0 0 0,1 104 252 0 0,5-143-245 0 0,-24 567 2213 0 0,17-466-2001 0 0,-41 381 638 0 0,-3 57-561 0 0,40-320-271 0 0,-12 300 80 0 0,10-207-85 0 0,9-283-11 0 0,2-10 8 0 0,0 34 1 0 0,16 249 816 0 0,-10-283-719 0 0,16 155 690 0 0,-15-78 115 0 0,-5-100-913 0 0,1 0-1 0 0,0 0 1 0 0,0 0 0 0 0,0 0-1 0 0,0 0 1 0 0,1 0 0 0 0,0 0-1 0 0,0 0 1 0 0,0-1 0 0 0,0 1-1 0 0,0-1 1 0 0,1 1 0 0 0,0-1-1 0 0,0 0 1 0 0,0 0 0 0 0,3 3-1 0 0,7 5 96 0 0,1 0 0 0 0,20 13 0 0 0,-14-11-113 0 0,1-2 0 0 0,0 0 1 0 0,1-1-1 0 0,0-1 1 0 0,27 8-1 0 0,-31-13-19 0 0,0 0 0 0 0,0-2 0 0 0,0 0 0 0 0,0 0-1 0 0,0-2 1 0 0,1-1 0 0 0,25-3 0 0 0,13-6-1253 0 0,0-3 1 0 0,67-24-1 0 0,106-55-9466 0 0,-160 59 3122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8:50.0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0 161 140 0 0,'3'-10'15134'0'0,"-3"9"-15000"0"0,0-1 0 0 0,1 0 0 0 0,-1 0 0 0 0,0 0 0 0 0,1 1 1 0 0,-1-1-1 0 0,1 0 0 0 0,0 1 0 0 0,-1-1 0 0 0,1 0 0 0 0,0 1 0 0 0,0-1 0 0 0,0 1 0 0 0,0-1 0 0 0,0 1 0 0 0,0 0 0 0 0,1-1 0 0 0,1-1 1 0 0,30-27-263 0 0,-18 17 124 0 0,0 1-1 0 0,1 1 1 0 0,0 1-1 0 0,1 0 1 0 0,31-13-1 0 0,-44 21 5 0 0,0 0 0 0 0,1 1-1 0 0,-1 0 1 0 0,1 0 0 0 0,-1 0 0 0 0,1 0-1 0 0,-1 1 1 0 0,1 0 0 0 0,0 0 0 0 0,-1 0 0 0 0,1 0-1 0 0,-1 1 1 0 0,1 0 0 0 0,0 0 0 0 0,-1 0 0 0 0,0 0-1 0 0,1 1 1 0 0,-1 0 0 0 0,0-1 0 0 0,0 2-1 0 0,0-1 1 0 0,0 0 0 0 0,0 1 0 0 0,0 0 0 0 0,-1 0-1 0 0,1 0 1 0 0,-1 0 0 0 0,0 0 0 0 0,0 1 0 0 0,3 4-1 0 0,-2-2 10 0 0,-1-1-1 0 0,0 1 0 0 0,-1 0 1 0 0,1-1-1 0 0,-1 1 0 0 0,0 0 1 0 0,0 1-1 0 0,-1-1 0 0 0,0 0 1 0 0,0 0-1 0 0,0 1 0 0 0,-1-1 1 0 0,0 0-1 0 0,0 1 0 0 0,-1-1 1 0 0,1 1-1 0 0,-1-1 0 0 0,-1 0 1 0 0,-3 11-1 0 0,-4 7 7 0 0,-1 0-1 0 0,0 0 1 0 0,-22 32 0 0 0,21-37-23 0 0,-19 21 205 0 0,30-39-144 0 0,-1-3-51 0 0,1 1-1 0 0,0 0 0 0 0,0 0 0 0 0,0 0 0 0 0,1 1 0 0 0,-1-1-1 0 0,0 0 1 0 0,0 0 0 0 0,0 0 0 0 0,1 0 0 0 0,-1 1 0 0 0,0-1 0 0 0,1 0-1 0 0,-1 0 1 0 0,1 1 0 0 0,-1-1 0 0 0,1 0 0 0 0,-1 1 0 0 0,1-1 0 0 0,0 1-1 0 0,0-2 1 0 0,0 1-2 0 0,0-1 1 0 0,1 0 0 0 0,-1 0 0 0 0,0 0-1 0 0,0 1 1 0 0,1-1 0 0 0,-1 1 0 0 0,1-1 0 0 0,0 1 0 0 0,-1-1 0 0 0,1 1 0 0 0,0 0 0 0 0,3-2-1 0 0,-1 1 4 0 0,-2 0-4 0 0,2 1 0 0 0,-1-1 0 0 0,0 1-1 0 0,0 0 1 0 0,0 0 0 0 0,1 0 0 0 0,-1 0 0 0 0,0 1 0 0 0,1-1 0 0 0,-1 1 0 0 0,1 0 0 0 0,-1 0 0 0 0,1 0 0 0 0,-1 0 0 0 0,6 2 0 0 0,-4-2 0 0 0,5 3-4 0 0,0 0 1 0 0,0 0 0 0 0,0 1-1 0 0,0 0 1 0 0,-1 0 0 0 0,1 1-1 0 0,-1 0 1 0 0,0 1 0 0 0,15 13-1 0 0,-15-11 10 0 0,0 0-1 0 0,-1 1 1 0 0,1 0 0 0 0,-2 0-1 0 0,1 1 1 0 0,-1 0-1 0 0,-1 1 1 0 0,6 12 0 0 0,-9-17 79 0 0,-1 1-1 0 0,0-1 1 0 0,0 1 0 0 0,-1-1 0 0 0,0 1 0 0 0,0 0 0 0 0,-1 0 0 0 0,0-1 0 0 0,0 1 0 0 0,-1 0-1 0 0,1 0 1 0 0,-1-1 0 0 0,-1 1 0 0 0,1 0 0 0 0,-1-1 0 0 0,0 1 0 0 0,-1-1 0 0 0,0 0 0 0 0,0 0 0 0 0,0 0-1 0 0,0 0 1 0 0,-8 8 0 0 0,5-6 89 0 0,0-1 1 0 0,0 0-1 0 0,-1-1 0 0 0,0 1 1 0 0,0-1-1 0 0,0-1 0 0 0,-1 1 0 0 0,0-1 1 0 0,0-1-1 0 0,0 1 0 0 0,0-1 0 0 0,-1-1 1 0 0,0 0-1 0 0,0 0 0 0 0,-17 3 0 0 0,16-5-60 0 0,-1-1 0 0 0,1 0-1 0 0,-1-1 1 0 0,1 0 0 0 0,-1-1-1 0 0,1 0 1 0 0,0 0-1 0 0,0-1 1 0 0,0-1 0 0 0,0 0-1 0 0,-18-9 1 0 0,4-1-6832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8:50.6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52 2072 0 0,'-14'-13'17233'0'0,"10"9"-17317"0"0,4 4 189 0 0,-1 0 0 0 0,1 0-1 0 0,0 0 1 0 0,-1 0 0 0 0,1 1-1 0 0,-1-1 1 0 0,1 0 0 0 0,0 0 0 0 0,-1 1-1 0 0,1-1 1 0 0,0 0 0 0 0,-1 1 0 0 0,1-1-1 0 0,0 0 1 0 0,-1 1 0 0 0,1-1-1 0 0,0 0 1 0 0,0 1 0 0 0,0-1 0 0 0,-1 1-1 0 0,1-1 1 0 0,0 1 0 0 0,0-1 0 0 0,0 0-1 0 0,0 1 1 0 0,0 0 0 0 0,-5 18-77 0 0,0 0 0 0 0,2 0 1 0 0,0 1-1 0 0,1-1 0 0 0,2 36 1 0 0,0-52-30 0 0,-1 1 1 0 0,2-1 0 0 0,-1 1 0 0 0,0-1-1 0 0,1 1 1 0 0,-1-1 0 0 0,1 1-1 0 0,0-1 1 0 0,0 1 0 0 0,0-1 0 0 0,1 0-1 0 0,-1 1 1 0 0,1-1 0 0 0,0 0-1 0 0,3 5 1 0 0,5-2 5 0 0,-4-5-7 0 0,-1 0-1 0 0,0 0 0 0 0,1-1 1 0 0,-1 1-1 0 0,0-1 0 0 0,1 0 0 0 0,-1-1 1 0 0,1 1-1 0 0,-1-1 0 0 0,0 0 1 0 0,0-1-1 0 0,1 1 0 0 0,-1-1 0 0 0,0 0 1 0 0,0 0-1 0 0,-1-1 0 0 0,1 1 1 0 0,0-1-1 0 0,5-5 0 0 0,6-3-11 0 0,0-2 0 0 0,-1 0-1 0 0,26-29 1 0 0,-30 30 56 0 0,-2-1-1 0 0,1 0 1 0 0,-2-1 0 0 0,0 0-1 0 0,0 0 1 0 0,-1-1 0 0 0,4-15-1 0 0,-9 25 159 0 0,7-19 513 0 0,-8 22-496 0 0,-2 13-98 0 0,-24 146 414 0 0,-10 57-255 0 0,24-165-1888 0 0,-2-1 1 0 0,-24 61 0 0 0,13-49-1469 0 0,-6 13-4791 0 0,18-44 1547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8:51.0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25 2428 0 0,'-8'-25'22325'0'0,"6"47"-22028"0"0,-1 0 0 0 0,-1 0 0 0 0,-1 0 0 0 0,-1-1 0 0 0,-9 24 0 0 0,-4 13-127 0 0,9-22-508 0 0,-24 94-1524 0 0,24-63-2902 0 0,9-50-181 0 0,2 32-1 0 0,2-30-2500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8:53.6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39 392 0 0,'41'-29'12617'0'0,"-31"21"-8316"0"0,-10 8-4277 0 0,0 0 0 0 0,1 0 1 0 0,-1-1-1 0 0,0 1 0 0 0,0 0 0 0 0,0 0 0 0 0,0 0 0 0 0,1 0 0 0 0,-1 0 0 0 0,0 0 0 0 0,0 0 0 0 0,0 0 1 0 0,0 0-1 0 0,1 0 0 0 0,-1 0 0 0 0,0 0 0 0 0,0 0 0 0 0,0 0 0 0 0,0 0 0 0 0,1 0 0 0 0,-1 0 0 0 0,0 0 1 0 0,0 0-1 0 0,0 0 0 0 0,1 0 0 0 0,-1 0 0 0 0,0 0 0 0 0,0 0 0 0 0,0 0 0 0 0,0 1 0 0 0,0-1 0 0 0,1 0 1 0 0,-1 0-1 0 0,0 0 0 0 0,0 0 0 0 0,0 0 0 0 0,0 0 0 0 0,0 1 0 0 0,0-1 0 0 0,1 0 0 0 0,-1 0 0 0 0,0 0 1 0 0,0 0-1 0 0,0 1 0 0 0,0-1 0 0 0,0 14 629 0 0,-9 27-70 0 0,5-26-332 0 0,-28 170 896 0 0,2-6-2903 0 0,-2-61-9472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8:54.3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1 1288 0 0,'-39'44'16189'0'0,"48"-48"-16230"0"0,0 1 96 0 0,1 0 0 0 0,0 1 0 0 0,0-1 0 0 0,0 2 0 0 0,0 0 0 0 0,15 0 0 0 0,-18 1-49 0 0,-1 0-1 0 0,0 1 0 0 0,0 0 1 0 0,0 0-1 0 0,0 0 0 0 0,0 1 1 0 0,0 0-1 0 0,0 0 0 0 0,0 1 1 0 0,0-1-1 0 0,-1 1 1 0 0,9 6-1 0 0,-12-7-2 0 0,0 0 0 0 0,-1-1 0 0 0,1 1 0 0 0,0 0 0 0 0,-1 0 0 0 0,1 0 0 0 0,-1 0 0 0 0,0 0 0 0 0,0 1 0 0 0,0-1 0 0 0,0 0 0 0 0,0 0 1 0 0,0 1-1 0 0,-1-1 0 0 0,1 1 0 0 0,-1-1 0 0 0,1 0 0 0 0,-1 1 0 0 0,0-1 0 0 0,0 1 0 0 0,0-1 0 0 0,0 1 0 0 0,-1-1 0 0 0,1 1 0 0 0,-1-1 0 0 0,0 3 0 0 0,-3 7 8 0 0,0-1 0 0 0,-1 0 0 0 0,0 0 0 0 0,-7 11-1 0 0,2-5 39 0 0,-14 15 157 0 0,23-30-202 0 0,15-9-25 0 0,-9 6 18 0 0,0-1 0 0 0,0 1 1 0 0,0-1-1 0 0,0 1 0 0 0,0 1 0 0 0,0-1 1 0 0,0 1-1 0 0,1 0 0 0 0,-1 0 0 0 0,0 0 1 0 0,8 2-1 0 0,-4 0 0 0 0,1 1 0 0 0,-1 0 0 0 0,0 0 0 0 0,0 1 0 0 0,-1 0 0 0 0,9 5 0 0 0,-5-1 42 0 0,0 0-1 0 0,0 1 1 0 0,-1 0-1 0 0,0 1 1 0 0,-1 0-1 0 0,0 0 1 0 0,-1 1-1 0 0,13 19 1 0 0,-19-25 125 0 0,0 0 0 0 0,-1 0 1 0 0,1 0-1 0 0,-1 0 0 0 0,0 0 1 0 0,-1 1-1 0 0,1-1 0 0 0,-1 1 0 0 0,0 0 1 0 0,-1-1-1 0 0,1 1 0 0 0,-1 0 1 0 0,0-1-1 0 0,0 1 0 0 0,-2 8 1 0 0,0-7 84 0 0,0 0 0 0 0,0 1-1 0 0,-1-2 1 0 0,0 1 0 0 0,-1 0 0 0 0,1 0 0 0 0,-1-1 0 0 0,0 0 0 0 0,-1 0 0 0 0,-8 10 0 0 0,3-7-16 0 0,1 0-1 0 0,-1-1 1 0 0,-1 0 0 0 0,1-1-1 0 0,-1 0 1 0 0,-1 0-1 0 0,1-2 1 0 0,-1 1-1 0 0,0-1 1 0 0,0-1-1 0 0,0 0 1 0 0,-1-1 0 0 0,-17 3-1 0 0,14-4-311 0 0,0-2 0 0 0,0 1-1 0 0,0-2 1 0 0,0 0 0 0 0,1-1 0 0 0,-27-7-1 0 0,39 9-750 0 0,-8-1-863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8:54.9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61 744 0 0,'-39'-1'7695'0'0,"-13"-6"-1275"0"0,52 7-6376 0 0,-1 0 0 0 0,1 0 0 0 0,-1 0-1 0 0,1 0 1 0 0,-1-1 0 0 0,1 1-1 0 0,-1 0 1 0 0,1 0 0 0 0,0 0 0 0 0,-1-1-1 0 0,1 1 1 0 0,-1 0 0 0 0,1 0 0 0 0,0-1-1 0 0,-1 1 1 0 0,1 0 0 0 0,0-1 0 0 0,-1 1-1 0 0,1-1 1 0 0,0 1 0 0 0,0 0-1 0 0,-1-1 1 0 0,1 1 0 0 0,0-1 0 0 0,0 1-1 0 0,0-1 1 0 0,0 1 0 0 0,0 0 0 0 0,-1-1-1 0 0,1 1 1 0 0,0-1 0 0 0,0 1 0 0 0,0-1-1 0 0,0 1 1 0 0,0-1 0 0 0,0 1-1 0 0,0-1 1 0 0,1 1 0 0 0,-1-1 0 0 0,0 1-1 0 0,0-1 1 0 0,0 1 0 0 0,0 0 0 0 0,1-1-1 0 0,-1 1 1 0 0,0-1 0 0 0,0 1 0 0 0,1 0-1 0 0,-1-1 1 0 0,0 1 0 0 0,1 0-1 0 0,-1-1 1 0 0,0 1 0 0 0,1 0 0 0 0,-1-1-1 0 0,0 1 1 0 0,1 0 0 0 0,0-1 0 0 0,18-15 514 0 0,-14 13-508 0 0,0 1 1 0 0,0 0-1 0 0,0 0 0 0 0,0 1 0 0 0,0-1 0 0 0,0 1 0 0 0,1 0 1 0 0,-1 1-1 0 0,0-1 0 0 0,1 1 0 0 0,-1 0 0 0 0,0 0 0 0 0,1 1 0 0 0,-1-1 1 0 0,9 3-1 0 0,-10-1-44 0 0,-1-1 0 0 0,0 0 0 0 0,1 1 0 0 0,-1-1 0 0 0,0 1 0 0 0,0 0 0 0 0,0 0 0 0 0,0 0 0 0 0,0 1 0 0 0,-1-1 0 0 0,1 0 0 0 0,-1 1 0 0 0,1 0 0 0 0,-1 0 0 0 0,0 0 0 0 0,0 0 0 0 0,0 0 0 0 0,0 0 0 0 0,-1 0 0 0 0,1 1 0 0 0,-1-1 0 0 0,0 0 0 0 0,1 8 0 0 0,0 3 151 0 0,-1-1 0 0 0,-1 1 0 0 0,0 0 0 0 0,-1 0 0 0 0,0 0 0 0 0,-1 0 0 0 0,-1 0 0 0 0,0-1 0 0 0,-1 1 0 0 0,0-1 1 0 0,-8 15-1 0 0,-10 19 1197 0 0,-44 69 0 0 0,62-108-1208 0 0,-32 48 918 0 0,-25 45 295 0 0,61-100-1352 0 0,0-1-1 0 0,0 0 1 0 0,-1 1-1 0 0,1-1 1 0 0,0 0-1 0 0,0 1 1 0 0,0-1 0 0 0,0 0-1 0 0,0 1 1 0 0,0-1-1 0 0,0 0 1 0 0,0 1-1 0 0,0-1 1 0 0,0 0 0 0 0,0 1-1 0 0,1-1 1 0 0,-1 0-1 0 0,0 0 1 0 0,0 1-1 0 0,0-1 1 0 0,0 0 0 0 0,0 1-1 0 0,1-1 1 0 0,-1 0-1 0 0,0 0 1 0 0,0 1-1 0 0,0-1 1 0 0,1 0-1 0 0,-1 0 1 0 0,0 1 0 0 0,1-1-1 0 0,-1 0 1 0 0,0 0-1 0 0,0 0 1 0 0,1 0-1 0 0,-1 1 1 0 0,0-1 0 0 0,1 0-1 0 0,-1 0 1 0 0,0 0-1 0 0,1 0 1 0 0,-1 0-1 0 0,0 0 1 0 0,1 0 0 0 0,-1 0-1 0 0,0 0 1 0 0,1 0-1 0 0,-1 0 1 0 0,1 0-1 0 0,16 0 73 0 0,-17 0-82 0 0,36-5 83 0 0,0-2-1 0 0,68-22 1 0 0,-36 9-25 0 0,410-109 130 0 0,-465 126-431 0 0,13-4 549 0 0,-12 0-4343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8:57.1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116 294 80 0 0,'2'-2'1696'0'0,"0"-1"-1318"0"0,-1 1 51 0 0,1 0 0 0 0,-1 0 0 0 0,0 0 0 0 0,0 0 0 0 0,0-1-1 0 0,0 1 1 0 0,0 0 0 0 0,0 0 0 0 0,0-1 0 0 0,-1 1 0 0 0,1-1 0 0 0,-1 1 0 0 0,0-1 0 0 0,0-2-1 0 0,0 3 15 0 0,0 1-388 0 0,0 1 0 0 0,-1-1 0 0 0,1 1 0 0 0,0-1 0 0 0,0 1 0 0 0,-1-1 0 0 0,1 1 0 0 0,0 0 0 0 0,-1-1 0 0 0,1 1 0 0 0,-1 0 0 0 0,1-1 0 0 0,0 1 0 0 0,-1 0 0 0 0,1-1 0 0 0,-1 1 0 0 0,1 0 0 0 0,-1 0 0 0 0,1-1 0 0 0,-1 1 0 0 0,1 0 0 0 0,-1 0 0 0 0,0 0 0 0 0,-3 2 5 0 0,-1 0 1 0 0,1 0 0 0 0,-1 0 0 0 0,1 1 0 0 0,0 0-1 0 0,0 0 1 0 0,0 0 0 0 0,0 1 0 0 0,1-1 0 0 0,-1 1-1 0 0,1 0 1 0 0,0 0 0 0 0,0 0 0 0 0,0 0 0 0 0,-3 8-1 0 0,-4 5 66 0 0,1 1 0 0 0,-11 33 0 0 0,16-38-82 0 0,0 0-1 0 0,0 1 0 0 0,2 0 1 0 0,-1-1-1 0 0,2 1 0 0 0,0 0 1 0 0,1 25-1 0 0,1-34-16 0 0,-1 0 0 0 0,1-1-1 0 0,0 1 1 0 0,1 0 0 0 0,-1-1 0 0 0,1 1-1 0 0,0-1 1 0 0,0 1 0 0 0,0-1 0 0 0,1 0 0 0 0,-1 0-1 0 0,1 0 1 0 0,0 0 0 0 0,0-1 0 0 0,0 1-1 0 0,1-1 1 0 0,-1 1 0 0 0,1-1 0 0 0,0-1 0 0 0,0 1-1 0 0,0 0 1 0 0,0-1 0 0 0,1 0 0 0 0,-1 0-1 0 0,9 3 1 0 0,-3-2 50 0 0,1-1 0 0 0,0 0 1 0 0,0-1-1 0 0,1 0 0 0 0,-1-1 0 0 0,0 0 0 0 0,0 0 0 0 0,0-2 0 0 0,0 1 0 0 0,0-1 0 0 0,0-1 1 0 0,0 0-1 0 0,-1 0 0 0 0,1-1 0 0 0,-1 0 0 0 0,13-8 0 0 0,-6 2-9 0 0,0 0-1 0 0,-1-1 0 0 0,-1 0 1 0 0,1-1-1 0 0,-2-1 1 0 0,0-1-1 0 0,0 0 0 0 0,16-24 1 0 0,-17 20-63 0 0,-1-2 0 0 0,-1 1 0 0 0,-1-2 0 0 0,-1 1 0 0 0,-1-1 0 0 0,-1-1 0 0 0,7-30 0 0 0,-11 41-11 0 0,-1-1 0 0 0,-1 1 1 0 0,0-1-1 0 0,0 0 0 0 0,-1 1 0 0 0,0-1 0 0 0,-1 1 0 0 0,-1-1 0 0 0,0 0 1 0 0,0 1-1 0 0,-1 0 0 0 0,-1 0 0 0 0,0 0 0 0 0,0 0 0 0 0,-12-20 0 0 0,13 26-7 0 0,0 0-1 0 0,-1 1 1 0 0,0-1-1 0 0,0 1 1 0 0,0-1 0 0 0,-1 1-1 0 0,1 1 1 0 0,-1-1-1 0 0,0 0 1 0 0,0 1-1 0 0,0 0 1 0 0,-1 1-1 0 0,1-1 1 0 0,-1 1-1 0 0,0 0 1 0 0,1 0-1 0 0,-1 0 1 0 0,0 1 0 0 0,0 0-1 0 0,0 0 1 0 0,0 1-1 0 0,0 0 1 0 0,0 0-1 0 0,0 0 1 0 0,0 0-1 0 0,0 1 1 0 0,0 0-1 0 0,0 1 1 0 0,1-1-1 0 0,-1 1 1 0 0,0 0-1 0 0,1 0 1 0 0,-1 1 0 0 0,1 0-1 0 0,-7 4 1 0 0,1 0-299 0 0,1 1 0 0 0,0 0 0 0 0,0 1-1 0 0,0 0 1 0 0,1 0 0 0 0,0 1 0 0 0,-9 15 0 0 0,6-6-1334 0 0,0 1 0 0 0,1 0-1 0 0,-11 30 1 0 0,11-21-991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8:57.4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36 60 0 0,'-67'68'14171'0'0,"65"-67"-13742"0"0,2-1-377 0 0,0 0 0 0 0,0 0 1 0 0,0 0-1 0 0,-1 1 0 0 0,1-1 0 0 0,0 0 1 0 0,0 0-1 0 0,0 0 0 0 0,-1 0 0 0 0,1 0 0 0 0,0 1 1 0 0,0-1-1 0 0,0 0 0 0 0,0 0 0 0 0,0 0 1 0 0,-1 0-1 0 0,1 1 0 0 0,0-1 0 0 0,0 0 0 0 0,0 0 1 0 0,0 0-1 0 0,0 1 0 0 0,0-1 0 0 0,0 0 1 0 0,0 0-1 0 0,0 1 0 0 0,0-1 0 0 0,0 0 0 0 0,0 0 1 0 0,0 0-1 0 0,0 1 0 0 0,0-1 0 0 0,0 0 1 0 0,0 0-1 0 0,0 1 0 0 0,0-1 0 0 0,15-2 36 0 0,-1 0-1 0 0,1-1 1 0 0,-1-1-1 0 0,0 0 1 0 0,21-10-1 0 0,15-4 5 0 0,23-4 97 0 0,3-2-2126 0 0,-25 9-5984 0 0,-39 11 2785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8:57.6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30 684 0 0,'-2'-30'15447'0'0,"-1"55"-13189"0"0,1 38 0 0 0,-1 11-1351 0 0,-29 200-367 0 0,16-157-7543 0 0,14-99 1990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8:58.1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172 89 1228 0 0,'-33'16'11154'0'0,"5"-2"-5886"0"0,27-13-4814 0 0,-17 18 986 0 0,4 5-1203 0 0,1 1 0 0 0,1 0 0 0 0,2 1 0 0 0,0 0 0 0 0,2 1 0 0 0,1 0 0 0 0,1 0-1 0 0,1 1 1 0 0,2 0 0 0 0,-1 40 0 0 0,4-62-225 0 0,1 0 0 0 0,0 1 0 0 0,0-1 1 0 0,0 0-1 0 0,0 0 0 0 0,1 0 0 0 0,0 0 0 0 0,1 0 0 0 0,-1-1 0 0 0,1 1 1 0 0,0 0-1 0 0,0-1 0 0 0,8 9 0 0 0,-8-11-2 0 0,0 0 0 0 0,0 0-1 0 0,1 0 1 0 0,0-1 0 0 0,-1 1-1 0 0,1-1 1 0 0,0 0 0 0 0,0 0 0 0 0,0 0-1 0 0,1 0 1 0 0,-1-1 0 0 0,0 1 0 0 0,0-1-1 0 0,1 0 1 0 0,-1-1 0 0 0,1 1 0 0 0,-1-1-1 0 0,1 0 1 0 0,7-1 0 0 0,2-1-10 0 0,0 0 0 0 0,-1-2 1 0 0,0 0-1 0 0,1 0 0 0 0,-1-1 0 0 0,-1-1 1 0 0,1 0-1 0 0,-1 0 0 0 0,0-1 1 0 0,-1-1-1 0 0,1 0 0 0 0,-2-1 0 0 0,1 0 1 0 0,-1-1-1 0 0,0 0 0 0 0,-1 0 1 0 0,8-12-1 0 0,-4 4-5 0 0,-1 0 0 0 0,-1 0 0 0 0,0-1 1 0 0,-2-1-1 0 0,0 1 0 0 0,-1-2 0 0 0,-1 1 0 0 0,-1-1 0 0 0,0 0 1 0 0,2-27-1 0 0,-7 38 4 0 0,0 0 0 0 0,-1 0 1 0 0,0 0-1 0 0,-1 0 0 0 0,0 0 1 0 0,0 0-1 0 0,-1 0 0 0 0,0 0 1 0 0,-1 1-1 0 0,-6-15 0 0 0,6 18 1 0 0,0 0 0 0 0,-1 0 0 0 0,1 1 1 0 0,-1 0-1 0 0,-1 0 0 0 0,1 0 0 0 0,0 0 0 0 0,-1 0 0 0 0,0 1 0 0 0,0 0 0 0 0,-1 0 0 0 0,1 0 0 0 0,-1 1 0 0 0,0 0 1 0 0,0 0-1 0 0,-12-4 0 0 0,4 3-64 0 0,0 1 1 0 0,-1 0 0 0 0,1 1-1 0 0,-1 1 1 0 0,1 0-1 0 0,-1 1 1 0 0,1 1 0 0 0,-1 0-1 0 0,-17 4 1 0 0,-34 11-5844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0T02:38:59.3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599 299 20171,'0'12'0,"-1"0"0,0 0 0,-1-1 0,0 1 0,0-1 0,-1 1 0,-1-1 0,0 0 0,0 0 0,0 0 0,-2-1 0,1 1 0,-1-1 0,0 0 0,-1-1 0,0 1 0,-1-1 0,0 0 0,0-1 0,0 0 0,-1 0 0,0-1 0,0 0 0,-1 0 0,0 0 0,0-1 0,0-1 0,-1 0 0,0 0 0,0-1 0,0 0 0,0-1 0,0 0 0,-1 0 0,0-1 0,1 0 0,-1-1 0,0-1 0,1 1 0,-1-2 0,0 1 0,0-1 0,1-1 0,-1 0 0,1-1 0,-1 0 0,1 0 0,0-1 0,0 0 0,0-1 0,1 0 0,-1 0 0,1-1 0,0-1 0,1 0 0,-1 0 0,1 0 0,0-1 0,1 0 0,0 0 0,0-1 0,1 0 0,0-1 0,0 1 0,0-1 0,2 0 0,-1-1 0,1 1 0,0-1 0,1 0 0,0 0 0,1 0 0,0-1 0,0 1 0,1-1 0,0 1 0,1-1 0,1 0 0,-1 0 0,2 1 0,-1-1 0,1 0 0,1 1 0,0-1 0,1 0 0,0 1 0,0 0 0,1 0 0,0 0 0,1 0 0,0 0 0,1 1 0,-1 0 0,2 0 0,0 0 0,0 1 0,0 0 0,1 0 0,0 1 0,0 0 0,1 0 0,0 0 0,1 1 0,-1 0 0,1 1 0,0 0 0,1 1 0,-1-1 0,1 2 0,0 0 0,0 0 0,0 0 0,1 1 0,-1 1 0,1 0 0,-1 0 0,1 1 0,0 0 0,0 1 0,-1 0 0,1 1 0,0 0 0,-1 1 0,1 0 0,0 0 0,-1 1 0,0 1 0,0 0 0,0 0 0,0 0 0,0 2 0,-1-1 0,0 1 0,0 0 0,0 1 0,-1 0 0,0 1 0,0 0 0,-1 0 0,0 0 0,0 1 0,0 0 0,-1 0 0,0 1 0,-1 0 0,0 0 0,-1 0 0,1 1 0,-2 0 0,0 0 0,0 0 0,0 0 0,-1 0 0,-1 1 0,0 0 0,0-1 0,-1 1 0,0 0 0,-1-1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9:00.7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13 616 0 0,'0'0'4806'0'0,"3"1"-3709"0"0,10 0 2228 0 0,-13-1-3273 0 0,1 0 1 0 0,-1 0 0 0 0,1 1-1 0 0,-1-1 1 0 0,1 0 0 0 0,-1 0-1 0 0,1 0 1 0 0,-1 1 0 0 0,1-1-1 0 0,-1 0 1 0 0,0 0 0 0 0,1 1-1 0 0,-1-1 1 0 0,1 0 0 0 0,-1 1-1 0 0,0-1 1 0 0,1 0 0 0 0,-1 1-1 0 0,1 0 1 0 0,4 28 1524 0 0,-1 0 0 0 0,0 58-1 0 0,1 11-269 0 0,-3-75-1072 0 0,1-1 1 0 0,1 0 0 0 0,1-1-1 0 0,1 1 1 0 0,18 41 0 0 0,-21-58-166 0 0,-1 0 1 0 0,2 0-1 0 0,-1 0 1 0 0,1 0-1 0 0,0 0 1 0 0,0-1-1 0 0,0 1 1 0 0,0-1-1 0 0,1 0 1 0 0,-1-1-1 0 0,10 6 1 0 0,-10-7 11 0 0,1 0 0 0 0,0 0 1 0 0,0 0-1 0 0,0-1 0 0 0,0 0 0 0 0,0 0 1 0 0,0 0-1 0 0,1-1 0 0 0,-1 0 1 0 0,0 0-1 0 0,0 0 0 0 0,0 0 1 0 0,0-1-1 0 0,1 0 0 0 0,7-2 1 0 0,-4 0 20 0 0,1-1 1 0 0,-1 0 0 0 0,0-1-1 0 0,0 0 1 0 0,0 0 0 0 0,-1-1-1 0 0,0 0 1 0 0,0 0 0 0 0,0-1 0 0 0,-1 0-1 0 0,0-1 1 0 0,-1 1 0 0 0,1-1-1 0 0,-1-1 1 0 0,-1 1 0 0 0,0-1-1 0 0,8-17 1 0 0,-5 9-30 0 0,-1-1 0 0 0,-1 1 0 0 0,-1-1 0 0 0,0-1 0 0 0,-1 1-1 0 0,-1-1 1 0 0,-1 1 0 0 0,0-36 0 0 0,-3 43-50 0 0,0 0 1 0 0,-1 0-1 0 0,0 0 0 0 0,0 1 0 0 0,-1-1 0 0 0,0 1 1 0 0,-1 0-1 0 0,-1 0 0 0 0,1 0 0 0 0,-8-11 0 0 0,10 18-43 0 0,-1-1 0 0 0,1 1 0 0 0,-1 0 0 0 0,0 0 0 0 0,0 0 0 0 0,0 0 0 0 0,0 0 0 0 0,0 1 0 0 0,0-1-1 0 0,-1 1 1 0 0,1 0 0 0 0,-1 0 0 0 0,0 0 0 0 0,0 1 0 0 0,1-1 0 0 0,-1 1 0 0 0,0 0 0 0 0,0 0 0 0 0,0 0-1 0 0,-1 1 1 0 0,1-1 0 0 0,0 1 0 0 0,0 0 0 0 0,0 0 0 0 0,0 0 0 0 0,0 1 0 0 0,0 0 0 0 0,0 0 0 0 0,-5 1-1 0 0,-7 4-346 0 0,1 0-1 0 0,1 1 1 0 0,-1 0-1 0 0,1 1 1 0 0,1 0-1 0 0,0 2 1 0 0,0-1-1 0 0,0 2 1 0 0,1 0-1 0 0,1 0 1 0 0,0 1-1 0 0,1 0 1 0 0,0 1-1 0 0,0 0 1 0 0,-8 17-1 0 0,2 0-1194 0 0,1 0-1 0 0,2 2 0 0 0,1 0 0 0 0,1 0 0 0 0,2 1 0 0 0,-6 38 1 0 0,6-27-1974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9:01.1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49 1584 0 0,'-9'-10'3612'0'0,"6"7"-2430"0"0,-3-2 1183 0 0,4 2-1182 0 0,-1 0-1 0 0,1 0 1 0 0,0 0 0 0 0,0 0-1 0 0,0 0 1 0 0,0-1-1 0 0,-1-5 1 0 0,-2 30 463 0 0,1-7-1212 0 0,-27 129 1287 0 0,-22 131-2766 0 0,52-271 875 0 0,-4 49-2540 0 0,5-49 1946 0 0,0 1 0 0 0,0-1 1 0 0,1 0-1 0 0,-1 1 0 0 0,1-1 0 0 0,0 0 1 0 0,-1 1-1 0 0,1-1 0 0 0,1 0 1 0 0,-1 0-1 0 0,0 0 0 0 0,4 6 0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9:01.9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1399 227 1308 0 0,'-70'-140'13164'0'0,"67"134"-12307"0"0,-4-19 2591 0 0,7 24-3405 0 0,0 0 0 0 0,1 0 0 0 0,-1 0 0 0 0,0 1 1 0 0,0-1-1 0 0,1 0 0 0 0,-1 0 0 0 0,1 0 0 0 0,-1 0 0 0 0,1 1 0 0 0,-1-1 0 0 0,1 0 1 0 0,0 0-1 0 0,-1 1 0 0 0,1-1 0 0 0,0 0 0 0 0,0 1 0 0 0,-1-1 0 0 0,1 1 0 0 0,0-1 0 0 0,0 1 1 0 0,0 0-1 0 0,1-1 0 0 0,11-5 61 0 0,1 1 0 0 0,0 1 0 0 0,1 0 1 0 0,-1 1-1 0 0,1 1 0 0 0,26-1 0 0 0,-13 0-22 0 0,24-2-9 0 0,0 2 1 0 0,-1 2 0 0 0,1 3 0 0 0,0 2 0 0 0,97 20 0 0 0,-141-22-38 0 0,0 0 1 0 0,-1 1-1 0 0,1 0 1 0 0,-1 0 0 0 0,0 1-1 0 0,0 0 1 0 0,0 0-1 0 0,0 0 1 0 0,-1 1-1 0 0,0 0 1 0 0,0 1-1 0 0,0-1 1 0 0,6 8-1 0 0,-6-4 107 0 0,1 1-1 0 0,-1 0 1 0 0,-1 0 0 0 0,0 0-1 0 0,0 1 1 0 0,-1-1-1 0 0,0 1 1 0 0,3 14 0 0 0,-1 12 347 0 0,-2-1 1 0 0,-1 0-1 0 0,-2 1 1 0 0,-6 62 0 0 0,-54 383 1436 0 0,52-442-1764 0 0,-53 338 1019 0 0,-51 407-487 0 0,72-412-479 0 0,-37 502 541 0 0,72-773-572 0 0,-14 233 1204 0 0,-21-4-450 0 0,28-278-939 0 0,-19 63 0 0 0,21-89 0 0 0,-2 0 0 0 0,0-1 0 0 0,-2 0 0 0 0,-16 24 0 0 0,23-42 0 0 0,0 0 0 0 0,0 0 0 0 0,0-1 0 0 0,-1 0 0 0 0,0 0 0 0 0,-1-1 0 0 0,1 0 0 0 0,-1 0 0 0 0,-14 7 0 0 0,9-7 0 0 0,-1 0 0 0 0,1 0 0 0 0,-2-2 0 0 0,1 1 0 0 0,-24 2 0 0 0,-7-2 0 0 0,-1-2 0 0 0,1-3 0 0 0,-49-4 0 0 0,87 3 0 0 0,-458-57 0 0 0,7-39 0 0 0,413 88-1986 0 0,26 6-795 0 0,0-1 0 0 0,0-1-1 0 0,0-1 1 0 0,1 0 0 0 0,-22-11-1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9:03.0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1035 89 332 0 0,'6'-28'16341'0'0,"-7"26"-16234"0"0,0-1-1 0 0,0 1 1 0 0,-1 0 0 0 0,1 0-1 0 0,-1 0 1 0 0,0 0 0 0 0,0 0 0 0 0,1 0-1 0 0,-1 0 1 0 0,0 0 0 0 0,-1 1-1 0 0,1-1 1 0 0,0 1 0 0 0,0 0 0 0 0,-1-1-1 0 0,1 1 1 0 0,0 0 0 0 0,-1 1-1 0 0,1-1 1 0 0,-6-1 0 0 0,-11-3-41 0 0,-28-4 1 0 0,44 8-22 0 0,-32-4-11 0 0,0 2 0 0 0,-1 1 0 0 0,0 2 0 0 0,1 1 0 0 0,0 2-1 0 0,-1 1 1 0 0,-53 14 0 0 0,75-14-26 0 0,0 1 0 0 0,1 0 0 0 0,-1 1-1 0 0,1 0 1 0 0,1 1 0 0 0,-1 1 0 0 0,1 0 0 0 0,0 0-1 0 0,-20 21 1 0 0,17-14 7 0 0,2 0-1 0 0,0 2 1 0 0,1-1-1 0 0,0 2 1 0 0,2 0-1 0 0,-11 23 1 0 0,0 13 49 0 0,2 1 0 0 0,2 1 0 0 0,3 0 0 0 0,-6 61 0 0 0,-23 271 527 0 0,26 3-43 0 0,14-299-479 0 0,-18 726 681 0 0,-19 431 4854 0 0,34-1125-5014 0 0,-29 422 1314 0 0,-48 917 293 0 0,78-1320-2087 0 0,5 317 1 0 0,5-401-102 0 0,2 1 0 0 0,2-1 0 0 0,3-1 0 0 0,3 0 0 0 0,35 91 0 0 0,-39-122-194 0 0,1 0-1 0 0,2 0 1 0 0,1-2 0 0 0,0 0-1 0 0,20 23 1 0 0,-28-40 0 0 0,0 0 1 0 0,0-1-1 0 0,1 0 0 0 0,0 0 1 0 0,0-1-1 0 0,0 0 0 0 0,1 0 1 0 0,0-1-1 0 0,0 0 0 0 0,1-1 1 0 0,-1 0-1 0 0,1-1 1 0 0,0 0-1 0 0,0 0 0 0 0,0-1 1 0 0,0 0-1 0 0,20 1 0 0 0,-9-4-207 0 0,0 0 1 0 0,0-1-1 0 0,0-1 0 0 0,0-2 0 0 0,-1 0 0 0 0,1 0 0 0 0,28-14 1 0 0,-3-2-503 0 0,-1-2 0 0 0,43-30 0 0 0,-6-2-1868 0 0,137-123 0 0 0,51-91-5362 0 0,-161 151 2037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9:03.9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21 316 0 0,'0'0'3055'0'0,"12"-17"3420"0"0,-10 16-6415 0 0,0 0 0 0 0,0 1 0 0 0,0-1 0 0 0,0 1 0 0 0,0-1 0 0 0,0 1 1 0 0,1 0-1 0 0,-1 0 0 0 0,0 0 0 0 0,0 0 0 0 0,0 1 0 0 0,1-1 0 0 0,-1 0 0 0 0,0 1 0 0 0,0 0 0 0 0,0-1 0 0 0,0 1 0 0 0,3 2 0 0 0,-1-1-4 0 0,1 1 0 0 0,-1 0 0 0 0,0 0 0 0 0,0 1 0 0 0,0 0 0 0 0,-1-1 0 0 0,6 8 1 0 0,0 2 50 0 0,0 0 0 0 0,-1 1 0 0 0,-1 0 1 0 0,8 20-1 0 0,-11-22-48 0 0,0 1 1 0 0,-1-1 0 0 0,-1 1-1 0 0,0-1 1 0 0,-1 1 0 0 0,0 0-1 0 0,-1-1 1 0 0,-2 22 0 0 0,0-13 370 0 0,-2-1 0 0 0,-1 1 1 0 0,0-1-1 0 0,-12 29 724 0 0,17-53-1133 0 0,1 1 1 0 0,-1-1-1 0 0,1 1 0 0 0,0-1 1 0 0,0 1-1 0 0,0 0 0 0 0,1-1 1 0 0,1-3-1 0 0,-1 3-7 0 0,31-63-22 0 0,3 2-1 0 0,72-101 1 0 0,-104 158-105 0 0,-12 13 96 0 0,-13 15 2 0 0,9-1 31 0 0,5-9-8 0 0,0 1 1 0 0,0 1 0 0 0,1-1 0 0 0,0 1-1 0 0,-5 17 1 0 0,10-25-1 0 0,0-1 0 0 0,0 0 0 0 0,1 1 0 0 0,0-1 0 0 0,-1 0 0 0 0,1 1 0 0 0,1-1 0 0 0,-1 1 0 0 0,0-1 0 0 0,1 0 0 0 0,-1 1 0 0 0,1-1 0 0 0,0 0 1 0 0,0 0-1 0 0,1 0 0 0 0,-1 1 0 0 0,1-1 0 0 0,-1 0 0 0 0,1-1 0 0 0,0 1 0 0 0,0 0 0 0 0,0 0 0 0 0,1-1 0 0 0,-1 1 0 0 0,0-1 0 0 0,4 2 0 0 0,2 2-78 0 0,0 0 0 0 0,0-1 1 0 0,0-1-1 0 0,1 1 0 0 0,0-1 1 0 0,0-1-1 0 0,0 1 0 0 0,0-2 1 0 0,11 3-1 0 0,-7-3-1368 0 0,0 0 0 0 0,1 0 0 0 0,0-1 0 0 0,-1-1 0 0 0,27-3 0 0 0,-23 0-2538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9:04.1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 2036 0 0,'0'0'1627'0'0,"24"-10"7849"0"0,-23 11-9423 0 0,0 1 0 0 0,0-1 0 0 0,0 0 0 0 0,0 0-1 0 0,-1 0 1 0 0,1 0 0 0 0,0 1 0 0 0,0-1 0 0 0,-1 0-1 0 0,1 1 1 0 0,-1-1 0 0 0,1 0 0 0 0,-1 1 0 0 0,1-1 0 0 0,-1 1-1 0 0,0-1 1 0 0,0 1 0 0 0,0-1 0 0 0,0 1 0 0 0,0 2 0 0 0,-3 39 398 0 0,1-33-384 0 0,-4 123-851 0 0,5-43-3185 0 0,2-46 310 0 0,-1-11-292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9:04.8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69 952 0 0,'-3'-1'1786'0'0,"-29"-14"3533"0"0,31 14-4752 0 0,-2-3 107 0 0,3 4-655 0 0,0 0 0 0 0,-1 0 1 0 0,1 0-1 0 0,0-1 0 0 0,0 1 1 0 0,-1 0-1 0 0,1 0 0 0 0,0-1 0 0 0,0 1 1 0 0,0 0-1 0 0,-1 0 0 0 0,1 0 1 0 0,0-1-1 0 0,0 1 0 0 0,0 0 1 0 0,0-1-1 0 0,0 1 0 0 0,0 0 0 0 0,-1 0 1 0 0,1-1-1 0 0,0 1 0 0 0,0 0 1 0 0,0-1-1 0 0,0 1 0 0 0,0 0 1 0 0,0-1-1 0 0,0 1 0 0 0,0 0 1 0 0,0 0-1 0 0,1-1 0 0 0,-1 1 0 0 0,0 0 1 0 0,0-1-1 0 0,0 1 0 0 0,0 0 1 0 0,0 0-1 0 0,0-1 0 0 0,1 1 1 0 0,-1 0-1 0 0,0 0 0 0 0,0-1 1 0 0,0 1-1 0 0,1 0 0 0 0,-1 0 0 0 0,0 0 1 0 0,0-1-1 0 0,1 1 0 0 0,-1 0 1 0 0,0 0-1 0 0,0 0 0 0 0,1-1 1 0 0,4-1 25 0 0,1 0 1 0 0,-1 0 0 0 0,1 1-1 0 0,-1 0 1 0 0,1 0 0 0 0,-1 0-1 0 0,1 0 1 0 0,0 1 0 0 0,-1 0-1 0 0,1 0 1 0 0,0 1 0 0 0,-1-1-1 0 0,1 1 1 0 0,-1 0 0 0 0,1 1 0 0 0,-1-1-1 0 0,1 1 1 0 0,-1 0 0 0 0,0 1-1 0 0,0-1 1 0 0,8 6 0 0 0,-6-4 10 0 0,0 1 1 0 0,0-1 0 0 0,0 1-1 0 0,-1 1 1 0 0,0-1 0 0 0,0 1-1 0 0,0 0 1 0 0,-1 1 0 0 0,0-1-1 0 0,0 1 1 0 0,0 0-1 0 0,-1 0 1 0 0,0 1 0 0 0,4 11-1 0 0,-6-13 50 0 0,-1 0 0 0 0,0 0-1 0 0,0 0 1 0 0,-1 0 0 0 0,0 0-1 0 0,0 1 1 0 0,0-1-1 0 0,-1 0 1 0 0,-2 12 0 0 0,-2 0 584 0 0,-14 33-1 0 0,7-23 234 0 0,2-11 333 0 0,6-15-723 0 0,4-11-386 0 0,4-4-123 0 0,0 0 0 0 0,1 0 0 0 0,0 0 0 0 0,1 0 0 0 0,1 1 0 0 0,0 0 0 0 0,9-13 0 0 0,67-76-91 0 0,22-11-209 0 0,-104 110 217 0 0,-2 11-18 0 0,0 0 75 0 0,-1-1 0 0 0,-1 1-1 0 0,0-1 1 0 0,0 1 0 0 0,0-1 0 0 0,-8 12 0 0 0,-7 19 53 0 0,16-32-39 0 0,0 0 0 0 0,0 0 1 0 0,0 0-1 0 0,1 0 1 0 0,0 1-1 0 0,0-1 0 0 0,1 0 1 0 0,0 1-1 0 0,0-1 1 0 0,0 0-1 0 0,1 1 0 0 0,4 12 1 0 0,-4-16-155 0 0,1 1-1 0 0,0 0 1 0 0,1 0 0 0 0,-1-1 0 0 0,1 1-1 0 0,0-1 1 0 0,0 0 0 0 0,0 0 0 0 0,1 0 0 0 0,-1-1-1 0 0,1 1 1 0 0,0-1 0 0 0,0 1 0 0 0,0-1 0 0 0,1-1-1 0 0,-1 1 1 0 0,1-1 0 0 0,9 5 0 0 0,-5-4-1203 0 0,1 0 1 0 0,0-1 0 0 0,0 0 0 0 0,0 0 0 0 0,20 0-1 0 0,-11-2-2844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9:05.1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30 2200 0 0,'0'0'2013'0'0,"4"-24"7734"0"0,0 18-8429 0 0,-1 7-1271 0 0,1 1 1 0 0,-1-1-1 0 0,0 1 0 0 0,1-1 1 0 0,-1 1-1 0 0,0 0 0 0 0,0 0 1 0 0,0 1-1 0 0,0-1 1 0 0,-1 1-1 0 0,1-1 0 0 0,-1 1 1 0 0,1 0-1 0 0,-1 0 0 0 0,0 0 1 0 0,0 0-1 0 0,0 0 0 0 0,-1 0 1 0 0,1 1-1 0 0,-1-1 0 0 0,1 1 1 0 0,-1-1-1 0 0,0 1 0 0 0,0 6 1 0 0,0-2 248 0 0,-1-1-1 0 0,0 1 1 0 0,0 0 0 0 0,-1-1 0 0 0,0 1 0 0 0,0-1 0 0 0,-1 1-1 0 0,0-1 1 0 0,0 0 0 0 0,-1 0 0 0 0,-5 10 0 0 0,-54 88 2647 0 0,61-103-2863 0 0,1-2-74 0 0,0 1-1 0 0,1-1 1 0 0,-1 0-1 0 0,0 1 1 0 0,1-1-1 0 0,-1 0 0 0 0,1 0 1 0 0,-1 1-1 0 0,1-1 1 0 0,-1 0-1 0 0,1 0 1 0 0,-1 1-1 0 0,1-1 1 0 0,-1 0-1 0 0,1 0 0 0 0,-1 0 1 0 0,1 0-1 0 0,-1 0 1 0 0,1 0-1 0 0,-1 0 1 0 0,1 0-1 0 0,-1 0 0 0 0,1 0 1 0 0,-1 0-1 0 0,1 0 1 0 0,167-55-1153 0 0,67-18-5916 0 0,-173 59 2090 0 0,0-1-2617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9:05.8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75 1056 0 0,'-18'-19'6716'0'0,"16"18"-6264"0"0,1-1-1 0 0,0 0 1 0 0,0 0 0 0 0,0 0-1 0 0,0 0 1 0 0,0 0 0 0 0,0 0-1 0 0,1 0 1 0 0,-1 0 0 0 0,1 0-1 0 0,-1-3 1 0 0,1 5-382 0 0,0-1 1 0 0,0 1-1 0 0,0-1 0 0 0,0 1 1 0 0,0 0-1 0 0,0-1 0 0 0,1 1 1 0 0,-1-1-1 0 0,0 1 0 0 0,0 0 1 0 0,0-1-1 0 0,0 1 0 0 0,1 0 0 0 0,-1-1 1 0 0,0 1-1 0 0,0 0 0 0 0,1-1 1 0 0,-1 1-1 0 0,0 0 0 0 0,0-1 1 0 0,1 1-1 0 0,-1 0 0 0 0,0 0 1 0 0,1-1-1 0 0,-1 1 0 0 0,1 0 1 0 0,0 0-62 0 0,1-1 0 0 0,-1 1 0 0 0,1 0 1 0 0,-1 0-1 0 0,1 0 0 0 0,-1 0 0 0 0,0 0 1 0 0,1 0-1 0 0,-1 0 0 0 0,1 1 0 0 0,-1-1 0 0 0,2 1 1 0 0,6 2 51 0 0,0 1 0 0 0,0-1 1 0 0,0 2-1 0 0,-1-1 0 0 0,0 1 0 0 0,0 0 1 0 0,0 1-1 0 0,-1 0 0 0 0,1 0 1 0 0,-2 1-1 0 0,1 0 0 0 0,11 14 1 0 0,-14-15 21 0 0,0 1 0 0 0,0 0 0 0 0,0 0 0 0 0,0 0 0 0 0,-1 1 1 0 0,-1-1-1 0 0,1 1 0 0 0,-1-1 0 0 0,0 1 0 0 0,-1 0 1 0 0,0 0-1 0 0,0 0 0 0 0,-1 0 0 0 0,0 0 0 0 0,0 0 0 0 0,-2 9 1 0 0,0-7 109 0 0,0 0 0 0 0,-1 0-1 0 0,-1 0 1 0 0,1-1 0 0 0,-2 1 0 0 0,1-1 0 0 0,-1 0 0 0 0,-1 0 0 0 0,1 0 0 0 0,-2-1 0 0 0,-12 15 0 0 0,18-23-177 0 0,1 1 0 0 0,0-1 0 0 0,-1 0 0 0 0,1 1-1 0 0,0-1 1 0 0,-1 1 0 0 0,1-1 0 0 0,0 0 0 0 0,-1 1 0 0 0,1-1 0 0 0,-1 0-1 0 0,1 0 1 0 0,0 1 0 0 0,-1-1 0 0 0,1 0 0 0 0,-1 0 0 0 0,1 0-1 0 0,-1 1 1 0 0,1-1 0 0 0,-1 0 0 0 0,1 0 0 0 0,-1 0 0 0 0,1 0 0 0 0,-1 0-1 0 0,1 0 1 0 0,-1 0 0 0 0,1 0 0 0 0,-1 0 0 0 0,1 0 0 0 0,-2-1 0 0 0,2 1-7 0 0,-1-1 1 0 0,1 0 0 0 0,-1 1-1 0 0,1-1 1 0 0,-1 0 0 0 0,1 0-1 0 0,0 1 1 0 0,-1-1 0 0 0,1 0 0 0 0,0 0-1 0 0,0 0 1 0 0,0 0 0 0 0,-1 0-1 0 0,1 1 1 0 0,0-3 0 0 0,0-2-6 0 0,0 0 0 0 0,0 1-1 0 0,1-1 1 0 0,-1 0 0 0 0,2-6 0 0 0,6-7 6 0 0,1 0 1 0 0,0 0-1 0 0,1 1 0 0 0,1 0 0 0 0,1 0 0 0 0,19-20 0 0 0,93-84-39 0 0,-101 100 17 0 0,20-16-151 0 0,-42 36 138 0 0,-11 17 7 0 0,4-9 16 0 0,-51 71 58 0 0,51-70-51 0 0,1 1 1 0 0,0 0 0 0 0,1 0-1 0 0,0 1 1 0 0,1-1 0 0 0,0 1-1 0 0,-3 14 1 0 0,5-21-7 0 0,1 1 1 0 0,0-1-1 0 0,0 1 0 0 0,0-1 1 0 0,0 1-1 0 0,1-1 1 0 0,-1 1-1 0 0,1-1 0 0 0,0 1 1 0 0,0-1-1 0 0,0 1 1 0 0,0-1-1 0 0,1 0 0 0 0,-1 0 1 0 0,4 5-1 0 0,-1-3-58 0 0,0-1 0 0 0,-1 0 0 0 0,1 0 1 0 0,1 0-1 0 0,-1 0 0 0 0,1-1 0 0 0,-1 1 0 0 0,1-1 0 0 0,5 2 0 0 0,1 0-716 0 0,0 0-1 0 0,0-1 1 0 0,21 5-1 0 0,-19-6-1740 0 0,1-1 0 0 0,20 1 0 0 0,-5-3-4161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9:06.3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392 20 2672 0 0,'-65'-18'10967'0'0,"63"17"-10411"0"0,-6 1 379 0 0,14 0-99 0 0,16 2-445 0 0,-17 0-375 0 0,0 0 0 0 0,0 0 1 0 0,0 1-1 0 0,0-1 0 0 0,0 1 1 0 0,-1 0-1 0 0,1 1 0 0 0,-1-1 0 0 0,0 1 1 0 0,0 0-1 0 0,0 0 0 0 0,-1 0 0 0 0,1 0 1 0 0,-1 1-1 0 0,3 4 0 0 0,-5-5 17 0 0,1 0 0 0 0,-1-1 0 0 0,0 1-1 0 0,0 0 1 0 0,0 0 0 0 0,0 0 0 0 0,-1 0 0 0 0,0 0 0 0 0,1 0-1 0 0,-1 0 1 0 0,-1 0 0 0 0,1 0 0 0 0,-1 0 0 0 0,1 0-1 0 0,-1 0 1 0 0,0 0 0 0 0,-1-1 0 0 0,1 1 0 0 0,-1 0-1 0 0,0-1 1 0 0,-2 6 0 0 0,-12 15 463 0 0,0-1 1 0 0,-24 25-1 0 0,38-46-451 0 0,1-1-25 0 0,0 0 0 0 0,0 0 0 0 0,1 0 1 0 0,-1 0-1 0 0,0 0 0 0 0,1 0 0 0 0,-1 0 0 0 0,1 0 0 0 0,-1 0 0 0 0,1 0 0 0 0,0 0 0 0 0,-1 1 1 0 0,1 0-1 0 0,0-2-16 0 0,0 1 1 0 0,0-1-1 0 0,0 1 1 0 0,0-1-1 0 0,0 1 0 0 0,0-1 1 0 0,0 1-1 0 0,1-1 1 0 0,-1 0-1 0 0,0 1 1 0 0,0-1-1 0 0,0 1 1 0 0,1-1-1 0 0,-1 0 1 0 0,0 1-1 0 0,1-1 1 0 0,-1 0-1 0 0,0 1 0 0 0,1-1 1 0 0,-1 0-1 0 0,0 1 1 0 0,1-1-1 0 0,-1 0 1 0 0,4 2-2 0 0,-1-1 0 0 0,1 0 0 0 0,0 0 0 0 0,-1 0 0 0 0,1 0 0 0 0,5 0 0 0 0,-4-1 7 0 0,12 3-11 0 0,-1 1 1 0 0,1 0-1 0 0,-1 1 0 0 0,23 10 1 0 0,-30-11 228 0 0,0 0 1 0 0,1 1 0 0 0,-2 1-1 0 0,1-1 1 0 0,-1 1-1 0 0,1 1 1 0 0,-2 0 0 0 0,12 12-1 0 0,-18-17-107 0 0,1-1-1 0 0,-1 1 1 0 0,0 0-1 0 0,0 0 1 0 0,0 0 0 0 0,-1 1-1 0 0,1-1 1 0 0,0 0-1 0 0,-1 0 1 0 0,1 0-1 0 0,-1 1 1 0 0,0-1-1 0 0,0 0 1 0 0,0 0-1 0 0,0 1 1 0 0,0-1 0 0 0,0 0-1 0 0,0 0 1 0 0,-1 1-1 0 0,1-1 1 0 0,-1 0-1 0 0,0 0 1 0 0,0 0-1 0 0,0 0 1 0 0,0 0-1 0 0,0 0 1 0 0,0 0 0 0 0,0 0-1 0 0,-1 0 1 0 0,1-1-1 0 0,0 1 1 0 0,-4 2-1 0 0,0 2 13 0 0,-1 0 1 0 0,0-1-1 0 0,-1 0 0 0 0,1 0 0 0 0,-1 0 0 0 0,0-1 0 0 0,0 0 1 0 0,-8 3-1 0 0,-14 3-279 0 0,0-1 0 0 0,0-2 0 0 0,-1 0 0 0 0,0-2 0 0 0,-49 2 0 0 0,41-7-2087 0 0,-42-4-1 0 0,46 0-2836 0 0,-43-10 0 0 0,45 5-3567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9:07.0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78 1464 0 0,'-13'-62'8718'0'0,"12"61"-8310"0"0,2-3-68 0 0,-1 4-317 0 0,0-1-1 0 0,0 1 1 0 0,0-1 0 0 0,0 1-1 0 0,0 0 1 0 0,0-1-1 0 0,0 1 1 0 0,0-1 0 0 0,1 1-1 0 0,-1 0 1 0 0,0-1 0 0 0,0 1-1 0 0,0-1 1 0 0,0 1-1 0 0,1 0 1 0 0,-1-1 0 0 0,0 1-1 0 0,0 0 1 0 0,1-1 0 0 0,-1 1-1 0 0,0 0 1 0 0,1-1-1 0 0,-1 1 1 0 0,0 0 0 0 0,1 0-1 0 0,-1-1 1 0 0,0 1 0 0 0,1 0-1 0 0,-1 0 1 0 0,1 0-1 0 0,-1 0 1 0 0,0 0 0 0 0,1-1-1 0 0,-1 1 1 0 0,1 0 0 0 0,-1 0-1 0 0,1 0 1 0 0,-1 0 0 0 0,0 0-1 0 0,1 0 1 0 0,-1 0-1 0 0,1 0 1 0 0,-1 0 0 0 0,1 1-1 0 0,-1-1 1 0 0,0 0 0 0 0,1 0-1 0 0,-1 0 1 0 0,0 0-1 0 0,1 1 1 0 0,-1-1 0 0 0,1 0-1 0 0,-1 0 1 0 0,0 1 0 0 0,1-1-1 0 0,-1 1 1 0 0,5 2 53 0 0,0 0-1 0 0,-1 0 1 0 0,1 0 0 0 0,-1 1 0 0 0,0 0-1 0 0,0 0 1 0 0,0 0 0 0 0,-1 0-1 0 0,0 1 1 0 0,1-1 0 0 0,-2 1 0 0 0,1 0-1 0 0,0 0 1 0 0,-1 0 0 0 0,0 0 0 0 0,0 0-1 0 0,-1 1 1 0 0,3 9 0 0 0,-1 0 84 0 0,-1-1 1 0 0,-1 1-1 0 0,0-1 0 0 0,0 1 1 0 0,-2-1-1 0 0,-2 20 0 0 0,-4 1 369 0 0,-2-1 0 0 0,-2 0-1 0 0,-1-1 1 0 0,-1-1-1 0 0,-20 35 1 0 0,32-66-295 0 0,8-24-47 0 0,11-14-138 0 0,1 1-1 0 0,37-53 0 0 0,57-61-21 0 0,-91 125-24 0 0,-12 14-17 0 0,1-1-1 0 0,14-25 1 0 0,-24 36-5 0 0,0 1 19 0 0,-1 1 1 0 0,1-1-1 0 0,-1 0 0 0 0,1 1 1 0 0,-1-1-1 0 0,1 1 0 0 0,-1-1 0 0 0,0 1 1 0 0,1-1-1 0 0,-1 1 0 0 0,0-1 1 0 0,1 1-1 0 0,-1-1 0 0 0,0 1 1 0 0,1-1-1 0 0,-1 1 0 0 0,0-1 0 0 0,0 1 1 0 0,0 0-1 0 0,0-1 0 0 0,0 1 1 0 0,0 0-1 0 0,1-1 0 0 0,-2 1 0 0 0,1-1 1 0 0,0 1-1 0 0,0 1 0 0 0,-1 18 27 0 0,-4 17 87 0 0,2 1 0 0 0,1-1 0 0 0,4 51 0 0 0,-1-77-103 0 0,0 0 0 0 0,1 0 0 0 0,0 1-1 0 0,1-1 1 0 0,0 0 0 0 0,1-1 0 0 0,0 1 0 0 0,0-1-1 0 0,1 1 1 0 0,1-1 0 0 0,0-1 0 0 0,0 1 0 0 0,1-1-1 0 0,0 0 1 0 0,12 11 0 0 0,-13-16-196 0 0,0 1 0 0 0,0-1 0 0 0,1 0 0 0 0,-1-1 0 0 0,1 1-1 0 0,0-1 1 0 0,0-1 0 0 0,0 1 0 0 0,14 2 0 0 0,-7-3-1547 0 0,0 0 0 0 0,-1-1 0 0 0,1-1 0 0 0,21-1-1 0 0,-5-4-4502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9:07.6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28 1408 0 0,'8'-28'14163'0'0,"-13"41"-13216"0"0,1 1 0 0 0,0 0-1 0 0,-3 21 1 0 0,5-21-863 0 0,1 1-1 0 0,1-1 1 0 0,0 1 0 0 0,0-1 0 0 0,1 0 0 0 0,1 1-1 0 0,1-1 1 0 0,0 0 0 0 0,1 0 0 0 0,0 0-1 0 0,8 16 1 0 0,-11-28-72 0 0,0 0 1 0 0,0 0-1 0 0,0 0 0 0 0,0 0 0 0 0,0 0 0 0 0,1-1 1 0 0,-1 1-1 0 0,1 0 0 0 0,-1-1 0 0 0,1 1 0 0 0,0-1 1 0 0,-1 0-1 0 0,1 1 0 0 0,0-1 0 0 0,0 0 0 0 0,0 0 1 0 0,0 0-1 0 0,0 0 0 0 0,0-1 0 0 0,3 2 0 0 0,-2-2-2 0 0,1 0 0 0 0,-1 0 0 0 0,0 0-1 0 0,0 0 1 0 0,1-1 0 0 0,-1 1 0 0 0,0-1 0 0 0,0 0-1 0 0,0 0 1 0 0,0 0 0 0 0,0 0 0 0 0,4-3 0 0 0,3-1 5 0 0,0-2 1 0 0,-1 1-1 0 0,0-1 1 0 0,0-1-1 0 0,0 0 1 0 0,11-14-1 0 0,17-31 1477 0 0,-9-2 3432 0 0,-27 54-4484 0 0,15-26 4599 0 0,-15 37-5018 0 0,-3 10-25 0 0,-54 189-3469 0 0,-6 31-2119 0 0,56-195-4695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9:09.2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858 151 1624 0 0,'-24'-16'4193'0'0,"1"-2"-1"0"0,-32-32 1 0 0,54 49-3895 0 0,1 0-270 0 0,0 1 0 0 0,-1-1 0 0 0,1 1 1 0 0,0-1-1 0 0,0 1 0 0 0,0-1 0 0 0,0 1 0 0 0,0-1 0 0 0,0 0 1 0 0,0 1-1 0 0,0-1 0 0 0,0 1 0 0 0,0-1 0 0 0,0 1 0 0 0,0-1 1 0 0,0 1-1 0 0,0-1 0 0 0,0 1 0 0 0,0-1 0 0 0,1 1 0 0 0,-1-1 1 0 0,0 1-1 0 0,0-1 0 0 0,1 0 0 0 0,8-3 11 0 0,1 0-1 0 0,-1 1 1 0 0,1 0-1 0 0,0 1 1 0 0,0-1-1 0 0,0 2 1 0 0,18-1 0 0 0,-11 0-23 0 0,368-26 19 0 0,-383 28-15 0 0,1 1 1 0 0,-1-1-1 0 0,0 1 0 0 0,0-1 1 0 0,1 1-1 0 0,-1 0 0 0 0,0 0 1 0 0,0 0-1 0 0,0 0 0 0 0,0 0 1 0 0,0 0-1 0 0,0 1 0 0 0,0-1 1 0 0,-1 1-1 0 0,1-1 0 0 0,0 1 1 0 0,-1 0-1 0 0,1-1 0 0 0,-1 1 1 0 0,0 0-1 0 0,1 0 0 0 0,-1 0 1 0 0,0 0-1 0 0,0 0 0 0 0,0 1 1 0 0,0 3-1 0 0,3 5 226 0 0,-1 0 1 0 0,0 1-1 0 0,1 19 0 0 0,-3-30-224 0 0,8 293 2228 0 0,-8-117-1382 0 0,5 835 1138 0 0,-34 1-1865 0 0,17-659-44 0 0,-103 1336 3803 0 0,20-868-424 0 0,47-535-1891 0 0,34-214-1116 0 0,-13 49 386 0 0,24-107-855 0 0,-1-3 0 0 0,1-1 0 0 0,-2 0 0 0 0,3-1 0 0 0,-3 0 0 0 0,-1-3 0 0 0,-3-2 0 0 0,-3 2 0 0 0,4-3 0 0 0,1 0 0 0 0,-1-1 0 0 0,0 0 0 0 0,-1 0 0 0 0,1-1 0 0 0,0 0 0 0 0,-14 2 0 0 0,0 0 0 0 0,-53 12-1620 0 0,-137 12 0 0 0,-78-16-3318 0 0,240-11 4440 0 0,26 0-498 0 0,-75 0-3755 0 0,31-1-2001 0 0,11-2-2436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9:09.7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244 84 200 0 0,'-97'-28'7803'0'0,"-21"-4"-1919"0"0,93 26-4984 0 0,22 2-485 0 0,11-1-310 0 0,5 2-247 0 0,0 1 0 0 0,0 1 1 0 0,1-1-1 0 0,-1 2 1 0 0,25 2-1 0 0,-19-1-462 0 0,34 3-2008 0 0,-19 2-2132 0 0,-19-3 651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9:09.9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7 1940 0 0,'-24'21'4120'0'0,"18"-17"-3420"0"0,1 1 0 0 0,0-1-1 0 0,0 1 1 0 0,0 0 0 0 0,1 0 0 0 0,-5 7-1 0 0,9-12-685 0 0,0 0-1 0 0,0 1 1 0 0,1-1-1 0 0,-1 1 1 0 0,0-1-1 0 0,0 0 0 0 0,0 1 1 0 0,0-1-1 0 0,1 0 1 0 0,-1 1-1 0 0,0-1 1 0 0,0 0-1 0 0,1 1 1 0 0,-1-1-1 0 0,0 0 1 0 0,1 0-1 0 0,-1 1 0 0 0,0-1 1 0 0,1 0-1 0 0,-1 0 1 0 0,0 1-1 0 0,1-1 1 0 0,-1 0-1 0 0,0 0 1 0 0,1 0-1 0 0,-1 0 1 0 0,0 0-1 0 0,1 0 0 0 0,-1 0 1 0 0,1 0-1 0 0,-1 1 1 0 0,1-1-1 0 0,-1 0 1 0 0,0-1-1 0 0,1 1 1 0 0,-1 0-1 0 0,1 0 0 0 0,-1 0 1 0 0,1 0-1 0 0,17 1 85 0 0,-18-1-96 0 0,36-4-774 0 0,0-2-1 0 0,0-1 1 0 0,65-22-1 0 0,-70 19-1096 0 0,29-10-2364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9:10.8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861 107 1420 0 0,'6'-21'3311'0'0,"-4"16"-2032"0"0,0-1 0 0 0,-1 1 0 0 0,0-1 0 0 0,1-11 0 0 0,-2 15-667 0 0,-12-18 1018 0 0,9 17-1558 0 0,0 1 0 0 0,0 0 0 0 0,0 0 0 0 0,0 1 0 0 0,0-1 0 0 0,-1 1 0 0 0,1-1 0 0 0,-1 1 0 0 0,1 0 0 0 0,-6 0 0 0 0,-35-5 213 0 0,42 6-274 0 0,-30-1 30 0 0,1 2 1 0 0,-1 1-1 0 0,0 1 0 0 0,1 2 1 0 0,0 1-1 0 0,0 2 0 0 0,0 0 1 0 0,1 3-1 0 0,0 0 0 0 0,1 2 1 0 0,1 1-1 0 0,0 1 0 0 0,-47 35 1 0 0,59-37-31 0 0,0 1-1 0 0,2 0 1 0 0,0 1 0 0 0,0 1 0 0 0,2 1 0 0 0,0-1-1 0 0,1 2 1 0 0,0 0 0 0 0,2 0 0 0 0,0 1 0 0 0,-8 24 0 0 0,6-6 43 0 0,1 0 0 0 0,3 0 0 0 0,0 1 0 0 0,3 0 0 0 0,0 45 0 0 0,14 318 656 0 0,-1 28 27 0 0,-82 402 2197 0 0,20 100 1449 0 0,53-771-3548 0 0,4 469 1867 0 0,-1-528-2339 0 0,3-1 1 0 0,5 0-1 0 0,31 126 0 0 0,31 122 397 0 0,-51-231-327 0 0,-19-99-363 0 0,0-1 0 0 0,2 0 0 0 0,0-1 0 0 0,8 19 0 0 0,-10-31-64 0 0,-1 1 0 0 0,1-1 0 0 0,-1 1 1 0 0,1-1-1 0 0,0 0 0 0 0,1 0 1 0 0,-1 0-1 0 0,1-1 0 0 0,0 1 0 0 0,-1-1 1 0 0,2 0-1 0 0,-1 0 0 0 0,0 0 0 0 0,1 0 1 0 0,-1-1-1 0 0,1 0 0 0 0,-1 0 1 0 0,9 2-1 0 0,2-1-222 0 0,0-1 1 0 0,0 0-1 0 0,0-1 1 0 0,1 0-1 0 0,-1-2 1 0 0,29-3-1 0 0,-1-4-1018 0 0,50-15 0 0 0,-21 0-2057 0 0,136-65-1 0 0,-31-7-5203 0 0,-59 26-951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9:12.6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29 816 0 0,'0'0'8394'0'0,"23"-20"-4860"0"0,-19 18-3522 0 0,0 1 1 0 0,-1 0-1 0 0,1 0 1 0 0,0 0-1 0 0,0 0 1 0 0,0 0-1 0 0,0 1 0 0 0,0-1 1 0 0,0 1-1 0 0,0 0 1 0 0,0 1-1 0 0,0-1 1 0 0,0 1-1 0 0,-1-1 1 0 0,1 1-1 0 0,0 0 1 0 0,0 1-1 0 0,0-1 0 0 0,-1 0 1 0 0,1 1-1 0 0,-1 0 1 0 0,1 0-1 0 0,-1 0 1 0 0,0 1-1 0 0,0-1 1 0 0,1 1-1 0 0,-2-1 0 0 0,1 1 1 0 0,0 0-1 0 0,-1 0 1 0 0,1 1-1 0 0,-1-1 1 0 0,3 6-1 0 0,-2-3 1 0 0,-1-1-1 0 0,-1 0 1 0 0,1 0 0 0 0,-1 1-1 0 0,0-1 1 0 0,0 1-1 0 0,0-1 1 0 0,-1 1-1 0 0,0 0 1 0 0,0-1 0 0 0,0 1-1 0 0,-1-1 1 0 0,0 1-1 0 0,-2 7 1 0 0,-2 3 44 0 0,-1-1 0 0 0,-1 1 0 0 0,-12 19-1 0 0,3-4 162 0 0,16-31-204 0 0,0 0 1 0 0,0 1 0 0 0,0-1-1 0 0,0 0 1 0 0,-1 0 0 0 0,1 1-1 0 0,0-1 1 0 0,0 0 0 0 0,0 0 0 0 0,0 1-1 0 0,0-1 1 0 0,0 0 0 0 0,0 0-1 0 0,0 1 1 0 0,0-1 0 0 0,0 0-1 0 0,0 0 1 0 0,0 1 0 0 0,0-1-1 0 0,0 0 1 0 0,0 0 0 0 0,0 1 0 0 0,0-1-1 0 0,1 0 1 0 0,-1 0 0 0 0,0 1-1 0 0,0-1 1 0 0,0 0 0 0 0,0 0-1 0 0,0 1 1 0 0,1-1 0 0 0,-1 0-1 0 0,0 0 1 0 0,0 0 0 0 0,0 1 0 0 0,1-1-1 0 0,-1 0 1 0 0,0 0 0 0 0,0 0-1 0 0,1 0 1 0 0,-1 0 0 0 0,0 0-1 0 0,0 0 1 0 0,1 1 0 0 0,-1-1-1 0 0,0 0 1 0 0,0 0 0 0 0,1 0 0 0 0,-1 0-1 0 0,0 0 1 0 0,0 0 0 0 0,1 0-1 0 0,-1 0 1 0 0,0 0 0 0 0,0 0-1 0 0,1 0 1 0 0,-1-1 0 0 0,0 1-1 0 0,1 0 1 0 0,-1 0 0 0 0,0 0 0 0 0,0 0-1 0 0,1 0 1 0 0,1-1-134 0 0,1 1 139 0 0,24 0-29 0 0,-21 1 8 0 0,0 1 0 0 0,0 0 0 0 0,0 0 0 0 0,0 0 0 0 0,0 1 0 0 0,0 0 0 0 0,-1 0 0 0 0,1 0 0 0 0,-1 1 0 0 0,7 6-1 0 0,-2-2 8 0 0,-1 1-1 0 0,0 0 1 0 0,0 1-1 0 0,7 11 1 0 0,-14-18 36 0 0,0 0-1 0 0,0 0 1 0 0,0 1 0 0 0,0-1 0 0 0,0 1 0 0 0,-1-1 0 0 0,0 1 0 0 0,0 0 0 0 0,0-1-1 0 0,0 1 1 0 0,0 4 0 0 0,-1-6 21 0 0,0 1 0 0 0,0-1 0 0 0,-1 0 0 0 0,1 1 0 0 0,0-1 0 0 0,-1 0-1 0 0,0 0 1 0 0,0 1 0 0 0,0-1 0 0 0,0 0 0 0 0,0 0 0 0 0,0 0 0 0 0,0 0 0 0 0,-1 0 0 0 0,1 0 0 0 0,0-1 0 0 0,-1 1-1 0 0,0 0 1 0 0,1-1 0 0 0,-3 2 0 0 0,-2 2 115 0 0,0-1 0 0 0,0 0 0 0 0,-1 0 0 0 0,1-1 0 0 0,-1 1 0 0 0,0-2 0 0 0,0 1 0 0 0,0-1 0 0 0,0 0 0 0 0,0 0 0 0 0,0-1 0 0 0,0 0-1 0 0,-1 0 1 0 0,-10 0 0 0 0,7-2-104 0 0,0 0-1 0 0,0-1 0 0 0,0 0 1 0 0,0-1-1 0 0,0 0 0 0 0,1 0 1 0 0,-1-1-1 0 0,1-1 0 0 0,-11-6 0 0 0,-3-5-1509 0 0,7 4-3187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9:13.2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310 80 656 0 0,'6'-20'5364'0'0,"4"-30"752"0"0,-10 49-6089 0 0,0 1 1 0 0,0 0-1 0 0,0-1 1 0 0,0 1-1 0 0,0-1 0 0 0,0 1 1 0 0,0 0-1 0 0,-1-1 1 0 0,1 1-1 0 0,0 0 1 0 0,0-1-1 0 0,0 1 0 0 0,0 0 1 0 0,0-1-1 0 0,-1 1 1 0 0,1 0-1 0 0,0-1 1 0 0,0 1-1 0 0,0 0 1 0 0,-1-1-1 0 0,1 1 0 0 0,0 0 1 0 0,0 0-1 0 0,-1 0 1 0 0,1-1-1 0 0,0 1 1 0 0,-1 0-1 0 0,1 0 1 0 0,0 0-1 0 0,-1-1 0 0 0,0 1 1 0 0,-5 3 12 0 0,0 0 1 0 0,0 0-1 0 0,0 0 0 0 0,1 1 1 0 0,-1 0-1 0 0,1 0 0 0 0,0 1 1 0 0,0-1-1 0 0,-6 8 0 0 0,-42 54 46 0 0,46-57-65 0 0,-18 25 10 0 0,2 1 0 0 0,-20 40 0 0 0,34-56-14 0 0,0-1 0 0 0,2 1 0 0 0,0 0 0 0 0,2 1 1 0 0,0-1-1 0 0,-3 30 0 0 0,7-44 2 0 0,1 1 0 0 0,0 0 0 0 0,1 0 0 0 0,0-1 0 0 0,0 1 0 0 0,0-1 0 0 0,0 1 1 0 0,1-1-1 0 0,0 1 0 0 0,0-1 0 0 0,0 0 0 0 0,1 0 0 0 0,0 0 0 0 0,0 0 0 0 0,0-1 0 0 0,0 1 1 0 0,1-1-1 0 0,0 1 0 0 0,0-1 0 0 0,0-1 0 0 0,8 7 0 0 0,-7-7 127 0 0,-1 0-1 0 0,1 0 1 0 0,0 0-1 0 0,0-1 1 0 0,0 0-1 0 0,0 0 1 0 0,0 0-1 0 0,0 0 1 0 0,1-1-1 0 0,-1 0 1 0 0,0 0-1 0 0,1 0 1 0 0,-1-1 0 0 0,1 0-1 0 0,-1 0 1 0 0,1 0-1 0 0,-1-1 1 0 0,1 0-1 0 0,-1 0 1 0 0,1 0-1 0 0,-1 0 1 0 0,7-4-1 0 0,-7 2 39 0 0,-1 0-1 0 0,1 0 1 0 0,-1 0-1 0 0,0 0 1 0 0,-1-1-1 0 0,1 1 1 0 0,-1-1-1 0 0,1 0 1 0 0,-1 0-1 0 0,0-1 0 0 0,0 1 1 0 0,-1-1-1 0 0,1 1 1 0 0,-1-1-1 0 0,1-5 1 0 0,-2 8-164 0 0,0 0 0 0 0,-1-1 0 0 0,1 1 0 0 0,-1 0 1 0 0,0-1-1 0 0,0 1 0 0 0,0 0 0 0 0,0-1 0 0 0,0 1 0 0 0,0 0 0 0 0,-1-1 1 0 0,1 1-1 0 0,-1 0 0 0 0,0 0 0 0 0,1-1 0 0 0,-1 1 0 0 0,0 0 0 0 0,0 0 0 0 0,0 0 1 0 0,-1 0-1 0 0,1 0 0 0 0,0 0 0 0 0,-1 0 0 0 0,0 1 0 0 0,1-1 0 0 0,-1 0 1 0 0,0 1-1 0 0,0-1 0 0 0,0 1 0 0 0,0 0 0 0 0,0 0 0 0 0,0 0 0 0 0,0 0 1 0 0,0 0-1 0 0,0 0 0 0 0,0 0 0 0 0,-1 1 0 0 0,1-1 0 0 0,0 1 0 0 0,-4-1 1 0 0,-5 0-375 0 0,1 0 0 0 0,-1 1 1 0 0,0 0-1 0 0,0 1 1 0 0,1 0-1 0 0,-1 1 1 0 0,-15 4-1 0 0,17-3-220 0 0,0 0-1 0 0,0 1 1 0 0,1 0-1 0 0,-1 1 1 0 0,1 0-1 0 0,0 0 1 0 0,0 1 0 0 0,-6 6-1 0 0,-31 34-5838 0 0,28-26 1963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9:13.9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89 696 0 0,'-5'-2'2026'0'0,"2"1"-1313"0"0,-1 0 0 0 0,0 0 0 0 0,1-1 0 0 0,-1 1 0 0 0,0-1 0 0 0,1 0 0 0 0,0 0 0 0 0,-1 0 0 0 0,1-1 0 0 0,-3-2 0 0 0,5 4-671 0 0,1 1 1 0 0,0-1-1 0 0,-1 1 0 0 0,1-1 0 0 0,0 1 1 0 0,0-1-1 0 0,0 1 0 0 0,-1-1 0 0 0,1 1 1 0 0,0-1-1 0 0,0 0 0 0 0,0 1 0 0 0,0-1 1 0 0,0 1-1 0 0,0-1 0 0 0,0 1 1 0 0,0-1-1 0 0,0 1 0 0 0,0-1 0 0 0,0 0 1 0 0,0 1-1 0 0,0-1 0 0 0,1 1 0 0 0,-1-1 1 0 0,0 1-1 0 0,0-1 0 0 0,1 1 1 0 0,-1-1-1 0 0,0 1 0 0 0,1-1 0 0 0,-1 1 1 0 0,0 0-1 0 0,2-1 0 0 0,11-12 364 0 0,-4 8-372 0 0,-1 0-1 0 0,1 1 0 0 0,0 0 1 0 0,0 1-1 0 0,0 0 0 0 0,0 0 0 0 0,0 1 1 0 0,1 0-1 0 0,-1 1 0 0 0,1 0 0 0 0,0 0 1 0 0,-1 1-1 0 0,1 0 0 0 0,-1 1 1 0 0,1 0-1 0 0,0 1 0 0 0,-1 0 0 0 0,0 0 1 0 0,18 7-1 0 0,-24-7-36 0 0,0-1 1 0 0,0 0-1 0 0,0 1 1 0 0,-1 0-1 0 0,1-1 0 0 0,0 1 1 0 0,-1 0-1 0 0,0 0 1 0 0,1 1-1 0 0,-1-1 1 0 0,0 0-1 0 0,0 1 1 0 0,0 0-1 0 0,-1-1 0 0 0,1 1 1 0 0,0 0-1 0 0,0 3 1 0 0,0-1 44 0 0,-1 0 0 0 0,0 0 0 0 0,0-1 0 0 0,-1 1 0 0 0,1 0 0 0 0,-1 0 0 0 0,0 0 0 0 0,0 0 0 0 0,-1 0 0 0 0,-1 5 0 0 0,-2 8 374 0 0,-1-1-1 0 0,-1 0 1 0 0,0 0 0 0 0,-17 29 0 0 0,15-31 8 0 0,5-8-44 0 0,0-1 0 0 0,-1 1 0 0 0,0-1 0 0 0,-10 12 1 0 0,11-13 48 0 0,0-1 0 0 0,0 1-1 0 0,0 0 1 0 0,-3 9 0 0 0,2-4 178 0 0,3-9-255 0 0,35-4-187 0 0,-27 2-168 0 0,0 0-1 0 0,0 1 1 0 0,0-1 0 0 0,0 1 0 0 0,0 0 0 0 0,0 1 0 0 0,0 0 0 0 0,7 2 0 0 0,2 2 3 0 0,-1 1 1 0 0,0 1-1 0 0,0 0 0 0 0,0 1 1 0 0,-1 0-1 0 0,-1 1 0 0 0,1 1 1 0 0,-1 0-1 0 0,-1 1 0 0 0,0 0 1 0 0,-1 1-1 0 0,0 0 0 0 0,0 1 1 0 0,-2 0-1 0 0,1 1 0 0 0,-2 0 1 0 0,10 20-1 0 0,-16-28 82 0 0,0-1 1 0 0,0 1-1 0 0,-1 0 1 0 0,1 0-1 0 0,-1-1 1 0 0,-1 1-1 0 0,1 0 0 0 0,-1 0 1 0 0,0 0-1 0 0,0 0 1 0 0,0 0-1 0 0,-1 0 1 0 0,0 0-1 0 0,-1 0 0 0 0,1 0 1 0 0,-1 0-1 0 0,0-1 1 0 0,0 1-1 0 0,-1-1 1 0 0,0 1-1 0 0,0-1 0 0 0,0 0 1 0 0,0 0-1 0 0,-1-1 1 0 0,0 1-1 0 0,0 0 1 0 0,0-1-1 0 0,0 0 0 0 0,-9 6 1 0 0,4-4 40 0 0,0 0 0 0 0,0-1-1 0 0,-1 0 1 0 0,0 0 0 0 0,0-1 0 0 0,0 0 0 0 0,-1-1-1 0 0,1 0 1 0 0,-1-1 0 0 0,1 0 0 0 0,-1-1-1 0 0,0 0 1 0 0,0 0 0 0 0,0-1 0 0 0,-16-2 0 0 0,15 0-372 0 0,0 0-1 0 0,1-1 1 0 0,0 0 0 0 0,-1-1 0 0 0,1-1 0 0 0,1 1 0 0 0,-15-9 0 0 0,20 10-319 0 0,0-1 1 0 0,1 1-1 0 0,-1-1 0 0 0,1 0 1 0 0,0 0-1 0 0,0-1 1 0 0,-4-5-1 0 0,6 7-304 0 0,-1-1-1 0 0,1 0 0 0 0,0 0 1 0 0,0 0-1 0 0,1-1 0 0 0,-1 1 1 0 0,1 0-1 0 0,0-1 0 0 0,0 1 1 0 0,0-6-1 0 0,1-16-6168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9:15.0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719 26 2080 0 0,'-10'-4'10542'0'0,"9"4"-10504"0"0,1 0 0 0 0,0 0 0 0 0,0 0 0 0 0,0 0 0 0 0,0 0-1 0 0,0 0 1 0 0,0 0 0 0 0,0 1 0 0 0,-1-1 0 0 0,1 0-1 0 0,0 0 1 0 0,0 0 0 0 0,0 0 0 0 0,0 0 0 0 0,0 0 0 0 0,0 0-1 0 0,0 0 1 0 0,-1-1 0 0 0,1 1 0 0 0,0 0 0 0 0,0 0-1 0 0,0 0 1 0 0,0 0 0 0 0,-1 0 340 0 0,1 0-340 0 0,0-1 0 0 0,0 1 0 0 0,0 0 0 0 0,0 0-1 0 0,0 0 1 0 0,0 0 0 0 0,0 0 0 0 0,0 0 0 0 0,0 0-1 0 0,0 0 1 0 0,0-1 0 0 0,0 1 0 0 0,0 0 0 0 0,0 0-1 0 0,0 0 1 0 0,0 0 0 0 0,0 0 0 0 0,0 0 0 0 0,0-1 0 0 0,0 1-1 0 0,0 0 1 0 0,0 0 0 0 0,0 0 0 0 0,0 0 0 0 0,0 0-1 0 0,0 0 1 0 0,0 0 0 0 0,11-4 802 0 0,27-1-907 0 0,-28 4 284 0 0,-1 0-174 0 0,24-3 89 0 0,64 2-1 0 0,-89 1-133 0 0,-2 1 6 0 0,0 0-1 0 0,0 0 1 0 0,0 0-1 0 0,1 0 1 0 0,-2 1 0 0 0,13 3-1 0 0,-15-3 8 0 0,1 0 0 0 0,-1 0 0 0 0,0 0 1 0 0,0 0-1 0 0,0 1 0 0 0,0-1 0 0 0,0 1 0 0 0,0 0 0 0 0,0 0 0 0 0,0 0 0 0 0,0 0 0 0 0,-1 1 0 0 0,1-1 0 0 0,-1 1 1 0 0,0-1-1 0 0,0 1 0 0 0,4 6 0 0 0,-3-5 36 0 0,6 13 210 0 0,1 0 0 0 0,-2 0-1 0 0,0 1 1 0 0,-2 0 0 0 0,0 1 0 0 0,0-1 0 0 0,4 39 0 0 0,3 138 1474 0 0,-12-179-1645 0 0,-17 349 1399 0 0,7-250-1185 0 0,-85 1145 498 0 0,-1-104-330 0 0,23-579-307 0 0,14-140-47 0 0,54-400-59 0 0,-33 362 8 0 0,36-394-58 0 0,1 20 169 0 0,-2-1-1 0 0,-6 30 0 0 0,7-52-158 0 0,1-1 0 0 0,0 1 0 0 0,0 0-1 0 0,-1-1 1 0 0,1 1 0 0 0,0-1 0 0 0,-1 1 0 0 0,0-1-1 0 0,1 1 1 0 0,-1-1 0 0 0,0 1 0 0 0,0-1-1 0 0,0 0 1 0 0,0 1 0 0 0,0-1 0 0 0,0 0 0 0 0,0 0-1 0 0,0 0 1 0 0,0 0 0 0 0,-1 0 0 0 0,1 0 0 0 0,0 0-1 0 0,-1 0 1 0 0,1 0 0 0 0,-1-1 0 0 0,1 1-1 0 0,-1 0 1 0 0,1-1 0 0 0,-1 0 0 0 0,0 1 0 0 0,1-1-1 0 0,-1 0 1 0 0,-3 0 0 0 0,-26 5-374 0 0,-1-1 0 0 0,1-2 0 0 0,-1-1 0 0 0,-44-5 0 0 0,9 1-984 0 0,-95-1-2792 0 0,38 1-2208 0 0,16 1-2514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9:23.7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29 1628 0 0,'4'-13'3825'0'0,"4"-3"1641"0"0,-7 25-5555 0 0,2 90 304 0 0,-10 109 1 0 0,-25 98-39 0 0,20-215-170 0 0,-12 118-2206 0 0,23-185-2323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9:24.2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5 374 1676 0 0,'-2'-9'962'0'0,"2"7"-706"0"0,-1 1 0 0 0,1-1 1 0 0,0 1-1 0 0,-1-1 0 0 0,1 1 0 0 0,0-1 0 0 0,0 0 0 0 0,0 1 1 0 0,0-1-1 0 0,0 0 0 0 0,0 1 0 0 0,1-1 0 0 0,-1 1 0 0 0,0-1 1 0 0,1 1-1 0 0,-1-1 0 0 0,1 1 0 0 0,0-2 0 0 0,1 1 46 0 0,15 7 516 0 0,-2 1-707 0 0,-1-1 0 0 0,1-1 1 0 0,0 0-1 0 0,0 0 0 0 0,0-2 0 0 0,1 0 1 0 0,-1-1-1 0 0,0 0 0 0 0,1-1 1 0 0,-1-1-1 0 0,29-5 0 0 0,7-4-76 0 0,0-2-1 0 0,57-22 1 0 0,-90 28-79 0 0,0-1 1 0 0,0-1-1 0 0,-1 0 0 0 0,20-13 1 0 0,-32 18 21 0 0,0-1 0 0 0,0 0 0 0 0,0 0 0 0 0,0-1 0 0 0,-1 1 0 0 0,0-1 1 0 0,0 0-1 0 0,0 0 0 0 0,0 0 0 0 0,-1-1 0 0 0,0 1 0 0 0,0-1 0 0 0,-1 0 0 0 0,1 1 0 0 0,-1-1 0 0 0,2-10 1 0 0,-3 3 121 0 0,0 0 1 0 0,0-1 0 0 0,-1 1-1 0 0,-1 0 1 0 0,0-1 0 0 0,-1 1-1 0 0,-1 0 1 0 0,0 0 0 0 0,-7-19-1 0 0,9 30-75 0 0,-3-1 26 0 0,1 1-21 0 0,-3 10 29 0 0,1 1 1 0 0,1 1 0 0 0,1 0 0 0 0,0 0 0 0 0,0 0 1 0 0,1 0-1 0 0,0 1 0 0 0,-1 13 0 0 0,1 82 446 0 0,3-71-335 0 0,2 156 412 0 0,1-141-732 0 0,16 87 1 0 0,-19-135 33 0 0,9 34-1420 0 0,-9-34 1161 0 0,0-1 1 0 0,-1 0-1 0 0,1 1 1 0 0,0-1-1 0 0,0 1 1 0 0,0-1-1 0 0,0 0 1 0 0,0 0-1 0 0,0 0 1 0 0,1 0-1 0 0,1 2 1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9:25.3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117 191 1976 0 0,'10'-14'5628'0'0,"-6"31"-3112"0"0,0 4-2302 0 0,5-4 60 0 0,-9-16-259 0 0,1 0 0 0 0,-1-1 0 0 0,1 1 1 0 0,-1 0-1 0 0,1 0 0 0 0,0-1 1 0 0,-1 1-1 0 0,1 0 0 0 0,0-1 0 0 0,-1 1 1 0 0,1-1-1 0 0,0 1 0 0 0,0-1 1 0 0,0 1-1 0 0,0-1 0 0 0,-1 0 0 0 0,1 1 1 0 0,0-1-1 0 0,0 0 0 0 0,0 0 0 0 0,0 0 1 0 0,0 0-1 0 0,1 0 0 0 0,1 0-1 0 0,-1 0-1 0 0,1-1 0 0 0,0 1 1 0 0,-1-1-1 0 0,1 0 0 0 0,-1 0 1 0 0,1 0-1 0 0,-1 0 0 0 0,1-1 1 0 0,-1 1-1 0 0,0-1 0 0 0,0 1 1 0 0,1-1-1 0 0,-1 0 1 0 0,0 0-1 0 0,-1 0 0 0 0,1 0 1 0 0,0 0-1 0 0,0 0 0 0 0,-1 0 1 0 0,0-1-1 0 0,1 1 0 0 0,0-4 1 0 0,0 1 3 0 0,0-1 0 0 0,0 0 0 0 0,-1 0 1 0 0,0 0-1 0 0,0 0 0 0 0,0 0 0 0 0,-1 0 1 0 0,0 0-1 0 0,0 0 0 0 0,-2-7 0 0 0,1 9-17 0 0,0 0-1 0 0,0-1 0 0 0,0 1 1 0 0,-1 0-1 0 0,0 0 1 0 0,1 0-1 0 0,-2 0 0 0 0,1 1 1 0 0,0-1-1 0 0,-1 1 0 0 0,0-1 1 0 0,1 1-1 0 0,-1 0 1 0 0,-1 0-1 0 0,1 0 0 0 0,0 0 1 0 0,-1 1-1 0 0,-3-3 0 0 0,4 4-53 0 0,-1 1 48 0 0,0 1 1 0 0,0-1 0 0 0,-1 1-1 0 0,1 0 1 0 0,0 1 0 0 0,0-1 0 0 0,0 1-1 0 0,0-1 1 0 0,0 1 0 0 0,1 1-1 0 0,-1-1 1 0 0,0 0 0 0 0,1 1-1 0 0,0 0 1 0 0,0 0 0 0 0,0 0-1 0 0,0 0 1 0 0,0 0 0 0 0,0 0-1 0 0,-2 6 1 0 0,-6 8 4 0 0,1 0 0 0 0,1 1 0 0 0,-8 20 0 0 0,12-25 9 0 0,-4 8-5 0 0,2 0-1 0 0,0 0 1 0 0,1 0-1 0 0,-4 33 1 0 0,9-47 14 0 0,0 1 0 0 0,0-1 0 0 0,1 1-1 0 0,0 0 1 0 0,1-1 0 0 0,-1 1 0 0 0,1-1 0 0 0,1 1 0 0 0,0-1 0 0 0,0 1 0 0 0,0-1-1 0 0,1 0 1 0 0,0 0 0 0 0,0 0 0 0 0,1 0 0 0 0,6 10 0 0 0,-6-14-10 0 0,-1 0 0 0 0,1 0 0 0 0,-1 0 0 0 0,1-1 0 0 0,0 1 0 0 0,0-1 1 0 0,0 0-1 0 0,1 0 0 0 0,-1-1 0 0 0,0 1 0 0 0,1-1 0 0 0,-1 0 0 0 0,0 0 0 0 0,1 0 0 0 0,0 0 1 0 0,-1-1-1 0 0,1 0 0 0 0,-1 0 0 0 0,1 0 0 0 0,0-1 0 0 0,-1 1 0 0 0,8-3 0 0 0,4-1 3 0 0,0-1-1 0 0,0 0 0 0 0,-1-1 1 0 0,0 0-1 0 0,15-9 0 0 0,-15 5-5 0 0,0 0 0 0 0,0 0 0 0 0,-1-1 0 0 0,-1-1 0 0 0,0-1 0 0 0,0 1 0 0 0,-2-2 0 0 0,1 0 0 0 0,-2 0 0 0 0,0-1 0 0 0,0-1 0 0 0,10-24 0 0 0,-14 28-5 0 0,-1-1 1 0 0,-1 1-1 0 0,0-1 0 0 0,0 0 0 0 0,-2 0 1 0 0,1-1-1 0 0,-2 1 0 0 0,0 0 0 0 0,0-1 1 0 0,-1 1-1 0 0,-1-1 0 0 0,0 1 0 0 0,-1-1 1 0 0,0 1-1 0 0,-1 0 0 0 0,-1 0 0 0 0,-6-16 1 0 0,9 28-5 0 0,1-1 1 0 0,-1 1-1 0 0,0-1 0 0 0,0 1 1 0 0,1-1-1 0 0,-1 1 0 0 0,0 0 1 0 0,-1-1-1 0 0,1 1 1 0 0,0 0-1 0 0,0 0 0 0 0,0 0 1 0 0,-3-2-1 0 0,3 3 3 0 0,0-1 0 0 0,0 1 0 0 0,0-1 0 0 0,-1 1 0 0 0,1 0 0 0 0,0-1 0 0 0,-1 1 0 0 0,1 0-1 0 0,0 0 1 0 0,-1 0 0 0 0,1 0 0 0 0,0 0 0 0 0,-1 0 0 0 0,1 1 0 0 0,0-1 0 0 0,-1 0 0 0 0,1 1 0 0 0,0-1 0 0 0,0 1 0 0 0,-1-1 0 0 0,1 1 0 0 0,-2 1-1 0 0,-15 16-138 0 0,15-16 138 0 0,1 1 0 0 0,0 0-1 0 0,0 0 1 0 0,1 0-1 0 0,-1 1 1 0 0,0-1 0 0 0,1 0-1 0 0,0 1 1 0 0,0-1-1 0 0,0 0 1 0 0,0 1 0 0 0,1-1-1 0 0,-1 1 1 0 0,1 0-1 0 0,0-1 1 0 0,0 1 0 0 0,0-1-1 0 0,0 1 1 0 0,1-1 0 0 0,-1 1-1 0 0,1-1 1 0 0,0 1-1 0 0,0-1 1 0 0,1 1 0 0 0,-1-1-1 0 0,1 0 1 0 0,-1 0-1 0 0,4 5 1 0 0,-2-4 4 0 0,0 0-1 0 0,1 0 1 0 0,0 0 0 0 0,0-1 0 0 0,0 1-1 0 0,0-1 1 0 0,1 0 0 0 0,-1 0-1 0 0,1-1 1 0 0,0 1 0 0 0,-1-1 0 0 0,1 0-1 0 0,0 0 1 0 0,1-1 0 0 0,-1 1 0 0 0,0-1-1 0 0,0 0 1 0 0,9 0 0 0 0,3-1-6 0 0,1 0 0 0 0,0-2 1 0 0,-1 0-1 0 0,1-1 0 0 0,32-9 0 0 0,-20 1-8 0 0,0-1-1 0 0,38-20 1 0 0,-62 28 30 0 0,1 0 1 0 0,-1 0-1 0 0,0 0 1 0 0,7-8-1 0 0,-11 10-7 0 0,0 0 0 0 0,0 0 0 0 0,0 0 0 0 0,0 0 0 0 0,-1 0 0 0 0,1-1 0 0 0,-1 1 0 0 0,1-1 1 0 0,-1 1-1 0 0,0-1 0 0 0,0 1 0 0 0,0-1 0 0 0,0 0 0 0 0,-1 0 0 0 0,1-3 0 0 0,-1-4 6 0 0,-2-2-4 0 0,-5 4-15 0 0,-4 3 2 0 0,8 5-3 0 0,0 0 0 0 0,0 1 0 0 0,0-1-1 0 0,0 1 1 0 0,0 0 0 0 0,0 0 0 0 0,0 0 0 0 0,0 0 0 0 0,1 0 0 0 0,-1 0-1 0 0,0 1 1 0 0,1 0 0 0 0,-1-1 0 0 0,1 1 0 0 0,-1 0 0 0 0,1 0 0 0 0,0 0-1 0 0,0 1 1 0 0,0-1 0 0 0,0 0 0 0 0,-2 4 0 0 0,-6 9-35 0 0,-1 0 1 0 0,-9 22 0 0 0,15-28 33 0 0,-7 14 17 0 0,1 0 1 0 0,1 1-1 0 0,-12 48 1 0 0,18-56 27 0 0,1 1 0 0 0,1 0 0 0 0,0 0 0 0 0,1 0 1 0 0,1 0-1 0 0,4 33 0 0 0,-4-46-39 0 0,1 0 0 0 0,0 0 0 0 0,0 0 0 0 0,0 0-1 0 0,0-1 1 0 0,1 1 0 0 0,-1 0 0 0 0,1-1 0 0 0,0 1 0 0 0,0-1 0 0 0,0 1 0 0 0,1-1-1 0 0,-1 0 1 0 0,1 0 0 0 0,0 0 0 0 0,0 0 0 0 0,3 2 0 0 0,-1-2 0 0 0,-1-1 0 0 0,0 0 0 0 0,1 0 0 0 0,0 0 0 0 0,-1 0 0 0 0,1-1 0 0 0,0 0 0 0 0,0 0 0 0 0,-1 0 0 0 0,1-1 0 0 0,0 0 0 0 0,7 0 0 0 0,5-1 1 0 0,0-2 0 0 0,0 0 0 0 0,0-1 0 0 0,-1-1 0 0 0,1 0 0 0 0,28-14 0 0 0,-18 6-5 0 0,-1-2 1 0 0,-1 0-1 0 0,0-1 0 0 0,35-31 1 0 0,-45 33 4 0 0,0 0 1 0 0,-1-2-1 0 0,0 1 1 0 0,-2-2 0 0 0,0 0-1 0 0,0 0 1 0 0,11-26-1 0 0,-21 37 4 0 0,1-1 0 0 0,-1 1-1 0 0,-1 0 1 0 0,1-1 0 0 0,-1 1 0 0 0,0-1-1 0 0,-1-9 1 0 0,0 16-2 0 0,1-1 0 0 0,-1 1 0 0 0,0-1 1 0 0,0 0-1 0 0,0 1 0 0 0,0-1 0 0 0,0 1 0 0 0,0-1 0 0 0,0 1 0 0 0,0-1 0 0 0,0 1 1 0 0,0-1-1 0 0,0 1 0 0 0,-1-1 0 0 0,1 0 0 0 0,0 1 0 0 0,0-1 0 0 0,0 1 0 0 0,-1-1 0 0 0,1 1 1 0 0,0 0-1 0 0,-1-1 0 0 0,1 1 0 0 0,0-1 0 0 0,-1 1 0 0 0,1 0 0 0 0,-1-1 0 0 0,1 1 1 0 0,0 0-1 0 0,-1-1 0 0 0,1 1 0 0 0,-1 0 0 0 0,1-1 0 0 0,-1 1 0 0 0,1 0 0 0 0,-1 0 0 0 0,1 0 1 0 0,-1 0-1 0 0,0 0 0 0 0,1-1 0 0 0,-1 1 0 0 0,1 0 0 0 0,-1 0 0 0 0,1 0 0 0 0,-1 0 1 0 0,1 0-1 0 0,-1 1 0 0 0,1-1 0 0 0,-1 0 0 0 0,0 0 0 0 0,1 0 0 0 0,-1 0 0 0 0,1 1 1 0 0,-1-1-1 0 0,1 0 0 0 0,0 0 0 0 0,-1 1 0 0 0,1-1 0 0 0,-1 1 0 0 0,-25 18 591 0 0,14-6-305 0 0,1-1 1 0 0,1 2-1 0 0,0-1 0 0 0,-14 28 0 0 0,19-32-220 0 0,1 0 0 0 0,0 0-1 0 0,1 0 1 0 0,0 0-1 0 0,0 1 1 0 0,1-1-1 0 0,0 1 1 0 0,1 0-1 0 0,-1 16 1 0 0,2-23-54 0 0,0 1 0 0 0,1-1 1 0 0,-1 1-1 0 0,1-1 0 0 0,0 0 0 0 0,0 1 0 0 0,0-1 1 0 0,0 0-1 0 0,1 0 0 0 0,-1 0 0 0 0,1 0 0 0 0,0 0 1 0 0,0 0-1 0 0,0 0 0 0 0,0 0 0 0 0,5 4 0 0 0,-3-4 8 0 0,0 0 0 0 0,0-1 0 0 0,1 1 0 0 0,-1-1 0 0 0,1 0 0 0 0,-1 0-1 0 0,1 0 1 0 0,0-1 0 0 0,-1 1 0 0 0,9 0 0 0 0,4 0-178 0 0,0-1 0 0 0,0-1 0 0 0,0-1 0 0 0,0 0 1 0 0,30-7-1 0 0,-14 1-2029 0 0,-2-2-1 0 0,38-15 1 0 0,-19 3-3416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9:26.1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35 787 92 0 0,'-2'0'3148'0'0,"-10"-5"-651"0"0,10 5-2294 0 0,1 0 0 0 0,-1 1 0 0 0,0-1-1 0 0,0 0 1 0 0,0 1 0 0 0,1-1 0 0 0,-1 1 0 0 0,0-1 0 0 0,-3 3-1 0 0,5 5-4 0 0,0 0-1 0 0,1 0 0 0 0,-1 0 0 0 0,1-1 1 0 0,1 1-1 0 0,0 0 0 0 0,0 0 0 0 0,0-1 1 0 0,1 1-1 0 0,0-1 0 0 0,5 8 0 0 0,-7-13-167 0 0,0 1-1 0 0,0-1 0 0 0,1 0 1 0 0,-1-1-1 0 0,1 1 1 0 0,-1 0-1 0 0,1 0 0 0 0,0-1 1 0 0,0 1-1 0 0,-1 0 1 0 0,1-1-1 0 0,0 0 0 0 0,1 0 1 0 0,-1 1-1 0 0,0-1 1 0 0,0 0-1 0 0,0-1 0 0 0,1 1 1 0 0,-1 0-1 0 0,0-1 1 0 0,1 1-1 0 0,-1-1 0 0 0,1 0 1 0 0,-1 0-1 0 0,0 0 1 0 0,1 0-1 0 0,-1 0 0 0 0,1 0 1 0 0,-1-1-1 0 0,0 1 1 0 0,1-1-1 0 0,-1 0 0 0 0,0 1 1 0 0,1-1-1 0 0,1-1 1 0 0,3-1-10 0 0,0-1 1 0 0,0 1-1 0 0,0-1 1 0 0,0-1-1 0 0,-1 1 1 0 0,1-1-1 0 0,-1 0 1 0 0,0 0-1 0 0,6-9 1 0 0,5-9-8 0 0,-2-1 0 0 0,-1-1 1 0 0,-1 0-1 0 0,-1-1 1 0 0,-1-1-1 0 0,-1 1 0 0 0,-1-1 1 0 0,-2-1-1 0 0,7-53 0 0 0,-3-17-23 0 0,-4-144-1 0 0,-7 227 5 0 0,-10-176-142 0 0,9 189 112 0 0,-4 24-38 0 0,-10 140 77 0 0,-3 56 25 0 0,17-172-6 0 0,1 1 0 0 0,12 76 0 0 0,-10-112-44 0 0,0-1 0 0 0,1 1 0 0 0,0-1-1 0 0,0 0 1 0 0,1 0 0 0 0,1 0 0 0 0,-1 0 0 0 0,2-1 0 0 0,10 16-1 0 0,-12-20-213 0 0,1 0 0 0 0,0 0 0 0 0,0-1 0 0 0,0 1-1 0 0,0-1 1 0 0,1 0 0 0 0,-1-1 0 0 0,1 1 0 0 0,0-1-1 0 0,0 0 1 0 0,1-1 0 0 0,-1 1 0 0 0,0-1 0 0 0,1-1-1 0 0,0 1 1 0 0,11 0 0 0 0,8-1-1904 0 0,0-3-420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9:26.6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265 128 1232 0 0,'4'-13'1477'0'0,"0"1"-1"0"0,0-1 1 0 0,-1 0 0 0 0,-1 0 0 0 0,2-24-1 0 0,-4 36-1445 0 0,0 0 0 0 0,0 0 0 0 0,0 0 0 0 0,0 0 0 0 0,0 0 0 0 0,0 0 0 0 0,0 0 0 0 0,0 0-1 0 0,-1 1 1 0 0,1-1 0 0 0,0 0 0 0 0,-1 0 0 0 0,1 0 0 0 0,0 0 0 0 0,-1 0 0 0 0,1 0 0 0 0,-1 0 0 0 0,0 0 0 0 0,1 1 0 0 0,-1-1-1 0 0,1 0 1 0 0,-1 0 0 0 0,0 1 0 0 0,0-1 0 0 0,1 1 0 0 0,-1-1 0 0 0,0 0 0 0 0,0 1 0 0 0,0 0 0 0 0,0-1 0 0 0,0 1 0 0 0,0-1-1 0 0,0 1 1 0 0,0 0 0 0 0,0 0 0 0 0,0-1 0 0 0,0 1 0 0 0,0 0 0 0 0,0 0 0 0 0,0 0 0 0 0,0 0 0 0 0,0 0 0 0 0,1 1 0 0 0,-1-1-1 0 0,0 0 1 0 0,0 0 0 0 0,0 0 0 0 0,0 1 0 0 0,0-1 0 0 0,-1 1 0 0 0,-4 1 1 0 0,-1 1 1 0 0,1 0-1 0 0,0-1 0 0 0,1 2 1 0 0,-10 6-1 0 0,-7 9 6 0 0,0 1 0 0 0,2 0 0 0 0,1 2 0 0 0,0 0 0 0 0,2 2 1 0 0,1 0-1 0 0,0 0 0 0 0,-19 45 0 0 0,31-60-14 0 0,1 0 0 0 0,0 0-1 0 0,0 0 1 0 0,1 1 0 0 0,0-1 0 0 0,0 1 0 0 0,1-1 0 0 0,0 15 0 0 0,1-22-17 0 0,0 1 1 0 0,1-1-1 0 0,-1 1 0 0 0,0-1 1 0 0,1 1-1 0 0,-1-1 1 0 0,1 1-1 0 0,0-1 1 0 0,0 1-1 0 0,0-1 1 0 0,0 0-1 0 0,0 0 1 0 0,0 1-1 0 0,1-1 1 0 0,-1 0-1 0 0,1 0 1 0 0,0 0-1 0 0,-1 0 1 0 0,1-1-1 0 0,0 1 0 0 0,0 0 1 0 0,0-1-1 0 0,0 1 1 0 0,0-1-1 0 0,1 0 1 0 0,-1 0-1 0 0,0 0 1 0 0,1 0-1 0 0,-1 0 1 0 0,1 0-1 0 0,-1-1 1 0 0,0 1-1 0 0,1-1 1 0 0,0 0-1 0 0,-1 1 1 0 0,1-1-1 0 0,3-1 1 0 0,1 1-14 0 0,1 0 1 0 0,-1-1-1 0 0,1 0 1 0 0,-1 0-1 0 0,0-1 1 0 0,1 0-1 0 0,-1 0 1 0 0,0-1 0 0 0,0 0-1 0 0,0 0 1 0 0,-1-1-1 0 0,1 0 1 0 0,-1 0-1 0 0,0 0 1 0 0,0-1 0 0 0,0 0-1 0 0,-1 0 1 0 0,1 0-1 0 0,5-9 1 0 0,-3 3 20 0 0,-1 1 0 0 0,-1-1 0 0 0,0-1 0 0 0,0 1 0 0 0,-1-1 0 0 0,-1 0 0 0 0,0 0 0 0 0,0-1 0 0 0,-2 1 0 0 0,4-23 0 0 0,-2-64 899 0 0,-4 92-803 0 0,-3 14-95 0 0,-4 15-59 0 0,5-3 50 0 0,1-1 0 0 0,0 0 0 0 0,1 1 0 0 0,4 21 0 0 0,-4-32 10 0 0,2 1 0 0 0,-1-1 0 0 0,2 0-1 0 0,-1 0 1 0 0,1 0 0 0 0,0 0 0 0 0,0 0 0 0 0,1-1 0 0 0,0 1-1 0 0,0-1 1 0 0,9 10 0 0 0,-11-14-15 0 0,1-1-1 0 0,0 1 1 0 0,0 0 0 0 0,0-1-1 0 0,1 1 1 0 0,-1-1 0 0 0,0 0-1 0 0,1 0 1 0 0,0-1 0 0 0,-1 1-1 0 0,1-1 1 0 0,0 1 0 0 0,0-1-1 0 0,0-1 1 0 0,4 2 0 0 0,-2-2-164 0 0,0 0 0 0 0,0 0 0 0 0,0 0 0 0 0,0-1 1 0 0,-1 0-1 0 0,1 0 0 0 0,0-1 0 0 0,-1 0 0 0 0,9-3 0 0 0,-2 0-482 0 0,-1-1 0 0 0,0-1 0 0 0,-1 0 0 0 0,1 0-1 0 0,-1-1 1 0 0,-1 0 0 0 0,1-1 0 0 0,15-19 0 0 0,-8 4-1347 0 0,-2-3-221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9:27.4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24 420 2852 0 0,'5'-59'1936'0'0,"-3"0"-1"0"0,-2 0 0 0 0,-13-97 1 0 0,10 122-1214 0 0,2 25-525 0 0,1 0-1 0 0,-2 0 0 0 0,-2-15 1 0 0,3 23 155 0 0,-2 17 240 0 0,1-3-224 0 0,1 0-1 0 0,1 0 1 0 0,0 1-1 0 0,1-1 1 0 0,3 21 0 0 0,0-2 132 0 0,9 100 1027 0 0,27 360 457 0 0,-39-366-1793 0 0,-7-128-339 0 0,6 2 135 0 0,-1 0 0 0 0,0 0 0 0 0,1 0 0 0 0,-1 0 0 0 0,0 0 1 0 0,1-1-1 0 0,-1 1 0 0 0,1 0 0 0 0,-1 0 0 0 0,0-1 0 0 0,1 1 0 0 0,-1 0 1 0 0,1 0-1 0 0,-1-1 0 0 0,1 1 0 0 0,-1-1 0 0 0,0 0 0 0 0,-6-10-136 0 0,1 1-1 0 0,1-2 1 0 0,0 1-1 0 0,1-1 1 0 0,0 1-1 0 0,0-1 1 0 0,1 0 0 0 0,1-1-1 0 0,-2-22 1 0 0,2-5-113 0 0,5-71 0 0 0,-2 97 239 0 0,1 0 0 0 0,0 0 0 0 0,1 0-1 0 0,1 0 1 0 0,0 0 0 0 0,1 1 0 0 0,8-18-1 0 0,-11 26 17 0 0,1 0 0 0 0,0 0 0 0 0,0 1 0 0 0,0-1 0 0 0,1 1 0 0 0,0 0 0 0 0,0 0 0 0 0,0 0 0 0 0,0 0 0 0 0,0 1 0 0 0,1-1 0 0 0,-1 1 0 0 0,1 0-1 0 0,0 1 1 0 0,0-1 0 0 0,0 1 0 0 0,1 0 0 0 0,-1 0 0 0 0,0 0 0 0 0,1 1 0 0 0,6-1 0 0 0,-1 1 2 0 0,-1-1-1 0 0,1 2 1 0 0,0 0 0 0 0,0 0-1 0 0,-1 1 1 0 0,1 0 0 0 0,0 1-1 0 0,-1 0 1 0 0,1 1 0 0 0,-1 0-1 0 0,0 0 1 0 0,0 1 0 0 0,0 1-1 0 0,10 5 1 0 0,-18-9 7 0 0,0 1 1 0 0,0-1-1 0 0,0 0 1 0 0,0 1-1 0 0,-1-1 1 0 0,1 1-1 0 0,0 0 0 0 0,-1-1 1 0 0,1 1-1 0 0,-1 0 1 0 0,1 0-1 0 0,-1 0 1 0 0,0 0-1 0 0,0 0 1 0 0,0 0-1 0 0,0 1 0 0 0,0-1 1 0 0,-1 0-1 0 0,1 0 1 0 0,-1 1-1 0 0,1 2 1 0 0,-1-1-1 0 0,0-1 1 0 0,-1 0 0 0 0,0 1-1 0 0,1-1 1 0 0,-1 0 0 0 0,0 0-1 0 0,-1 0 1 0 0,1 1-1 0 0,0-1 1 0 0,-1-1 0 0 0,0 1-1 0 0,0 0 1 0 0,-3 4 0 0 0,-1 0 2 0 0,-2 1 1 0 0,1-1-1 0 0,-1 0 1 0 0,0 0-1 0 0,0-1 1 0 0,-1 0-1 0 0,1-1 1 0 0,-17 8 0 0 0,24-13-6 0 0,-14 7 22 0 0,-1-1 0 0 0,-29 6 0 0 0,44-12-20 0 0,-37 10 20 0 0,29-4-50 0 0,10-5 28 0 0,-1-1 0 0 0,0 0-1 0 0,0 1 1 0 0,0-1-1 0 0,0 0 1 0 0,1 1 0 0 0,-1-1-1 0 0,0 0 1 0 0,0 0 0 0 0,1 1-1 0 0,-1-1 1 0 0,0 0-1 0 0,0 0 1 0 0,1 1 0 0 0,-1-1-1 0 0,0 0 1 0 0,1 0 0 0 0,-1 0-1 0 0,0 1 1 0 0,1-1-1 0 0,-1 0 1 0 0,0 0 0 0 0,1 0-1 0 0,-1 0 1 0 0,1 0 0 0 0,0 0-1 0 0,16 7 16 0 0,0 0-1 0 0,-1 1 1 0 0,0 1 0 0 0,0 0-1 0 0,0 2 1 0 0,-2-1 0 0 0,15 14-1 0 0,90 97-711 0 0,-92-90-38 0 0,-24-28 379 0 0,1 1 0 0 0,-1-1 0 0 0,1 0 0 0 0,0 0 0 0 0,0 0 0 0 0,0-1 0 0 0,0 1 0 0 0,0-1 0 0 0,0 0 0 0 0,1 0 0 0 0,-1 0 0 0 0,8 1 0 0 0,-9-2 78 0 0,1-1-1 0 0,-1 0 1 0 0,0 1 0 0 0,1-2-1 0 0,-1 1 1 0 0,0 0 0 0 0,1-1 0 0 0,-1 1-1 0 0,0-1 1 0 0,0 0 0 0 0,1 0-1 0 0,-1 0 1 0 0,0 0 0 0 0,0-1-1 0 0,0 0 1 0 0,0 1 0 0 0,-1-1-1 0 0,6-4 1 0 0,14-15-2067 0 0,-13 7 1497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9:27.7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0 246 2692 0 0,'7'-16'950'0'0,"-1"1"0"0"0,0-1 0 0 0,-2 0 0 0 0,4-21-1 0 0,6-65 5066 0 0,-13 61-2960 0 0,-1 41-3041 0 0,-1 0 1 0 0,1 0-1 0 0,0 0 0 0 0,0 0 1 0 0,0 1-1 0 0,0-1 0 0 0,0 0 1 0 0,0 0-1 0 0,0 0 0 0 0,0 0 1 0 0,0 0-1 0 0,0 0 1 0 0,0 0-1 0 0,-1 0 0 0 0,1 0 1 0 0,0 0-1 0 0,0-1 0 0 0,0 1 1 0 0,0 0-1 0 0,0 0 0 0 0,0 0 1 0 0,0 0-1 0 0,0 0 1 0 0,0 0-1 0 0,0 0 0 0 0,0 0 1 0 0,-1 0-1 0 0,1 0 0 0 0,0 0 1 0 0,0 0-1 0 0,0 0 0 0 0,0 0 1 0 0,0 0-1 0 0,0 0 1 0 0,0 0-1 0 0,0-1 0 0 0,0 1 1 0 0,0 0-1 0 0,0 0 0 0 0,0 0 1 0 0,0 0-1 0 0,0 0 0 0 0,0 0 1 0 0,0 0-1 0 0,0 0 1 0 0,0 0-1 0 0,0 0 0 0 0,0 0 1 0 0,0-1-1 0 0,0 1 0 0 0,0 0 1 0 0,0 0-1 0 0,0 0 0 0 0,0 0 1 0 0,0 0-1 0 0,-5 20 323 0 0,-1 16 52 0 0,2-1 0 0 0,0 38 0 0 0,4-57-320 0 0,0 1-1 0 0,2 0 1 0 0,0-1-1 0 0,0 1 0 0 0,2-1 1 0 0,9 26-1 0 0,-13-40-102 0 0,1 0 0 0 0,0-1 1 0 0,0 1-1 0 0,0 0 0 0 0,0-1 0 0 0,0 1 0 0 0,0-1 0 0 0,1 1 0 0 0,-1-1 0 0 0,0 1 0 0 0,1-1 0 0 0,-1 0 0 0 0,1 0 0 0 0,-1 0 0 0 0,1 0 0 0 0,0 0 0 0 0,-1 0 0 0 0,1 0 0 0 0,0 0 0 0 0,0-1 0 0 0,0 1 0 0 0,0 0 0 0 0,0-1 0 0 0,-1 0 0 0 0,1 0 0 0 0,0 1 0 0 0,0-1 0 0 0,0 0 0 0 0,0-1 0 0 0,0 1 0 0 0,3-1 0 0 0,-1 0-634 0 0,1 0 0 0 0,-1 0 0 0 0,0 0-1 0 0,0-1 1 0 0,0 0 0 0 0,0 0 0 0 0,0 0 0 0 0,0-1-1 0 0,-1 1 1 0 0,1-1 0 0 0,-1 1 0 0 0,0-1 0 0 0,0-1-1 0 0,3-2 1 0 0,5-8-5116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9:27.9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56 1144 0 0,'-9'-6'1857'0'0,"-3"-1"1249"0"0,1-2 1 0 0,-20-16-1 0 0,30 24-2900 0 0,-11-4-142 0 0,11 5-180 0 0,1 0 0 0 0,0-1 0 0 0,-1 1 0 0 0,1 0 0 0 0,0 0 0 0 0,-1-1 0 0 0,1 1 0 0 0,0 0 0 0 0,-1 0 0 0 0,1 0 0 0 0,-1 0 0 0 0,1-1 0 0 0,-1 1 0 0 0,1 0 0 0 0,0 0 0 0 0,-1 0 0 0 0,1 0 0 0 0,-1 0 0 0 0,1 0 0 0 0,-1 0 0 0 0,1 0 0 0 0,0 0 0 0 0,-1 0 0 0 0,1 1 0 0 0,-1-1 0 0 0,1 0 0 0 0,0 0 0 0 0,-1 0 0 0 0,1 0 0 0 0,-1 1 0 0 0,1-1 0 0 0,0 0 0 0 0,-1 0 0 0 0,1 1-1 0 0,0-1 1 0 0,-1 0 0 0 0,1 0 0 0 0,0 1 0 0 0,-1 0 0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9:28.2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55 109 348 0 0,'-46'19'8062'0'0,"44"-18"-7466"0"0,-5 6 834 0 0,42-14-919 0 0,50-15 0 0 0,-26 6-307 0 0,153-35-1138 0 0,-69 22-3730 0 0,-81 18 1004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9:29.0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52 936 0 0,'6'-50'10363'0'0,"-5"48"-9701"0"0,0 3-647 0 0,1-1-1 0 0,-1 0 1 0 0,0 1-1 0 0,1-1 1 0 0,-1 1-1 0 0,1-1 1 0 0,-1 1-1 0 0,0 0 1 0 0,0 0 0 0 0,1 0-1 0 0,-1 0 1 0 0,0-1-1 0 0,0 1 1 0 0,0 1-1 0 0,2 1 1 0 0,15 22 39 0 0,-12-17-7 0 0,6 8 52 0 0,-1 2 0 0 0,0-1 0 0 0,-1 2 1 0 0,-2-1-1 0 0,1 1 0 0 0,8 31 0 0 0,-11-23 392 0 0,0 1 1 0 0,-2 0-1 0 0,-1 0 1 0 0,0 38-1 0 0,-3-66-520 0 0,-5 15 1082 0 0,0-10-365 0 0,0-13-506 0 0,1-10-156 0 0,0 0 0 0 0,1 0 1 0 0,1 0-1 0 0,1 0 0 0 0,0 0 0 0 0,1 0 0 0 0,1 0 0 0 0,1 0 0 0 0,4-18 0 0 0,-4 25-31 0 0,1 0-1 0 0,0 1 0 0 0,0-1 1 0 0,1 1-1 0 0,0 0 1 0 0,1 0-1 0 0,0 0 0 0 0,1 1 1 0 0,0 0-1 0 0,0 0 0 0 0,1 0 1 0 0,0 1-1 0 0,0 0 0 0 0,1 0 1 0 0,0 1-1 0 0,13-10 1 0 0,-17 15-2 0 0,-1 0 1 0 0,1 0-1 0 0,-1 0 0 0 0,1 1 1 0 0,0-1-1 0 0,0 1 1 0 0,0 0-1 0 0,0 0 1 0 0,0 0-1 0 0,0 0 1 0 0,0 1-1 0 0,0 0 1 0 0,0 0-1 0 0,0 0 1 0 0,0 0-1 0 0,0 0 0 0 0,0 1 1 0 0,0 0-1 0 0,0 0 1 0 0,7 3-1 0 0,-5-1 5 0 0,0 0 0 0 0,0 1 0 0 0,0 0 0 0 0,0 0 0 0 0,-1 0 0 0 0,0 1-1 0 0,0 0 1 0 0,0 0 0 0 0,-1 0 0 0 0,1 1 0 0 0,5 9 0 0 0,-4-3-10 0 0,-1 0 1 0 0,0 0 0 0 0,0 1-1 0 0,-2-1 1 0 0,1 1-1 0 0,-1 1 1 0 0,1 22-1 0 0,-1-13-724 0 0,10 34 0 0 0,-11-50 366 0 0,0-1-1 0 0,1 1 1 0 0,0-1-1 0 0,0 0 1 0 0,0 0-1 0 0,1 0 1 0 0,0 0-1 0 0,0 0 1 0 0,7 6-1 0 0,-8-9-149 0 0,0 0-1 0 0,0 0 0 0 0,1-1 1 0 0,-1 0-1 0 0,1 1 1 0 0,-1-1-1 0 0,1 0 0 0 0,0-1 1 0 0,0 1-1 0 0,5 1 0 0 0,8 0-3422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9:29.7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323 124 2276 0 0,'11'-21'2255'0'0,"-6"12"-1074"0"0,0-1-1 0 0,0 0 0 0 0,-1 0 1 0 0,5-19-1 0 0,-9 28-1141 0 0,1-1 1 0 0,-1 1-1 0 0,0 0 1 0 0,0 0-1 0 0,0 0 0 0 0,0 0 1 0 0,0 0-1 0 0,0 0 1 0 0,0 0-1 0 0,0-1 0 0 0,-1 1 1 0 0,1 0-1 0 0,0 0 1 0 0,-1 0-1 0 0,1 0 0 0 0,0 0 1 0 0,-1 0-1 0 0,1 0 1 0 0,-1 0-1 0 0,0 0 0 0 0,1 0 1 0 0,-1 1-1 0 0,0-1 1 0 0,0 0-1 0 0,1 0 0 0 0,-1 0 1 0 0,0 1-1 0 0,0-1 1 0 0,0 1-1 0 0,0-1 0 0 0,0 0 1 0 0,0 1-1 0 0,0 0 1 0 0,0-1-1 0 0,0 1 0 0 0,0 0 1 0 0,0-1-1 0 0,0 1 1 0 0,-1 0-1 0 0,1 0 0 0 0,-1 0 1 0 0,-3-1 61 0 0,0 1 1 0 0,0 0 0 0 0,0 0-1 0 0,0 0 1 0 0,-1 1 0 0 0,-5 1-1 0 0,-3 3 62 0 0,0 0 1 0 0,0 1-1 0 0,0 0 0 0 0,1 1 1 0 0,0 0-1 0 0,-22 17 0 0 0,5 0 121 0 0,-37 38-1 0 0,52-46-182 0 0,-22 27 0 0 0,34-39-84 0 0,0 1 1 0 0,0 0 0 0 0,0-1 0 0 0,0 1 0 0 0,1 0 0 0 0,-1 1-1 0 0,1-1 1 0 0,1 0 0 0 0,-1 1 0 0 0,1-1 0 0 0,-2 10 0 0 0,3-13-8 0 0,1 0 0 0 0,-1-1 0 0 0,0 1 0 0 0,0 0 0 0 0,1 0 0 0 0,-1 0 0 0 0,0-1-1 0 0,1 1 1 0 0,0 0 0 0 0,0 0 0 0 0,-1-1 0 0 0,1 1 0 0 0,0-1 0 0 0,0 1 0 0 0,0-1 0 0 0,1 1 0 0 0,-1-1 0 0 0,0 1 0 0 0,2 0 0 0 0,0 0-3 0 0,0 0 0 0 0,0 0 1 0 0,0 0-1 0 0,0-1 0 0 0,1 0 0 0 0,-1 1 0 0 0,0-1 0 0 0,1 0 0 0 0,5 0 1 0 0,1 1 1 0 0,0-2 1 0 0,0 1-1 0 0,0-2 1 0 0,1 1-1 0 0,-1-1 1 0 0,11-3-1 0 0,-12 1-2 0 0,0 1 0 0 0,0-2 0 0 0,0 1-1 0 0,0-1 1 0 0,-1-1 0 0 0,0 0 0 0 0,0 0 0 0 0,0 0-1 0 0,0-1 1 0 0,-1 0 0 0 0,0-1 0 0 0,0 1 0 0 0,-1-2-1 0 0,0 1 1 0 0,0 0 0 0 0,8-16 0 0 0,2-7 444 0 0,-1-1-1 0 0,-2 0 1 0 0,13-43-1 0 0,-20 57 41 0 0,-7 17-484 0 0,1-1-1 0 0,0 1 1 0 0,0 0 0 0 0,0 0 0 0 0,0 0-1 0 0,0-1 1 0 0,0 1 0 0 0,0 0-1 0 0,0 0 1 0 0,0 0 0 0 0,0 0 0 0 0,0-1-1 0 0,0 1 1 0 0,0 0 0 0 0,0 0-1 0 0,1 0 1 0 0,-1-1 0 0 0,0 1 0 0 0,0 0-1 0 0,0 0 1 0 0,0 0 0 0 0,0 0-1 0 0,0-1 1 0 0,0 1 0 0 0,0 0 0 0 0,1 0-1 0 0,-1 0 1 0 0,0 0 0 0 0,0 0 0 0 0,0 0-1 0 0,0-1 1 0 0,1 1 0 0 0,-1 0-1 0 0,0 0 1 0 0,0 0 0 0 0,0 0 0 0 0,0 0-1 0 0,1 0 1 0 0,-1 0 0 0 0,0 0-1 0 0,0 0 1 0 0,0 0 0 0 0,1 0 0 0 0,-1 0-1 0 0,0 0 1 0 0,0 0 0 0 0,3 12 122 0 0,-1 27 18 0 0,-2-32-40 0 0,65 547 2961 0 0,-10-149-2187 0 0,-50-339-694 0 0,-5 124 0 0 0,-3-160-135 0 0,0-1 1 0 0,-2 0 0 0 0,-1 0 0 0 0,-1 0 0 0 0,-1-1 0 0 0,-22 46 0 0 0,26-66 41 0 0,0 0 0 0 0,-1 0 0 0 0,0-1 0 0 0,0 1-1 0 0,-1-1 1 0 0,0-1 0 0 0,0 1 0 0 0,0-1 0 0 0,-1 0 0 0 0,0-1 0 0 0,0 1 0 0 0,-1-1 0 0 0,1-1 0 0 0,-1 1 0 0 0,0-1 0 0 0,-1-1 0 0 0,1 0 0 0 0,-16 4 0 0 0,20-6 5 0 0,-1-1-1 0 0,0 1 1 0 0,0-1 0 0 0,1-1 0 0 0,-1 1 0 0 0,0-1 0 0 0,1 1 0 0 0,-1-1 0 0 0,0-1 0 0 0,1 1 0 0 0,-1-1-1 0 0,1 1 1 0 0,0-1 0 0 0,0-1 0 0 0,-1 1 0 0 0,1-1 0 0 0,1 1 0 0 0,-7-6 0 0 0,-4-4-19 0 0,1 0-1 0 0,0-1 1 0 0,-16-21 0 0 0,16 17-72 0 0,1 0 0 0 0,0-1 0 0 0,1 0 0 0 0,1-1 0 0 0,1 0 0 0 0,1 0 0 0 0,0-1 0 0 0,-7-36 0 0 0,11 38-130 0 0,2 0 0 0 0,0 0 1 0 0,1 0-1 0 0,1 0 0 0 0,0 0 0 0 0,2 0 0 0 0,0 1 0 0 0,1-1 0 0 0,0 0 1 0 0,12-30-1 0 0,-3 17-206 0 0,1 0 0 0 0,2 1 0 0 0,2 0-1 0 0,0 1 1 0 0,24-28 0 0 0,-12 21-222 0 0,2 1 0 0 0,2 1 0 0 0,38-30 0 0 0,122-76-4168 0 0,10 17-4805 0 0,-203 123 9522 0 0,38-21-4962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9:30.4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101 645 1384 0 0,'-5'-1'479'0'0,"0"1"-1"0"0,0 0 1 0 0,-1 0-1 0 0,1 0 1 0 0,0 1 0 0 0,0-1-1 0 0,0 1 1 0 0,0 0-1 0 0,-8 3 1 0 0,10-2-340 0 0,1 0 1 0 0,-1 0 0 0 0,1-1-1 0 0,0 1 1 0 0,-1 1-1 0 0,1-1 1 0 0,0 0-1 0 0,0 0 1 0 0,0 1-1 0 0,1-1 1 0 0,-1 1-1 0 0,1 0 1 0 0,-1-1-1 0 0,1 1 1 0 0,0 0 0 0 0,-2 4-1 0 0,2-1 23 0 0,-1-1-1 0 0,1 0 1 0 0,-1 1 0 0 0,2-1-1 0 0,-1 1 1 0 0,0-1-1 0 0,1 1 1 0 0,0 0 0 0 0,1-1-1 0 0,-1 1 1 0 0,1-1-1 0 0,0 1 1 0 0,0-1 0 0 0,1 1-1 0 0,3 7 1 0 0,-4-9-100 0 0,1-1 0 0 0,0 1 0 0 0,1-1-1 0 0,-1 0 1 0 0,0 1 0 0 0,1-1 0 0 0,0-1 0 0 0,0 1 0 0 0,0 0 0 0 0,0-1 0 0 0,0 1-1 0 0,0-1 1 0 0,1 0 0 0 0,-1 0 0 0 0,1 0 0 0 0,-1-1 0 0 0,1 1 0 0 0,0-1 0 0 0,0 0 0 0 0,0 0-1 0 0,0 0 1 0 0,6 0 0 0 0,0 0-26 0 0,0 0 0 0 0,1-1-1 0 0,-1-1 1 0 0,1 0 0 0 0,-1 0-1 0 0,0-1 1 0 0,0 0 0 0 0,0-1-1 0 0,0 0 1 0 0,0-1 0 0 0,0 0-1 0 0,-1 0 1 0 0,0-1 0 0 0,0 0-1 0 0,0-1 1 0 0,14-11 0 0 0,-11 6-26 0 0,0-1 0 0 0,-1 0 0 0 0,0-1 0 0 0,-1 1 0 0 0,-1-2 1 0 0,0 0-1 0 0,-1 0 0 0 0,0 0 0 0 0,-1-1 0 0 0,5-16 0 0 0,3-15 13 0 0,-3 0 0 0 0,-1 0 1 0 0,8-85-1 0 0,-14 44-79 0 0,-6-101 1 0 0,1 177 52 0 0,0 2-12 0 0,-1 0 1 0 0,1 0 0 0 0,-2-1-1 0 0,-3-13 1 0 0,5 22 14 0 0,0 1 0 0 0,0-1 0 0 0,0 1 0 0 0,0-1 1 0 0,0 1-1 0 0,0-1 0 0 0,-1 1 0 0 0,1-1 0 0 0,0 1 0 0 0,0 0 1 0 0,-1-1-1 0 0,1 1 0 0 0,0-1 0 0 0,-1 1 0 0 0,1 0 0 0 0,0-1 1 0 0,-1 1-1 0 0,1 0 0 0 0,-1-1 0 0 0,1 1 0 0 0,0 0 0 0 0,-1-1 0 0 0,1 1 1 0 0,-1 0-1 0 0,1 0 0 0 0,-1 0 0 0 0,1 0 0 0 0,-1-1 0 0 0,1 1 1 0 0,-1 0-1 0 0,1 0 0 0 0,-1 0 0 0 0,1 0 0 0 0,-1 0 0 0 0,1 0 0 0 0,-1 0 1 0 0,1 0-1 0 0,-1 0 0 0 0,1 1 0 0 0,-1-1 0 0 0,1 0 0 0 0,-1 0 1 0 0,1 0-1 0 0,-1 1 0 0 0,1-1 0 0 0,-1 0 0 0 0,1 0 0 0 0,0 1 1 0 0,-1-1-1 0 0,1 0 0 0 0,-1 1 0 0 0,1-1 0 0 0,0 0 0 0 0,-1 1 0 0 0,1-1 1 0 0,0 1-1 0 0,0-1 0 0 0,-1 1 0 0 0,1-1 0 0 0,0 1 0 0 0,-1 0 1 0 0,-15 27 56 0 0,4 8-36 0 0,0 1 0 0 0,3-1 0 0 0,1 1 0 0 0,-4 40 0 0 0,7-16-14 0 0,4 108 0 0 0,2-148 23 0 0,1-1 1 0 0,1 1 0 0 0,1-1-1 0 0,1 0 1 0 0,0 0-1 0 0,2 0 1 0 0,0-1-1 0 0,19 35 1 0 0,-23-47-104 0 0,1-1 0 0 0,0 1 0 0 0,1-1 1 0 0,0 0-1 0 0,0-1 0 0 0,0 1 0 0 0,1-1 0 0 0,-1 0 1 0 0,1 0-1 0 0,0-1 0 0 0,1 0 0 0 0,-1 0 0 0 0,1 0 1 0 0,0-1-1 0 0,0 0 0 0 0,0 0 0 0 0,0 0 0 0 0,0-1 1 0 0,1-1-1 0 0,-1 1 0 0 0,1-1 0 0 0,-1 0 0 0 0,1-1 1 0 0,-1 0-1 0 0,1 0 0 0 0,0 0 0 0 0,7-2 0 0 0,-5 0-315 0 0,0-1 0 0 0,0 0-1 0 0,-1 0 1 0 0,0-1 0 0 0,1 0-1 0 0,-1-1 1 0 0,-1 0 0 0 0,1 0-1 0 0,-1-1 1 0 0,0 0 0 0 0,0-1-1 0 0,0 1 1 0 0,-1-1 0 0 0,0-1-1 0 0,-1 1 1 0 0,0-1 0 0 0,0-1-1 0 0,0 1 1 0 0,4-10 0 0 0,7-14-1040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9:31.1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43 334 2148 0 0,'3'-59'2786'0'0,"-2"0"0"0"0,-13-114 0 0 0,8 142-1960 0 0,0 19-371 0 0,-2 18-278 0 0,-2 18 34 0 0,1 28 701 0 0,3 0 0 0 0,3 85 0 0 0,2-64-330 0 0,13 191 233 0 0,-11-219-713 0 0,-2-41-92 0 0,-1 4 71 0 0,1-1 0 0 0,0 1 0 0 0,0 0 0 0 0,3 7 0 0 0,-3-13-32 0 0,11-20 6 0 0,0-20-50 0 0,43-111 3 0 0,-48 134-20 0 0,0 0-1 0 0,2 0 1 0 0,-1 1 0 0 0,2 0-1 0 0,0 0 1 0 0,1 1 0 0 0,14-14 0 0 0,-22 24 5 0 0,0 1-1 0 0,0-1 1 0 0,1 1 0 0 0,-1 0 0 0 0,1-1 0 0 0,-1 2 0 0 0,1-1 0 0 0,0 0 0 0 0,0 1 0 0 0,0-1 0 0 0,0 1 0 0 0,0 0 0 0 0,0 1 0 0 0,0-1 0 0 0,5 0 0 0 0,-6 1 4 0 0,0 1 0 0 0,1-1 1 0 0,-1 1-1 0 0,0 0 0 0 0,0-1 0 0 0,0 1 1 0 0,0 0-1 0 0,0 1 0 0 0,0-1 1 0 0,0 1-1 0 0,0-1 0 0 0,-1 1 0 0 0,1 0 1 0 0,0 0-1 0 0,-1 0 0 0 0,0 0 0 0 0,1 0 1 0 0,-1 1-1 0 0,2 3 0 0 0,4 4 1 0 0,-1 1-1 0 0,-1 0 1 0 0,0 1-1 0 0,0-1 1 0 0,6 21-1 0 0,13 65 15 0 0,-5-18 59 0 0,-20-77-62 0 0,1 0-1 0 0,0 0 1 0 0,-1-1 0 0 0,1 1-1 0 0,0 0 1 0 0,0 0 0 0 0,0-1-1 0 0,0 1 1 0 0,0-1-1 0 0,1 1 1 0 0,-1-1 0 0 0,0 0-1 0 0,1 1 1 0 0,-1-1 0 0 0,0 0-1 0 0,1 0 1 0 0,0 0-1 0 0,-1 0 1 0 0,4 1 0 0 0,-2-1-2 0 0,0 0 0 0 0,1 0-1 0 0,-1-1 1 0 0,0 1 0 0 0,0-1 0 0 0,1 0 0 0 0,-1 0 0 0 0,0 0 0 0 0,1 0 0 0 0,4-2 0 0 0,1 0-1 0 0,0 0 1 0 0,0-1 0 0 0,0-1-1 0 0,0 0 1 0 0,-1 0-1 0 0,0 0 1 0 0,10-8 0 0 0,2-4-10 0 0,-1-1 1 0 0,-1-2 0 0 0,0 0-1 0 0,-2 0 1 0 0,0-2 0 0 0,-1 0-1 0 0,-1 0 1 0 0,15-35 0 0 0,-24 45 2 0 0,-1 1 0 0 0,0-1 0 0 0,0 0 0 0 0,3-22 0 0 0,-7 31-1 0 0,0 0-1 0 0,1 0 1 0 0,-1 0 0 0 0,0 0 0 0 0,0 0-1 0 0,0 0 1 0 0,0 0 0 0 0,0 0 0 0 0,-1 0-1 0 0,1 0 1 0 0,-1 0 0 0 0,0-2 0 0 0,-10-7-44 0 0,10 10 27 0 0,-2 2 4 0 0,-3 1 10 0 0,0 1 0 0 0,1-1 1 0 0,-1 1-1 0 0,1 1 0 0 0,0-1 0 0 0,0 1 0 0 0,0-1 0 0 0,0 1 0 0 0,1 1 0 0 0,0-1 0 0 0,0 1 1 0 0,0 0-1 0 0,0-1 0 0 0,1 2 0 0 0,-5 8 0 0 0,2-5 2 0 0,1 1 0 0 0,1 0 0 0 0,0 1 0 0 0,0-1 0 0 0,1 1 0 0 0,0 0 0 0 0,1 0 0 0 0,-2 13 0 0 0,4-19 12 0 0,0 0 0 0 0,0 0 0 0 0,0 0 0 0 0,0 0 0 0 0,1 0 0 0 0,0 0 0 0 0,0 0 0 0 0,0 0 0 0 0,1-1 0 0 0,-1 1 0 0 0,1 0 0 0 0,0-1 0 0 0,1 1 0 0 0,-1-1 0 0 0,1 0 0 0 0,3 5 0 0 0,-2-5-51 0 0,0 0 0 0 0,1-1-1 0 0,-1 1 1 0 0,1-1 0 0 0,0 1-1 0 0,-1-2 1 0 0,2 1-1 0 0,-1 0 1 0 0,0-1 0 0 0,0 0-1 0 0,1 0 1 0 0,6 1 0 0 0,8 0-689 0 0,0 0-1 0 0,1-2 1 0 0,-1 0 0 0 0,0-1 0 0 0,1-1 0 0 0,32-6 0 0 0,12-6-4199 0 0,-34 3 888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9:31.4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207 80 2708 0 0,'-203'20'11540'0'0,"199"-20"-10778"0"0,5-1-746 0 0,-1 1 1 0 0,0-1-1 0 0,0 0 1 0 0,1 0-1 0 0,-1 1 0 0 0,0-1 1 0 0,1 0-1 0 0,-1 1 1 0 0,0-1-1 0 0,1 0 0 0 0,-1 1 1 0 0,1-1-1 0 0,0 1 1 0 0,-1-1-1 0 0,1 1 0 0 0,-1-1 1 0 0,1 1-1 0 0,0-1 1 0 0,-1 1-1 0 0,1 0 0 0 0,0-1 1 0 0,-1 1-1 0 0,1 0 1 0 0,0-1-1 0 0,1 1 0 0 0,25-7 44 0 0,-12 3-1 0 0,244-52-5262 0 0,-214 48 2384 0 0,12-2-2310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9:32.1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20 101 196 0 0,'-4'-15'2916'0'0,"1"1"0"0"0,-2-17 1 0 0,0-2-116 0 0,5 31-2356 0 0,-2-3 241 0 0,3 15 14 0 0,54 471 4151 0 0,-52-457-4737 0 0,-1-3-1029 0 0,-1-5-3198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9:32.3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69 816 0 0,'-49'-68'10266'0'0,"49"67"-9811"0"0,-5 3-642 0 0,5-2 167 0 0,0 0 0 0 0,0 0 0 0 0,-1 0 0 0 0,1 0 0 0 0,0 0 0 0 0,-1 0 0 0 0,1 0-1 0 0,0 0 1 0 0,0 0 0 0 0,-1 1 0 0 0,1-1 0 0 0,0 0 0 0 0,0 0 0 0 0,-1 0 0 0 0,1 0 0 0 0,0 0-1 0 0,0 0 1 0 0,0 1 0 0 0,-1-1 0 0 0,1 0 0 0 0,0 0 0 0 0,0 0 0 0 0,0 1 0 0 0,-1-1-1 0 0,1 0 1 0 0,0 0 0 0 0,0 0 0 0 0,0 1 0 0 0,0-1 0 0 0,0 0 0 0 0,0 0 0 0 0,0 1-1 0 0,-1-1 1 0 0,4 5-911 0 0,0 0 0 0 0,-1-1-1 0 0,1 1 1 0 0,1-1 0 0 0,5 6-1 0 0,-1-2-1742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9:32.8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 1512 0 0,'22'85'8193'0'0,"-17"-60"-7653"0"0,0 0 0 0 0,-2 1 0 0 0,1 25 0 0 0,-9 5 757 0 0,5-54-993 0 0,-1 1 59 0 0,2-3-337 0 0,-1 1 0 0 0,0-1 0 0 0,0 1 0 0 0,0-1 0 0 0,0 0 0 0 0,0 1 0 0 0,0-1-1 0 0,0 1 1 0 0,0-1 0 0 0,0 1 0 0 0,-1-1 0 0 0,1 0 0 0 0,0 1 0 0 0,0-1 0 0 0,0 0 0 0 0,0 1 0 0 0,-1-1 0 0 0,1 1 0 0 0,0-1 0 0 0,0 0 0 0 0,0 0 0 0 0,-1 1 0 0 0,1-1-1 0 0,0 0 1 0 0,-1 1 0 0 0,-1-3-15 0 0,0 1 0 0 0,0-1 0 0 0,0 0 0 0 0,0 0 0 0 0,0 0 0 0 0,1 0 0 0 0,-1 0-1 0 0,1 0 1 0 0,0 0 0 0 0,-1 0 0 0 0,1-1 0 0 0,0 1 0 0 0,0-1 0 0 0,0 1 0 0 0,1-1-1 0 0,-1 1 1 0 0,1-1 0 0 0,-1 1 0 0 0,1-1 0 0 0,0 1 0 0 0,0-5 0 0 0,-1-9 2 0 0,1 1-1 0 0,2-22 1 0 0,0 26-13 0 0,0 0 0 0 0,0 1 0 0 0,1-1-1 0 0,0 0 1 0 0,1 1 0 0 0,0 0 0 0 0,0 0-1 0 0,1 0 1 0 0,8-10 0 0 0,-10 15-3 0 0,0 1 0 0 0,1-1 1 0 0,0 1-1 0 0,0-1 0 0 0,0 1 0 0 0,1 0 1 0 0,-1 1-1 0 0,1-1 0 0 0,0 1 0 0 0,0 0 1 0 0,0 0-1 0 0,0 0 0 0 0,1 1 0 0 0,-1 0 1 0 0,1 0-1 0 0,-1 0 0 0 0,12-1 0 0 0,-10 3 2 0 0,0 0 0 0 0,0 0 0 0 0,0 1 0 0 0,0 0 0 0 0,0 0 0 0 0,-1 1-1 0 0,1-1 1 0 0,0 2 0 0 0,-1-1 0 0 0,1 1 0 0 0,-1 0 0 0 0,0 0 0 0 0,0 0 0 0 0,0 1-1 0 0,0 0 1 0 0,7 7 0 0 0,-2 0 29 0 0,1 0 0 0 0,-1 0 0 0 0,-1 1-1 0 0,0 1 1 0 0,-1-1 0 0 0,8 15 0 0 0,-10-11 47 0 0,0 0 1 0 0,-2 0 0 0 0,8 31 0 0 0,0-1-514 0 0,-13-46 377 0 0,0 0 0 0 0,0 1-1 0 0,0-1 1 0 0,0 1 0 0 0,1-1 0 0 0,-1 0 0 0 0,0 1-1 0 0,0-1 1 0 0,0 0 0 0 0,1 0 0 0 0,-1 1 0 0 0,0-1-1 0 0,1 0 1 0 0,-1 1 0 0 0,0-1 0 0 0,1 0 0 0 0,-1 0-1 0 0,0 0 1 0 0,1 0 0 0 0,-1 1 0 0 0,0-1 0 0 0,1 0 0 0 0,-1 0-1 0 0,1 0 1 0 0,-1 0 0 0 0,0 0 0 0 0,1 0 0 0 0,-1 0-1 0 0,1 0 1 0 0,16-5-1257 0 0,11-12-1112 0 0,1-9-1436 0 0,-14 11 950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9:33.1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1 121 1880 0 0,'16'-40'3818'0'0,"-9"21"40"0"0,17-32 1 0 0,-23 50-3472 0 0,3-9 1963 0 0,-1 23-1825 0 0,0 0 0 0 0,-1 0 0 0 0,-1 0-1 0 0,0 0 1 0 0,-1 0 0 0 0,-2 16 0 0 0,2 26 208 0 0,1-30-485 0 0,6 67 205 0 0,-6-84-413 0 0,1 1 0 0 0,0 0 0 0 0,0 0 0 0 0,1-1 0 0 0,0 1-1 0 0,1-1 1 0 0,8 14 0 0 0,-10-19-103 0 0,0 0 0 0 0,0-1 0 0 0,0 1-1 0 0,1-1 1 0 0,-1 1 0 0 0,1-1-1 0 0,-1 0 1 0 0,1 0 0 0 0,0 0 0 0 0,0 0-1 0 0,0-1 1 0 0,0 1 0 0 0,0-1 0 0 0,1 0-1 0 0,-1 0 1 0 0,0 0 0 0 0,0 0 0 0 0,1-1-1 0 0,-1 1 1 0 0,1-1 0 0 0,-1 0 0 0 0,0 0-1 0 0,1 0 1 0 0,-1 0 0 0 0,1-1-1 0 0,-1 1 1 0 0,0-1 0 0 0,1 0 0 0 0,-1 0-1 0 0,0 0 1 0 0,0 0 0 0 0,4-3 0 0 0,1 0-611 0 0,0 1 0 0 0,-1-2 0 0 0,0 1 0 0 0,0-1 0 0 0,0 0 0 0 0,0-1 0 0 0,-1 0 0 0 0,0 0 0 0 0,0 0 0 0 0,-1 0 0 0 0,1-1 0 0 0,3-8 0 0 0,3-9-2855 0 0,-2-3-1268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9:33.2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54 1452 0 0,'-37'-21'5060'0'0,"24"13"-3399"0"0,-1 1 0 0 0,-23-10-1 0 0,35 17-1546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9:33.5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 2328 0 0,'8'-8'6592'0'0,"-7"8"-6437"0"0,0-1 1 0 0,-1 1-1 0 0,1 0 0 0 0,0 0 1 0 0,0 0-1 0 0,-1-1 0 0 0,1 1 0 0 0,0 0 1 0 0,0 0-1 0 0,-1 0 0 0 0,1 0 0 0 0,0 0 1 0 0,0 0-1 0 0,0 0 0 0 0,-1 0 0 0 0,1 1 1 0 0,0-1-1 0 0,0 0 0 0 0,-1 0 1 0 0,1 1-1 0 0,0-1 0 0 0,0 0 0 0 0,-1 1 1 0 0,1-1-1 0 0,0 1 0 0 0,-1-1 0 0 0,1 1 1 0 0,-1-1-1 0 0,1 1 0 0 0,-1-1 1 0 0,1 1-1 0 0,-1 0 0 0 0,1-1 0 0 0,-1 1 1 0 0,1 0-1 0 0,-1-1 0 0 0,0 1 0 0 0,1 0 1 0 0,-1 0-1 0 0,0-1 0 0 0,1 2 1 0 0,12 39 1541 0 0,-13-38-1443 0 0,28 142 2262 0 0,9 156 1 0 0,-16-111-2238 0 0,-19-174-383 0 0,7 41-1262 0 0,-8-55 1057 0 0,0 1 0 0 0,-1-1 0 0 0,1 1 0 0 0,0-1 0 0 0,0 1 0 0 0,1-1 0 0 0,-1 1 0 0 0,0-1 1 0 0,1 0-1 0 0,0 0 0 0 0,-1 0 0 0 0,1 0 0 0 0,0 0 0 0 0,0 0 0 0 0,0 0 0 0 0,4 2 0 0 0,-4-3-195 0 0,1-1 0 0 0,-1 1 0 0 0,0-1-1 0 0,0 0 1 0 0,0 1 0 0 0,0-1 0 0 0,0 0-1 0 0,1 0 1 0 0,-1 0 0 0 0,0-1 0 0 0,0 1-1 0 0,0 0 1 0 0,0-1 0 0 0,0 0 0 0 0,3 0-1 0 0,10-4-5006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9:33.8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78 1020 0 0,'24'-77'18125'0'0,"-19"91"-16635"0"0,0 23-581 0 0,-3-5-479 0 0,1 1-1 0 0,2-2 1 0 0,1 1-1 0 0,1 0 1 0 0,2-1-1 0 0,15 36 1 0 0,-23-63-491 0 0,1-1 0 0 0,0 0 0 0 0,0 0 0 0 0,0 0 0 0 0,1 0 0 0 0,-1 0 0 0 0,1 0 0 0 0,-1-1 0 0 0,1 1 0 0 0,0-1 0 0 0,0 0 0 0 0,0 0 0 0 0,0 0 0 0 0,0 0 0 0 0,1 0 0 0 0,-1-1 0 0 0,0 1 0 0 0,1-1 0 0 0,0 0 0 0 0,-1 0 0 0 0,1 0 0 0 0,-1-1 0 0 0,1 1 0 0 0,0-1 0 0 0,0 0 0 0 0,-1 0 0 0 0,1 0 0 0 0,5-1 0 0 0,-1-1-616 0 0,-1 1 1 0 0,0-1-1 0 0,-1 0 0 0 0,1 0 0 0 0,0 0 0 0 0,8-5 0 0 0,-9 3-575 0 0,0 1-1 0 0,0-1 0 0 0,0 0 1 0 0,-1-1-1 0 0,1 1 0 0 0,4-7 1 0 0,4-6-5620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9:34.0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83 60 0 0,'-33'-25'7013'0'0,"-14"-10"-425"0"0,36 26-5770 0 0,-7-4-2817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9:34.2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0 1116 0 0,'-68'33'9080'0'0,"65"-31"-8603"0"0,3-2-445 0 0,0 0-1 0 0,0 1 1 0 0,0-1 0 0 0,-1 0-1 0 0,1 0 1 0 0,0 1 0 0 0,0-1-1 0 0,0 0 1 0 0,0 1 0 0 0,0-1-1 0 0,0 0 1 0 0,0 0 0 0 0,-1 1-1 0 0,1-1 1 0 0,0 0 0 0 0,0 1-1 0 0,0-1 1 0 0,0 0-1 0 0,0 1 1 0 0,0-1 0 0 0,1 0-1 0 0,-1 1 1 0 0,0-1 0 0 0,0 0-1 0 0,0 1 1 0 0,0-1 0 0 0,0 0-1 0 0,1 1 1 0 0,16 0-117 0 0,0 0 0 0 0,1-1-1 0 0,-1-1 1 0 0,1-1 0 0 0,-1 0 0 0 0,19-6-1 0 0,3 1-1700 0 0,-6 2-1125 0 0,1-2-982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9:34.8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394 61 1408 0 0,'0'0'1738'0'0,"-15"-30"4587"0"0,12 27-6210 0 0,0 0 0 0 0,-1 0 1 0 0,1 0-1 0 0,-1 1 0 0 0,1 0 0 0 0,-1-1 0 0 0,0 1 1 0 0,0 1-1 0 0,0-1 0 0 0,0 1 0 0 0,0-1 1 0 0,0 1-1 0 0,0 0 0 0 0,-1 0 0 0 0,-7 0 1 0 0,5 2-59 0 0,0-1 1 0 0,-1 1-1 0 0,1 0 1 0 0,0 0 0 0 0,0 1-1 0 0,0 0 1 0 0,1 1 0 0 0,-14 5-1 0 0,3 2-62 0 0,0 0-1 0 0,0 1 1 0 0,1 1-1 0 0,1 1 1 0 0,0 0-1 0 0,-15 18 0 0 0,18-18 9 0 0,0 1 1 0 0,0 0-1 0 0,2 1 0 0 0,0 0 0 0 0,0 1 0 0 0,1 0 0 0 0,2 0 0 0 0,-1 1 0 0 0,-4 18 0 0 0,11-31 6 0 0,0 0-1 0 0,0 0 0 0 0,0 0 1 0 0,1 1-1 0 0,0-1 1 0 0,0 0-1 0 0,0 1 1 0 0,0-1-1 0 0,1 0 0 0 0,-1 0 1 0 0,1 0-1 0 0,0 1 1 0 0,0-1-1 0 0,1 0 1 0 0,-1 0-1 0 0,1 0 1 0 0,0-1-1 0 0,0 1 0 0 0,0 0 1 0 0,1-1-1 0 0,-1 1 1 0 0,1-1-1 0 0,0 0 1 0 0,0 0-1 0 0,0 0 1 0 0,0 0-1 0 0,1 0 0 0 0,-1-1 1 0 0,5 4-1 0 0,-1-3-8 0 0,0 0-1 0 0,0 0 1 0 0,0 0 0 0 0,0-1-1 0 0,0 0 1 0 0,1-1-1 0 0,-1 1 1 0 0,1-1 0 0 0,-1-1-1 0 0,1 1 1 0 0,-1-1-1 0 0,1-1 1 0 0,-1 0 0 0 0,1 0-1 0 0,14-3 1 0 0,-12 0-27 0 0,-1 1-1 0 0,1-1 1 0 0,-1-1 0 0 0,0 1 0 0 0,0-2 0 0 0,0 1 0 0 0,-1-1 0 0 0,0 0-1 0 0,0-1 1 0 0,-1 0 0 0 0,1 0 0 0 0,-1-1 0 0 0,-1 0 0 0 0,11-16-1 0 0,-7 7 62 0 0,-1 0-1 0 0,-1-1 1 0 0,-1 0-1 0 0,0 0 1 0 0,-1-1-1 0 0,6-37 0 0 0,7-27 1456 0 0,-18 81-1300 0 0,1 8-35 0 0,0 0 0 0 0,-1 1 0 0 0,1 0 1 0 0,-1-1-1 0 0,-1 1 0 0 0,1 0 0 0 0,-2 12 0 0 0,2 10 212 0 0,14 78 343 0 0,-12-96-699 0 0,-1-1 0 0 0,1 1 0 0 0,1-1 0 0 0,0 0 0 0 0,1 0 1 0 0,0 0-1 0 0,10 15 0 0 0,-13-22-239 0 0,1-1 0 0 0,-1 1 0 0 0,1-1 0 0 0,-1 0 0 0 0,1 0 0 0 0,0 0 0 0 0,0 0 0 0 0,-1 0 0 0 0,2-1 0 0 0,-1 1 0 0 0,0-1 0 0 0,5 1 0 0 0,-5-1-371 0 0,0 0 0 0 0,0-1 1 0 0,0 1-1 0 0,0-1 1 0 0,0 0-1 0 0,0 0 0 0 0,0 0 1 0 0,0-1-1 0 0,3 0 0 0 0,8-3-3987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9:35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49 124 1140 0 0,'-40'-124'16354'0'0,"38"129"-15197"0"0,1-5-1123 0 0,1 0 1 0 0,0 0 0 0 0,-1 0-1 0 0,1 0 1 0 0,0 0 0 0 0,-1 1-1 0 0,1-1 1 0 0,0 0-1 0 0,0 0 1 0 0,-1 1 0 0 0,1-1-1 0 0,0 0 1 0 0,0 0 0 0 0,-1 1-1 0 0,1-1 1 0 0,0 0 0 0 0,0 1-1 0 0,0-1 1 0 0,0 0-1 0 0,-1 1 1 0 0,1-1 0 0 0,0 0-1 0 0,0 1 1 0 0,0-1 0 0 0,0 0-1 0 0,0 1 1 0 0,0-1 0 0 0,0 0-1 0 0,0 1 1 0 0,0-1 0 0 0,0 0-1 0 0,0 1 1 0 0,9 72 2357 0 0,20 76 0 0 0,0-6-1596 0 0,-5 50 77 0 0,2 7-5612 0 0,-17-161 836 0 0,3-13-2948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9:36.0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22 101 1244 0 0,'-3'-10'2282'0'0,"0"-1"0"0"0,-3-22 0 0 0,-3-12 568 0 0,8 43-2430 0 0,6 17-216 0 0,8 46 438 0 0,8 88 0 0 0,-8 64-157 0 0,-10-153-406 0 0,0 176 442 0 0,-3-190 85 0 0,0-44-300 0 0,-4-13-210 0 0,4-8-71 0 0,0 0-1 0 0,1-1 1 0 0,1 1 0 0 0,0 0 0 0 0,2 0 0 0 0,6-20 0 0 0,-8 29-24 0 0,1-1 0 0 0,1 1 0 0 0,-1 0 0 0 0,2 0 1 0 0,0 0-1 0 0,0 0 0 0 0,0 1 0 0 0,1 0 0 0 0,1 0 1 0 0,13-14-1 0 0,-15 18-7 0 0,0 0-1 0 0,1 1 1 0 0,0 0 0 0 0,0 0 0 0 0,0 0 0 0 0,0 1 0 0 0,1-1 0 0 0,0 2 0 0 0,-1-1-1 0 0,1 1 1 0 0,0 0 0 0 0,0 0 0 0 0,0 1 0 0 0,0 0 0 0 0,1 0 0 0 0,-1 1 0 0 0,8 0-1 0 0,2 1-2 0 0,-1 1-1 0 0,1 1 0 0 0,-1 1 0 0 0,0 0 0 0 0,0 1 0 0 0,0 1 0 0 0,-1 0 1 0 0,20 12-1 0 0,-23-12 4 0 0,0 1 1 0 0,-1 0 0 0 0,0 1 0 0 0,-1 1 0 0 0,0-1-1 0 0,0 2 1 0 0,-1-1 0 0 0,0 1 0 0 0,-1 1 0 0 0,14 21-1 0 0,-20-29 28 0 0,0 0-1 0 0,-1 1 1 0 0,1-1-1 0 0,-1 1 1 0 0,0 0-1 0 0,0-1 0 0 0,0 1 1 0 0,0 0-1 0 0,-1 0 1 0 0,1-1-1 0 0,-1 1 1 0 0,0 0-1 0 0,0 0 0 0 0,-1 0 1 0 0,1-1-1 0 0,-1 1 1 0 0,1 0-1 0 0,-1 0 0 0 0,-1-1 1 0 0,1 1-1 0 0,0-1 1 0 0,-1 1-1 0 0,-3 5 1 0 0,2-5 9 0 0,0 0 1 0 0,-1 0-1 0 0,1-1 0 0 0,-1 1 1 0 0,0-1-1 0 0,0 0 1 0 0,0 0-1 0 0,-1 0 1 0 0,1 0-1 0 0,-1-1 0 0 0,1 0 1 0 0,-1 0-1 0 0,0 0 1 0 0,0 0-1 0 0,0-1 1 0 0,0 0-1 0 0,-6 1 0 0 0,-25 1-148 0 0,-67-2-1 0 0,51-2-3365 0 0,49 1 2237 0 0,-8-1-3361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9:36.4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282 54 2392 0 0,'1'-3'1783'0'0,"-1"1"-1471"0"0,1 1 1 0 0,-1-1-1 0 0,1 0 0 0 0,-1 0 1 0 0,0 0-1 0 0,0 0 0 0 0,0 0 1 0 0,0 0-1 0 0,0 0 0 0 0,0 0 1 0 0,-1 0-1 0 0,1 0 0 0 0,-1 1 1 0 0,1-1-1 0 0,-1 0 1 0 0,0 0-1 0 0,-1-2 0 0 0,1 2-234 0 0,0 1 0 0 0,0 0-1 0 0,0 0 1 0 0,0 0 0 0 0,0 0-1 0 0,0 0 1 0 0,0 0 0 0 0,-1 1-1 0 0,1-1 1 0 0,0 0 0 0 0,0 1-1 0 0,-1-1 1 0 0,1 0 0 0 0,-1 1-1 0 0,1 0 1 0 0,-1-1 0 0 0,1 1-1 0 0,0 0 1 0 0,-1 0 0 0 0,1 0-1 0 0,-1 0 1 0 0,1 0 0 0 0,-1 0-1 0 0,1 0 1 0 0,-1 0 0 0 0,1 1-1 0 0,-1-1 1 0 0,-1 1 0 0 0,-9 3 72 0 0,1 0 1 0 0,-1 1-1 0 0,1 1 1 0 0,0-1 0 0 0,1 2-1 0 0,0-1 1 0 0,0 2-1 0 0,0-1 1 0 0,1 1-1 0 0,0 1 1 0 0,-16 18-1 0 0,11-9-54 0 0,1 0-1 0 0,0 1 1 0 0,2 0-1 0 0,0 1 1 0 0,-15 38-1 0 0,23-52-67 0 0,1 0 0 0 0,1 1-1 0 0,-1-1 1 0 0,1 0-1 0 0,0 1 1 0 0,1-1 0 0 0,-1 1-1 0 0,1-1 1 0 0,1 1-1 0 0,1 11 1 0 0,-2-15-17 0 0,1 0 1 0 0,0-1-1 0 0,0 1 0 0 0,0-1 0 0 0,0 1 1 0 0,0-1-1 0 0,1 0 0 0 0,-1 1 1 0 0,0-1-1 0 0,1 0 0 0 0,0 0 0 0 0,0 0 1 0 0,0 0-1 0 0,0 0 0 0 0,0 0 0 0 0,0-1 1 0 0,0 1-1 0 0,0-1 0 0 0,0 1 1 0 0,1-1-1 0 0,-1 0 0 0 0,1 0 0 0 0,-1 0 1 0 0,1 0-1 0 0,-1-1 0 0 0,1 1 0 0 0,0-1 1 0 0,3 1-1 0 0,1 0 3 0 0,1-1 0 0 0,-1 0 0 0 0,0 0 1 0 0,0-1-1 0 0,0 0 0 0 0,1 0 0 0 0,-1-1 0 0 0,0 1 0 0 0,0-2 0 0 0,-1 1 0 0 0,8-4 1 0 0,-3 0-7 0 0,-1 0 0 0 0,0 0 0 0 0,-1-1 0 0 0,1-1 0 0 0,-1 1 0 0 0,9-11 0 0 0,6-11 22 0 0,-1-1 0 0 0,-2-1-1 0 0,22-40 1 0 0,-41 68-24 0 0,3-5 16 0 0,0 0-1 0 0,1 0 1 0 0,11-12 0 0 0,-16 19-12 0 0,15 6 27 0 0,-13-4-32 0 0,-1 1 0 0 0,1-1 0 0 0,-1 1 1 0 0,0 0-1 0 0,0 0 0 0 0,1 0 0 0 0,-1 1 1 0 0,-1-1-1 0 0,1 0 0 0 0,0 1 0 0 0,0-1 0 0 0,-1 1 1 0 0,0 0-1 0 0,1-1 0 0 0,-1 1 0 0 0,0 0 1 0 0,1 4-1 0 0,2 3-7 0 0,3 8 29 0 0,-1 0 0 0 0,5 22 0 0 0,-7-25-960 0 0,0 0 0 0 0,1 0 0 0 0,0-1 1 0 0,10 18-1 0 0,-3-16-3926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9:36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95 125 1140 0 0,'7'-20'2704'0'0,"-3"7"-985"0"0,0 0 1 0 0,0-1 0 0 0,-2 1-1 0 0,3-25 1 0 0,-5 38-1695 0 0,0-1 0 0 0,0 0 0 0 0,0 1 0 0 0,0-1 1 0 0,0 1-1 0 0,0-1 0 0 0,0 1 0 0 0,0-1 0 0 0,-1 1 0 0 0,1-1 0 0 0,0 1 1 0 0,0-1-1 0 0,0 1 0 0 0,-1-1 0 0 0,1 1 0 0 0,0-1 0 0 0,-1 1 0 0 0,1-1 1 0 0,0 1-1 0 0,-1 0 0 0 0,1-1 0 0 0,-1 1 0 0 0,1 0 0 0 0,-1-1 1 0 0,1 1-1 0 0,0 0 0 0 0,-2-1 0 0 0,-16 1 254 0 0,13 1-257 0 0,0 0 0 0 0,0 0-1 0 0,1 1 1 0 0,-1 0 0 0 0,-6 4-1 0 0,5-3-15 0 0,2 0 0 0 0,-1 1-1 0 0,0 0 1 0 0,1-1 0 0 0,-1 2-1 0 0,1-1 1 0 0,0 0 0 0 0,1 1 0 0 0,-1 0-1 0 0,1 0 1 0 0,-4 6 0 0 0,6-8-6 0 0,0 0 0 0 0,0 0 1 0 0,0 0-1 0 0,1 0 0 0 0,-1 0 1 0 0,1 0-1 0 0,-1 0 1 0 0,1 0-1 0 0,0 0 0 0 0,0 1 1 0 0,1-1-1 0 0,-1 0 0 0 0,1 0 1 0 0,-1 0-1 0 0,1 0 1 0 0,0 0-1 0 0,0 0 0 0 0,0 0 1 0 0,1 0-1 0 0,-1-1 0 0 0,1 1 1 0 0,-1 0-1 0 0,3 2 1 0 0,11 12 6 0 0,0 0 0 0 0,1-1 0 0 0,1 0 0 0 0,0-2 0 0 0,1 0-1 0 0,31 17 1 0 0,-19-11 73 0 0,38 33 0 0 0,-64-50 75 0 0,-1 0 0 0 0,0 0 0 0 0,-1 0 0 0 0,1 0 0 0 0,-1 1 0 0 0,1-1 0 0 0,-1 1 0 0 0,0 0 0 0 0,0-1 0 0 0,-1 1 0 0 0,3 8 0 0 0,-4-11-90 0 0,0 1 0 0 0,0-1 0 0 0,0 0 0 0 0,0 1 0 0 0,0-1 0 0 0,0 1 0 0 0,-1-1 0 0 0,1 0 1 0 0,-1 1-1 0 0,1-1 0 0 0,-1 0 0 0 0,1 0 0 0 0,-1 1 0 0 0,0-1 0 0 0,1 0 0 0 0,-1 0 0 0 0,0 0 0 0 0,0 0 0 0 0,-1 1 0 0 0,-20 17 599 0 0,13-15-564 0 0,1 1 0 0 0,-1-1 0 0 0,0-1 0 0 0,-1 0 0 0 0,1 0 0 0 0,-1-1 0 0 0,1 0 0 0 0,-1-1 0 0 0,-15 1 0 0 0,10-2-322 0 0,-1 0 0 0 0,0-1 0 0 0,1 0-1 0 0,-1-2 1 0 0,-18-4 0 0 0,33 7 68 0 0,-20-8-2109 0 0,20 7 1917 0 0,0 1 1 0 0,0 0 0 0 0,0-1-1 0 0,1 1 1 0 0,-1-1-1 0 0,0 1 1 0 0,0-1 0 0 0,-7-12-4491 0 0,8-1-77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9:37.1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28 356 0 0,'22'-25'11881'0'0,"-22"25"-11799"0"0,0 0 0 0 0,0-1 0 0 0,0 1 0 0 0,1 0 1 0 0,-1 0-1 0 0,0 0 0 0 0,0-1 0 0 0,1 1 0 0 0,-1 0 0 0 0,0 0 0 0 0,1 0 0 0 0,-1 0 0 0 0,0 0 0 0 0,1-1 0 0 0,-1 1 1 0 0,0 0-1 0 0,0 0 0 0 0,1 0 0 0 0,-1 0 0 0 0,0 0 0 0 0,1 0 0 0 0,-1 0 0 0 0,0 0 0 0 0,1 0 0 0 0,-1 0 0 0 0,0 0 1 0 0,1 0-1 0 0,-1 0 0 0 0,0 1 0 0 0,1-1 0 0 0,-1 0 0 0 0,0 0 0 0 0,1 0 0 0 0,-1 0 0 0 0,0 0 0 0 0,1 1 0 0 0,8 13 1731 0 0,2 27-54 0 0,-9-35-1402 0 0,5 31 441 0 0,-1 1 0 0 0,0 73-1 0 0,-5-65-2403 0 0,10 58 0 0 0,-2-80-1520 0 0,-7-22 2519 0 0,-1-1 0 0 0,0 1 0 0 0,0 0 0 0 0,1-1 0 0 0,-1 1 0 0 0,1-1 1 0 0,-1 0-1 0 0,1 0 0 0 0,0 1 0 0 0,1 0 0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9:37.5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281 59 2332 0 0,'1'-5'1169'0'0,"0"0"-284"0"0,0 1 0 0 0,-1 0 0 0 0,1 0 0 0 0,-1 0 0 0 0,0-1 0 0 0,-1 1 0 0 0,1 0 0 0 0,-2-8 0 0 0,1 11-819 0 0,1 1 1 0 0,0-1 0 0 0,-1 1-1 0 0,1-1 1 0 0,-1 1 0 0 0,1-1-1 0 0,-1 1 1 0 0,1 0 0 0 0,-1-1-1 0 0,0 1 1 0 0,1 0 0 0 0,-1-1-1 0 0,1 1 1 0 0,-1 0 0 0 0,0-1-1 0 0,1 1 1 0 0,-1 0 0 0 0,0 0-1 0 0,1 0 1 0 0,-1 0 0 0 0,0 0-1 0 0,1 0 1 0 0,-1 0 0 0 0,0 0-1 0 0,-1 0 1 0 0,-16 2 397 0 0,18-2-438 0 0,-18 3 173 0 0,1 1 0 0 0,0 0 0 0 0,0 2-1 0 0,1 0 1 0 0,-1 0 0 0 0,1 2 0 0 0,1 0 0 0 0,-1 1-1 0 0,1 0 1 0 0,1 1 0 0 0,-19 18 0 0 0,29-25-182 0 0,1 0 0 0 0,0 0-1 0 0,0 1 1 0 0,0-1 0 0 0,0 1 0 0 0,1 0 0 0 0,0 0 0 0 0,0 0 0 0 0,0 0-1 0 0,0 0 1 0 0,0 0 0 0 0,-1 9 0 0 0,2-10-11 0 0,1 0 0 0 0,0 0 1 0 0,0 0-1 0 0,0 0 0 0 0,0 0 0 0 0,0-1 0 0 0,1 1 1 0 0,-1 0-1 0 0,1 0 0 0 0,0 0 0 0 0,0-1 0 0 0,0 1 0 0 0,0 0 1 0 0,1-1-1 0 0,-1 1 0 0 0,0-1 0 0 0,1 1 0 0 0,0-1 1 0 0,0 0-1 0 0,0 0 0 0 0,3 4 0 0 0,7 4 10 0 0,0-1-1 0 0,1 1 1 0 0,0-2 0 0 0,26 13-1 0 0,63 20 58 0 0,-22-8 73 0 0,11 12 814 0 0,-90-44-932 0 0,0-1 1 0 0,0 0-1 0 0,0 1 0 0 0,-1-1 1 0 0,1 0-1 0 0,0 1 0 0 0,-1-1 1 0 0,1 1-1 0 0,0-1 0 0 0,-1 1 0 0 0,1 0 1 0 0,0-1-1 0 0,-1 1 0 0 0,1 0 1 0 0,-1-1-1 0 0,1 1 0 0 0,-1 0 1 0 0,0-1-1 0 0,1 1 0 0 0,-1 0 1 0 0,0 0-1 0 0,1 0 0 0 0,-1-1 1 0 0,0 1-1 0 0,0 0 0 0 0,0 0 1 0 0,0 0-1 0 0,0 0 0 0 0,0 0 1 0 0,0-1-1 0 0,0 1 0 0 0,0 0 0 0 0,0 0 1 0 0,0 0-1 0 0,0 0 0 0 0,-1-1 1 0 0,1 1-1 0 0,0 0 0 0 0,-1 0 1 0 0,1-1-1 0 0,-1 1 0 0 0,1 0 1 0 0,-1 0-1 0 0,1-1 0 0 0,-1 1 1 0 0,1 0-1 0 0,-1-1 0 0 0,1 1 1 0 0,-1-1-1 0 0,0 1 0 0 0,1-1 1 0 0,-1 1-1 0 0,-1 0 0 0 0,-3 2 27 0 0,1 0 0 0 0,-1 0 0 0 0,0-1-1 0 0,0 1 1 0 0,0-1 0 0 0,-9 3 0 0 0,-4-2-387 0 0,-1 0 0 0 0,1 0 0 0 0,-1-2 0 0 0,0 0 0 0 0,1-2 0 0 0,-26-3 0 0 0,22 1-2451 0 0,-1-2 0 0 0,-33-10 0 0 0,15 1-3740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9:37.7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65 141 2764 0 0,'-18'-41'6995'0'0,"-11"-22"288"0"0,12 27-7193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9:38.9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1 215 60 0 0,'-1'-28'3519'0'0,"2"-22"3"0"0,8-71 2292 0 0,-9 119-5670 0 0,2-7 234 0 0,20 123 868 0 0,-2-3-581 0 0,41 130 0 0 0,-50-212 71 0 0,-10-28-437 0 0,1-2-201 0 0,1-1-84 0 0,-1 1 0 0 0,0-1 0 0 0,0 0 0 0 0,0 0 0 0 0,0-1 0 0 0,0 1 0 0 0,-1 0 0 0 0,1 0 0 0 0,0-1 0 0 0,-1 1 0 0 0,0-1 0 0 0,0 0 0 0 0,1-2 0 0 0,12-44 66 0 0,-9 30-54 0 0,13-53 28 0 0,-6 25-40 0 0,32-90 0 0 0,-43 135-20 0 0,0 0 0 0 0,0 0 0 0 0,0 0-1 0 0,0 0 1 0 0,0 0 0 0 0,1 0 0 0 0,-1 0-1 0 0,1 0 1 0 0,-1 0 0 0 0,1 1 0 0 0,0-1-1 0 0,-1 0 1 0 0,1 1 0 0 0,0 0 0 0 0,0-1-1 0 0,0 1 1 0 0,0 0 0 0 0,0 0 0 0 0,0 0-1 0 0,0 0 1 0 0,1 0 0 0 0,2 0 0 0 0,-2 1 0 0 0,1 0 1 0 0,-1 0 0 0 0,0 1 0 0 0,1-1-1 0 0,-1 1 1 0 0,0-1 0 0 0,1 1 0 0 0,-1 0 0 0 0,0 1-1 0 0,0-1 1 0 0,0 0 0 0 0,0 1 0 0 0,0 0-1 0 0,0-1 1 0 0,3 4 0 0 0,28 23 2 0 0,-2 2 0 0 0,-1 1 0 0 0,-2 1 0 0 0,31 43 0 0 0,-9-12 65 0 0,-13-23 596 0 0,-37-39-498 0 0,2-1-32 0 0,0-2-111 0 0,0 1 1 0 0,0 0 0 0 0,-1-1 0 0 0,1 1 0 0 0,-1-1 0 0 0,1 0-1 0 0,-1 0 1 0 0,1 0 0 0 0,-1 0 0 0 0,0 0 0 0 0,0-1 0 0 0,0 1-1 0 0,0 0 1 0 0,-1-1 0 0 0,1 0 0 0 0,0 1 0 0 0,-1-1-1 0 0,1-4 1 0 0,7-12 23 0 0,8-32 0 0 0,-11 31-17 0 0,12-35 15 0 0,2-8-50 0 0,41-86 1 0 0,-61 147 8 0 0,0 1 1 0 0,1 0-1 0 0,0 0 1 0 0,-1-1-1 0 0,1 1 1 0 0,0 0-1 0 0,0 0 1 0 0,-1 0-1 0 0,1 0 1 0 0,0 0-1 0 0,0 0 1 0 0,0 0-1 0 0,0 0 1 0 0,0 0-1 0 0,1 1 1 0 0,-1-1-1 0 0,0 0 1 0 0,0 1-1 0 0,0-1 1 0 0,1 1-1 0 0,-1-1 1 0 0,0 1-1 0 0,1-1 1 0 0,-1 1-1 0 0,0 0 1 0 0,1 0-1 0 0,-1 0 1 0 0,1 0-1 0 0,-1 0 1 0 0,0 0-1 0 0,1 0 1 0 0,-1 0-1 0 0,0 1 1 0 0,1-1-1 0 0,-1 0 1 0 0,0 1-1 0 0,2 0 1 0 0,1 1 2 0 0,1 1 0 0 0,-1-1 0 0 0,0 1 0 0 0,0 0 0 0 0,-1 0-1 0 0,1 0 1 0 0,0 1 0 0 0,-1-1 0 0 0,4 7 0 0 0,12 18 21 0 0,-1 2 0 0 0,-2 0-1 0 0,22 55 1 0 0,3 9-1666 0 0,-37-88 1186 0 0,0 1 0 0 0,0-1 1 0 0,0 0-1 0 0,1 0 0 0 0,0-1 0 0 0,0 1 1 0 0,1-1-1 0 0,-1 0 0 0 0,1-1 0 0 0,0 1 1 0 0,0-1-1 0 0,1 0 0 0 0,-1 0 0 0 0,1-1 1 0 0,0 0-1 0 0,0 0 0 0 0,0-1 0 0 0,0 0 0 0 0,0 0 1 0 0,0-1-1 0 0,1 0 0 0 0,-1 0 0 0 0,1 0 1 0 0,-1-1-1 0 0,12-1 0 0 0,10-2-2389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9:39.4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205 217 2104 0 0,'10'-17'1960'0'0,"-1"0"0"0"0,13-36 0 0 0,-20 44-1594 0 0,1 1 0 0 0,-1 0 1 0 0,-1 0-1 0 0,0-1 0 0 0,0 1 0 0 0,0-1 1 0 0,-1 1-1 0 0,-1-1 0 0 0,-1-10 0 0 0,2 18-335 0 0,0-1-1 0 0,-1 0 0 0 0,1 1 0 0 0,0-1 0 0 0,-1 0 0 0 0,0 1 0 0 0,1-1 0 0 0,-1 1 0 0 0,0-1 1 0 0,0 1-1 0 0,0 0 0 0 0,0-1 0 0 0,0 1 0 0 0,0 0 0 0 0,0 0 0 0 0,-1-1 0 0 0,1 1 0 0 0,0 0 1 0 0,-1 0-1 0 0,1 0 0 0 0,0 1 0 0 0,-1-1 0 0 0,1 0 0 0 0,-1 0 0 0 0,0 1 0 0 0,1-1 0 0 0,-1 1 1 0 0,0 0-1 0 0,1-1 0 0 0,-1 1 0 0 0,0 0 0 0 0,1 0 0 0 0,-1 0 0 0 0,0 0 0 0 0,1 0 0 0 0,-1 0 1 0 0,0 1-1 0 0,1-1 0 0 0,-4 1 0 0 0,-3 1 2 0 0,0 1 1 0 0,0 0-1 0 0,0 0 1 0 0,0 0-1 0 0,0 1 1 0 0,-9 7 0 0 0,5-2-24 0 0,0 0 0 0 0,1 1 1 0 0,1 0-1 0 0,0 0 0 0 0,0 1 1 0 0,1 1-1 0 0,-14 20 0 0 0,18-23-7 0 0,0 0-1 0 0,0 1 1 0 0,0-1-1 0 0,2 1 1 0 0,-1 0-1 0 0,1 0 1 0 0,0 0-1 0 0,1 1 1 0 0,0-1-1 0 0,1 1 1 0 0,0 14-1 0 0,1-21 10 0 0,1 0 0 0 0,0 1 0 0 0,-1-1 0 0 0,2 0 0 0 0,-1 0 1 0 0,0 0-1 0 0,1 0 0 0 0,0 0 0 0 0,0 0 0 0 0,0 0 0 0 0,0 0 0 0 0,1-1 0 0 0,-1 1 0 0 0,1-1 0 0 0,0 0 0 0 0,0 0 0 0 0,0 0 0 0 0,0 0 0 0 0,1 0 0 0 0,-1-1 0 0 0,1 0 0 0 0,0 1 1 0 0,-1-1-1 0 0,1 0 0 0 0,0-1 0 0 0,0 1 0 0 0,1-1 0 0 0,-1 0 0 0 0,0 0 0 0 0,7 1 0 0 0,-4-1 7 0 0,0 0 1 0 0,0-1-1 0 0,0 1 1 0 0,0-1-1 0 0,0-1 1 0 0,0 1-1 0 0,1-1 1 0 0,-1-1-1 0 0,-1 1 1 0 0,1-1-1 0 0,0-1 1 0 0,0 1-1 0 0,-1-1 1 0 0,1 0-1 0 0,-1 0 1 0 0,0-1-1 0 0,0 0 1 0 0,7-5-1 0 0,-6 1 0 0 0,1 0 0 0 0,-1-1 0 0 0,-1 0-1 0 0,1 0 1 0 0,-2 0 0 0 0,10-19 0 0 0,19-65 361 0 0,-7 19 441 0 0,-26 72-748 0 0,0 2-68 0 0,0 1 0 0 0,0 0-1 0 0,0 0 1 0 0,0-1-1 0 0,0 1 1 0 0,-1 0-1 0 0,1 0 1 0 0,0 0 0 0 0,0 0-1 0 0,0 0 1 0 0,-1 0-1 0 0,1 0 1 0 0,-1 0 0 0 0,1 0-1 0 0,0 2 1 0 0,11 52-175 0 0,-7-26 289 0 0,2-1 0 0 0,1 1-1 0 0,17 41 1 0 0,-22-64-309 0 0,0 0-1 0 0,0 0 1 0 0,1 0 0 0 0,-1 0-1 0 0,1 0 1 0 0,1-1 0 0 0,-1 0-1 0 0,1 0 1 0 0,0 0 0 0 0,0 0-1 0 0,0-1 1 0 0,1 0 0 0 0,-1 0-1 0 0,1 0 1 0 0,0-1 0 0 0,0 0-1 0 0,0 0 1 0 0,1 0 0 0 0,-1-1-1 0 0,10 2 1 0 0,-11-3-455 0 0,0 0-1 0 0,0 0 1 0 0,0-1 0 0 0,1 0-1 0 0,-1 0 1 0 0,0 0 0 0 0,0-1-1 0 0,9-1 1 0 0,4-6-2734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9:39.6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1 255 476 0 0,'5'-250'11583'0'0,"-4"245"-11138"0"0,1 6-86 0 0,5 14 166 0 0,6 22 226 0 0,136 635 2926 0 0,-145-647-4147 0 0,20 85-2207 0 0,-20-97 715 0 0,0-1 1 0 0,1 1 0 0 0,10 16 0 0 0,-6-16-2459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9:40.1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1 212 2200 0 0,'2'-4'699'0'0,"0"2"-381"0"0,-1-1 0 0 0,0 1 0 0 0,1-1-1 0 0,-1 1 1 0 0,1 0 0 0 0,0 0 0 0 0,0 0-1 0 0,0 0 1 0 0,0 0 0 0 0,0 0 0 0 0,0 1 0 0 0,0-1-1 0 0,1 1 1 0 0,-1-1 0 0 0,1 1 0 0 0,-1 0-1 0 0,1 0 1 0 0,-1 0 0 0 0,1 0 0 0 0,0 1-1 0 0,-1-1 1 0 0,1 1 0 0 0,3-1 0 0 0,4 3-107 0 0,0 0 0 0 0,-1 0 0 0 0,1 1 0 0 0,-1 0 0 0 0,1 1 0 0 0,-1 0 1 0 0,0 0-1 0 0,-1 1 0 0 0,1 0 0 0 0,-1 1 0 0 0,0 0 0 0 0,0 0 1 0 0,-1 1-1 0 0,0 0 0 0 0,9 10 0 0 0,-7-6 11 0 0,1 1-1 0 0,-2 0 1 0 0,0 0-1 0 0,0 0 1 0 0,-1 1 0 0 0,0 0-1 0 0,-2 1 1 0 0,1 0-1 0 0,-2-1 1 0 0,5 18-1 0 0,-9-25 79 0 0,1 0-1 0 0,-1 0 0 0 0,1 0 1 0 0,-2-1-1 0 0,1 1 0 0 0,-1 0 1 0 0,0 0-1 0 0,0-1 0 0 0,0 1 1 0 0,-1 0-1 0 0,0-1 0 0 0,0 0 1 0 0,0 1-1 0 0,-1-1 0 0 0,-5 8 1 0 0,7-11 184 0 0,-5-4-362 0 0,6 2-119 0 0,0 0 0 0 0,-1 0 0 0 0,1 0 0 0 0,0 0 0 0 0,-1 0 0 0 0,1 0-1 0 0,-1 0 1 0 0,1 0 0 0 0,0 0 0 0 0,-1-1 0 0 0,1 1 0 0 0,-1 0 0 0 0,1 0-1 0 0,0 0 1 0 0,-1 0 0 0 0,1 0 0 0 0,0-1 0 0 0,-1 1 0 0 0,1 0 0 0 0,0 0-1 0 0,0-1 1 0 0,-1 1 0 0 0,1 0 0 0 0,0-1 0 0 0,-1 1 0 0 0,1 0-1 0 0,0-1 1 0 0,0-3-40 0 0,0 0 0 0 0,0 0-1 0 0,0 0 1 0 0,0 1 0 0 0,1-1 0 0 0,0 0-1 0 0,0 0 1 0 0,0 0 0 0 0,0 1 0 0 0,1-1-1 0 0,0 1 1 0 0,-1-1 0 0 0,1 1-1 0 0,0 0 1 0 0,1-1 0 0 0,1-2 0 0 0,8-9-663 0 0,28-25 1 0 0,-35 34 545 0 0,130-113-3794 0 0,19-19 603 0 0,-141 124 3591 0 0,-1 0 0 0 0,-1 0 0 0 0,0-1-1 0 0,-1-1 1 0 0,16-30 0 0 0,-26 45-51 0 0,-1 9-14 0 0,0 0-1 0 0,0 0 1 0 0,-1 0-1 0 0,-3 11 1 0 0,-5 24 698 0 0,6-9-321 0 0,3 0 0 0 0,3 51-1 0 0,0-70-518 0 0,0-1-1 0 0,0 1 0 0 0,2 0 0 0 0,0-1 1 0 0,0 0-1 0 0,2 1 0 0 0,-1-2 0 0 0,10 16 1 0 0,-14-28-202 0 0,-1 0 1 0 0,1 1-1 0 0,0-1 1 0 0,0 0-1 0 0,0 0 1 0 0,0 0-1 0 0,1 0 1 0 0,-1 0-1 0 0,0 0 1 0 0,0 0 0 0 0,1 0-1 0 0,0 0 1 0 0,-1 0-230 0 0,0-1 0 0 0,0 1 1 0 0,0-1-1 0 0,0 0 1 0 0,0 0-1 0 0,0 1 0 0 0,0-1 1 0 0,0 0-1 0 0,0 0 1 0 0,0 0-1 0 0,0 0 0 0 0,0 0 1 0 0,0 0-1 0 0,0-1 1 0 0,0 1-1 0 0,0 0 0 0 0,0 0 1 0 0,0-1-1 0 0,0 1 1 0 0,2-2-1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9:40.3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50 100 344 0 0,'-32'-59'8592'0'0,"15"20"-5963"0"0,16 37-2691 0 0,9 16-6031 0 0,-4-2 3087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9:40.9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66 1536 0 0,'3'0'2300'0'0,"2"1"-1318"0"0,-1-1 0 0 0,1 1 0 0 0,-1 0 0 0 0,0 1 0 0 0,1-1 0 0 0,4 3 0 0 0,5 6-560 0 0,-1 6-232 0 0,0 1 0 0 0,0 0 0 0 0,-2 1 0 0 0,0 0 0 0 0,-1 1 0 0 0,-1 0 0 0 0,0 1 0 0 0,8 33 1 0 0,-13-42 14 0 0,-1 2 1 0 0,-1-1 0 0 0,0 0 0 0 0,0 0 0 0 0,-1 1 0 0 0,-1-1 0 0 0,0 1 0 0 0,-1-1 0 0 0,0 1 0 0 0,-1-1 0 0 0,0 0 0 0 0,-1 0 0 0 0,-1 0 0 0 0,1 0 0 0 0,-9 15-1 0 0,5-12 766 0 0,5-11-276 0 0,5-12-490 0 0,4-3-174 0 0,0-1 0 0 0,0 1 0 0 0,1 1 0 0 0,1-1 1 0 0,17-16-1 0 0,-7 7-17 0 0,312-325-81 0 0,-276 290-51 0 0,-53 54 78 0 0,-18 25-67 0 0,-6 5 118 0 0,-57 87 31 0 0,72-105-20 0 0,1 1 1 0 0,1-1-1 0 0,0 1 1 0 0,0 1 0 0 0,1-1-1 0 0,1 1 1 0 0,0 0-1 0 0,-2 17 1 0 0,5-26-8 0 0,0-1-1 0 0,0 0 1 0 0,0 1-1 0 0,1-1 1 0 0,-1 0 0 0 0,1 0-1 0 0,0 1 1 0 0,0-1-1 0 0,0 0 1 0 0,0 0 0 0 0,0 0-1 0 0,1 0 1 0 0,-1 0-1 0 0,1 0 1 0 0,0-1 0 0 0,3 5-1 0 0,-1-3 3 0 0,0 0 0 0 0,0-1 0 0 0,1 1 0 0 0,-1-1 0 0 0,1 0 0 0 0,0 0 0 0 0,0 0 0 0 0,10 3 0 0 0,4 0 8 0 0,0-1-1 0 0,0 0 1 0 0,1-2 0 0 0,27 2 0 0 0,126 0 86 0 0,-143-7-1571 0 0,1 0-1 0 0,-1-3 1 0 0,49-12 0 0 0,-54 5-4043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9:41.4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79 123 2264 0 0,'-3'0'1696'0'0,"-27"1"2869"0"0,27-1-3752 0 0,-27 0 4210 0 0,18 0-4480 0 0,417-67-689 0 0,-132 37-3325 0 0,-107 12-1737 0 0,-97 10 1533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9:41.7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 1420 0 0,'85'-1'11576'0'0,"-35"-1"-9111"0"0,-46 2-2307 0 0,-2-1-106 0 0,18-8-1279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9:45.4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2 580 0 0,'0'0'1009'0'0,"-3"0"-645"0"0,-25-2-611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9:46.7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0 100 800 0 0,'28'-87'8439'0'0,"-28"86"-8413"0"0,0 1 0 0 0,1-1 0 0 0,-1 1 0 0 0,0-1 0 0 0,0 1 0 0 0,0-1 0 0 0,0 1 0 0 0,0-1 0 0 0,0 1 0 0 0,0-1 1 0 0,1 1-1 0 0,-1 0 0 0 0,0-1 0 0 0,0 1 0 0 0,1-1 0 0 0,-1 1 0 0 0,0-1 0 0 0,1 1 0 0 0,-1 0 0 0 0,0-1 0 0 0,1 1 0 0 0,-1 0 0 0 0,1-1 0 0 0,-1 1 0 0 0,1 0 0 0 0,-1 0 1 0 0,0-1-1 0 0,1 1 0 0 0,-1 0 0 0 0,1 0 0 0 0,-1 0 0 0 0,1 0 0 0 0,-1 0 0 0 0,1 0 0 0 0,-1 0 0 0 0,1 0 0 0 0,-1 0 0 0 0,1 0 0 0 0,-1 0 0 0 0,1 0 0 0 0,-1 0 0 0 0,1 0 1 0 0,-1 0-1 0 0,1 0 0 0 0,-1 0 0 0 0,1 1 0 0 0,-1-1 0 0 0,1 0 0 0 0,-1 0 0 0 0,1 0 0 0 0,-1 1 0 0 0,0-1 0 0 0,1 0 0 0 0,-1 1 0 0 0,1-1 0 0 0,-1 1 0 0 0,0-1 0 0 0,1 0 0 0 0,-1 1 1 0 0,3 2 52 0 0,-1 0 0 0 0,0 0 0 0 0,0 1 0 0 0,0-1 0 0 0,-1 0 0 0 0,3 5 0 0 0,4 26 556 0 0,-1 0 0 0 0,-1 1 0 0 0,-2 0 0 0 0,-1 60 0 0 0,-1-35-291 0 0,-2 90 140 0 0,-27 205 0 0 0,20-284-387 0 0,-2-4-197 0 0,4-37-1900 0 0,-2 47 0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9:47.4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22 105 2164 0 0,'-7'-16'1984'0'0,"4"10"-1242"0"0,1 1 1 0 0,0 0-1 0 0,0-1 0 0 0,1 1 1 0 0,-1-1-1 0 0,0-10 0 0 0,2 15-698 0 0,1 0 0 0 0,-1 0 0 0 0,0 0 0 0 0,1 0 0 0 0,-1 1-1 0 0,1-1 1 0 0,-1 0 0 0 0,1 0 0 0 0,0 0 0 0 0,-1 0 0 0 0,1 1 0 0 0,0-1 0 0 0,-1 0-1 0 0,1 1 1 0 0,0-1 0 0 0,0 1 0 0 0,0-1 0 0 0,0 1 0 0 0,-1-1 0 0 0,3 0 0 0 0,17-7 301 0 0,-1 3-189 0 0,0 2 0 0 0,0 0 0 0 0,1 0 1 0 0,32 2-1 0 0,79 11 156 0 0,-115-8-279 0 0,0 0 0 0 0,-1 1 0 0 0,1 1 0 0 0,-1 1 0 0 0,0 0 0 0 0,0 1 0 0 0,26 15 0 0 0,-36-18-24 0 0,-1 0 0 0 0,1 0 0 0 0,-1 0 0 0 0,1 1 0 0 0,-1 0 0 0 0,0-1 0 0 0,0 2 0 0 0,-1-1 0 0 0,1 0 0 0 0,-1 1 0 0 0,0 0 0 0 0,0-1 0 0 0,-1 1 0 0 0,1 1 0 0 0,-1-1 0 0 0,0 0 0 0 0,0 0 0 0 0,-1 1-1 0 0,0-1 1 0 0,0 1 0 0 0,0-1 0 0 0,0 1 0 0 0,-1-1 0 0 0,0 1 0 0 0,-1 8 0 0 0,-2 4-1 0 0,-1-1-1 0 0,0 1 0 0 0,-2-1 1 0 0,0 0-1 0 0,-1-1 1 0 0,0 1-1 0 0,-12 18 1 0 0,-78 103-32 0 0,71-104 35 0 0,11-16 25 0 0,11-15-20 0 0,1 1 1 0 0,-1 0-1 0 0,1 1 1 0 0,0-1-1 0 0,-3 7 0 0 0,5-9-5 0 0,53-5 35 0 0,-39 1-41 0 0,0 1 0 0 0,0 1 0 0 0,0 0 0 0 0,0 1 0 0 0,25 4 0 0 0,-26-2 3 0 0,1 1-1 0 0,-1 1 1 0 0,1 0 0 0 0,-1 0-1 0 0,-1 1 1 0 0,1 1 0 0 0,-1 0-1 0 0,0 0 1 0 0,-1 1 0 0 0,0 0-1 0 0,0 1 1 0 0,0 1 0 0 0,-1-1-1 0 0,13 19 1 0 0,-16-19 107 0 0,-1 1-1 0 0,0-1 1 0 0,0 1 0 0 0,-1 0 0 0 0,0 0-1 0 0,-1 0 1 0 0,0 0 0 0 0,-1 1 0 0 0,0-1-1 0 0,0 1 1 0 0,-1-1 0 0 0,-1 1 0 0 0,0 0-1 0 0,0 0 1 0 0,-1-1 0 0 0,0 1 0 0 0,-1-1-1 0 0,-4 16 1 0 0,1-13 137 0 0,0 0 0 0 0,-1-1 0 0 0,0 1 0 0 0,-1-1 0 0 0,0-1 0 0 0,-1 1 0 0 0,0-1 0 0 0,-1-1 0 0 0,0 1 0 0 0,0-2 0 0 0,-1 1 0 0 0,-1-1 0 0 0,0-1 1 0 0,0 0-1 0 0,-19 11 0 0 0,18-13-130 0 0,1 0 1 0 0,-1-1 0 0 0,0 0 0 0 0,0-1-1 0 0,0 0 1 0 0,-1-1 0 0 0,0 0 0 0 0,1-1 0 0 0,-1-1-1 0 0,0 0 1 0 0,0 0 0 0 0,0-2 0 0 0,0 1 0 0 0,0-2-1 0 0,1 1 1 0 0,-24-8 0 0 0,31 8-168 0 0,0-1 0 0 0,0 0-1 0 0,0-1 1 0 0,1 1 0 0 0,-1-1 0 0 0,1 1 0 0 0,0-1-1 0 0,0-1 1 0 0,0 1 0 0 0,0-1 0 0 0,0 1 0 0 0,1-1 0 0 0,0 0-1 0 0,-1 0 1 0 0,-3-8 0 0 0,5 7-195 0 0,0 1 0 0 0,0 0 0 0 0,1 0 0 0 0,0-1 0 0 0,0 1 0 0 0,0-1-1 0 0,0 1 1 0 0,1-1 0 0 0,0 1 0 0 0,0-1 0 0 0,0 1 0 0 0,0-1 0 0 0,1 1 0 0 0,0-1 0 0 0,0 1 0 0 0,0-1 0 0 0,0 1 0 0 0,3-5-1 0 0,4-8-1264 0 0,1 1 0 0 0,0 1-1 0 0,2 0 1 0 0,19-24-1 0 0,-20 28 17 0 0,10-15-2690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9:47.6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1 956 0 0,'3'0'2369'0'0,"58"10"5008"0"0,40-5-6074 0 0,-92-5-1397 0 0,26 1-1288 0 0,-33-1 963 0 0,1 0 0 0 0,-1 1-1 0 0,1-1 1 0 0,-1 1 0 0 0,0 0 0 0 0,1-1 0 0 0,-1 1-1 0 0,0 0 1 0 0,0 0 0 0 0,0 1 0 0 0,0-1-1 0 0,4 3 1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9:47.7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77 528 0 0,'-30'28'3387'0'0,"-25"28"1703"0"0,55-56-5045 0 0,-1 0 0 0 0,1 1 0 0 0,0-1-1 0 0,-1 0 1 0 0,1 1 0 0 0,0-1-1 0 0,0 0 1 0 0,-1 1 0 0 0,1-1-1 0 0,0 1 1 0 0,0-1 0 0 0,-1 0 0 0 0,1 1-1 0 0,0-1 1 0 0,0 1 0 0 0,0-1-1 0 0,0 1 1 0 0,0-1 0 0 0,0 1-1 0 0,0-1 1 0 0,0 0 0 0 0,0 1-1 0 0,0-1 1 0 0,0 1 0 0 0,0-1 0 0 0,0 1-1 0 0,0-1 1 0 0,0 1 0 0 0,0-1-1 0 0,1 1 1 0 0,12 5 532 0 0,22-7-179 0 0,-8-4-130 0 0,49-14 0 0 0,-29 5-157 0 0,167-42-1059 0 0,-3-4-4394 0 0,-131 36 2023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9:48.4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514 146 2140 0 0,'-24'-32'4748'0'0,"3"2"595"0"0,-37-39 0 0 0,56 68-5289 0 0,1 0 1 0 0,-1-1-1 0 0,0 1 0 0 0,1 0 0 0 0,-1 0 0 0 0,0 0 1 0 0,0 0-1 0 0,0 0 0 0 0,1 0 0 0 0,-1 0 0 0 0,0 1 1 0 0,0-1-1 0 0,0 1 0 0 0,0-1 0 0 0,0 1 0 0 0,-1 0 1 0 0,1 0-1 0 0,-3 0 0 0 0,1 1-21 0 0,0-1 1 0 0,0 1-1 0 0,-1 0 0 0 0,1 1 0 0 0,0-1 1 0 0,0 1-1 0 0,0 0 0 0 0,-5 3 0 0 0,-2 2-14 0 0,1 1 1 0 0,-1 0-1 0 0,2 1 0 0 0,-17 17 0 0 0,3 3 34 0 0,1 0 1 0 0,1 2-1 0 0,2 0 1 0 0,-17 39-1 0 0,11-16 23 0 0,-29 104 0 0 0,42-110 106 0 0,2 0 0 0 0,2 1-1 0 0,-1 56 1 0 0,8 149 464 0 0,2-128-410 0 0,-13 430 704 0 0,1 45-518 0 0,52 0-400 0 0,-4-342 24 0 0,83 294 0 0 0,-108-511 107 0 0,2 0 0 0 0,26 55-1 0 0,-40-96-140 0 0,1 0 0 0 0,0 0 1 0 0,-1 0-1 0 0,1 0 0 0 0,0 0 0 0 0,0 0 0 0 0,0 0 0 0 0,0-1 0 0 0,0 1 0 0 0,0 0 0 0 0,0-1 0 0 0,0 1 0 0 0,0 0 0 0 0,0-1 0 0 0,0 1 0 0 0,0-1 0 0 0,0 0 0 0 0,1 1 0 0 0,-1-1 0 0 0,0 0 0 0 0,0 0 0 0 0,0 0 0 0 0,1 1 0 0 0,-1-1 0 0 0,0-1 0 0 0,0 1 0 0 0,1 0 0 0 0,-1 0 0 0 0,0 0 0 0 0,0-1 0 0 0,0 1 0 0 0,0 0 0 0 0,1-1 0 0 0,-1 1 0 0 0,0-1 0 0 0,0 1 0 0 0,2-2 0 0 0,6-3-89 0 0,-1-1 0 0 0,1 1 0 0 0,11-11 0 0 0,-17 13 54 0 0,41-35-922 0 0,-2-2-1 0 0,-2-3 0 0 0,42-55 0 0 0,95-154-5982 0 0,-118 163 2768 0 0,-10 15-1652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9:48.9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95 2048 0 0,'4'-88'8889'0'0,"-4"86"-8634"0"0,0 1-282 0 0,0 1 61 0 0,0 0 0 0 0,0 0 0 0 0,0 0 1 0 0,0 0-1 0 0,1 0 0 0 0,-1 0 0 0 0,0 0 0 0 0,0 1 0 0 0,0-1 1 0 0,0 0-1 0 0,1 0 0 0 0,-1 0 0 0 0,0 0 0 0 0,0 0 0 0 0,0 0 1 0 0,1 0-1 0 0,-1 0 0 0 0,0 0 0 0 0,0 0 0 0 0,0 0 0 0 0,0 0 1 0 0,1 0-1 0 0,-1 0 0 0 0,0 0 0 0 0,0 0 0 0 0,0 0 0 0 0,1 0 1 0 0,-1-1-1 0 0,0 1 0 0 0,0 0 0 0 0,0 0 0 0 0,0 0 0 0 0,0 0 1 0 0,1 0-1 0 0,-1 0 0 0 0,0 0 0 0 0,0-1 0 0 0,0 1 0 0 0,0 0 1 0 0,0 0-1 0 0,0 0 0 0 0,1 0 0 0 0,-1 0 0 0 0,0-1 1 0 0,0 1-1 0 0,0 0 0 0 0,0 0 0 0 0,0 0 0 0 0,0 0 0 0 0,0-1 1 0 0,0 1-1 0 0,0 0 0 0 0,4 6 284 0 0,-1 1 1 0 0,0 1 0 0 0,0-1-1 0 0,0 0 1 0 0,-1 1-1 0 0,2 14 1 0 0,1 0 149 0 0,5 20 467 0 0,-3 1 0 0 0,4 66-1 0 0,-8 87-67 0 0,-3-135-651 0 0,-1-24-678 0 0,0-20-3399 0 0,1 4-4382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9:49.6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76 536 0 0,'-3'0'1250'0'0,"-39"-3"6336"0"0,40 3-7408 0 0,1 0 0 0 0,0-1 0 0 0,0 1 0 0 0,-1 0 0 0 0,1-1 0 0 0,0 1 0 0 0,0-1 0 0 0,-1 1 0 0 0,1-1 0 0 0,0 0 1 0 0,0 1-1 0 0,0-1 0 0 0,0 0 0 0 0,0 0 0 0 0,0 0 0 0 0,0 0 0 0 0,0 0 0 0 0,1 0 0 0 0,-1 0 0 0 0,0 0 0 0 0,0 0 0 0 0,1 0 0 0 0,-1 0 0 0 0,1 0 0 0 0,-2-2 0 0 0,3 2-147 0 0,-1 0 0 0 0,0 0-1 0 0,0 0 1 0 0,1 0 0 0 0,-1 0-1 0 0,0 0 1 0 0,1 0 0 0 0,-1 0 0 0 0,1 0-1 0 0,-1 1 1 0 0,1-1 0 0 0,0 0-1 0 0,-1 0 1 0 0,1 1 0 0 0,0-1-1 0 0,-1 0 1 0 0,1 1 0 0 0,0-1-1 0 0,0 0 1 0 0,0 1 0 0 0,-1-1 0 0 0,3 0-1 0 0,19-9 168 0 0,-9 5-161 0 0,1 0 0 0 0,0 2 1 0 0,0 0-1 0 0,1 0 0 0 0,-1 1 1 0 0,1 1-1 0 0,-1 1 0 0 0,22 1 0 0 0,-28 0-32 0 0,0 0 0 0 0,0 1 0 0 0,0 0 0 0 0,0 0 0 0 0,0 1 0 0 0,0 0 0 0 0,9 4 0 0 0,-13-4-1 0 0,0 0 0 0 0,0-1 0 0 0,1 2 0 0 0,-2-1 0 0 0,1 0 0 0 0,0 1 0 0 0,-1-1 0 0 0,1 1 0 0 0,-1 0 0 0 0,0 0-1 0 0,-1 1 1 0 0,5 6 0 0 0,-5-5 0 0 0,0-1 0 0 0,-1 1-1 0 0,1 0 1 0 0,-1 0-1 0 0,0 0 1 0 0,-1-1-1 0 0,1 1 1 0 0,-1 0-1 0 0,0 0 1 0 0,0 0 0 0 0,-1 0-1 0 0,0 0 1 0 0,0 0-1 0 0,-1 0 1 0 0,1-1-1 0 0,-1 1 1 0 0,0-1 0 0 0,-5 9-1 0 0,-5 8 15 0 0,0-2 0 0 0,-1 1 0 0 0,-19 21 0 0 0,23-31 1 0 0,-2 1 5 0 0,8-10-25 0 0,0 1 0 0 0,0 0 0 0 0,1 1 1 0 0,-1-1-1 0 0,1 0 0 0 0,0 1 0 0 0,0 0 1 0 0,-2 4-1 0 0,3-6-4 0 0,-2 5 1 0 0,2-6-11 0 0,1 0 15 0 0,0-1 0 0 0,0 1 0 0 0,0 0 0 0 0,0-1-1 0 0,0 1 1 0 0,0-1 0 0 0,0 1 0 0 0,0-1-1 0 0,0 1 1 0 0,0 0 0 0 0,0-1 0 0 0,0 1 0 0 0,1-1-1 0 0,-1 1 1 0 0,0-1 0 0 0,0 1 0 0 0,1-1-1 0 0,-1 1 1 0 0,0-1 0 0 0,1 1 0 0 0,-1-1 0 0 0,0 1-1 0 0,1-1 1 0 0,-1 0 0 0 0,1 1 0 0 0,-1-1 0 0 0,1 0-1 0 0,-1 1 1 0 0,1-1 0 0 0,-1 0 0 0 0,2 1-1 0 0,24 13 6 0 0,-11-7-15 0 0,-2 1 14 0 0,0 1 0 0 0,0 0 0 0 0,-1 0 0 0 0,0 2 0 0 0,-1-1 0 0 0,0 2 0 0 0,-1-1 0 0 0,0 1 0 0 0,-1 1 0 0 0,0 0 0 0 0,13 27 0 0 0,-18-31 154 0 0,0 1-1 0 0,0 0 1 0 0,-1 0 0 0 0,0 0 0 0 0,-1 0 0 0 0,0 0-1 0 0,-1 0 1 0 0,0 1 0 0 0,-1-1 0 0 0,0 0 0 0 0,0 1-1 0 0,-1-1 1 0 0,0 0 0 0 0,-1 0 0 0 0,0 1 0 0 0,-1-1-1 0 0,0 0 1 0 0,-8 17 0 0 0,8-22-61 0 0,0 0 0 0 0,0 0 1 0 0,0 0-1 0 0,-1-1 0 0 0,1 1 0 0 0,-1-1 0 0 0,0 0 1 0 0,0 0-1 0 0,-1-1 0 0 0,1 1 0 0 0,-1-1 0 0 0,0 0 1 0 0,0 0-1 0 0,0 0 0 0 0,0-1 0 0 0,0 0 0 0 0,-1 0 0 0 0,1 0 1 0 0,-1-1-1 0 0,1 1 0 0 0,-1-1 0 0 0,1-1 0 0 0,-1 1 1 0 0,-10-1-1 0 0,11 0-183 0 0,-1-1-1 0 0,1 0 1 0 0,-1 0 0 0 0,1-1 0 0 0,-1 1 0 0 0,1-1-1 0 0,0 0 1 0 0,0 0 0 0 0,0-1 0 0 0,0 0-1 0 0,0 0 1 0 0,0 0 0 0 0,1 0 0 0 0,0-1 0 0 0,-1 0-1 0 0,-4-6 1 0 0,7 9-504 0 0,1-1 0 0 0,-1 0 0 0 0,1 0 0 0 0,0 0 0 0 0,-1 0 0 0 0,1 0 0 0 0,0 0 0 0 0,1-1 1 0 0,-1 1-1 0 0,0 0 0 0 0,0 0 0 0 0,1-1 0 0 0,0 1 0 0 0,-1 0 0 0 0,1-1 0 0 0,0 1 0 0 0,0-1 0 0 0,0 1 0 0 0,1-4 0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9:50.2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25 392 0 0,'-3'-1'2904'0'0,"-24"-3"1781"0"0,13 2-1454 0 0,-11-1 85 0 0,23 2-2975 0 0,15-4-193 0 0,-1 2-134 0 0,-1 1 0 0 0,1 0 0 0 0,0 1 1 0 0,1 1-1 0 0,-1 0 0 0 0,0 0 0 0 0,0 1 1 0 0,0 1-1 0 0,12 2 0 0 0,-18-2-10 0 0,1 0-1 0 0,0 0 1 0 0,-1 0 0 0 0,1 1-1 0 0,-1 0 1 0 0,0 0 0 0 0,0 1-1 0 0,0 0 1 0 0,0 0 0 0 0,-1 0-1 0 0,0 1 1 0 0,0 0 0 0 0,0 0-1 0 0,0 0 1 0 0,-1 0-1 0 0,1 1 1 0 0,4 9 0 0 0,-5-6 99 0 0,-1 0 0 0 0,1 0 0 0 0,-2 0 0 0 0,1 1 0 0 0,-1-1 0 0 0,-1 1 0 0 0,0-1 0 0 0,0 1 0 0 0,-1 0 0 0 0,0-1 0 0 0,-1 1 0 0 0,0 0 0 0 0,0-1 1 0 0,-1 1-1 0 0,0-1 0 0 0,-1 0 0 0 0,-7 17 0 0 0,-6 11 984 0 0,-2-1 1 0 0,-45 67-1 0 0,41-69-380 0 0,13-17-366 0 0,9-17-331 0 0,0 0-1 0 0,0 0 1 0 0,0 1 0 0 0,0-1-1 0 0,0 0 1 0 0,0 0 0 0 0,0 1 0 0 0,0-1-1 0 0,0 0 1 0 0,0 0 0 0 0,0 1-1 0 0,0-1 1 0 0,0 0 0 0 0,0 0 0 0 0,0 1-1 0 0,0-1 1 0 0,0 0 0 0 0,0 0-1 0 0,0 1 1 0 0,0-1 0 0 0,0 0 0 0 0,0 0-1 0 0,1 1 1 0 0,-1-1 0 0 0,0 0-1 0 0,0 0 1 0 0,0 0 0 0 0,0 1-1 0 0,0-1 1 0 0,1 0 0 0 0,-1 0 0 0 0,3 1 7 0 0,0-1 0 0 0,0 0 0 0 0,-1 0 0 0 0,1 0 1 0 0,0 0-1 0 0,0-1 0 0 0,0 1 0 0 0,-1-1 1 0 0,1 0-1 0 0,3-1 0 0 0,269-84-1119 0 0,-98 29-1500 0 0,-28 8-1017 0 0,-51 16-1602 0 0,-19 5-1721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9:51.0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173 154 380 0 0,'38'-114'11894'0'0,"-40"120"-11833"0"0,-13 57 348 0 0,3-1-1 0 0,-8 110 1 0 0,20-150-333 0 0,1 0 0 0 0,0 0 0 0 0,2 0-1 0 0,9 36 1 0 0,-8-43 42 0 0,1 0 0 0 0,1-1 0 0 0,0 0-1 0 0,1-1 1 0 0,0 1 0 0 0,1-1 0 0 0,17 21 0 0 0,-21-30-36 0 0,-1 0 1 0 0,1 0-1 0 0,0-1 0 0 0,0 0 1 0 0,0 1-1 0 0,0-1 1 0 0,0-1-1 0 0,1 1 0 0 0,0-1 1 0 0,-1 1-1 0 0,1-1 1 0 0,0 0-1 0 0,0-1 1 0 0,0 0-1 0 0,0 1 0 0 0,0-1 1 0 0,0-1-1 0 0,1 1 1 0 0,-1-1-1 0 0,0 0 0 0 0,0 0 1 0 0,0-1-1 0 0,1 1 1 0 0,-1-1-1 0 0,0 0 0 0 0,0-1 1 0 0,0 1-1 0 0,6-4 1 0 0,-2 2 50 0 0,-1-2 0 0 0,1 1 0 0 0,-1-1 0 0 0,0 0 0 0 0,0-1 1 0 0,-1 0-1 0 0,0 0 0 0 0,0 0 0 0 0,0-1 0 0 0,-1 0 0 0 0,0-1 0 0 0,0 1 0 0 0,-1-1 1 0 0,8-16-1 0 0,-5 7-50 0 0,-2-1 1 0 0,-1 0-1 0 0,0 0 1 0 0,-1 0-1 0 0,-1 0 0 0 0,-1-1 1 0 0,0 1-1 0 0,-2-1 1 0 0,0 0-1 0 0,-3-19 1 0 0,1 16-49 0 0,-2 0 0 0 0,0 0 1 0 0,-2 0-1 0 0,0 1 0 0 0,-1 0 1 0 0,-1 0-1 0 0,-2 1 1 0 0,-12-22-1 0 0,16 33-39 0 0,0 0 0 0 0,0 0-1 0 0,-1 1 1 0 0,0 0 0 0 0,0 0 0 0 0,-1 0 0 0 0,0 1 0 0 0,-1 1-1 0 0,1-1 1 0 0,-1 1 0 0 0,-15-7 0 0 0,17 10-4 0 0,-1 0 1 0 0,1 1-1 0 0,-1-1 1 0 0,0 2-1 0 0,0-1 1 0 0,0 1-1 0 0,0 0 1 0 0,0 1-1 0 0,0-1 0 0 0,0 2 1 0 0,0-1-1 0 0,0 1 1 0 0,0 0-1 0 0,0 1 1 0 0,-13 4-1 0 0,7-1-87 0 0,0 1 0 0 0,0 0-1 0 0,0 1 1 0 0,1 1 0 0 0,0 0-1 0 0,0 0 1 0 0,1 2 0 0 0,0-1 0 0 0,1 2-1 0 0,0-1 1 0 0,1 1 0 0 0,-18 25-1 0 0,22-27-371 0 0,1 0 0 0 0,0 0-1 0 0,0 0 1 0 0,1 1 0 0 0,0 0-1 0 0,1 0 1 0 0,0 0 0 0 0,0 0 0 0 0,1 0-1 0 0,1 1 1 0 0,0-1 0 0 0,0 1-1 0 0,1-1 1 0 0,0 1 0 0 0,1-1-1 0 0,0 1 1 0 0,1-1 0 0 0,0 0 0 0 0,5 16-1 0 0,3 1-2685 0 0,2-1-1040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9:51.4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54 2176 0 0,'-42'23'7770'0'0,"41"-22"-7119"0"0,-1-1-195 0 0,0 1 1 0 0,1 0-1 0 0,-1 0 1 0 0,1 0-1 0 0,-1 0 1 0 0,1 0-1 0 0,-1 0 1 0 0,1 0-1 0 0,-1 0 1 0 0,0 2-1 0 0,13-2-342 0 0,1-1 0 0 0,-1 0 0 0 0,1-1 0 0 0,-1-1 0 0 0,1 0 1 0 0,-1 0-1 0 0,14-5 0 0 0,25-4 17 0 0,-29 8-87 0 0,13-2 36 0 0,-2-1-1 0 0,36-11 1 0 0,-66 17-107 0 0,32-15-4399 0 0,-8 2-1969 0 0,-14 6 2702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9:51.7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45 1536 0 0,'24'-38'10574'0'0,"-24"37"-10489"0"0,0 1-1 0 0,0 0 0 0 0,1-1 0 0 0,-1 1 0 0 0,0 0 0 0 0,0-1 0 0 0,0 1 0 0 0,1 0 0 0 0,-1 0 0 0 0,0-1 0 0 0,1 1 0 0 0,-1 0 0 0 0,0-1 0 0 0,1 1 0 0 0,-1 0 0 0 0,0 0 0 0 0,1 0 1 0 0,-1 0-1 0 0,0-1 0 0 0,1 1 0 0 0,-1 0 0 0 0,0 0 0 0 0,1 0 0 0 0,-1 0 0 0 0,1 0 0 0 0,-1 0 0 0 0,0 0 0 0 0,1 0 0 0 0,-1 0 0 0 0,1 0 0 0 0,-1 0 0 0 0,0 0 0 0 0,1 0 0 0 0,-1 0 1 0 0,1 0-1 0 0,-1 1 0 0 0,0-1 0 0 0,1 0 0 0 0,-1 0 0 0 0,0 0 0 0 0,1 1 0 0 0,-1-1 0 0 0,0 0 0 0 0,1 0 0 0 0,-1 1 0 0 0,0-1 0 0 0,1 0 0 0 0,-1 0 0 0 0,0 1 0 0 0,0-1 0 0 0,0 0 1 0 0,1 1-1 0 0,-1-1 0 0 0,0 1 0 0 0,0-1 0 0 0,0 0 0 0 0,0 1 0 0 0,0-1 0 0 0,1 0 0 0 0,-1 1 0 0 0,0-1 0 0 0,0 1 0 0 0,0-1 0 0 0,0 1 0 0 0,5 27 1366 0 0,-2 1 0 0 0,1 50 0 0 0,-9 62-1404 0 0,5-139-55 0 0,-4 85-4620 0 0,3-29-4323 0 0,1-41 2976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9:52.3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179 219 1588 0 0,'-3'-1'2142'0'0,"-26"-6"5482"0"0,24 4-7011 0 0,0 1 512 0 0,0-1 0 0 0,0 1 0 0 0,0 0 0 0 0,0 1 1 0 0,0-1-1 0 0,-9-1 0 0 0,13 4-1103 0 0,0-1 0 0 0,0 0 0 0 0,0 1 1 0 0,0-1-1 0 0,0 1 0 0 0,0 0 0 0 0,0-1 0 0 0,0 1 0 0 0,0 0 0 0 0,0-1 0 0 0,1 1 0 0 0,-1 0 0 0 0,0 0 1 0 0,0 0-1 0 0,1 0 0 0 0,-1 0 0 0 0,1 0 0 0 0,-1 0 0 0 0,1 0 0 0 0,-1 0 0 0 0,1 0 0 0 0,-1 0 1 0 0,1 2-1 0 0,-10 34 368 0 0,7-26-297 0 0,-4 19 17 0 0,1-1-1 0 0,1 1 0 0 0,2 1 1 0 0,0-1-1 0 0,3 36 0 0 0,1-52-79 0 0,0 0-1 0 0,1 0 1 0 0,0 0-1 0 0,1 0 1 0 0,1 0 0 0 0,0-1-1 0 0,1 1 1 0 0,1-1-1 0 0,0 0 1 0 0,0-1-1 0 0,1 1 1 0 0,1-1-1 0 0,11 14 1 0 0,-14-22 9 0 0,-1 1 1 0 0,0-1 0 0 0,1 0-1 0 0,0-1 1 0 0,0 1 0 0 0,0-1-1 0 0,0 0 1 0 0,1 0 0 0 0,-1 0-1 0 0,1-1 1 0 0,0 0 0 0 0,-1 0 0 0 0,10 2-1 0 0,-6-3 7 0 0,-1 0 0 0 0,0-1 0 0 0,1 0-1 0 0,-1 0 1 0 0,1-1 0 0 0,-1 0 0 0 0,0 0-1 0 0,0-1 1 0 0,9-2 0 0 0,-3-1-1 0 0,-1-1 0 0 0,0 0-1 0 0,0 0 1 0 0,0-1 0 0 0,-1-1 0 0 0,0 0 0 0 0,0-1 0 0 0,-1 0 0 0 0,0-1-1 0 0,-1 0 1 0 0,10-13 0 0 0,-1 0-34 0 0,-3-2 0 0 0,0 0 0 0 0,-1-1 1 0 0,18-43-1 0 0,-28 56 3 0 0,0 1 1 0 0,-1-1 0 0 0,-1 0 0 0 0,0 0 0 0 0,0 0 0 0 0,-1-1-1 0 0,-1 1 1 0 0,-1-1 0 0 0,0 1 0 0 0,0-1 0 0 0,-1 1-1 0 0,-4-19 1 0 0,2 23-5 0 0,0 0 0 0 0,-1 0 0 0 0,0 0 0 0 0,0 1 0 0 0,-1-1 0 0 0,0 1 0 0 0,0 0 0 0 0,-1 0 0 0 0,-11-11 0 0 0,6 8 0 0 0,-1 1 0 0 0,0 0-1 0 0,0 1 1 0 0,-1 0 0 0 0,-19-9 0 0 0,-5 1-61 0 0,-2 1 1 0 0,1 2-1 0 0,-64-13 1 0 0,82 22-618 0 0,0 1 1 0 0,-33-1-1 0 0,46 4 70 0 0,1 1 0 0 0,0 0 1 0 0,0 1-1 0 0,-1-1 0 0 0,1 1 1 0 0,0 0-1 0 0,0 1 0 0 0,0-1 1 0 0,0 1-1 0 0,0 1 0 0 0,0-1 1 0 0,-10 7-1 0 0,0 8-5442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9:52.5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17 656 0 0,'10'-5'9637'0'0,"-1"0"-9345"0"0,-4-2-2096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9:56.9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107 173 1140 0 0,'1'-10'4751'0'0,"0"-2"-2319"0"0,-1 1 950 0 0,0 10-3359 0 0,0 1 1 0 0,0 0-1 0 0,-1 0 1 0 0,1 0-1 0 0,0-1 1 0 0,0 1-1 0 0,-1 0 1 0 0,1 0 0 0 0,0 0-1 0 0,0 0 1 0 0,-1 0-1 0 0,1-1 1 0 0,0 1-1 0 0,0 0 1 0 0,-1 0-1 0 0,1 0 1 0 0,0 0-1 0 0,-1 0 1 0 0,1 0 0 0 0,0 0-1 0 0,0 0 1 0 0,-1 0-1 0 0,1 0 1 0 0,0 0-1 0 0,-1 0 1 0 0,1 0-1 0 0,0 0 1 0 0,0 0-1 0 0,-1 0 1 0 0,1 1 0 0 0,0-1-1 0 0,0 0 1 0 0,-1 0-1 0 0,-1 1-14 0 0,-1 7-9 0 0,0 0 0 0 0,0 0 0 0 0,-6 10 0 0 0,-6 12 18 0 0,0 11 14 0 0,2-1 1 0 0,-15 85 0 0 0,24-102-18 0 0,2 1 0 0 0,0 0 1 0 0,2-1-1 0 0,0 1 0 0 0,2 0 1 0 0,9 45-1 0 0,-9-62 33 0 0,-1 0 0 0 0,2 0-1 0 0,-1 0 1 0 0,1-1 0 0 0,0 1-1 0 0,1-1 1 0 0,0 0 0 0 0,0 0-1 0 0,0 0 1 0 0,0 0 0 0 0,1-1-1 0 0,0 1 1 0 0,0-1 0 0 0,0-1 0 0 0,1 1-1 0 0,0-1 1 0 0,7 4 0 0 0,-5-3 47 0 0,1-2 0 0 0,-1 1 0 0 0,1-1 0 0 0,0 0 1 0 0,0-1-1 0 0,1 0 0 0 0,-1-1 0 0 0,0 0 1 0 0,1 0-1 0 0,-1-1 0 0 0,0 0 0 0 0,17-3 0 0 0,-3 0 125 0 0,1-1-1 0 0,-1-1 1 0 0,0-1-1 0 0,-1-1 0 0 0,1-1 1 0 0,27-14-1 0 0,-42 18-128 0 0,0-1-1 0 0,0 0 1 0 0,0 0-1 0 0,-1-1 1 0 0,0 0-1 0 0,0 0 1 0 0,0 0-1 0 0,-1-1 1 0 0,0 0-1 0 0,0-1 0 0 0,0 1 1 0 0,-1-1-1 0 0,-1 0 1 0 0,1-1-1 0 0,-1 1 1 0 0,-1-1-1 0 0,1 0 1 0 0,3-15-1 0 0,-4 1-58 0 0,0-1 0 0 0,-2 1-1 0 0,0-1 1 0 0,-2 1-1 0 0,0-1 1 0 0,-2 1-1 0 0,-1-1 1 0 0,-9-32 0 0 0,0 13-30 0 0,-2 1 0 0 0,-1 0 1 0 0,-34-59-1 0 0,44 91-16 0 0,0 0 0 0 0,0 0 0 0 0,-11-11 0 0 0,14 18 9 0 0,0 0 0 0 0,0 0 0 0 0,0 0 0 0 0,-1 0 0 0 0,1 1 0 0 0,-1-1 0 0 0,1 1 0 0 0,-1 0 0 0 0,0 0 0 0 0,0 1 0 0 0,-7-3 0 0 0,7 3-2 0 0,0 1 1 0 0,1 0 0 0 0,-1 0-1 0 0,0 0 1 0 0,0 0-1 0 0,0 1 1 0 0,1-1 0 0 0,-1 1-1 0 0,0 0 1 0 0,0 0-1 0 0,1 1 1 0 0,-1-1 0 0 0,1 1-1 0 0,-1-1 1 0 0,1 1-1 0 0,0 0 1 0 0,0 1 0 0 0,0-1-1 0 0,-4 4 1 0 0,-4 4-214 0 0,0 0 0 0 0,1 1 0 0 0,-13 18 0 0 0,9-9-462 0 0,2 0 1 0 0,0 0 0 0 0,1 1 0 0 0,-11 31 0 0 0,7-9-3144 0 0,-12 61 1 0 0,19-63 25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9:57.5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78 327 80 0 0,'-14'15'14870'0'0,"10"-9"-14475"0"0,-5 14-341 0 0,2 0-1 0 0,1 1 0 0 0,0 0 0 0 0,2 1 1 0 0,0-1-1 0 0,2 1 0 0 0,-1 30 0 0 0,8-12-18 0 0,-5-38-20 0 0,1 0-1 0 0,-1 0 1 0 0,1 0 0 0 0,0 0 0 0 0,0 0 0 0 0,0 0-1 0 0,0 0 1 0 0,0 0 0 0 0,0 0 0 0 0,1 0 0 0 0,-1-1 0 0 0,0 1-1 0 0,1 0 1 0 0,0-1 0 0 0,1 2 0 0 0,0-2 5 0 0,-1 0 0 0 0,0 0 0 0 0,0-1-1 0 0,0 1 1 0 0,0-1 0 0 0,0 1 0 0 0,1-1 0 0 0,-1 0 0 0 0,0 0 0 0 0,0 0 0 0 0,1 0 0 0 0,-1 0 0 0 0,0-1 0 0 0,0 1-1 0 0,0-1 1 0 0,0 1 0 0 0,1-1 0 0 0,2-1 0 0 0,38-21 157 0 0,-34 17-133 0 0,11-6 81 0 0,-1-2-1 0 0,0-1 1 0 0,-1 0-1 0 0,-1-1 1 0 0,0-1-1 0 0,-1 0 1 0 0,-1-2-1 0 0,-1 1 1 0 0,0-2-1 0 0,-2 0 1 0 0,0 0-1 0 0,-1-1 1 0 0,-1-1-1 0 0,-1 0 1 0 0,-1 0 0 0 0,9-44-1 0 0,-15 52-28 0 0,0 1 0 0 0,-1-1 0 0 0,-1 0 1 0 0,0 0-1 0 0,-1 0 0 0 0,-5-22 0 0 0,5 30-81 0 0,0-1 0 0 0,-1 1-1 0 0,0 0 1 0 0,-1-1 0 0 0,1 1-1 0 0,-1 0 1 0 0,0 0 0 0 0,-1 1 0 0 0,1-1-1 0 0,-1 1 1 0 0,0-1 0 0 0,-1 1 0 0 0,1 0-1 0 0,-1 1 1 0 0,-9-7 0 0 0,11 9-17 0 0,-1-1 1 0 0,1 2-1 0 0,-1-1 1 0 0,0 0-1 0 0,0 1 1 0 0,1 0-1 0 0,-1 0 1 0 0,0 0-1 0 0,0 0 1 0 0,0 0-1 0 0,-1 1 1 0 0,1 0 0 0 0,-8 0-1 0 0,5 1 7 0 0,1 1-1 0 0,-1-1 1 0 0,0 1-1 0 0,0 0 1 0 0,1 1-1 0 0,-1-1 1 0 0,-9 7-1 0 0,4-1-86 0 0,-1 0 0 0 0,1 1-1 0 0,1 1 1 0 0,0-1 0 0 0,0 2-1 0 0,1 0 1 0 0,-9 13-1 0 0,7-7-464 0 0,1 0 1 0 0,1 1-1 0 0,1 0 0 0 0,0 1 0 0 0,-10 36 0 0 0,10-21-2456 0 0,1 2 1 0 0,-4 52-1 0 0,9-52-1328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9:57.9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10 2964 0 0,'-17'-9'14614'0'0,"17"9"-14523"0"0,-2 15 1386 0 0,7 26-1219 0 0,-3-35 178 0 0,5 55 332 0 0,0 72 0 0 0,-6-82-619 0 0,0-15-147 0 0,9 107-1518 0 0,-4-128-249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39:58.7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36 111 1620 0 0,'-19'-47'8978'0'0,"13"30"-7042"0"0,1 7-372 0 0,0-4 1092 0 0,5 14-2607 0 0,0-1 1 0 0,0 1-1 0 0,0-1 1 0 0,1 1-1 0 0,-1-1 1 0 0,0 1-1 0 0,1 0 1 0 0,-1-1-1 0 0,0 1 1 0 0,1 0-1 0 0,-1-1 1 0 0,0 1-1 0 0,1 0 1 0 0,-1-1-1 0 0,1 1 1 0 0,-1 0-1 0 0,0 0 1 0 0,1 0-1 0 0,-1-1 0 0 0,1 1 1 0 0,-1 0-1 0 0,1 0 1 0 0,-1 0-1 0 0,1 0 1 0 0,-1 0-1 0 0,1 0 1 0 0,-1 0-1 0 0,1 0 1 0 0,-1 0-1 0 0,2 0 1 0 0,199-15 1156 0 0,332 17 1 0 0,-519-1-1199 0 0,0 0 0 0 0,0 1 0 0 0,-1 1 0 0 0,1 1 0 0 0,-1 0 0 0 0,18 8 0 0 0,-23-9 37 0 0,-1 1 1 0 0,0 0-1 0 0,0 1 0 0 0,-1 0 0 0 0,1 0 1 0 0,-1 1-1 0 0,0-1 0 0 0,0 1 0 0 0,-1 1 0 0 0,0-1 1 0 0,9 14-1 0 0,0 6 246 0 0,-1 1-1 0 0,-2 1 1 0 0,0 0-1 0 0,-2 0 1 0 0,9 49 0 0 0,13 153 965 0 0,-27-188-1052 0 0,52 418 1314 0 0,33-6-517 0 0,116 257-97 0 0,-55-206-671 0 0,-118-392-238 0 0,61 237 895 0 0,-75-267-223 0 0,-4 2 1 0 0,4 103 0 0 0,-17-158-551 0 0,-2 0 1 0 0,-1-1 0 0 0,-1 1 0 0 0,-1-1-1 0 0,-2 0 1 0 0,-1 0 0 0 0,-18 47 0 0 0,16-55-48 0 0,-1 0 1 0 0,-1-1 0 0 0,0-1-1 0 0,-2 0 1 0 0,0-1 0 0 0,-1 0-1 0 0,-1-1 1 0 0,0 0 0 0 0,-1-1-1 0 0,-32 23 1 0 0,6-10-264 0 0,-2-3 0 0 0,-1-1 1 0 0,-69 27-1 0 0,-150 41-1044 0 0,252-89 1194 0 0,-378 127-7546 0 0,133-33-5449 0 0,198-74 5353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0:55.9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372 63 932 0 0,'0'-3'1069'0'0,"-8"-49"3181"0"0,8 52-4229 0 0,0-1 0 0 0,0 1 0 0 0,0 0 0 0 0,0-1 0 0 0,-1 1 0 0 0,1 0 0 0 0,0-1 0 0 0,0 1-1 0 0,0 0 1 0 0,0 0 0 0 0,0-1 0 0 0,0 1 0 0 0,-1 0 0 0 0,1 0 0 0 0,0-1 0 0 0,0 1 0 0 0,0 0 0 0 0,-1 0 0 0 0,1-1 0 0 0,0 1-1 0 0,0 0 1 0 0,-1 0 0 0 0,1 0 0 0 0,0 0 0 0 0,0-1 0 0 0,-1 1 0 0 0,1 0 0 0 0,0 0 0 0 0,-1 0 0 0 0,1 0 0 0 0,0 0 0 0 0,-1 0-1 0 0,1 0 1 0 0,0 0 0 0 0,-1 0 0 0 0,1 0 0 0 0,0 0 0 0 0,0 0 0 0 0,-1 0 0 0 0,1 0 0 0 0,0 0 0 0 0,-1 0 0 0 0,-10 5 218 0 0,11-4-260 0 0,-4 2 57 0 0,0 1-1 0 0,1-1 0 0 0,-1 1 0 0 0,1 0 0 0 0,0 1 0 0 0,0-1 0 0 0,1 0 1 0 0,-1 1-1 0 0,1 0 0 0 0,-3 6 0 0 0,-1 3 16 0 0,-196 498 1301 0 0,173-426-1106 0 0,-22 116-1 0 0,44-162-212 0 0,2 0-1 0 0,1 0 1 0 0,2 1-1 0 0,2-1 1 0 0,6 55 0 0 0,-3-77-20 0 0,0 0 0 0 0,1-1 1 0 0,2 1-1 0 0,-1-1 0 0 0,2 0 1 0 0,0-1-1 0 0,1 0 0 0 0,1 0 1 0 0,13 19-1 0 0,-14-24-403 0 0,0-1 1 0 0,1-1-1 0 0,0 1 1 0 0,0-1-1 0 0,1-1 1 0 0,0 0-1 0 0,1 0 1 0 0,-1-1-1 0 0,2-1 1 0 0,-1 1-1 0 0,1-2 1 0 0,-1 0-1 0 0,22 6 1 0 0,-5-3-1733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0:56.5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18 120 1684 0 0,'-14'-33'4477'0'0,"12"25"-3837"0"0,1 7-613 0 0,1 1 1 0 0,0-1-1 0 0,0 1 1 0 0,0-1 0 0 0,-1 1-1 0 0,1-1 1 0 0,0 1 0 0 0,0-1-1 0 0,0 1 1 0 0,0-1-1 0 0,0 1 1 0 0,0-1 0 0 0,0 1-1 0 0,0-1 1 0 0,0 1-1 0 0,1-1 1 0 0,-1 1 0 0 0,0-1-1 0 0,0 1 1 0 0,0-1 0 0 0,1 1-1 0 0,-1-1 1 0 0,0 1-1 0 0,0-1 1 0 0,1 1 0 0 0,-1-1-1 0 0,0 1 1 0 0,1 0-1 0 0,-1-1 1 0 0,1 1 0 0 0,-1 0-1 0 0,0-1 1 0 0,1 1 0 0 0,-1 0-1 0 0,1-1 1 0 0,-1 1-1 0 0,1 0 1 0 0,-1 0 0 0 0,1 0-1 0 0,-1 0 1 0 0,1-1-1 0 0,-1 1 1 0 0,1 0 0 0 0,-1 0-1 0 0,1 0 1 0 0,-1 0 0 0 0,1 0-1 0 0,-1 0 1 0 0,1 0-1 0 0,-1 0 1 0 0,1 0 0 0 0,-1 1-1 0 0,1-1 1 0 0,-1 0-1 0 0,1 0 1 0 0,0 1 0 0 0,25 6 167 0 0,-18-4-168 0 0,-2 1 0 0 0,1 1 0 0 0,0-1 1 0 0,-1 1-1 0 0,0 0 0 0 0,0 1 0 0 0,-1-1 0 0 0,1 1 0 0 0,-1 0 0 0 0,0 1 0 0 0,-1-1 0 0 0,0 1 1 0 0,0 0-1 0 0,0 0 0 0 0,-1 0 0 0 0,0 1 0 0 0,0-1 0 0 0,3 15 0 0 0,-4-8-23 0 0,0 0-1 0 0,-1 0 1 0 0,0 0-1 0 0,-1 0 0 0 0,-1-1 1 0 0,0 1-1 0 0,-1 0 1 0 0,0 0-1 0 0,-8 25 1 0 0,-1-8 57 0 0,-2-1 0 0 0,-28 51 0 0 0,40-79 98 0 0,1-10-116 0 0,0 3-32 0 0,0 1 1 0 0,0-1-1 0 0,1 1 0 0 0,-1-1 0 0 0,1 1 0 0 0,1-5 1 0 0,18-51 60 0 0,32-64 0 0 0,13-40-68 0 0,-58 143 4 0 0,-3 10-17 0 0,0 1 1 0 0,-1-1-1 0 0,0 0 0 0 0,-1 0 1 0 0,1-16-1 0 0,-3 27 8 0 0,0-1 0 0 0,0 1-1 0 0,0 0 1 0 0,0-1-1 0 0,0 1 1 0 0,0-1 0 0 0,0 1-1 0 0,0 0 1 0 0,0-1 0 0 0,0 1-1 0 0,0 0 1 0 0,0-1 0 0 0,-1 1-1 0 0,1 0 1 0 0,0-1 0 0 0,0 1-1 0 0,0 0 1 0 0,0-1-1 0 0,-1 1 1 0 0,1 0 0 0 0,0 0-1 0 0,0-1 1 0 0,-1 1 0 0 0,1 0-1 0 0,0 0 1 0 0,0-1 0 0 0,-1 1-1 0 0,1 0 1 0 0,0 0 0 0 0,-1 0-1 0 0,1-1 1 0 0,0 1-1 0 0,-1 0 1 0 0,1 0 0 0 0,0 0-1 0 0,-1 0 1 0 0,1 0 0 0 0,-1 0-1 0 0,1 0 1 0 0,0 0 0 0 0,-1 0-1 0 0,1 0 1 0 0,0 0 0 0 0,-1 0-1 0 0,1 0 1 0 0,0 0 0 0 0,-1 0-1 0 0,1 0 1 0 0,0 0-1 0 0,-1 1 1 0 0,1-1 0 0 0,0 0-1 0 0,-1 0 1 0 0,1 0 0 0 0,0 1-1 0 0,-1-1 1 0 0,1 0 0 0 0,0 0-1 0 0,0 1 1 0 0,-1-1 0 0 0,1 0-1 0 0,0 0 1 0 0,-1 1 0 0 0,-17 16-27 0 0,8-1 24 0 0,1-1 1 0 0,0 1 0 0 0,2 1-1 0 0,0-1 1 0 0,0 1-1 0 0,-7 33 1 0 0,12-39 4 0 0,0-1-1 0 0,1 1 1 0 0,0-1-1 0 0,0 1 1 0 0,1-1-1 0 0,0 1 1 0 0,1 0-1 0 0,1-1 0 0 0,-1 1 1 0 0,2-1-1 0 0,-1 0 1 0 0,1 0-1 0 0,5 11 1 0 0,-4-14-3 0 0,0 0-1 0 0,1-1 1 0 0,0 0 0 0 0,0 0-1 0 0,0 0 1 0 0,0-1 0 0 0,1 1-1 0 0,0-1 1 0 0,0 0 0 0 0,1-1-1 0 0,-1 0 1 0 0,9 5 0 0 0,-5-5-585 0 0,-1 0 0 0 0,1 0 1 0 0,0 0-1 0 0,0-2 1 0 0,0 1-1 0 0,0-1 0 0 0,1 0 1 0 0,16 0-1 0 0,-11-3-1256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0:56.8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35 1848 0 0,'0'0'1377'0'0,"0"-14"2279"0"0,0 13-3605 0 0,0 0 0 0 0,0 0 1 0 0,0 0-1 0 0,0 1 0 0 0,0-1 0 0 0,0 0 0 0 0,1 0 0 0 0,-1 1 0 0 0,0-1 0 0 0,0 0 0 0 0,1 0 0 0 0,-1 1 0 0 0,0-1 0 0 0,1 0 0 0 0,-1 1 0 0 0,0-1 1 0 0,1 0-1 0 0,-1 1 0 0 0,1-1 0 0 0,0 0 0 0 0,-1 1 0 0 0,1-1 0 0 0,-1 1 0 0 0,1-1 0 0 0,0 1 0 0 0,-1 0 0 0 0,1-1 0 0 0,0 1 0 0 0,-1 0 0 0 0,1-1 1 0 0,0 1-1 0 0,0 0 0 0 0,-1 0 0 0 0,1-1 0 0 0,0 1 0 0 0,0 0 0 0 0,0 0 0 0 0,-1 0 0 0 0,1 0 0 0 0,0 0 0 0 0,0 0 0 0 0,0 1 0 0 0,-1-1 0 0 0,1 0 1 0 0,0 0-1 0 0,0 0 0 0 0,-1 1 0 0 0,1-1 0 0 0,0 0 0 0 0,1 1 0 0 0,2 1-17 0 0,1 0 0 0 0,-1 0-1 0 0,1 1 1 0 0,-1-1 0 0 0,0 1 0 0 0,0 0-1 0 0,6 5 1 0 0,-7-4 7 0 0,0-1 0 0 0,0 2 0 0 0,0-1 0 0 0,-1 0 0 0 0,1 0 0 0 0,-1 1 0 0 0,0-1-1 0 0,-1 1 1 0 0,1 0 0 0 0,-1 0 0 0 0,0-1 0 0 0,0 1 0 0 0,0 0 0 0 0,-1 0 0 0 0,1 0 0 0 0,-1 0-1 0 0,-1 0 1 0 0,1 0 0 0 0,-1 0 0 0 0,1 0 0 0 0,-3 6 0 0 0,-3 12 212 0 0,-1 0 0 0 0,-1-1 1 0 0,-13 25-1 0 0,10-22-172 0 0,4-9 22 0 0,3-9-84 0 0,1 0 1 0 0,0 0 0 0 0,1 1 0 0 0,-3 11 0 0 0,5-18-14 0 0,0-1 1 0 0,0 0-1 0 0,0 1 1 0 0,0-1-1 0 0,0 1 1 0 0,0-1-1 0 0,0 1 1 0 0,0-1-1 0 0,0 1 1 0 0,0-1-1 0 0,0 0 1 0 0,0 1-1 0 0,0-1 1 0 0,1 1-1 0 0,-1-1 1 0 0,0 0-1 0 0,0 1 1 0 0,0-1-1 0 0,1 1 1 0 0,-1-1-1 0 0,0 0 1 0 0,0 1-1 0 0,1-1 1 0 0,-1 0-1 0 0,0 0 1 0 0,1 1-1 0 0,-1-1 1 0 0,0 0-1 0 0,2 1 0 0 0,14 1 53 0 0,15-9-46 0 0,64-27-2135 0 0,-34 8-2451 0 0,-38 14 1454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0:57.0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1 1444 0 0,'0'0'1264'0'0,"-1"14"1630"0"0,-46 120 1730 0 0,13-33-4089 0 0,1-1-155 0 0,24-47-1585 0 0,8-43 38 0 0,1-1 1 0 0,0 0-1 0 0,1 14 0 0 0,1-13-1698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0:57.6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115 226 1156 0 0,'-105'-35'7696'0'0,"105"35"-7676"0"0,0 0-1 0 0,-1 0 1 0 0,1-1 0 0 0,-1 1-1 0 0,1 0 1 0 0,0 0 0 0 0,-1 0-1 0 0,1 0 1 0 0,-1 0 0 0 0,1-1-1 0 0,0 1 1 0 0,-1 0 0 0 0,1 0-1 0 0,0 0 1 0 0,-1-1 0 0 0,1 1-1 0 0,0 0 1 0 0,-1-1 0 0 0,1 1-1 0 0,0 0 1 0 0,0-1 0 0 0,-1 1-1 0 0,1 0 1 0 0,0-1 0 0 0,0 1-1 0 0,0 0 1 0 0,-1-1 0 0 0,1 1-1 0 0,0-1 1 0 0,0 1-1 0 0,0-1 1 0 0,0 1 0 0 0,0 0-1 0 0,0-1 1 0 0,0 1 0 0 0,0-1-1 0 0,0 1 1 0 0,0 0 0 0 0,0-1-1 0 0,0 1 1 0 0,0-1 0 0 0,0 1-1 0 0,1 0 1 0 0,-1-1 0 0 0,0 0-1 0 0,1 0-4 0 0,0 1 0 0 0,0-1 0 0 0,0 0-1 0 0,0 1 1 0 0,0-1 0 0 0,0 1-1 0 0,0-1 1 0 0,0 1 0 0 0,0-1 0 0 0,0 1-1 0 0,0 0 1 0 0,0 0 0 0 0,1-1 0 0 0,-1 1-1 0 0,0 0 1 0 0,0 0 0 0 0,0 0 0 0 0,2 0-1 0 0,5 1-6 0 0,0 1 0 0 0,0-1 0 0 0,-1 1 1 0 0,1 0-1 0 0,-1 1 0 0 0,0 0 0 0 0,1 0 0 0 0,-1 0 0 0 0,-1 1 0 0 0,1 0 0 0 0,0 1 0 0 0,-1-1 0 0 0,0 1 0 0 0,0 0 0 0 0,0 1 0 0 0,-1-1 1 0 0,0 1-1 0 0,0 0 0 0 0,0 1 0 0 0,-1-1 0 0 0,0 1 0 0 0,0 0 0 0 0,-1 0 0 0 0,0 0 0 0 0,0 0 0 0 0,0 1 0 0 0,-1-1 0 0 0,0 1 0 0 0,-1 0 1 0 0,0 0-1 0 0,0-1 0 0 0,-1 1 0 0 0,1 0 0 0 0,-2 0 0 0 0,-1 13 0 0 0,-3 5 32 0 0,-2-1 0 0 0,-1 0 0 0 0,0-1 0 0 0,-23 44 1 0 0,29-65 435 0 0,3-6-196 0 0,6-16-125 0 0,12-28-151 0 0,72-130 126 0 0,31-65 181 0 0,-114 226-272 0 0,-5 10-79 0 0,0 0-1 0 0,-1 0 1 0 0,1-1-1 0 0,2-10 1 0 0,-5 15 25 0 0,-12 19-63 0 0,-8 21 4 0 0,2 1 0 0 0,-15 50 1 0 0,26-67 68 0 0,1 0 0 0 0,1 1 1 0 0,1-1-1 0 0,1 1 1 0 0,0 43-1 0 0,3-60 4 0 0,1 1 1 0 0,0 0-1 0 0,0-1 1 0 0,1 1-1 0 0,0-1 1 0 0,0 1-1 0 0,0-1 1 0 0,1 0-1 0 0,0 0 1 0 0,0 0-1 0 0,0 0 0 0 0,1 0 1 0 0,0-1-1 0 0,0 0 1 0 0,1 0-1 0 0,-1 0 1 0 0,1 0-1 0 0,0-1 1 0 0,7 5-1 0 0,-5-4-225 0 0,0-1-1 0 0,0 0 1 0 0,0 0 0 0 0,1-1-1 0 0,-1 0 1 0 0,15 4 0 0 0,-14-5-494 0 0,1-1 1 0 0,-1 0 0 0 0,1 0 0 0 0,0 0 0 0 0,0-1-1 0 0,12-2 1 0 0,-1-1-1626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0:58.2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39 1676 0 0,'-10'-7'4667'0'0,"9"7"-4557"0"0,0 0 0 0 0,1-1 0 0 0,-1 1 0 0 0,1-1 1 0 0,-1 1-1 0 0,0 0 0 0 0,1-1 0 0 0,-1 1 0 0 0,1-1 0 0 0,-1 0 0 0 0,1 1 0 0 0,-1-1 0 0 0,1 1 0 0 0,0-1 0 0 0,-1 0 0 0 0,1 1 0 0 0,0-1 0 0 0,-1 0 0 0 0,1 1 0 0 0,0-1 0 0 0,0 0 0 0 0,0 1 0 0 0,-1-1 0 0 0,1 0 1 0 0,0 0-1 0 0,0 1 0 0 0,0-1 0 0 0,0 0 0 0 0,1-1 0 0 0,0 1-76 0 0,0 0 0 0 0,0 0 0 0 0,0 0 0 0 0,0 0 0 0 0,0 0 0 0 0,1 0 0 0 0,-1 1 0 0 0,0-1 0 0 0,1 0 0 0 0,-1 1 0 0 0,0-1 0 0 0,1 1 0 0 0,-1-1 1 0 0,3 0-1 0 0,-2 1 22 0 0,2 0 0 0 0,-2 0-52 0 0,0 0 3 0 0,1 0 0 0 0,0 0 1 0 0,-1 0-1 0 0,1 1 0 0 0,-1-1 1 0 0,1 1-1 0 0,0-1 0 0 0,-1 1 0 0 0,1 0 1 0 0,-1 0-1 0 0,1 0 0 0 0,-1 0 0 0 0,0 1 1 0 0,0-1-1 0 0,1 1 0 0 0,-1-1 0 0 0,0 1 1 0 0,0 0-1 0 0,0-1 0 0 0,-1 1 0 0 0,1 0 1 0 0,2 4-1 0 0,-2-2-4 0 0,0 1 0 0 0,-1-1-1 0 0,1 1 1 0 0,-1-1 0 0 0,0 1 0 0 0,-1 0 0 0 0,1-1-1 0 0,-1 1 1 0 0,0 0 0 0 0,0 0 0 0 0,0-1 0 0 0,-1 1 0 0 0,1 0-1 0 0,-3 7 1 0 0,-3 7 6 0 0,0 0 0 0 0,-11 21 0 0 0,4-9 12 0 0,12-27-33 0 0,0-4 21 0 0,1 1 0 0 0,-1 0 0 0 0,1 0 0 0 0,-1-1 0 0 0,1 1 0 0 0,0 0 0 0 0,-1 0 0 0 0,1 0 0 0 0,0-1 0 0 0,0 1 0 0 0,-1 0 0 0 0,1 0 0 0 0,0 0 0 0 0,0 0 0 0 0,0 0 0 0 0,0-1 0 0 0,0 1 0 0 0,0 0 0 0 0,0 0 0 0 0,1 0 0 0 0,-1 0 0 0 0,0 0 0 0 0,0-1 0 0 0,1 1 0 0 0,-1 0 0 0 0,0 0 0 0 0,1 0 0 0 0,0 1 0 0 0,0-1-2 0 0,32-4 18 0 0,-25 4 19 0 0,-1 1-1 0 0,1 0 1 0 0,-1 0 0 0 0,0 1 0 0 0,0 0 0 0 0,0 0 0 0 0,0 1 0 0 0,0-1 0 0 0,0 2 0 0 0,9 7 0 0 0,-13-9 109 0 0,0-1 0 0 0,-1 1 0 0 0,1 0 0 0 0,-1 0 1 0 0,0 0-1 0 0,0 0 0 0 0,0 0 0 0 0,0 1 0 0 0,0-1 1 0 0,-1 1-1 0 0,1-1 0 0 0,-1 1 0 0 0,0 0 0 0 0,0-1 1 0 0,0 1-1 0 0,-1 0 0 0 0,0 0 0 0 0,1-1 0 0 0,-1 1 1 0 0,0 0-1 0 0,-1 0 0 0 0,1 0 0 0 0,-1-1 1 0 0,-1 7-1 0 0,-2 2 65 0 0,0-1 0 0 0,-1 1 0 0 0,0-1 0 0 0,-1 0 0 0 0,0-1 0 0 0,-1 1 0 0 0,0-1 0 0 0,0 0 0 0 0,-1-1 0 0 0,-1 0 0 0 0,-10 9 0 0 0,8-8-139 0 0,-1-1-1 0 0,0 0 1 0 0,0-1-1 0 0,0-1 1 0 0,-1 0 0 0 0,-1 0-1 0 0,1-1 1 0 0,-27 7-1 0 0,37-12-314 0 0,0 0-1 0 0,-1 0 0 0 0,1 0 1 0 0,0-1-1 0 0,0 1 0 0 0,-1-1 1 0 0,1 0-1 0 0,0 0 1 0 0,-1 0-1 0 0,1-1 0 0 0,0 1 1 0 0,-1-1-1 0 0,1 1 0 0 0,-5-3 1 0 0,8 3 101 0 0,0-1-1 0 0,-1 1 1 0 0,1-1 0 0 0,0 0 0 0 0,-1 1 0 0 0,1-1 0 0 0,0 1-1 0 0,0-1 1 0 0,-1 1 0 0 0,1-1 0 0 0,0 1 0 0 0,0-1 0 0 0,0 0-1 0 0,0 1 1 0 0,0-1 0 0 0,0 0 0 0 0,0 1 0 0 0,0-1 0 0 0,0 1-1 0 0,0-1 1 0 0,0 0 0 0 0,1 1 0 0 0,-1-1 0 0 0,0 1 0 0 0,0-1-1 0 0,0 1 1 0 0,1-1 0 0 0,-1 1 0 0 0,0-1 0 0 0,1 0 0 0 0,8-17-3833 0 0,3 3-367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0:58.4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4 1576 0 0,'1'-1'181'0'0,"0"1"-1"0"0,0-1 1 0 0,0 1-1 0 0,0 0 1 0 0,0-1-1 0 0,0 1 0 0 0,0 0 1 0 0,0 0-1 0 0,0 0 1 0 0,0 0-1 0 0,1 0 1 0 0,-1 0-1 0 0,0 0 1 0 0,0 0-1 0 0,0 1 1 0 0,0-1-1 0 0,0 0 1 0 0,0 1-1 0 0,0-1 1 0 0,0 0-1 0 0,0 1 1 0 0,0-1-1 0 0,0 1 0 0 0,0 0 1 0 0,1 0-1 0 0,-1 1-44 0 0,0-1 0 0 0,-1 0 1 0 0,1 1-1 0 0,-1-1 0 0 0,1 1 0 0 0,-1-1 0 0 0,1 1 0 0 0,-1-1 0 0 0,0 1 0 0 0,0-1 0 0 0,0 1 0 0 0,0-1 0 0 0,0 1 0 0 0,0-1 0 0 0,-1 4 0 0 0,-1 4 129 0 0,0 1 0 0 0,-1-1 1 0 0,0 0-1 0 0,-7 15 0 0 0,-26 44 195 0 0,-20 43-445 0 0,24-35-5098 0 0,27-60 2324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0:58.9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54 175 1680 0 0,'-5'-3'664'0'0,"-1"-1"-1"0"0,1 0 1 0 0,0 0 0 0 0,0 0-1 0 0,0-1 1 0 0,1 1 0 0 0,0-1-1 0 0,0 0 1 0 0,-7-11 0 0 0,11 15-627 0 0,0 0 1 0 0,1 0 0 0 0,-1 0-1 0 0,0 0 1 0 0,0 0 0 0 0,1 0-1 0 0,-1 0 1 0 0,1 0-1 0 0,-1 0 1 0 0,1 0 0 0 0,-1 0-1 0 0,1 0 1 0 0,-1 0 0 0 0,1 1-1 0 0,0-1 1 0 0,0 0 0 0 0,-1 0-1 0 0,1 1 1 0 0,0-1-1 0 0,0 1 1 0 0,0-1 0 0 0,0 1-1 0 0,0-1 1 0 0,0 1 0 0 0,0-1-1 0 0,0 1 1 0 0,0 0 0 0 0,1-1-1 0 0,4 0-6 0 0,-1 0 0 0 0,1 1 0 0 0,0-1 0 0 0,-1 1 0 0 0,1 0 0 0 0,0 1 0 0 0,-1-1 0 0 0,1 1 0 0 0,0 0 0 0 0,-1 1 0 0 0,1-1 0 0 0,-1 1 0 0 0,0 0 0 0 0,1 1 0 0 0,-1-1 0 0 0,0 1 0 0 0,0 0 0 0 0,-1 0 0 0 0,9 8 0 0 0,-7-6-19 0 0,0 0 0 0 0,-1 0 0 0 0,0 1 1 0 0,0 0-1 0 0,-1 0 0 0 0,0 1 0 0 0,0-1 0 0 0,0 1 0 0 0,-1 0 0 0 0,0 0 0 0 0,0 0 0 0 0,-1 0 0 0 0,0 0 0 0 0,0 1 1 0 0,1 7-1 0 0,-3 6 35 0 0,0 0 1 0 0,-1-1 0 0 0,-1 1 0 0 0,-1 0 0 0 0,-1-1 0 0 0,-1 0 0 0 0,0 0-1 0 0,-10 22 1 0 0,13-37 549 0 0,4-5-217 0 0,6-11-75 0 0,12-21-165 0 0,128-255-53 0 0,-102 194-86 0 0,-35 65-63 0 0,-10 26 29 0 0,-2 4 12 0 0,-9 22 48 0 0,1 0 1 0 0,1 0-1 0 0,1 1 1 0 0,2 0 0 0 0,0 0-1 0 0,1 1 1 0 0,2-1-1 0 0,0 28 1 0 0,3-47-30 0 0,0 0-1 0 0,0 0 1 0 0,0 0 0 0 0,1 0-1 0 0,0 0 1 0 0,0-1 0 0 0,0 1 0 0 0,1 0-1 0 0,0-1 1 0 0,0 0 0 0 0,0 1-1 0 0,1-1 1 0 0,-1-1 0 0 0,1 1 0 0 0,1 0-1 0 0,-1-1 1 0 0,0 0 0 0 0,1 0-1 0 0,0 0 1 0 0,0-1 0 0 0,10 6 0 0 0,-6-4-230 0 0,1-1 1 0 0,-1 0-1 0 0,1 0 1 0 0,0-1-1 0 0,12 3 1 0 0,-12-5-754 0 0,1 1 0 0 0,-1-1 1 0 0,1 0-1 0 0,19-2 0 0 0,-6-3-2542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0:59.3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27 636 0 0,'1'-26'6792'0'0,"-1"26"-6760"0"0,0 0 0 0 0,0 0 1 0 0,0 0-1 0 0,0 0 0 0 0,-1 0 0 0 0,1 0 1 0 0,0-1-1 0 0,0 1 0 0 0,0 0 0 0 0,0 0 1 0 0,0 0-1 0 0,0 0 0 0 0,-1 0 0 0 0,1 0 1 0 0,0 0-1 0 0,0 0 0 0 0,0 0 0 0 0,0 0 0 0 0,0 0 1 0 0,0 0-1 0 0,-1 0 0 0 0,1 0 0 0 0,0 0 1 0 0,0 0-1 0 0,0 0 0 0 0,0 0 0 0 0,0 0 1 0 0,-1 0-1 0 0,1 0 0 0 0,0 0 0 0 0,0 1 1 0 0,0-1-1 0 0,0 0 0 0 0,0 0 0 0 0,0 0 0 0 0,0 0 1 0 0,-1 0-1 0 0,1 0 0 0 0,0 0 0 0 0,0 0 1 0 0,0 0-1 0 0,0 1 0 0 0,0-1 0 0 0,0 0 1 0 0,0 0-1 0 0,0 0 0 0 0,0 0 0 0 0,0 0 1 0 0,0 0-1 0 0,0 1 0 0 0,0-1 0 0 0,0 0 0 0 0,0 0 1 0 0,0 0-1 0 0,0 0 0 0 0,0 0 0 0 0,0 1 1 0 0,0-1-1 0 0,0 0 0 0 0,0 0 0 0 0,0 0 1 0 0,-7 19 737 0 0,-3 23-243 0 0,10-39-500 0 0,0 0-1 0 0,0 0 1 0 0,0 0 0 0 0,0 1 0 0 0,1-1 0 0 0,-1 0 0 0 0,1 0 0 0 0,0 0-1 0 0,0 0 1 0 0,0 0 0 0 0,0 0 0 0 0,1 0 0 0 0,-1 0 0 0 0,1 0 0 0 0,0-1-1 0 0,-1 1 1 0 0,1-1 0 0 0,1 1 0 0 0,-1-1 0 0 0,3 3 0 0 0,-1-3-8 0 0,-1 0-1 0 0,1 0 1 0 0,-1-1 0 0 0,1 1 0 0 0,0-1 0 0 0,0 0 0 0 0,0 0-1 0 0,0 0 1 0 0,0-1 0 0 0,0 0 0 0 0,0 1 0 0 0,0-1 0 0 0,0-1-1 0 0,0 1 1 0 0,5-1 0 0 0,0-1 16 0 0,0-1 0 0 0,1 1 0 0 0,-1-2 0 0 0,-1 1 0 0 0,1-1 0 0 0,0 0 0 0 0,-1-1 0 0 0,0 0 0 0 0,0 0 0 0 0,0-1 0 0 0,10-10 0 0 0,31-20 885 0 0,-48 35-816 0 0,0 1-95 0 0,0 0 0 0 0,-1 0 1 0 0,1 0-1 0 0,-1 1 0 0 0,1-1 1 0 0,0 0-1 0 0,-1 1 0 0 0,1-1 1 0 0,-1 0-1 0 0,1 1 0 0 0,-1-1 1 0 0,1 1-1 0 0,-1-1 0 0 0,1 1 1 0 0,-1-1-1 0 0,1 1 1 0 0,-1-1-1 0 0,0 1 0 0 0,1-1 1 0 0,-1 1-1 0 0,0-1 0 0 0,1 1 1 0 0,-1 0-1 0 0,0-1 0 0 0,0 1 1 0 0,0-1-1 0 0,0 1 0 0 0,1 0 1 0 0,-1-1-1 0 0,0 1 1 0 0,0 1-1 0 0,1 20 198 0 0,-34 219 841 0 0,4-48-3039 0 0,23-152-4108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0:59.6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50 1408 0 0,'0'-49'6394'0'0,"2"51"-5812"0"0,12 16-26 0 0,0 0 0 0 0,-2 1 1 0 0,-1 1-1 0 0,18 40 0 0 0,-17-35-332 0 0,32 74 361 0 0,-5 1-1 0 0,-4 1 1 0 0,-4 3 0 0 0,-5 0-1 0 0,-5 1 1 0 0,14 193-1 0 0,-32-240-409 0 0,-3-1 0 0 0,-2 1 0 0 0,-3 0 0 0 0,-3-1 0 0 0,-2 0-1 0 0,-20 64 1 0 0,16-76-180 0 0,-3-1 1 0 0,-1-2-1 0 0,-2 1 0 0 0,-1-2 0 0 0,-3-1 1 0 0,-1-1-1 0 0,-2-1 0 0 0,-36 39 0 0 0,-13-1-2214 0 0,67-68 567 0 0,-1-1 1 0 0,0 0-1 0 0,-20 11 1 0 0,11-10-3782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0:59.9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45 920 0 0,'-117'34'9848'0'0,"112"-32"-9706"0"0,3-2 76 0 0,9-1-178 0 0,0 0-1 0 0,0-1 1 0 0,0 0-1 0 0,0 0 0 0 0,11-5 1 0 0,7-2-19 0 0,45-13-32 0 0,-11 3-1506 0 0,-19 7-2528 0 0,-26 8 636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1:00.2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59 210 1440 0 0,'-58'74'9336'0'0,"59"-75"-9291"0"0,0 1 0 0 0,0-1 0 0 0,1 1 0 0 0,-1 0 0 0 0,1-1 0 0 0,-1 1 1 0 0,0 0-1 0 0,1 0 0 0 0,-1 0 0 0 0,0 0 0 0 0,3 0 0 0 0,1 0 39 0 0,10-3 68 0 0,0-1-1 0 0,0-1 1 0 0,24-11-1 0 0,2 0-54 0 0,282-105-1178 0 0,-107 36-4150 0 0,-141 54 1843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1:00.7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275 83 644 0 0,'22'-83'7967'0'0,"-21"86"-7697"0"0,-2 10-6 0 0,0 0 0 0 0,0-1 1 0 0,-1 1-1 0 0,-1-1 0 0 0,0 1 1 0 0,-9 21-1 0 0,-2 10 204 0 0,-88 273 2026 0 0,-2 12-1154 0 0,87-265-1115 0 0,4 1 0 0 0,2 0 0 0 0,-2 79 0 0 0,12-109-158 0 0,2 0 0 0 0,2 1 0 0 0,1-1 0 0 0,1 0 0 0 0,13 41 0 0 0,-13-57-186 0 0,2 0 1 0 0,0-1-1 0 0,1 0 1 0 0,0 0 0 0 0,2-1-1 0 0,0 0 1 0 0,1 0 0 0 0,0-2-1 0 0,1 1 1 0 0,27 25 0 0 0,-32-35-317 0 0,1 0 0 0 0,0 0 0 0 0,1 0 0 0 0,0-1 1 0 0,0 0-1 0 0,12 5 0 0 0,-14-8-399 0 0,1 0 1 0 0,-1 0-1 0 0,0 0 1 0 0,1-1-1 0 0,11 0 1 0 0,15-1-3751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1:01.3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81 212 1216 0 0,'-12'-12'1395'0'0,"2"3"-251"0"0,1 0 1 0 0,0-1-1 0 0,0 0 1 0 0,1 0-1 0 0,-12-22 1 0 0,19 31-1095 0 0,1-1 0 0 0,-1 1 0 0 0,1-1 0 0 0,-1 1 0 0 0,1-1 0 0 0,-1 1 0 0 0,1-1 0 0 0,0 1 0 0 0,0-1 0 0 0,0 0 1 0 0,0 1-1 0 0,0-1 0 0 0,1 1 0 0 0,-1-1 0 0 0,0 1 0 0 0,1-1 0 0 0,-1 0 0 0 0,1 1 0 0 0,0-3 0 0 0,1 1-3 0 0,0 1 0 0 0,0-1 1 0 0,0 0-1 0 0,0 1 0 0 0,1-1 0 0 0,-1 1 0 0 0,0-1 0 0 0,6-2 0 0 0,3-2 27 0 0,1 0 1 0 0,-1 1-1 0 0,21-7 1 0 0,-15 7-31 0 0,1 0 0 0 0,0 2 0 0 0,0 0 0 0 0,1 1 0 0 0,32-2 0 0 0,-39 5-53 0 0,0 0-1 0 0,-1 1 1 0 0,1 0 0 0 0,-1 1-1 0 0,1 0 1 0 0,-1 1 0 0 0,0 0-1 0 0,0 0 1 0 0,0 2 0 0 0,14 6-1 0 0,-22-9 7 0 0,0 0 0 0 0,0-1-1 0 0,-1 1 1 0 0,1 0 0 0 0,-1 0-1 0 0,0 0 1 0 0,1 1 0 0 0,-1-1 0 0 0,0 1-1 0 0,0-1 1 0 0,-1 1 0 0 0,1-1-1 0 0,-1 1 1 0 0,1 0 0 0 0,-1 0-1 0 0,0 0 1 0 0,0 0 0 0 0,1 4-1 0 0,-1-2 6 0 0,-1 0 0 0 0,0 0 0 0 0,0 0 0 0 0,0 0-1 0 0,-1 0 1 0 0,1 0 0 0 0,-1 0 0 0 0,0-1-1 0 0,-1 1 1 0 0,-2 8 0 0 0,-5 4 9 0 0,0 0 0 0 0,0 0 0 0 0,-2-1 0 0 0,-22 27 0 0 0,-38 46 141 0 0,70-88-149 0 0,1-1-1 0 0,0 0 0 0 0,0 0 0 0 0,0 1 1 0 0,-1-1-1 0 0,1 0 0 0 0,0 1 1 0 0,0-1-1 0 0,0 0 0 0 0,0 0 0 0 0,0 1 1 0 0,-1-1-1 0 0,1 0 0 0 0,0 1 1 0 0,0-1-1 0 0,0 1 0 0 0,0-1 0 0 0,0 0 1 0 0,0 1-1 0 0,0-1 0 0 0,0 0 0 0 0,0 1 1 0 0,0-1-1 0 0,1 0 0 0 0,-1 1 1 0 0,0-1-1 0 0,0 0 0 0 0,0 1 0 0 0,0-1 1 0 0,0 0-1 0 0,1 0 0 0 0,-1 1 1 0 0,0-1-1 0 0,0 0 0 0 0,0 1 0 0 0,1-1 1 0 0,-1 0-1 0 0,0 0 0 0 0,0 0 0 0 0,1 1 1 0 0,-1-1-1 0 0,0 0 0 0 0,1 0 1 0 0,-1 0-1 0 0,0 0 0 0 0,1 1 0 0 0,-1-1 1 0 0,0 0-1 0 0,1 0 0 0 0,-1 0 0 0 0,0 0 1 0 0,1 0-1 0 0,0 0 0 0 0,26 5-4 0 0,-20-4 19 0 0,4 1 28 0 0,-1 1-1 0 0,0 0 1 0 0,1 1 0 0 0,-1 0 0 0 0,0 0-1 0 0,-1 1 1 0 0,1 1 0 0 0,-1-1 0 0 0,0 2-1 0 0,-1-1 1 0 0,1 1 0 0 0,-1 0 0 0 0,0 1-1 0 0,10 13 1 0 0,-14-15 105 0 0,1 1 0 0 0,-1-1-1 0 0,0 1 1 0 0,0 0 0 0 0,-1 0-1 0 0,0 0 1 0 0,0 1 0 0 0,-1-1 0 0 0,3 11-1 0 0,-4-12 41 0 0,-1 0 1 0 0,1-1-1 0 0,-1 1 0 0 0,-1 0 0 0 0,1-1 0 0 0,-1 1 1 0 0,0 0-1 0 0,0-1 0 0 0,0 1 0 0 0,-1-1 0 0 0,0 1 0 0 0,0-1 1 0 0,-5 10-1 0 0,-2 0 467 0 0,-1 0 0 0 0,0-1 0 0 0,-25 25 0 0 0,28-32-347 0 0,0-1 0 0 0,-1 1 0 0 0,1-1 0 0 0,-1 0 0 0 0,-1-1 0 0 0,1 0 0 0 0,-1 0 0 0 0,-11 4 0 0 0,16-8-276 0 0,0 0-1 0 0,1-1 0 0 0,-1 1 0 0 0,0-1 0 0 0,1 1 1 0 0,-1-1-1 0 0,0 0 0 0 0,1-1 0 0 0,-1 1 1 0 0,0-1-1 0 0,1 0 0 0 0,-1 1 0 0 0,1-1 1 0 0,-1-1-1 0 0,1 1 0 0 0,-1-1 0 0 0,1 1 0 0 0,-5-4 1 0 0,7 4-165 0 0,-1 0 0 0 0,1 1-1 0 0,0-1 1 0 0,0 0 0 0 0,0 0 0 0 0,0 0 0 0 0,0 0 0 0 0,0 0 0 0 0,0 0 0 0 0,0 0 0 0 0,0 0 0 0 0,0-1 0 0 0,1 1 0 0 0,-1 0-1 0 0,0 0 1 0 0,1-1 0 0 0,-1 1 0 0 0,1 0 0 0 0,0-1 0 0 0,-1 1 0 0 0,1-1 0 0 0,0 1 0 0 0,0 0 0 0 0,0-1 0 0 0,0 1 0 0 0,0-1-1 0 0,0 1 1 0 0,0 0 0 0 0,0-1 0 0 0,1 1 0 0 0,-1-1 0 0 0,0 1 0 0 0,1 0 0 0 0,-1-1 0 0 0,2-1 0 0 0,1-1-1056 0 0,1-1 0 0 0,-1 1 1 0 0,1 0-1 0 0,0 0 1 0 0,0 0-1 0 0,1 0 0 0 0,7-4 1 0 0,3-2-4743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1:01.5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1 1008 0 0,'4'0'664'0'0,"0"0"0"0"0,1 1-1 0 0,-1 0 1 0 0,0 0 0 0 0,0 0 0 0 0,1 0-1 0 0,-1 1 1 0 0,0-1 0 0 0,0 1-1 0 0,6 5 1 0 0,-8-6-520 0 0,-1 1-1 0 0,1-1 0 0 0,-1 1 1 0 0,0 0-1 0 0,0-1 0 0 0,0 1 1 0 0,0 0-1 0 0,0 0 0 0 0,0 0 1 0 0,-1 0-1 0 0,1 0 0 0 0,0 0 0 0 0,-1 0 1 0 0,0 0-1 0 0,1 0 0 0 0,-1 0 1 0 0,0 0-1 0 0,0 0 0 0 0,0 0 1 0 0,0 0-1 0 0,-1 0 0 0 0,1 0 1 0 0,-1 3-1 0 0,-6 18 230 0 0,0-1 0 0 0,-1 1 0 0 0,-1-2 0 0 0,-1 0 0 0 0,-1 0 0 0 0,-17 25 0 0 0,-19 38-320 0 0,13-11-1940 0 0,15-24-3966 0 0,13-37 1584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1:02.2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93 1080 0 0,'-1'-1'198'0'0,"-1"0"0"0"0,1-1 0 0 0,0 1 0 0 0,0-1 0 0 0,0 1 0 0 0,0-1 0 0 0,1 0 0 0 0,-1 1 0 0 0,0-1 0 0 0,1 0 0 0 0,-1 0 0 0 0,1 1 0 0 0,0-1 0 0 0,-1 0 0 0 0,1 0 0 0 0,0 0 0 0 0,0 1 0 0 0,0-1 0 0 0,0 0 0 0 0,1 0 0 0 0,-1 0 0 0 0,0 1 0 0 0,1-1 0 0 0,-1 0 0 0 0,1 0 0 0 0,0 1 0 0 0,-1-1 0 0 0,1 1 0 0 0,0-1 0 0 0,0 0 0 0 0,0 1 0 0 0,0-1 0 0 0,0 1 0 0 0,0 0 0 0 0,1-1 0 0 0,-1 1 0 0 0,0 0 0 0 0,1 0 0 0 0,-1 0 0 0 0,4-2 0 0 0,0 0-72 0 0,1-1 0 0 0,0 1 0 0 0,0 0 0 0 0,0 0 1 0 0,1 1-1 0 0,-1 0 0 0 0,1 0 0 0 0,-1 1 0 0 0,13-2 1 0 0,-9 2-87 0 0,-1 2 1 0 0,0-1 0 0 0,0 1-1 0 0,1 0 1 0 0,-1 1 0 0 0,0 0-1 0 0,0 1 1 0 0,0 0 0 0 0,-1 0-1 0 0,1 1 1 0 0,-1 0 0 0 0,15 9-1 0 0,-18-10-45 0 0,0 1-1 0 0,-1 0 0 0 0,1 0 1 0 0,-1 0-1 0 0,0 0 0 0 0,0 1 1 0 0,0 0-1 0 0,-1-1 0 0 0,0 2 1 0 0,0-1-1 0 0,0 0 0 0 0,0 0 1 0 0,-1 1-1 0 0,0-1 1 0 0,0 1-1 0 0,0 0 0 0 0,-1 0 1 0 0,0 0-1 0 0,0 0 0 0 0,0 9 1 0 0,-2-2-3 0 0,0 1 1 0 0,-1-1 0 0 0,0-1-1 0 0,-1 1 1 0 0,-9 24 0 0 0,1-10 16 0 0,-22 40 0 0 0,16-32 97 0 0,17-33-54 0 0,17-7-40 0 0,-14 3-14 0 0,6-3 6 0 0,20 5-11 0 0,-21 2 28 0 0,-1-1 0 0 0,1 1 1 0 0,-1 1-1 0 0,1-1 0 0 0,-1 1 0 0 0,0 1 0 0 0,0-1 0 0 0,-1 1 1 0 0,1 0-1 0 0,-1 1 0 0 0,0 0 0 0 0,0 0 0 0 0,10 11 1 0 0,-7-7 259 0 0,-1 0 0 0 0,-1 1 0 0 0,0 0 0 0 0,0 0 1 0 0,-1 1-1 0 0,0 0 0 0 0,-1 0 0 0 0,4 13 1 0 0,-7-17-64 0 0,-1-1 0 0 0,0 0 0 0 0,-1 1 0 0 0,0-1 0 0 0,0 1 0 0 0,0-1 0 0 0,0 0 0 0 0,-1 1 0 0 0,0-1 0 0 0,-1 0 0 0 0,0 1 0 0 0,0-1 1 0 0,0 0-1 0 0,0 0 0 0 0,-1-1 0 0 0,0 1 0 0 0,0 0 0 0 0,-1-1 0 0 0,1 0 0 0 0,-1 0 0 0 0,0 0 0 0 0,-8 7 0 0 0,5-5-75 0 0,-1 1 0 0 0,0-1-1 0 0,0-1 1 0 0,-1 1 0 0 0,1-2 0 0 0,-2 1-1 0 0,1-1 1 0 0,0 0 0 0 0,-1-1 0 0 0,0 0-1 0 0,0-1 1 0 0,-20 4 0 0 0,21-6-283 0 0,0 0 0 0 0,-1-1 0 0 0,1 0 1 0 0,0-1-1 0 0,-1 0 0 0 0,-16-4 0 0 0,26 5-26 0 0,-1-1 0 0 0,0 1 1 0 0,0 0-1 0 0,1 0 0 0 0,-1 0 0 0 0,0-1 0 0 0,0 1 1 0 0,1 0-1 0 0,-1-1 0 0 0,0 1 0 0 0,1-1 0 0 0,-1 1 0 0 0,0-1 1 0 0,1 1-1 0 0,-1-1 0 0 0,1 1 0 0 0,-1-1 0 0 0,1 0 0 0 0,-1 1 1 0 0,1-1-1 0 0,-1 0 0 0 0,1 1 0 0 0,0-1 0 0 0,-1 0 1 0 0,1 0-1 0 0,0 1 0 0 0,0-1 0 0 0,-1 0 0 0 0,1 0 0 0 0,0-1 1 0 0,0 1-315 0 0,1-1 0 0 0,-1 1 1 0 0,0 0-1 0 0,1-1 1 0 0,-1 1-1 0 0,1 0 1 0 0,0-1-1 0 0,-1 1 0 0 0,1 0 1 0 0,0 0-1 0 0,0-1 1 0 0,0 1-1 0 0,3-3-959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1:02.4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0 468 0 0,'10'1'2174'0'0,"16"4"1289"0"0,-25-4-3303 0 0,0 0 0 0 0,1-1-1 0 0,-1 1 1 0 0,0 0 0 0 0,0 0-1 0 0,0 0 1 0 0,0 0 0 0 0,0 0-1 0 0,0 0 1 0 0,-1 0 0 0 0,1 0-1 0 0,0 0 1 0 0,-1 1 0 0 0,1-1-1 0 0,0 0 1 0 0,-1 0 0 0 0,1 3-1 0 0,0-2-40 0 0,-1 1 0 0 0,1 0 0 0 0,-1-1-1 0 0,0 1 1 0 0,0 0 0 0 0,0-1-1 0 0,0 1 1 0 0,-1 0 0 0 0,1-1-1 0 0,-1 1 1 0 0,1-1 0 0 0,-1 1 0 0 0,0-1-1 0 0,-2 4 1 0 0,-19 34 606 0 0,14-26-493 0 0,-38 60 372 0 0,-20 36-350 0 0,57-92-2293 0 0,1 1 1 0 0,-7 23 0 0 0,11-28-2018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1:02.8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28 146 1148 0 0,'-2'-1'1884'0'0,"-23"-20"3783"0"0,25 20-5598 0 0,0 0 1 0 0,0 1-1 0 0,0-1 1 0 0,0 1-1 0 0,0-1 0 0 0,0 0 1 0 0,0 1-1 0 0,0-1 1 0 0,0 1-1 0 0,0-1 1 0 0,0 1-1 0 0,1-1 1 0 0,-1 0-1 0 0,0 1 0 0 0,0-1 1 0 0,1 1-1 0 0,-1-1 1 0 0,0 1-1 0 0,0-1 1 0 0,1 1-1 0 0,-1-1 0 0 0,1 1 1 0 0,-1-1-1 0 0,0 1 1 0 0,1 0-1 0 0,-1-1 1 0 0,1 1-1 0 0,0-1 1 0 0,14-10 781 0 0,5 1-448 0 0,1 2 0 0 0,-1 0 0 0 0,1 1 0 0 0,1 2 1 0 0,25-5-1 0 0,15-4-173 0 0,56-13-104 0 0,-116 26-130 0 0,10-2-209 0 0,-1-1-255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1:03.4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77 1956 0 0,'4'-9'1676'0'0,"1"1"-1"0"0,0-1 1 0 0,10-11-1 0 0,-13 17-1492 0 0,0 0 1 0 0,1 1-1 0 0,0 0 1 0 0,-1-1-1 0 0,1 1 0 0 0,0 0 1 0 0,0 0-1 0 0,0 0 0 0 0,0 1 1 0 0,1-1-1 0 0,-1 1 0 0 0,0 0 1 0 0,6-2-1 0 0,-5 3-144 0 0,1-1 0 0 0,-1 1 0 0 0,1 0 0 0 0,-1 0 0 0 0,0 1 0 0 0,1-1-1 0 0,-1 1 1 0 0,0 0 0 0 0,1 0 0 0 0,-1 0 0 0 0,0 1 0 0 0,0-1 0 0 0,0 1 0 0 0,0 0 0 0 0,0 1 0 0 0,-1-1 0 0 0,1 0 0 0 0,-1 1 0 0 0,1 0-1 0 0,-1 0 1 0 0,0 0 0 0 0,0 0 0 0 0,0 1 0 0 0,-1-1 0 0 0,1 1 0 0 0,-1-1 0 0 0,1 1 0 0 0,-1 0 0 0 0,-1 0 0 0 0,1 0 0 0 0,0 0 0 0 0,-1 0-1 0 0,0 1 1 0 0,0-1 0 0 0,0 0 0 0 0,0 7 0 0 0,-2 0-13 0 0,0-1 1 0 0,0 1-1 0 0,-1 0 0 0 0,-1-1 1 0 0,0 0-1 0 0,0 1 0 0 0,-1-1 1 0 0,-7 14-1 0 0,-4 3 39 0 0,-29 41 0 0 0,25-41 1912 0 0,20-28-1963 0 0,0 1 1 0 0,0-1 0 0 0,0 0-1 0 0,0 0 1 0 0,0 0 0 0 0,0 1-1 0 0,0-1 1 0 0,0 0-1 0 0,0 1 1 0 0,0-1 0 0 0,1 1-1 0 0,1-1 1 0 0,1-1 5 0 0,-2-1-10 0 0,2 1-1 0 0,22-2 31 0 0,-19 4-35 0 0,1 0 0 0 0,0 1 1 0 0,-1 0-1 0 0,1 0 0 0 0,0 0 0 0 0,-1 1 0 0 0,0 0 1 0 0,1 1-1 0 0,-1-1 0 0 0,0 1 0 0 0,0 1 0 0 0,-1 0 1 0 0,1-1-1 0 0,-1 2 0 0 0,1-1 0 0 0,-1 1 0 0 0,-1 0 1 0 0,1 0-1 0 0,-1 1 0 0 0,8 9 0 0 0,-8-9 99 0 0,-1 0 0 0 0,1 1 0 0 0,-1 0 0 0 0,0-1 0 0 0,-1 1-1 0 0,0 1 1 0 0,0-1 0 0 0,0 0 0 0 0,-1 1 0 0 0,0-1 0 0 0,-1 1 0 0 0,1 0-1 0 0,-1-1 1 0 0,-1 1 0 0 0,0 0 0 0 0,0 0 0 0 0,0 0 0 0 0,-1-1 0 0 0,0 1-1 0 0,-2 8 1 0 0,-2-4 4 0 0,0 1 0 0 0,0-1 0 0 0,-1 0 0 0 0,-1-1-1 0 0,0 1 1 0 0,0-1 0 0 0,-1-1 0 0 0,0 1 0 0 0,-1-1-1 0 0,-1-1 1 0 0,1 1 0 0 0,-1-2 0 0 0,-1 1 0 0 0,0-2-1 0 0,0 1 1 0 0,-21 9 0 0 0,30-16-163 0 0,0 0 0 0 0,0 0 0 0 0,-1 0 0 0 0,1 0 0 0 0,0-1 0 0 0,0 1 0 0 0,-1-1 0 0 0,1 0 0 0 0,0 0 0 0 0,0 0 0 0 0,-1 0 0 0 0,1 0 0 0 0,0 0 0 0 0,-1 0 0 0 0,1-1 0 0 0,0 1 0 0 0,0-1 0 0 0,0 0 0 0 0,-1 0 0 0 0,1 0 0 0 0,0 0 0 0 0,0 0 0 0 0,0 0 0 0 0,0 0 0 0 0,1-1 0 0 0,-4-1 0 0 0,3 0-292 0 0,0 1 1 0 0,0-1-1 0 0,0 1 1 0 0,1-1-1 0 0,-1 0 1 0 0,1 0-1 0 0,-1 1 1 0 0,1-1-1 0 0,0 0 1 0 0,0 0-1 0 0,0-1 1 0 0,0 1 0 0 0,1 0-1 0 0,-1 0 1 0 0,1 0-1 0 0,0 0 1 0 0,0-6-1 0 0,3-14-3443 0 0,-1-2-1695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1:03.9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7 107 1332 0 0,'-3'-30'6347'0'0,"-1"-45"-1"0"0,4 74-5836 0 0,3 2-369 0 0,1 1-79 0 0,0 0-1 0 0,-1 1 1 0 0,1 0-1 0 0,-1 0 1 0 0,0 0 0 0 0,0 0-1 0 0,0 0 1 0 0,5 7 0 0 0,22 37 354 0 0,-24-37-346 0 0,26 44 337 0 0,-3 3-1 0 0,-2 0 1 0 0,31 100-1 0 0,24 190 488 0 0,-54-199-619 0 0,11 215 0 0 0,-37-315-98 0 0,-3 1 0 0 0,-1-1 1 0 0,-3 0-1 0 0,-2 0 0 0 0,-1 0 0 0 0,-3-1 0 0 0,-2 0 0 0 0,-30 71 0 0 0,-49 80 1959 0 0,74-162 75 0 0,17-34-1949 0 0,-2 2-4 0 0,2-2-238 0 0,-4-5-160 0 0,4 1-247 0 0,-1-6-2953 0 0,4-22-8903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1:05.4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43 996 0 0,'1'-5'1024'0'0,"1"0"0"0"0,0 0-1 0 0,0 0 1 0 0,0 0 0 0 0,4-6 671 0 0,-6 11-1628 0 0,0 0 1 0 0,0-1-1 0 0,0 1 1 0 0,0 0-1 0 0,0-1 1 0 0,1 1-1 0 0,-1 0 1 0 0,0 0-1 0 0,0-1 1 0 0,0 1-1 0 0,0 0 0 0 0,0 0 1 0 0,0-1-1 0 0,1 1 1 0 0,-1 0-1 0 0,0 0 1 0 0,0-1-1 0 0,0 1 1 0 0,1 0-1 0 0,-1 0 1 0 0,0 0-1 0 0,0 0 0 0 0,1-1 1 0 0,-1 1-1 0 0,0 0 1 0 0,0 0-1 0 0,1 0 1 0 0,-1 0-1 0 0,1 0 1 0 0,-1 3-58 0 0,0 1 0 0 0,0 0 1 0 0,0 0-1 0 0,0-1 0 0 0,0 1 1 0 0,-1 0-1 0 0,0-1 0 0 0,0 1 1 0 0,0-1-1 0 0,0 1 0 0 0,-3 4 1 0 0,-22 45-23 0 0,18-39-29 0 0,-99 173-5204 0 0,81-143 2989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1:12.6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1 240 288 0 0,'0'-4'405'0'0,"0"0"0"0"0,0 0 1 0 0,1 0-1 0 0,0 0 0 0 0,-1 0 0 0 0,2 0 0 0 0,-1 1 0 0 0,0-1 1 0 0,1 0-1 0 0,-1 1 0 0 0,1-1 0 0 0,0 1 0 0 0,0-1 0 0 0,1 1 1 0 0,2-4-1 0 0,5-3 168 0 0,1 1-1 0 0,-1 0 1 0 0,23-14 0 0 0,-31 22-381 0 0,2 1 104 0 0,1 2-246 0 0,0-1 0 0 0,0 1-1 0 0,0-1 1 0 0,0 1 0 0 0,0 1 0 0 0,-1-1-1 0 0,1 1 1 0 0,-1-1 0 0 0,0 1 0 0 0,1 1-1 0 0,-1-1 1 0 0,-1 0 0 0 0,1 1-1 0 0,0 0 1 0 0,-1 0 0 0 0,0 0 0 0 0,0 1-1 0 0,0-1 1 0 0,0 0 0 0 0,-1 1 0 0 0,0 0-1 0 0,0 0 1 0 0,3 9 0 0 0,-2-4-48 0 0,-1 0 1 0 0,1 1 0 0 0,-2-1-1 0 0,0 0 1 0 0,0 1-1 0 0,0-1 1 0 0,-2 1 0 0 0,1-1-1 0 0,-1 1 1 0 0,-1-1-1 0 0,-4 16 1 0 0,-3-1 1 0 0,-1-1 0 0 0,-1 1 0 0 0,-2-2 0 0 0,0 1 0 0 0,-1-2 0 0 0,-2 0 1 0 0,-18 20-1 0 0,32-39 4 0 0,-2 3-6 0 0,4-4 19 0 0,17-25-2 0 0,39-48 66 0 0,3 4 0 0 0,71-63 0 0 0,-61 61-58 0 0,-37 39-8 0 0,37-41 3 0 0,-60 61-19 0 0,-1-1 0 0 0,0 1 0 0 0,0-2 0 0 0,-2 1 0 0 0,8-16 0 0 0,-14 26-2 0 0,1 1-1 0 0,-1-1 1 0 0,1 0-1 0 0,-1 0 1 0 0,1 0-1 0 0,-1 0 1 0 0,0 0-1 0 0,0 0 1 0 0,0 0 0 0 0,0 0-1 0 0,0 0 1 0 0,0 0-1 0 0,0 0 1 0 0,0-1-1 0 0,0 1 1 0 0,0 0 0 0 0,0 0-1 0 0,0 0 1 0 0,-1 0-1 0 0,0-1 1 0 0,0 1-2 0 0,1 0 0 0 0,-1 1 0 0 0,0-1-1 0 0,1 1 1 0 0,-1-1 0 0 0,0 1 0 0 0,1-1 0 0 0,-1 1 0 0 0,0-1 0 0 0,0 1 0 0 0,0 0 0 0 0,0-1 0 0 0,0 1 0 0 0,1 0 0 0 0,-1 0-1 0 0,0 0 1 0 0,0 0 0 0 0,0 0 0 0 0,-1 0 0 0 0,-3 0-2 0 0,0 0-1 0 0,0 1 1 0 0,0 0-1 0 0,0 0 1 0 0,1 0-1 0 0,-1 1 1 0 0,-6 2-1 0 0,-1 3-12 0 0,0 0-1 0 0,1 0 1 0 0,0 1-1 0 0,1 1 1 0 0,-1 0-1 0 0,2 0 1 0 0,-1 1-1 0 0,1 0 1 0 0,1 0 0 0 0,0 1-1 0 0,0 0 1 0 0,1 1-1 0 0,1 0 1 0 0,-7 16-1 0 0,11-22 13 0 0,0 0-1 0 0,1 0 0 0 0,0 1 1 0 0,0-1-1 0 0,1 1 0 0 0,0-1 1 0 0,0 0-1 0 0,0 1 0 0 0,1-1 1 0 0,0 1-1 0 0,0-1 1 0 0,1 0-1 0 0,2 8 0 0 0,-2-9 7 0 0,-1-1 0 0 0,1 0-1 0 0,1 1 1 0 0,-1-1 0 0 0,0 0 0 0 0,1 0 0 0 0,0 0-1 0 0,0 0 1 0 0,0-1 0 0 0,0 1 0 0 0,1-1-1 0 0,-1 0 1 0 0,1 0 0 0 0,0 0 0 0 0,0 0-1 0 0,0-1 1 0 0,9 5 0 0 0,30 6 1 0 0,1-2 1 0 0,51 6-1 0 0,-42-9-18 0 0,-52-8-9 0 0,0 1 1 0 0,0-1-1 0 0,0 0 1 0 0,0 0-1 0 0,0 0 1 0 0,0 1-1 0 0,0-1 1 0 0,0 0-1 0 0,0 1 1 0 0,0-1-1 0 0,0 1 0 0 0,0-1 1 0 0,0 1-1 0 0,0-1 1 0 0,0 1-1 0 0,0 0 1 0 0,0 0-1 0 0,-1-1 1 0 0,1 1-1 0 0,0 1 1 0 0,0-1-235 0 0,-1 0 1 0 0,0 0-1 0 0,0 0 1 0 0,0 0 0 0 0,0-1-1 0 0,-1 1 1 0 0,1 0-1 0 0,0 0 1 0 0,0 0-1 0 0,0 0 1 0 0,-1 0-1 0 0,1-1 1 0 0,0 1-1 0 0,-1 0 1 0 0,1 0-1 0 0,-1 0 1 0 0,1-1 0 0 0,-1 1-1 0 0,1 0 1 0 0,-2 0-1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1:13.0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88 1728 0 0,'12'-26'7104'0'0,"12"-36"2851"0"0,-18 72-8141 0 0,-3 16-1072 0 0,-1 0 0 0 0,-1 0 0 0 0,-3 41 0 0 0,0-34-521 0 0,-6 77 105 0 0,-42 213 1 0 0,38-262-1245 0 0,13-86-10199 0 0,0 22 10411 0 0,3-4 1 0 0,-1-1-2281 0 0,5-9-2621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1:13.2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1 166 1132 0 0,'0'-65'9508'0'0,"0"64"-9401"0"0,0 0 0 0 0,0-1 0 0 0,1 1 0 0 0,-1-1 0 0 0,1 1 0 0 0,-1 0 0 0 0,1-1 0 0 0,-1 1 0 0 0,1 0 0 0 0,0-1 0 0 0,0 1 0 0 0,0 0 0 0 0,-1 0 0 0 0,1 0 0 0 0,0 0 0 0 0,0 0 0 0 0,1 0 0 0 0,-1 0 0 0 0,0 0 0 0 0,0 0 0 0 0,2 0 0 0 0,24-11 368 0 0,-25 11-443 0 0,166-44 761 0 0,-113 35-2882 0 0,0 3-3508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1:13.4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24 1680 0 0,'-13'9'2464'0'0,"0"0"0"0"0,-11 11 0 0 0,22-18-2019 0 0,2-1-404 0 0,1 0-1 0 0,-1 0 1 0 0,0 0 0 0 0,1 0-1 0 0,-1 0 1 0 0,1 0 0 0 0,-1 0-1 0 0,1 0 1 0 0,0 0 0 0 0,-1 0-1 0 0,1-1 1 0 0,0 1 0 0 0,-1 0-1 0 0,1 0 1 0 0,0-1 0 0 0,0 1-1 0 0,0 0 1 0 0,0-1 0 0 0,0 1-1 0 0,0-1 1 0 0,0 1 0 0 0,0-1-1 0 0,0 1 1 0 0,0-1 0 0 0,0 0-1 0 0,0 0 1 0 0,0 1 0 0 0,0-1-1 0 0,0 0 1 0 0,0 0 0 0 0,0 0-1 0 0,1 0 1 0 0,0 0 0 0 0,47-3 85 0 0,-42 3-57 0 0,219-36-589 0 0,-79 1-4753 0 0,-108 25 2375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1:13.9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236 271 964 0 0,'15'-53'11544'0'0,"-14"44"-8718"0"0,-1 9-2784 0 0,0 0 0 0 0,0 0 0 0 0,0 0 0 0 0,-1 0 0 0 0,0 0 503 0 0,1 0-503 0 0,-7 4 45 0 0,1 0 1 0 0,-1 0-1 0 0,1 1 0 0 0,0-1 1 0 0,1 1-1 0 0,-1 1 1 0 0,-5 6-1 0 0,-37 51 166 0 0,30-39-186 0 0,-4 6-13 0 0,2 0 0 0 0,-17 35 0 0 0,27-46-43 0 0,2 0 1 0 0,0 1-1 0 0,1 0 0 0 0,1 0 1 0 0,-3 21-1 0 0,8-35-4 0 0,0 0 0 0 0,0 0 0 0 0,1 0-1 0 0,0 0 1 0 0,0 0 0 0 0,1 1 0 0 0,0-1 0 0 0,0 0-1 0 0,0-1 1 0 0,1 1 0 0 0,-1 0 0 0 0,1 0-1 0 0,1 0 1 0 0,-1-1 0 0 0,5 8 0 0 0,-3-9 7 0 0,-1 1 0 0 0,1-1 1 0 0,0 0-1 0 0,0 0 0 0 0,0-1 1 0 0,1 1-1 0 0,-1-1 0 0 0,1 0 1 0 0,0 0-1 0 0,0 0 0 0 0,0-1 1 0 0,0 1-1 0 0,0-1 0 0 0,1-1 1 0 0,-1 1-1 0 0,10 1 0 0 0,-3-1 60 0 0,0-1 0 0 0,0 0 0 0 0,0-1 0 0 0,0 0 0 0 0,0-1 0 0 0,0-1 0 0 0,0 1 0 0 0,-1-2 0 0 0,1 0 0 0 0,16-6 0 0 0,-12 3 15 0 0,-1-2-1 0 0,0 0 0 0 0,0 0 0 0 0,0-1 1 0 0,-1-1-1 0 0,23-22 0 0 0,-20 15 72 0 0,0 0 0 0 0,-1-2 1 0 0,-1 0-1 0 0,-1-1 0 0 0,-1 0 0 0 0,0-1 0 0 0,-2-1 0 0 0,0 0 1 0 0,-2 0-1 0 0,10-35 0 0 0,-15 42-22 0 0,0 0 0 0 0,-2-1-1 0 0,0 1 1 0 0,0-1 0 0 0,-2 1 0 0 0,0-1-1 0 0,-1 0 1 0 0,-3-19 0 0 0,2 25-107 0 0,0 1 0 0 0,-1-1 0 0 0,0 1-1 0 0,-1-1 1 0 0,0 1 0 0 0,-1 0 0 0 0,0 0 0 0 0,0 1 0 0 0,-1-1 0 0 0,0 1 0 0 0,0 1-1 0 0,-1-1 1 0 0,-12-11 0 0 0,2 6-7 0 0,0 0-1 0 0,-1 2 1 0 0,0 0-1 0 0,-1 1 1 0 0,0 0-1 0 0,-1 2 1 0 0,0 0-1 0 0,0 2 1 0 0,-24-6-1 0 0,23 8-832 0 0,0 1 1 0 0,-1 0-1 0 0,-33 2 0 0 0,38 2-1369 0 0,0 0 0 0 0,-1 1 0 0 0,1 1 0 0 0,-28 9 0 0 0,26-5-4126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1:14.2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1484 0 0,'5'9'11953'0'0,"0"-3"-11837"0"0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1:23.2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20 0 0,'0'0'-12'0'0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1:23.4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40 0 0,'0'0'-16'0'0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1:34.9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14 1080 0 0,'0'0'1776'0'0,"-9"-3"44"0"0,1-3-1027 0 0,-3 1-713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1:35.4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54 424 0 0,'0'0'708'0'0,"1"-10"448"0"0,-1 0-868 0 0,9 1-336 0 0,-4 2-340 0 0,2 0-288 0 0,2-3 180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1:58.0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373 199 224 0 0,'-65'-11'8850'0'0,"12"2"-7008"0"0,51 8-1697 0 0,0 1-43 0 0,-9-1 8 0 0,9 1 57 0 0,-14-5-206 0 0,16 5 28 0 0,0 0 0 0 0,0 0 0 0 0,-1 0 0 0 0,1 0 1 0 0,0 0-1 0 0,0 0 0 0 0,-1-1 0 0 0,1 1 0 0 0,0 0 0 0 0,0 0 0 0 0,0 0 0 0 0,0 0 0 0 0,-1-1 1 0 0,1 1-1 0 0,0 0 0 0 0,0 0 0 0 0,0-1 0 0 0,0 1 0 0 0,0 0 0 0 0,-1 0 0 0 0,1 0 0 0 0,0-1 1 0 0,0 1-1 0 0,0 0 0 0 0,0 0 0 0 0,0-1 0 0 0,0 1 0 0 0,0 0 0 0 0,0 0 0 0 0,0-1 0 0 0,0 1 0 0 0,0 0 1 0 0,0 0-1 0 0,0-1 0 0 0,0 1 0 0 0,0 0 0 0 0,0 0 0 0 0,1-1 0 0 0,-1 1 0 0 0,0 0 0 0 0,0 0 1 0 0,0-1-1 0 0,0 1 0 0 0,0 0 0 0 0,0 0 0 0 0,1 0 0 0 0,-1-1 0 0 0,0 1 0 0 0,0 0 0 0 0,0 0 0 0 0,1 0 1 0 0,-1 0-1 0 0,0 0 0 0 0,0-1 0 0 0,1 1 0 0 0,-1 0 0 0 0,0 0 0 0 0,0 0 0 0 0,0 0 0 0 0,1 0 1 0 0,-1 0-1 0 0,0 0 0 0 0,0 0 0 0 0,1 0 0 0 0,-1 0 0 0 0,1 0 0 0 0,23-9-256 0 0,-18 7 257 0 0,89-31-144 0 0,161-59-564 0 0,-252 91 839 0 0,-1-1 0 0 0,0 1 0 0 0,1-1 1 0 0,-1 0-1 0 0,0 0 0 0 0,0 0 1 0 0,1 0-1 0 0,-2 0 0 0 0,1-1 0 0 0,3-3 1 0 0,-11 34-44 0 0,-18 71 226 0 0,-17 138-1 0 0,32-174-96 0 0,-5 46 53 0 0,-10 56-48 0 0,18-134-50 0 0,-3-1 0 0 0,0 0 0 0 0,-16 36 1 0 0,21-58-86 0 0,-1 0 0 0 0,0-1 0 0 0,0 1 1 0 0,0-1-1 0 0,-1 0 0 0 0,0 0 1 0 0,0-1-1 0 0,-1 0 0 0 0,0 1 1 0 0,0-2-1 0 0,-1 1 0 0 0,1-1 1 0 0,-1 0-1 0 0,0 0 0 0 0,0-1 1 0 0,-1 0-1 0 0,0 0 0 0 0,1-1 1 0 0,-1 0-1 0 0,0-1 0 0 0,0 1 0 0 0,-1-1 1 0 0,1-1-1 0 0,0 0 0 0 0,-1 0 1 0 0,-10 0-1 0 0,-24-5 131 0 0,0-2 1 0 0,-47-12-1 0 0,35 7-110 0 0,-14-8-3551 0 0,74 6 718 0 0,-2 10 2170 0 0,0 0 1 0 0,0 1-1 0 0,0-1 1 0 0,0 0-1 0 0,7-3 1 0 0,-1 1-750 0 0,8-7-1072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1:58.8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71 1976 0 0,'36'-69'9574'0'0,"-35"67"-8920"0"0,-1 13-36 0 0,-24 113 1153 0 0,-3 20-1007 0 0,10-13-275 0 0,3 253 0 0 0,14-340-575 0 0,5 48-113 0 0,-5-90 121 0 0,2-5-253 0 0,3-9 83 0 0,0 0 0 0 0,6-25 0 0 0,2-4-44 0 0,-2 10 99 0 0,-4 10 65 0 0,1 0-1 0 0,0 1 0 0 0,2 0 0 0 0,0 1 1 0 0,13-19-1 0 0,-22 36 116 0 0,0 1-1 0 0,1-1 1 0 0,-1 0 0 0 0,0 1 0 0 0,1 0 0 0 0,-1-1-1 0 0,1 1 1 0 0,-1 0 0 0 0,1 0 0 0 0,0-1 0 0 0,-1 1-1 0 0,1 1 1 0 0,0-1 0 0 0,0 0 0 0 0,0 0-1 0 0,0 1 1 0 0,0-1 0 0 0,0 1 0 0 0,0-1 0 0 0,0 1-1 0 0,0 0 1 0 0,2 0 0 0 0,0 1 11 0 0,1 1-1 0 0,-1-1 1 0 0,0 1 0 0 0,0 0 0 0 0,0 0-1 0 0,0 1 1 0 0,0-1 0 0 0,0 1 0 0 0,-1 0 0 0 0,1 0-1 0 0,-1 0 1 0 0,0 0 0 0 0,0 1 0 0 0,0-1-1 0 0,0 1 1 0 0,-1 0 0 0 0,1-1 0 0 0,2 8-1 0 0,5 10 37 0 0,-1 1 0 0 0,9 35 0 0 0,2 3-152 0 0,-16-51 75 0 0,-3-4 6 0 0,2 0-1 0 0,-1 0 1 0 0,0 0-1 0 0,1 0 1 0 0,0-1-1 0 0,0 1 1 0 0,5 4-1 0 0,-7-7 37 0 0,1-1 0 0 0,0 1 1 0 0,1-1-1 0 0,-1 0 0 0 0,0 0 0 0 0,0 0 1 0 0,0 0-1 0 0,1 0 0 0 0,-1-1 0 0 0,0 1 1 0 0,1-1-1 0 0,-1 1 0 0 0,0-1 0 0 0,1 0 0 0 0,-1 0 1 0 0,1 0-1 0 0,-1 0 0 0 0,0 0 0 0 0,5-2 1 0 0,6 0 13 0 0,0-2 0 0 0,0 1 0 0 0,0-2 0 0 0,-1 0 0 0 0,23-12 0 0 0,54-39 25 0 0,-79 49-42 0 0,22-14 90 0 0,0-3-1 0 0,-2 0 1 0 0,-1-2-1 0 0,-1-1 1 0 0,26-33 0 0 0,-27 27 682 0 0,-26 32-734 0 0,-1 1-35 0 0,0-1-1 0 0,0 1 1 0 0,0 0 0 0 0,0 0 0 0 0,0 0 0 0 0,0 0 0 0 0,0 0 0 0 0,0-1 0 0 0,0 1 0 0 0,0 0 0 0 0,0 0 0 0 0,0 0-1 0 0,0 0 1 0 0,0 0 0 0 0,-1-1 0 0 0,1 1 0 0 0,0 0 0 0 0,0 0 0 0 0,0 0 0 0 0,0 0 0 0 0,0 0 0 0 0,0 0-1 0 0,0 0 1 0 0,0-1 0 0 0,0 1 0 0 0,0 0 0 0 0,-1 0 0 0 0,1 0 0 0 0,0 0 0 0 0,0 0 0 0 0,0 0 0 0 0,0 0 0 0 0,0 0-1 0 0,0 0 1 0 0,-1 0 0 0 0,1 0 0 0 0,0 0 0 0 0,0 0 0 0 0,0 0 0 0 0,0 0 0 0 0,0 0 0 0 0,-1 0 0 0 0,1 0 0 0 0,0 0-1 0 0,0 0 1 0 0,0 0 0 0 0,0 0 0 0 0,0 0 0 0 0,0 0 0 0 0,-1 0 0 0 0,1 0 0 0 0,0 0 0 0 0,0 0 0 0 0,0 0-1 0 0,0 0 1 0 0,0 0 0 0 0,0 0 0 0 0,-1 0 0 0 0,1 1 0 0 0,0-1 0 0 0,0 0 0 0 0,0 0 0 0 0,0 0 0 0 0,0 0 0 0 0,0 0-1 0 0,0 0 1 0 0,-14 14-11 0 0,-11 21 28 0 0,8-6-19 0 0,5-7-33 0 0,-13 29 0 0 0,22-44 22 0 0,1 0 0 0 0,0 0 1 0 0,0 1-1 0 0,0-1 0 0 0,1 0 0 0 0,0 1 1 0 0,0-1-1 0 0,1 13 0 0 0,0-17 17 0 0,1-1-1 0 0,-1 1 1 0 0,1-1 0 0 0,-1 0-1 0 0,1 0 1 0 0,0 1 0 0 0,0-1-1 0 0,0 0 1 0 0,0 0 0 0 0,0 0 0 0 0,0 0-1 0 0,1 0 1 0 0,-1 0 0 0 0,0 0-1 0 0,1 0 1 0 0,0-1 0 0 0,2 3-1 0 0,-1-2-5 0 0,1 1 0 0 0,0-1 1 0 0,-1 0-1 0 0,1 0 0 0 0,0 0 0 0 0,0-1 0 0 0,1 1 0 0 0,6 0 0 0 0,2 0-253 0 0,0 0 0 0 0,0-1 0 0 0,-1-1-1 0 0,1 0 1 0 0,17-3 0 0 0,-9-1-1669 0 0,-1 0 0 0 0,28-10 1 0 0,-11 2-2461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1:59.8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77 236 792 0 0,'2'8'7823'0'0,"3"-9"-7709"0"0,1 0 0 0 0,-1-1 0 0 0,0 0-1 0 0,0 0 1 0 0,1 0 0 0 0,-1 0 0 0 0,0-1 0 0 0,-1 0 0 0 0,1 0 0 0 0,0 0 0 0 0,4-6 0 0 0,11-8 41 0 0,17-22 1 0 0,-34 36-123 0 0,5-8 188 0 0,-1 1-1 0 0,0-2 1 0 0,0 1-1 0 0,-1-1 1 0 0,-1 1-1 0 0,0-2 1 0 0,0 1-1 0 0,3-17 0 0 0,-8 28-213 0 0,1 0-1 0 0,-1 0 0 0 0,0 0 0 0 0,0 0 0 0 0,0 0 0 0 0,0 0 0 0 0,0 0 1 0 0,0 0-1 0 0,0 0 0 0 0,0 0 0 0 0,0 0 0 0 0,0 0 0 0 0,-1 0 0 0 0,1 0 0 0 0,0 0 1 0 0,-1 0-1 0 0,1 0 0 0 0,-1 0 0 0 0,1 1 0 0 0,-1-1 0 0 0,1 0 0 0 0,-1 0 0 0 0,1 0 1 0 0,-1 1-1 0 0,0-1 0 0 0,0 0 0 0 0,1 1 0 0 0,-1-1 0 0 0,0 0 0 0 0,0 1 1 0 0,0-1-1 0 0,1 1 0 0 0,-1 0 0 0 0,0-1 0 0 0,0 1 0 0 0,0 0 0 0 0,0-1 0 0 0,0 1 1 0 0,0 0-1 0 0,0 0 0 0 0,0 0 0 0 0,0 0 0 0 0,0 0 0 0 0,0 0 0 0 0,-1 0 0 0 0,-4 0-2 0 0,1 0-1 0 0,0 1 1 0 0,0-1-1 0 0,0 1 1 0 0,0 0-1 0 0,0 1 0 0 0,-6 1 1 0 0,-2 4-17 0 0,-1 1 1 0 0,1 0 0 0 0,1 1-1 0 0,0 0 1 0 0,0 1 0 0 0,0 0-1 0 0,2 1 1 0 0,-1 1-1 0 0,1-1 1 0 0,1 1 0 0 0,0 1-1 0 0,1 0 1 0 0,0 0 0 0 0,1 1-1 0 0,0 0 1 0 0,1 0 0 0 0,-8 30-1 0 0,13-40-45 0 0,1 0 0 0 0,-1 0-1 0 0,1 0 1 0 0,-1 0 0 0 0,1 0-1 0 0,0 0 1 0 0,1 1 0 0 0,-1-1 0 0 0,1 0-1 0 0,0 0 1 0 0,0 0 0 0 0,0 0-1 0 0,0 0 1 0 0,1 0 0 0 0,0-1-1 0 0,0 1 1 0 0,0 0 0 0 0,0-1 0 0 0,0 0-1 0 0,1 1 1 0 0,-1-1 0 0 0,4 3-1 0 0,-1-2-132 0 0,0 0 0 0 0,1 0-1 0 0,-1-1 1 0 0,1 1-1 0 0,0-2 1 0 0,0 1-1 0 0,0 0 1 0 0,0-1-1 0 0,0 0 1 0 0,0-1-1 0 0,1 0 1 0 0,-1 1 0 0 0,9-1-1 0 0,1 0-947 0 0,0-1-1 0 0,27-3 1 0 0,2-3-1415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2:01.0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330 194 1008 0 0,'0'0'5183'0'0,"-1"-10"-1091"0"0,0 9-3958 0 0,0-1-1 0 0,-1 0 1 0 0,1 0 0 0 0,0 0 0 0 0,-1 1 0 0 0,0-1-1 0 0,1 1 1 0 0,-1-1 0 0 0,0 1 0 0 0,1 0-1 0 0,-1 0 1 0 0,0 0 0 0 0,0 0 0 0 0,0 0 0 0 0,0 0-1 0 0,0 0 1 0 0,0 0 0 0 0,0 1 0 0 0,0-1-1 0 0,-3 1 1 0 0,0 0-81 0 0,1 0-1 0 0,0 0 1 0 0,-1 0-1 0 0,1 1 0 0 0,-1 0 1 0 0,1 0-1 0 0,-1 0 1 0 0,1 0-1 0 0,-6 3 1 0 0,-3 2-82 0 0,1 1 0 0 0,0 0 0 0 0,0 1 0 0 0,1 0 1 0 0,-17 16-1 0 0,12-9 42 0 0,0 2 0 0 0,0 0 0 0 0,2 1-1 0 0,0 1 1 0 0,1 0 0 0 0,1 0 0 0 0,1 1 0 0 0,1 1 0 0 0,-15 40 0 0 0,24-56-18 0 0,0-1 1 0 0,0 1 0 0 0,0 0-1 0 0,1 0 1 0 0,0 0 0 0 0,0 0-1 0 0,0-1 1 0 0,0 1 0 0 0,1 0-1 0 0,2 9 1 0 0,-3-12 5 0 0,1 1 0 0 0,0-1 0 0 0,0 0 0 0 0,0 1 0 0 0,1-1 0 0 0,-1 0 0 0 0,1 0 0 0 0,-1 0 0 0 0,1 0 0 0 0,-1 0 0 0 0,1 0 0 0 0,0 0 0 0 0,0 0 0 0 0,0-1 0 0 0,0 1 0 0 0,0-1 0 0 0,1 0 0 0 0,-1 1 0 0 0,0-1 0 0 0,1 0 0 0 0,3 1 0 0 0,-1-1 6 0 0,0 0 1 0 0,1-1 0 0 0,-1 0 0 0 0,0 0 0 0 0,0 0-1 0 0,0 0 1 0 0,1-1 0 0 0,-1 0 0 0 0,0 0 0 0 0,0 0-1 0 0,0-1 1 0 0,0 0 0 0 0,0 0 0 0 0,-1 0-1 0 0,7-4 1 0 0,1-1-36 0 0,0 0 1 0 0,-1-1-1 0 0,0-1 0 0 0,16-15 0 0 0,-14 10-12 0 0,-1-1 0 0 0,-1 0 0 0 0,0-1 0 0 0,-1 0 0 0 0,-1-1 0 0 0,14-32 0 0 0,30-112-188 0 0,-26 65 82 0 0,-26 93 77 0 0,1-1 0 0 0,-2 4 67 0 0,0 0 1 0 0,0 1-1 0 0,0-1 0 0 0,0 0 0 0 0,0 0 1 0 0,0 0-1 0 0,0 0 0 0 0,0 0 1 0 0,0 0-1 0 0,0 0 0 0 0,0 0 1 0 0,0 0-1 0 0,0 0 0 0 0,0 0 1 0 0,0 0-1 0 0,0 0 0 0 0,0 0 0 0 0,0 0 1 0 0,0 0-1 0 0,1 0 0 0 0,-1 0 1 0 0,0 0-1 0 0,0 0 0 0 0,0 0 1 0 0,0 0-1 0 0,0 0 0 0 0,0 0 0 0 0,0 0 1 0 0,0 0-1 0 0,0 0 0 0 0,0 0 1 0 0,0 0-1 0 0,0 0 0 0 0,0 0 1 0 0,0 0-1 0 0,0 0 0 0 0,0 0 1 0 0,0 0-1 0 0,0 0 0 0 0,0 0 0 0 0,1 0 1 0 0,-1 0-1 0 0,0 0 0 0 0,0 0 1 0 0,0-1-1 0 0,0 1 0 0 0,0 0 1 0 0,0 0-1 0 0,0 0 0 0 0,1 23 195 0 0,-1 1 0 0 0,-3 29 0 0 0,0-27-55 0 0,2 0 0 0 0,2 26 1 0 0,0-38-98 0 0,1 1 1 0 0,0-1-1 0 0,1 0 1 0 0,1 0 0 0 0,0 0-1 0 0,1-1 1 0 0,8 17-1 0 0,-11-26-36 0 0,0-1 0 0 0,0 1 0 0 0,0-1-1 0 0,1 0 1 0 0,-1 0 0 0 0,1 0 0 0 0,0 0 0 0 0,0 0-1 0 0,0-1 1 0 0,0 1 0 0 0,0-1 0 0 0,1 0-1 0 0,-1 0 1 0 0,1 0 0 0 0,0 0 0 0 0,-1-1-1 0 0,1 1 1 0 0,0-1 0 0 0,0 0 0 0 0,0 0 0 0 0,0 0-1 0 0,0-1 1 0 0,0 0 0 0 0,0 1 0 0 0,0-1-1 0 0,0-1 1 0 0,0 1 0 0 0,0-1 0 0 0,0 1 0 0 0,7-3-1 0 0,-3 0-47 0 0,1 1 0 0 0,-1-2 0 0 0,0 1 0 0 0,0-1 0 0 0,0 0 0 0 0,0-1 0 0 0,-1 1 0 0 0,0-2 0 0 0,0 1 0 0 0,8-8 0 0 0,-6 3-56 0 0,0 0 1 0 0,-1-1-1 0 0,0 1 0 0 0,0-2 1 0 0,-1 1-1 0 0,7-17 0 0 0,-6 9 72 0 0,-1-1 0 0 0,-1 0-1 0 0,0 0 1 0 0,-1 0 0 0 0,-2-1-1 0 0,0 1 1 0 0,-1-1 0 0 0,-1-35-1 0 0,-2 46 99 0 0,0 1 1 0 0,0-1-1 0 0,-1 1 0 0 0,0-1 0 0 0,-1 1 0 0 0,0 0 0 0 0,-7-16 1 0 0,10 24-76 0 0,-1 1 0 0 0,1 0 1 0 0,0-1-1 0 0,-1 1 0 0 0,1 0 0 0 0,0-1 1 0 0,-1 1-1 0 0,1 0 0 0 0,-1-1 1 0 0,1 1-1 0 0,-1 0 0 0 0,1 0 1 0 0,-1-1-1 0 0,1 1 0 0 0,0 0 1 0 0,-1 0-1 0 0,1 0 0 0 0,-1 0 1 0 0,1 0-1 0 0,-1 0 0 0 0,0 0 1 0 0,1 0-1 0 0,-1 0 0 0 0,1 0 1 0 0,-1 0-1 0 0,1 0 0 0 0,-1 0 1 0 0,1 0-1 0 0,0 0 0 0 0,-1 1 1 0 0,1-1-1 0 0,-1 0 0 0 0,1 0 1 0 0,-1 1-1 0 0,1-1 0 0 0,-1 0 1 0 0,1 0-1 0 0,0 1 0 0 0,-1-1 1 0 0,0 1-1 0 0,-13 12-47 0 0,12-9 45 0 0,-1-1-1 0 0,1 0 0 0 0,0 1 0 0 0,0-1 1 0 0,0 1-1 0 0,0-1 0 0 0,1 1 1 0 0,0 0-1 0 0,-1 0 0 0 0,1 0 1 0 0,1 0-1 0 0,-1 0 0 0 0,0 0 0 0 0,1 0 1 0 0,0 0-1 0 0,0 0 0 0 0,0 0 1 0 0,1 0-1 0 0,-1 0 0 0 0,1 0 1 0 0,0 0-1 0 0,0 0 0 0 0,0 0 0 0 0,1 0 1 0 0,-1 0-1 0 0,1-1 0 0 0,2 4 1 0 0,-1-2-32 0 0,1 0 0 0 0,0 0 0 0 0,-1-1 0 0 0,2 0 1 0 0,-1 0-1 0 0,0 0 0 0 0,1 0 0 0 0,0 0 0 0 0,-1-1 1 0 0,2 0-1 0 0,-1 0 0 0 0,0-1 0 0 0,0 1 0 0 0,1-1 1 0 0,-1 0-1 0 0,1-1 0 0 0,10 3 0 0 0,-1-3-39 0 0,-1 0 0 0 0,1-1 0 0 0,-1 0-1 0 0,1-1 1 0 0,-1-1 0 0 0,0 0 0 0 0,1-1 0 0 0,-1-1 0 0 0,0 0 0 0 0,-1-1-1 0 0,1 0 1 0 0,-1-1 0 0 0,0-1 0 0 0,0 0 0 0 0,-1 0 0 0 0,0-1-1 0 0,16-15 1 0 0,-18 13 303 0 0,0-1-1 0 0,14-20 0 0 0,-24 31-214 0 0,-1 0-1 0 0,1 0 0 0 0,-1 1 1 0 0,1-1-1 0 0,-1 0 0 0 0,1 0 1 0 0,-1 1-1 0 0,1-1 1 0 0,-1 0-1 0 0,1 0 0 0 0,-1 0 1 0 0,1 0-1 0 0,-1 0 0 0 0,1 0 1 0 0,-1 0-1 0 0,1 0 0 0 0,-1 0 1 0 0,1 0-1 0 0,-1 0 0 0 0,1 0 1 0 0,-1 0-1 0 0,1-1 0 0 0,-1 1 1 0 0,1 0-1 0 0,-1 0 0 0 0,1 0 1 0 0,-1-1-1 0 0,1 1 1 0 0,-1 0-1 0 0,1-1 0 0 0,-1 1 1 0 0,1 0-1 0 0,0-1 0 0 0,-1 1 1 0 0,1-1-1 0 0,0 1 0 0 0,-1 0 1 0 0,1-1-1 0 0,0 1 0 0 0,0-1 1 0 0,-1 1-1 0 0,1-1 0 0 0,0 1 1 0 0,0-1-1 0 0,0 1 0 0 0,0-1 1 0 0,0 1-1 0 0,0-1 1 0 0,0 1-1 0 0,0-1 0 0 0,0 1 1 0 0,0-1-1 0 0,0 1 0 0 0,0-1 1 0 0,0 1-1 0 0,0-1 0 0 0,0 1 1 0 0,0-1-1 0 0,0 1 0 0 0,1-1 1 0 0,-1 1-1 0 0,0-1 0 0 0,0 1 1 0 0,1-1-1 0 0,-13 12 58 0 0,1 0-1 0 0,-1 1 1 0 0,2 0-1 0 0,0 1 1 0 0,1 1 0 0 0,-12 21-1 0 0,2 1 218 0 0,-22 58 1 0 0,37-82-243 0 0,0 0 0 0 0,1 1 0 0 0,0-1 0 0 0,1 1 0 0 0,0-1 0 0 0,1 1 0 0 0,0 0 1 0 0,1 0-1 0 0,2 15 0 0 0,-1-23-73 0 0,-1-1 1 0 0,1 0 0 0 0,0 0 0 0 0,0 0-1 0 0,0 0 1 0 0,1 0 0 0 0,0 0-1 0 0,-1-1 1 0 0,1 1 0 0 0,1 0-1 0 0,-1-1 1 0 0,0 1 0 0 0,1-1-1 0 0,0 0 1 0 0,0 0 0 0 0,0 0-1 0 0,0 0 1 0 0,0-1 0 0 0,0 1-1 0 0,1-1 1 0 0,-1 0 0 0 0,1 0-1 0 0,0 0 1 0 0,-1 0 0 0 0,1 0-1 0 0,0-1 1 0 0,0 0 0 0 0,0 0-1 0 0,0 0 1 0 0,1 0 0 0 0,4 0-1 0 0,1-1-253 0 0,-1 0 0 0 0,1-1 1 0 0,-1 0-1 0 0,1 0 0 0 0,-1-1 0 0 0,0 0 0 0 0,0-1 0 0 0,0 0 0 0 0,10-4 1 0 0,-4 0-662 0 0,0-1 0 0 0,-1 0 0 0 0,0-1-1 0 0,18-15 1 0 0,-2-1-1818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2:01.5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129 354 1392 0 0,'7'-288'10264'0'0,"-14"222"-8771"0"0,-5 87-1349 0 0,-37 268 935 0 0,33-172-778 0 0,-29 283 554 0 0,43-371-820 0 0,-2 121 164 0 0,4-132-490 0 0,2 0 1 0 0,0 0-1 0 0,1-1 1 0 0,0 1-1 0 0,2-1 1 0 0,7 20 0 0 0,-12-35 170 0 0,1 0 1 0 0,0 1-1 0 0,0-1 1 0 0,0 0-1 0 0,1 0 1 0 0,-1 0-1 0 0,0 0 1 0 0,1 0-1 0 0,0 0 1 0 0,-1 0-1 0 0,1-1 1 0 0,0 1-1 0 0,0 0 0 0 0,0-1 1 0 0,0 1-1 0 0,0-1 1 0 0,0 0-1 0 0,0 0 1 0 0,0 0-1 0 0,1 0 1 0 0,-1 0-1 0 0,0 0 1 0 0,1-1-1 0 0,-1 1 1 0 0,1-1-1 0 0,-1 0 1 0 0,0 1-1 0 0,3-1 1 0 0,1-1-119 0 0,-1 0-1 0 0,0 0 1 0 0,1 0 0 0 0,-1-1 0 0 0,0 0-1 0 0,0 0 1 0 0,-1 0 0 0 0,1-1 0 0 0,0 1-1 0 0,-1-1 1 0 0,9-6 0 0 0,1-4 13 0 0,1-1-1 0 0,-2 1 1 0 0,0-2-1 0 0,-1 0 1 0 0,0-1-1 0 0,15-27 1 0 0,-9 10 2079 0 0,-2-1 0 0 0,18-54 0 0 0,-17 37 1105 0 0,-17 49-2809 0 0,-2 18 30 0 0,-6 30 437 0 0,-2 68-1 0 0,10-95-562 0 0,0 0 1 0 0,1 0-1 0 0,1 0 1 0 0,1 0-1 0 0,1 0 1 0 0,8 24-1 0 0,-11-41-136 0 0,-1 0-1 0 0,1 0 1 0 0,0 0-1 0 0,-1 0 1 0 0,1-1-1 0 0,0 1 1 0 0,0 0-1 0 0,0-1 1 0 0,1 1-1 0 0,-1-1 1 0 0,0 1-1 0 0,0-1 1 0 0,1 1-1 0 0,-1-1 1 0 0,1 0-1 0 0,0 0 1 0 0,-1 0-1 0 0,1 0 1 0 0,0 0-1 0 0,-1 0 1 0 0,1 0-1 0 0,0-1 1 0 0,0 1-1 0 0,0 0 1 0 0,0-1-1 0 0,0 0 1 0 0,0 1-1 0 0,-1-1 1 0 0,1 0-1 0 0,0 0 1 0 0,0 0-1 0 0,0 0 1 0 0,3-1-1 0 0,1-1-554 0 0,0 1-1 0 0,-1-1 0 0 0,0 0 0 0 0,1-1 0 0 0,-1 1 1 0 0,0-1-1 0 0,0 0 0 0 0,0 0 0 0 0,0-1 0 0 0,5-5 1 0 0,9-10-3430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2:01.7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67 1576 0 0,'-4'-4'997'0'0,"-30"-36"7345"0"0,10 18-7090 0 0,22 21-1583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2:01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17 1588 0 0,'-116'47'8701'0'0,"111"-44"-8231"0"0,6-1-182 0 0,14-2-109 0 0,22-4-353 0 0,144-41-4727 0 0,-160 39 3909 0 0,32-8-1763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2:02.4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416 30 328 0 0,'3'-30'18506'0'0,"-6"40"-18256"0"0,0-1 1 0 0,1 1-1 0 0,-1 16 1 0 0,-2 6 3 0 0,-35 226 215 0 0,11 2 1 0 0,8 444-1 0 0,22-613-443 0 0,11 314 221 0 0,26-5-1 0 0,-36-375-279 0 0,4 17-6 0 0,-5-40 26 0 0,-1 0 0 0 0,1 1 0 0 0,0-1 0 0 0,0 0 0 0 0,0 1 1 0 0,0-1-1 0 0,0 0 0 0 0,1 0 0 0 0,-1 0 0 0 0,0 0 0 0 0,1 0 0 0 0,3 3 0 0 0,-4-4 0 0 0,0-1 0 0 0,1 1-1 0 0,-1-1 1 0 0,0 1 0 0 0,0-1 0 0 0,0 0-1 0 0,1 1 1 0 0,-1-1 0 0 0,0 0-1 0 0,0 0 1 0 0,0 0 0 0 0,1 0 0 0 0,-1 0-1 0 0,0 0 1 0 0,0-1 0 0 0,1 1-1 0 0,-1 0 1 0 0,0-1 0 0 0,0 1 0 0 0,0 0-1 0 0,0-1 1 0 0,1 1 0 0 0,-1-1-1 0 0,0 0 1 0 0,0 1 0 0 0,0-1-1 0 0,0 0 1 0 0,0 0 0 0 0,1-1 0 0 0,24-27-284 0 0,-17 14 222 0 0,-1 0 1 0 0,0-1-1 0 0,-1-1 0 0 0,-1 1 0 0 0,0-1 1 0 0,-1 0-1 0 0,-1 0 0 0 0,-1 0 1 0 0,2-30-1 0 0,-4 17 8 0 0,-1 1 1 0 0,-1-1-1 0 0,-1 0 1 0 0,-13-55-1 0 0,6 50 45 0 0,-2 1-1 0 0,-2 1 0 0 0,-1 0 0 0 0,-1 1 0 0 0,-2 0 0 0 0,-1 1 0 0 0,-2 1 0 0 0,-28-34 0 0 0,4 13 6 0 0,-2 3-1 0 0,-2 1 0 0 0,-80-60 0 0 0,124 104 26 0 0,-4-3-25 0 0,0 0-1 0 0,1 0 1 0 0,0-1 0 0 0,-11-13-1 0 0,16 18-38 0 0,1 0 0 0 0,0 0 0 0 0,-1 0 0 0 0,1 0-1 0 0,0 0 1 0 0,0 0 0 0 0,1 0 0 0 0,-1-1 0 0 0,0 1-1 0 0,1 0 1 0 0,-1-1 0 0 0,1 1 0 0 0,0 0-1 0 0,-1-1 1 0 0,1 1 0 0 0,0 0 0 0 0,1-1 0 0 0,-1 1-1 0 0,0 0 1 0 0,1-1 0 0 0,-1 1 0 0 0,1 0 0 0 0,0 0-1 0 0,0 0 1 0 0,2-4 0 0 0,6-9-458 0 0,1 0-1 0 0,0 1 1 0 0,2 0 0 0 0,-1 1-1 0 0,23-20 1 0 0,75-52-2245 0 0,-80 63 1974 0 0,139-93-5622 0 0,-127 87 3663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2:02.7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98 1116 0 0,'0'-6'842'0'0,"1"0"-1"0"0,-1 1 1 0 0,0-1 0 0 0,0 0-1 0 0,-1 0 1 0 0,1 0 0 0 0,-1 0-1 0 0,-1 0 1 0 0,1 1 0 0 0,-1-1-1 0 0,0 1 1 0 0,0-1 0 0 0,-1 1-1 0 0,1 0 1 0 0,-5-6 0 0 0,6 9-286 0 0,-1 3-533 0 0,1-1 0 0 0,-1 0 1 0 0,0 1-1 0 0,1-1 0 0 0,-1 1 0 0 0,0 0 1 0 0,1 0-1 0 0,-1-1 0 0 0,0 1 1 0 0,1 0-1 0 0,0 0 0 0 0,-1 0 0 0 0,1 1 1 0 0,-1-1-1 0 0,1 0 0 0 0,0 1 1 0 0,0-1-1 0 0,0 0 0 0 0,0 1 1 0 0,0-1-1 0 0,0 1 0 0 0,-1 2 0 0 0,-16 44 263 0 0,15-37-221 0 0,-5 11 17 0 0,2 1 0 0 0,1 0-1 0 0,1 0 1 0 0,-1 29-1 0 0,4-39-63 0 0,1 1 0 0 0,1-1 0 0 0,0 1-1 0 0,1-1 1 0 0,0 0 0 0 0,1 0 0 0 0,0 0 0 0 0,10 24 0 0 0,-12-34-135 0 0,1-1 1 0 0,-1 1 0 0 0,1-1 0 0 0,-1 0 0 0 0,1 1 0 0 0,0-1 0 0 0,0 0 0 0 0,0 0 0 0 0,0 0 0 0 0,0 0 0 0 0,1 0 0 0 0,-1-1 0 0 0,1 1 0 0 0,-1-1 0 0 0,1 1 0 0 0,-1-1 0 0 0,1 0 0 0 0,0 0 0 0 0,-1 0-1 0 0,1-1 1 0 0,0 1 0 0 0,3 0 0 0 0,-2-1-465 0 0,-1 0-1 0 0,1 0 0 0 0,0 0 0 0 0,-1 0 1 0 0,1-1-1 0 0,0 0 0 0 0,-1 1 1 0 0,1-1-1 0 0,-1 0 0 0 0,7-3 0 0 0,8-6-4539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2:02.8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23 1660 0 0,'-11'-9'1540'0'0,"1"4"-380"0"0,1 2 481 0 0,-8-2-621 0 0,0 8-660 0 0,8 4-80 0 0,1-2-84 0 0,1 5-108 0 0,0 2-184 0 0,2 2-208 0 0,0 2-172 0 0,3-1-120 0 0,2 2-240 0 0,2 2-149 0 0,0-3-491 0 0,3 1 704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2:03.4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153 66 996 0 0,'3'0'3574'0'0,"15"-1"315"0"0,0-10 1590 0 0,-17 11-5390 0 0,-1-1-1 0 0,0 1 1 0 0,0-1 0 0 0,0 1-1 0 0,0-1 1 0 0,0 1-1 0 0,0-1 1 0 0,0 0 0 0 0,0 1-1 0 0,0-1 1 0 0,0 1 0 0 0,0-1-1 0 0,-1 1 1 0 0,1-1 0 0 0,0 1-1 0 0,0-1 1 0 0,0 1 0 0 0,-1-1-1 0 0,1 1 1 0 0,-1-1-1 0 0,-1 0-31 0 0,0 1-1 0 0,0-1 0 0 0,0 1 0 0 0,0-1 0 0 0,0 1 0 0 0,0 0 1 0 0,0 0-1 0 0,-1 0 0 0 0,1 0 0 0 0,0 0 0 0 0,0 0 1 0 0,0 1-1 0 0,0-1 0 0 0,0 1 0 0 0,-3 0 0 0 0,0 2-19 0 0,0-1 0 0 0,-1 1 0 0 0,1 0 1 0 0,0 0-1 0 0,-6 5 0 0 0,1 0-23 0 0,0 1 0 0 0,1 0-1 0 0,1 1 1 0 0,-14 17 0 0 0,14-14 6 0 0,0 0-1 0 0,0 1 1 0 0,1 0-1 0 0,1 1 1 0 0,0-1-1 0 0,-4 16 1 0 0,9-26-39 0 0,0 0 0 0 0,0-1 0 0 0,1 1 0 0 0,-1 0 0 0 0,1-1 0 0 0,-1 1 0 0 0,1 0 0 0 0,1 0 0 0 0,-1-1 0 0 0,0 1 0 0 0,1 0 0 0 0,0-1 0 0 0,0 1 0 0 0,0-1 0 0 0,0 1 0 0 0,1-1 0 0 0,-1 1 0 0 0,1-1 0 0 0,0 0 0 0 0,0 1 0 0 0,0-1 0 0 0,0 0 0 0 0,0-1 0 0 0,1 1 0 0 0,0 0 0 0 0,-1-1 0 0 0,1 1 0 0 0,0-1 0 0 0,0 0-1 0 0,6 3 2 0 0,-3-2-200 0 0,0-1 0 0 0,0 0 0 0 0,1 0 0 0 0,-1 0 0 0 0,1-1 0 0 0,-1 0 0 0 0,1-1 0 0 0,0 1 0 0 0,-1-1 0 0 0,1 0 0 0 0,0-1 0 0 0,7-1 0 0 0,5-2-774 0 0,0 0-1 0 0,34-13 0 0 0,-33 8 406 0 0,0 0 0 0 0,-1-1 0 0 0,-1-1 0 0 0,0-1 0 0 0,0-1 0 0 0,-1 0 0 0 0,0-1 0 0 0,-2-1 0 0 0,20-22-1 0 0,-21 19 1549 0 0,0-1-1 0 0,-1 0 0 0 0,0-1 0 0 0,-2 0 0 0 0,9-23 0 0 0,-4-5 4255 0 0,-17 48-5194 0 0,0 1 0 0 0,0-1 0 0 0,0 1 0 0 0,1-1 0 0 0,-1 1 0 0 0,0-1 0 0 0,1 1 0 0 0,-1-1 0 0 0,1 1 0 0 0,-1 0 0 0 0,0 0 0 0 0,1-1 0 0 0,-1 1 0 0 0,1 0 0 0 0,0 0 0 0 0,-1-1 0 0 0,1 1 0 0 0,0 0 0 0 0,-1 0 0 0 0,1 1 0 0 0,-6 19 138 0 0,6-20-155 0 0,-4 19 131 0 0,0 1-1 0 0,0 34 0 0 0,4-47-118 0 0,0 1 1 0 0,0-1-1 0 0,1 0 0 0 0,0 0 0 0 0,1 0 0 0 0,0 0 0 0 0,0-1 0 0 0,1 1 0 0 0,0 0 0 0 0,4 7 1 0 0,-5-12-139 0 0,-1 0 0 0 0,1-1 0 0 0,0 0 0 0 0,0 1 0 0 0,0-1 0 0 0,0 0 0 0 0,1 0 0 0 0,-1 0 0 0 0,0 0 0 0 0,1-1 0 0 0,0 1 0 0 0,-1-1 1 0 0,1 1-1 0 0,0-1 0 0 0,0 0 0 0 0,-1 0 0 0 0,1 0 0 0 0,0 0 0 0 0,6 0 0 0 0,-4-1-497 0 0,0 1 1 0 0,0-2-1 0 0,0 1 1 0 0,0 0-1 0 0,0-1 0 0 0,0 0 1 0 0,0 0-1 0 0,0-1 1 0 0,0 1-1 0 0,0-1 1 0 0,4-2-1 0 0,10-7-4131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2:03.5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54 704 0 0,'-9'-9'1857'0'0,"0"1"0"0"0,0 0 0 0 0,0 1-1 0 0,-15-9 1 0 0,23 15-1821 0 0,0 0-1 0 0,0 1 0 0 0,0-1 0 0 0,0 1 1 0 0,-1-1-1 0 0,1 1 0 0 0,0 0 0 0 0,0-1 1 0 0,-1 1-1 0 0,1 0 0 0 0,0 0 1 0 0,0 0-1 0 0,-1 0 0 0 0,1 0 0 0 0,0 0 1 0 0,0 0-1 0 0,-1 1 0 0 0,1-1 1 0 0,0 0-1 0 0,0 1 0 0 0,-1-1 0 0 0,1 1 1 0 0,0-1-1 0 0,0 1 0 0 0,0-1 1 0 0,0 1-1 0 0,0 0 0 0 0,0 0 0 0 0,0-1 1 0 0,0 1-1 0 0,0 0 0 0 0,0 0 0 0 0,0 0 1 0 0,1 0-1 0 0,-1 0 0 0 0,0 0 1 0 0,1 0-1 0 0,-1 1 0 0 0,0-1 0 0 0,1 0 1 0 0,0 0-1 0 0,-1 2 0 0 0,-1 2-87 0 0,0 0 0 0 0,1 0 0 0 0,-1 0 0 0 0,1 0 1 0 0,1 0-1 0 0,-1 1 0 0 0,1-1 0 0 0,0 8 0 0 0,1-4-606 0 0,1 0 0 0 0,0 0-1 0 0,1-1 1 0 0,0 1 0 0 0,0-1 0 0 0,1 1 0 0 0,0-1 0 0 0,6 9 0 0 0,0-2-2053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2:04.2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240 824 1488 0 0,'6'-6'9378'0'0,"-10"5"-9040"0"0,-1 1 1 0 0,0-1 0 0 0,1 1 0 0 0,-1 0-1 0 0,0 0 1 0 0,1 0 0 0 0,-1 1 0 0 0,0-1-1 0 0,1 1 1 0 0,-1 0 0 0 0,-8 4 0 0 0,4-2-144 0 0,1 1 0 0 0,0 1 0 0 0,-1-1 0 0 0,2 2 0 0 0,-13 9 0 0 0,7-3-171 0 0,0 0 1 0 0,1 1 0 0 0,0 0-1 0 0,1 1 1 0 0,1 1-1 0 0,-9 15 1 0 0,14-21-3 0 0,1 0 0 0 0,0 1 1 0 0,0 0-1 0 0,1-1 0 0 0,0 1 1 0 0,1 0-1 0 0,0 0 0 0 0,-1 17 0 0 0,3-25-19 0 0,0 1 0 0 0,0 0 0 0 0,0 0 0 0 0,0-1 0 0 0,1 1 0 0 0,0 0 0 0 0,-1-1 0 0 0,1 1 0 0 0,0-1 0 0 0,0 1 0 0 0,0-1 0 0 0,1 1-1 0 0,-1-1 1 0 0,0 0 0 0 0,4 3 0 0 0,-3-3-17 0 0,0 0 0 0 0,0 0 0 0 0,1-1 1 0 0,-1 1-1 0 0,1-1 0 0 0,-1 0 0 0 0,1 0 0 0 0,-1 0 0 0 0,1 0 0 0 0,0 0 0 0 0,-1-1 0 0 0,1 1 0 0 0,0-1 0 0 0,0 1 0 0 0,0-1 0 0 0,-1 0 0 0 0,1 0 0 0 0,3-1 0 0 0,3 0-102 0 0,-1 0 0 0 0,1-1 0 0 0,-1 0 0 0 0,1-1 0 0 0,-1 1 0 0 0,0-2 0 0 0,0 1 0 0 0,0-1 0 0 0,0 0 0 0 0,-1-1 0 0 0,1 0 0 0 0,-1 0 0 0 0,-1 0 0 0 0,1-1 0 0 0,-1 0 0 0 0,7-8 0 0 0,4-7-121 0 0,-1 0 0 0 0,-1-1 0 0 0,24-46 0 0 0,-27 42 951 0 0,10-31 0 0 0,-7 18 148 0 0,-15 37-846 0 0,-5 24 128 0 0,-1 3 178 0 0,2 0-1 0 0,-3 39 1 0 0,7-54-263 0 0,0 0 1 0 0,0-1-1 0 0,1 1 0 0 0,0 0 0 0 0,1-1 0 0 0,0 1 0 0 0,1-1 0 0 0,0 1 0 0 0,7 16 1 0 0,-8-24-49 0 0,-1 0 1 0 0,0 0 0 0 0,0 0 0 0 0,0-1-1 0 0,1 1 1 0 0,-1 0 0 0 0,1-1-1 0 0,-1 1 1 0 0,1-1 0 0 0,0 0 0 0 0,0 1-1 0 0,-1-1 1 0 0,1 0 0 0 0,0 0 0 0 0,0 0-1 0 0,0 0 1 0 0,0 0 0 0 0,3 0 0 0 0,-2 0-2 0 0,1-1 0 0 0,0 0 1 0 0,0 0-1 0 0,-1 0 0 0 0,1 0 0 0 0,0 0 1 0 0,-1-1-1 0 0,1 1 0 0 0,-1-1 1 0 0,5-1-1 0 0,3-3-43 0 0,0 1 1 0 0,0-2-1 0 0,0 1 0 0 0,-1-1 1 0 0,17-13-1 0 0,-7 2-168 0 0,-2-1-1 0 0,0 0 1 0 0,-1-1 0 0 0,0-1-1 0 0,-2-1 1 0 0,-1 0-1 0 0,20-38 1 0 0,-7 3-122 0 0,-2 0 0 0 0,17-63 0 0 0,-21 50 85 0 0,23-133 1 0 0,-39 166 531 0 0,-2 0 1 0 0,-1 0 0 0 0,-2-1-1 0 0,-2 1 1 0 0,-10-61 0 0 0,11 92-254 0 0,1 0 0 0 0,-2 1 1 0 0,1-1-1 0 0,-1 0 0 0 0,1 1 0 0 0,-1-1 1 0 0,-1 1-1 0 0,1 0 0 0 0,0 0 1 0 0,-6-7-1 0 0,7 11-38 0 0,0-1 0 0 0,0 1 1 0 0,0-1-1 0 0,0 1 0 0 0,0 0 0 0 0,0-1 1 0 0,0 1-1 0 0,0 0 0 0 0,-1 0 0 0 0,1 0 1 0 0,0 0-1 0 0,0 0 0 0 0,0 0 0 0 0,0 0 1 0 0,0 0-1 0 0,-1 0 0 0 0,1 0 0 0 0,-1 1 1 0 0,0 0-4 0 0,-1-1-7 0 0,0 1 1 0 0,0 1-1 0 0,0-1 0 0 0,0 0 0 0 0,0 1 1 0 0,0-1-1 0 0,0 1 0 0 0,0 0 1 0 0,1 0-1 0 0,-1 0 0 0 0,1 1 1 0 0,-1-1-1 0 0,-2 4 0 0 0,-24 34 14 0 0,13-14 2 0 0,2 1 0 0 0,1 0 1 0 0,2 1-1 0 0,0 0 0 0 0,2 1 0 0 0,1 0 1 0 0,1 0-1 0 0,2 1 0 0 0,-3 54 1 0 0,7-52-5 0 0,1 0-1 0 0,2 0 1 0 0,1 0 0 0 0,2 0 0 0 0,0-1 0 0 0,3 0-1 0 0,0 0 1 0 0,2-1 0 0 0,15 33 0 0 0,-20-53-310 0 0,0 0 0 0 0,1 0 1 0 0,0-1-1 0 0,1 0 0 0 0,-1 0 1 0 0,2-1-1 0 0,-1 0 0 0 0,13 11 0 0 0,-13-14-517 0 0,0 0 0 0 0,1 0-1 0 0,-1-1 1 0 0,1 0 0 0 0,0 0-1 0 0,0-1 1 0 0,8 2-1 0 0,17 4-4216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2:06.0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1 130 2068 0 0,'0'-3'1845'0'0,"2"-42"4578"0"0,12 51-5953 0 0,-9-3-382 0 0,1 0 0 0 0,-1 1 1 0 0,0 0-1 0 0,-1 0 1 0 0,1 0-1 0 0,-1 0 0 0 0,8 10 1 0 0,24 40 442 0 0,-21-30-309 0 0,51 87 362 0 0,-1-1-55 0 0,-65-108-460 0 0,1-1 1 0 0,0 0 0 0 0,0 1 0 0 0,0-1 0 0 0,0 0 0 0 0,0 1 0 0 0,0-1 0 0 0,0 0 0 0 0,0 0 0 0 0,0 0 0 0 0,1 0-1 0 0,-1 0 1 0 0,0 0 0 0 0,1 0 0 0 0,-1-1 0 0 0,0 1 0 0 0,1 0 0 0 0,-1-1 0 0 0,1 1 0 0 0,2 0 0 0 0,-2-2-34 0 0,0 1 0 0 0,0-1 0 0 0,0 0 0 0 0,0 0 0 0 0,0 1 0 0 0,0-1 0 0 0,-1 0 0 0 0,1-1 0 0 0,0 1 1 0 0,-1 0-1 0 0,1 0 0 0 0,-1-1 0 0 0,1 1 0 0 0,-1-1 0 0 0,0 1 0 0 0,2-3 0 0 0,12-17 31 0 0,0-1 0 0 0,-2-1-1 0 0,0-1 1 0 0,-2 1 0 0 0,12-35-1 0 0,2-2-89 0 0,-20 47-336 0 0,2 0 0 0 0,8-14 0 0 0,-12 24 145 0 0,-1-1 0 0 0,1 1 1 0 0,0-1-1 0 0,0 1 0 0 0,0 0 0 0 0,0 0 1 0 0,0 1-1 0 0,1-1 0 0 0,-1 1 1 0 0,1-1-1 0 0,5-1 0 0 0,-7 3 71 0 0,1 1 1 0 0,0-1-1 0 0,0 1 0 0 0,0-1 1 0 0,-1 1-1 0 0,1 0 0 0 0,0 0 0 0 0,0 1 1 0 0,0-1-1 0 0,0 0 0 0 0,-1 1 1 0 0,6 2-1 0 0,34 13-1411 0 0,-34-13 1187 0 0,10 5-254 0 0,100 40-2843 0 0,-98-41 2913 0 0,1-1 0 0 0,0-1-1 0 0,40 4 1 0 0,-46-7 1089 0 0,0-1 0 0 0,0-1-1 0 0,-1 0 1 0 0,1-1 0 0 0,0-1 0 0 0,18-4 0 0 0,-31 6-401 0 0,0-1 1 0 0,0 0-1 0 0,0 1 0 0 0,-1-1 1 0 0,1 0-1 0 0,0 0 1 0 0,0 0-1 0 0,-1 0 0 0 0,1-1 1 0 0,-1 1-1 0 0,1 0 1 0 0,-1-1-1 0 0,0 1 0 0 0,1-1 1 0 0,-1 1-1 0 0,0-1 1 0 0,0 1-1 0 0,0-1 0 0 0,0 0 1 0 0,0 0-1 0 0,0 1 1 0 0,-1-1-1 0 0,1 0 0 0 0,-1 0 1 0 0,1 0-1 0 0,-1 0 0 0 0,0 0 1 0 0,0 0-1 0 0,1 0 1 0 0,-1 0-1 0 0,-1 0 0 0 0,1-3 1 0 0,-1 0 78 0 0,0 1-1 0 0,0 0 1 0 0,0-1 0 0 0,0 1 0 0 0,-1 0 0 0 0,0 0-1 0 0,1 0 1 0 0,-2 0 0 0 0,1 0 0 0 0,0 0-1 0 0,-6-5 1 0 0,7 7-207 0 0,-1 1 0 0 0,0 0 1 0 0,1 0-1 0 0,-1 0 0 0 0,0 0 0 0 0,1 1 0 0 0,-1-1 0 0 0,0 0 1 0 0,0 1-1 0 0,0-1 0 0 0,0 1 0 0 0,0-1 0 0 0,1 1 0 0 0,-1 0 0 0 0,0 0 1 0 0,0 0-1 0 0,0 0 0 0 0,0 0 0 0 0,0 1 0 0 0,0-1 0 0 0,0 1 1 0 0,0-1-1 0 0,1 1 0 0 0,-1-1 0 0 0,0 1 0 0 0,0 0 0 0 0,1 0 0 0 0,-3 1 1 0 0,-3 2-18 0 0,0 1 1 0 0,1-1 0 0 0,-1 1 0 0 0,1 0-1 0 0,-7 7 1 0 0,0 3 26 0 0,1 0 0 0 0,0 1 0 0 0,1 0 0 0 0,1 1 0 0 0,-12 25 0 0 0,17-31-8 0 0,0 0-1 0 0,1 0 0 0 0,0 1 1 0 0,1-1-1 0 0,1 1 1 0 0,0 0-1 0 0,0 0 1 0 0,1 0-1 0 0,1 0 0 0 0,1 14 1 0 0,-1-22-34 0 0,0 0 1 0 0,1-1-1 0 0,0 1 1 0 0,-1-1-1 0 0,1 1 0 0 0,0 0 1 0 0,1-1-1 0 0,-1 0 1 0 0,1 1-1 0 0,-1-1 1 0 0,1 0-1 0 0,0 0 0 0 0,0 0 1 0 0,1 0-1 0 0,-1 0 1 0 0,1-1-1 0 0,-1 1 0 0 0,1-1 1 0 0,0 1-1 0 0,0-1 1 0 0,0 0-1 0 0,4 3 1 0 0,-3-4-55 0 0,-1 0 1 0 0,1 0 0 0 0,0 0 0 0 0,-1 0-1 0 0,1 0 1 0 0,0-1 0 0 0,-1 0 0 0 0,1 0-1 0 0,0 0 1 0 0,0 0 0 0 0,-1 0-1 0 0,1-1 1 0 0,0 0 0 0 0,-1 1 0 0 0,1-1-1 0 0,0-1 1 0 0,3-1 0 0 0,-2 1-25 0 0,0-2 0 0 0,0 1 0 0 0,0 0 1 0 0,0-1-1 0 0,0 0 0 0 0,-1 0 0 0 0,0-1 0 0 0,0 1 0 0 0,6-10 0 0 0,0-1-6 0 0,-2 0 0 0 0,0-1 0 0 0,0 0 0 0 0,-1-1 0 0 0,-1 0 0 0 0,4-21 0 0 0,14-89 1105 0 0,-24 125-986 0 0,1 3-9 0 0,-1-1 0 0 0,1 0 1 0 0,-1 1-1 0 0,1-1 1 0 0,-1 1-1 0 0,1-1 0 0 0,-1 1 1 0 0,1-1-1 0 0,-1 1 0 0 0,0-1 1 0 0,1 1-1 0 0,-1-1 0 0 0,0 1 1 0 0,0-1-1 0 0,1 1 1 0 0,-1 0-1 0 0,0-1 0 0 0,0 1 1 0 0,0-1-1 0 0,0 1 0 0 0,0 0 1 0 0,0 0-1 0 0,3 20 100 0 0,-2-17-33 0 0,1 11-13 0 0,0 0 0 0 0,2-1 0 0 0,0 1 0 0 0,0-1 0 0 0,1 0 0 0 0,12 22 0 0 0,-15-31-57 0 0,1-1 0 0 0,0 1 0 0 0,0-1 0 0 0,1 0 0 0 0,-1 0 1 0 0,1 0-1 0 0,0 0 0 0 0,0-1 0 0 0,0 1 0 0 0,0-1 0 0 0,0 0 0 0 0,1-1 0 0 0,0 1 1 0 0,-1-1-1 0 0,1 0 0 0 0,0 0 0 0 0,0 0 0 0 0,0 0 0 0 0,0-1 0 0 0,1 0 0 0 0,-1 0 1 0 0,6 0-1 0 0,-2-1-112 0 0,1 1 1 0 0,0-2-1 0 0,0 1 0 0 0,-1-1 1 0 0,1-1-1 0 0,0 0 1 0 0,-1 0-1 0 0,1-1 0 0 0,-1 0 1 0 0,0 0-1 0 0,0-1 1 0 0,0 0-1 0 0,-1-1 1 0 0,1 0-1 0 0,-1-1 0 0 0,0 1 1 0 0,-1-2-1 0 0,1 1 1 0 0,-1-1-1 0 0,0 0 1 0 0,-1 0-1 0 0,0-1 0 0 0,0 0 1 0 0,-1 0-1 0 0,1 0 1 0 0,-2-1-1 0 0,1 1 0 0 0,-1-1 1 0 0,-1-1-1 0 0,3-9 1 0 0,-1 4 250 0 0,-2-1 1 0 0,0 0 0 0 0,0 0-1 0 0,-1-16 1 0 0,-2 24 29 0 0,0-1-1 0 0,0 1 1 0 0,-1 0 0 0 0,0 0 0 0 0,-1 0-1 0 0,1 0 1 0 0,-2 0 0 0 0,1 0 0 0 0,-7-12-1 0 0,9 19-143 0 0,-1-1 0 0 0,0 0-1 0 0,0 1 1 0 0,0-1 0 0 0,0 1 0 0 0,0-1-1 0 0,0 1 1 0 0,0-1 0 0 0,-1 1 0 0 0,1 0-1 0 0,0 0 1 0 0,-1 0 0 0 0,1-1 0 0 0,-1 1-1 0 0,0 1 1 0 0,1-1 0 0 0,-1 0-1 0 0,0 0 1 0 0,1 1 0 0 0,-1-1 0 0 0,0 0-1 0 0,0 1 1 0 0,1 0 0 0 0,-1-1 0 0 0,0 1-1 0 0,0 0 1 0 0,0 0 0 0 0,0 0 0 0 0,0 0-1 0 0,1 1 1 0 0,-1-1 0 0 0,0 0-1 0 0,0 1 1 0 0,0-1 0 0 0,1 1 0 0 0,-1 0-1 0 0,-3 1 1 0 0,1 1-22 0 0,-1-1-1 0 0,1 1 1 0 0,0 0-1 0 0,0 1 1 0 0,1-1 0 0 0,-1 1-1 0 0,1-1 1 0 0,-1 1-1 0 0,1 0 1 0 0,0 0 0 0 0,0 0-1 0 0,-3 9 1 0 0,4-9-5 0 0,0 0 0 0 0,0 0 0 0 0,1 0-1 0 0,-1 0 1 0 0,1 1 0 0 0,0-1 0 0 0,1 0 0 0 0,-1 1 0 0 0,1-1 0 0 0,0 1 0 0 0,0-1 0 0 0,0 1 0 0 0,0-1 0 0 0,1 0 0 0 0,0 1 0 0 0,0-1 0 0 0,0 0 0 0 0,0 1 0 0 0,1-1-1 0 0,0 0 1 0 0,0 0 0 0 0,0 0 0 0 0,0 0 0 0 0,0-1 0 0 0,1 1 0 0 0,0-1 0 0 0,0 1 0 0 0,0-1 0 0 0,0 0 0 0 0,0 0 0 0 0,0 0 0 0 0,1 0 0 0 0,0-1 0 0 0,-1 0 0 0 0,1 1-1 0 0,0-1 1 0 0,0 0 0 0 0,0-1 0 0 0,1 1 0 0 0,-1-1 0 0 0,0 0 0 0 0,9 1 0 0 0,4 1-223 0 0,0-2 0 0 0,0 0 0 0 0,0 0 0 0 0,0-2 0 0 0,0 0 0 0 0,0-1 0 0 0,0-1 0 0 0,0 0 0 0 0,25-10 0 0 0,-27 8 146 0 0,0-1 0 0 0,-1 0 0 0 0,1-1 0 0 0,-1-1 0 0 0,-1 0 0 0 0,0-1 0 0 0,0-1 0 0 0,0 0 0 0 0,-1 0 0 0 0,14-17 0 0 0,-20 19 517 0 0,-1 0-1 0 0,0 0 0 0 0,5-11 1 0 0,0 2 480 0 0,-9 15-664 0 0,-1 1-221 0 0,0 1 0 0 0,0-1 1 0 0,0 1-1 0 0,0-1 1 0 0,0 1-1 0 0,0-1 0 0 0,0 1 1 0 0,0 0-1 0 0,0-1 1 0 0,0 1-1 0 0,0-1 0 0 0,0 1 1 0 0,0-1-1 0 0,0 1 1 0 0,0-1-1 0 0,0 1 0 0 0,0-1 1 0 0,-1 1-1 0 0,1 0 1 0 0,0-1-1 0 0,0 1 0 0 0,-1-1 1 0 0,1 1-1 0 0,-3 2 47 0 0,0 0 1 0 0,0 0-1 0 0,0 0 0 0 0,0 1 0 0 0,1-1 1 0 0,-1 1-1 0 0,1 0 0 0 0,0 0 0 0 0,0 0 0 0 0,0 0 1 0 0,0 0-1 0 0,0 0 0 0 0,-2 7 0 0 0,-17 51 654 0 0,20-56-673 0 0,-5 15 100 0 0,2 0 0 0 0,0 1 1 0 0,1-1-1 0 0,0 30 0 0 0,3-41-127 0 0,0-1-1 0 0,1 1 0 0 0,0 0 0 0 0,0 0 1 0 0,1-1-1 0 0,0 1 0 0 0,0 0 0 0 0,1-1 0 0 0,0 0 1 0 0,1 0-1 0 0,0 0 0 0 0,8 13 0 0 0,-10-18-86 0 0,1 0-1 0 0,0-1 1 0 0,-1 1-1 0 0,1 0 1 0 0,0-1-1 0 0,0 0 0 0 0,0 1 1 0 0,1-1-1 0 0,-1 0 1 0 0,0-1-1 0 0,1 1 1 0 0,-1-1-1 0 0,1 1 0 0 0,0-1 1 0 0,5 1-1 0 0,-3-2-148 0 0,0 1 0 0 0,0-1-1 0 0,0 0 1 0 0,1 0-1 0 0,-1-1 1 0 0,0 1 0 0 0,0-2-1 0 0,12-2 1 0 0,-8 0-120 0 0,0 0 0 0 0,0 0 0 0 0,-1-1 0 0 0,1 0 0 0 0,-1-1 0 0 0,0 0-1 0 0,0 0 1 0 0,-1-1 0 0 0,0 0 0 0 0,12-13 0 0 0,-9 5 178 0 0,-1 0 0 0 0,0-1 0 0 0,-1 0 0 0 0,13-33 0 0 0,16-69 4119 0 0,-30 90-2157 0 0,-8 24-671 0 0,-6 18-630 0 0,-6 24 17 0 0,-10 97 409 0 0,20-118-890 0 0,2-1-1 0 0,0 1 1 0 0,0-1-1 0 0,2 1 1 0 0,0-1-1 0 0,6 21 1 0 0,-8-35-141 0 0,0-1 0 0 0,1 1 1 0 0,-1-1-1 0 0,1 1 0 0 0,0-1 0 0 0,-1 0 1 0 0,1 1-1 0 0,0-1 0 0 0,0 0 1 0 0,0 1-1 0 0,0-1 0 0 0,0 0 1 0 0,0 0-1 0 0,0 0 0 0 0,0 0 1 0 0,1 0-1 0 0,-1 0 0 0 0,0 0 0 0 0,1 0 1 0 0,-1-1-1 0 0,0 1 0 0 0,1 0 1 0 0,-1-1-1 0 0,1 1 0 0 0,-1-1 1 0 0,1 0-1 0 0,-1 1 0 0 0,1-1 1 0 0,-1 0-1 0 0,1 0 0 0 0,0 0 0 0 0,-1 0 1 0 0,1 0-1 0 0,-1 0 0 0 0,1-1 1 0 0,-1 1-1 0 0,1 0 0 0 0,-1-1 1 0 0,1 1-1 0 0,2-2 0 0 0,2-1-680 0 0,1 0-1 0 0,-1 0 1 0 0,0 0 0 0 0,0-1-1 0 0,0 0 1 0 0,-1 0-1 0 0,0 0 1 0 0,6-6 0 0 0,8-11-3729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2:06.2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13 1936 0 0,'-5'-2'624'0'0,"1"0"1"0"0,-1 0-1 0 0,0 0 0 0 0,1 1 0 0 0,-1 0 0 0 0,0 0 1 0 0,0 0-1 0 0,0 1 0 0 0,-9 0 0 0 0,12 0-621 0 0,1 0 0 0 0,-1 1 0 0 0,0 0 0 0 0,0-1 1 0 0,1 1-1 0 0,-1 0 0 0 0,0 0 0 0 0,1-1 0 0 0,-1 1 0 0 0,1 1 0 0 0,0-1 0 0 0,-1 0 0 0 0,1 0 0 0 0,0 0 0 0 0,-1 1 0 0 0,1-1 0 0 0,0 1 0 0 0,0-1 0 0 0,0 1 0 0 0,0-1 0 0 0,0 1 0 0 0,1 0 0 0 0,-1-1 0 0 0,0 1 0 0 0,1 0 0 0 0,0-1 0 0 0,-1 1 0 0 0,1 0 0 0 0,-1 2 0 0 0,0 3-689 0 0,0 0 0 0 0,1 0 0 0 0,0 0 0 0 0,0 0 0 0 0,1 8 0 0 0,0 0-1063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2:06.7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197 37 1116 0 0,'2'-1'2110'0'0,"1"0"-1427"0"0,0 0 0 0 0,0-1 0 0 0,0 1 0 0 0,0 0 0 0 0,-1-1 0 0 0,1 0-1 0 0,-1 0 1 0 0,1 0 0 0 0,-1 0 0 0 0,1 0 0 0 0,-1 0 0 0 0,3-5 782 0 0,-6 5-544 0 0,1 1-892 0 0,0 1 0 0 0,1 0 0 0 0,-1 0-1 0 0,0 0 1 0 0,0-1 0 0 0,0 1-1 0 0,0 0 1 0 0,0 0 0 0 0,0 0 0 0 0,0-1-1 0 0,0 1 1 0 0,0 0 0 0 0,0 0-1 0 0,-1 0 1 0 0,1-1 0 0 0,0 1 0 0 0,0 0-1 0 0,0 0 1 0 0,0 0 0 0 0,0 0-1 0 0,0-1 1 0 0,0 1 0 0 0,0 0 0 0 0,0 0-1 0 0,-1 0 1 0 0,1 0 0 0 0,0-1 0 0 0,0 1-1 0 0,0 0 1 0 0,0 0 0 0 0,-1 0-1 0 0,1 0 1 0 0,0 0 0 0 0,0 0 0 0 0,0 0-1 0 0,0 0 1 0 0,-1-1 0 0 0,1 1-1 0 0,-7 0 60 0 0,1 1 0 0 0,0-1 0 0 0,-1 1-1 0 0,1 0 1 0 0,0 1 0 0 0,0-1-1 0 0,0 1 1 0 0,0 0 0 0 0,0 1 0 0 0,0 0-1 0 0,1 0 1 0 0,-1 0 0 0 0,1 0 0 0 0,0 1-1 0 0,0 0 1 0 0,0 0 0 0 0,-5 6-1 0 0,-4 3-58 0 0,1 1-1 0 0,0 1 1 0 0,2 0-1 0 0,-17 26 1 0 0,21-28 3 0 0,0 1 0 0 0,0-1 0 0 0,2 1 0 0 0,-6 19 0 0 0,9-28-50 0 0,1 0 1 0 0,0 0-1 0 0,0 1 1 0 0,0-1-1 0 0,1 0 0 0 0,0 0 1 0 0,0 0-1 0 0,0 1 1 0 0,0-1-1 0 0,1 0 0 0 0,0 0 1 0 0,0 0-1 0 0,1 1 1 0 0,-1-1-1 0 0,5 8 1 0 0,-4-11-62 0 0,-1 0 1 0 0,1 1-1 0 0,0-1 1 0 0,0 0-1 0 0,0-1 1 0 0,0 1-1 0 0,0 0 1 0 0,1-1-1 0 0,-1 1 1 0 0,0-1-1 0 0,1 1 1 0 0,-1-1-1 0 0,1 0 1 0 0,0 0-1 0 0,-1 0 1 0 0,1-1-1 0 0,0 1 1 0 0,-1-1-1 0 0,1 1 1 0 0,0-1-1 0 0,0 0 1 0 0,-1 0-1 0 0,1 0 1 0 0,0 0-1 0 0,0-1 1 0 0,3 0-1 0 0,2-1-110 0 0,-1 1-1 0 0,0-1 1 0 0,0-1 0 0 0,0 1-1 0 0,0-1 1 0 0,0-1 0 0 0,0 1-1 0 0,10-8 1 0 0,-6 1 124 0 0,1-1-1 0 0,-2-1 1 0 0,1 0 0 0 0,-2-1 0 0 0,0 1 0 0 0,0-2-1 0 0,-1 1 1 0 0,10-25 0 0 0,5-5 1598 0 0,-5 6-149 0 0,-18 36-999 0 0,2 4-263 0 0,-1 0 0 0 0,0 0 0 0 0,0 1 0 0 0,0-1 0 0 0,0 0 0 0 0,0 0 0 0 0,0 6 0 0 0,1 21 112 0 0,-1-12-274 0 0,0 1 0 0 0,1-1 1 0 0,1 0-1 0 0,1 0 0 0 0,0 0 0 0 0,10 23 0 0 0,-13-38-199 0 0,1-1 1 0 0,-1 1-1 0 0,1-1 0 0 0,-1 1 1 0 0,1-1-1 0 0,0 0 0 0 0,0 0 1 0 0,0 0-1 0 0,0 0 0 0 0,1 0 1 0 0,-1 0-1 0 0,0 0 0 0 0,1-1 1 0 0,2 2-1 0 0,-2-2-194 0 0,-1 0-1 0 0,1 0 1 0 0,-1 0 0 0 0,1 0-1 0 0,0-1 1 0 0,-1 1-1 0 0,1-1 1 0 0,0 0 0 0 0,-1 0-1 0 0,1 0 1 0 0,0 0-1 0 0,0 0 1 0 0,-1-1 0 0 0,1 1-1 0 0,3-2 1 0 0,9-3-2999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2:07.6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60 126 76 0 0,'-4'-111'13269'0'0,"-6"128"-11727"0"0,-3 42-635 0 0,3 0 0 0 0,-5 109 0 0 0,14-149-818 0 0,-5 185 321 0 0,7-170-354 0 0,2-1 0 0 0,1 1 1 0 0,2-1-1 0 0,9 33 0 0 0,-11-55-123 0 0,0 0 0 0 0,0 0 1 0 0,1-1-1 0 0,1 1 0 0 0,0-1 0 0 0,0 0 0 0 0,1-1 0 0 0,0 0 0 0 0,0 0 0 0 0,1 0 0 0 0,1-1 0 0 0,14 12 0 0 0,-19-17-51 0 0,1 0-1 0 0,0 0 1 0 0,0 0 0 0 0,0 0-1 0 0,1-1 1 0 0,-1 0 0 0 0,0 0 0 0 0,1-1-1 0 0,0 1 1 0 0,-1-1 0 0 0,1 0-1 0 0,0-1 1 0 0,-1 1 0 0 0,1-1-1 0 0,0 0 1 0 0,0 0 0 0 0,-1-1-1 0 0,1 0 1 0 0,0 0 0 0 0,-1 0-1 0 0,1-1 1 0 0,-1 0 0 0 0,1 0 0 0 0,-1 0-1 0 0,0-1 1 0 0,0 0 0 0 0,5-3-1 0 0,-4 2 66 0 0,-1 0 0 0 0,1-1 0 0 0,-1 1 0 0 0,-1-1 0 0 0,1 0 0 0 0,-1 0 1 0 0,0-1-1 0 0,0 1 0 0 0,0-1 0 0 0,-1 0 0 0 0,0 0 0 0 0,0 0 0 0 0,0-1 0 0 0,-1 1 0 0 0,0-1 0 0 0,0 1 0 0 0,-1-1 0 0 0,1 0 0 0 0,-2 1 0 0 0,1-1 0 0 0,-1 0 0 0 0,0 0 0 0 0,-1-8 0 0 0,0 8 87 0 0,0-1-1 0 0,0 0 1 0 0,-1 1 0 0 0,0-1-1 0 0,0 1 1 0 0,-1 0-1 0 0,0 0 1 0 0,0 0 0 0 0,-1 0-1 0 0,1 0 1 0 0,-2 1-1 0 0,1 0 1 0 0,-1 0 0 0 0,0 0-1 0 0,0 0 1 0 0,0 1-1 0 0,-1-1 1 0 0,0 2 0 0 0,0-1-1 0 0,-8-4 1 0 0,1 2 49 0 0,0 2 1 0 0,-1-1-1 0 0,0 2 1 0 0,0 0-1 0 0,0 1 1 0 0,0 0-1 0 0,-28-2 1 0 0,40 6-84 0 0,0-1 1 0 0,-1 1-1 0 0,1-1 1 0 0,0 1-1 0 0,0 0 1 0 0,0-1-1 0 0,0 1 1 0 0,0 0-1 0 0,0 0 1 0 0,-2 2-1 0 0,4-3 2 0 0,-1 1 0 0 0,1-1 0 0 0,0 0-1 0 0,-1 0 1 0 0,1 1 0 0 0,0-1-1 0 0,-1 0 1 0 0,1 1 0 0 0,0-1-1 0 0,0 0 1 0 0,-1 1 0 0 0,1-1 0 0 0,0 0-1 0 0,0 1 1 0 0,0-1 0 0 0,0 1-1 0 0,-1-1 1 0 0,1 0 0 0 0,0 1-1 0 0,0-1 1 0 0,0 1 0 0 0,0-1-1 0 0,0 1 1 0 0,0-1 2 0 0,1 1 1 0 0,-1 0-1 0 0,0-1 0 0 0,1 1 0 0 0,-1-1 0 0 0,1 1 1 0 0,-1-1-1 0 0,1 1 0 0 0,-1-1 0 0 0,1 0 1 0 0,-1 1-1 0 0,1-1 0 0 0,-1 1 0 0 0,1-1 0 0 0,0 0 1 0 0,-1 0-1 0 0,1 1 0 0 0,-1-1 0 0 0,1 0 0 0 0,1 0 1 0 0,10 3-42 0 0,1 0 1 0 0,-1-2-1 0 0,1 1 1 0 0,0-2-1 0 0,0 0 1 0 0,0 0 0 0 0,-1-1-1 0 0,1-1 1 0 0,0 0-1 0 0,18-6 1 0 0,21-7-479 0 0,54-24 1 0 0,-76 26 475 0 0,-1-1 0 0 0,-1-2 0 0 0,0-1 0 0 0,-1-1 0 0 0,-1-1 0 0 0,-1-1 0 0 0,-1-2 0 0 0,0 0 0 0 0,-2-1 0 0 0,0-2 0 0 0,-2 0 0 0 0,-1-1 0 0 0,-1-1 0 0 0,-1-1 0 0 0,22-51-1 0 0,-34 68 183 0 0,6-13 1051 0 0,-1 0-1 0 0,12-47 1 0 0,-21 70-1099 0 0,-16 31 334 0 0,-7 54-1 0 0,4 1 0 0 0,3 1 0 0 0,4 0 0 0 0,0 104 0 0 0,11-168-379 0 0,1 0 0 0 0,0 0 0 0 0,2 0-1 0 0,0 0 1 0 0,10 31 0 0 0,-11-46-34 0 0,1-1 1 0 0,-1 1-1 0 0,1-1 1 0 0,0 0-1 0 0,1 0 1 0 0,-1 0-1 0 0,1-1 1 0 0,0 1-1 0 0,1-1 1 0 0,-1 0 0 0 0,1 0-1 0 0,0 0 1 0 0,1-1-1 0 0,-1 0 1 0 0,1 0-1 0 0,-1 0 1 0 0,1 0-1 0 0,0-1 1 0 0,1 0-1 0 0,-1-1 1 0 0,11 4-1 0 0,-8-4-24 0 0,1 0 0 0 0,-1-1-1 0 0,1 0 1 0 0,0-1 0 0 0,-1 0-1 0 0,1 0 1 0 0,0-1 0 0 0,-1 0-1 0 0,1-1 1 0 0,-1 0 0 0 0,0-1-1 0 0,1 1 1 0 0,-1-2 0 0 0,0 1-1 0 0,0-2 1 0 0,-1 1 0 0 0,1-1-1 0 0,-1 0 1 0 0,0-1 0 0 0,10-9-1 0 0,-10 8-5 0 0,1-1 0 0 0,-2 0-1 0 0,1 0 1 0 0,-1-1 0 0 0,-1 0 0 0 0,1-1-1 0 0,-1 1 1 0 0,-1-1 0 0 0,0 0 0 0 0,-1 0-1 0 0,1-1 1 0 0,-2 0 0 0 0,0 1 0 0 0,0-1-1 0 0,-1 0 1 0 0,0 0 0 0 0,0-17 0 0 0,-2 25 31 0 0,0 1 1 0 0,0 0 0 0 0,0-1 0 0 0,0 1 0 0 0,0 0-1 0 0,-1 0 1 0 0,1-1 0 0 0,-1 1 0 0 0,1 0-1 0 0,-1 0 1 0 0,0 0 0 0 0,0 0 0 0 0,0-1-1 0 0,0 1 1 0 0,0 1 0 0 0,-1-1 0 0 0,1 0-1 0 0,-1 0 1 0 0,1 0 0 0 0,-1 1 0 0 0,1-1 0 0 0,-1 1-1 0 0,0-1 1 0 0,0 1 0 0 0,0 0 0 0 0,0-1-1 0 0,-2 0 1 0 0,2 2 4 0 0,0-1 0 0 0,0 1-1 0 0,0 0 1 0 0,0 0 0 0 0,0 0-1 0 0,0 0 1 0 0,0 0 0 0 0,0 0-1 0 0,0 1 1 0 0,1-1 0 0 0,-1 0 0 0 0,0 1-1 0 0,0 0 1 0 0,0-1 0 0 0,0 1-1 0 0,1 0 1 0 0,-1 0 0 0 0,-2 1 0 0 0,-26 20 292 0 0,24-16-266 0 0,0 1 0 0 0,-1 0 0 0 0,2 0 0 0 0,-1 0 0 0 0,1 1-1 0 0,0-1 1 0 0,1 1 0 0 0,0 1 0 0 0,0-1 0 0 0,1 0 0 0 0,0 1 0 0 0,0 0 0 0 0,1 0 0 0 0,-2 17 0 0 0,3-21-32 0 0,1 1 1 0 0,0 0-1 0 0,0 0 1 0 0,0 0-1 0 0,1 0 1 0 0,0-1-1 0 0,0 1 1 0 0,0 0-1 0 0,1-1 1 0 0,-1 1-1 0 0,2-1 1 0 0,-1 1-1 0 0,0-1 0 0 0,1 0 1 0 0,0 0-1 0 0,0 0 1 0 0,1 0-1 0 0,-1-1 1 0 0,1 1-1 0 0,0-1 1 0 0,0 0-1 0 0,1 0 1 0 0,-1 0-1 0 0,7 3 1 0 0,-2-2-206 0 0,2 0 0 0 0,-1-1 0 0 0,0 0 1 0 0,1 0-1 0 0,0-1 0 0 0,0-1 1 0 0,0 0-1 0 0,0 0 0 0 0,0-1 0 0 0,0 0 1 0 0,0-1-1 0 0,21-3 0 0 0,-2-1-1440 0 0,0-1 0 0 0,0-2 0 0 0,44-15 0 0 0,-19 0-2410 0 0,1-3-1736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2:08.2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54 444 0 0,'-5'-47'8940'0'0,"2"41"-7814"0"0,13 97 1000 0 0,-4 0 0 0 0,-6 117 0 0 0,2 75-1197 0 0,-1-278-923 0 0,0 12-27 0 0,1 1 0 0 0,0 0-1 0 0,7 23 1 0 0,-8-37-136 0 0,1 0-1 0 0,-1 0 0 0 0,1 0 0 0 0,-1-1 0 0 0,1 1 0 0 0,1 0 0 0 0,-1-1 0 0 0,0 1 0 0 0,1-1 0 0 0,0 0 0 0 0,-1 0 0 0 0,1 0 0 0 0,0 0 1 0 0,1-1-1 0 0,-1 1 0 0 0,0-1 0 0 0,1 1 0 0 0,0-1 0 0 0,5 2 0 0 0,-8-3 57 0 0,1-1-1 0 0,-1 0 1 0 0,1 0-1 0 0,-1 1 1 0 0,1-1 0 0 0,-1 0-1 0 0,0 0 1 0 0,1 0 0 0 0,-1 0-1 0 0,1-1 1 0 0,-1 1-1 0 0,1 0 1 0 0,-1 0 0 0 0,0-1-1 0 0,2 0 1 0 0,3-1-244 0 0,0 1-268 0 0,-1-1 0 0 0,1 1 0 0 0,0-2-1 0 0,-1 1 1 0 0,0 0 0 0 0,0-1 0 0 0,0 0 0 0 0,0 0-1 0 0,9-8 1 0 0,5-7-3464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2:08.4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84 2376 0 0,'-24'-5'2827'0'0,"0"0"1"0"0,-27-12-1 0 0,49 17-2560 0 0,22-13 130 0 0,14 4-1079 0 0,46-8 0 0 0,34 3-4162 0 0,-75 10 1934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2:08.8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232 0 1864 0 0,'0'15'1508'0'0,"0"-1"1"0"0,-2 0-1 0 0,1 0 0 0 0,-6 20 1 0 0,3-18-1087 0 0,1-1 0 0 0,0 23 0 0 0,3-36-406 0 0,0-1 0 0 0,0 0 0 0 0,0 1-1 0 0,1-1 1 0 0,-1 1 0 0 0,1-1 0 0 0,-1 0-1 0 0,1 1 1 0 0,-1-1 0 0 0,1 0 0 0 0,0 0-1 0 0,0 0 1 0 0,0 1 0 0 0,0-1 0 0 0,0 0-1 0 0,0 0 1 0 0,0 0 0 0 0,2 1 0 0 0,-2-1 39 0 0,1-1-43 0 0,-1 1 0 0 0,1-1 0 0 0,-1 0 0 0 0,1 0-1 0 0,0 0 1 0 0,-1 0 0 0 0,1 0 0 0 0,0 0 0 0 0,-1 0 0 0 0,1-1 0 0 0,-1 1 0 0 0,1 0-1 0 0,-1-1 1 0 0,1 0 0 0 0,2 0 0 0 0,-1-2 2 0 0,-1 0 0 0 0,1 0 0 0 0,-1 0 0 0 0,1 0-1 0 0,-1 0 1 0 0,0 0 0 0 0,0 0 0 0 0,0-1 0 0 0,0 1 0 0 0,-1-1 0 0 0,0 1-1 0 0,1-1 1 0 0,-1 0 0 0 0,-1 0 0 0 0,1 1 0 0 0,0-1 0 0 0,-1 0 0 0 0,0 0 0 0 0,0 0-1 0 0,0 0 1 0 0,0 1 0 0 0,-1-1 0 0 0,1 0 0 0 0,-1 0 0 0 0,0 0 0 0 0,0 1-1 0 0,-1-1 1 0 0,1 1 0 0 0,-4-8 0 0 0,3 10-4 0 0,1-1 0 0 0,0 0 0 0 0,-1 1-1 0 0,1-1 1 0 0,-1 1 0 0 0,1 0 0 0 0,-1 0 0 0 0,0-1-1 0 0,0 1 1 0 0,1 0 0 0 0,-1 0 0 0 0,0 0 0 0 0,0 1 0 0 0,0-1-1 0 0,0 0 1 0 0,0 1 0 0 0,0 0 0 0 0,0-1 0 0 0,-3 1 0 0 0,1 0-3 0 0,0 0 1 0 0,0 1 0 0 0,0-1 0 0 0,0 1-1 0 0,0 0 1 0 0,0 0 0 0 0,0 1 0 0 0,1-1-1 0 0,-6 3 1 0 0,-3 3 52 0 0,0 1-1 0 0,0 0 1 0 0,0 1 0 0 0,-14 14-1 0 0,10-8 103 0 0,1 1 0 0 0,1 0 1 0 0,-22 33-1 0 0,31-41-138 0 0,1-1 0 0 0,0 1 0 0 0,0 0 0 0 0,0 1 0 0 0,1-1-1 0 0,0 0 1 0 0,1 1 0 0 0,0 0 0 0 0,0-1 0 0 0,1 1 0 0 0,0 0 0 0 0,1 9 0 0 0,0-14-7 0 0,0-1 0 0 0,1 1-1 0 0,-1-1 1 0 0,1 1 0 0 0,0-1-1 0 0,0 0 1 0 0,1 1 0 0 0,-1-1-1 0 0,0 0 1 0 0,1 0 0 0 0,0 0-1 0 0,0 0 1 0 0,0 0 0 0 0,0 0-1 0 0,5 4 1 0 0,-3-3-77 0 0,1-1 1 0 0,-1 0-1 0 0,1 1 0 0 0,0-2 0 0 0,0 1 0 0 0,1 0 1 0 0,-1-1-1 0 0,11 3 0 0 0,0-1-622 0 0,1-1-1 0 0,-1-1 1 0 0,1-1-1 0 0,0 0 1 0 0,28-2-1 0 0,-9-4-2089 0 0,6-2-851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2:09.0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189 13 2484 0 0,'-9'-8'4646'0'0,"7"7"-4396"0"0,0 0-1 0 0,-1 1 1 0 0,1-1 0 0 0,-1 1-1 0 0,1-1 1 0 0,0 1-1 0 0,-1 0 1 0 0,1 0 0 0 0,-1 0-1 0 0,1 0 1 0 0,-1 0 0 0 0,1 1-1 0 0,-1-1 1 0 0,1 1 0 0 0,-5 1-1 0 0,2 0 5 0 0,-1 1 0 0 0,1 0 1 0 0,0 0-1 0 0,0 0 0 0 0,1 1 0 0 0,-8 5 0 0 0,0 3 10 0 0,1 0 1 0 0,1 1-1 0 0,0 0 0 0 0,-9 16 1 0 0,14-20-198 0 0,0 0-1 0 0,1 0 1 0 0,0 0 0 0 0,1 1 0 0 0,0-1 0 0 0,0 1 0 0 0,1 0 0 0 0,0 0 0 0 0,1 0 0 0 0,0 0 0 0 0,1 19 0 0 0,0-25-115 0 0,1 1 0 0 0,-1-1 0 0 0,1 0 1 0 0,0 0-1 0 0,0 1 0 0 0,0-1 1 0 0,1 0-1 0 0,0 0 0 0 0,-1 0 0 0 0,1-1 1 0 0,1 1-1 0 0,-1 0 0 0 0,0-1 1 0 0,1 1-1 0 0,0-1 0 0 0,0 0 0 0 0,0 1 1 0 0,0-2-1 0 0,0 1 0 0 0,1 0 0 0 0,-1-1 1 0 0,1 1-1 0 0,0-1 0 0 0,-1 0 1 0 0,1 0-1 0 0,0-1 0 0 0,0 1 0 0 0,1-1 1 0 0,6 2-1 0 0,-3-2-440 0 0,1 0 0 0 0,0 0 0 0 0,0-1 0 0 0,0 0 0 0 0,0 0 0 0 0,0-1 0 0 0,0 0 0 0 0,-1-1 0 0 0,1 0 0 0 0,0 0 0 0 0,-1-1 0 0 0,0 0 0 0 0,1 0 0 0 0,-1-1 0 0 0,0 0 0 0 0,-1-1 0 0 0,12-8 0 0 0,2-4-1920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2:09.5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29 193 1536 0 0,'-12'-190'10893'0'0,"12"188"-10557"0"0,-7 20 566 0 0,-3 608 2501 0 0,12-583-3285 0 0,7 69 292 0 0,-9-111-399 0 0,0 0 1 0 0,0 1-1 0 0,0-1 1 0 0,1 1 0 0 0,-1-1-1 0 0,1 0 1 0 0,-1 1-1 0 0,1-1 1 0 0,-1 0 0 0 0,1 1-1 0 0,-1-1 1 0 0,1 0-1 0 0,2 2 1 0 0,-3-3-21 0 0,0 1 1 0 0,1-1-1 0 0,-1 0 1 0 0,0 0-1 0 0,1 0 0 0 0,-1 0 1 0 0,0 0-1 0 0,1 0 0 0 0,-1 0 1 0 0,1 0-1 0 0,-1 0 1 0 0,0 0-1 0 0,1 0 0 0 0,-1 0 1 0 0,0 0-1 0 0,1 0 1 0 0,-1 0-1 0 0,1 0 0 0 0,-1 0 1 0 0,0 0-1 0 0,1-1 0 0 0,-1 1 1 0 0,0 0-1 0 0,1 0 1 0 0,-1 0-1 0 0,0-1 0 0 0,0 1 1 0 0,1 0-1 0 0,-1 0 1 0 0,0-1-1 0 0,1 1 0 0 0,3-5-116 0 0,0-1 0 0 0,0 1 0 0 0,0-1 0 0 0,4-7 0 0 0,-5 7 142 0 0,11-20-203 0 0,-9 16 74 0 0,0 0 1 0 0,1 0-1 0 0,0 1 1 0 0,0 0-1 0 0,1 0 1 0 0,12-13-1 0 0,-18 21 98 0 0,0 1-1 0 0,0-1 1 0 0,0 0-1 0 0,0 1 0 0 0,0-1 1 0 0,0 1-1 0 0,0-1 0 0 0,0 1 1 0 0,0 0-1 0 0,0-1 1 0 0,0 1-1 0 0,0 0 0 0 0,1 0 1 0 0,-1 0-1 0 0,0-1 1 0 0,0 1-1 0 0,0 0 0 0 0,0 1 1 0 0,0-1-1 0 0,0 0 0 0 0,2 1 1 0 0,0-1 7 0 0,-1 1 0 0 0,0 1 1 0 0,1-1-1 0 0,-1 0 0 0 0,0 1 1 0 0,0-1-1 0 0,0 1 0 0 0,0-1 0 0 0,2 3 1 0 0,4 5 34 0 0,-1-1 0 0 0,0 1 0 0 0,7 13-1 0 0,-13-19-27 0 0,18 30 305 0 0,-12-20-639 0 0,1 0 0 0 0,0-1 1 0 0,12 15-1 0 0,-17-23 27 0 0,0-1-1 0 0,1 1 1 0 0,-1-1-1 0 0,1-1 1 0 0,0 1 0 0 0,0 0-1 0 0,0-1 1 0 0,0 0 0 0 0,0 0-1 0 0,1 0 1 0 0,-1 0 0 0 0,1-1-1 0 0,-1 1 1 0 0,8 0 0 0 0,-9-2-39 0 0,1 0 0 0 0,-1 0 0 0 0,0-1 0 0 0,0 0 0 0 0,1 1 0 0 0,-1-1 0 0 0,0 0 0 0 0,0 0 0 0 0,0-1 1 0 0,0 1-1 0 0,0 0 0 0 0,0-1 0 0 0,0 0 0 0 0,-1 0 0 0 0,6-4 0 0 0,5-5-1707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2:10.1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0 204 2940 0 0,'9'-44'3512'0'0,"-6"23"-1292"0"0,2 0 0 0 0,10-31 0 0 0,-14 50-2125 0 0,2 3-48 0 0,-1-1 0 0 0,1 1 0 0 0,-1 0 0 0 0,1 0 0 0 0,-1 0 0 0 0,1 0 0 0 0,-1 0-1 0 0,0 0 1 0 0,1 1 0 0 0,-1-1 0 0 0,0 1 0 0 0,0-1 0 0 0,0 1 0 0 0,0 0 0 0 0,0 0 0 0 0,-1 0 0 0 0,1 0-1 0 0,-1 0 1 0 0,3 4 0 0 0,4 7 409 0 0,0 1 0 0 0,6 15 0 0 0,-10-20-270 0 0,8 20 556 0 0,13 60 0 0 0,-14-51-96 0 0,-11-36-329 0 0,12-13-407 0 0,-6 2-65 0 0,-1 0-1 0 0,1 0 0 0 0,-2-1 0 0 0,7-18 0 0 0,-7 16 22 0 0,1 0 0 0 0,11-19-1 0 0,-5 12 14 0 0,1 0 0 0 0,1 1 0 0 0,0 1 0 0 0,2 0 0 0 0,23-21-1 0 0,-37 37 102 0 0,1 0 0 0 0,-1-1 0 0 0,1 1 0 0 0,0 0-1 0 0,-1 0 1 0 0,1 0 0 0 0,0 1 0 0 0,0-1-1 0 0,0 0 1 0 0,0 0 0 0 0,0 1 0 0 0,0 0 0 0 0,0-1-1 0 0,0 1 1 0 0,0 0 0 0 0,0 0 0 0 0,0 0 0 0 0,0 0-1 0 0,3 1 1 0 0,-2 0 8 0 0,0 0-1 0 0,0 0 1 0 0,-1 0-1 0 0,1 0 0 0 0,-1 1 1 0 0,1-1-1 0 0,-1 1 1 0 0,1 0-1 0 0,-1 0 1 0 0,0 0-1 0 0,0 0 1 0 0,2 2-1 0 0,3 5 34 0 0,-1 0 0 0 0,0 1-1 0 0,0-1 1 0 0,-1 1-1 0 0,7 21 1 0 0,-10-26-150 0 0,0 0 0 0 0,0-1 1 0 0,0 1-1 0 0,1 0 0 0 0,0-1 0 0 0,0 1 0 0 0,0-1 0 0 0,0 0 1 0 0,0 0-1 0 0,1 0 0 0 0,0 0 0 0 0,0 0 0 0 0,0-1 0 0 0,0 0 1 0 0,1 0-1 0 0,8 5 0 0 0,-6-6-186 0 0,1 1 1 0 0,-1-1-1 0 0,0 0 1 0 0,1-1-1 0 0,0 0 0 0 0,-1 0 1 0 0,1 0-1 0 0,0-1 1 0 0,-1-1-1 0 0,1 1 0 0 0,8-2 1 0 0,-2-1-140 0 0,-1 0 0 0 0,0 0 0 0 0,0-1 0 0 0,-1-1 0 0 0,1 0 0 0 0,-1-1 0 0 0,13-7 0 0 0,-12 5 532 0 0,-1-1 0 0 0,1 0 0 0 0,14-15 0 0 0,-18 14 1052 0 0,1 0-1 0 0,-2 0 1 0 0,0-1-1 0 0,0 0 0 0 0,-1 0 1 0 0,0-1-1 0 0,10-23 1 0 0,-3 6 1500 0 0,-14 28-2311 0 0,1 3-291 0 0,0 0-1 0 0,-1 0 1 0 0,0 1-1 0 0,1-1 0 0 0,-1 0 1 0 0,0 1-1 0 0,0-1 1 0 0,-1 4-1 0 0,1-5-14 0 0,-3 24 86 0 0,2-1 0 0 0,0 0 1 0 0,1 1-1 0 0,8 47 0 0 0,-8-71-178 0 0,0 0 1 0 0,1-1 0 0 0,-1 1-1 0 0,0 0 1 0 0,0 0-1 0 0,1-1 1 0 0,-1 1 0 0 0,1 0-1 0 0,-1 0 1 0 0,1-1-1 0 0,-1 1 1 0 0,1-1 0 0 0,-1 1-1 0 0,1 0 1 0 0,0-1-1 0 0,-1 1 1 0 0,1-1 0 0 0,0 0-1 0 0,-1 1 1 0 0,1-1-1 0 0,0 1 1 0 0,0-1 0 0 0,-1 0-1 0 0,1 0 1 0 0,0 1-1 0 0,0-1 1 0 0,0 0 0 0 0,-1 0-1 0 0,1 0 1 0 0,0 0-1 0 0,0 0 1 0 0,0 0 0 0 0,1 0-1 0 0,23-7-2754 0 0,-21 5 2256 0 0,-1 0 1 0 0,1 0 0 0 0,-1 0 0 0 0,0 0-1 0 0,1-1 1 0 0,-1 1 0 0 0,0-1 0 0 0,0 0 0 0 0,-1 0-1 0 0,1 0 1 0 0,3-5 0 0 0,6-9-3766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2:10.3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95 584 0 0,'-1'-2'591'0'0,"-3"-9"977"0"0,-1-1 1 0 0,-1 1 0 0 0,0 0-1 0 0,-1 0 1 0 0,0 0 0 0 0,-12-13-1 0 0,18 23-1415 0 0,-2 1-16 0 0,1 0-186 0 0,1 0-1 0 0,-1 0 1 0 0,1 1-1 0 0,-1-1 1 0 0,1 0-1 0 0,-1 1 1 0 0,1 0 0 0 0,-1-1-1 0 0,1 1 1 0 0,-1 0-1 0 0,1 0 1 0 0,0-1-1 0 0,-1 1 1 0 0,1 0-1 0 0,0 1 1 0 0,0-1-1 0 0,0 0 1 0 0,0 0 0 0 0,0 0-1 0 0,0 1 1 0 0,0-1-1 0 0,0 0 1 0 0,0 1-1 0 0,1-1 1 0 0,-1 1-1 0 0,0-1 1 0 0,1 1-1 0 0,0-1 1 0 0,-1 1 0 0 0,1-1-1 0 0,-1 3 1 0 0,0 6-1114 0 0,0 0 0 0 0,0 0 0 0 0,1 0 0 0 0,1 10 0 0 0,-1-4-1481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2:10.8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268 25 1724 0 0,'21'-8'8604'0'0,"-20"7"-8547"0"0,-1 1 1 0 0,0 0 0 0 0,0 0 0 0 0,1 0 0 0 0,-1-1 0 0 0,0 1 0 0 0,0 0 0 0 0,1-1-1 0 0,-1 1 1 0 0,0 0 0 0 0,0 0 0 0 0,0-1 0 0 0,0 1 0 0 0,0 0 0 0 0,0-1 0 0 0,1 1-1 0 0,-1 0 1 0 0,0-1 0 0 0,0 1 0 0 0,0 0 0 0 0,0-1 0 0 0,0 1 0 0 0,0 0-1 0 0,0-1 1 0 0,0 1 0 0 0,0 0 0 0 0,0-1 0 0 0,-1 1 0 0 0,1 0 0 0 0,0 0 0 0 0,0-1-1 0 0,0 1 1 0 0,0 0 0 0 0,0-1 0 0 0,-1 1 0 0 0,1 0 0 0 0,0 0 0 0 0,0-1 0 0 0,-16-3 1128 0 0,-25 7-168 0 0,25 2-935 0 0,0 0 0 0 0,0 1 1 0 0,1 0-1 0 0,0 2 0 0 0,0-1 0 0 0,0 2 1 0 0,1 0-1 0 0,1 1 0 0 0,-1 0 1 0 0,2 1-1 0 0,-1 0 0 0 0,1 1 0 0 0,-12 17 1 0 0,21-26-80 0 0,1 1 0 0 0,-1 0 1 0 0,1 0-1 0 0,0 0 0 0 0,0 1 1 0 0,0-1-1 0 0,0 0 0 0 0,1 1 1 0 0,0-1-1 0 0,0 1 0 0 0,0 0 1 0 0,0-1-1 0 0,1 1 0 0 0,0 7 0 0 0,0-10-1 0 0,0 0 0 0 0,1 0 0 0 0,-1 0 0 0 0,1-1-1 0 0,-1 1 1 0 0,1 0 0 0 0,0 0 0 0 0,0-1 0 0 0,-1 1-1 0 0,1-1 1 0 0,1 1 0 0 0,-1-1 0 0 0,0 1 0 0 0,0-1-1 0 0,0 0 1 0 0,3 2 0 0 0,-2-1-6 0 0,1 0-1 0 0,-1-1 1 0 0,1 0-1 0 0,0 0 1 0 0,0 0-1 0 0,0 0 1 0 0,-1 0-1 0 0,1 0 1 0 0,0-1-1 0 0,0 1 1 0 0,0-1-1 0 0,0 0 1 0 0,4 0-1 0 0,2-1-4 0 0,0 0 0 0 0,0 0 0 0 0,1-1 0 0 0,-1 0-1 0 0,0-1 1 0 0,0 0 0 0 0,-1-1 0 0 0,1 0 0 0 0,-1 0 0 0 0,0 0 0 0 0,0-1-1 0 0,0-1 1 0 0,0 1 0 0 0,11-13 0 0 0,9-9 624 0 0,-1-2 0 0 0,29-40 0 0 0,-30 35 910 0 0,-25 33-1566 0 0,0 1 1 0 0,-1 0 44 0 0,1 0 0 0 0,-1 1 0 0 0,1-1 0 0 0,-1 0 0 0 0,1 1 1 0 0,-1-1-1 0 0,1 0 0 0 0,-1 1 0 0 0,0-1 0 0 0,1 1 0 0 0,-1-1 0 0 0,1 1 0 0 0,-1-1 1 0 0,0 1-1 0 0,0-1 0 0 0,1 1 0 0 0,-1-1 0 0 0,0 1 0 0 0,0-1 0 0 0,1 2 0 0 0,-3 39 522 0 0,-1 1 0 0 0,-17 79 0 0 0,-35 82-405 0 0,29-113-898 0 0,13-29-5386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2:11.4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8 279 1608 0 0,'1'-12'2547'0'0,"5"-43"5821"0"0,-6 37-4112 0 0,0 18-4201 0 0,-5 22 60 0 0,1 1 1 0 0,1-1-1 0 0,1 1 1 0 0,1 0-1 0 0,1-1 1 0 0,1 1-1 0 0,8 44 1 0 0,-8-61-99 0 0,1 1-1 0 0,-1-1 1 0 0,1 1 0 0 0,1-1 0 0 0,-1 0 0 0 0,6 9 0 0 0,-7-13-3 0 0,1 1 0 0 0,-1-1 0 0 0,1 0 0 0 0,0 1 0 0 0,0-1 0 0 0,0 0 0 0 0,0 0-1 0 0,1 0 1 0 0,-1 0 0 0 0,1-1 0 0 0,-1 1 0 0 0,1-1 0 0 0,-1 1 0 0 0,1-1 0 0 0,4 1 0 0 0,-4-1-10 0 0,0-1 1 0 0,0 0-1 0 0,0 0 1 0 0,0 0-1 0 0,-1 0 1 0 0,1 0-1 0 0,0-1 1 0 0,0 1-1 0 0,0-1 0 0 0,-1 0 1 0 0,1 0-1 0 0,0 0 1 0 0,-1 0-1 0 0,1 0 1 0 0,-1-1-1 0 0,1 1 1 0 0,2-3-1 0 0,3-2-30 0 0,1-1 0 0 0,13-14-1 0 0,12-19 210 0 0,-2-2 1 0 0,-2 0-1 0 0,28-56 0 0 0,-32 55 624 0 0,-25 42-880 0 0,0 3-94 0 0,0 0 157 0 0,1 0 1 0 0,-1 1-1 0 0,0-1 1 0 0,0 1-1 0 0,0-1 1 0 0,0 1-1 0 0,0 0 1 0 0,0-1-1 0 0,-1 1 1 0 0,1 0-1 0 0,-1 2 1 0 0,1 39 48 0 0,-1-10 106 0 0,2-17-75 0 0,-1-1-3 0 0,0 0 0 0 0,2 0 0 0 0,0 0 0 0 0,8 24 0 0 0,-10-37-52 0 0,0 0-1 0 0,0 0 0 0 0,0 0 1 0 0,1 0-1 0 0,-1-1 0 0 0,1 1 0 0 0,0 0 1 0 0,0-1-1 0 0,0 1 0 0 0,0-1 1 0 0,1 0-1 0 0,-1 1 0 0 0,0-1 0 0 0,1 0 1 0 0,0-1-1 0 0,-1 1 0 0 0,1 0 0 0 0,0-1 1 0 0,0 1-1 0 0,0-1 0 0 0,0 0 1 0 0,0 0-1 0 0,0 0 0 0 0,0-1 0 0 0,0 1 1 0 0,1-1-1 0 0,-1 1 0 0 0,0-1 1 0 0,4 0-1 0 0,9-2-11 0 0,-1-1-1 0 0,1 0 1 0 0,-1-1 0 0 0,1 0 0 0 0,-1-1-1 0 0,-1-1 1 0 0,1-1 0 0 0,-1 0 0 0 0,0-1-1 0 0,0 0 1 0 0,-1-1 0 0 0,-1 0 0 0 0,21-19-1 0 0,-5 0-106 0 0,-2 0-1 0 0,0-2 0 0 0,-2 0 1 0 0,29-48-1 0 0,-43 61 56 0 0,-1 0-1 0 0,11-26 1 0 0,-18 39 29 0 0,0 0 1 0 0,-1 0 0 0 0,1-1-1 0 0,-1 1 1 0 0,0 0-1 0 0,0-1 1 0 0,-1 1 0 0 0,0-1-1 0 0,1 0 1 0 0,-1 1-1 0 0,-1-1 1 0 0,1 1 0 0 0,-1-1-1 0 0,0 1 1 0 0,0-1-1 0 0,-2-5 1 0 0,2 9 8 0 0,0-1 1 0 0,1 1-1 0 0,-1-1 0 0 0,-1 1 0 0 0,1 0 1 0 0,0-1-1 0 0,0 1 0 0 0,0 0 0 0 0,-1 0 1 0 0,1 0-1 0 0,0 0 0 0 0,-1 0 0 0 0,1 0 1 0 0,-1 0-1 0 0,1 1 0 0 0,-1-1 0 0 0,0 1 1 0 0,1-1-1 0 0,-1 1 0 0 0,1-1 0 0 0,-1 1 1 0 0,0 0-1 0 0,0 0 0 0 0,1 0 0 0 0,-1 0 1 0 0,0 0-1 0 0,1 0 0 0 0,-1 0 0 0 0,0 0 1 0 0,1 1-1 0 0,-4 0 0 0 0,-2 1-9 0 0,-1 1 0 0 0,1 0 0 0 0,0 0 0 0 0,-1 1 0 0 0,-9 7-1 0 0,7-4 42 0 0,0 1-1 0 0,1 0 1 0 0,0 1-1 0 0,0 0 1 0 0,1 0-1 0 0,0 1 0 0 0,1 0 1 0 0,0 1-1 0 0,0-1 1 0 0,1 1-1 0 0,1 0 1 0 0,-7 18-1 0 0,10-23-2 0 0,1 0 0 0 0,-1 0 0 0 0,1 0 1 0 0,0 1-1 0 0,0-1 0 0 0,1 0 0 0 0,0 1 0 0 0,0-1 0 0 0,1 0 0 0 0,-1 0 0 0 0,4 11 1 0 0,-3-12-18 0 0,1-1 0 0 0,0 1 1 0 0,0-1-1 0 0,1 0 0 0 0,-1 1 1 0 0,1-1-1 0 0,0 0 1 0 0,0 0-1 0 0,0-1 0 0 0,1 1 1 0 0,-1-1-1 0 0,1 0 1 0 0,0 0-1 0 0,0 0 0 0 0,0 0 1 0 0,7 3-1 0 0,6 2-477 0 0,0-1 0 0 0,0 0-1 0 0,1-2 1 0 0,-1 0 0 0 0,1-1 0 0 0,23 2-1 0 0,111 2-6976 0 0,-83-7 1261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2:13.6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44 118 1932 0 0,'9'-19'4053'0'0,"-2"-1"0"0"0,0 0 0 0 0,4-24 0 0 0,-7 29-2424 0 0,-4 21-959 0 0,-3 22-377 0 0,-29 89-323 0 0,5-21-2190 0 0,7 0-3951 0 0,21-82 4237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2:14.0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94 103 92 0 0,'5'-9'1437'0'0,"0"0"0"0"0,-1 1 0 0 0,0-1 0 0 0,0-1 0 0 0,-1 1 0 0 0,0-1 0 0 0,-1 1 0 0 0,2-15 0 0 0,-4 23-1049 0 0,-8-2 125 0 0,7 3-485 0 0,1 0-1 0 0,-1 0 0 0 0,0-1 0 0 0,1 1 0 0 0,-1 0 1 0 0,0 0-1 0 0,1 0 0 0 0,-1 0 0 0 0,0 0 0 0 0,1 0 1 0 0,-1 0-1 0 0,0 0 0 0 0,1 0 0 0 0,-1 0 0 0 0,0 0 1 0 0,0 1-1 0 0,1-1 0 0 0,-1 0 0 0 0,1 0 0 0 0,-1 1 1 0 0,0-1-1 0 0,1 0 0 0 0,-1 1 0 0 0,1-1 0 0 0,-1 1 1 0 0,1-1-1 0 0,-2 1 0 0 0,-3 2 27 0 0,0 0 0 0 0,1 1 0 0 0,-1-1 0 0 0,0 1 0 0 0,1 0 0 0 0,0 1 0 0 0,0-1 0 0 0,0 0 0 0 0,1 1 0 0 0,-1 0 0 0 0,1 0 0 0 0,0 0-1 0 0,1 1 1 0 0,-1-1 0 0 0,-2 9 0 0 0,4-10-49 0 0,0 0-1 0 0,0-1 0 0 0,1 1 1 0 0,-1 0-1 0 0,1-1 1 0 0,0 1-1 0 0,0 0 0 0 0,1 0 1 0 0,-1 0-1 0 0,1-1 0 0 0,-1 1 1 0 0,1 0-1 0 0,0-1 0 0 0,1 1 1 0 0,-1-1-1 0 0,1 1 1 0 0,-1-1-1 0 0,1 0 0 0 0,0 1 1 0 0,0-1-1 0 0,0 0 0 0 0,1 0 1 0 0,-1 0-1 0 0,1-1 0 0 0,5 6 1 0 0,36 22 13 0 0,-34-23 68 0 0,1 0 0 0 0,-1 0 0 0 0,-1 1 0 0 0,0 0-1 0 0,14 15 1 0 0,-22-22-20 0 0,0 1 0 0 0,1 0 0 0 0,-1 0-1 0 0,0-1 1 0 0,0 1 0 0 0,-1 0 0 0 0,1 0 0 0 0,0 0-1 0 0,-1 0 1 0 0,1 0 0 0 0,-1 0 0 0 0,1 0 0 0 0,-1 0-1 0 0,0 0 1 0 0,0 1 0 0 0,0-1 0 0 0,0 0 0 0 0,0 0-1 0 0,-1 2 1 0 0,0 0-4 0 0,0-1 0 0 0,-1 0 0 0 0,1 0 0 0 0,-1 0 1 0 0,1 0-1 0 0,-1-1 0 0 0,0 1 0 0 0,0 0 0 0 0,0-1 0 0 0,-1 1 0 0 0,-2 1 0 0 0,0 1-60 0 0,-1 0 0 0 0,0-1 0 0 0,0 0-1 0 0,-1 0 1 0 0,1 0 0 0 0,-1-1 0 0 0,0 0 0 0 0,0 0 0 0 0,-11 2 0 0 0,14-5-494 0 0,-1 0 1 0 0,1 0-1 0 0,0-1 1 0 0,-1 0-1 0 0,1 0 1 0 0,0 0-1 0 0,0 0 1 0 0,0-1 0 0 0,0 0-1 0 0,0 1 1 0 0,0-1-1 0 0,0-1 1 0 0,0 1-1 0 0,1-1 1 0 0,-7-4-1 0 0,-2-5-2923 0 0,1-3-1180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2:14.2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57 1760 0 0,'-2'-8'3628'0'0,"-3"-6"-1283"0"0,1 2-813 0 0,1 1-496 0 0,3-1-660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2:14.8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280 109 1364 0 0,'2'-9'1446'0'0,"0"-1"-1"0"0,0 1 1 0 0,-1-1 0 0 0,0 1-1 0 0,-1-1 1 0 0,0 1 0 0 0,-3-17-1 0 0,3 25-1401 0 0,0 0 0 0 0,0 0 1 0 0,0 1-1 0 0,-1-1 0 0 0,1 0 0 0 0,0 0 0 0 0,-1 1 0 0 0,1-1 0 0 0,0 0 0 0 0,-1 0 1 0 0,1 1-1 0 0,-1-1 0 0 0,0 0 0 0 0,1 1 0 0 0,-1-1 0 0 0,1 1 0 0 0,-1-1 0 0 0,0 1 1 0 0,1-1-1 0 0,-1 1 0 0 0,0 0 0 0 0,0-1 0 0 0,1 1 0 0 0,-1 0 0 0 0,0-1 0 0 0,-1 1 1 0 0,0 0-7 0 0,0 0 1 0 0,0 0 0 0 0,0 0-1 0 0,0 0 1 0 0,0 0-1 0 0,0 1 1 0 0,0-1 0 0 0,0 1-1 0 0,0-1 1 0 0,-3 2 0 0 0,-2 2 0 0 0,0 0 0 0 0,-1 0 0 0 0,2 0 0 0 0,-9 8 0 0 0,-6 6 29 0 0,1 1 0 0 0,1 1 0 0 0,1 1-1 0 0,1 1 1 0 0,1 1 0 0 0,1 0 0 0 0,1 1 0 0 0,0 0-1 0 0,2 1 1 0 0,1 1 0 0 0,-9 32 0 0 0,19-53-61 0 0,0 0 1 0 0,0 1-1 0 0,0-1 1 0 0,1 0-1 0 0,0 1 1 0 0,0-1-1 0 0,0 0 0 0 0,1 8 1 0 0,0-12-6 0 0,-1 0 0 0 0,0 1 0 0 0,1-1 0 0 0,-1 1 0 0 0,1-1 0 0 0,-1 0 0 0 0,1 1 0 0 0,-1-1 0 0 0,1 0 0 0 0,0 1 0 0 0,0-1 0 0 0,0 0 0 0 0,0 0 0 0 0,0 0 0 0 0,0 0 0 0 0,0 0 0 0 0,0 0 0 0 0,0 0 0 0 0,0 0 0 0 0,1 0 0 0 0,-1-1 0 0 0,0 1 0 0 0,0 0 0 0 0,1-1 0 0 0,-1 1 0 0 0,1-1 0 0 0,-1 1 0 0 0,0-1 0 0 0,1 0 0 0 0,-1 0 0 0 0,1 0 0 0 0,-1 0 0 0 0,1 0 0 0 0,-1 0 0 0 0,1 0 0 0 0,-1 0 0 0 0,3-1 0 0 0,2 0 3 0 0,0 0 0 0 0,0-1 0 0 0,0 0-1 0 0,-1 0 1 0 0,1 0 0 0 0,0-1 0 0 0,-1 0 0 0 0,1 0-1 0 0,-1 0 1 0 0,0-1 0 0 0,0 0 0 0 0,-1 0 0 0 0,1 0 0 0 0,4-5-1 0 0,-3 1 9 0 0,0 0 0 0 0,-1 0 0 0 0,0 0 0 0 0,0 0-1 0 0,-1-1 1 0 0,0 1 0 0 0,0-1 0 0 0,4-18-1 0 0,2-4 280 0 0,-7 23-216 0 0,0 1 1 0 0,0-1-1 0 0,-1 0 1 0 0,0 0-1 0 0,0-10 1 0 0,6 39 66 0 0,-7-7-75 0 0,1-1 1 0 0,0 1 0 0 0,1 0-1 0 0,1-1 1 0 0,0 0-1 0 0,0 0 1 0 0,13 23-1 0 0,-14-31-300 0 0,0 0 0 0 0,1 0 0 0 0,-1-1 0 0 0,1 1 0 0 0,0-1 0 0 0,0 0 0 0 0,1 0 0 0 0,-1 0-1 0 0,7 3 1 0 0,-7-4-414 0 0,1-1-1 0 0,-1 0 1 0 0,1 0-1 0 0,0 0 1 0 0,0-1-1 0 0,0 1 1 0 0,0-1-1 0 0,0 0 1 0 0,0-1-1 0 0,0 1 1 0 0,10-1-1 0 0,10-2-4197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2:16.3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525 619 528 0 0,'-6'-5'846'0'0,"0"-1"-1"0"0,1 1 1 0 0,0-1-1 0 0,0 0 1 0 0,0-1-1 0 0,0 1 1 0 0,1-1-1 0 0,1 0 1 0 0,-7-13-1 0 0,-5-10 503 0 0,9 20-880 0 0,-1-1 0 0 0,1 1 1 0 0,-2 1-1 0 0,0-1 0 0 0,0 1 0 0 0,-15-13 1 0 0,20 20-429 0 0,0 0 0 0 0,0 0 1 0 0,0 0-1 0 0,0 0 1 0 0,-1 1-1 0 0,1-1 1 0 0,-1 1-1 0 0,1 0 0 0 0,-1 0 1 0 0,1 0-1 0 0,-1 0 1 0 0,0 1-1 0 0,1 0 0 0 0,-1-1 1 0 0,0 1-1 0 0,1 1 1 0 0,-1-1-1 0 0,0 0 1 0 0,1 1-1 0 0,-1 0 0 0 0,1 0 1 0 0,-1 0-1 0 0,1 0 1 0 0,-1 1-1 0 0,1-1 1 0 0,-5 3-1 0 0,-10 8 56 0 0,0 0 0 0 0,1 0 0 0 0,0 2 0 0 0,1 0 0 0 0,-26 29 0 0 0,16-13 53 0 0,2 2 1 0 0,-26 43-1 0 0,41-59-115 0 0,-4 4 13 0 0,-15 35 1 0 0,25-50-43 0 0,1 1 1 0 0,0 0-1 0 0,0-1 1 0 0,1 1-1 0 0,0 0 0 0 0,0 0 1 0 0,0 0-1 0 0,0 0 1 0 0,1 0-1 0 0,0 0 1 0 0,2 10-1 0 0,-2-14-2 0 0,0 0 0 0 0,1-1 0 0 0,-1 1 0 0 0,1-1 0 0 0,0 1-1 0 0,-1-1 1 0 0,1 1 0 0 0,0-1 0 0 0,0 1 0 0 0,0-1 0 0 0,0 0 0 0 0,0 0 0 0 0,0 1 0 0 0,0-1 0 0 0,0 0-1 0 0,1 0 1 0 0,-1 0 0 0 0,0 0 0 0 0,1 0 0 0 0,2 1 0 0 0,-1-1 1 0 0,0 0-1 0 0,1 0 1 0 0,-1-1 0 0 0,0 1 0 0 0,1-1 0 0 0,-1 1 0 0 0,0-1-1 0 0,1 0 1 0 0,5-1 0 0 0,3-1-11 0 0,-1 0 1 0 0,1-1 0 0 0,-1-1-1 0 0,20-8 1 0 0,-16 5-38 0 0,1-2 0 0 0,-2 0 1 0 0,1 0-1 0 0,-1-1 0 0 0,-1-1 1 0 0,24-24-1 0 0,-20 16-61 0 0,-1-1 0 0 0,0 0 0 0 0,-2-2 0 0 0,13-24 0 0 0,-3-3-93 0 0,-3-2 1 0 0,-2 0-1 0 0,21-89 0 0 0,-26 78 241 0 0,-3 0 0 0 0,-2-1 0 0 0,0-85 0 0 0,-11 139-18 0 0,-3 17 10 0 0,-3 18 5 0 0,-1 62 77 0 0,5 0-1 0 0,4 0 1 0 0,3 0-1 0 0,17 100 0 0 0,-18-170-105 0 0,15 80 142 0 0,-15-88-131 0 0,1 0-1 0 0,0-1 1 0 0,1 0 0 0 0,0 0-1 0 0,0 0 1 0 0,1 0-1 0 0,10 14 1 0 0,-12-19-19 0 0,0-1 0 0 0,0 0-1 0 0,0 0 1 0 0,1 0 0 0 0,-1 0 0 0 0,1-1-1 0 0,-1 1 1 0 0,1-1 0 0 0,0 0 0 0 0,0 0-1 0 0,0 0 1 0 0,0-1 0 0 0,1 1-1 0 0,-1-1 1 0 0,6 1 0 0 0,-3-1-25 0 0,-1-1 0 0 0,1 0 0 0 0,0 0 0 0 0,0 0 1 0 0,0-1-1 0 0,-1 0 0 0 0,1-1 0 0 0,-1 1 0 0 0,10-4 0 0 0,-5 0-20 0 0,-1 1-1 0 0,1-2 0 0 0,-1 1 1 0 0,0-1-1 0 0,-1-1 0 0 0,0 0 1 0 0,0 0-1 0 0,0-1 0 0 0,-1 0 1 0 0,0 0-1 0 0,11-15 0 0 0,-8 5-3 0 0,-1 0 0 0 0,0-1 0 0 0,-1 0 0 0 0,11-39 0 0 0,10-83 728 0 0,-29 140-677 0 0,-1 1 0 0 0,0-1 0 0 0,0 0 1 0 0,0 0-1 0 0,0 0 0 0 0,1 0 0 0 0,-1 0 0 0 0,-1 1 1 0 0,1-1-1 0 0,0 0 0 0 0,0 0 0 0 0,0 0 1 0 0,0 0-1 0 0,-1 0 0 0 0,1 1 0 0 0,0-1 0 0 0,-1 0 1 0 0,1 0-1 0 0,0 0 0 0 0,-1 1 0 0 0,1-1 0 0 0,-1 0 1 0 0,1 1-1 0 0,-1-1 0 0 0,-1 0 0 0 0,2 0-3 0 0,-1 1 0 0 0,1 0 0 0 0,-1 0 0 0 0,0-1 0 0 0,0 1 0 0 0,1 0 0 0 0,-1 0 0 0 0,0 0 0 0 0,1 0 0 0 0,-1 0 0 0 0,0 0 0 0 0,0 0-1 0 0,1 0 1 0 0,-1 0 0 0 0,0 0 0 0 0,1 0 0 0 0,-1 0 0 0 0,0 1 0 0 0,0-1 0 0 0,1 0 0 0 0,-1 1 0 0 0,0-1 0 0 0,0 1 0 0 0,-4 2-3 0 0,1 1 1 0 0,0 0 0 0 0,0 0 0 0 0,0 0-1 0 0,1 0 1 0 0,0 0 0 0 0,-1 1-1 0 0,1-1 1 0 0,1 1 0 0 0,-4 6-1 0 0,-18 53-1 0 0,21-55 4 0 0,-2 5 0 0 0,1 1 0 0 0,1 0 0 0 0,0-1 0 0 0,1 1 0 0 0,1 0 0 0 0,0 0 0 0 0,2 23 0 0 0,-1-34 2 0 0,0 1-1 0 0,1-1 0 0 0,0 1 0 0 0,0-1 0 0 0,0 1 0 0 0,0-1 0 0 0,1 0 0 0 0,-1 1 1 0 0,1-1-1 0 0,0 0 0 0 0,1 0 0 0 0,-1-1 0 0 0,1 1 0 0 0,-1 0 0 0 0,1-1 0 0 0,0 1 1 0 0,1-1-1 0 0,-1 0 0 0 0,0 0 0 0 0,1 0 0 0 0,0-1 0 0 0,0 1 0 0 0,-1-1 0 0 0,1 0 1 0 0,1 0-1 0 0,-1 0 0 0 0,0-1 0 0 0,8 2 0 0 0,-2-1-127 0 0,1 0 0 0 0,0-1 0 0 0,-1 0 0 0 0,1-1 1 0 0,0 0-1 0 0,-1-1 0 0 0,1 0 0 0 0,-1-1 0 0 0,1 0 0 0 0,-1-1 0 0 0,0 0 0 0 0,0 0 0 0 0,0-1 0 0 0,0 0 0 0 0,15-10 0 0 0,-13 7 24 0 0,-2-1 0 0 0,1-1-1 0 0,-1 1 1 0 0,0-1-1 0 0,-1-1 1 0 0,0 0-1 0 0,-1 0 1 0 0,0-1 0 0 0,0 0-1 0 0,-1 0 1 0 0,-1-1-1 0 0,7-14 1 0 0,3-18 578 0 0,11-46-1 0 0,-17 56-137 0 0,-10 32-330 0 0,1 2-9 0 0,0 0 1 0 0,0 1-1 0 0,-1-1 1 0 0,1 0-1 0 0,0 1 1 0 0,0-1-1 0 0,-1 0 1 0 0,1 1-1 0 0,0-1 1 0 0,0 1-1 0 0,-1-1 1 0 0,1 1-1 0 0,-1 0 1 0 0,1-1-1 0 0,0 1 1 0 0,-1 0-1 0 0,1-1 1 0 0,-1 1-1 0 0,0 0 1 0 0,1-1-1 0 0,-1 1 1 0 0,1 0-1 0 0,-1 0 1 0 0,0 0-1 0 0,0-1 1 0 0,1 2-1 0 0,8 26 61 0 0,-8-25-47 0 0,8 30 70 0 0,2 1-1 0 0,1-2 1 0 0,2 0 0 0 0,20 35-1 0 0,-32-63-81 0 0,1-1 0 0 0,0 0 0 0 0,-1-1 0 0 0,1 1 0 0 0,0 0-1 0 0,0-1 1 0 0,0 0 0 0 0,1 1 0 0 0,-1-1 0 0 0,0 0 0 0 0,1-1-1 0 0,0 1 1 0 0,-1-1 0 0 0,1 1 0 0 0,0-1 0 0 0,0 0 0 0 0,-1-1 0 0 0,1 1-1 0 0,0-1 1 0 0,0 1 0 0 0,0-1 0 0 0,0 0 0 0 0,0-1 0 0 0,0 1-1 0 0,0-1 1 0 0,-1 0 0 0 0,1 0 0 0 0,0 0 0 0 0,0 0 0 0 0,-1 0 0 0 0,1-1-1 0 0,0 0 1 0 0,-1 0 0 0 0,0 0 0 0 0,1 0 0 0 0,-1 0 0 0 0,0-1-1 0 0,0 1 1 0 0,0-1 0 0 0,4-5 0 0 0,0-4 1 0 0,0 1-1 0 0,0-1 1 0 0,-1 0-1 0 0,-1 0 1 0 0,0 0 0 0 0,3-17-1 0 0,15-79 263 0 0,-21 98-221 0 0,-2 4-68 0 0,1 0 1 0 0,1 0-1 0 0,-1 0 0 0 0,4-9 0 0 0,-5 13 19 0 0,1 1 0 0 0,0 0-1 0 0,-1 0 1 0 0,1-1-1 0 0,0 1 1 0 0,0 0 0 0 0,-1 0-1 0 0,1 0 1 0 0,0 0 0 0 0,0 0-1 0 0,0 0 1 0 0,0 0 0 0 0,1 1-1 0 0,-1-1 1 0 0,0 0 0 0 0,0 0-1 0 0,0 1 1 0 0,1-1-1 0 0,-1 1 1 0 0,0-1 0 0 0,1 1-1 0 0,-1 0 1 0 0,0-1 0 0 0,1 1-1 0 0,-1 0 1 0 0,2 0 0 0 0,42 2-387 0 0,-26-1-593 0 0,1-1 0 0 0,38-3 0 0 0,-52 2 861 0 0,0 0 0 0 0,0-1 1 0 0,0 1-1 0 0,0-1 0 0 0,0 0 0 0 0,-1-1 0 0 0,1 0 1 0 0,-1 1-1 0 0,0-2 0 0 0,0 1 0 0 0,0-1 1 0 0,0 1-1 0 0,0-1 0 0 0,4-6 0 0 0,38-54 3911 0 0,-46 63-3509 0 0,3-5 558 0 0,-4 23-602 0 0,0 0 0 0 0,-1 1 0 0 0,-4 22 0 0 0,-2 20 149 0 0,5-34-363 0 0,1 48 314 0 0,1-68-413 0 0,1 1 0 0 0,0-1 1 0 0,0 0-1 0 0,0 0 0 0 0,1 0 1 0 0,0 0-1 0 0,0 0 0 0 0,0 0 0 0 0,5 7 1 0 0,-5-11-240 0 0,-1 0 1 0 0,1-1 0 0 0,0 1 0 0 0,0-1-1 0 0,0 1 1 0 0,0-1 0 0 0,0 0-1 0 0,0 0 1 0 0,0 1 0 0 0,0-1 0 0 0,0-1-1 0 0,0 1 1 0 0,1 0 0 0 0,-1-1-1 0 0,0 1 1 0 0,1-1 0 0 0,-1 1 0 0 0,1-1-1 0 0,-1 0 1 0 0,0 0 0 0 0,1 0-1 0 0,-1-1 1 0 0,0 1 0 0 0,1 0 0 0 0,2-2-1 0 0,10-3-4060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2:16.5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63 728 0 0,'-6'-9'1293'0'0,"0"1"-1"0"0,0 0 1 0 0,-1 0 0 0 0,0 1 0 0 0,0-1-1 0 0,-9-5 1 0 0,14 12-1048 0 0,-13 6-1 0 0,13-2-607 0 0,1 1 0 0 0,-1-1 0 0 0,1 1 0 0 0,-1-1-1 0 0,1 1 1 0 0,0-1 0 0 0,1 1 0 0 0,-1 0 0 0 0,1-1-1 0 0,-1 1 1 0 0,1 0 0 0 0,0 0 0 0 0,0 0 0 0 0,2 6-1 0 0,-1 1-2050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2:17.0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250 13 1684 0 0,'10'-6'9852'0'0,"-13"5"-9666"0"0,1 0-1 0 0,-1 0 1 0 0,0 0 0 0 0,-1 1 0 0 0,1-1 0 0 0,0 1 0 0 0,0 0 0 0 0,0 0 0 0 0,0 0 0 0 0,0 0-1 0 0,0 0 1 0 0,0 1 0 0 0,0-1 0 0 0,0 1 0 0 0,0 0 0 0 0,0 0 0 0 0,0 0 0 0 0,-5 3-1 0 0,-3 1-25 0 0,1 0-1 0 0,0 1 1 0 0,0 0-1 0 0,-10 7 1 0 0,7-2-100 0 0,1 1 0 0 0,0 0 1 0 0,0 0-1 0 0,2 1 0 0 0,-1 1 0 0 0,2 0 0 0 0,0 0 1 0 0,-8 16-1 0 0,12-19-45 0 0,0 0 0 0 0,1 0-1 0 0,0 1 1 0 0,0-1 0 0 0,1 1 0 0 0,1 0 0 0 0,0 0-1 0 0,1-1 1 0 0,0 1 0 0 0,1 1 0 0 0,0-1 0 0 0,2 12 0 0 0,-1-21-7 0 0,-1 0 0 0 0,1 0 1 0 0,0 0-1 0 0,0 1 1 0 0,0-1-1 0 0,1 0 1 0 0,-1 0-1 0 0,1-1 1 0 0,-1 1-1 0 0,1 0 1 0 0,0 0-1 0 0,0-1 1 0 0,0 1-1 0 0,1-1 1 0 0,-1 0-1 0 0,6 4 1 0 0,-4-3 0 0 0,1 0 0 0 0,0-1 0 0 0,0 1 0 0 0,0-1 1 0 0,1-1-1 0 0,-1 1 0 0 0,0-1 0 0 0,1 0 0 0 0,7 1 0 0 0,3-1-4 0 0,0-1 0 0 0,0-1 0 0 0,0 0 0 0 0,0-1 0 0 0,31-8 0 0 0,-21 3-26 0 0,0-2 0 0 0,-1-1 0 0 0,-1-1 0 0 0,1 0 0 0 0,-2-2 0 0 0,0-1 0 0 0,29-23 0 0 0,-36 24 31 0 0,-1 0 0 0 0,0-1-1 0 0,-2-1 1 0 0,1-1 0 0 0,-2 1 0 0 0,0-2 0 0 0,-1 0-1 0 0,-1 0 1 0 0,0-1 0 0 0,10-28 0 0 0,-18 41 22 0 0,0 0 0 0 0,-1 1 1 0 0,1-1-1 0 0,-1 0 0 0 0,0 0 1 0 0,-1 0-1 0 0,1-1 0 0 0,-1 1 1 0 0,0 0-1 0 0,-1 0 0 0 0,1 0 1 0 0,-3-9-1 0 0,3 13-30 0 0,-1 0 0 0 0,1 1 0 0 0,-1-1 0 0 0,1 0 0 0 0,-1 0 0 0 0,0 0 1 0 0,1 1-1 0 0,-1-1 0 0 0,0 0 0 0 0,0 1 0 0 0,1-1 0 0 0,-1 1 0 0 0,0-1 0 0 0,0 1 0 0 0,0-1 0 0 0,0 1 0 0 0,0-1 0 0 0,0 1 1 0 0,0 0-1 0 0,0 0 0 0 0,0-1 0 0 0,0 1 0 0 0,0 0 0 0 0,0 0 0 0 0,0 0 0 0 0,0 0 0 0 0,0 0 0 0 0,0 0 0 0 0,-1 1 0 0 0,-2-1-2 0 0,1 1-1 0 0,-1 0 0 0 0,0 0 0 0 0,1 0 1 0 0,-1 0-1 0 0,-5 4 0 0 0,2 0 22 0 0,-1 0 0 0 0,1 1 0 0 0,1 0 0 0 0,-1 0 0 0 0,1 0 0 0 0,0 1 0 0 0,0 0 0 0 0,1 0 0 0 0,0 0 0 0 0,-7 15 0 0 0,4-6 19 0 0,2-1 0 0 0,-1 1-1 0 0,2 0 1 0 0,-7 30 0 0 0,11-39-21 0 0,0-1 1 0 0,0 1-1 0 0,1 0 1 0 0,0-1 0 0 0,0 1-1 0 0,0-1 1 0 0,1 1-1 0 0,0 0 1 0 0,3 11 0 0 0,-2-15-23 0 0,-1 0 0 0 0,0 0 1 0 0,1 0-1 0 0,0 0 0 0 0,-1 0 1 0 0,1 0-1 0 0,0-1 0 0 0,1 1 1 0 0,-1-1-1 0 0,0 1 1 0 0,1-1-1 0 0,-1 0 0 0 0,1 0 1 0 0,0 0-1 0 0,0 0 0 0 0,0-1 1 0 0,0 1-1 0 0,0-1 1 0 0,0 0-1 0 0,0 0 0 0 0,4 1 1 0 0,5 1-506 0 0,1-1 1 0 0,-1 0-1 0 0,1-1 1 0 0,-1 0-1 0 0,1-1 1 0 0,14-2-1 0 0,2-2-3129 0 0,44-11 0 0 0,-32 5-982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2:18.1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60 625 804 0 0,'-2'-1'443'0'0,"0"1"1"0"0,1-1-1 0 0,-1 1 0 0 0,0 0 1 0 0,0-1-1 0 0,1 1 0 0 0,-1 0 1 0 0,0 0-1 0 0,0 0 0 0 0,0 1 1 0 0,1-1-1 0 0,-1 0 1 0 0,-2 1-1 0 0,3 0-255 0 0,-1 0 0 0 0,1-1 0 0 0,0 1 0 0 0,0 0 0 0 0,0 0 0 0 0,0 0 0 0 0,-1 0 0 0 0,1 0 0 0 0,0 0 0 0 0,0 0 0 0 0,1 0 0 0 0,-1 0 0 0 0,-1 2 0 0 0,-1 3 52 0 0,1 0 0 0 0,0 0 1 0 0,0 1-1 0 0,0-1 1 0 0,-1 13-1 0 0,3-19-229 0 0,-1 4 25 0 0,0 0 0 0 0,1 0 1 0 0,0 0-1 0 0,-1 0 0 0 0,1 0 0 0 0,1 0 0 0 0,-1 0 0 0 0,1 0 0 0 0,-1 0 0 0 0,1 0 0 0 0,0-1 0 0 0,0 1 0 0 0,1 0 0 0 0,-1 0 0 0 0,1-1 0 0 0,0 1 0 0 0,0-1 0 0 0,0 0 0 0 0,0 1 0 0 0,4 2 0 0 0,-3-3-20 0 0,1 0 0 0 0,0 0 0 0 0,-1 0 0 0 0,1-1-1 0 0,1 0 1 0 0,-1 1 0 0 0,0-1 0 0 0,0-1 0 0 0,1 1-1 0 0,-1-1 1 0 0,1 0 0 0 0,0 0 0 0 0,-1 0-1 0 0,1-1 1 0 0,0 1 0 0 0,6-1 0 0 0,1-1-1 0 0,-1 0 0 0 0,1 0 0 0 0,-1-1 0 0 0,1-1 0 0 0,-1 0 0 0 0,0-1-1 0 0,0 0 1 0 0,0 0 0 0 0,0-1 0 0 0,-1-1 0 0 0,0 1 0 0 0,0-2 0 0 0,12-9 0 0 0,-6 2-4 0 0,0 0 0 0 0,-2-1 0 0 0,0 0 0 0 0,0-2 0 0 0,-2 1 0 0 0,18-31 0 0 0,-10 10-23 0 0,-2-1 1 0 0,-2-1 0 0 0,17-58 0 0 0,17-125-19 0 0,-29 71 696 0 0,-21 147-670 0 0,0-5 0 0 0,0 7-7 0 0,-4 12 22 0 0,-2 7 7 0 0,2 1 0 0 0,0-1 0 0 0,1 1 1 0 0,-1 27-1 0 0,2-23-6 0 0,-2 19 9 0 0,1 0 0 0 0,2 0 0 0 0,2 0 0 0 0,1 0 0 0 0,12 58 1 0 0,-12-89-62 0 0,1 0 0 0 0,0 0 0 0 0,1-1 0 0 0,0 1 0 0 0,0-1 0 0 0,1 0 0 0 0,9 13 0 0 0,-9-17-53 0 0,-1 0 0 0 0,1 1 0 0 0,0-2 0 0 0,0 1 0 0 0,1-1 0 0 0,0 1 0 0 0,-1-2 0 0 0,1 1 0 0 0,1-1 1 0 0,-1 1-1 0 0,11 2 0 0 0,-10-3 28 0 0,0-1-1 0 0,-1 0 1 0 0,1-1 0 0 0,0 0 0 0 0,1 0 0 0 0,-1 0-1 0 0,0-1 1 0 0,0 0 0 0 0,0 0 0 0 0,0-1 0 0 0,0 0-1 0 0,0 0 1 0 0,0-1 0 0 0,0 0 0 0 0,0 0 0 0 0,-1 0-1 0 0,10-6 1 0 0,-7 3 63 0 0,-1 0-1 0 0,0-1 1 0 0,0-1-1 0 0,0 1 1 0 0,-1-1-1 0 0,0-1 1 0 0,0 1-1 0 0,-1-1 1 0 0,0 0-1 0 0,0-1 1 0 0,7-15-1 0 0,30-72 1837 0 0,-41 90-1619 0 0,-1 3-75 0 0,8-16 173 0 0,-6 16-206 0 0,-3 13 167 0 0,-1 6-169 0 0,-5 79 208 0 0,6-85-287 0 0,0 0 0 0 0,1-1-1 0 0,1 1 1 0 0,0-1-1 0 0,0 0 1 0 0,0 1-1 0 0,1-1 1 0 0,5 9-1 0 0,-7-15 21 0 0,1 0 0 0 0,0 0 0 0 0,0 0 0 0 0,0 0 1 0 0,0 0-1 0 0,1-1 0 0 0,-1 1 0 0 0,1-1 0 0 0,-1 1 0 0 0,1-1 0 0 0,0 0 0 0 0,0 0 0 0 0,0 0 0 0 0,0-1 0 0 0,1 1 0 0 0,-1-1 0 0 0,0 1 0 0 0,1-1 0 0 0,-1 0 0 0 0,1 0 0 0 0,-1-1 0 0 0,1 1 0 0 0,-1-1 0 0 0,1 0 0 0 0,-1 0 0 0 0,1 0 0 0 0,-1 0 1 0 0,1 0-1 0 0,-1-1 0 0 0,8-2 0 0 0,-6 2 128 0 0,1-1 0 0 0,0 0 1 0 0,-1 0-1 0 0,0-1 0 0 0,1 1 1 0 0,-1-1-1 0 0,0-1 0 0 0,0 1 1 0 0,0-1-1 0 0,-1 1 0 0 0,1-1 1 0 0,-1-1-1 0 0,0 1 0 0 0,0-1 1 0 0,-1 1-1 0 0,1-1 0 0 0,-1 0 1 0 0,3-6-1 0 0,-3 3-150 0 0,0 0 0 0 0,0-1 1 0 0,-1 1-1 0 0,0-1 0 0 0,-1 1 0 0 0,0-1 0 0 0,0 1 0 0 0,-1-1 0 0 0,0 0 1 0 0,-1 1-1 0 0,1-1 0 0 0,-2 0 0 0 0,1 1 0 0 0,-1-1 0 0 0,0 1 1 0 0,-1 0-1 0 0,0 0 0 0 0,-1 0 0 0 0,1 0 0 0 0,-9-13 0 0 0,4 10-509 0 0,1 0-1 0 0,-2 1 1 0 0,1 0-1 0 0,-1 0 0 0 0,-16-13 1 0 0,14 14-848 0 0,-1 1 0 0 0,0-1-1 0 0,-1 2 1 0 0,-23-11 0 0 0,9 7-1861 0 0,1 1-989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2:18.3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47 119 2556 0 0,'-47'9'9447'0'0,"49"-11"-9230"0"0,5-1-149 0 0,0-1 1 0 0,0 1-1 0 0,0 0 1 0 0,0 0-1 0 0,1 0 1 0 0,-1 1-1 0 0,14-1 1 0 0,0-2-28 0 0,251-51-1633 0 0,-125 27-3579 0 0,-93 18 1529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2:19.6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452 393 844 0 0,'4'-13'2253'0'0,"-1"-1"0"0"0,2-18 0 0 0,-5 29-2043 0 0,1 0 0 0 0,-1 0 1 0 0,0 0-1 0 0,0 0 0 0 0,0 0 0 0 0,-1 0 1 0 0,1-1-1 0 0,-1 1 0 0 0,1 0 1 0 0,-1 0-1 0 0,0 1 0 0 0,0-1 0 0 0,0 0 1 0 0,-1 0-1 0 0,1 0 0 0 0,-1 1 0 0 0,-2-4 1 0 0,2 4-156 0 0,0 1 0 0 0,0 0 0 0 0,0-1 0 0 0,0 1 0 0 0,0 0 0 0 0,0 0 0 0 0,0 0 0 0 0,0 1 1 0 0,0-1-1 0 0,-1 0 0 0 0,1 1 0 0 0,0-1 0 0 0,-1 1 0 0 0,1 0 0 0 0,0 0 0 0 0,-1 0 0 0 0,-3 1 0 0 0,-1-1-2 0 0,0 2-1 0 0,0-1 1 0 0,0 1-1 0 0,0 0 0 0 0,-7 3 1 0 0,-8 6 102 0 0,0 0 0 0 0,1 2 0 0 0,0 0 1 0 0,-37 32-1 0 0,28-18 21 0 0,1 2-1 0 0,-31 40 1 0 0,48-54-151 0 0,1 0 0 0 0,-12 23 0 0 0,20-32-20 0 0,-1 1 0 0 0,1 0 1 0 0,1 0-1 0 0,-1 0 0 0 0,1 1 0 0 0,1-1 0 0 0,-1 0 0 0 0,0 14 1 0 0,2-19-5 0 0,0 1 0 0 0,0-1 0 0 0,0 0 1 0 0,1 0-1 0 0,-1 0 0 0 0,1 0 0 0 0,-1 0 1 0 0,1 0-1 0 0,0 0 0 0 0,0 0 0 0 0,0 0 1 0 0,0 0-1 0 0,0 0 0 0 0,0 0 0 0 0,0 0 1 0 0,1-1-1 0 0,-1 1 0 0 0,1 0 0 0 0,1 1 1 0 0,0-1 3 0 0,0 0 0 0 0,0 0 0 0 0,1 0 0 0 0,-1-1 0 0 0,1 1 0 0 0,-1-1 1 0 0,1 0-1 0 0,0 1 0 0 0,-1-2 0 0 0,5 2 0 0 0,5-1 11 0 0,-1 0 0 0 0,1-1 0 0 0,-1-1 0 0 0,0 1 1 0 0,20-5-1 0 0,-22 2-8 0 0,1 0 1 0 0,-1 0-1 0 0,1-1 1 0 0,-1 0-1 0 0,-1-1 1 0 0,1 0-1 0 0,-1 0 1 0 0,1-1-1 0 0,-2-1 1 0 0,1 1-1 0 0,-1-1 1 0 0,0-1-1 0 0,0 1 1 0 0,11-16-1 0 0,1-6 87 0 0,-1 0 0 0 0,-2-2 0 0 0,16-37-1 0 0,-10 21 263 0 0,-46 151 83 0 0,17-74-367 0 0,-17 84 308 0 0,-143 650 1122 0 0,156-722-1439 0 0,5-19 637 0 0,-1 1 1 0 0,-1-1 0 0 0,0 0-1 0 0,-18 33 1 0 0,25-54-630 0 0,-1-1 1 0 0,0 1 0 0 0,0-1 0 0 0,0 0-1 0 0,0 1 1 0 0,0-1 0 0 0,0 0 0 0 0,-1 0-1 0 0,1 1 1 0 0,0-1 0 0 0,-1 0 0 0 0,1 0-1 0 0,-1 0 1 0 0,1-1 0 0 0,-1 1 0 0 0,1 0-1 0 0,-1-1 1 0 0,1 1 0 0 0,-1-1 0 0 0,0 1-1 0 0,-2 0 1 0 0,1-1-23 0 0,1-1-1 0 0,-1 1 1 0 0,1 0-1 0 0,-1-1 1 0 0,1 0-1 0 0,-1 1 0 0 0,1-1 1 0 0,-1 0-1 0 0,1 0 1 0 0,0 0-1 0 0,-1-1 1 0 0,-3-2-1 0 0,-1-2-22 0 0,0 0-1 0 0,0 0 0 0 0,0-1 0 0 0,1 0 1 0 0,0 0-1 0 0,-10-15 0 0 0,10 11-52 0 0,0 0-1 0 0,1 0 1 0 0,0 0-1 0 0,1-1 1 0 0,0 0-1 0 0,1 1 1 0 0,0-1 0 0 0,1-1-1 0 0,0 1 1 0 0,1 0-1 0 0,0 0 1 0 0,1 0-1 0 0,2-14 1 0 0,0 10-108 0 0,1 0 0 0 0,1 1 1 0 0,0 0-1 0 0,1 0 0 0 0,1 0 0 0 0,0 1 0 0 0,1-1 1 0 0,1 2-1 0 0,16-25 0 0 0,12-8-263 0 0,1 2-1 0 0,2 2 1 0 0,47-39-1 0 0,144-105-1648 0 0,-74 63 601 0 0,-144 114 1343 0 0,24-21-293 0 0,48-50 0 0 0,-76 71 357 0 0,1-1 0 0 0,-1 0-1 0 0,-1-1 1 0 0,0 0-1 0 0,0 0 1 0 0,-1-1-1 0 0,0 0 1 0 0,-1 0-1 0 0,-1 0 1 0 0,4-16-1 0 0,-7 24 23 0 0,0 0 0 0 0,-1 0 0 0 0,0 0 0 0 0,0 0-1 0 0,0 0 1 0 0,0 0 0 0 0,-1 0 0 0 0,0 1 0 0 0,1-1 0 0 0,-1 0 0 0 0,-1 0-1 0 0,1 0 1 0 0,0 1 0 0 0,-1-1 0 0 0,0 0 0 0 0,0 1 0 0 0,0 0 0 0 0,0-1-1 0 0,-1 1 1 0 0,1 0 0 0 0,-1 0 0 0 0,0 0 0 0 0,-3-2 0 0 0,5 4 21 0 0,0 1 0 0 0,0-1 1 0 0,0 1-1 0 0,-1-1 0 0 0,1 1 0 0 0,0-1 1 0 0,0 1-1 0 0,0 0 0 0 0,-1 0 1 0 0,1 0-1 0 0,0 0 0 0 0,-1 0 0 0 0,1 0 1 0 0,0 0-1 0 0,0 0 0 0 0,-1 0 1 0 0,1 0-1 0 0,0 1 0 0 0,0-1 0 0 0,-1 0 1 0 0,1 1-1 0 0,0-1 0 0 0,-2 2 1 0 0,-24 16 28 0 0,22-13-33 0 0,0 1 0 0 0,0 0 1 0 0,0 0-1 0 0,1 0 0 0 0,0 0 0 0 0,1 1 1 0 0,-1 0-1 0 0,1-1 0 0 0,0 1 0 0 0,1 0 0 0 0,0 1 1 0 0,0-1-1 0 0,1 0 0 0 0,-1 1 0 0 0,2-1 1 0 0,-1 1-1 0 0,1-1 0 0 0,1 15 0 0 0,0-15 0 0 0,0 1-1 0 0,0-1 1 0 0,0 0-1 0 0,1 0 1 0 0,0 0-1 0 0,1-1 1 0 0,-1 1 0 0 0,1 0-1 0 0,0-1 1 0 0,1 0-1 0 0,0 0 1 0 0,0 0-1 0 0,0 0 1 0 0,1 0-1 0 0,0-1 1 0 0,0 0-1 0 0,0 0 1 0 0,0 0 0 0 0,11 6-1 0 0,-7-7-163 0 0,0 0 0 0 0,0 0 0 0 0,0 0 1 0 0,1-2-1 0 0,0 1 0 0 0,-1-1 0 0 0,1 0 0 0 0,0-1 0 0 0,0 0 0 0 0,0-1 0 0 0,0 0 1 0 0,0 0-1 0 0,0-1 0 0 0,0-1 0 0 0,0 1 0 0 0,0-2 0 0 0,-1 1 0 0 0,1-1 1 0 0,-1-1-1 0 0,12-6 0 0 0,-4 2-57 0 0,-1-1 0 0 0,0 0 0 0 0,-1-1 0 0 0,0-1 0 0 0,-1-1 0 0 0,0 0 0 0 0,-1-1 0 0 0,0 0 0 0 0,-1-1 0 0 0,13-20 0 0 0,-5 3 202 0 0,-2-2 1 0 0,-2 0 0 0 0,0-1 0 0 0,19-67 0 0 0,-23 58 1672 0 0,10-80 0 0 0,-15 48 814 0 0,-7 73-2238 0 0,-2 4-82 0 0,-3 5-92 0 0,0-1 1 0 0,0 1-1 0 0,1 1 1 0 0,0-1-1 0 0,0 1 1 0 0,1 0 0 0 0,-1 0-1 0 0,2 0 1 0 0,-1 0-1 0 0,-1 10 1 0 0,-11 90 492 0 0,12-60-393 0 0,1 1 1 0 0,6 50-1 0 0,-1-70-98 0 0,1 0-1 0 0,1 0 1 0 0,2 0 0 0 0,16 45 0 0 0,-20-67-144 0 0,0-1 0 0 0,0 0 0 0 0,0 0 0 0 0,1 0 1 0 0,-1 0-1 0 0,2-1 0 0 0,-1 0 0 0 0,6 7 0 0 0,-7-10-241 0 0,0 1-1 0 0,0-1 1 0 0,0 0-1 0 0,1 0 0 0 0,-1 0 1 0 0,0-1-1 0 0,4 2 1 0 0,-3-2-352 0 0,-1 0 0 0 0,1 0 1 0 0,-1 0-1 0 0,1-1 0 0 0,-1 1 1 0 0,1-1-1 0 0,-1 0 0 0 0,6-1 1 0 0,8-2-4886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2:19.9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265 241 584 0 0,'-66'-3'5418'0'0,"-130"-9"8106"0"0,193 12-13258 0 0,5-2-31 0 0,8-3-168 0 0,0 0 0 0 0,1 0 0 0 0,0 1 0 0 0,-1 0 0 0 0,1 1 0 0 0,0 1 0 0 0,1-1 1 0 0,10 1-1 0 0,15-5 35 0 0,287-49 614 0 0,-23 5-2201 0 0,-106 6-3725 0 0,-135 25-1183 0 0,-34 8 436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2:22.1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0 229 172 0 0,'5'-85'4485'0'0,"-2"60"-2848"0"0,-2 0 0 0 0,0-1 0 0 0,-5-40 1 0 0,3 64-1057 0 0,1 19-338 0 0,-3 258 881 0 0,2 163-542 0 0,1-424-667 0 0,7 87-1564 0 0,-6-90 476 0 0,1 0-1 0 0,1 0 1 0 0,6 18 0 0 0,-6-22-1068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2:23.0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135 473 524 0 0,'-20'-5'1924'0'0,"0"2"1"0"0,0 0-1 0 0,0 1 1 0 0,-35 1-1 0 0,55 1-1893 0 0,1 0-1 0 0,-1 0 0 0 0,0 0 1 0 0,1 1-1 0 0,-1-1 0 0 0,0 0 1 0 0,0 0-1 0 0,1 0 1 0 0,-1 1-1 0 0,0-1 0 0 0,0 0 1 0 0,1 0-1 0 0,-1 1 0 0 0,0-1 1 0 0,0 0-1 0 0,0 0 1 0 0,1 1-1 0 0,-1-1 0 0 0,0 0 1 0 0,0 1-1 0 0,0-1 0 0 0,0 0 1 0 0,0 0-1 0 0,0 1 1 0 0,0-1-1 0 0,0 0 0 0 0,0 1 1 0 0,0-1-1 0 0,0 0 0 0 0,0 1 1 0 0,0-1-1 0 0,0 0 1 0 0,0 1-1 0 0,0-1 0 0 0,0 0 1 0 0,0 1-1 0 0,0-1 0 0 0,0 0 1 0 0,0 1-1 0 0,-1-1 1 0 0,1 0-1 0 0,0 0 0 0 0,0 1 1 0 0,0-1-1 0 0,0 0 0 0 0,-1 0 1 0 0,1 1-1 0 0,0-1 0 0 0,0 0 1 0 0,-1 0-1 0 0,1 0 1 0 0,0 1-1 0 0,0-1 0 0 0,-1 0 1 0 0,0 0-1 0 0,12 1 28 0 0,0-2-1 0 0,0 1 1 0 0,0-2 0 0 0,-1 1-1 0 0,1-2 1 0 0,-1 1-1 0 0,18-7 1 0 0,75-37 19 0 0,-76 33-49 0 0,86-42-92 0 0,171-111-1 0 0,-271 158 15 0 0,-1-1 0 0 0,0 0 0 0 0,-1-1 0 0 0,14-16 0 0 0,-22 22 37 0 0,0 1 1 0 0,0-1 0 0 0,-1 0-1 0 0,1 0 1 0 0,-1 0 0 0 0,0 0 0 0 0,0 0-1 0 0,-1 0 1 0 0,1-1 0 0 0,-1 1-1 0 0,0-1 1 0 0,0 1 0 0 0,0-1-1 0 0,-1 1 1 0 0,0-1 0 0 0,0 1-1 0 0,0-1 1 0 0,-1-6 0 0 0,1 9 6 0 0,-1 0 1 0 0,0 0 0 0 0,1 0 0 0 0,-1 1 0 0 0,0-1-1 0 0,0 0 1 0 0,0 1 0 0 0,0-1 0 0 0,-1 1-1 0 0,1-1 1 0 0,0 1 0 0 0,0 0 0 0 0,-1-1-1 0 0,-1 0 1 0 0,1 1-6 0 0,-1 1 1 0 0,-1 2 7 0 0,1 0 1 0 0,-1-1-1 0 0,1 1 0 0 0,0 0 1 0 0,0 1-1 0 0,0-1 1 0 0,0 0-1 0 0,0 1 1 0 0,1 0-1 0 0,-1-1 0 0 0,1 1 1 0 0,-1 0-1 0 0,1 1 1 0 0,0-1-1 0 0,0 0 1 0 0,1 0-1 0 0,-1 1 0 0 0,-1 4 1 0 0,-5 13 27 0 0,-10 41-1 0 0,14-48-14 0 0,-17 78 247 0 0,-17 156 0 0 0,23 100 217 0 0,18-304-13 0 0,-2-42-279 0 0,2-29-102 0 0,-1-6-108 0 0,13-67-1 0 0,-12 89 2 0 0,0-1 1 0 0,1 1 0 0 0,0 1-1 0 0,1-1 1 0 0,0 1 0 0 0,0-1 0 0 0,1 1-1 0 0,0 1 1 0 0,13-15 0 0 0,-17 21 26 0 0,1 0 1 0 0,-1 0 0 0 0,1 1 0 0 0,0 0 0 0 0,0-1 0 0 0,0 1 0 0 0,0 0 0 0 0,0 1 0 0 0,0-1-1 0 0,1 0 1 0 0,-1 1 0 0 0,0 0 0 0 0,1-1 0 0 0,-1 2 0 0 0,1-1 0 0 0,0 0 0 0 0,-1 1-1 0 0,1-1 1 0 0,0 1 0 0 0,-1 0 0 0 0,1 0 0 0 0,0 1 0 0 0,-1-1 0 0 0,1 1 0 0 0,-1-1 0 0 0,1 1-1 0 0,-1 0 1 0 0,5 2 0 0 0,-2 0 62 0 0,0 1-1 0 0,0-1 1 0 0,0 1 0 0 0,-1 1-1 0 0,0-1 1 0 0,1 0-1 0 0,-2 1 1 0 0,1 0 0 0 0,0 1-1 0 0,-1-1 1 0 0,0 1-1 0 0,0-1 1 0 0,6 14 0 0 0,0 5 115 0 0,-2 1 1 0 0,10 36-1 0 0,-12-35-106 0 0,1 0-1 0 0,14 30 0 0 0,-20-53-67 0 0,1 0-1 0 0,-1-1 1 0 0,1 1 0 0 0,-1-1-1 0 0,1 1 1 0 0,0-1 0 0 0,0 0-1 0 0,0 0 1 0 0,0 0 0 0 0,0 0-1 0 0,0 0 1 0 0,0 0 0 0 0,1-1-1 0 0,-1 1 1 0 0,1-1-1 0 0,-1 1 1 0 0,1-1 0 0 0,4 1-1 0 0,-3-1-1 0 0,1 0 0 0 0,-1 0-1 0 0,0-1 1 0 0,1 0-1 0 0,-1 0 1 0 0,1 0-1 0 0,-1-1 1 0 0,1 1-1 0 0,-1-1 1 0 0,9-3 0 0 0,2-1-5 0 0,1-2 0 0 0,-1 0 1 0 0,0-1-1 0 0,-1-1 1 0 0,17-12-1 0 0,1-3-24 0 0,0-2-1 0 0,36-39 1 0 0,-54 50 13 0 0,-1-1 0 0 0,0 0 1 0 0,-1 0-1 0 0,-1-1 1 0 0,-1-1-1 0 0,13-30 0 0 0,-21 44 12 0 0,0 0 0 0 0,-1 0 0 0 0,1 0-1 0 0,-1 0 1 0 0,0 0 0 0 0,-1 0-1 0 0,1 0 1 0 0,-1-1 0 0 0,0 1 0 0 0,0 0-1 0 0,0 0 1 0 0,0-1 0 0 0,-1 1 0 0 0,-1-8-1 0 0,2 11 3 0 0,-1 1-1 0 0,1 0 0 0 0,0-1 1 0 0,0 1-1 0 0,-1 0 0 0 0,1-1 1 0 0,0 1-1 0 0,0 0 1 0 0,-1-1-1 0 0,1 1 0 0 0,0 0 1 0 0,-1 0-1 0 0,1-1 0 0 0,0 1 1 0 0,-1 0-1 0 0,1 0 0 0 0,-1-1 1 0 0,1 1-1 0 0,0 0 1 0 0,-1 0-1 0 0,1 0 0 0 0,-1 0 1 0 0,1 0-1 0 0,0 0 0 0 0,-1 0 1 0 0,1 0-1 0 0,-1 0 0 0 0,1 0 1 0 0,-1 0-1 0 0,1 0 0 0 0,0 0 1 0 0,-1 0-1 0 0,1 0 1 0 0,-1 0-1 0 0,1 0 0 0 0,0 1 1 0 0,-1-1-1 0 0,1 0 0 0 0,-1 0 1 0 0,1 0-1 0 0,0 1 0 0 0,-1-1 1 0 0,1 1-1 0 0,-15 10-39 0 0,6 2 122 0 0,1 1-1 0 0,0 0 1 0 0,1 1 0 0 0,0-1 0 0 0,1 1 0 0 0,1 1 0 0 0,0-1-1 0 0,1 1 1 0 0,1-1 0 0 0,0 1 0 0 0,2 0 0 0 0,-1 21 0 0 0,2-32-74 0 0,0 0 0 0 0,0 0-1 0 0,0-1 1 0 0,1 1 0 0 0,0 0 0 0 0,0 0 0 0 0,0-1 0 0 0,1 1 0 0 0,-1 0 0 0 0,1-1-1 0 0,0 0 1 0 0,0 1 0 0 0,1-1 0 0 0,-1 0 0 0 0,1 0 0 0 0,0 0 0 0 0,0 0 0 0 0,1-1-1 0 0,-1 1 1 0 0,1-1 0 0 0,-1 0 0 0 0,1 0 0 0 0,0 0 0 0 0,0-1 0 0 0,0 1 0 0 0,1-1-1 0 0,-1 0 1 0 0,1 0 0 0 0,-1-1 0 0 0,1 1 0 0 0,-1-1 0 0 0,1 0 0 0 0,0 0 0 0 0,0 0-1 0 0,0-1 1 0 0,5 0 0 0 0,14 1-491 0 0,0-2 0 0 0,0-1 0 0 0,0 0 0 0 0,32-9 0 0 0,91-30-5744 0 0,-91 22 1375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2:23.7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50 430 908 0 0,'-6'8'1832'0'0,"0"-1"-846"0"0,1-1 1 0 0,0 1 0 0 0,0 1-1 0 0,1-1 1 0 0,0 1 0 0 0,0 0-1 0 0,1 0 1 0 0,-5 14 898 0 0,9-21-1865 0 0,-1-1 0 0 0,0 0 0 0 0,0 1 1 0 0,1-1-1 0 0,-1 0 0 0 0,0 0 0 0 0,1 1 1 0 0,-1-1-1 0 0,0 0 0 0 0,1 0 0 0 0,-1 1 0 0 0,0-1 1 0 0,1 0-1 0 0,-1 0 0 0 0,0 0 0 0 0,1 0 1 0 0,-1 0-1 0 0,1 0 0 0 0,-1 0 0 0 0,0 0 0 0 0,1 0 1 0 0,-1 0-1 0 0,1 0 0 0 0,-1 0 0 0 0,0 0 0 0 0,1 0 1 0 0,-1 0-1 0 0,1 0 0 0 0,-1 0 0 0 0,1 0 1 0 0,411-339 642 0 0,-383 313-658 0 0,-1-1-1 0 0,39-51 1 0 0,-54 55 1 0 0,-13 22-6 0 0,1 1-1 0 0,-1-1 1 0 0,0 0 0 0 0,1 0 0 0 0,-1 1-1 0 0,0-1 1 0 0,1 0 0 0 0,-1 0 0 0 0,0 1-1 0 0,0-1 1 0 0,0 0 0 0 0,1 0 0 0 0,-1 0-1 0 0,0 1 1 0 0,0-1 0 0 0,0 0 0 0 0,0 0 0 0 0,-1 0-1 0 0,1 1 1 0 0,0-1 0 0 0,0 0 0 0 0,0 0-1 0 0,-1 1 1 0 0,1-1 0 0 0,0 0 0 0 0,-1 0-1 0 0,1 1 1 0 0,-1-1 0 0 0,0-1 0 0 0,-10-3 2 0 0,-8 4 4 0 0,11 2-4 0 0,0 0-1 0 0,-1 1 1 0 0,1 0-1 0 0,0 1 0 0 0,0-1 1 0 0,1 1-1 0 0,-1 1 1 0 0,-11 6-1 0 0,14-6 1 0 0,0-1 1 0 0,0 1-1 0 0,0-1 0 0 0,0 1 0 0 0,1 1 0 0 0,0-1 1 0 0,0 1-1 0 0,0-1 0 0 0,0 1 0 0 0,1 0 0 0 0,0 1 0 0 0,-4 6 1 0 0,7-10-3 0 0,-1-1 1 0 0,1 1 0 0 0,0 0 0 0 0,0-1 0 0 0,-1 1 0 0 0,1 0-1 0 0,0 0 1 0 0,1-1 0 0 0,-1 1 0 0 0,0 0 0 0 0,0-1 0 0 0,1 1-1 0 0,-1 0 1 0 0,1-1 0 0 0,-1 1 0 0 0,1 0 0 0 0,0-1 0 0 0,0 1-1 0 0,0-1 1 0 0,0 1 0 0 0,0-1 0 0 0,0 0 0 0 0,0 1 0 0 0,2 1-1 0 0,3 3 1 0 0,1 0 0 0 0,0-1-1 0 0,10 7 1 0 0,-12-8 6 0 0,65 39-1 0 0,-50-33 33 0 0,-2 1 0 0 0,1 1 0 0 0,-1 1 1 0 0,18 17-1 0 0,-34-28 12 0 0,0 0 0 0 0,0 0 0 0 0,0 0 0 0 0,-1 1 0 0 0,1-1 0 0 0,0 0 0 0 0,-1 1 0 0 0,0-1 0 0 0,1 1 0 0 0,-1 0 0 0 0,0-1 0 0 0,0 1 0 0 0,-1 0 0 0 0,1 0 0 0 0,0-1 0 0 0,-1 1 0 0 0,0 0 0 0 0,0 0 0 0 0,0 3 0 0 0,0-2 1 0 0,-1 0 1 0 0,0 0 0 0 0,0-1-1 0 0,-1 1 1 0 0,1 0 0 0 0,-1 0-1 0 0,0-1 1 0 0,0 1 0 0 0,0-1-1 0 0,0 0 1 0 0,-1 1 0 0 0,-2 2 0 0 0,-7 6 56 0 0,-1-1 0 0 0,0 0 0 0 0,0-1 0 0 0,-1-1 0 0 0,-18 10 0 0 0,13-9-116 0 0,1-2 0 0 0,-1-1 1 0 0,0 0-1 0 0,-1-1 1 0 0,0-1-1 0 0,0-1 0 0 0,-32 3 1 0 0,50-7-149 0 0,1 0 0 0 0,-1 0 0 0 0,1 1-1 0 0,-1-1 1 0 0,0 0 0 0 0,1-1 0 0 0,-1 1 0 0 0,1 0 0 0 0,-1 0 0 0 0,1-1 0 0 0,-1 1 0 0 0,1-1 0 0 0,-1 1-1 0 0,1-1 1 0 0,0 1 0 0 0,-1-1 0 0 0,1 0 0 0 0,0 0 0 0 0,-1 0 0 0 0,1 0 0 0 0,-1-1 0 0 0,1 1-130 0 0,1 0 0 0 0,-1-1 0 0 0,1 1 0 0 0,-1 0 0 0 0,1 0 1 0 0,0 0-1 0 0,0-1 0 0 0,-1 1 0 0 0,1 0 0 0 0,0-1 0 0 0,0 1 1 0 0,0 0-1 0 0,1 0 0 0 0,-1-1 0 0 0,0 1 0 0 0,0 0 0 0 0,1 0 0 0 0,-1 0 1 0 0,1-1-1 0 0,-1 1 0 0 0,1 0 0 0 0,0-2 0 0 0,6-10-3756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2:24.1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66 964 0 0,'36'-62'11841'0'0,"-36"61"-11759"0"0,0 1 1 0 0,1 0 0 0 0,-1-1 0 0 0,1 1 0 0 0,-1 0 0 0 0,0 0 0 0 0,1-1 0 0 0,-1 1 0 0 0,1 0 0 0 0,-1 0 0 0 0,0 0 0 0 0,1 0 0 0 0,-1-1 0 0 0,1 1 0 0 0,-1 0 0 0 0,1 0 0 0 0,-1 0 0 0 0,1 0 0 0 0,-1 0 0 0 0,1 0 0 0 0,-1 0 0 0 0,1 0 0 0 0,-1 0 0 0 0,1 0 0 0 0,-1 1 0 0 0,0-1 0 0 0,1 0 0 0 0,-1 0 0 0 0,1 0 0 0 0,-1 1 0 0 0,1-1 0 0 0,-1 0 0 0 0,0 0 0 0 0,1 1 0 0 0,-1-1 0 0 0,0 0-1 0 0,1 1 1 0 0,-1-1 0 0 0,0 0 0 0 0,1 1 0 0 0,-1-1 0 0 0,0 0 0 0 0,0 1 0 0 0,1-1 0 0 0,-1 1 0 0 0,0 0 0 0 0,8 14 844 0 0,-2 0-1 0 0,0 1 1 0 0,0 0-1 0 0,4 26 1 0 0,8 71 735 0 0,-17-103-1521 0 0,12 162 1226 0 0,-3-18-897 0 0,-6-122-398 0 0,1-1-1 0 0,17 56 1 0 0,-20-82-63 0 0,0 0 0 0 0,0 0 0 0 0,0 0 0 0 0,1-1 0 0 0,4 8 0 0 0,-6-11-81 0 0,1 1 0 0 0,-1-1 0 0 0,0 1-1 0 0,0-1 1 0 0,1 0 0 0 0,-1 1 0 0 0,1-1 0 0 0,0 0 0 0 0,-1 0 0 0 0,1 0 0 0 0,0 0 0 0 0,-1 0 0 0 0,1-1 0 0 0,0 1 0 0 0,0 0 0 0 0,0-1-1 0 0,0 0 1 0 0,-1 1 0 0 0,1-1 0 0 0,4 0 0 0 0,2-1-486 0 0,-1 0 0 0 0,1 0 1 0 0,0-1-1 0 0,-1 0 0 0 0,1-1 0 0 0,-1 0 0 0 0,0 0 0 0 0,0 0 0 0 0,13-9 1 0 0,-14 7-432 0 0,1 0 1 0 0,-1 0-1 0 0,0-1 1 0 0,0 1-1 0 0,0-1 1 0 0,-1-1-1 0 0,0 1 1 0 0,0-1 0 0 0,-1 0-1 0 0,4-8 1 0 0,1-5-3889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2:24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154 138 2048 0 0,'-138'-2'12439'0'0,"135"2"-12035"0"0,-5-1 52 0 0,8 1-446 0 0,0 0 1 0 0,0 0-1 0 0,0 0 1 0 0,0 0-1 0 0,0 0 0 0 0,-1 0 1 0 0,1 0-1 0 0,0 0 1 0 0,0 0-1 0 0,0 0 1 0 0,0 0-1 0 0,0 0 1 0 0,-1 0-1 0 0,1 0 1 0 0,0 0-1 0 0,0 0 1 0 0,0 0-1 0 0,0 0 1 0 0,0 0-1 0 0,0 0 1 0 0,-1 0-1 0 0,1 0 1 0 0,0 0-1 0 0,0 0 1 0 0,0 0-1 0 0,0-1 1 0 0,0 1-1 0 0,0 0 1 0 0,0 0-1 0 0,-1 0 1 0 0,1 0-1 0 0,0 0 1 0 0,0 0-1 0 0,0 0 1 0 0,0-1-1 0 0,0 1 1 0 0,0 0-1 0 0,0 0 1 0 0,0 0-1 0 0,0 0 1 0 0,0 0-1 0 0,0 0 1 0 0,0-1-1 0 0,0 1 1 0 0,0 0-1 0 0,0 0 0 0 0,0 0 1 0 0,0 0-1 0 0,0 0 1 0 0,0-1-1 0 0,13-7 38 0 0,1 0-1 0 0,0 0 1 0 0,0 2-1 0 0,0 0 0 0 0,1 0 1 0 0,23-5-1 0 0,-9 2-313 0 0,151-40-3455 0 0,-56 32-2380 0 0,-90 15 2380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2:24.7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309 1 348 0 0,'0'0'5431'0'0,"-16"3"-1883"0"0,3 0-2875 0 0,1 0 1 0 0,-1 1-1 0 0,1 0 1 0 0,0 0-1 0 0,0 2 1 0 0,0-1-1 0 0,1 2 1 0 0,0-1-1 0 0,0 2 1 0 0,1-1-1 0 0,-14 14 1 0 0,6-5-348 0 0,1 1 0 0 0,1 1 0 0 0,1 1 0 0 0,0 0 1 0 0,-15 28-1 0 0,26-39-284 0 0,0 0-1 0 0,0 0 1 0 0,1 0 0 0 0,0 0 0 0 0,0 0 0 0 0,1 1 0 0 0,0-1-1 0 0,1 1 1 0 0,-1 10 0 0 0,2-16-41 0 0,0-1 0 0 0,0 1-1 0 0,0 0 1 0 0,0-1 0 0 0,1 0-1 0 0,-1 1 1 0 0,1-1 0 0 0,0 1 0 0 0,-1-1-1 0 0,1 0 1 0 0,0 1 0 0 0,1-1 0 0 0,-1 0-1 0 0,0 0 1 0 0,1 0 0 0 0,-1 0 0 0 0,1 0-1 0 0,-1 0 1 0 0,1 0 0 0 0,0 0-1 0 0,0-1 1 0 0,0 1 0 0 0,0-1 0 0 0,0 1-1 0 0,0-1 1 0 0,1 0 0 0 0,-1 0 0 0 0,0 0-1 0 0,0 0 1 0 0,1 0 0 0 0,-1 0 0 0 0,1-1-1 0 0,-1 1 1 0 0,1-1 0 0 0,3 0-1 0 0,3 1-87 0 0,1-1-1 0 0,-1 0 0 0 0,1 0 0 0 0,-1-1 0 0 0,0-1 0 0 0,1 1 0 0 0,-1-2 0 0 0,0 1 1 0 0,0-1-1 0 0,0-1 0 0 0,-1 1 0 0 0,1-1 0 0 0,-1-1 0 0 0,0 0 0 0 0,0 0 0 0 0,0 0 1 0 0,7-8-1 0 0,-4 3 18 0 0,0-1 1 0 0,0 0-1 0 0,-2-1 1 0 0,1 0-1 0 0,-1 0 1 0 0,-1-1-1 0 0,-1 0 1 0 0,1 0-1 0 0,8-27 1 0 0,20-49 489 0 0,-36 88-396 0 0,0 1 1 0 0,0 0-1 0 0,0-1 1 0 0,0 1 0 0 0,0 0-1 0 0,0-1 1 0 0,0 1-1 0 0,1 0 1 0 0,-1 0 0 0 0,0-1-1 0 0,0 1 1 0 0,0 0-1 0 0,1-1 1 0 0,-1 1 0 0 0,0 0-1 0 0,0 0 1 0 0,0-1-1 0 0,1 1 1 0 0,-1 0 0 0 0,0 0-1 0 0,0 0 1 0 0,1-1-1 0 0,-1 1 1 0 0,0 0-1 0 0,1 0 1 0 0,-1 0 0 0 0,0 0-1 0 0,1 0 1 0 0,-1-1-1 0 0,0 1 1 0 0,1 0 0 0 0,-1 0-1 0 0,0 0 1 0 0,1 0-1 0 0,-1 0 1 0 0,0 0 0 0 0,1 0-1 0 0,-1 0 1 0 0,0 0-1 0 0,1 0 1 0 0,-1 1 0 0 0,0-1-1 0 0,1 0 1 0 0,-1 0-1 0 0,0 0 1 0 0,1 0 0 0 0,-1 0-1 0 0,0 1 1 0 0,0-1-1 0 0,1 0 1 0 0,-1 0-1 0 0,0 0 1 0 0,0 1 0 0 0,1-1-1 0 0,11 13 352 0 0,-3 6-163 0 0,-1 0 0 0 0,-1 1 1 0 0,5 22-1 0 0,2 4-840 0 0,8 10-3600 0 0,-20-53 3186 0 0,0 0 0 0 0,0 1 1 0 0,0-1-1 0 0,1 0 1 0 0,-1 0-1 0 0,1 0 1 0 0,4 4-1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2:25.1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1 129 556 0 0,'0'-8'1216'0'0,"0"-1"-1"0"0,1 1 1 0 0,0-1-1 0 0,0 1 1 0 0,5-14-1 0 0,-6 20-988 0 0,1-1-1 0 0,0 1 0 0 0,0-1 0 0 0,1 1 1 0 0,-1 0-1 0 0,0-1 0 0 0,1 1 1 0 0,-1 0-1 0 0,1 0 0 0 0,0 0 1 0 0,0 0-1 0 0,0 1 0 0 0,0-1 1 0 0,0 0-1 0 0,0 1 0 0 0,0-1 0 0 0,0 1 1 0 0,1 0-1 0 0,-1 0 0 0 0,0 0 1 0 0,1 0-1 0 0,-1 0 0 0 0,5-1 1 0 0,0 2-26 0 0,-1 0 0 0 0,1 0 0 0 0,-1 0 1 0 0,0 1-1 0 0,1 0 0 0 0,-1 0 0 0 0,0 1 1 0 0,0 0-1 0 0,0 0 0 0 0,0 0 1 0 0,0 1-1 0 0,0-1 0 0 0,-1 2 0 0 0,1-1 1 0 0,-1 0-1 0 0,0 1 0 0 0,0 0 0 0 0,0 0 1 0 0,0 1-1 0 0,-1 0 0 0 0,0-1 0 0 0,6 10 1 0 0,-5-9-103 0 0,-1 1 1 0 0,0 0-1 0 0,-1 0 1 0 0,1 0 0 0 0,-1 0-1 0 0,0 1 1 0 0,-1 0-1 0 0,0-1 1 0 0,0 1-1 0 0,0 0 1 0 0,-1 0-1 0 0,0 0 1 0 0,0 0 0 0 0,0 0-1 0 0,-1 0 1 0 0,0 0-1 0 0,-1 0 1 0 0,0 0-1 0 0,0 0 1 0 0,-3 12-1 0 0,2-14-50 0 0,0 0 0 0 0,1-1 0 0 0,-2 1-1 0 0,1-1 1 0 0,0 1 0 0 0,-1-1 0 0 0,0 0-1 0 0,0 0 1 0 0,0 0 0 0 0,-1 0-1 0 0,1 0 1 0 0,-8 5 0 0 0,10-9-39 0 0,0 1 0 0 0,0-1 0 0 0,0 1-1 0 0,0-1 1 0 0,0 1 0 0 0,0-1 0 0 0,0 0 0 0 0,0 0 0 0 0,0 0 0 0 0,0 1 0 0 0,0-1 0 0 0,0 0-1 0 0,0 0 1 0 0,-1 0 0 0 0,1-1 0 0 0,0 1 0 0 0,0 0 0 0 0,0 0 0 0 0,0-1 0 0 0,0 1 0 0 0,0 0-1 0 0,0-1 1 0 0,0 1 0 0 0,0-1 0 0 0,0 1 0 0 0,0-1 0 0 0,0 0 0 0 0,1 1 0 0 0,-1-1-1 0 0,0 0 1 0 0,0 0 0 0 0,1 0 0 0 0,-1 1 0 0 0,0-1 0 0 0,0-2 0 0 0,-1 2-12 0 0,1-1 1 0 0,0-1-1 0 0,-1 1 1 0 0,1 0 0 0 0,0 0-1 0 0,0 0 1 0 0,1-1-1 0 0,-1 1 1 0 0,0 0-1 0 0,1-1 1 0 0,-1 1-1 0 0,1 0 1 0 0,0-1-1 0 0,0 1 1 0 0,0-4 0 0 0,2-4-87 0 0,2-1 0 0 0,-1 1 0 0 0,2-1 0 0 0,-1 1 0 0 0,1 0 0 0 0,1 0 0 0 0,0 1 0 0 0,0 0 0 0 0,1 0 0 0 0,0 0 0 0 0,9-8 0 0 0,2-1-1495 0 0,1 1-1 0 0,1 1 0 0 0,38-24 0 0 0,-46 33-209 0 0,0 1 1 0 0,0 0-1 0 0,14-4 0 0 0,-10 4-2208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2:25.5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71 1292 0 0,'-13'-16'3314'0'0,"-1"1"0"0"0,-26-24 1241 0 0,39 39-4457 0 0,0 0-1 0 0,1 1 1 0 0,-1-1-1 0 0,0 0 1 0 0,0 1-1 0 0,1-1 1 0 0,-1 1-1 0 0,1-1 1 0 0,-1 1-1 0 0,0 0 1 0 0,1-1-1 0 0,-1 1 1 0 0,1-1-1 0 0,-1 1 0 0 0,1 0 1 0 0,0 0-1 0 0,-1-1 1 0 0,1 1-1 0 0,0 0 1 0 0,-1 0-1 0 0,1-1 1 0 0,0 1-1 0 0,0 0 1 0 0,0 0-1 0 0,0-1 1 0 0,0 1-1 0 0,0 0 1 0 0,0 0-1 0 0,0 0 1 0 0,0 0-1 0 0,0 1 1 0 0,0-1-67 0 0,2 135 4104 0 0,1-41-2956 0 0,-3-28-660 0 0,0 42-35 0 0,14 121 0 0 0,-12-211-624 0 0,2-1-1 0 0,0 0 0 0 0,9 23 0 0 0,-11-35-330 0 0,0-1-1 0 0,0 1 0 0 0,1-1 1 0 0,0 0-1 0 0,0 0 0 0 0,0 0 1 0 0,0 0-1 0 0,1-1 0 0 0,0 1 1 0 0,0-1-1 0 0,0 0 0 0 0,0 0 1 0 0,1-1-1 0 0,6 5 0 0 0,-9-7-66 0 0,0 0-1 0 0,0-1 1 0 0,0 1 0 0 0,0-1-1 0 0,-1 0 1 0 0,1 1-1 0 0,0-1 1 0 0,0 0-1 0 0,0 0 1 0 0,0 0-1 0 0,0-1 1 0 0,0 1 0 0 0,0 0-1 0 0,1-1 1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2:25.9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87 226 188 0 0,'-49'-21'8682'0'0,"25"12"-5767"0"0,22 8-2338 0 0,-8-4 374 0 0,10 5-936 0 0,0 0 1 0 0,-1 0-1 0 0,1-1 0 0 0,0 1 1 0 0,0 0-1 0 0,0 0 1 0 0,0 0-1 0 0,0-1 0 0 0,-1 1 1 0 0,1 0-1 0 0,0-1 1 0 0,0 1-1 0 0,0 0 0 0 0,0 0 1 0 0,0-1-1 0 0,0 1 0 0 0,0 0 1 0 0,0 0-1 0 0,0-1 1 0 0,0 1-1 0 0,0 0 0 0 0,0 0 1 0 0,0-1-1 0 0,0 1 1 0 0,0 0-1 0 0,0-1 0 0 0,1 1 1 0 0,-1 0-1 0 0,0 0 1 0 0,0 0-1 0 0,0-1 0 0 0,0 1 1 0 0,0 0-1 0 0,1 0 0 0 0,-1-1 1 0 0,0 1-1 0 0,0 0 1 0 0,0 0-1 0 0,1 0 0 0 0,-1 0 1 0 0,0-1-1 0 0,0 1 1 0 0,0 0-1 0 0,1 0 0 0 0,-1 0 1 0 0,0 0-1 0 0,0 0 1 0 0,1 0-1 0 0,-1 0 0 0 0,0 0 1 0 0,1 0-1 0 0,-1 0 1 0 0,0-1-1 0 0,1 2 0 0 0,45-18 97 0 0,59-13-1 0 0,17-4-1791 0 0,-91 23 1208 0 0,52-20-1468 0 0,-73 26 2194 0 0,0 0 0 0 0,0-1 0 0 0,-1 0 0 0 0,0 0 0 0 0,0-1 0 0 0,8-8 0 0 0,-16 14 135 0 0,8-4 1326 0 0,-9 18-992 0 0,1 1 0 0 0,-2-1-1 0 0,0 1 1 0 0,-3 13 0 0 0,-2 36 911 0 0,6-48-1359 0 0,0 20 301 0 0,5 41 0 0 0,-4-66-531 0 0,1 0 1 0 0,0 0 0 0 0,1 0-1 0 0,0-1 1 0 0,0 1 0 0 0,1-1-1 0 0,0 0 1 0 0,0 0 0 0 0,7 9-1 0 0,-9-16-146 0 0,1 1 0 0 0,-1 0-1 0 0,1 0 1 0 0,0-1 0 0 0,0 0-1 0 0,0 1 1 0 0,0-1 0 0 0,0 0-1 0 0,0 0 1 0 0,1-1 0 0 0,-1 1-1 0 0,0-1 1 0 0,1 0 0 0 0,0 0 0 0 0,-1 0-1 0 0,1 0 1 0 0,0 0 0 0 0,-1-1-1 0 0,1 0 1 0 0,0 0 0 0 0,-1 0-1 0 0,1 0 1 0 0,0 0 0 0 0,0-1-1 0 0,4-1 1 0 0,0 1-868 0 0,-1-2 1 0 0,0 1-1 0 0,1-1 1 0 0,-1 0-1 0 0,0 0 0 0 0,0-1 1 0 0,-1 1-1 0 0,1-2 0 0 0,-1 1 1 0 0,0-1-1 0 0,8-8 0 0 0,0-2-3672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2:26.1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174 41 744 0 0,'-14'-7'1924'0'0,"-3"-1"181"0"0,-1 1-1 0 0,-21-7 0 0 0,35 13-1917 0 0,-1 0 0 0 0,1 0 0 0 0,-1 0-1 0 0,1 1 1 0 0,-1-1 0 0 0,1 1 0 0 0,-1 0 0 0 0,0 0-1 0 0,1 1 1 0 0,-1 0 0 0 0,1-1 0 0 0,-1 2-1 0 0,1-1 1 0 0,-7 3 0 0 0,10-4-185 0 0,0 1 1 0 0,1 0-1 0 0,-1 0 0 0 0,0 0 1 0 0,0 0-1 0 0,0 0 1 0 0,1 0-1 0 0,-1 0 0 0 0,0 0 1 0 0,1 0-1 0 0,-1 0 0 0 0,1 0 1 0 0,-1 0-1 0 0,1 0 0 0 0,-1 0 1 0 0,1 1-1 0 0,0-1 0 0 0,0 0 1 0 0,0 0-1 0 0,0 0 0 0 0,0 1 1 0 0,0 0-1 0 0,3 27-1182 0 0,-1-16-732 0 0,2 0-1 0 0,7 20 1 0 0,-6-18-604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2:26.6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40 608 0 0,'0'0'2351'0'0,"19"14"4837"0"0,-10-4-6264 0 0,0 1 0 0 0,-2 0-1 0 0,1 0 1 0 0,-1 1 0 0 0,-1 0 0 0 0,0 0 0 0 0,0 1-1 0 0,3 14 1 0 0,2 9 35 0 0,11 65-1 0 0,-22-100-954 0 0,5 29 390 0 0,2 35 1 0 0,-7-63-359 0 0,-1 5 32 0 0,0-13-72 0 0,0 0 0 0 0,1 0 0 0 0,-1 1 0 0 0,1-1 0 0 0,0 0 0 0 0,1 0 0 0 0,0-7 0 0 0,12-46-53 0 0,-6 29 38 0 0,0-2-25 0 0,1 0 0 0 0,16-37 0 0 0,-20 57 25 0 0,1 1 0 0 0,1 0 0 0 0,-1 0 0 0 0,2 1-1 0 0,0 0 1 0 0,0 0 0 0 0,1 0 0 0 0,0 1-1 0 0,12-10 1 0 0,-17 16 21 0 0,0 0-1 0 0,1 1 1 0 0,0-1 0 0 0,-1 1-1 0 0,1 0 1 0 0,0 0-1 0 0,0 0 1 0 0,0 1 0 0 0,1 0-1 0 0,-1-1 1 0 0,0 1-1 0 0,0 1 1 0 0,1-1 0 0 0,-1 1-1 0 0,0-1 1 0 0,1 1-1 0 0,-1 1 1 0 0,1-1 0 0 0,-1 0-1 0 0,0 1 1 0 0,1 0 0 0 0,-1 0-1 0 0,8 4 1 0 0,-7-3 20 0 0,1 1 0 0 0,-1 0 0 0 0,0 1 1 0 0,0 0-1 0 0,0-1 0 0 0,-1 2 0 0 0,1-1 0 0 0,-1 0 1 0 0,0 1-1 0 0,0 0 0 0 0,-1 0 0 0 0,1 0 0 0 0,-1 0 1 0 0,0 0-1 0 0,0 1 0 0 0,2 7 0 0 0,0 3 13 0 0,-2 0 0 0 0,1 1-1 0 0,-2-1 1 0 0,0 1-1 0 0,-1 19 1 0 0,0-11-1694 0 0,6 32 1 0 0,-7-54 1230 0 0,1 0 1 0 0,0 0-1 0 0,0 0 1 0 0,0 1-1 0 0,0-1 1 0 0,1 0 0 0 0,-1 0-1 0 0,1-1 1 0 0,0 1-1 0 0,0 0 1 0 0,0 0-1 0 0,0-1 1 0 0,0 1-1 0 0,1-1 1 0 0,-1 0 0 0 0,1 0-1 0 0,-1 0 1 0 0,1 0-1 0 0,0 0 1 0 0,0 0-1 0 0,0-1 1 0 0,0 0-1 0 0,0 1 1 0 0,0-1 0 0 0,0 0-1 0 0,0 0 1 0 0,6 0-1 0 0,10 3-3349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2:27.1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537 72 312 0 0,'2'-2'456'0'0,"0"0"0"0"0,0-1-1 0 0,-1 0 1 0 0,1 1 0 0 0,-1-1 0 0 0,0 0 0 0 0,0 0-1 0 0,0 1 1 0 0,0-1 0 0 0,-1 0 0 0 0,1 0 0 0 0,-1 0 0 0 0,1 0-1 0 0,-1 0 1 0 0,0 0 0 0 0,0 0 0 0 0,-1 0 0 0 0,1 0-1 0 0,-2-5 1 0 0,2 7-363 0 0,0 1-1 0 0,-1-1 1 0 0,1 0 0 0 0,-1 1-1 0 0,1-1 1 0 0,-1 0-1 0 0,1 1 1 0 0,-1-1 0 0 0,0 1-1 0 0,1-1 1 0 0,-1 1-1 0 0,0-1 1 0 0,1 1 0 0 0,-1 0-1 0 0,0-1 1 0 0,1 1-1 0 0,-1 0 1 0 0,0-1 0 0 0,0 1-1 0 0,0 0 1 0 0,1 0-1 0 0,-1 0 1 0 0,0 0 0 0 0,0 0-1 0 0,-1 0 1 0 0,-17 2 704 0 0,18-2-770 0 0,-11 3 359 0 0,0 0-1 0 0,1 1 1 0 0,-1 1-1 0 0,1 0 0 0 0,0 1 1 0 0,0 0-1 0 0,-12 9 0 0 0,-6 7 411 0 0,-29 28-1 0 0,37-30-372 0 0,-24 27 0 0 0,40-41-374 0 0,0 0 0 0 0,1 1 0 0 0,0-1 0 0 0,0 1 0 0 0,0-1 0 0 0,1 1 0 0 0,0 0 0 0 0,0 0 0 0 0,1 1-1 0 0,-2 7 1 0 0,4-13-42 0 0,-1-1-1 0 0,1 1 0 0 0,0-1 1 0 0,0 0-1 0 0,0 1 0 0 0,0-1 0 0 0,0 1 1 0 0,0-1-1 0 0,1 1 0 0 0,-1-1 1 0 0,0 1-1 0 0,1-1 0 0 0,-1 1 1 0 0,1-1-1 0 0,-1 0 0 0 0,1 1 0 0 0,0-1 1 0 0,0 0-1 0 0,-1 0 0 0 0,1 0 1 0 0,0 1-1 0 0,1 0 0 0 0,0-1-1 0 0,0 0 0 0 0,0 0 0 0 0,0 1 0 0 0,0-2 0 0 0,0 1 0 0 0,0 0 1 0 0,0 0-1 0 0,1-1 0 0 0,-1 1 0 0 0,0-1 0 0 0,0 0 0 0 0,0 1 0 0 0,3-1 0 0 0,4 0-24 0 0,-1-1 1 0 0,1 0 0 0 0,-1 0-1 0 0,0-1 1 0 0,0 0-1 0 0,14-6 1 0 0,-14 5-25 0 0,0-1 0 0 0,0 0-1 0 0,0-1 1 0 0,-1 0 0 0 0,0 0 0 0 0,0 0 0 0 0,0-1-1 0 0,-1 0 1 0 0,0 0 0 0 0,0-1 0 0 0,9-12 0 0 0,-8 7 20 0 0,-1 1 1 0 0,0-1-1 0 0,-1 0 0 0 0,0-1 1 0 0,-1 1-1 0 0,-1-1 1 0 0,3-16-1 0 0,0 5 97 0 0,-4 17 108 0 0,0-1 1 0 0,0 1-1 0 0,0-16 0 0 0,10 193 3063 0 0,-5-89-2476 0 0,26 994 4845 0 0,-37-985-5331 0 0,-14 91 0 0 0,13-149-191 0 0,-2-1 0 0 0,0 1 0 0 0,-3-2-1 0 0,0 1 1 0 0,-2-1 0 0 0,-20 36 0 0 0,26-56-56 0 0,0 0 0 0 0,-1 0-1 0 0,0-1 1 0 0,0 0 0 0 0,-1 0 0 0 0,-1-1-1 0 0,1 0 1 0 0,-1 0 0 0 0,-19 12 0 0 0,23-17-31 0 0,-1 0 1 0 0,1-1 0 0 0,-1 0-1 0 0,0 1 1 0 0,0-2-1 0 0,0 1 1 0 0,0-1 0 0 0,0 0-1 0 0,0 0 1 0 0,0-1 0 0 0,0 1-1 0 0,0-1 1 0 0,-1-1 0 0 0,1 1-1 0 0,0-1 1 0 0,0 0 0 0 0,0-1-1 0 0,0 1 1 0 0,0-1-1 0 0,-7-4 1 0 0,2 1-9 0 0,0-1 0 0 0,0 0 0 0 0,1 0 0 0 0,0-1 0 0 0,0-1 0 0 0,1 0 0 0 0,0 0 1 0 0,0-1-1 0 0,-13-18 0 0 0,12 13-36 0 0,1-1 1 0 0,0 0 0 0 0,1 0-1 0 0,1-1 1 0 0,1 0 0 0 0,-7-23 0 0 0,6 6-143 0 0,1-1 1 0 0,1 0 0 0 0,2 1 0 0 0,1-1 0 0 0,2 0 0 0 0,7-57 0 0 0,0 45-306 0 0,2 1-1 0 0,1 0 1 0 0,3 0 0 0 0,2 1 0 0 0,1 0-1 0 0,2 2 1 0 0,3 0 0 0 0,1 1-1 0 0,1 1 1 0 0,3 1 0 0 0,1 1 0 0 0,2 2-1 0 0,1 1 1 0 0,2 1 0 0 0,2 2 0 0 0,0 1-1 0 0,2 1 1 0 0,1 3 0 0 0,77-44-1 0 0,-52 40-1902 0 0,106-36 0 0 0,-8 16-5177 0 0,-119 39 3376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2:27.9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64 1960 0 0,'-25'-62'6129'0'0,"24"60"-5447"0"0,2 4-55 0 0,40 152 2228 0 0,20 158-1 0 0,-46-201-2401 0 0,-5 1 1 0 0,-7 142-1 0 0,-3-231-390 0 0,1-16-28 0 0,-1 0-1 0 0,0 0 0 0 0,-1 0 0 0 0,0 0 1 0 0,0 0-1 0 0,-3 11 0 0 0,3-17-12 0 0,0 1-12 0 0,1-2-11 0 0,0 0 1 0 0,0 0 0 0 0,0 0 0 0 0,0 0 0 0 0,0 0 0 0 0,0 0-1 0 0,0 0 1 0 0,0 0 0 0 0,0 0 0 0 0,0 0 0 0 0,0 0 0 0 0,0 0-1 0 0,-1 0 1 0 0,1 0 0 0 0,0 0 0 0 0,0 0 0 0 0,0 0 0 0 0,0 0-1 0 0,0 0 1 0 0,0 0 0 0 0,0 0 0 0 0,0 0 0 0 0,0 0 0 0 0,0 0-1 0 0,0 0 1 0 0,-1 0 0 0 0,1 0 0 0 0,0 0 0 0 0,0 0 0 0 0,0 0 0 0 0,0 0-1 0 0,0 0 1 0 0,0 0 0 0 0,0 0 0 0 0,0 0 0 0 0,0 0 0 0 0,0 0-1 0 0,0 0 1 0 0,0 0 0 0 0,-1 0 0 0 0,1 0 0 0 0,0 0 0 0 0,0 0-1 0 0,0 0 1 0 0,0 0 0 0 0,0-1 0 0 0,0 1 0 0 0,0 0 0 0 0,0 0-1 0 0,0 0 1 0 0,0 0 0 0 0,0 0 0 0 0,0 0 0 0 0,0 0 0 0 0,0 0-1 0 0,0 0 1 0 0,0 0 0 0 0,0 0 0 0 0,0-1 0 0 0,0 1 0 0 0,-3-10-24 0 0,2-10-25 0 0,1-4 22 0 0,1 0 1 0 0,1 1 0 0 0,2-1-1 0 0,0 0 1 0 0,2 1 0 0 0,0 0-1 0 0,1 0 1 0 0,2 1-1 0 0,0 0 1 0 0,2 0 0 0 0,21-33-1 0 0,-28 49 22 0 0,0 1 0 0 0,0 0 0 0 0,1 0 0 0 0,-1 1 0 0 0,1-1 0 0 0,0 1 0 0 0,1 0 1 0 0,-1 0-1 0 0,1 1 0 0 0,0-1 0 0 0,0 1 0 0 0,0 1 0 0 0,0-1 0 0 0,0 1 0 0 0,1 0 0 0 0,9-2 0 0 0,-10 4 8 0 0,0-1 0 0 0,0 1 0 0 0,0 0 0 0 0,0 1 0 0 0,0 0 1 0 0,0 0-1 0 0,0 0 0 0 0,0 0 0 0 0,0 1 0 0 0,-1 0 0 0 0,1 0 0 0 0,0 1 0 0 0,-1-1 0 0 0,0 1 0 0 0,1 0 1 0 0,-1 1-1 0 0,-1-1 0 0 0,7 6 0 0 0,-4-2 11 0 0,1 1-1 0 0,-1 0 1 0 0,-1 0 0 0 0,1 0 0 0 0,-1 1-1 0 0,-1 0 1 0 0,0 0 0 0 0,0 0-1 0 0,-1 1 1 0 0,0 0 0 0 0,0 0 0 0 0,-1 0-1 0 0,-1 0 1 0 0,0 0 0 0 0,0 0 0 0 0,-1 1-1 0 0,0-1 1 0 0,-1 1 0 0 0,0-1 0 0 0,0 1-1 0 0,-2-1 1 0 0,1 1 0 0 0,-1-1 0 0 0,0 0-1 0 0,-1 0 1 0 0,-1 0 0 0 0,1 0-1 0 0,-1 0 1 0 0,-1-1 0 0 0,0 0 0 0 0,0 0-1 0 0,-12 15 1 0 0,7-13 3 0 0,-1 0-1 0 0,0-1 0 0 0,-1 0 1 0 0,1-1-1 0 0,-2 0 0 0 0,0-1 1 0 0,0-1-1 0 0,0 0 1 0 0,-1 0-1 0 0,1-2 0 0 0,-2 1 1 0 0,-20 4-1 0 0,19-6-263 0 0,-1-1 0 0 0,0-1 0 0 0,0 0 0 0 0,-1-1 0 0 0,1-1 0 0 0,0 0 0 0 0,0-2 0 0 0,0 0 1 0 0,0-1-1 0 0,-29-8 0 0 0,45 11 111 0 0,0 0 0 0 0,0-1 1 0 0,0 1-1 0 0,0 0 0 0 0,0-1 0 0 0,0 1 1 0 0,0-1-1 0 0,0 1 0 0 0,0-1 1 0 0,0 1-1 0 0,0-1 0 0 0,1 0 0 0 0,-1 1 1 0 0,0-1-1 0 0,0 0 0 0 0,1 0 1 0 0,-1 0-1 0 0,0 1 0 0 0,1-1 0 0 0,-1 0 1 0 0,1 0-1 0 0,-1 0 0 0 0,1 0 1 0 0,-1 0-1 0 0,1 0 0 0 0,0 0 0 0 0,-1 0 1 0 0,1 0-1 0 0,0-1 0 0 0,0 0 1 0 0,0 0-174 0 0,1 0 0 0 0,-1 0 1 0 0,1 0-1 0 0,-1 1 0 0 0,1-1 1 0 0,0 0-1 0 0,0 0 0 0 0,0 0 1 0 0,0 1-1 0 0,0-1 0 0 0,0 0 1 0 0,1 1-1 0 0,-1-1 0 0 0,3-2 1 0 0,11-8-2778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2:28.4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230 69 364 0 0,'8'-6'1120'0'0,"-1"3"-23"0"0,-1-2 0 0 0,0 1 1 0 0,0-1-1 0 0,0 0 0 0 0,9-10 0 0 0,-15 14-1040 0 0,1 1 0 0 0,-1 0 0 0 0,0-1 0 0 0,1 1 0 0 0,-1-1 0 0 0,0 1 0 0 0,0-1 0 0 0,1 0 0 0 0,-1 1 0 0 0,0-1 0 0 0,0 1 0 0 0,0-1 0 0 0,0 1 0 0 0,0-1 0 0 0,0 1 0 0 0,0-1 0 0 0,0 0 0 0 0,0 1-1 0 0,0-1 1 0 0,0 1 0 0 0,0-1 0 0 0,0 1 0 0 0,0-1 0 0 0,-1 1 0 0 0,1-1 0 0 0,0 0 0 0 0,0 1 0 0 0,-1-1 0 0 0,1 1 0 0 0,0 0 0 0 0,-1-1 0 0 0,1 1 0 0 0,0-1 0 0 0,-1 1 0 0 0,1-1 0 0 0,-1 1 0 0 0,1 0-1 0 0,0-1 1 0 0,-1 1 0 0 0,1 0 0 0 0,-1-1 0 0 0,1 1 0 0 0,-1 0 0 0 0,0 0 0 0 0,1 0 0 0 0,-1-1 0 0 0,1 1 0 0 0,-1 0 0 0 0,0 0 0 0 0,-2-1 73 0 0,0 0 1 0 0,-1 1-1 0 0,1-1 0 0 0,0 1 1 0 0,-1-1-1 0 0,1 1 0 0 0,-6 0 1 0 0,2 2-3 0 0,-1-1 0 0 0,0 2 1 0 0,1-1-1 0 0,-1 1 0 0 0,1 0 0 0 0,0 0 1 0 0,0 1-1 0 0,0 0 0 0 0,-6 5 0 0 0,1 0 39 0 0,1 0-1 0 0,0 1 0 0 0,0 0 0 0 0,-12 18 0 0 0,8-9-31 0 0,2 1 1 0 0,0 0-1 0 0,2 1 1 0 0,0 0-1 0 0,-15 44 1 0 0,25-61-124 0 0,0 0 0 0 0,0 0 0 0 0,0 0 0 0 0,0 0 0 0 0,0 0 0 0 0,1 0 0 0 0,0 1 0 0 0,0-1 0 0 0,0 0 1 0 0,0 0-1 0 0,1 1 0 0 0,0-1 0 0 0,0 0 0 0 0,0 0 0 0 0,0 0 0 0 0,0 0 0 0 0,3 4 0 0 0,-2-5-10 0 0,0 0 1 0 0,0-1-1 0 0,0 1 0 0 0,0-1 1 0 0,1 0-1 0 0,-1 0 1 0 0,1 0-1 0 0,-1 0 0 0 0,1 0 1 0 0,0-1-1 0 0,-1 1 0 0 0,1-1 1 0 0,0 1-1 0 0,0-1 0 0 0,0 0 1 0 0,0 0-1 0 0,1-1 1 0 0,-1 1-1 0 0,0 0 0 0 0,0-1 1 0 0,0 0-1 0 0,6 0 0 0 0,2-1-23 0 0,1 1-1 0 0,-1-2 0 0 0,0 0 1 0 0,0 0-1 0 0,0-1 1 0 0,0 0-1 0 0,-1-1 0 0 0,1 0 1 0 0,-1 0-1 0 0,0-1 0 0 0,0-1 1 0 0,-1 0-1 0 0,0 0 0 0 0,0-1 1 0 0,0 0-1 0 0,-1 0 0 0 0,0-1 1 0 0,0 0-1 0 0,-1-1 0 0 0,0 0 1 0 0,0 0-1 0 0,-1 0 1 0 0,0-1-1 0 0,-1 0 0 0 0,0 0 1 0 0,-1 0-1 0 0,6-18 0 0 0,-5 7 182 0 0,2-31 0 0 0,1-1 711 0 0,-7 50-444 0 0,-12 13-204 0 0,8-4-182 0 0,0 1 0 0 0,1-1 1 0 0,0 1-1 0 0,0-1 1 0 0,0 1-1 0 0,0 11 0 0 0,-2 3 16 0 0,-5 14 136 0 0,-6 60 0 0 0,14-84-636 0 0,1 0 1 0 0,0 0-1 0 0,0 0 1 0 0,1 1-1 0 0,0-1 1 0 0,1 0-1 0 0,1 0 1 0 0,0-1-1 0 0,7 20 0 0 0,-9-27-97 0 0,1 0-1 0 0,0-1 0 0 0,0 1 0 0 0,0 0 0 0 0,0-1 1 0 0,0 1-1 0 0,0-1 0 0 0,0 0 0 0 0,1 0 0 0 0,-1 0 0 0 0,5 3 1 0 0,6 1-3263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2:28.7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181 83 764 0 0,'-3'-43'5105'0'0,"3"41"-4835"0"0,0 0 0 0 0,-1-1 0 0 0,0 1 0 0 0,1 0 0 0 0,-1-1 0 0 0,0 1 0 0 0,0 0 0 0 0,0 0 0 0 0,0 0 0 0 0,-1 0 0 0 0,1 0 0 0 0,-1 0 0 0 0,1 0 0 0 0,-4-3 0 0 0,4 4-167 0 0,-1 1-1 0 0,1-1 1 0 0,-1 0 0 0 0,0 1 0 0 0,1-1 0 0 0,-1 1-1 0 0,1 0 1 0 0,-1 0 0 0 0,0-1 0 0 0,1 1-1 0 0,-1 0 1 0 0,0 0 0 0 0,1 1 0 0 0,-1-1-1 0 0,0 0 1 0 0,-2 1 0 0 0,-25 10 635 0 0,19-5-530 0 0,1-1-1 0 0,-1 2 0 0 0,1 0 0 0 0,1 0 0 0 0,-1 0 0 0 0,1 1 0 0 0,-13 16 0 0 0,19-21-161 0 0,0 0 0 0 0,0 0 0 0 0,1 0 0 0 0,-1 0 0 0 0,1 1 1 0 0,-1-1-1 0 0,1 0 0 0 0,0 1 0 0 0,0-1 0 0 0,1 1 0 0 0,-1-1 0 0 0,0 6 0 0 0,2-7-12 0 0,-1 1 0 0 0,0 0-1 0 0,1-1 1 0 0,0 1 0 0 0,-1-1 0 0 0,1 1 0 0 0,0-1-1 0 0,0 0 1 0 0,1 1 0 0 0,-1-1 0 0 0,0 0 0 0 0,1 0-1 0 0,-1 0 1 0 0,1 0 0 0 0,0 0 0 0 0,0 0 0 0 0,-1 0-1 0 0,1-1 1 0 0,3 3 0 0 0,14 9 88 0 0,0-1 1 0 0,35 16-1 0 0,-35-19 27 0 0,1 1 1 0 0,-2 1-1 0 0,19 14 0 0 0,-35-24-113 0 0,-1 0 1 0 0,0 0-1 0 0,1 0 0 0 0,-1 0 1 0 0,0 0-1 0 0,0 0 0 0 0,0 1 0 0 0,0-1 1 0 0,0 0-1 0 0,0 1 0 0 0,0-1 1 0 0,0 1-1 0 0,-1-1 0 0 0,1 1 0 0 0,-1-1 1 0 0,1 1-1 0 0,-1-1 0 0 0,1 1 1 0 0,-1 0-1 0 0,0-1 0 0 0,0 1 0 0 0,0 0 1 0 0,0-1-1 0 0,0 1 0 0 0,0-1 1 0 0,0 1-1 0 0,0 0 0 0 0,-1-1 0 0 0,1 1 1 0 0,-1-1-1 0 0,1 1 0 0 0,-1 0 1 0 0,0-1-1 0 0,1 0 0 0 0,-1 1 0 0 0,0-1 1 0 0,0 1-1 0 0,0-1 0 0 0,0 0 1 0 0,0 0-1 0 0,0 1 0 0 0,-1-1 0 0 0,0 1 1 0 0,-5 3 1 0 0,1 1 0 0 0,-1-1 0 0 0,0 0 0 0 0,0-1 0 0 0,0 0 0 0 0,-1 0 0 0 0,-9 3 0 0 0,4-1-349 0 0,0-2 0 0 0,-1 0 1 0 0,1 0-1 0 0,-1-1 0 0 0,0-1 0 0 0,0 0 1 0 0,-20-1-1 0 0,33-1 191 0 0,1 0 1 0 0,-1 0-1 0 0,1 0 0 0 0,-1 0 1 0 0,1 0-1 0 0,-1 0 0 0 0,1 0 1 0 0,-1 0-1 0 0,1-1 0 0 0,-1 1 1 0 0,1 0-1 0 0,0 0 1 0 0,-1 0-1 0 0,1-1 0 0 0,-1 1 1 0 0,1 0-1 0 0,-1-1 0 0 0,1 1 1 0 0,0 0-1 0 0,-1-1 1 0 0,1 1-1 0 0,0 0 0 0 0,-1-1 1 0 0,1 1-1 0 0,0-1 0 0 0,0 1 1 0 0,-1-1-1 0 0,1 1 1 0 0,0-1-1 0 0,0 1 0 0 0,0-1 1 0 0,0 1-1 0 0,-1-1 0 0 0,1 1 1 0 0,0-1-1 0 0,0 1 1 0 0,0-1-1 0 0,0 1 0 0 0,0-1 1 0 0,0 1-1 0 0,0-1 0 0 0,1 1 1 0 0,-1-1-1 0 0,0 1 1 0 0,0-1-1 0 0,11-20-3855 0 0,-3 8 142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2:29.0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42 64 0 0,'6'-6'1914'0'0,"0"0"-1"0"0,1 0 1 0 0,0 1 0 0 0,0 0 0 0 0,16-8 1251 0 0,-21 13-2929 0 0,-1 0 0 0 0,1 1 0 0 0,-1-1 0 0 0,1 1 1 0 0,-1-1-1 0 0,1 1 0 0 0,-1-1 0 0 0,1 1 0 0 0,-1 0 0 0 0,0 0 1 0 0,1 0-1 0 0,-1 0 0 0 0,0 0 0 0 0,0 0 0 0 0,0 0 0 0 0,0 0 0 0 0,0 1 1 0 0,0-1-1 0 0,0 0 0 0 0,0 1 0 0 0,0-1 0 0 0,-1 0 0 0 0,2 3 0 0 0,13 40 2249 0 0,-12-31-1622 0 0,18 66 1086 0 0,14 105-1 0 0,-27-137-1932 0 0,2-5-2163 0 0,-9-39 1405 0 0,0 0 0 0 0,1 0 0 0 0,-1 0-1 0 0,1 0 1 0 0,-1 0 0 0 0,1 0 0 0 0,0-1 0 0 0,0 1 0 0 0,5 3 0 0 0,-6-5 313 0 0,1-1-1 0 0,-1 1 0 0 0,1-1 1 0 0,-1 0-1 0 0,1 1 1 0 0,-1-1-1 0 0,1 0 0 0 0,0 0 1 0 0,-1 0-1 0 0,1 0 1 0 0,-1-1-1 0 0,1 1 1 0 0,0 0-1 0 0,-1-1 0 0 0,1 1 1 0 0,-1-1-1 0 0,1 1 1 0 0,1-2-1 0 0,11-4-5162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2:29.2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86 2312 0 0,'1'-5'960'0'0,"1"-1"1"0"0,-1 1-1 0 0,0 0 0 0 0,-1-1 0 0 0,1 1 1 0 0,-1-1-1 0 0,0 1 0 0 0,-1-1 0 0 0,1 1 1 0 0,-1 0-1 0 0,0-1 0 0 0,-3-8 0 0 0,4 14-864 0 0,-1-1-1 0 0,1 1 0 0 0,-1-1 1 0 0,1 1-1 0 0,-1-1 1 0 0,1 1-1 0 0,-1-1 0 0 0,1 1 1 0 0,-1 0-1 0 0,0-1 1 0 0,1 1-1 0 0,-1 0 0 0 0,1 0 1 0 0,-1 0-1 0 0,0-1 0 0 0,1 1 1 0 0,-1 0-1 0 0,0 0 1 0 0,1 0-1 0 0,-1 0 0 0 0,0 0 1 0 0,1 0-1 0 0,-1 0 1 0 0,0 0-1 0 0,1 0 0 0 0,-1 0 1 0 0,0 1-1 0 0,0-1 0 0 0,-18 7 1129 0 0,9 1-940 0 0,-1 0 1 0 0,2 1-1 0 0,-1 0 0 0 0,1 0 1 0 0,1 1-1 0 0,-1 0 0 0 0,2 1 1 0 0,0 0-1 0 0,0 0 0 0 0,1 1 1 0 0,0-1-1 0 0,1 1 0 0 0,0 1 1 0 0,-4 16-1 0 0,7-22-263 0 0,1 1 0 0 0,0-1 0 0 0,0 1 0 0 0,1-1 1 0 0,0 1-1 0 0,0 0 0 0 0,0-1 0 0 0,1 1 0 0 0,1-1 0 0 0,-1 1 0 0 0,4 8 0 0 0,-3-10-21 0 0,1 0 1 0 0,0-1-1 0 0,0 1 0 0 0,0-1 0 0 0,1 0 1 0 0,0 0-1 0 0,0 0 0 0 0,0 0 1 0 0,0-1-1 0 0,1 0 0 0 0,0 0 0 0 0,-1 0 1 0 0,2 0-1 0 0,-1-1 0 0 0,7 4 0 0 0,-5-4-264 0 0,0-1-1 0 0,0 1 1 0 0,0-1-1 0 0,0-1 0 0 0,0 1 1 0 0,0-1-1 0 0,1 0 1 0 0,-1-1-1 0 0,1 0 0 0 0,-1 0 1 0 0,0-1-1 0 0,12-2 1 0 0,-7 1-675 0 0,0-1-1 0 0,0 0 1 0 0,0-1 0 0 0,-1 0 0 0 0,0-1 0 0 0,20-11 0 0 0,3-12-4916 0 0,-20 13 820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2:29.4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246 73 420 0 0,'-78'-24'6951'0'0,"-87"-24"3898"0"0,163 47-11095 0 0,53 7-10683 0 0,-37-3 6288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2:30.6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330 975 3572 0 0,'-144'-3'10200'0'0,"143"3"-10143"0"0,0 0 1 0 0,0 0-1 0 0,0-1 1 0 0,-1 1-1 0 0,1 0 1 0 0,0 0-1 0 0,0 0 0 0 0,0-1 1 0 0,0 1-1 0 0,0-1 1 0 0,0 1-1 0 0,0-1 1 0 0,0 1-1 0 0,0-1 1 0 0,0 0-1 0 0,-2-1 0 0 0,3 2-37 0 0,0-1 0 0 0,-1 1-1 0 0,1-1 1 0 0,0 0 0 0 0,0 1-1 0 0,0-1 1 0 0,-1 0-1 0 0,1 1 1 0 0,0-1 0 0 0,0 1-1 0 0,0-1 1 0 0,0 0 0 0 0,0 1-1 0 0,0-1 1 0 0,0 0 0 0 0,0 1-1 0 0,0-1 1 0 0,1 0-1 0 0,-1 1 1 0 0,0-1 0 0 0,1 0-1 0 0,1-4 10 0 0,1 0 0 0 0,0 0 0 0 0,0 1 0 0 0,1-1 0 0 0,4-4-1 0 0,-4 4 23 0 0,48-53 73 0 0,66-83 16 0 0,-100 116-127 0 0,-1 0-1 0 0,-2-1 1 0 0,0-1 0 0 0,12-33-1 0 0,-14 23-15 0 0,-2-1-1 0 0,-1 0 0 0 0,-2 0 1 0 0,-2-1-1 0 0,-2 0 0 0 0,-1 0 0 0 0,-2 0 1 0 0,-1-1-1 0 0,-3 1 0 0 0,-1 0 0 0 0,-15-68 1 0 0,18 106 1 0 0,1 0 1 0 0,0 0-1 0 0,0 0 1 0 0,-1 0-1 0 0,1 0 1 0 0,0 0-1 0 0,-1 0 1 0 0,1 0-1 0 0,-1 0 1 0 0,1 0-1 0 0,-1 0 1 0 0,0 0-1 0 0,1 0 1 0 0,-1 1-1 0 0,0-1 1 0 0,1 0-1 0 0,-2 0 1 0 0,1 0 1 0 0,1 1 0 0 0,-1 0 0 0 0,1 0 0 0 0,-1 0 0 0 0,1 0 1 0 0,-1 0-1 0 0,1 0 0 0 0,0 0 0 0 0,-1 0 0 0 0,1 1 0 0 0,-1-1 0 0 0,1 0 0 0 0,-1 0 0 0 0,1 0 1 0 0,-1 0-1 0 0,1 1 0 0 0,0-1 0 0 0,-1 0 0 0 0,1 0 0 0 0,-1 1 0 0 0,1-1 0 0 0,0 0 0 0 0,-1 1 1 0 0,1-1-1 0 0,0 0 0 0 0,-1 1 0 0 0,-2 3 7 0 0,1 0 1 0 0,-1 0-1 0 0,1 1 1 0 0,0-1-1 0 0,0 0 1 0 0,-2 8-1 0 0,-7 26 52 0 0,3 1-1 0 0,-6 59 1 0 0,3 81 113 0 0,9 18 611 0 0,33 262 0 0 0,62 192 238 0 0,-56-427-786 0 0,79 547 177 0 0,-111-722-398 0 0,-5-34-5 0 0,1 0 0 0 0,1 0 1 0 0,0 0-1 0 0,1 0 1 0 0,1-1-1 0 0,9 24 0 0 0,-13-37-13 0 0,17-3-4 0 0,-14 1 6 0 0,0-1 0 0 0,-1-1-1 0 0,1 1 1 0 0,-1 0-1 0 0,0-1 1 0 0,1 1-1 0 0,-1-1 1 0 0,0 0 0 0 0,0 1-1 0 0,-1-1 1 0 0,1 0-1 0 0,-1 0 1 0 0,1 0-1 0 0,1-6 1 0 0,1-1-4 0 0,7-15-3 0 0,-1-1-1 0 0,0 0 1 0 0,-3 0 0 0 0,0-1-1 0 0,-1 0 1 0 0,-2 0-1 0 0,-1 0 1 0 0,-1-1-1 0 0,-1 1 1 0 0,-1-1-1 0 0,-2 0 1 0 0,-9-52-1 0 0,4 50-4 0 0,-2 0-1 0 0,0 1 1 0 0,-2 1-1 0 0,-1 0 0 0 0,-1 0 1 0 0,-1 1-1 0 0,-2 1 1 0 0,0 0-1 0 0,-2 1 1 0 0,-1 1-1 0 0,-34-33 0 0 0,14 21-4 0 0,-1 2-1 0 0,-2 2 0 0 0,-46-26 1 0 0,-143-71-53 0 0,193 109 54 0 0,38 20 18 0 0,-16-8-16 0 0,1 0 1 0 0,-1-2 0 0 0,2 1 0 0 0,-27-24-1 0 0,38 30-13 0 0,0 0-1 0 0,1 0 1 0 0,-1 0-1 0 0,1 0 1 0 0,-1 0-1 0 0,1 0 0 0 0,0-1 1 0 0,1 1-1 0 0,-1-1 1 0 0,0 1-1 0 0,1-1 1 0 0,0 0-1 0 0,0 0 1 0 0,0 0-1 0 0,0 1 1 0 0,1-1-1 0 0,0 0 0 0 0,0 0 1 0 0,0 0-1 0 0,0 0 1 0 0,0 0-1 0 0,1 0 1 0 0,-1 0-1 0 0,1 0 1 0 0,0 1-1 0 0,0-1 0 0 0,1 0 1 0 0,2-5-1 0 0,8-13-134 0 0,1 0 0 0 0,1 1 0 0 0,1 0 0 0 0,1 2 0 0 0,0 0 0 0 0,30-26-1 0 0,126-92-693 0 0,95-35-240 0 0,-42 30-291 0 0,-222 140 1367 0 0,20-14-213 0 0,24-21 1 0 0,-41 32 199 0 0,-1 0-1 0 0,0 0 1 0 0,0-1 0 0 0,0 1 0 0 0,-1-1-1 0 0,0 0 1 0 0,0-1 0 0 0,-1 1 0 0 0,5-11-1 0 0,-8 15 34 0 0,1 1 0 0 0,-1 0-1 0 0,1 0 1 0 0,-1-1 0 0 0,0 1-1 0 0,0 0 1 0 0,0-1 0 0 0,0 1-1 0 0,0-1 1 0 0,0 1-1 0 0,0 0 1 0 0,0-1 0 0 0,0 1-1 0 0,-1 0 1 0 0,1-1 0 0 0,0 1-1 0 0,-1 0 1 0 0,1 0-1 0 0,-1-1 1 0 0,0 1 0 0 0,1 0-1 0 0,-1 0 1 0 0,0 0 0 0 0,0 0-1 0 0,0 0 1 0 0,0 0-1 0 0,0 0 1 0 0,0 0 0 0 0,0 0-1 0 0,0 0 1 0 0,0 0 0 0 0,0 1-1 0 0,0-1 1 0 0,0 0-1 0 0,-1 1 1 0 0,1-1 0 0 0,0 1-1 0 0,0-1 1 0 0,-3 1 0 0 0,1-1 6 0 0,-1 0 0 0 0,1 0 0 0 0,0 1 1 0 0,0 0-1 0 0,-1 0 0 0 0,1 0 0 0 0,0 0 1 0 0,0 0-1 0 0,-1 0 0 0 0,1 1 0 0 0,0 0 1 0 0,0 0-1 0 0,0 0 0 0 0,0 0 1 0 0,-5 2-1 0 0,-2 4 61 0 0,0 1 0 0 0,1 0 0 0 0,1 0 0 0 0,-1 1 0 0 0,1 0-1 0 0,0 1 1 0 0,1 0 0 0 0,0 0 0 0 0,1 0 0 0 0,0 1 0 0 0,-5 15 0 0 0,3-8 21 0 0,2 0 0 0 0,0 1-1 0 0,1 0 1 0 0,1 0 0 0 0,1 1 0 0 0,-2 24-1 0 0,5-37-139 0 0,-1 0-1 0 0,2 1 1 0 0,-1-1-1 0 0,1 0 1 0 0,0 0-1 0 0,0 0 1 0 0,0 0-1 0 0,1 0 1 0 0,1 0 0 0 0,-1 0-1 0 0,1-1 1 0 0,0 1-1 0 0,0-1 1 0 0,1 1-1 0 0,0-1 1 0 0,0-1-1 0 0,1 1 1 0 0,-1 0-1 0 0,1-1 1 0 0,0 0-1 0 0,1 0 1 0 0,-1-1-1 0 0,1 1 1 0 0,0-1-1 0 0,0 0 1 0 0,0-1-1 0 0,1 0 1 0 0,-1 0 0 0 0,1 0-1 0 0,0 0 1 0 0,-1-1-1 0 0,1-1 1 0 0,0 1-1 0 0,0-1 1 0 0,1 0-1 0 0,8 0 1 0 0,4 0-580 0 0,0-2 0 0 0,0 0 1 0 0,0-1-1 0 0,0-1 1 0 0,30-8-1 0 0,-14 0-785 0 0,-2-1 0 0 0,38-20 1 0 0,-28 10-42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2:31.3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189 136 1184 0 0,'1'-12'1256'0'0,"0"1"0"0"0,-1-1 0 0 0,-3-21 1 0 0,2 29-963 0 0,0-1 1 0 0,0 1 0 0 0,0-1 0 0 0,-1 1 0 0 0,0 0-1 0 0,0 0 1 0 0,0-1 0 0 0,0 1 0 0 0,0 0 0 0 0,-1 1-1 0 0,0-1 1 0 0,-4-4 0 0 0,6 7-238 0 0,0 1 0 0 0,-1-1 0 0 0,1 0 0 0 0,-1 1 0 0 0,1-1 0 0 0,-1 1 0 0 0,1 0 0 0 0,-1-1 0 0 0,1 1 0 0 0,-1 0 0 0 0,0 0 0 0 0,1 0 0 0 0,-1 0 0 0 0,1 0 0 0 0,-1 1 0 0 0,1-1 0 0 0,-1 0 0 0 0,1 1 0 0 0,-1-1 0 0 0,1 1 0 0 0,-1-1 0 0 0,1 1 0 0 0,-1 0 0 0 0,1 0 0 0 0,0 0 0 0 0,0 0 0 0 0,-1 0 0 0 0,-1 1 0 0 0,-5 6 217 0 0,1 0 1 0 0,-1 0 0 0 0,1 1 0 0 0,1-1-1 0 0,0 2 1 0 0,-10 17 0 0 0,-22 63 690 0 0,34-78-886 0 0,0 1 0 0 0,1 1 1 0 0,0-1-1 0 0,1 0 0 0 0,0 1 0 0 0,2-1 0 0 0,-1 1 1 0 0,1 0-1 0 0,1-1 0 0 0,3 15 0 0 0,-3-23-105 0 0,-1 0 1 0 0,2-1-1 0 0,-1 1 0 0 0,0-1 0 0 0,1 1 0 0 0,0-1 0 0 0,0 0 0 0 0,0 0 0 0 0,1 0 1 0 0,-1 0-1 0 0,1 0 0 0 0,0 0 0 0 0,0-1 0 0 0,0 1 0 0 0,1-1 0 0 0,-1 0 0 0 0,1 0 0 0 0,-1 0 1 0 0,1-1-1 0 0,0 1 0 0 0,0-1 0 0 0,1 0 0 0 0,-1 0 0 0 0,0 0 0 0 0,1 0 0 0 0,-1-1 1 0 0,1 0-1 0 0,-1 0 0 0 0,1 0 0 0 0,0-1 0 0 0,-1 1 0 0 0,7-1 0 0 0,-5 0-33 0 0,-1-1 0 0 0,1 1 0 0 0,-1-1 0 0 0,1 0 0 0 0,-1 0 0 0 0,0 0 0 0 0,0-1 0 0 0,1 0 0 0 0,-1 0 0 0 0,0 0 0 0 0,-1-1 0 0 0,1 0 0 0 0,0 0 0 0 0,-1 0 0 0 0,1 0 0 0 0,-1-1 0 0 0,0 1 0 0 0,0-1 0 0 0,-1 0 0 0 0,6-7 0 0 0,-3 2 21 0 0,-1 0 1 0 0,0 0-1 0 0,-1-1 1 0 0,0 1-1 0 0,0-1 1 0 0,-1 0-1 0 0,0 0 1 0 0,-1-1-1 0 0,2-19 1 0 0,-3 19-15 0 0,7-111 1952 0 0,-9 133-1511 0 0,1 14-51 0 0,1 1 0 0 0,1-1 0 0 0,2 0-1 0 0,7 29 1 0 0,-9-46-316 0 0,0 0-1 0 0,1 0 1 0 0,0 0-1 0 0,0 0 1 0 0,1-1-1 0 0,0 1 1 0 0,0-1-1 0 0,1 0 0 0 0,0 0 1 0 0,0 0-1 0 0,0-1 1 0 0,1 0-1 0 0,0 0 1 0 0,1 0-1 0 0,-1-1 1 0 0,10 6-1 0 0,-6-7-46 0 0,-1 0 0 0 0,1-1 0 0 0,0 0 0 0 0,0-1 0 0 0,0 0 0 0 0,0-1 0 0 0,0 0 0 0 0,0 0 0 0 0,1-1 0 0 0,-1-1 0 0 0,0 1 0 0 0,0-2 0 0 0,0 1 0 0 0,0-2 0 0 0,0 1 0 0 0,0-1 0 0 0,-1-1 0 0 0,1 0 0 0 0,8-5 0 0 0,-12 6-14 0 0,0-2 1 0 0,0 1-1 0 0,0-1 1 0 0,-1 0-1 0 0,0 0 1 0 0,0 0-1 0 0,-1-1 1 0 0,1 1-1 0 0,-1-1 1 0 0,0 0-1 0 0,5-13 1 0 0,-5 9 6 0 0,0 0 0 0 0,-1 0 0 0 0,-1 0 0 0 0,0-1 0 0 0,0 1 0 0 0,-1-1 0 0 0,0-15 0 0 0,-1 5 38 0 0,-2 0 0 0 0,-1 0-1 0 0,-1 1 1 0 0,0-1 0 0 0,-2 1-1 0 0,0 0 1 0 0,-15-32-1 0 0,17 43 37 0 0,2 3-28 0 0,-1 1-1 0 0,0 0 0 0 0,0 0 0 0 0,0 0 1 0 0,-7-7-1 0 0,9 10-29 0 0,11 25 28 0 0,13-1 12 0 0,1 0 0 0 0,1-1-1 0 0,28 17 1 0 0,-31-23-12 0 0,0 0 0 0 0,-1 2 0 0 0,-1 1 0 0 0,-1 0 0 0 0,23 28 0 0 0,-39-43 17 0 0,-1 0 1 0 0,0 0-1 0 0,0 1 1 0 0,0-1-1 0 0,0 1 1 0 0,0 0 0 0 0,-1-1-1 0 0,0 1 1 0 0,0 0-1 0 0,0 0 1 0 0,0 0 0 0 0,0 0-1 0 0,-1 0 1 0 0,0 0-1 0 0,0 0 1 0 0,0 0 0 0 0,-1 7-1 0 0,0-7-1 0 0,-1 1 0 0 0,1-1 0 0 0,-1 0 0 0 0,0 0 0 0 0,0 0-1 0 0,-1-1 1 0 0,1 1 0 0 0,-1 0 0 0 0,1-1 0 0 0,-1 0 0 0 0,-1 1 0 0 0,1-1 0 0 0,0 0-1 0 0,-1-1 1 0 0,-6 5 0 0 0,3-2-128 0 0,0 0 0 0 0,-1-1-1 0 0,0 0 1 0 0,0-1 0 0 0,0 0 0 0 0,0 0-1 0 0,0-1 1 0 0,0 0 0 0 0,-1 0 0 0 0,1 0-1 0 0,-1-2 1 0 0,0 1 0 0 0,1-1 0 0 0,-1 0-1 0 0,1 0 1 0 0,-1-1 0 0 0,-14-4-1 0 0,23 5 5 0 0,-1 0 0 0 0,1 0 0 0 0,-1 0 0 0 0,0 0 0 0 0,1-1 0 0 0,-1 1 0 0 0,1 0 0 0 0,-1-1 0 0 0,0 1 0 0 0,1 0 0 0 0,-1-1 0 0 0,1 1 0 0 0,-1-1 0 0 0,1 1 0 0 0,0 0 0 0 0,-1-1 0 0 0,1 1 0 0 0,-1-1 0 0 0,1 1 0 0 0,0-1 0 0 0,-1 0 0 0 0,1 1 0 0 0,0-1 0 0 0,0 1 0 0 0,-1-1 0 0 0,1 0 0 0 0,0 1 0 0 0,0-1 0 0 0,0 0 0 0 0,0 1 0 0 0,0-1 0 0 0,0 1 0 0 0,0-1 0 0 0,0 0 0 0 0,0 1 0 0 0,0-1 0 0 0,0 0 0 0 0,0 1 0 0 0,0-1 0 0 0,1 0 0 0 0,-1 1 0 0 0,1-2 0 0 0,15-22-3990 0 0,-4 8-857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2:31.5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64 108 0 0,'5'-10'2474'0'0,"-2"0"0"0"0,1 0 0 0 0,-1 0 0 0 0,1-14 1589 0 0,3 48-2955 0 0,6 72 715 0 0,-8-45-2142 0 0,2-2-1 0 0,24 82 0 0 0,-26-119-465 0 0,-4-10-61 0 0,0 0 0 0 0,1 0 1 0 0,12 11-5076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2:31.7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124 150 1788 0 0,'-14'-24'2728'0'0,"-1"1"0"0"0,-24-26 0 0 0,27 35-2339 0 0,-1 1 0 0 0,-16-13 0 0 0,28 25-938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2:32.8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 2240 0 0,'12'6'6187'0'0,"-8"5"-5302"0"0,0 0-1 0 0,-1 0 1 0 0,0 0 0 0 0,-1 1 0 0 0,0-1-1 0 0,-1 1 1 0 0,1 14 0 0 0,-1-3-253 0 0,9 73 987 0 0,1 12-548 0 0,-4 195-1 0 0,-8-261-1017 0 0,1-29-76 0 0,0 0 0 0 0,0 1 0 0 0,-1-1 0 0 0,-1 0 0 0 0,0 0 0 0 0,-1 0 0 0 0,-6 17 0 0 0,8-29-41 0 0,1 0-1 0 0,0 0 0 0 0,-1 0 0 0 0,1 0 1 0 0,-1 0-1 0 0,1-1 0 0 0,-1 1 1 0 0,1 0-1 0 0,-1 0 0 0 0,1 0 0 0 0,-1-1 1 0 0,0 1-1 0 0,0 0 0 0 0,1-1 0 0 0,-1 1 1 0 0,0-1-1 0 0,0 1 0 0 0,0-1 0 0 0,0 1 1 0 0,1-1-1 0 0,-3 1 0 0 0,3-1 19 0 0,-1 0 0 0 0,0 0-1 0 0,1-1 1 0 0,-1 1 0 0 0,0 0 0 0 0,1-1-1 0 0,-1 1 1 0 0,1 0 0 0 0,-1-1 0 0 0,0 1-1 0 0,1-1 1 0 0,-1 1 0 0 0,1-1 0 0 0,0 1-1 0 0,-1-1 1 0 0,1 1 0 0 0,-1-1 0 0 0,1 1-1 0 0,0-1 1 0 0,-1 0 0 0 0,1 1 0 0 0,-1-2-1 0 0,-1-3-136 0 0,0-1-1 0 0,0 0 0 0 0,1 0 0 0 0,0 1 0 0 0,-1-11 0 0 0,2 6 127 0 0,0-1-1 0 0,1 0 1 0 0,0 0 0 0 0,1 0 0 0 0,1 1 0 0 0,-1-1 0 0 0,2 1-1 0 0,-1 0 1 0 0,1 0 0 0 0,1 0 0 0 0,0 0 0 0 0,0 1 0 0 0,1 0 0 0 0,0 0-1 0 0,1 0 1 0 0,0 1 0 0 0,14-14 0 0 0,-13 15 52 0 0,-1 1 0 0 0,0 0-1 0 0,1 0 1 0 0,0 1 0 0 0,1 0 0 0 0,-1 0 0 0 0,1 1 0 0 0,0 0-1 0 0,0 0 1 0 0,0 1 0 0 0,1 0 0 0 0,-1 1 0 0 0,1 0 0 0 0,0 1 0 0 0,-1 0-1 0 0,1 0 1 0 0,0 1 0 0 0,0 0 0 0 0,18 3 0 0 0,-24-2 65 0 0,0 0 1 0 0,0 0 0 0 0,0 0-1 0 0,0 1 1 0 0,0-1-1 0 0,0 1 1 0 0,-1 0 0 0 0,1 0-1 0 0,-1 1 1 0 0,1-1 0 0 0,-1 1-1 0 0,0-1 1 0 0,0 1-1 0 0,0 0 1 0 0,0 0 0 0 0,-1 1-1 0 0,1-1 1 0 0,-1 0 0 0 0,0 1-1 0 0,0 0 1 0 0,0-1-1 0 0,0 1 1 0 0,-1 0 0 0 0,1 0-1 0 0,-1 0 1 0 0,0 0 0 0 0,0 0-1 0 0,-1 0 1 0 0,1 0-1 0 0,-1 0 1 0 0,0 1 0 0 0,0-1-1 0 0,0 0 1 0 0,0 0 0 0 0,-1 0-1 0 0,0 0 1 0 0,0 0-1 0 0,0 0 1 0 0,0 0 0 0 0,-1 0-1 0 0,-3 7 1 0 0,1-3 26 0 0,-1 1 0 0 0,0-1 0 0 0,0 0 0 0 0,-1 0 0 0 0,0-1 1 0 0,0 0-1 0 0,-1 0 0 0 0,0 0 0 0 0,0-1 0 0 0,0 0 0 0 0,-1 0 0 0 0,0-1 0 0 0,0 0 0 0 0,-1 0 0 0 0,1-1 0 0 0,-1 0 1 0 0,0 0-1 0 0,0-1 0 0 0,0 0 0 0 0,-1-1 0 0 0,1 0 0 0 0,-1-1 0 0 0,1 0 0 0 0,-1 0 0 0 0,1-1 0 0 0,-12-1 0 0 0,16 1-93 0 0,0-1 0 0 0,0 0 0 0 0,0-1 0 0 0,1 1 0 0 0,-1-1 0 0 0,0 0 0 0 0,1 0 0 0 0,-8-4 0 0 0,11 5-20 0 0,12-7-26 0 0,9 4 26 0 0,0 2 1 0 0,22-1 0 0 0,22-3-312 0 0,1-3-384 0 0,0-2 0 0 0,-1-4 0 0 0,73-26 1 0 0,-126 36 692 0 0,0 0 0 0 0,-1 0 0 0 0,1-1 0 0 0,-1-1 0 0 0,0 0 0 0 0,0 0 0 0 0,-1-1 0 0 0,0 0 1 0 0,-1-1-1 0 0,1 1 0 0 0,-2-2 0 0 0,1 1 0 0 0,-1-1 0 0 0,-1 0 0 0 0,10-20 0 0 0,-7 10 23 0 0,-2-2-1 0 0,0 1 0 0 0,-1-1 0 0 0,-1 0 1 0 0,-1 0-1 0 0,-2-1 0 0 0,1-34 0 0 0,-4-19 998 0 0,-21-135 0 0 0,21 209-969 0 0,1 0 0 0 0,0 0 0 0 0,-1 0-1 0 0,1-1 1 0 0,-1 1 0 0 0,0 0 0 0 0,0 0 0 0 0,0 0 0 0 0,0 0 0 0 0,-2-2 0 0 0,3 3-21 0 0,0 1 0 0 0,0 0 0 0 0,0 0 0 0 0,0 0 1 0 0,0 0-1 0 0,-1 0 0 0 0,1 0 0 0 0,0 0 0 0 0,0-1 1 0 0,0 1-1 0 0,0 0 0 0 0,-1 0 0 0 0,1 0 0 0 0,0 0 1 0 0,0 0-1 0 0,0 0 0 0 0,0 0 0 0 0,-1 0 0 0 0,1 0 1 0 0,0 0-1 0 0,0 0 0 0 0,0 0 0 0 0,-1 0 1 0 0,1 0-1 0 0,0 0 0 0 0,0 0 0 0 0,0 0 0 0 0,0 0 1 0 0,-1 0-1 0 0,1 0 0 0 0,0 1 0 0 0,0-1 0 0 0,0 0 1 0 0,0 0-1 0 0,-1 0 0 0 0,1 0 0 0 0,0 0 0 0 0,0 0 1 0 0,0 1-1 0 0,-7 14 44 0 0,-2 32 267 0 0,2 0 0 0 0,-2 69 0 0 0,9 97 328 0 0,1-192-610 0 0,6 102 138 0 0,-5-108-147 0 0,1 0 1 0 0,0 0-1 0 0,1 0 0 0 0,1 0 1 0 0,0-1-1 0 0,8 15 0 0 0,-11-26-15 0 0,0 1 0 0 0,0-1 0 0 0,0 1-1 0 0,1-1 1 0 0,0 0 0 0 0,0 0 0 0 0,0 0 0 0 0,0 0-1 0 0,0 0 1 0 0,0-1 0 0 0,1 1 0 0 0,-1-1 0 0 0,1 0-1 0 0,0 0 1 0 0,5 1 0 0 0,-2-1-3 0 0,0 0 1 0 0,-1 0-1 0 0,1-1 1 0 0,0 0-1 0 0,0-1 0 0 0,1 1 1 0 0,-1-1-1 0 0,11-2 1 0 0,-5 0-52 0 0,1-1 1 0 0,0 0 0 0 0,-1-1 0 0 0,0 0 0 0 0,0-1 0 0 0,0-1 0 0 0,0 0 0 0 0,20-14-1 0 0,-22 13-12 0 0,-1-1-1 0 0,0 0 0 0 0,0 0 1 0 0,0-1-1 0 0,-1 0 0 0 0,-1-1 0 0 0,1 0 1 0 0,-2 0-1 0 0,1-1 0 0 0,-2 0 1 0 0,1-1-1 0 0,-1 1 0 0 0,6-19 0 0 0,-12 29 59 0 0,1 0-1 0 0,-1 0 0 0 0,1 0 1 0 0,-1 0-1 0 0,0 0 0 0 0,1 0 1 0 0,-1 0-1 0 0,0 0 0 0 0,0 0 1 0 0,0 0-1 0 0,0 0 0 0 0,0 0 1 0 0,0 0-1 0 0,0 0 0 0 0,0-1 1 0 0,0 1-1 0 0,-1 0 0 0 0,1 0 0 0 0,0 0 1 0 0,-1 0-1 0 0,1 1 0 0 0,-1-1 1 0 0,1 0-1 0 0,-1 0 0 0 0,1 0 1 0 0,-1 0-1 0 0,0 0 0 0 0,1 0 1 0 0,-1 1-1 0 0,0-1 0 0 0,1 0 1 0 0,-1 1-1 0 0,0-1 0 0 0,0 0 1 0 0,0 1-1 0 0,0-1 0 0 0,0 1 1 0 0,-1-1-1 0 0,0 1 14 0 0,0-1 1 0 0,0 1-1 0 0,-1 0 1 0 0,1 0-1 0 0,0 0 1 0 0,0 0-1 0 0,0 0 0 0 0,0 1 1 0 0,-1-1-1 0 0,1 1 1 0 0,0-1-1 0 0,0 1 1 0 0,0 0-1 0 0,0 0 1 0 0,0 0-1 0 0,-2 1 0 0 0,0 1 3 0 0,0 0 0 0 0,0 0-1 0 0,1 0 1 0 0,-1 0-1 0 0,1 1 1 0 0,0 0 0 0 0,0-1-1 0 0,0 1 1 0 0,0 0-1 0 0,1 0 1 0 0,0 1 0 0 0,0-1-1 0 0,0 0 1 0 0,0 1-1 0 0,0-1 1 0 0,1 1 0 0 0,0 0-1 0 0,-1 7 1 0 0,2-8-9 0 0,0 0 1 0 0,0 0-1 0 0,0 0 1 0 0,0 0-1 0 0,0 0 0 0 0,1 0 1 0 0,0 0-1 0 0,0 0 1 0 0,0 0-1 0 0,0 0 1 0 0,1 0-1 0 0,0-1 0 0 0,-1 1 1 0 0,1-1-1 0 0,1 1 1 0 0,-1-1-1 0 0,0 1 1 0 0,1-1-1 0 0,0 0 1 0 0,-1 0-1 0 0,1-1 0 0 0,4 4 1 0 0,4 1-109 0 0,0-1 1 0 0,0 0-1 0 0,1 0 1 0 0,-1-2-1 0 0,1 1 1 0 0,1-1 0 0 0,24 4-1 0 0,89 6-2697 0 0,8-12-4116 0 0,-64-5 51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2:34.3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250 165 640 0 0,'-51'-35'11158'0'0,"49"34"-10644"0"0,-4 1-373 0 0,0 1 0 0 0,1 0-1 0 0,-1 1 1 0 0,0-1 0 0 0,1 1-1 0 0,0 0 1 0 0,-1 0 0 0 0,1 1-1 0 0,0-1 1 0 0,0 1-1 0 0,1 1 1 0 0,-1-1 0 0 0,0 0-1 0 0,1 1 1 0 0,-6 6 0 0 0,0 1-77 0 0,0 0 1 0 0,1 1 0 0 0,0 0-1 0 0,-13 24 1 0 0,20-32-58 0 0,0 0 0 0 0,1-1 0 0 0,-1 1 0 0 0,1 1 1 0 0,0-1-1 0 0,0 0 0 0 0,0 0 0 0 0,1 0 0 0 0,-1 0 0 0 0,1 1 0 0 0,0-1 0 0 0,0 0 0 0 0,2 8 1 0 0,0-5-3 0 0,0 0 1 0 0,0 0 0 0 0,1-1-1 0 0,-1 1 1 0 0,1-1 0 0 0,1 0-1 0 0,7 10 1 0 0,4 4 11 0 0,2-2-1 0 0,1 0 1 0 0,32 27 0 0 0,-42-39-6 0 0,11 9 38 0 0,-3-2 19 0 0,0 1-1 0 0,-1 0 0 0 0,0 1 1 0 0,22 29-1 0 0,-36-42-5 0 0,1 0 0 0 0,-1 0 0 0 0,0 0 0 0 0,0 0 0 0 0,0 0 0 0 0,0 0 0 0 0,-1 0 0 0 0,1 0 0 0 0,-1 1 0 0 0,1-1 0 0 0,-1 0 0 0 0,0 0 0 0 0,0 1-1 0 0,0-1 1 0 0,0 0 0 0 0,0 1 0 0 0,0-1 0 0 0,0 0 0 0 0,-2 5 0 0 0,0-4 3 0 0,1 1-1 0 0,-1-1 1 0 0,0 0-1 0 0,0 0 1 0 0,-1 0-1 0 0,1 0 1 0 0,0 0-1 0 0,-1-1 1 0 0,0 1-1 0 0,0-1 1 0 0,-3 3-1 0 0,-6 3 49 0 0,-1-1 0 0 0,1 0 0 0 0,-1-1 0 0 0,0 0 0 0 0,-17 4 0 0 0,11-5 3 0 0,0 0-1 0 0,-23 3 1 0 0,34-7-210 0 0,0-1 1 0 0,0 1-1 0 0,0-1 0 0 0,0-1 1 0 0,0 0-1 0 0,0 0 0 0 0,-16-4 1 0 0,23 5 20 0 0,1-1 0 0 0,-1 1 0 0 0,0 0 0 0 0,0-1 0 0 0,0 1 0 0 0,0 0 0 0 0,0-1 0 0 0,1 1 0 0 0,-1-1 0 0 0,0 1 0 0 0,0-1 0 0 0,1 0 0 0 0,-1 1 0 0 0,0-1 0 0 0,1 0 0 0 0,-1 0 0 0 0,0 1 0 0 0,1-1 0 0 0,-1 0 0 0 0,1 0 0 0 0,0 0 1 0 0,-1 1-1 0 0,1-1 0 0 0,0 0 0 0 0,-1 0 0 0 0,1 0 0 0 0,0 0 0 0 0,0 0 0 0 0,0 0 0 0 0,0 0 0 0 0,0 0 0 0 0,0 0 0 0 0,0 0 0 0 0,0 0 0 0 0,0 0 0 0 0,0 0 0 0 0,0 1 0 0 0,1-1 0 0 0,-1 0 0 0 0,0 0 0 0 0,1 0 0 0 0,-1 0 0 0 0,1 0 0 0 0,-1 0 0 0 0,1 1 1 0 0,-1-1-1 0 0,2-1 0 0 0,2-5-263 0 0,1 1 0 0 0,1-1 0 0 0,-1 1 0 0 0,8-6 0 0 0,-12 11 247 0 0,49-43-1792 0 0,60-40 0 0 0,-38 31 1099 0 0,20-20 2042 0 0,-8-3 4817 0 0,-84 76-6057 0 0,1-1-1 0 0,-1 1 0 0 0,0 0 1 0 0,0 0-1 0 0,0-1 1 0 0,0 1-1 0 0,0 0 1 0 0,0 0-1 0 0,1-1 1 0 0,-1 1-1 0 0,0 0 1 0 0,0 0-1 0 0,0-1 1 0 0,1 1-1 0 0,-1 0 0 0 0,0 0 1 0 0,0 0-1 0 0,1 0 1 0 0,-1-1-1 0 0,0 1 1 0 0,1 0-1 0 0,-1 0 1 0 0,0 0-1 0 0,0 0 1 0 0,1 0-1 0 0,-1 0 1 0 0,0 0-1 0 0,1 0 0 0 0,-1 0 1 0 0,0 0-1 0 0,1 0 1 0 0,-1 0-1 0 0,0 0 1 0 0,0 0-1 0 0,1 0 1 0 0,-1 0-1 0 0,0 0 1 0 0,1 0-1 0 0,-1 0 1 0 0,0 0-1 0 0,0 0 0 0 0,1 1 1 0 0,-1-1-1 0 0,0 0 1 0 0,0 0-1 0 0,1 0 1 0 0,-1 1-1 0 0,0-1 1 0 0,0 0-1 0 0,1 0 1 0 0,-1 0-1 0 0,0 1 1 0 0,0-1-1 0 0,0 0 0 0 0,0 0 1 0 0,1 1-1 0 0,-1-1 1 0 0,0 0-1 0 0,0 1 1 0 0,0-1-1 0 0,0 0 1 0 0,0 0-1 0 0,0 1 1 0 0,0-1-1 0 0,0 0 1 0 0,0 1-1 0 0,0 22 522 0 0,0-20-430 0 0,-1 21 104 0 0,0 0 1 0 0,2 0-1 0 0,1 0 1 0 0,1 0-1 0 0,1-1 1 0 0,0 1 0 0 0,11 26-1 0 0,-13-42-198 0 0,1-1-1 0 0,0 1 1 0 0,1-1 0 0 0,0 0-1 0 0,0-1 1 0 0,0 1-1 0 0,1-1 1 0 0,0 1 0 0 0,0-1-1 0 0,1-1 1 0 0,0 1 0 0 0,0-1-1 0 0,0 0 1 0 0,0 0 0 0 0,1-1-1 0 0,0 0 1 0 0,0 0-1 0 0,0-1 1 0 0,0 1 0 0 0,1-2-1 0 0,-1 1 1 0 0,1-1 0 0 0,0 0-1 0 0,-1-1 1 0 0,9 1-1 0 0,-11-1-9 0 0,0 0-1 0 0,0-1 0 0 0,0 0 1 0 0,0 0-1 0 0,0-1 1 0 0,0 1-1 0 0,0-1 0 0 0,0 0 1 0 0,0 0-1 0 0,-1-1 0 0 0,1 1 1 0 0,0-1-1 0 0,-1 0 0 0 0,0-1 1 0 0,1 1-1 0 0,-1-1 0 0 0,0 1 1 0 0,0-1-1 0 0,0-1 0 0 0,0 1 1 0 0,-1 0-1 0 0,1-1 0 0 0,-1 0 1 0 0,0 0-1 0 0,0 0 0 0 0,-1 0 1 0 0,1 0-1 0 0,-1-1 0 0 0,0 1 1 0 0,0-1-1 0 0,0 1 0 0 0,0-1 1 0 0,-1 0-1 0 0,0 0 0 0 0,0 1 1 0 0,0-11-1 0 0,0 3-12 0 0,0 0 0 0 0,-1-1 0 0 0,-1 1 0 0 0,0 0 0 0 0,-1-1 0 0 0,0 1 0 0 0,-1 0 0 0 0,0 0 0 0 0,-1 0 0 0 0,0 1 0 0 0,-1 0 0 0 0,0-1 0 0 0,-8-10 0 0 0,10 17-1 0 0,0 0 0 0 0,-1 0 0 0 0,0 0-1 0 0,0 0 1 0 0,0 1 0 0 0,0 0 0 0 0,-1-1 0 0 0,1 2 0 0 0,-1-1 0 0 0,0 0-1 0 0,0 1 1 0 0,-1 0 0 0 0,1 0 0 0 0,-1 1 0 0 0,1 0 0 0 0,-1 0 0 0 0,0 0 0 0 0,0 0-1 0 0,0 1 1 0 0,0 0 0 0 0,0 0 0 0 0,0 1 0 0 0,0-1 0 0 0,0 2 0 0 0,0-1-1 0 0,0 0 1 0 0,-12 4 0 0 0,13-3 4 0 0,0 1 0 0 0,0 0-1 0 0,0 0 1 0 0,0 0 0 0 0,0 1 0 0 0,0 0-1 0 0,1 0 1 0 0,-1 0 0 0 0,1 1 0 0 0,0-1-1 0 0,0 1 1 0 0,0 0 0 0 0,1 0 0 0 0,-1 0 0 0 0,-4 9-1 0 0,6-11-18 0 0,1 0-1 0 0,0 0 0 0 0,0 1 1 0 0,0-1-1 0 0,0 1 1 0 0,0-1-1 0 0,1 1 0 0 0,-1-1 1 0 0,1 1-1 0 0,-1-1 1 0 0,1 1-1 0 0,0-1 0 0 0,0 1 1 0 0,0-1-1 0 0,0 1 0 0 0,1-1 1 0 0,-1 1-1 0 0,1 0 1 0 0,-1-1-1 0 0,1 0 0 0 0,0 1 1 0 0,0-1-1 0 0,0 1 0 0 0,0-1 1 0 0,1 0-1 0 0,-1 0 1 0 0,1 0-1 0 0,-1 0 0 0 0,1 0 1 0 0,0 0-1 0 0,-1 0 1 0 0,1 0-1 0 0,0-1 0 0 0,0 1 1 0 0,3 1-1 0 0,2 1-162 0 0,0 0 0 0 0,0-1 0 0 0,0 0 0 0 0,0 0 0 0 0,1-1 0 0 0,-1 0 0 0 0,1 0 0 0 0,0 0 0 0 0,0-1 0 0 0,-1 0 0 0 0,15-1 0 0 0,3-1-394 0 0,0-1 0 0 0,33-6 0 0 0,-42 5 450 0 0,0-1 0 0 0,0 0 0 0 0,-1-1 0 0 0,1-1 0 0 0,-1 0 0 0 0,-1-1 0 0 0,1 0 0 0 0,-1-1 0 0 0,0-1 0 0 0,-1-1 0 0 0,0 0 0 0 0,0 0 0 0 0,-1-1 0 0 0,-1-1 0 0 0,1 0 0 0 0,-2 0 0 0 0,0-1 0 0 0,-1-1 0 0 0,0 1 0 0 0,12-28 0 0 0,-4-1 704 0 0,-3 0 0 0 0,15-71 0 0 0,-7 24 1244 0 0,-19 80-1512 0 0,0 9-27 0 0,0 19 212 0 0,-2 33 304 0 0,-1-50-764 0 0,-5 189 1723 0 0,5 142-817 0 0,1-325-975 0 0,0 0 0 0 0,0-1 0 0 0,0 1-1 0 0,1-1 1 0 0,0 1 0 0 0,1-1 0 0 0,0 0 0 0 0,0 0 0 0 0,8 13-1 0 0,-10-18-34 0 0,1 1 1 0 0,0-1-1 0 0,0 0 0 0 0,0 0 0 0 0,0 0 0 0 0,0 0 0 0 0,0 0 0 0 0,0-1 0 0 0,1 1 0 0 0,-1-1 0 0 0,1 1 0 0 0,-1-1 1 0 0,1 0-1 0 0,0 0 0 0 0,-1 0 0 0 0,1 0 0 0 0,0-1 0 0 0,0 1 0 0 0,-1-1 0 0 0,1 0 0 0 0,0 1 0 0 0,0-1 1 0 0,0 0-1 0 0,0-1 0 0 0,-1 1 0 0 0,1-1 0 0 0,0 1 0 0 0,0-1 0 0 0,4-1 0 0 0,0-1-48 0 0,0 0-1 0 0,0 0 1 0 0,0-1-1 0 0,0 1 1 0 0,-1-2-1 0 0,1 1 1 0 0,-1-1-1 0 0,0 0 1 0 0,0 0-1 0 0,-1-1 1 0 0,1 1-1 0 0,-1-1 1 0 0,-1 0-1 0 0,7-11 1 0 0,3-8 283 0 0,-2 0 0 0 0,16-47-1 0 0,-1 3 1747 0 0,-20 51-1331 0 0,-6 15-528 0 0,-1 0 1 0 0,2 0 0 0 0,-1 0 0 0 0,0 0 0 0 0,0 0 0 0 0,4-5 0 0 0,-4 7 21 0 0,0 4-61 0 0,1-1-1 0 0,-1 1 1 0 0,0-1 0 0 0,1 1-1 0 0,-2 0 1 0 0,1 0-1 0 0,0-1 1 0 0,0 1-1 0 0,-1 0 1 0 0,1 4-1 0 0,0-3 12 0 0,6 37 65 0 0,11 44 1 0 0,-15-75-72 0 0,0 0-1 0 0,1 0 0 0 0,0 0 1 0 0,1-1-1 0 0,0 0 1 0 0,8 11-1 0 0,-12-18-22 0 0,0 0 1 0 0,1 0-1 0 0,-1 0 1 0 0,0 0-1 0 0,1-1 0 0 0,0 1 1 0 0,-1-1-1 0 0,1 1 0 0 0,0-1 1 0 0,0 1-1 0 0,0-1 1 0 0,0 0-1 0 0,0 0 0 0 0,0 0 1 0 0,0 0-1 0 0,0 0 0 0 0,0 0 1 0 0,0-1-1 0 0,1 1 1 0 0,-1-1-1 0 0,0 1 0 0 0,0-1 1 0 0,1 0-1 0 0,-1 0 0 0 0,0 0 1 0 0,1 0-1 0 0,-1 0 1 0 0,0-1-1 0 0,0 1 0 0 0,1-1 1 0 0,-1 1-1 0 0,0-1 0 0 0,0 0 1 0 0,0 0-1 0 0,3-2 0 0 0,1 0-46 0 0,-1-1 0 0 0,0-1 0 0 0,0 1 0 0 0,-1-1-1 0 0,1 0 1 0 0,-1 0 0 0 0,0 0 0 0 0,0 0-1 0 0,-1-1 1 0 0,0 1 0 0 0,4-9 0 0 0,0-4 39 0 0,0-1 1 0 0,7-37 0 0 0,3-12 615 0 0,-16 66-580 0 0,4 49 18 0 0,-5-26-110 0 0,2 54 275 0 0,-2-68-513 0 0,1-1 0 0 0,0 1 0 0 0,1-1 0 0 0,0 1 1 0 0,-1-1-1 0 0,2 0 0 0 0,-1 0 0 0 0,6 11 0 0 0,-6-15-120 0 0,0 0-1 0 0,0 0 1 0 0,0 1-1 0 0,0-1 1 0 0,0-1-1 0 0,0 1 1 0 0,1 0-1 0 0,-1 0 1 0 0,1-1-1 0 0,-1 0 1 0 0,1 1-1 0 0,-1-1 1 0 0,1 0-1 0 0,0 0 1 0 0,0 0-1 0 0,-1-1 1 0 0,1 1-1 0 0,0-1 1 0 0,0 1-1 0 0,0-1 1 0 0,3 0-1 0 0,9 0-4320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2:34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4 120 128 0 0,'-3'-120'15250'0'0,"7"382"-11754"0"0,11 138-2633 0 0,-15-372-1805 0 0,2 0-1 0 0,1 0 1 0 0,2 0-1 0 0,12 43 1 0 0,-15-65 150 0 0,0-1 0 0 0,1 0 0 0 0,-1-1 0 0 0,1 1 1 0 0,1 0-1 0 0,-1-1 0 0 0,6 6 0 0 0,10 8-5494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2:34.8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41 392 0 0,'13'-40'14498'0'0,"-16"60"-12774"0"0,-11 149 503 0 0,14-141-2731 0 0,1 0 0 0 0,1 0 0 0 0,2-1-1 0 0,7 30 1 0 0,-10-52-19 0 0,1 1-1 0 0,0-1 1 0 0,0 0-1 0 0,0 0 0 0 0,4 6 1 0 0,-5-9-143 0 0,1 0 0 0 0,-1 0 0 0 0,1 0 0 0 0,0 0 0 0 0,0 0 0 0 0,0 0 0 0 0,3 2 0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2:35.5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12 184 2660 0 0,'3'-27'15083'0'0,"-5"37"-14756"0"0,-3 15 203 0 0,2 0 0 0 0,-2 48 1 0 0,5-65-493 0 0,1-1 1 0 0,0 1-1 0 0,0 0 1 0 0,1-1 0 0 0,0 1-1 0 0,3 7 1 0 0,-4-11-21 0 0,1-1 0 0 0,0 1 0 0 0,0-1 0 0 0,0 1 0 0 0,0-1 0 0 0,1 0 0 0 0,-1 0 0 0 0,1 0 0 0 0,0 0 0 0 0,0 0 0 0 0,0-1 0 0 0,6 4 0 0 0,-5-3-9 0 0,0-1 1 0 0,0 0 0 0 0,1 0 0 0 0,-1-1 0 0 0,1 1 0 0 0,0-1 0 0 0,-1 0 0 0 0,1 0-1 0 0,0 0 1 0 0,0-1 0 0 0,-1 0 0 0 0,1 0 0 0 0,0 0 0 0 0,0 0 0 0 0,-1-1 0 0 0,1 0 0 0 0,0 0-1 0 0,0 0 1 0 0,-1 0 0 0 0,1-1 0 0 0,-1 0 0 0 0,0 0 0 0 0,1 0 0 0 0,-1 0 0 0 0,7-6-1 0 0,-6 4-20 0 0,-1 1 0 0 0,0-1 0 0 0,0 0-1 0 0,0 0 1 0 0,0 0 0 0 0,-1-1-1 0 0,1 1 1 0 0,-1-1 0 0 0,0 0 0 0 0,-1 0-1 0 0,1 0 1 0 0,-1 0 0 0 0,0 0-1 0 0,0 0 1 0 0,-1-1 0 0 0,1 1 0 0 0,-1-1-1 0 0,0 1 1 0 0,-1-1 0 0 0,0 0-1 0 0,0-9 1 0 0,-1 5-19 0 0,-1 1 0 0 0,-1-1 0 0 0,0 1 0 0 0,0 0 0 0 0,-1 0 0 0 0,0 0 0 0 0,-8-13-1 0 0,-43-57-58 0 0,29 44 66 0 0,25 35 16 0 0,1-1 1 0 0,-1 0 0 0 0,1 0-1 0 0,-1 0 1 0 0,1 1-1 0 0,-1-1 1 0 0,1 0 0 0 0,0 0-1 0 0,0 0 1 0 0,-1 0-1 0 0,1 0 1 0 0,0 0-1 0 0,0 0 1 0 0,0 0 0 0 0,0 0-1 0 0,0 0 1 0 0,0 0-1 0 0,0 0 1 0 0,0 1 0 0 0,0-1-1 0 0,0 0 1 0 0,1 0-1 0 0,0-2 1 0 0,0 2-3 0 0,0-1-1 0 0,0 0 1 0 0,0 1-1 0 0,0-1 1 0 0,0 1-1 0 0,1 0 1 0 0,-1-1-1 0 0,1 1 1 0 0,-1 0-1 0 0,1 0 1 0 0,1-1 0 0 0,5-2-20 0 0,-1 0 1 0 0,1 1 0 0 0,-1 0-1 0 0,10-1 1 0 0,-2 0 20 0 0,-1 1 0 0 0,2 1 1 0 0,-1 1-1 0 0,0 0 0 0 0,0 1 0 0 0,0 0 0 0 0,0 2 1 0 0,0-1-1 0 0,0 2 0 0 0,0 0 0 0 0,0 1 0 0 0,0 0 0 0 0,-1 1 1 0 0,0 1-1 0 0,0 0 0 0 0,-1 1 0 0 0,1 1 0 0 0,-2 0 0 0 0,1 0 1 0 0,-1 1-1 0 0,0 1 0 0 0,-1 0 0 0 0,0 1 0 0 0,-1 0 1 0 0,0 0-1 0 0,0 1 0 0 0,-2 1 0 0 0,1 0 0 0 0,8 18 0 0 0,-15-27 28 0 0,0 0-1 0 0,-1 0 1 0 0,1 0-1 0 0,-1 1 1 0 0,0-1-1 0 0,0 1 1 0 0,0-1-1 0 0,-1 1 1 0 0,0-1-1 0 0,0 1 1 0 0,0-1-1 0 0,0 1 1 0 0,-1-1-1 0 0,-1 7 1 0 0,1-8-7 0 0,1 0 0 0 0,-1 0 0 0 0,-1 0 0 0 0,1-1 0 0 0,0 1 0 0 0,-1 0 1 0 0,1-1-1 0 0,-1 1 0 0 0,0-1 0 0 0,0 0 0 0 0,0 1 0 0 0,0-1 0 0 0,0 0 0 0 0,-1 0 0 0 0,1 0 1 0 0,0-1-1 0 0,-1 1 0 0 0,0 0 0 0 0,1-1 0 0 0,-1 0 0 0 0,-3 2 0 0 0,2-3 3 0 0,3-1-15 0 0,0 1-1 0 0,0 0 0 0 0,0-1 1 0 0,0 1-1 0 0,0-1 0 0 0,0 1 1 0 0,1-1-1 0 0,-1 1 1 0 0,0-1-1 0 0,0 0 0 0 0,0 1 1 0 0,1-1-1 0 0,-1 0 0 0 0,0 0 1 0 0,1 0-1 0 0,-1 1 1 0 0,0-1-1 0 0,1 0 0 0 0,-1 0 1 0 0,1 0-1 0 0,0 0 1 0 0,-1 0-1 0 0,1 0 0 0 0,0 0 1 0 0,-1 0-1 0 0,1 0 0 0 0,0 0 1 0 0,0 0-1 0 0,0 0 1 0 0,0 0-1 0 0,0 0 0 0 0,0 0 1 0 0,0 0-1 0 0,0-1 0 0 0,1 1 1 0 0,-1-1-1 0 0,1-1 0 0 0,1-16-27 0 0,2-1 0 0 0,1 1 0 0 0,0 0 0 0 0,1 1 0 0 0,1-1 0 0 0,1 1 0 0 0,0 0 0 0 0,1 1 0 0 0,1 0 0 0 0,1 1 0 0 0,18-21-1 0 0,-26 32 8 0 0,1 1 0 0 0,0 0-1 0 0,1 0 1 0 0,-1 0-1 0 0,1 0 1 0 0,0 1 0 0 0,-1 0-1 0 0,2 0 1 0 0,-1 0-1 0 0,0 0 1 0 0,0 1-1 0 0,9-2 1 0 0,-12 3 17 0 0,1 1 0 0 0,0 0 0 0 0,-1 0 0 0 0,1 0 0 0 0,-1 0 0 0 0,1 1 0 0 0,-1-1 0 0 0,1 1-1 0 0,-1 0 1 0 0,1-1 0 0 0,-1 1 0 0 0,0 0 0 0 0,1 0 0 0 0,-1 1 0 0 0,0-1 0 0 0,0 0 0 0 0,0 1 0 0 0,3 2 0 0 0,1 1 5 0 0,-1 0 0 0 0,1 0 0 0 0,-1 1 1 0 0,7 8-1 0 0,-3 1-25 0 0,-1 0 1 0 0,-1 0-1 0 0,0 0 0 0 0,-1 1 1 0 0,0 0-1 0 0,-2 0 1 0 0,5 21-1 0 0,-3-8-884 0 0,-4-14-1215 0 0,-5 6-5891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2:35.7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241 103 2804 0 0,'-46'-24'7339'0'0,"-13"-8"-424"0"0,20 9-6427 0 0,31 19-1891 0 0,0 1-1 0 0,0 0 1 0 0,0 0-1 0 0,0 0 0 0 0,-1 1 1 0 0,-15-1-1 0 0,1 0-3913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2:35.9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15 2752 0 0,'-20'8'2740'0'0,"10"-4"-1429"0"0,0 0 0 0 0,0 1 1 0 0,1 0-1 0 0,0 0 0 0 0,-14 12 918 0 0,23-17-2174 0 0,1 1 1 0 0,-1-1 0 0 0,0 0-1 0 0,0 1 1 0 0,0-1 0 0 0,1 1-1 0 0,-1-1 1 0 0,0 0 0 0 0,0 1 0 0 0,1-1-1 0 0,-1 0 1 0 0,0 1 0 0 0,1-1-1 0 0,-1 0 1 0 0,1 0 0 0 0,-1 1-1 0 0,0-1 1 0 0,1 0 0 0 0,-1 0 0 0 0,1 1-1 0 0,-1-1 1 0 0,1 0 0 0 0,-1 0-1 0 0,0 0 1 0 0,1 0 0 0 0,-1 0-1 0 0,1 0 1 0 0,-1 0 0 0 0,1 0-1 0 0,16 1 281 0 0,-16-1-248 0 0,327-20 1600 0 0,-178 8-2033 0 0,-140 11 182 0 0,166-14-2352 0 0,-61 0-4308 0 0,-77 8 1014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3:13.2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491 493 2116 0 0,'0'0'1682'0'0,"-6"-23"5720"0"0,6 22-7343 0 0,0 1 0 0 0,0 0-1 0 0,1-1 1 0 0,-1 1 0 0 0,0 0-1 0 0,0 0 1 0 0,0-1 0 0 0,1 1-1 0 0,-1 0 1 0 0,0-1 0 0 0,0 1 0 0 0,1 0-1 0 0,-1 0 1 0 0,0-1 0 0 0,1 1-1 0 0,-1 0 1 0 0,0 0 0 0 0,1 0-1 0 0,-1 0 1 0 0,0-1 0 0 0,1 1-1 0 0,-1 0 1 0 0,0 0 0 0 0,1 0-1 0 0,-1 0 1 0 0,0 0 0 0 0,1 0-1 0 0,-1 0 1 0 0,1 0 0 0 0,-1 0-1 0 0,0 0 1 0 0,1 0 0 0 0,-1 0-1 0 0,0 0 1 0 0,1 1 0 0 0,0-1-1 0 0,18 1-366 0 0,-17-1 456 0 0,4 0-139 0 0,0-1-1 0 0,0 0 1 0 0,0 0-1 0 0,-1 0 1 0 0,1-1-1 0 0,0 0 1 0 0,0 0-1 0 0,-1 0 1 0 0,6-4-1 0 0,44-29-44 0 0,-40 24 24 0 0,2-2 12 0 0,1-1 0 0 0,-2 0 0 0 0,0-2 0 0 0,-1 1 0 0 0,0-2 0 0 0,-1 0 0 0 0,18-31 0 0 0,-24 35 1 0 0,-1-1 1 0 0,0 0-1 0 0,-1 0 0 0 0,-1-1 0 0 0,0 0 1 0 0,-1 0-1 0 0,0 0 0 0 0,-2 0 0 0 0,1-1 1 0 0,-2 1-1 0 0,0-25 0 0 0,-2 37-3 0 0,1 0-1 0 0,0 0 0 0 0,-1 0 1 0 0,0 0-1 0 0,1 0 1 0 0,-1 0-1 0 0,0 1 1 0 0,-1-1-1 0 0,1 0 0 0 0,-3-4 1 0 0,3 6 1 0 0,0 0 1 0 0,1 0-1 0 0,-1 1 1 0 0,0-1-1 0 0,0 0 1 0 0,1 1-1 0 0,-1-1 1 0 0,0 1-1 0 0,0-1 1 0 0,0 1-1 0 0,0-1 0 0 0,0 1 1 0 0,0-1-1 0 0,0 1 1 0 0,0 0-1 0 0,0 0 1 0 0,0-1-1 0 0,0 1 1 0 0,0 0-1 0 0,0 0 1 0 0,0 0-1 0 0,0 0 1 0 0,0 0-1 0 0,0 0 1 0 0,0 0-1 0 0,0 1 1 0 0,0-1-1 0 0,0 0 1 0 0,0 0-1 0 0,0 1 1 0 0,0-1-1 0 0,1 1 0 0 0,-1-1 1 0 0,0 1-1 0 0,-1 0 1 0 0,-6 5-2 0 0,0 0 0 0 0,1 0 1 0 0,0 0-1 0 0,0 1 0 0 0,0 0 0 0 0,1 1 1 0 0,-9 13-1 0 0,-34 64 40 0 0,36-62-29 0 0,-254 570 170 0 0,49-95-40 0 0,208-479-132 0 0,-5 13 76 0 0,-1-1 0 0 0,-2-1-1 0 0,-36 48 1 0 0,54-78-82 0 0,0 1 1 0 0,-1-1-1 0 0,1 1 0 0 0,-1-1 0 0 0,1 1 1 0 0,-1-1-1 0 0,1 1 0 0 0,-1-1 0 0 0,0 1 0 0 0,1-1 1 0 0,-1 0-1 0 0,1 1 0 0 0,-1-1 0 0 0,0 0 1 0 0,1 0-1 0 0,-1 1 0 0 0,0-1 0 0 0,1 0 0 0 0,-1 0 1 0 0,0 0-1 0 0,1 0 0 0 0,-1 0 0 0 0,0 0 0 0 0,1 0 1 0 0,-1 0-1 0 0,0 0 0 0 0,0 0 0 0 0,1 0 1 0 0,-1 0-1 0 0,0-1 0 0 0,1 1 0 0 0,-1 0 0 0 0,1 0 1 0 0,-1-1-1 0 0,0 1 0 0 0,1 0 0 0 0,-1-1 1 0 0,1 1-1 0 0,-1-1 0 0 0,1 1 0 0 0,-1-1 0 0 0,1 1 1 0 0,-1-1-1 0 0,1 1 0 0 0,-1-1 0 0 0,1 1 0 0 0,0-1 1 0 0,-1-1-1 0 0,-2-3-8 0 0,0 0 0 0 0,0 0 0 0 0,1-1 0 0 0,-3-7 1 0 0,-3-14-11 0 0,1 0 1 0 0,1-1 0 0 0,1 1 0 0 0,2-1 0 0 0,1-1 0 0 0,1 1 0 0 0,1 0 0 0 0,2 0 0 0 0,1 0-1 0 0,7-34 1 0 0,-8 56 10 0 0,0-1-1 0 0,0 1 0 0 0,0 0 1 0 0,1 0-1 0 0,0 0 1 0 0,0 0-1 0 0,4-6 1 0 0,-4 9 1 0 0,-1 1 0 0 0,1-1 0 0 0,-1 0 0 0 0,1 1 0 0 0,0-1 0 0 0,0 1 0 0 0,0 0 0 0 0,0 0 0 0 0,0 0 0 0 0,0 1 0 0 0,1-1 0 0 0,-1 1 0 0 0,5-2 0 0 0,-5 3 4 0 0,0-1 0 0 0,1 1 0 0 0,-1 0 1 0 0,0 0-1 0 0,0 0 0 0 0,1 1 1 0 0,-1-1-1 0 0,0 1 0 0 0,0 0 0 0 0,0-1 1 0 0,0 2-1 0 0,0-1 0 0 0,0 0 1 0 0,0 1-1 0 0,4 2 0 0 0,40 28 22 0 0,-44-28-14 0 0,89 76 58 0 0,28 22-22 0 0,-105-92-35 0 0,0 0 0 0 0,1 0 1 0 0,1-2-1 0 0,-1 0 0 0 0,1-1 1 0 0,30 8-1 0 0,-30-11-14 0 0,-1-1-1 0 0,1-1 1 0 0,0-1-1 0 0,0 0 0 0 0,0-1 1 0 0,0-1-1 0 0,0 0 1 0 0,0-2-1 0 0,0 0 1 0 0,0 0-1 0 0,-1-2 0 0 0,0 0 1 0 0,19-9-1 0 0,-24 10-2 0 0,-1-2 0 0 0,0 1-1 0 0,-1-1 1 0 0,1 0 0 0 0,-1-1 0 0 0,-1 0-1 0 0,1-1 1 0 0,-1 1 0 0 0,0-2 0 0 0,-1 1-1 0 0,0-1 1 0 0,-1 0 0 0 0,1 0-1 0 0,-2-1 1 0 0,1 0 0 0 0,-1 0 0 0 0,-1-1-1 0 0,0 1 1 0 0,0-1 0 0 0,3-19 0 0 0,-4 16 74 0 0,-2 1 0 0 0,1-1 0 0 0,-2 0 0 0 0,0 0 0 0 0,0 0 0 0 0,-4-15 0 0 0,-7-5 344 0 0,10 32-379 0 0,-2 3-4 0 0,0 1-21 0 0,0 0 0 0 0,0 0 0 0 0,0 0 0 0 0,0 0 0 0 0,1 0 0 0 0,-1 1 1 0 0,1-1-1 0 0,-1 1 0 0 0,1 0 0 0 0,0-1 0 0 0,0 1 0 0 0,0 0 0 0 0,1 1 1 0 0,-1-1-1 0 0,1 0 0 0 0,-1 0 0 0 0,0 7 0 0 0,-5 13 11 0 0,-6 33 1 0 0,11-48-12 0 0,-1 12-5 0 0,0-1 1 0 0,1 1 0 0 0,1 32-1 0 0,1-43-7 0 0,1 1 0 0 0,0-1-1 0 0,1 0 1 0 0,0 0 0 0 0,0 0-1 0 0,1 0 1 0 0,0 0 0 0 0,1-1-1 0 0,8 16 1 0 0,-9-20-49 0 0,-1-1-1 0 0,0 0 1 0 0,1 0 0 0 0,0 0 0 0 0,-1 0-1 0 0,1 0 1 0 0,1-1 0 0 0,-1 1-1 0 0,0-1 1 0 0,0 0 0 0 0,1 0 0 0 0,-1 0-1 0 0,1 0 1 0 0,0-1 0 0 0,0 1-1 0 0,-1-1 1 0 0,1 0 0 0 0,0 0 0 0 0,0-1-1 0 0,0 1 1 0 0,0-1 0 0 0,0 0-1 0 0,0 0 1 0 0,0 0 0 0 0,0 0 0 0 0,0-1-1 0 0,0 1 1 0 0,0-1 0 0 0,0 0-1 0 0,5-3 1 0 0,5-1-348 0 0,0-1 0 0 0,-1 0 0 0 0,0-2-1 0 0,0 1 1 0 0,0-1 0 0 0,-1-1 0 0 0,11-11 0 0 0,-4 3-1612 0 0,28-35 1 0 0,-15 12-1078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3:13.5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62 138 1204 0 0,'13'-126'9692'0'0,"-14"114"-8515"0"0,-4 16 284 0 0,-6 17-298 0 0,-6 46-294 0 0,3 1-1 0 0,4 0 0 0 0,-5 132 0 0 0,13-167-858 0 0,2-1-1 0 0,1 1 1 0 0,2 0-1 0 0,1-1 1 0 0,2 1-1 0 0,16 53 1 0 0,-20-81-257 0 0,0-1 0 0 0,0 0 0 0 0,0 0-1 0 0,0 0 1 0 0,0-1 0 0 0,6 7 0 0 0,12 5-4007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3:13.7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98 248 2824 0 0,'-95'-2'10506'0'0,"92"2"-9669"0"0,3-1-785 0 0,0-1 1 0 0,1 1 0 0 0,-1-1 0 0 0,0 1 0 0 0,1 0 0 0 0,-1 0 0 0 0,1-1-1 0 0,0 1 1 0 0,-1 0 0 0 0,1 0 0 0 0,0 0 0 0 0,0 0 0 0 0,-1 0-1 0 0,1 0 1 0 0,0 0 0 0 0,0 0 0 0 0,0 0 0 0 0,3-2 0 0 0,25-14 133 0 0,-17 11-80 0 0,60-33-88 0 0,124-47 0 0 0,-8 24-7445 0 0,-145 50 1759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3:14.3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1066 212 0 0,'-3'1'3427'0'0,"1"-1"-3111"0"0,0 0-1 0 0,0 1 1 0 0,0-1-1 0 0,1 1 1 0 0,-1-1-1 0 0,0 1 1 0 0,0 0-1 0 0,1 0 1 0 0,-1 0 0 0 0,0 0-1 0 0,1 0 1 0 0,-1 0-1 0 0,1 0 1 0 0,-1 1-1 0 0,-1 2 1 0 0,2-3-202 0 0,1 0 0 0 0,-1 1 0 0 0,1-1 0 0 0,0 0 0 0 0,-1 1 0 0 0,1-1 0 0 0,0 0 0 0 0,0 1 0 0 0,0-1 0 0 0,0 1 0 0 0,0-1 0 0 0,0 1 0 0 0,0-1 0 0 0,0 0 0 0 0,1 1 0 0 0,-1-1 0 0 0,0 0 0 0 0,1 1 0 0 0,-1-1 0 0 0,1 0 0 0 0,0 1 0 0 0,-1-1 0 0 0,1 0 0 0 0,0 0 0 0 0,2 2 0 0 0,-2-1-65 0 0,0 0 0 0 0,1 0-1 0 0,-1 0 1 0 0,1 0 0 0 0,0-1-1 0 0,-1 1 1 0 0,1 0 0 0 0,0-1-1 0 0,0 1 1 0 0,0-1-1 0 0,0 0 1 0 0,0 0 0 0 0,1 0-1 0 0,-1 0 1 0 0,0 0 0 0 0,0 0-1 0 0,1-1 1 0 0,2 1 0 0 0,0 0-20 0 0,-1-1 0 0 0,0 0 1 0 0,1-1-1 0 0,-1 1 0 0 0,0-1 0 0 0,0 0 1 0 0,0 0-1 0 0,0 0 0 0 0,7-3 1 0 0,6-5-28 0 0,-1 0-1 0 0,0 0 1 0 0,27-23 0 0 0,-40 30 14 0 0,17-15-28 0 0,0-1-1 0 0,-1 0 0 0 0,-1-1 1 0 0,-1-1-1 0 0,-1-1 1 0 0,16-25-1 0 0,-14 15-119 0 0,-1-1 0 0 0,-1-1 0 0 0,21-68-1 0 0,-22 43-35 0 0,-2-2 0 0 0,-2 0 0 0 0,-3 0-1 0 0,-3-1 1 0 0,-3-67 0 0 0,-3 84 149 0 0,-2 1 0 0 0,-2 0 1 0 0,-1 0-1 0 0,-15-48 0 0 0,21 90 23 0 0,0-1 0 0 0,-1 1 0 0 0,1-1-1 0 0,-1 1 1 0 0,1-1 0 0 0,-1 1 0 0 0,0-1 0 0 0,1 1 0 0 0,-1 0 0 0 0,0-1 0 0 0,0 1-1 0 0,0 0 1 0 0,0 0 0 0 0,0 0 0 0 0,0 0 0 0 0,0-1 0 0 0,-1 1 0 0 0,1 1-1 0 0,0-1 1 0 0,-1 0 0 0 0,1 0 0 0 0,0 0 0 0 0,-2 0 0 0 0,1 1 4 0 0,1 0 1 0 0,-1 1-1 0 0,1-1 1 0 0,0 0-1 0 0,-1 1 1 0 0,1-1-1 0 0,0 0 1 0 0,-1 1-1 0 0,1 0 1 0 0,0-1-1 0 0,0 1 1 0 0,0 0-1 0 0,0 0 1 0 0,-1-1-1 0 0,1 1 1 0 0,0 0-1 0 0,0 0 1 0 0,0 0-1 0 0,1 0 0 0 0,-1 0 1 0 0,0 1-1 0 0,0-1 1 0 0,1 0-1 0 0,-1 0 1 0 0,-1 3-1 0 0,-11 26 154 0 0,1 1-1 0 0,2 0 0 0 0,0 0 1 0 0,-5 42-1 0 0,10-51-97 0 0,-46 284 456 0 0,48-263-481 0 0,1 0 1 0 0,2 0 0 0 0,2-1-1 0 0,2 1 1 0 0,12 51 0 0 0,-12-77-50 0 0,1 1 1 0 0,1-1 0 0 0,1 0-1 0 0,0 0 1 0 0,1-1-1 0 0,1 0 1 0 0,1-1 0 0 0,14 19-1 0 0,-18-27-189 0 0,0 0 0 0 0,0-1 0 0 0,1 0 0 0 0,-1 0 0 0 0,2-1 0 0 0,-1 0 0 0 0,1 0 0 0 0,9 4 0 0 0,-11-6-221 0 0,0-1-1 0 0,0 0 1 0 0,1 0-1 0 0,-1-1 1 0 0,0 1-1 0 0,1-1 1 0 0,-1-1 0 0 0,1 1-1 0 0,0-1 1 0 0,-1-1-1 0 0,1 1 1 0 0,7-2-1 0 0,15-5-2948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3:15.0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93 1844 0 0,'-12'-65'5198'0'0,"7"40"-3267"0"0,5 26-1901 0 0,0-1 0 0 0,-1 0-1 0 0,1 1 1 0 0,0-1-1 0 0,0 0 1 0 0,0 0-1 0 0,0 1 1 0 0,0-1-1 0 0,-1 0 1 0 0,1 0-1 0 0,0 1 1 0 0,0-1-1 0 0,-1 0 1 0 0,1 0 0 0 0,0 0-1 0 0,0 1 1 0 0,-1-1-1 0 0,1 0 1 0 0,0 0-1 0 0,0 0 1 0 0,-1 0-1 0 0,1 0 1 0 0,0 0-1 0 0,-1 1 1 0 0,1-1-1 0 0,0 0 1 0 0,-1 0-1 0 0,1 0 1 0 0,0 0 0 0 0,0 0-1 0 0,-1 0 1 0 0,1 0-1 0 0,0 0 1 0 0,-1 0-1 0 0,1-1 1 0 0,0 1-1 0 0,-1 0 1 0 0,1 0-1 0 0,0 0 1 0 0,0 0-1 0 0,-1 0 1 0 0,1 0-1 0 0,0-1 1 0 0,-1 1 0 0 0,1 0-1 0 0,0 0 1 0 0,0 0-1 0 0,0-1 1 0 0,-1 1-1 0 0,1 0 1 0 0,0 0-1 0 0,0-1 1 0 0,0 1-1 0 0,-1 0 1 0 0,1 0-1 0 0,0-1 1 0 0,0 1-1 0 0,0 0 1 0 0,0-1 0 0 0,0 1-1 0 0,0 0 1 0 0,0-1-1 0 0,0 1 1 0 0,0 0-1 0 0,0 0 1 0 0,0-1-1 0 0,0 1 1 0 0,0-1-1 0 0,-12 22 970 0 0,2 16-137 0 0,2 0-1 0 0,-6 63 1 0 0,7-45-512 0 0,-7 58 0 0 0,5 0 0 0 0,5 1 0 0 0,16 186 1 0 0,-11-298-351 0 0,-1 1 0 0 0,0-1 0 0 0,1 1 0 0 0,0-1 0 0 0,-1 1 0 0 0,1-1 0 0 0,0 1 0 0 0,0-1 0 0 0,1 0 0 0 0,1 4 0 0 0,-3-5-4 0 0,1-1-1 0 0,-1 0 1 0 0,0 0 0 0 0,0 0 0 0 0,1 1 0 0 0,-1-1 0 0 0,0 0 0 0 0,0 0 0 0 0,1 0 0 0 0,-1 0 0 0 0,0 1 0 0 0,1-1-1 0 0,-1 0 1 0 0,0 0 0 0 0,0 0 0 0 0,1 0 0 0 0,-1 0 0 0 0,0 0 0 0 0,1 0 0 0 0,-1 0 0 0 0,0 0 0 0 0,1 0-1 0 0,-1 0 1 0 0,0 0 0 0 0,1 0 0 0 0,-1 0 0 0 0,0 0 0 0 0,1 0 0 0 0,-1 0 0 0 0,1-1 0 0 0,0 0-12 0 0,0 0-1 0 0,0 1 1 0 0,0-1 0 0 0,0-1 0 0 0,0 1 0 0 0,-1 0 0 0 0,1 0 0 0 0,0 0 0 0 0,0 0 0 0 0,-1-1 0 0 0,2-1-1 0 0,17-48-440 0 0,17-67 0 0 0,5-16 233 0 0,-36 118 203 0 0,1 1-1 0 0,0 0 0 0 0,2 0 1 0 0,-1 0-1 0 0,2 1 0 0 0,0 1 0 0 0,1-1 1 0 0,21-22-1 0 0,-30 35 34 0 0,0-1 0 0 0,1 1 0 0 0,-1 0 0 0 0,1 0 0 0 0,-1 0 1 0 0,1 0-1 0 0,-1 0 0 0 0,1 0 0 0 0,0 1 0 0 0,-1-1 0 0 0,1 0 0 0 0,0 1 0 0 0,-1-1 0 0 0,1 1 0 0 0,0 0 0 0 0,0-1 1 0 0,0 1-1 0 0,-1 0 0 0 0,1 0 0 0 0,0 0 0 0 0,0 1 0 0 0,-1-1 0 0 0,1 0 0 0 0,0 1 0 0 0,0-1 0 0 0,-1 1 0 0 0,1-1 0 0 0,0 1 1 0 0,-1 0-1 0 0,1 0 0 0 0,0 0 0 0 0,-1 0 0 0 0,1 0 0 0 0,1 2 0 0 0,1 1 46 0 0,0 0-1 0 0,0 0 1 0 0,-1 0-1 0 0,1 1 1 0 0,-1-1-1 0 0,0 1 1 0 0,-1 0-1 0 0,1 0 0 0 0,-1 0 1 0 0,2 7-1 0 0,4 17 85 0 0,-2 0-1 0 0,-1 1 0 0 0,1 39 0 0 0,-5-43-104 0 0,1 0-1 0 0,2 0 0 0 0,0-1 0 0 0,16 49 1 0 0,-19-72-34 0 0,0 0 0 0 0,0 0 0 0 0,0 0 1 0 0,0 0-1 0 0,0 0 0 0 0,1 0 1 0 0,-1 0-1 0 0,1 0 0 0 0,-1 0 1 0 0,1-1-1 0 0,-1 1 0 0 0,1-1 1 0 0,0 1-1 0 0,0-1 0 0 0,0 0 1 0 0,0 0-1 0 0,0 1 0 0 0,0-1 1 0 0,0-1-1 0 0,0 1 0 0 0,0 0 1 0 0,1 0-1 0 0,-1-1 0 0 0,0 0 1 0 0,0 1-1 0 0,1-1 0 0 0,-1 0 1 0 0,0 0-1 0 0,1 0 0 0 0,-1 0 1 0 0,0 0-1 0 0,1-1 0 0 0,-1 1 0 0 0,0-1 1 0 0,0 0-1 0 0,4-1 0 0 0,5-2-11 0 0,0-1-1 0 0,-1 0 0 0 0,0-1 0 0 0,0 0 0 0 0,0 0 1 0 0,9-9-1 0 0,7-8-132 0 0,0-1 0 0 0,-2-2 0 0 0,0 0-1 0 0,-2-2 1 0 0,-1 0 0 0 0,-1-1 0 0 0,30-62 0 0 0,-46 81 119 0 0,0 1-1 0 0,0-1 1 0 0,-1 0-1 0 0,3-14 1 0 0,-5 21 28 0 0,-1-1 0 0 0,1 1 0 0 0,-1-1-1 0 0,0 1 1 0 0,0 0 0 0 0,0-1 0 0 0,-1 1 0 0 0,1 0 0 0 0,-1-1 0 0 0,0 1 0 0 0,1 0 0 0 0,-2-1 0 0 0,1 1-1 0 0,0 0 1 0 0,-1 0 0 0 0,-2-4 0 0 0,3 6 12 0 0,0 0 0 0 0,0 1 0 0 0,0-1-1 0 0,0 0 1 0 0,1 1 0 0 0,-1-1 0 0 0,-1 1 0 0 0,1 0-1 0 0,0-1 1 0 0,0 1 0 0 0,0 0 0 0 0,0 0 0 0 0,0-1-1 0 0,0 1 1 0 0,0 0 0 0 0,0 0 0 0 0,0 0 0 0 0,0 0-1 0 0,-1 0 1 0 0,1 1 0 0 0,0-1 0 0 0,0 0 0 0 0,0 0 0 0 0,0 1-1 0 0,0-1 1 0 0,-1 1 0 0 0,-26 14 233 0 0,21-7-181 0 0,1 0-1 0 0,0 0 1 0 0,0 1 0 0 0,0 0-1 0 0,1 0 1 0 0,1 0-1 0 0,0 0 1 0 0,0 1 0 0 0,-4 14-1 0 0,5-15-40 0 0,1 1-1 0 0,0 0 0 0 0,0-1 1 0 0,1 1-1 0 0,0 0 0 0 0,0 0 1 0 0,1 0-1 0 0,1 0 0 0 0,-1 0 1 0 0,2 0-1 0 0,-1 0 0 0 0,2 0 1 0 0,-1-1-1 0 0,5 13 0 0 0,-4-17-22 0 0,0 1 0 0 0,0 0 0 0 0,0-1 0 0 0,0 1 0 0 0,1-1 0 0 0,0 0 0 0 0,0 0 0 0 0,1 0 0 0 0,-1-1 0 0 0,1 0 0 0 0,0 0-1 0 0,0 0 1 0 0,0 0 0 0 0,1-1 0 0 0,-1 0 0 0 0,1 0 0 0 0,0 0 0 0 0,0-1 0 0 0,0 0 0 0 0,0 0 0 0 0,0 0 0 0 0,0-1 0 0 0,9 1 0 0 0,-1-1-218 0 0,-1-1 1 0 0,1 0 0 0 0,0-1-1 0 0,0 0 1 0 0,0-1 0 0 0,-1-1 0 0 0,19-6-1 0 0,-10 1-1658 0 0,-1 0 0 0 0,-1-1-1 0 0,36-22 1 0 0,-27 11-3964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3:15.2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385 9 208 0 0,'-340'111'12527'0'0,"336"-110"-12322"0"0,0 1 0 0 0,0 0 0 0 0,0 0 0 0 0,0 0 1 0 0,0 1-1 0 0,0-1 0 0 0,0 1 0 0 0,1 0 0 0 0,-6 6 1 0 0,25-7 212 0 0,3-4-359 0 0,0-1 0 0 0,0-1 0 0 0,-1-1-1 0 0,30-12 1 0 0,-10 4-323 0 0,98-33-2141 0 0,-44 12-2566 0 0,-20 8-484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3:16.8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292 948 276 0 0,'3'-27'2342'0'0,"9"-96"3492"0"0,-11 105-5295 0 0,-2 1 1 0 0,0 0-1 0 0,-1 0 0 0 0,0 0 0 0 0,-7-20 1 0 0,7 30-296 0 0,-1 0 1 0 0,0 0 0 0 0,0 0 0 0 0,-6-7-1 0 0,8 11-125 0 0,-1 1-1 0 0,0-1 0 0 0,0 1 1 0 0,0-1-1 0 0,0 1 0 0 0,0 0 1 0 0,-1-1-1 0 0,1 1 0 0 0,-1 0 1 0 0,1 1-1 0 0,-6-4 0 0 0,5 5-89 0 0,1 0-1 0 0,-1-1 0 0 0,0 1 1 0 0,0 0-1 0 0,0 0 1 0 0,1 1-1 0 0,-1-1 0 0 0,0 1 1 0 0,0-1-1 0 0,1 1 0 0 0,-1 0 1 0 0,0 0-1 0 0,1 0 1 0 0,-1 0-1 0 0,1 0 0 0 0,-1 1 1 0 0,1-1-1 0 0,0 1 0 0 0,-3 2 1 0 0,-4 4 4 0 0,0-1 1 0 0,0 2 0 0 0,-7 9-1 0 0,-1 2-13 0 0,2 0 0 0 0,0 2-1 0 0,1 0 1 0 0,2 0 0 0 0,0 1-1 0 0,1 1 1 0 0,1 0 0 0 0,2 0-1 0 0,0 1 1 0 0,2 0 0 0 0,0 0-1 0 0,2 1 1 0 0,-2 36 0 0 0,6-55-14 0 0,1-1 1 0 0,-1 1 0 0 0,1 0-1 0 0,0-1 1 0 0,0 1-1 0 0,1-1 1 0 0,0 0 0 0 0,0 1-1 0 0,1-1 1 0 0,0 0 0 0 0,0 0-1 0 0,7 10 1 0 0,-8-13-5 0 0,0-1 0 0 0,1 1 0 0 0,-1-1 1 0 0,0 0-1 0 0,1 0 0 0 0,0 0 0 0 0,-1 0 0 0 0,1-1 1 0 0,0 1-1 0 0,0-1 0 0 0,0 1 0 0 0,0-1 1 0 0,0 0-1 0 0,1 0 0 0 0,-1 0 0 0 0,0-1 0 0 0,0 1 1 0 0,1-1-1 0 0,-1 0 0 0 0,0 0 0 0 0,1 0 0 0 0,-1 0 1 0 0,0-1-1 0 0,0 1 0 0 0,1-1 0 0 0,-1 0 1 0 0,5-1-1 0 0,1-2-4 0 0,1 1 0 0 0,-1-1 1 0 0,0-1-1 0 0,-1 1 0 0 0,1-2 1 0 0,-1 1-1 0 0,0-1 0 0 0,0 0 1 0 0,12-14-1 0 0,-10 9-30 0 0,0-1-1 0 0,-1-1 1 0 0,-1 1 0 0 0,0-2 0 0 0,11-23 0 0 0,-4-5-52 0 0,-1 0 0 0 0,-3-1 0 0 0,10-61 0 0 0,-19 71 26 0 0,-18 80 223 0 0,11-17-123 0 0,0-1 0 0 0,2 1 0 0 0,1 50 1 0 0,2-70-36 0 0,0 0 0 0 0,2 0 0 0 0,-1 0 0 0 0,1 0 0 0 0,0 0 0 0 0,1 0 0 0 0,0-1 0 0 0,1 1-1 0 0,0-1 1 0 0,1 0 0 0 0,-1 0 0 0 0,2 0 0 0 0,-1-1 0 0 0,13 14 0 0 0,-14-18-8 0 0,0-1-1 0 0,1 1 1 0 0,-1-1-1 0 0,1 0 1 0 0,0-1-1 0 0,0 1 1 0 0,1-1-1 0 0,-1 0 0 0 0,0 0 1 0 0,1-1-1 0 0,-1 1 1 0 0,1-1-1 0 0,-1 0 1 0 0,1-1-1 0 0,-1 1 1 0 0,1-1-1 0 0,0 0 0 0 0,-1-1 1 0 0,1 1-1 0 0,0-1 1 0 0,-1 0-1 0 0,1-1 1 0 0,8-3-1 0 0,-2 1-69 0 0,0-1-1 0 0,0 0 0 0 0,0-1 1 0 0,-1 0-1 0 0,0-1 1 0 0,-1 0-1 0 0,1-1 1 0 0,-1 0-1 0 0,12-13 1 0 0,-10 7-32 0 0,-1 1 0 0 0,-1-2 1 0 0,-1 1-1 0 0,0-2 0 0 0,-1 1 1 0 0,0-1-1 0 0,-1 0 1 0 0,-1 0-1 0 0,6-26 0 0 0,-7 19 63 0 0,-2 1-1 0 0,0 0 0 0 0,-1-1 1 0 0,-1 0-1 0 0,-1 1 1 0 0,-6-43-1 0 0,6 58 68 0 0,-2 1 0 0 0,1-1 0 0 0,-1 1 1 0 0,0 0-1 0 0,0-1 0 0 0,0 1 0 0 0,-1 0 0 0 0,0 0 1 0 0,0 1-1 0 0,-1-1 0 0 0,0 1 0 0 0,-4-6 0 0 0,7 10-13 0 0,0 1 0 0 0,0-1 0 0 0,-1 0 0 0 0,1 1 0 0 0,0-1-1 0 0,0 0 1 0 0,-1 1 0 0 0,1 0 0 0 0,0-1 0 0 0,-1 1 0 0 0,1 0 0 0 0,0 0-1 0 0,-1-1 1 0 0,1 1 0 0 0,0 0 0 0 0,-1 0 0 0 0,1 1 0 0 0,-1-1 0 0 0,1 0 0 0 0,0 0-1 0 0,-1 1 1 0 0,1-1 0 0 0,0 1 0 0 0,-2 0 0 0 0,-1 1 32 0 0,0 0 0 0 0,0 0-1 0 0,0 0 1 0 0,0 0 0 0 0,1 1 0 0 0,-5 3 0 0 0,2-1-4 0 0,1 1 0 0 0,0 0 1 0 0,0 0-1 0 0,0 0 0 0 0,1 1 1 0 0,0 0-1 0 0,0-1 0 0 0,1 1 0 0 0,0 1 1 0 0,0-1-1 0 0,0 0 0 0 0,1 1 1 0 0,-1 8-1 0 0,2-13-36 0 0,1 1 0 0 0,0-1 0 0 0,-1 1 0 0 0,1-1 0 0 0,1 1 0 0 0,-1-1 0 0 0,0 0 0 0 0,1 1 0 0 0,0-1 0 0 0,0 0 0 0 0,0 1 0 0 0,0-1 0 0 0,0 0 0 0 0,1 0 0 0 0,-1 0 1 0 0,1 0-1 0 0,0 0 0 0 0,0 0 0 0 0,0 0 0 0 0,0-1 0 0 0,1 1 0 0 0,-1-1 0 0 0,1 0 0 0 0,-1 1 0 0 0,1-1 0 0 0,0 0 0 0 0,0-1 0 0 0,0 1 0 0 0,0 0 0 0 0,0-1 0 0 0,5 2 0 0 0,4 1-7 0 0,0-1-1 0 0,1 0 1 0 0,0-1-1 0 0,0-1 1 0 0,-1 1 0 0 0,1-2-1 0 0,0 0 1 0 0,0-1-1 0 0,0 0 1 0 0,0-1 0 0 0,14-3-1 0 0,18-7-262 0 0,72-30 0 0 0,-115 42 259 0 0,30-14-49 0 0,53-31 0 0 0,-84 44 225 0 0,-2 1-157 0 0,0 0-1 0 0,0 0 0 0 0,0 1 0 0 0,0-1 0 0 0,-1 0 0 0 0,1 0 1 0 0,0 1-1 0 0,0-1 0 0 0,0 1 0 0 0,0-1 0 0 0,0 1 0 0 0,0-1 1 0 0,0 1-1 0 0,0 0 0 0 0,0 0 0 0 0,0-1 0 0 0,0 1 0 0 0,0 1 1 0 0,-19 20 164 0 0,14-15-107 0 0,-21 21 154 0 0,2 2 0 0 0,1 1 1 0 0,2 1-1 0 0,0 1 0 0 0,3 1 1 0 0,1 0-1 0 0,-24 63 1 0 0,39-88-203 0 0,0 1 0 0 0,1-1 1 0 0,0 1-1 0 0,1 0 1 0 0,0-1-1 0 0,0 15 0 0 0,1-22-18 0 0,0 1-1 0 0,1-1 0 0 0,-1 1 0 0 0,0-1 1 0 0,1 1-1 0 0,0-1 0 0 0,-1 1 0 0 0,1-1 0 0 0,0 0 1 0 0,0 1-1 0 0,1-1 0 0 0,-1 0 0 0 0,0 0 1 0 0,1 0-1 0 0,-1 0 0 0 0,1 0 0 0 0,0 0 1 0 0,-1 0-1 0 0,1 0 0 0 0,0-1 0 0 0,0 1 1 0 0,0-1-1 0 0,0 1 0 0 0,1-1 0 0 0,-1 0 1 0 0,0 0-1 0 0,1 0 0 0 0,2 1 0 0 0,-3-1-15 0 0,0-1-1 0 0,-1 0 1 0 0,1 0-1 0 0,0 1 1 0 0,0-1-1 0 0,-1 0 0 0 0,1 0 1 0 0,0-1-1 0 0,0 1 1 0 0,-1 0-1 0 0,1 0 1 0 0,3-2-1 0 0,2 0-38 0 0,5 0-122 0 0,-1-1 0 0 0,1 0-1 0 0,-1-1 1 0 0,0 0 0 0 0,0-1 0 0 0,0 0 0 0 0,-1 0 0 0 0,0-2 0 0 0,13-9 0 0 0,4-5-646 0 0,46-47 0 0 0,-34 25 50 0 0,-2-2-1 0 0,-2-1 0 0 0,-2-2 1 0 0,36-68-1 0 0,-22 22-351 0 0,53-150 0 0 0,-49 74 1268 0 0,-44 136 572 0 0,-1 0-1 0 0,-1 0 1 0 0,-1-39-1 0 0,-4 70-634 0 0,0 1 5 0 0,0-1-1 0 0,0 1 1 0 0,0 0 0 0 0,0 0-1 0 0,0-1 1 0 0,0 1-1 0 0,0 0 1 0 0,-1 0 0 0 0,0 0-1 0 0,1 0 1 0 0,-1 0 0 0 0,0-1-1 0 0,0 1 1 0 0,0 0-1 0 0,-2-3 1 0 0,2 5-68 0 0,1 0-1 0 0,0-1 1 0 0,-1 1 0 0 0,1 0-1 0 0,0 0 1 0 0,-1 0-1 0 0,1 0 1 0 0,0 0-1 0 0,-1 0 1 0 0,1 0 0 0 0,0 0-1 0 0,-1 0 1 0 0,1 0-1 0 0,-1 0 1 0 0,1 0 0 0 0,0 0-1 0 0,-1 1 1 0 0,1-1-1 0 0,0 0 1 0 0,-1 0 0 0 0,1 0-1 0 0,0 0 1 0 0,0 0-1 0 0,-1 1 1 0 0,1-1 0 0 0,0 0-1 0 0,-1 0 1 0 0,1 1-1 0 0,0-1 1 0 0,0 0 0 0 0,0 0-1 0 0,-1 1 1 0 0,-7 10 371 0 0,-9 22 246 0 0,1 1 0 0 0,1 0 0 0 0,-14 56 0 0 0,-16 112 259 0 0,40-173-815 0 0,-9 50 119 0 0,-5 81 0 0 0,18-137-197 0 0,0 1 1 0 0,2-1 0 0 0,1 1 0 0 0,0-1 0 0 0,2 0-1 0 0,1 0 1 0 0,1 0 0 0 0,9 24 0 0 0,-12-40-126 0 0,0 0 0 0 0,0 0 0 0 0,1-1 0 0 0,0 1 0 0 0,0-1 0 0 0,0 0 0 0 0,1 0 0 0 0,0-1 0 0 0,0 0 0 0 0,0 1 0 0 0,1-2 0 0 0,12 9 0 0 0,-12-9-52 0 0,0-2-1 0 0,0 1 1 0 0,0-1-1 0 0,0 0 1 0 0,0 0-1 0 0,1-1 0 0 0,-1 0 1 0 0,1 0-1 0 0,-1 0 1 0 0,1-1-1 0 0,-1 0 1 0 0,1 0-1 0 0,-1 0 0 0 0,13-4 1 0 0,-4 1-48 0 0,-1-1-1 0 0,0-1 1 0 0,0 0 0 0 0,-1-1-1 0 0,0 0 1 0 0,0-1 0 0 0,0 0-1 0 0,0-2 1 0 0,-2 1 0 0 0,1-1-1 0 0,-1-1 1 0 0,0 0 0 0 0,-1-1-1 0 0,11-12 1 0 0,3-10 755 0 0,-2 0 1 0 0,-1-1-1 0 0,32-72 0 0 0,-38 60 4263 0 0,-16 46-4741 0 0,0 0 0 0 0,0 0 0 0 0,0 1 0 0 0,0-1 1 0 0,0 1-1 0 0,0-1 0 0 0,0 1 0 0 0,0-1 0 0 0,0 1 0 0 0,0-1 0 0 0,1 1 0 0 0,-1 0 0 0 0,0-1 0 0 0,0 1 0 0 0,1 0 0 0 0,-1 0 0 0 0,1 0 0 0 0,-1 0 1 0 0,0-1-1 0 0,1 1 0 0 0,-1 2 0 0 0,-11 22 592 0 0,11-22-528 0 0,-6 14 108 0 0,0 0 1 0 0,2 0-1 0 0,0 1 1 0 0,1 0 0 0 0,-2 28-1 0 0,5-34-205 0 0,1-1 1 0 0,0 1-1 0 0,0 0 0 0 0,1 0 1 0 0,1-1-1 0 0,0 1 0 0 0,1-1 0 0 0,0 1 1 0 0,7 17-1 0 0,-9-27-25 0 0,0 0 1 0 0,0 0-1 0 0,1 0 1 0 0,-1 0-1 0 0,0 0 0 0 0,1 0 1 0 0,-1 0-1 0 0,1 0 1 0 0,0 0-1 0 0,0-1 1 0 0,-1 1-1 0 0,1-1 1 0 0,0 1-1 0 0,0-1 0 0 0,0 0 1 0 0,1 0-1 0 0,-1 0 1 0 0,0 0-1 0 0,4 1 1 0 0,-3-1-67 0 0,1-1 1 0 0,0 0-1 0 0,0 1 1 0 0,-1-2 0 0 0,1 1-1 0 0,0 0 1 0 0,0-1 0 0 0,-1 1-1 0 0,1-1 1 0 0,0 0 0 0 0,4-2-1 0 0,3-2-469 0 0,0-1 0 0 0,-1 1-1 0 0,1-2 1 0 0,-1 1 0 0 0,-1-2-1 0 0,18-15 1 0 0,-14 9-1313 0 0,-1 0 0 0 0,0-1 1 0 0,18-32-1 0 0,-12 12-4062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3:17.0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269 1 1436 0 0,'-130'2'8111'0'0,"8"1"-3705"0"0,118-3-4356 0 0,1 0-181 0 0,-1 1-119 0 0,-2-1 136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3:17.2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10 2084 0 0,'-3'2'578'0'0,"1"0"-1"0"0,0 1 1 0 0,0-1-1 0 0,0 0 1 0 0,0 1-1 0 0,0-1 1 0 0,0 1-1 0 0,1 0 1 0 0,-1-1-1 0 0,1 1 1 0 0,0 0-1 0 0,-1 4 1 0 0,1-6-462 0 0,1 0 1 0 0,0 1 0 0 0,0-1-1 0 0,-1 0 1 0 0,1 1 0 0 0,0-1 0 0 0,0 1-1 0 0,0-1 1 0 0,1 0 0 0 0,-1 1-1 0 0,0-1 1 0 0,1 0 0 0 0,-1 1 0 0 0,0-1-1 0 0,1 0 1 0 0,-1 1 0 0 0,1-1 0 0 0,0 0-1 0 0,-1 0 1 0 0,1 0 0 0 0,0 0-1 0 0,0 0 1 0 0,0 0 0 0 0,0 0 0 0 0,0 0-1 0 0,0 0 1 0 0,0 0 0 0 0,0 0-1 0 0,3 1 1 0 0,3 2 51 0 0,0-1-1 0 0,0 0 0 0 0,1-1 1 0 0,0 0-1 0 0,-1 0 0 0 0,1 0 1 0 0,0-1-1 0 0,0 0 0 0 0,0-1 1 0 0,14 0-1 0 0,9-3-150 0 0,42-8 0 0 0,-56 7-76 0 0,161-35-2501 0 0,-60 4-3484 0 0,-77 23 2143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3:18.0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528 21 2380 0 0,'2'-16'12507'0'0,"-3"12"-11117"0"0,-2 5-1131 0 0,1 1 0 0 0,-1 0 0 0 0,0 0-1 0 0,0 0 1 0 0,1 1 0 0 0,-1-1 0 0 0,1 0 0 0 0,0 1 0 0 0,0 0 0 0 0,0-1 0 0 0,0 1 0 0 0,0 0-1 0 0,0 0 1 0 0,-1 7 0 0 0,-19 48 1250 0 0,-6 42-462 0 0,5 2 1 0 0,-17 163-1 0 0,16 212 118 0 0,31-128-749 0 0,-3 86-120 0 0,-5-397-226 0 0,-11 65 0 0 0,10-93-80 0 0,-1 1 0 0 0,1-1 0 0 0,-2 0 0 0 0,1 0 0 0 0,-1-1 0 0 0,-1 1 0 0 0,0-1 0 0 0,0 0-1 0 0,-1 0 1 0 0,0-1 0 0 0,-9 11 0 0 0,12-16-95 0 0,-1 0 0 0 0,1 0 0 0 0,0 0 0 0 0,-1 0 0 0 0,0-1-1 0 0,1 0 1 0 0,-1 1 0 0 0,0-1 0 0 0,0-1 0 0 0,-1 1 0 0 0,1-1 0 0 0,0 1 0 0 0,0-1-1 0 0,-1-1 1 0 0,1 1 0 0 0,0 0 0 0 0,-1-1 0 0 0,1 0 0 0 0,-1 0 0 0 0,1 0 0 0 0,-1-1-1 0 0,1 0 1 0 0,0 1 0 0 0,-1-2 0 0 0,1 1 0 0 0,0 0 0 0 0,0-1 0 0 0,0 0 0 0 0,0 0 0 0 0,0 0-1 0 0,-7-5 1 0 0,1 0-235 0 0,-1-1 0 0 0,1-1 0 0 0,0 0 0 0 0,1 0 1 0 0,0-1-1 0 0,1 0 0 0 0,0-1 0 0 0,0 0 0 0 0,-9-19 0 0 0,7 9 123 0 0,1-2 1 0 0,0 1-1 0 0,2-1 1 0 0,1 0-1 0 0,1 0 1 0 0,0-1-1 0 0,2 1 1 0 0,1-1-1 0 0,1 0 1 0 0,1 0-1 0 0,1 0 1 0 0,1 0-1 0 0,1 1 1 0 0,9-33-1 0 0,-4 26 156 0 0,1 1 0 0 0,2 0 0 0 0,1 0 0 0 0,1 1 0 0 0,1 1 0 0 0,2 0 0 0 0,1 1-1 0 0,0 1 1 0 0,2 1 0 0 0,39-39 0 0 0,4 9-130 0 0,3 2 1 0 0,118-71-1 0 0,-13 10-2278 0 0,-158 104 2364 0 0,0-1 0 0 0,-1 1 0 0 0,0-2 0 0 0,0 0 0 0 0,-1 0 0 0 0,-1-1 0 0 0,0 0 0 0 0,-1-1 0 0 0,0 0 0 0 0,-1 0 0 0 0,0 0 0 0 0,-1-1 0 0 0,-1 0 0 0 0,0 0 0 0 0,-1-1 0 0 0,3-16 0 0 0,13-111 419 0 0,-18 121 961 0 0,-2-1-1 0 0,-3-28 0 0 0,1 44-33 0 0,-1 6-382 0 0,-3 14 44 0 0,-4 24-47 0 0,2 11-167 0 0,-9 84 230 0 0,16-116-895 0 0,1 1-1 0 0,0-1 1 0 0,1 1 0 0 0,2-1-1 0 0,5 28 1 0 0,-7-41-271 0 0,1 1 0 0 0,-1-1 0 0 0,1 0 0 0 0,0 0-1 0 0,0 1 1 0 0,1-1 0 0 0,-1 0 0 0 0,1-1 0 0 0,0 1 0 0 0,0 0 0 0 0,0-1 0 0 0,6 6 0 0 0,-7-8-160 0 0,0 1 1 0 0,1-1 0 0 0,-1 0-1 0 0,0 0 1 0 0,1 1 0 0 0,-1-2-1 0 0,1 1 1 0 0,-1 0 0 0 0,1-1-1 0 0,-1 1 1 0 0,1-1 0 0 0,-1 1-1 0 0,1-1 1 0 0,-1 0 0 0 0,1 0-1 0 0,0-1 1 0 0,-1 1 0 0 0,1 0-1 0 0,-1-1 1 0 0,1 1 0 0 0,-1-1-1 0 0,1 0 1 0 0,-1 0 0 0 0,3-2-1 0 0,10-5-4762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3:18.1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44 1440 0 0,'-2'-2'594'0'0,"-2"-3"193"0"0,0 1-1 0 0,0 0 0 0 0,0 0 0 0 0,-1 0 1 0 0,0 0-1 0 0,0 1 0 0 0,0 0 0 0 0,0 0 1 0 0,-10-4-1 0 0,13 7-481 0 0,-1 1-57 0 0,2-1-225 0 0,0 1 0 0 0,0-1 0 0 0,-1 1 0 0 0,1-1 0 0 0,0 1 0 0 0,0 0 0 0 0,0 0 0 0 0,0 0 0 0 0,0-1-1 0 0,0 1 1 0 0,0 0 0 0 0,0 0 0 0 0,0 0 0 0 0,1 0 0 0 0,-1 1 0 0 0,0-1 0 0 0,0 0 0 0 0,1 0 0 0 0,-1 0 0 0 0,0 3 0 0 0,0 0-51 0 0,0 0 0 0 0,0 1 0 0 0,1-1 0 0 0,-1 0-1 0 0,1 0 1 0 0,1 8 0 0 0,1 4-693 0 0,0-1-1 0 0,8 28 1 0 0,6-3-2764 0 0,-8-21 803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3:18.6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127 158 1220 0 0,'2'-2'2096'0'0,"1"0"-1168"0"0,0 0 0 0 0,0-1 0 0 0,0 0 1 0 0,0 1-1 0 0,0-1 0 0 0,-1 0 0 0 0,1 0 0 0 0,-1 0 1 0 0,4-8 988 0 0,-7 6-665 0 0,1 5-1205 0 0,0 0 0 0 0,0-1 0 0 0,0 1 0 0 0,0 0 1 0 0,0 0-1 0 0,1-1 0 0 0,-1 1 0 0 0,0 0 0 0 0,0 0 0 0 0,0-1 1 0 0,0 1-1 0 0,0 0 0 0 0,0 0 0 0 0,-1-1 0 0 0,1 1 1 0 0,0 0-1 0 0,0 0 0 0 0,0-1 0 0 0,0 1 0 0 0,0 0 1 0 0,0 0-1 0 0,0 0 0 0 0,0-1 0 0 0,-1 1 0 0 0,1 0 0 0 0,0 0 1 0 0,0 0-1 0 0,0-1 0 0 0,0 1 0 0 0,-1 0 0 0 0,1 0 1 0 0,0 0-1 0 0,0 0 0 0 0,-1-1 0 0 0,0 1 12 0 0,0-1 0 0 0,1 1 0 0 0,-1 0 0 0 0,0-1-1 0 0,0 1 1 0 0,0 0 0 0 0,0 0 0 0 0,0 0 0 0 0,0-1 0 0 0,0 1 0 0 0,0 0-1 0 0,0 0 1 0 0,0 0 0 0 0,0 1 0 0 0,0-1 0 0 0,0 0 0 0 0,0 0 0 0 0,0 1-1 0 0,0-1 1 0 0,0 0 0 0 0,-1 1 0 0 0,-23 16 675 0 0,-17 28-120 0 0,33-34-559 0 0,1 0 1 0 0,1 1-1 0 0,0 0 0 0 0,1 1 0 0 0,0-1 1 0 0,-5 17-1 0 0,8-21-42 0 0,1-1 1 0 0,0 1-1 0 0,0 0 1 0 0,1 0-1 0 0,0 0 1 0 0,0 0-1 0 0,1 0 1 0 0,0 0-1 0 0,0 0 1 0 0,1 0-1 0 0,0 0 1 0 0,3 9-1 0 0,-3-14-33 0 0,0 0 0 0 0,0 0 0 0 0,0-1 0 0 0,0 1-1 0 0,1-1 1 0 0,-1 1 0 0 0,1-1 0 0 0,0 1 0 0 0,0-1 0 0 0,-1 0-1 0 0,2 0 1 0 0,-1 0 0 0 0,0 0 0 0 0,0 0 0 0 0,0 0 0 0 0,1-1-1 0 0,-1 1 1 0 0,5 1 0 0 0,-3-2-139 0 0,1 1 0 0 0,-1-1-1 0 0,1 0 1 0 0,-1-1 0 0 0,1 1-1 0 0,-1-1 1 0 0,1 0 0 0 0,-1 0-1 0 0,1-1 1 0 0,8-1 0 0 0,2-2-559 0 0,0 0 0 0 0,0-2 0 0 0,0 0 0 0 0,0 0 0 0 0,22-14 1 0 0,-12 3-442 0 0,-1 0 1 0 0,0-2-1 0 0,-1 0 1 0 0,20-24-1 0 0,-8 5-297 0 0,44-65 0 0 0,-36 30 4737 0 0,-30 49-1180 0 0,-4-5 5171 0 0,-16 41-5890 0 0,1 5-885 0 0,0-1 0 0 0,1 1 0 0 0,1 0 0 0 0,0 1 1 0 0,1-1-1 0 0,0 29 0 0 0,3 17-131 0 0,0-58-347 0 0,1 0 0 0 0,-1 1-1 0 0,1-1 1 0 0,0 0 0 0 0,1 0-1 0 0,0 0 1 0 0,-1 0 0 0 0,1 0 0 0 0,5 7-1 0 0,-6-10-54 0 0,0-1 0 0 0,1 0-1 0 0,-1 0 1 0 0,0 0 0 0 0,1 0-1 0 0,-1 0 1 0 0,0 0 0 0 0,1 0-1 0 0,-1-1 1 0 0,1 1-1 0 0,-1 0 1 0 0,1-1 0 0 0,0 1-1 0 0,-1-1 1 0 0,1 0 0 0 0,-1 1-1 0 0,1-1 1 0 0,2 0 0 0 0,1 0-260 0 0,-1 0 0 0 0,1-1 0 0 0,-1 1 0 0 0,1-1 0 0 0,7-2 0 0 0,-6 1-226 0 0,1-1 0 0 0,-1 1 0 0 0,0-2 0 0 0,-1 1 0 0 0,1 0 0 0 0,-1-1 1 0 0,1 0-1 0 0,8-10 0 0 0,-3 3-1855 0 0,-1-1-1 0 0,15-23 1 0 0,-5 4-3541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3:18.8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165 32 524 0 0,'-5'-4'1309'0'0,"0"0"1"0"0,0 1-1 0 0,0 0 1 0 0,-1-1-1 0 0,-7-1 1 0 0,9 3-866 0 0,-1 0 0 0 0,1 1 0 0 0,-1 0 1 0 0,1 0-1 0 0,-1 0 0 0 0,0 1 0 0 0,-5 0 1 0 0,7 0-386 0 0,-1 0 0 0 0,1 0 0 0 0,0 1 1 0 0,-1 0-1 0 0,1 0 0 0 0,0 0 0 0 0,0 0 0 0 0,-1 0 0 0 0,1 0 1 0 0,0 1-1 0 0,0 0 0 0 0,1 0 0 0 0,-1 0 0 0 0,0 0 1 0 0,0 0-1 0 0,1 0 0 0 0,0 0 0 0 0,-1 1 0 0 0,1 0 1 0 0,0-1-1 0 0,0 1 0 0 0,0 0 0 0 0,0 0 0 0 0,-1 3 1 0 0,1-1-287 0 0,0 1 0 0 0,0-1-1 0 0,0 0 1 0 0,0 0 0 0 0,1 1 0 0 0,0-1 0 0 0,0 1 0 0 0,0 7 0 0 0,6 26-5179 0 0,-4-27 1845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3:19.5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238 727 372 0 0,'0'0'4356'0'0,"-15"-3"177"0"0,5 5-4155 0 0,1 0 0 0 0,-1 1 1 0 0,1 0-1 0 0,0 1 0 0 0,0 0 0 0 0,0 0 0 0 0,0 1 1 0 0,1 0-1 0 0,0 0 0 0 0,0 1 0 0 0,0 0 1 0 0,1 1-1 0 0,-1-1 0 0 0,2 2 0 0 0,-1-1 0 0 0,1 1 1 0 0,0 0-1 0 0,-6 11 0 0 0,3-4-290 0 0,0 1 0 0 0,1 0-1 0 0,1 0 1 0 0,0 1 0 0 0,1 0 0 0 0,1 0 0 0 0,1 0-1 0 0,0 1 1 0 0,-1 25 0 0 0,5-36-79 0 0,0 1 0 0 0,0-1 0 0 0,1 1 0 0 0,0-1 0 0 0,1 0 0 0 0,2 9 0 0 0,-3-14-3 0 0,-1 0 0 0 0,1 0-1 0 0,-1 0 1 0 0,1-1 0 0 0,0 1 0 0 0,0 0-1 0 0,-1 0 1 0 0,1-1 0 0 0,1 1 0 0 0,-1-1 0 0 0,0 1-1 0 0,0-1 1 0 0,0 0 0 0 0,1 1 0 0 0,-1-1-1 0 0,1 0 1 0 0,-1 0 0 0 0,1 0 0 0 0,0 0-1 0 0,-1 0 1 0 0,1 0 0 0 0,0 0 0 0 0,-1-1-1 0 0,1 1 1 0 0,0-1 0 0 0,0 1 0 0 0,0-1-1 0 0,0 0 1 0 0,-1 0 0 0 0,1 1 0 0 0,0-1-1 0 0,2-1 1 0 0,4 0-9 0 0,0-1 1 0 0,0 0-1 0 0,0-1 0 0 0,-1 1 0 0 0,1-1 0 0 0,-1-1 0 0 0,0 0 0 0 0,0 0 0 0 0,11-8 1 0 0,-6 2-74 0 0,-1 0 0 0 0,0-1 0 0 0,-1 0 0 0 0,16-21 0 0 0,-6 1-95 0 0,-1-1 1 0 0,-2 0 0 0 0,21-55-1 0 0,3-30 588 0 0,-40 116-97 0 0,-1 3-224 0 0,1 0 0 0 0,0 0 1 0 0,-1 0-1 0 0,1 1 0 0 0,-1-1 1 0 0,0 0-1 0 0,0 1 0 0 0,0-1 1 0 0,0 4-1 0 0,0-6-95 0 0,0 38 602 0 0,2 71 271 0 0,-1-94-825 0 0,1 0-1 0 0,0 0 1 0 0,1-1 0 0 0,1 1-1 0 0,6 14 1 0 0,-9-26-42 0 0,1 0 0 0 0,0 1 0 0 0,-1-1 0 0 0,1 0 0 0 0,0 0 0 0 0,1 0 0 0 0,-1-1 0 0 0,0 1 0 0 0,1-1 0 0 0,0 1 0 0 0,0-1 0 0 0,-1 0 0 0 0,1 0 0 0 0,0 0 0 0 0,1 0 0 0 0,-1 0 0 0 0,0-1 0 0 0,0 0 0 0 0,1 1 0 0 0,-1-1 0 0 0,1-1 0 0 0,-1 1 0 0 0,1 0 0 0 0,-1-1 0 0 0,1 0 0 0 0,0 1 0 0 0,-1-1 0 0 0,1-1 0 0 0,5 0 0 0 0,9-2-1 0 0,-1 0 1 0 0,1-1 0 0 0,-1-1-1 0 0,25-11 1 0 0,-41 16-7 0 0,35-16-42 0 0,0-1 0 0 0,-1-2 0 0 0,0-2 0 0 0,-2-1 0 0 0,0-1 0 0 0,-2-2 0 0 0,-1-1 0 0 0,-1-1-1 0 0,-1-2 1 0 0,44-58 0 0 0,-38 38-84 0 0,-2-1 0 0 0,-2-1-1 0 0,-3-2 1 0 0,-2 0-1 0 0,-2-2 1 0 0,26-95 0 0 0,-46 140 114 0 0,5-21-31 0 0,6-41 1 0 0,-13 65 33 0 0,0-1 0 0 0,-1 1 0 0 0,0-1 0 0 0,0 1 0 0 0,0-1-1 0 0,-1 0 1 0 0,0 1 0 0 0,-1-1 0 0 0,0 1 0 0 0,0 0 0 0 0,-3-8 0 0 0,4 13 10 0 0,0 1 0 0 0,0-1 0 0 0,0 1 0 0 0,0-1 0 0 0,0 1 0 0 0,0 0 0 0 0,0 0 0 0 0,0-1 0 0 0,-1 1 0 0 0,1 0 0 0 0,0 0 0 0 0,-1 0 0 0 0,1 0 0 0 0,-1 0 0 0 0,1 0-1 0 0,-1 1 1 0 0,1-1 0 0 0,-1 1 0 0 0,0-1 0 0 0,1 1 0 0 0,-1-1 0 0 0,0 1 0 0 0,1 0 0 0 0,-1 0 0 0 0,0-1 0 0 0,1 1 0 0 0,-1 1 0 0 0,0-1 0 0 0,1 0 0 0 0,-1 0 0 0 0,0 1 0 0 0,1-1 0 0 0,-1 1 0 0 0,0-1 0 0 0,1 1 0 0 0,-1 0 0 0 0,1-1 0 0 0,-3 3 0 0 0,-5 1 31 0 0,1 1 0 0 0,0 1 0 0 0,0 0 0 0 0,0 0 0 0 0,-9 11 0 0 0,-10 12 77 0 0,2 1 1 0 0,1 2-1 0 0,1 0 0 0 0,2 2 0 0 0,1 0 0 0 0,2 1 0 0 0,1 1 0 0 0,2 1 0 0 0,1 0 0 0 0,-14 65 1 0 0,24-77-65 0 0,0 0 1 0 0,2-1 0 0 0,1 1-1 0 0,0 0 1 0 0,2 0 0 0 0,5 28-1 0 0,-3-35-226 0 0,0 1-1 0 0,2-1 0 0 0,0 1 0 0 0,1-1 0 0 0,1-1 0 0 0,0 1 0 0 0,2-1 1 0 0,17 26-1 0 0,-20-34-255 0 0,1-1 1 0 0,0 0-1 0 0,1 0 1 0 0,0-1 0 0 0,0 0-1 0 0,0 0 1 0 0,1-1-1 0 0,12 7 1 0 0,-9-7-1172 0 0,0-1 1 0 0,0 0 0 0 0,21 6-1 0 0,3-4-4392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3:20.6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43 180 4 0 0,'-9'-19'1609'0'0,"-17"-45"2439"0"0,24 58-3729 0 0,0 1 0 0 0,1-1 0 0 0,0 0-1 0 0,0 0 1 0 0,1 0 0 0 0,-1 1 0 0 0,1-1-1 0 0,1 0 1 0 0,0-8 0 0 0,0 12-242 0 0,-1 1 1 0 0,0-1 0 0 0,0 1-1 0 0,1 0 1 0 0,-1-1 0 0 0,1 1-1 0 0,0-1 1 0 0,-1 1 0 0 0,1 0-1 0 0,0 0 1 0 0,0-1 0 0 0,0 1-1 0 0,-1 0 1 0 0,1 0 0 0 0,1 0-1 0 0,-1 0 1 0 0,0 0 0 0 0,0 0-1 0 0,0 0 1 0 0,0 0 0 0 0,1 1-1 0 0,-1-1 1 0 0,2-1 0 0 0,0 2 10 0 0,0-1 0 0 0,0 1 0 0 0,0 0 0 0 0,0-1 0 0 0,0 1 1 0 0,-1 0-1 0 0,1 1 0 0 0,0-1 0 0 0,0 1 0 0 0,0-1 0 0 0,4 2 1 0 0,3 2 95 0 0,0 0 1 0 0,0 0 0 0 0,-1 1-1 0 0,1 0 1 0 0,12 10 0 0 0,2 5 6 0 0,-1 1-1 0 0,-1 2 1 0 0,0 0 0 0 0,-2 0 0 0 0,33 54 0 0 0,-12-8 130 0 0,36 83-1 0 0,-75-148-149 0 0,0 0-1 0 0,0-1 1 0 0,0 1-1 0 0,0 0 1 0 0,1-1-1 0 0,0 0 1 0 0,3 4-1 0 0,-4-6 41 0 0,0-2-57 0 0,1-2-122 0 0,0 0 1 0 0,-1-1-1 0 0,1 1 0 0 0,-1 0 0 0 0,0-1 1 0 0,1 1-1 0 0,-2-1 0 0 0,1 0 0 0 0,0 0 1 0 0,-1 1-1 0 0,2-9 0 0 0,12-53 72 0 0,-12 49-74 0 0,45-254 1 0 0,-47 263-65 0 0,1 1 0 0 0,0-1 0 0 0,0 0 1 0 0,1 1-1 0 0,-1 0 0 0 0,1 0 0 0 0,1 0 1 0 0,-1 0-1 0 0,6-6 0 0 0,-7 10-18 0 0,-1 1-1 0 0,1 0 0 0 0,0 0 1 0 0,0 0-1 0 0,0 0 0 0 0,0 0 1 0 0,0 1-1 0 0,0-1 0 0 0,0 0 1 0 0,0 1-1 0 0,1 0 1 0 0,-1-1-1 0 0,0 1 0 0 0,0 0 1 0 0,0 0-1 0 0,0 0 0 0 0,1 0 1 0 0,-1 1-1 0 0,0-1 0 0 0,0 1 1 0 0,0-1-1 0 0,3 2 0 0 0,7 2-546 0 0,1 1-1 0 0,17 9 0 0 0,-15-7-42 0 0,5 3-645 0 0,0-2-1 0 0,0-1 1 0 0,1 0 0 0 0,0-1 0 0 0,28 3-1 0 0,-25-6-1540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3:21.7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298 85 1524 0 0,'0'-4'530'0'0,"0"1"0"0"0,-1-1 0 0 0,0 1-1 0 0,1-1 1 0 0,-1 1 0 0 0,-1 0 0 0 0,1-1-1 0 0,0 1 1 0 0,-1 0 0 0 0,0 0 0 0 0,0 0 0 0 0,0 0-1 0 0,-4-5 1 0 0,4 7-434 0 0,1 0 0 0 0,-1 0 0 0 0,1 0 0 0 0,-1 0 0 0 0,0 0 0 0 0,1 0-1 0 0,-1 1 1 0 0,0-1 0 0 0,1 1 0 0 0,-1-1 0 0 0,0 1 0 0 0,0 0 0 0 0,1-1 0 0 0,-1 1 0 0 0,0 0 0 0 0,0 0-1 0 0,0 1 1 0 0,1-1 0 0 0,-1 0 0 0 0,0 0 0 0 0,0 1 0 0 0,1-1 0 0 0,-1 1 0 0 0,0 0 0 0 0,1-1-1 0 0,-1 1 1 0 0,0 0 0 0 0,1 0 0 0 0,-1 0 0 0 0,1 0 0 0 0,-2 2 0 0 0,-13 8 217 0 0,1 2 1 0 0,0 0 0 0 0,0 0-1 0 0,2 1 1 0 0,0 1-1 0 0,-13 18 1 0 0,9-7-101 0 0,0 1 1 0 0,2 0-1 0 0,-14 35 1 0 0,22-46-159 0 0,1 0 0 0 0,1 0 0 0 0,-5 27 0 0 0,9-38-46 0 0,1 0 1 0 0,-1 0-1 0 0,1 0 1 0 0,-1 1-1 0 0,2-1 0 0 0,-1 0 1 0 0,0 0-1 0 0,1 0 1 0 0,0 1-1 0 0,0-1 0 0 0,1 0 1 0 0,-1 0-1 0 0,1-1 1 0 0,0 1-1 0 0,6 9 0 0 0,-7-12-7 0 0,1 0 0 0 0,0 0 0 0 0,-1-1 0 0 0,1 1 0 0 0,0 0 0 0 0,0-1 0 0 0,0 1 0 0 0,0-1 0 0 0,0 1 0 0 0,1-1-1 0 0,-1 0 1 0 0,0 0 0 0 0,1 0 0 0 0,-1-1 0 0 0,1 1 0 0 0,3 0 0 0 0,-1 0-23 0 0,-1-1 0 0 0,1 0 0 0 0,-1 0-1 0 0,1-1 1 0 0,-1 1 0 0 0,0-1 0 0 0,1 0 0 0 0,-1 0 0 0 0,4-2 0 0 0,1-1-35 0 0,-1 0 1 0 0,0 0 0 0 0,0 0-1 0 0,-1-1 1 0 0,1 0 0 0 0,-1 0-1 0 0,0-1 1 0 0,0 0 0 0 0,5-7-1 0 0,-1-2-4 0 0,0 0-1 0 0,-1-1 0 0 0,-1 0 0 0 0,0 0 0 0 0,10-30 1 0 0,-9 14 111 0 0,0 1 1 0 0,5-43-1 0 0,-13 66-48 0 0,0-9 220 0 0,-3 16-92 0 0,-2 8-56 0 0,-1 7-1 0 0,0 0 0 0 0,1 1 0 0 0,1-1 0 0 0,0 1 0 0 0,1 0 0 0 0,2 26 0 0 0,-1-21-34 0 0,0 1-8 0 0,1 0 1 0 0,1-1-1 0 0,5 26 1 0 0,-6-40-27 0 0,1-1 1 0 0,-1 1 0 0 0,1 0-1 0 0,0 0 1 0 0,1 0 0 0 0,-1-1-1 0 0,1 0 1 0 0,0 1-1 0 0,1-1 1 0 0,-1 0 0 0 0,1 0-1 0 0,0-1 1 0 0,0 1 0 0 0,1-1-1 0 0,6 6 1 0 0,-6-8-7 0 0,-1 0 1 0 0,1 0 0 0 0,0-1-1 0 0,0 1 1 0 0,-1-1 0 0 0,1 0-1 0 0,0 0 1 0 0,0-1 0 0 0,0 0-1 0 0,0 0 1 0 0,0 0 0 0 0,0 0-1 0 0,0-1 1 0 0,0 1-1 0 0,0-1 1 0 0,0-1 0 0 0,6-1-1 0 0,8-4-129 0 0,1-1-1 0 0,30-16 0 0 0,-33 13 67 0 0,-1 0 0 0 0,1-1 0 0 0,-2 0 0 0 0,0-2 0 0 0,-1 0 0 0 0,0 0-1 0 0,-1-1 1 0 0,-1-1 0 0 0,0 0 0 0 0,-1-1 0 0 0,-1 0 0 0 0,0-1 0 0 0,-2 0 0 0 0,0 0 0 0 0,-1-1 0 0 0,0 0 0 0 0,-2 0 0 0 0,0 0 0 0 0,-1-1 0 0 0,-2 0 0 0 0,2-20 0 0 0,-4 35 94 0 0,0 1 0 0 0,0-1 0 0 0,-1 1 0 0 0,1-1 0 0 0,-1 1 0 0 0,0-1 1 0 0,0 1-1 0 0,0-1 0 0 0,-1 1 0 0 0,0 0 0 0 0,0 0 0 0 0,0 0 0 0 0,0 0 0 0 0,0 0 0 0 0,-6-6 0 0 0,7 9-26 0 0,0 0 0 0 0,0 0-1 0 0,-1 0 1 0 0,1 1-1 0 0,0-1 1 0 0,0 1-1 0 0,-1-1 1 0 0,1 1 0 0 0,0-1-1 0 0,-1 1 1 0 0,1-1-1 0 0,0 1 1 0 0,-1 0 0 0 0,1 0-1 0 0,0 0 1 0 0,-1 0-1 0 0,1 0 1 0 0,-1 0 0 0 0,1 0-1 0 0,0 1 1 0 0,-1-1-1 0 0,1 0 1 0 0,0 1-1 0 0,-1-1 1 0 0,1 1 0 0 0,0-1-1 0 0,0 1 1 0 0,-1 0-1 0 0,1-1 1 0 0,0 1 0 0 0,0 0-1 0 0,0 0 1 0 0,0 0-1 0 0,0 0 1 0 0,-1 1 0 0 0,-3 2 16 0 0,1 1 0 0 0,0-1 1 0 0,0 1-1 0 0,1 0 0 0 0,-1-1 1 0 0,-4 11-1 0 0,5-9-12 0 0,1 0 1 0 0,-1 0-1 0 0,1 1 1 0 0,1-1-1 0 0,-1 0 0 0 0,1 1 1 0 0,1-1-1 0 0,-1 1 0 0 0,1 0 1 0 0,0-1-1 0 0,0 1 0 0 0,1-1 1 0 0,0 1-1 0 0,0 0 1 0 0,4 11-1 0 0,-3-14-15 0 0,0 0 1 0 0,0 1 0 0 0,0-1-1 0 0,0 0 1 0 0,1 0-1 0 0,0 0 1 0 0,0 0-1 0 0,0-1 1 0 0,0 1-1 0 0,1-1 1 0 0,-1 0-1 0 0,1 0 1 0 0,0 0-1 0 0,0 0 1 0 0,0 0-1 0 0,0-1 1 0 0,0 0-1 0 0,1 0 1 0 0,-1 0-1 0 0,1-1 1 0 0,-1 1 0 0 0,8 0-1 0 0,6 1-204 0 0,0-2 1 0 0,0 0-1 0 0,0-1 1 0 0,0 0-1 0 0,1-2 0 0 0,-1 0 1 0 0,-1-1-1 0 0,1-1 1 0 0,0-1-1 0 0,17-6 0 0 0,-15 3 78 0 0,1-1-1 0 0,-1-1 1 0 0,0 0-1 0 0,-1-2 0 0 0,-1 0 1 0 0,0-1-1 0 0,31-28 1 0 0,-45 37 487 0 0,0-1 0 0 0,0 1 1 0 0,0-1-1 0 0,0 0 1 0 0,-1 0-1 0 0,4-7 0 0 0,-6 11-159 0 0,-14 21 569 0 0,7-6-564 0 0,0 0-1 0 0,1 0 1 0 0,1 1 0 0 0,0 0-1 0 0,1 0 1 0 0,-2 25-1 0 0,3-11-79 0 0,2 0 0 0 0,5 44 0 0 0,-4-64-119 0 0,1 0 0 0 0,-1-1 0 0 0,2 1 0 0 0,-1-1 0 0 0,1 1 0 0 0,0-1 0 0 0,1 0-1 0 0,0 0 1 0 0,0 0 0 0 0,1 0 0 0 0,6 7 0 0 0,-8-11-89 0 0,0-1 0 0 0,1 1 0 0 0,-1-1-1 0 0,1 0 1 0 0,0 0 0 0 0,0 0 0 0 0,0-1 0 0 0,0 1-1 0 0,0-1 1 0 0,1 0 0 0 0,-1 0 0 0 0,0-1 0 0 0,1 1-1 0 0,0-1 1 0 0,-1 0 0 0 0,1 0 0 0 0,0 0 0 0 0,0-1-1 0 0,0 0 1 0 0,-1 0 0 0 0,1 0 0 0 0,5-1 0 0 0,2-2-215 0 0,-1 1 0 0 0,0-2 0 0 0,0 1 0 0 0,0-2 0 0 0,-1 1 1 0 0,1-2-1 0 0,-1 1 0 0 0,0-1 0 0 0,-1-1 0 0 0,1 0 0 0 0,-1 0 0 0 0,-1-1 0 0 0,14-14 1 0 0,-10 8 174 0 0,0-1 0 0 0,-1 0-1 0 0,0 0 1 0 0,-2-1 0 0 0,0-1 0 0 0,0 0 0 0 0,10-31 0 0 0,-16 37 675 0 0,1 1 0 0 0,-1-1 1 0 0,-1 0-1 0 0,0 0 0 0 0,-1-1 0 0 0,0 1 0 0 0,0 0 0 0 0,-2-13 0 0 0,1 22-197 0 0,0 1-297 0 0,0 1 1 0 0,-1-1-1 0 0,1 1 0 0 0,0 0 0 0 0,0-1 1 0 0,0 1-1 0 0,0-1 0 0 0,-1 1 1 0 0,1-1-1 0 0,0 1 0 0 0,0 0 1 0 0,-1-1-1 0 0,1 1 0 0 0,0-1 0 0 0,-1 1 1 0 0,1 0-1 0 0,0 0 0 0 0,-1-1 1 0 0,1 1-1 0 0,0 0 0 0 0,-1-1 0 0 0,0 1 1 0 0,-2 4 85 0 0,1-1-1 0 0,0 1 1 0 0,0 0 0 0 0,0 1 0 0 0,0-1 0 0 0,0 0-1 0 0,1 0 1 0 0,0 1 0 0 0,-1-1 0 0 0,2 1-1 0 0,-1-1 1 0 0,1 1 0 0 0,-1 6 0 0 0,1 6 38 0 0,0-1-1 0 0,4 24 1 0 0,-2-26-128 0 0,0-1-1 0 0,2 0 1 0 0,-1 1 0 0 0,2-1-1 0 0,-1 0 1 0 0,11 17 0 0 0,-13-26-158 0 0,0 0 1 0 0,1 0 0 0 0,-1 0-1 0 0,1 0 1 0 0,0-1-1 0 0,0 0 1 0 0,0 1 0 0 0,0-1-1 0 0,1 0 1 0 0,-1-1 0 0 0,1 1-1 0 0,0-1 1 0 0,0 1-1 0 0,0-1 1 0 0,0 0 0 0 0,0 0-1 0 0,0-1 1 0 0,0 0-1 0 0,1 1 1 0 0,-1-1 0 0 0,0-1-1 0 0,1 1 1 0 0,4 0-1 0 0,-2-1-373 0 0,-1-1 0 0 0,1 1 0 0 0,-1-1 0 0 0,0 0 0 0 0,1-1 0 0 0,10-3 0 0 0,-12 3-422 0 0,0-1 0 0 0,0 1 1 0 0,-1-1-1 0 0,1 0 0 0 0,5-5 0 0 0,8-9-4110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3:21.9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41 2320 0 0,'-7'-5'862'0'0,"0"0"-1"0"0,0 0 0 0 0,0 1 1 0 0,0 0-1 0 0,-1 0 0 0 0,0 1 1 0 0,0 0-1 0 0,0 0 0 0 0,-12-2 1 0 0,19 5-836 0 0,0 0 0 0 0,0 0 0 0 0,0 1 0 0 0,0-1 0 0 0,-1 0 1 0 0,1 0-1 0 0,0 1 0 0 0,0-1 0 0 0,0 1 0 0 0,0-1 0 0 0,0 1 1 0 0,0-1-1 0 0,0 1 0 0 0,0 0 0 0 0,0-1 0 0 0,0 1 0 0 0,1 0 1 0 0,-1 0-1 0 0,0-1 0 0 0,0 1 0 0 0,1 0 0 0 0,-1 0 0 0 0,-1 2 1 0 0,1 0-37 0 0,-1-1 1 0 0,1 1 0 0 0,0 0 0 0 0,0 0 0 0 0,0 0 0 0 0,0 0 0 0 0,-1 3-1 0 0,2 5-665 0 0,0 0-1 0 0,0 0 0 0 0,1 0 1 0 0,0-1-1 0 0,1 1 0 0 0,5 16 0 0 0,-4-12-905 0 0,2 7-1192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3:22.4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297 7 2220 0 0,'-4'-6'8190'0'0,"4"6"-8072"0"0,0 0 0 0 0,0 0 0 0 0,-1 0 0 0 0,1 0 0 0 0,0 0 0 0 0,-1 0 0 0 0,1 0 0 0 0,-14 0 237 0 0,1 2 0 0 0,0-1 0 0 0,0 2 0 0 0,0 0 0 0 0,0 1 0 0 0,0 0 0 0 0,1 0 0 0 0,0 2 0 0 0,0-1 0 0 0,0 2 0 0 0,0-1 0 0 0,1 2 0 0 0,1-1 0 0 0,-19 17-1 0 0,21-16-332 0 0,0 0 0 0 0,0 0-1 0 0,1 1 1 0 0,0 0-1 0 0,1 0 1 0 0,-1 1 0 0 0,2 0-1 0 0,-1 0 1 0 0,2 0-1 0 0,-1 0 1 0 0,1 1-1 0 0,1 0 1 0 0,0 0 0 0 0,1 0-1 0 0,0 0 1 0 0,0 0-1 0 0,0 23 1 0 0,3-29-31 0 0,-1 0 1 0 0,1 1-1 0 0,0-1 1 0 0,0 0-1 0 0,0 0 1 0 0,1 0-1 0 0,0 0 1 0 0,0 0-1 0 0,0 0 1 0 0,1-1-1 0 0,-1 1 1 0 0,1-1-1 0 0,0 1 1 0 0,0-1-1 0 0,5 5 1 0 0,-5-7-63 0 0,1 1 1 0 0,-1 0-1 0 0,0-1 0 0 0,1 0 1 0 0,-1 0-1 0 0,1 0 0 0 0,0 0 1 0 0,-1-1-1 0 0,1 1 0 0 0,0-1 1 0 0,0 0-1 0 0,0 0 0 0 0,0 0 0 0 0,0-1 1 0 0,0 0-1 0 0,0 1 0 0 0,0-1 1 0 0,0-1-1 0 0,1 1 0 0 0,3-1 1 0 0,2-1-101 0 0,0-1 0 0 0,-1 1 1 0 0,1-2-1 0 0,-1 1 1 0 0,1-1-1 0 0,-1-1 0 0 0,-1 0 1 0 0,1 0-1 0 0,-1 0 0 0 0,0-1 1 0 0,0-1-1 0 0,0 1 1 0 0,-1-1-1 0 0,0 0 0 0 0,0-1 1 0 0,10-15-1 0 0,0-6 39 0 0,0 0-1 0 0,-2-2 0 0 0,18-51 1 0 0,-10 23 1029 0 0,-18 43-445 0 0,6-7 1014 0 0,-10 25-1130 0 0,3 8-96 0 0,-1 0 0 0 0,0 0 0 0 0,-1 0 0 0 0,1 0 1 0 0,-2 1-1 0 0,0-1 0 0 0,0 20 0 0 0,4 24 45 0 0,-3-40-295 0 0,1 6 105 0 0,10 35 0 0 0,-12-51-271 0 0,0 0 0 0 0,1-1-1 0 0,-1 1 1 0 0,1 0-1 0 0,0-1 1 0 0,0 1 0 0 0,0-1-1 0 0,0 0 1 0 0,1 1 0 0 0,-1-1-1 0 0,1 0 1 0 0,0-1-1 0 0,0 1 1 0 0,0 0 0 0 0,5 3-1 0 0,-6-5-18 0 0,1-1 0 0 0,-1 1 0 0 0,0 0 1 0 0,0-1-1 0 0,1 1 0 0 0,-1-1 0 0 0,0 0 0 0 0,1 0 0 0 0,-1 0 0 0 0,1 0 0 0 0,-1 0 0 0 0,0-1 0 0 0,1 1 0 0 0,-1-1 0 0 0,0 1 0 0 0,0-1 0 0 0,1 0 0 0 0,2-1 0 0 0,1-2-825 0 0,0 1-1 0 0,0-1 1 0 0,0 0 0 0 0,10-8-1 0 0,2-5-2500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3:23.2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87 1368 0 0,'7'-34'3967'0'0,"6"-18"2711"0"0,-17 72-4518 0 0,-4 53 165 0 0,2 89 0 0 0,8-86-1853 0 0,4-1 0 0 0,25 128 1 0 0,-27-184-439 0 0,1-1 0 0 0,1 0-1 0 0,0-1 1 0 0,1 1 0 0 0,1-1 0 0 0,18 30 0 0 0,-21-40-25 0 0,1 0 0 0 0,-1 0 0 0 0,1 0 0 0 0,1-1 0 0 0,-1 0 0 0 0,1 0 0 0 0,0 0 0 0 0,1-1 1 0 0,-1 0-1 0 0,1-1 0 0 0,0 0 0 0 0,0 0 0 0 0,0 0 0 0 0,1-1 0 0 0,-1 0 0 0 0,13 2 0 0 0,-12-4-31 0 0,0 0 0 0 0,0 0 0 0 0,0-1 0 0 0,0-1 0 0 0,0 1 0 0 0,0-1 0 0 0,0-1 0 0 0,-1 1 0 0 0,1-1 0 0 0,14-6 0 0 0,-20 7-2 0 0,0-1-1 0 0,0 1 1 0 0,0 0-1 0 0,0-1 1 0 0,0 0-1 0 0,-1 1 0 0 0,1-1 1 0 0,-1 0-1 0 0,1-1 1 0 0,-1 1-1 0 0,0 0 1 0 0,0-1-1 0 0,0 1 1 0 0,0-1-1 0 0,0 1 0 0 0,-1-1 1 0 0,1 0-1 0 0,-1 0 1 0 0,0 0-1 0 0,0 0 1 0 0,0 0-1 0 0,0 0 1 0 0,0 0-1 0 0,0 0 0 0 0,-1-1 1 0 0,0 1-1 0 0,0 0 1 0 0,0 0-1 0 0,0 0 1 0 0,0 0-1 0 0,0-1 1 0 0,-1 1-1 0 0,-1-5 0 0 0,0 2 12 0 0,0 0-1 0 0,-1 1 0 0 0,0-1 1 0 0,0 1-1 0 0,-1-1 1 0 0,1 1-1 0 0,-1 0 0 0 0,0 0 1 0 0,-1 0-1 0 0,1 1 0 0 0,-1 0 1 0 0,0-1-1 0 0,0 2 0 0 0,0-1 1 0 0,0 0-1 0 0,-1 1 0 0 0,1 0 1 0 0,-9-2-1 0 0,-10-6 0 0 0,-1 2 1 0 0,-51-11-1 0 0,-62-4-170 0 0,136 23 166 0 0,0 1 0 0 0,0 1 0 0 0,0-1 0 0 0,0 0 0 0 0,0 0 0 0 0,0 1-1 0 0,0-1 1 0 0,0 1 0 0 0,-3 1 0 0 0,3 2-172 0 0,13 0 29 0 0,1-4 61 0 0,0 0 0 0 0,0-1 0 0 0,0 0 0 0 0,0-1 0 0 0,22-6 0 0 0,61-23-466 0 0,-91 30 547 0 0,21-9-64 0 0,1-1-1 0 0,-1-1 1 0 0,-1-1-1 0 0,0-1 1 0 0,-1-1 0 0 0,-1-1-1 0 0,0-1 1 0 0,-1-1-1 0 0,-1-1 1 0 0,-1 0 0 0 0,0-2-1 0 0,-2 0 1 0 0,0-1 0 0 0,26-47-1 0 0,5-35 179 0 0,-13 27 668 0 0,-34 74-565 0 0,5 12 216 0 0,-3 1-186 0 0,-1-1-1 0 0,-1 0 1 0 0,1 1-1 0 0,-1-1 1 0 0,-1 1-1 0 0,-1 15 1 0 0,1-7 33 0 0,0 67 692 0 0,10 287 699 0 0,-8-360-1632 0 0,-1-1 0 0 0,1 1 0 0 0,1 0 0 0 0,7 20 0 0 0,-8-28-13 0 0,-1 0 0 0 0,1 0 0 0 0,0 0 0 0 0,1-1-1 0 0,-1 1 1 0 0,1-1 0 0 0,0 1 0 0 0,-1-1 0 0 0,1 0 0 0 0,1 0-1 0 0,-1 0 1 0 0,0-1 0 0 0,1 1 0 0 0,-1-1 0 0 0,1 0 0 0 0,4 2-1 0 0,-6-3-6 0 0,-1-1 0 0 0,1 1 0 0 0,-1-1 1 0 0,1 0-1 0 0,-1 0 0 0 0,1 0 0 0 0,-1 0 0 0 0,1 0 0 0 0,-1 0 0 0 0,1 0 0 0 0,-1-1 0 0 0,1 1 0 0 0,-1 0 0 0 0,1-1 0 0 0,2 0 0 0 0,0-1-8 0 0,5 0-52 0 0,-1-1-1 0 0,1 0 1 0 0,-1-1 0 0 0,0 0 0 0 0,0 0-1 0 0,-1-1 1 0 0,1 0 0 0 0,-1 0-1 0 0,0-1 1 0 0,-1 0 0 0 0,12-12-1 0 0,-1-2-146 0 0,0-1 0 0 0,21-37 0 0 0,-23 36 182 0 0,-2-1 0 0 0,-1 0 0 0 0,-1-1 1 0 0,14-42-1 0 0,-24 65 45 0 0,-1 0 0 0 0,0-1 0 0 0,1 1 0 0 0,-1-1 1 0 0,0 1-1 0 0,0-1 0 0 0,0 1 0 0 0,0-1 0 0 0,0 1 1 0 0,0-1-1 0 0,0 1 0 0 0,0-1 0 0 0,-1 1 1 0 0,1-1-1 0 0,-1 1 0 0 0,1-1 0 0 0,-1 1 0 0 0,1 0 1 0 0,-3-3-1 0 0,3 3-8 0 0,0 1-1 0 0,-1 0 1 0 0,1 0 0 0 0,-1-1 0 0 0,1 1 0 0 0,0 0-1 0 0,-1 0 1 0 0,1 0 0 0 0,-1-1 0 0 0,1 1-1 0 0,-1 0 1 0 0,1 0 0 0 0,0 0 0 0 0,-1 0 0 0 0,1 0-1 0 0,-1 0 1 0 0,1 0 0 0 0,-1 0 0 0 0,1 0 0 0 0,-1 0-1 0 0,1 0 1 0 0,-1 0 0 0 0,0 1 0 0 0,-15 10 231 0 0,7 0-91 0 0,0 0 0 0 0,1 1 0 0 0,1 0 0 0 0,0 0 0 0 0,1 1 0 0 0,0-1 0 0 0,0 1 0 0 0,2 1 0 0 0,0-1 0 0 0,0 1 0 0 0,1-1 0 0 0,-1 20 0 0 0,2-20-101 0 0,1 0-1 0 0,1 0 1 0 0,0-1-1 0 0,1 1 0 0 0,1 0 1 0 0,0 0-1 0 0,0-1 1 0 0,1 1-1 0 0,1-1 1 0 0,0 0-1 0 0,0 0 1 0 0,2 0-1 0 0,11 19 1 0 0,-13-25-40 0 0,0 0 1 0 0,1-1-1 0 0,0 0 1 0 0,0 1-1 0 0,0-2 0 0 0,1 1 1 0 0,0-1-1 0 0,0 1 1 0 0,0-2-1 0 0,0 1 1 0 0,1-1-1 0 0,6 3 1 0 0,-3-2-158 0 0,1-1 1 0 0,-1-1 0 0 0,1 1-1 0 0,0-2 1 0 0,-1 1-1 0 0,1-2 1 0 0,16 0 0 0 0,-7-1-673 0 0,1-2-1 0 0,-1-1 1 0 0,0 0 0 0 0,0-1 0 0 0,0-1 0 0 0,-1-1-1 0 0,0-1 1 0 0,19-10 0 0 0,9-11-4522 0 0,-3-4-2922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3:24.1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143 115 1140 0 0,'-68'-105'9640'0'0,"58"95"-8720"0"0,5 12 15 0 0,5 21 242 0 0,0-18-1150 0 0,-9 609 4282 0 0,-11-352-3694 0 0,18-245-264 0 0,4-33-276 0 0,1-31-64 0 0,0 2-29 0 0,1 1 0 0 0,3-1 0 0 0,1 2 0 0 0,24-73 0 0 0,-31 112 12 0 0,1-1 0 0 0,0 1 0 0 0,1-1 0 0 0,-1 1 0 0 0,1 0 0 0 0,-1 0 0 0 0,1 0 0 0 0,0 1 0 0 0,1-1 0 0 0,-1 1 0 0 0,1-1 0 0 0,-1 1 0 0 0,7-4 0 0 0,-6 5 3 0 0,-1 1 0 0 0,0-1 0 0 0,0 1 0 0 0,0 0 0 0 0,1 0 0 0 0,-1 0-1 0 0,1 1 1 0 0,-1-1 0 0 0,1 1 0 0 0,-1-1 0 0 0,1 1 0 0 0,-1 0 0 0 0,1 1 0 0 0,-1-1 0 0 0,1 1 0 0 0,-1-1 0 0 0,0 1 0 0 0,1 0-1 0 0,3 2 1 0 0,4 2 54 0 0,0 1-1 0 0,0 0 1 0 0,0 1-1 0 0,-1 0 1 0 0,0 0-1 0 0,-1 1 0 0 0,1 1 1 0 0,-1-1-1 0 0,-1 2 1 0 0,0-1-1 0 0,0 1 0 0 0,-1 0 1 0 0,0 1-1 0 0,-1-1 1 0 0,9 23-1 0 0,-10-24-9 0 0,-2 0 0 0 0,1 0 0 0 0,-1 1 0 0 0,-1 0 0 0 0,0 0-1 0 0,0-1 1 0 0,-1 1 0 0 0,0 0 0 0 0,-1 0 0 0 0,0 0 0 0 0,0 0 0 0 0,-1 0 0 0 0,0 0 0 0 0,-1 0 0 0 0,0 0-1 0 0,-1 0 1 0 0,0-1 0 0 0,-1 1 0 0 0,0-1 0 0 0,-5 10 0 0 0,4-13-13 0 0,1 0 0 0 0,-1 0 0 0 0,0 0 1 0 0,-1-1-1 0 0,1 0 0 0 0,-1 0 0 0 0,0 0 0 0 0,0-1 1 0 0,-1 0-1 0 0,1 0 0 0 0,-1-1 0 0 0,0 1 0 0 0,0-1 1 0 0,0-1-1 0 0,-1 0 0 0 0,1 0 0 0 0,0 0 0 0 0,-1-1 0 0 0,0 0 1 0 0,-13 0-1 0 0,6-1-182 0 0,1 0 0 0 0,-1-1 0 0 0,0-1 0 0 0,0-1 0 0 0,0 0 0 0 0,1-1 0 0 0,0 0 0 0 0,0-1 0 0 0,-24-13 0 0 0,36 17-54 0 0,-1 0 1 0 0,1 0 0 0 0,0 0-1 0 0,0 0 1 0 0,0-1 0 0 0,0 1-1 0 0,1-1 1 0 0,-1 0 0 0 0,0 1-1 0 0,0-1 1 0 0,1 0-1 0 0,-1 0 1 0 0,1 0 0 0 0,0 0-1 0 0,0 0 1 0 0,0 0 0 0 0,-2-4-1 0 0,3 4-13 0 0,0-1-1 0 0,0 1 0 0 0,0 0 1 0 0,0-1-1 0 0,0 1 0 0 0,1 0 0 0 0,-1 0 1 0 0,1-1-1 0 0,-1 1 0 0 0,1 0 1 0 0,0 0-1 0 0,0 0 0 0 0,0-1 1 0 0,0 1-1 0 0,0 0 0 0 0,1 1 0 0 0,-1-1 1 0 0,3-3-1 0 0,6-7-1703 0 0,0 1 0 0 0,19-17-1 0 0,-6 9-1631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3:24.6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47 164 0 0,'40'-43'10760'0'0,"-35"52"-8916"0"0,5 97 1633 0 0,-9-82-3119 0 0,0 0-1 0 0,2 0 0 0 0,0 0 1 0 0,2-1-1 0 0,11 37 1 0 0,-15-58-346 0 0,0 0 1 0 0,1 1 0 0 0,-1-1-1 0 0,0 0 1 0 0,1 0 0 0 0,-1 0-1 0 0,1 0 1 0 0,0 0 0 0 0,-1 0-1 0 0,1 0 1 0 0,0-1 0 0 0,0 1-1 0 0,0-1 1 0 0,1 1 0 0 0,-1-1-1 0 0,0 0 1 0 0,0 0 0 0 0,1 0-1 0 0,-1 0 1 0 0,1 0 0 0 0,-1 0-1 0 0,4 0 1 0 0,0 0-1 0 0,0-1 1 0 0,0 1-1 0 0,0-1 0 0 0,0 0 1 0 0,0-1-1 0 0,0 1 0 0 0,0-1 1 0 0,0 0-1 0 0,0-1 0 0 0,-1 0 1 0 0,1 0-1 0 0,0 0 0 0 0,-1 0 1 0 0,1-1-1 0 0,-1 0 0 0 0,0 0 1 0 0,0 0-1 0 0,6-6 0 0 0,-5 3 2 0 0,0 0 0 0 0,0 0-1 0 0,0 0 1 0 0,-1-1 0 0 0,0 0 0 0 0,-1 0-1 0 0,0-1 1 0 0,0 1 0 0 0,0-1 0 0 0,-1 0-1 0 0,0 0 1 0 0,3-16 0 0 0,-2 9 15 0 0,-2 0 1 0 0,0-1-1 0 0,-1 1 1 0 0,0-25-1 0 0,-1 35-25 0 0,-1 1 1 0 0,1-1-1 0 0,-1 1 0 0 0,0-1 0 0 0,0 1 1 0 0,0 0-1 0 0,0 0 0 0 0,-1-1 0 0 0,0 1 1 0 0,0 0-1 0 0,0 0 0 0 0,0 0 0 0 0,-1 1 1 0 0,1-1-1 0 0,-1 1 0 0 0,0-1 0 0 0,0 1 1 0 0,0 0-1 0 0,-1 0 0 0 0,-4-4 0 0 0,5 6-1 0 0,1 0 0 0 0,0 0 0 0 0,0 0 0 0 0,-1 0-1 0 0,1 0 1 0 0,-1 1 0 0 0,1-1 0 0 0,0 1 0 0 0,-1 0-1 0 0,1 0 1 0 0,-1 0 0 0 0,1 0 0 0 0,-1 0 0 0 0,1 0-1 0 0,-1 0 1 0 0,-2 2 0 0 0,0-1 4 0 0,0 1 1 0 0,0 0-1 0 0,0 0 0 0 0,0 1 1 0 0,0-1-1 0 0,1 1 0 0 0,-5 4 1 0 0,-4 3 16 0 0,0 1 0 0 0,2 1 1 0 0,-20 24-1 0 0,17-18-6 0 0,1 1 0 0 0,1 0 0 0 0,1 1 1 0 0,1 1-1 0 0,1-1 0 0 0,0 1 0 0 0,-10 44 1 0 0,16-54-14 0 0,1 0 0 0 0,0 0 0 0 0,1 0 0 0 0,0 0 1 0 0,1 1-1 0 0,0-1 0 0 0,0 0 0 0 0,2 0 0 0 0,-1 0 1 0 0,1 0-1 0 0,1 0 0 0 0,0 0 0 0 0,1 0 0 0 0,0-1 1 0 0,0 0-1 0 0,1 0 0 0 0,1 0 0 0 0,6 10 0 0 0,-6-13-16 0 0,0 0 0 0 0,1 0-1 0 0,-1-1 1 0 0,1 1-1 0 0,1-2 1 0 0,-1 1-1 0 0,1-1 1 0 0,0 0-1 0 0,12 5 1 0 0,-6-4-216 0 0,0-1 0 0 0,1-1 0 0 0,-1 0 0 0 0,1-1 0 0 0,19 2 0 0 0,-1-3-1777 0 0,-1-1 1 0 0,1-2 0 0 0,0-1 0 0 0,53-11-1 0 0,-30 0-3877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3:25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141 239 528 0 0,'-20'-4'1348'0'0,"-1"0"1"0"0,1-2-1 0 0,-1 0 0 0 0,2-2 0 0 0,-20-9 0 0 0,39 17-1320 0 0,1 0 0 0 0,-1 0 0 0 0,0 0 0 0 0,1 0 0 0 0,-1 0 0 0 0,0 0 0 0 0,1 0 0 0 0,-1 0 0 0 0,0 0 0 0 0,1 0-1 0 0,-1 0 1 0 0,0 0 0 0 0,1 0 0 0 0,-1 0 0 0 0,0-1 0 0 0,1 1 0 0 0,-1 0 0 0 0,0 0 0 0 0,0 0 0 0 0,1 0 0 0 0,-1-1-1 0 0,0 1 1 0 0,1 0 0 0 0,-1 0 0 0 0,0-1 0 0 0,0 1 0 0 0,0 0 0 0 0,1 0 0 0 0,-1-1 0 0 0,0 1 0 0 0,0 0 0 0 0,0-1-1 0 0,0 1 1 0 0,1 0 0 0 0,-1-1 0 0 0,0 1 0 0 0,0 0 0 0 0,0-1 0 0 0,0 1 0 0 0,0 0 0 0 0,0-1 0 0 0,0 1 0 0 0,0 0-1 0 0,0-1 1 0 0,0 1 0 0 0,0 0 0 0 0,0-1 0 0 0,0 1 0 0 0,0 0 0 0 0,-1-1 0 0 0,1 1 0 0 0,0 0 0 0 0,0-1 0 0 0,0 1-1 0 0,0 0 1 0 0,-1 0 0 0 0,1-1 0 0 0,0 1 0 0 0,0 0 0 0 0,-1 0 0 0 0,1-1 0 0 0,0 1 0 0 0,-1 0 0 0 0,15 3 237 0 0,0 0 0 0 0,-1 1 1 0 0,0 1-1 0 0,0 1 1 0 0,0 0-1 0 0,0 0 0 0 0,17 13 1 0 0,-21-12-104 0 0,1 0 0 0 0,-2 0 0 0 0,1 1 0 0 0,-1 0 0 0 0,0 0 0 0 0,0 1 0 0 0,-1 0 0 0 0,-1 1 0 0 0,11 18 0 0 0,-15-23-25 0 0,0 1 0 0 0,0-1 0 0 0,0 0 0 0 0,-1 1 0 0 0,0 0 0 0 0,0-1 0 0 0,-1 1 1 0 0,1-1-1 0 0,-1 1 0 0 0,0 0 0 0 0,-1-1 0 0 0,1 1 0 0 0,-1-1 0 0 0,0 1 0 0 0,-1-1 1 0 0,1 1-1 0 0,-1-1 0 0 0,0 0 0 0 0,-1 1 0 0 0,1-1 0 0 0,-1-1 0 0 0,0 1 0 0 0,0 0 1 0 0,0-1-1 0 0,-1 1 0 0 0,-4 4 0 0 0,6-8 35 0 0,2-1-170 0 0,0 0 1 0 0,-1 0-1 0 0,1 0 0 0 0,-1 0 1 0 0,1 0-1 0 0,0 0 0 0 0,-1 0 1 0 0,1 0-1 0 0,0 0 1 0 0,-1 0-1 0 0,1 0 0 0 0,0-1 1 0 0,-1 1-1 0 0,1 0 0 0 0,0 0 1 0 0,-1 0-1 0 0,1-1 0 0 0,0 1 1 0 0,0 0-1 0 0,-1 0 1 0 0,1-1-1 0 0,0 1 0 0 0,0 0 1 0 0,-1-1-1 0 0,1 1 0 0 0,0 0 1 0 0,0 0-1 0 0,0-1 0 0 0,0 1 1 0 0,-1-1-1 0 0,1 1 0 0 0,0 0 1 0 0,0-1-1 0 0,2-17 24 0 0,13-20-84 0 0,-14 35 44 0 0,63-118-404 0 0,116-167 1 0 0,-176 282 410 0 0,-26 44-82 0 0,2 0-1 0 0,-26 74 1 0 0,42-98-187 0 0,0 0 0 0 0,1 0-1 0 0,1 0 1 0 0,0 0 0 0 0,1 1 0 0 0,0-1 0 0 0,4 27-1 0 0,-3-36-51 0 0,1 0-1 0 0,0 0 0 0 0,1 0 0 0 0,-1 0 1 0 0,1 0-1 0 0,0-1 0 0 0,0 1 0 0 0,1 0 1 0 0,-1-1-1 0 0,1 0 0 0 0,0 0 0 0 0,0 0 1 0 0,0 0-1 0 0,1 0 0 0 0,0 0 0 0 0,-1-1 1 0 0,1 0-1 0 0,0 0 0 0 0,1 0 0 0 0,-1 0 1 0 0,0 0-1 0 0,1-1 0 0 0,0 0 0 0 0,-1 0 1 0 0,8 2-1 0 0,8 1-3455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3:25.5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181 10 2104 0 0,'-3'-1'367'0'0,"1"0"-1"0"0,0-1 1 0 0,0 1-1 0 0,-1 0 1 0 0,1 0-1 0 0,0 1 1 0 0,-1-1 0 0 0,1 0-1 0 0,-1 1 1 0 0,1 0-1 0 0,-1-1 1 0 0,1 1-1 0 0,-1 0 1 0 0,1 0-1 0 0,-1 1 1 0 0,0-1-1 0 0,1 0 1 0 0,0 1-1 0 0,-4 0 1 0 0,3 1-191 0 0,0-1 0 0 0,0 1 0 0 0,0 0 1 0 0,0 0-1 0 0,0 0 0 0 0,0 0 0 0 0,1 0 0 0 0,-1 1 0 0 0,1-1 0 0 0,0 1 1 0 0,-1 0-1 0 0,-2 5 0 0 0,2-4-134 0 0,0 1-1 0 0,1 0 1 0 0,-1 0-1 0 0,1 1 1 0 0,1-1-1 0 0,-1 0 1 0 0,0 1-1 0 0,1-1 1 0 0,0 1 0 0 0,1-1-1 0 0,-1 1 1 0 0,1-1-1 0 0,0 1 1 0 0,0 0-1 0 0,1-1 1 0 0,0 1 0 0 0,2 7-1 0 0,1-4 10 0 0,0 1 0 0 0,1-1 1 0 0,0 0-1 0 0,0-1 0 0 0,1 1 0 0 0,9 9 0 0 0,46 41 37 0 0,-48-48 88 0 0,-1 0 1 0 0,0 0 0 0 0,-1 1-1 0 0,0 1 1 0 0,-1 0 0 0 0,-1 0-1 0 0,11 19 1 0 0,-18-28-53 0 0,-1 0 0 0 0,1 0-1 0 0,-1 0 1 0 0,0 0 0 0 0,0 0 0 0 0,0 0 0 0 0,-1 1 0 0 0,1-1-1 0 0,-1 0 1 0 0,0 0 0 0 0,-1 1 0 0 0,1-1 0 0 0,-1 0 0 0 0,1 0-1 0 0,-1 0 1 0 0,0 1 0 0 0,-1-1 0 0 0,-2 5 0 0 0,1-2 4 0 0,-1-1 1 0 0,1-1 0 0 0,-1 1-1 0 0,-1-1 1 0 0,1 1-1 0 0,-1-1 1 0 0,0 0 0 0 0,0-1-1 0 0,0 1 1 0 0,-12 6 0 0 0,9-6-209 0 0,0 0 1 0 0,-1-1 0 0 0,1 0 0 0 0,-1-1 0 0 0,0 0 0 0 0,0-1 0 0 0,0 1 0 0 0,-10 0 0 0 0,13-2-209 0 0,1-1 1 0 0,-1 1-1 0 0,0-1 1 0 0,0-1-1 0 0,1 1 1 0 0,-1-1-1 0 0,1 0 0 0 0,-1 0 1 0 0,0-1-1 0 0,1 1 1 0 0,0-1-1 0 0,-1-1 0 0 0,-4-2 1 0 0,6 2-356 0 0,0 1 0 0 0,0-1-1 0 0,0-1 1 0 0,1 1 0 0 0,0 0 0 0 0,-1-1 0 0 0,1 0-1 0 0,1 0 1 0 0,-5-6 0 0 0,-2-8-3883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3:25.7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1 158 1288 0 0,'11'-13'3760'0'0,"24"-22"0"0"0,-25 27-3407 0 0,-1 1-1 0 0,1 0 0 0 0,1 1 1 0 0,-1 0-1 0 0,1 0 1 0 0,14-4-1 0 0,12-3-148 0 0,75-16-1 0 0,-9 14-5617 0 0,-77 12 1550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3:26.2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398 41 740 0 0,'0'-2'513'0'0,"-1"0"0"0"0,1 0-1 0 0,-1 0 1 0 0,0 0 0 0 0,1 0-1 0 0,-1 1 1 0 0,0-1 0 0 0,0 0 0 0 0,0 1-1 0 0,0-1 1 0 0,-1 1 0 0 0,1-1 0 0 0,0 1-1 0 0,-1-1 1 0 0,1 1 0 0 0,-3-2 0 0 0,1 1-154 0 0,0 1 0 0 0,0-1 0 0 0,0 1 0 0 0,0 0 0 0 0,0 0 1 0 0,0 0-1 0 0,0 1 0 0 0,0-1 0 0 0,-5 0 0 0 0,-1 1-12 0 0,0 1-1 0 0,0-1 0 0 0,0 1 0 0 0,0 1 1 0 0,0 0-1 0 0,-12 4 0 0 0,-3 2 81 0 0,1 1 0 0 0,0 1 0 0 0,1 2 0 0 0,-39 25 0 0 0,50-30-371 0 0,1 1 0 0 0,0 1 0 0 0,0 0 0 0 0,1 0 0 0 0,0 1 0 0 0,1 0 0 0 0,0 1 0 0 0,0 0 0 0 0,1 0 0 0 0,-10 24 0 0 0,15-32-52 0 0,1 1-1 0 0,-1-1 1 0 0,1 1 0 0 0,0 0 0 0 0,1 0-1 0 0,-1 0 1 0 0,0-1 0 0 0,1 1 0 0 0,0 0-1 0 0,0 0 1 0 0,0 0 0 0 0,1 0 0 0 0,-1 0-1 0 0,1-1 1 0 0,0 1 0 0 0,0 0 0 0 0,0 0-1 0 0,1-1 1 0 0,-1 1 0 0 0,4 5 0 0 0,-2-5-34 0 0,0-1 0 0 0,0 0 0 0 0,0 0 0 0 0,0 0 0 0 0,0 0 1 0 0,1 0-1 0 0,-1-1 0 0 0,1 0 0 0 0,0 0 0 0 0,0 0 1 0 0,-1 0-1 0 0,1 0 0 0 0,1-1 0 0 0,-1 1 0 0 0,0-1 0 0 0,0 0 1 0 0,0-1-1 0 0,7 1 0 0 0,0 0-82 0 0,-1 0-1 0 0,1-1 1 0 0,-1-1 0 0 0,0 0-1 0 0,1 0 1 0 0,-1-1 0 0 0,0-1-1 0 0,0 1 1 0 0,0-2 0 0 0,0 1-1 0 0,0-1 1 0 0,-1-1 0 0 0,15-9-1 0 0,-13 6 63 0 0,-1 0 0 0 0,0 0 0 0 0,0-1 0 0 0,-1-1 0 0 0,0 0 0 0 0,-1 0 0 0 0,0 0 0 0 0,0-1 0 0 0,-1 0 0 0 0,8-18 0 0 0,34-87 1499 0 0,-43 108-1168 0 0,-1 11 388 0 0,0 12 4 0 0,1 75 181 0 0,-6-68-1510 0 0,1 0 0 0 0,1-1 0 0 0,1 1 0 0 0,10 34 0 0 0,-13-54 189 0 0,1 1 0 0 0,1 0 0 0 0,-1-1 0 0 0,0 1 0 0 0,1-1 0 0 0,-1 0 0 0 0,1 1 0 0 0,0-1 0 0 0,0 0 1 0 0,-1 0-1 0 0,2 0 0 0 0,-1 0 0 0 0,0 0 0 0 0,0-1 0 0 0,0 1 0 0 0,1-1 0 0 0,-1 1 0 0 0,1-1 0 0 0,-1 0 0 0 0,4 1 0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3:26.6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31 2332 0 0,'14'-21'6579'0'0,"-13"20"-6416"0"0,0 1-1 0 0,1-1 1 0 0,-1 1 0 0 0,1 0-1 0 0,0 0 1 0 0,-1-1 0 0 0,1 1-1 0 0,-1 0 1 0 0,1 0 0 0 0,-1 1-1 0 0,1-1 1 0 0,-1 0 0 0 0,1 0 0 0 0,-1 1-1 0 0,1-1 1 0 0,-1 1 0 0 0,0 0-1 0 0,1-1 1 0 0,-1 1 0 0 0,1 0-1 0 0,-1 0 1 0 0,0-1 0 0 0,0 1-1 0 0,0 0 1 0 0,1 0 0 0 0,-1 1 0 0 0,0-1-1 0 0,0 0 1 0 0,0 1 0 0 0,5 5 281 0 0,-1-1 1 0 0,0 0 0 0 0,0 1 0 0 0,5 11 0 0 0,-4-5-259 0 0,-1-1-1 0 0,0 1 0 0 0,-1 0 1 0 0,0 0-1 0 0,-1 0 1 0 0,0 1-1 0 0,-1-1 1 0 0,-1 1-1 0 0,0 0 1 0 0,-1-1-1 0 0,0 1 0 0 0,-1 0 1 0 0,-1-1-1 0 0,-6 26 1 0 0,7-37-160 0 0,1-2-25 0 0,0 1-1 0 0,0-1 0 0 0,-1 1 1 0 0,1-1-1 0 0,0 1 0 0 0,0-1 1 0 0,-1 1-1 0 0,1-1 0 0 0,0 0 1 0 0,-1 1-1 0 0,1-1 0 0 0,-1 0 1 0 0,1 1-1 0 0,-1-1 0 0 0,1 0 0 0 0,0 0 1 0 0,-1 1-1 0 0,0-1 0 0 0,-1-4-24 0 0,1 1 0 0 0,0-1-1 0 0,0 0 1 0 0,0 0-1 0 0,0 0 1 0 0,1 0-1 0 0,0 0 1 0 0,0 0-1 0 0,0 0 1 0 0,0 0 0 0 0,0 0-1 0 0,1 1 1 0 0,1-7-1 0 0,0 0-43 0 0,1-1-1 0 0,0 1 1 0 0,9-20-1 0 0,-2 11 5 0 0,0 0-1 0 0,2 1 1 0 0,0 0-1 0 0,28-31 1 0 0,-35 44 51 0 0,0 0 1 0 0,0 0 0 0 0,0 0 0 0 0,0 1 0 0 0,1 0 0 0 0,0 0 0 0 0,0 0 0 0 0,0 1-1 0 0,0 0 1 0 0,1 0 0 0 0,-1 1 0 0 0,1 0 0 0 0,0 0 0 0 0,-1 0 0 0 0,1 1-1 0 0,0 0 1 0 0,0 0 0 0 0,0 1 0 0 0,9 0 0 0 0,-10 1 25 0 0,-1 0 0 0 0,1 0 0 0 0,-1 1 0 0 0,0 0 0 0 0,0 0 1 0 0,0 0-1 0 0,0 1 0 0 0,0-1 0 0 0,0 1 0 0 0,0 0 0 0 0,-1 1 0 0 0,0-1 0 0 0,1 1 0 0 0,-1 0 0 0 0,-1 0 1 0 0,1 0-1 0 0,0 1 0 0 0,-1-1 0 0 0,0 1 0 0 0,0 0 0 0 0,-1-1 0 0 0,4 9 0 0 0,3 10-274 0 0,-1 0 0 0 0,-1 0 0 0 0,7 45 0 0 0,-9-41-641 0 0,-2-10-126 0 0,4 18-1485 0 0,4-14-2681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3:27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232 642 1960 0 0,'3'-6'1186'0'0,"-1"-1"0"0"0,0 1 0 0 0,0-1 0 0 0,0 0 0 0 0,-1 1 0 0 0,1-11 0 0 0,-2 16-1108 0 0,0 0 0 0 0,0 0 0 0 0,0 1 0 0 0,0-1 0 0 0,-1 0-1 0 0,1 0 1 0 0,0 0 0 0 0,0 0 0 0 0,-1 1 0 0 0,1-1 0 0 0,-1 0 0 0 0,1 0-1 0 0,0 1 1 0 0,-1-1 0 0 0,1 0 0 0 0,-1 1 0 0 0,0-1 0 0 0,1 0 0 0 0,-1 1-1 0 0,1-1 1 0 0,-1 1 0 0 0,0-1 0 0 0,0 1 0 0 0,1-1 0 0 0,-1 1 0 0 0,0-1-1 0 0,0 1 1 0 0,1 0 0 0 0,-1 0 0 0 0,0-1 0 0 0,0 1 0 0 0,0 0 0 0 0,0 0-1 0 0,1 0 1 0 0,-1 0 0 0 0,0 0 0 0 0,-2 0 0 0 0,0 0 39 0 0,-1 0 0 0 0,1 1-1 0 0,0-1 1 0 0,-1 1 0 0 0,1 0 0 0 0,0-1 0 0 0,-5 3 0 0 0,-7 5 225 0 0,0 0 0 0 0,1 1 0 0 0,0 1 0 0 0,0 0 0 0 0,1 0 0 0 0,1 2 0 0 0,-22 23 0 0 0,28-27-287 0 0,-1 0 1 0 0,1 1 0 0 0,0 0-1 0 0,1 0 1 0 0,0 0 0 0 0,1 1-1 0 0,-1-1 1 0 0,2 1 0 0 0,0 0-1 0 0,0 1 1 0 0,0-1 0 0 0,2 0-1 0 0,-2 20 1 0 0,3-27-47 0 0,-1 1-1 0 0,2-1 1 0 0,-1 1-1 0 0,0-1 1 0 0,1 1 0 0 0,-1-1-1 0 0,1 1 1 0 0,0-1-1 0 0,0 1 1 0 0,1-1 0 0 0,-1 0-1 0 0,1 0 1 0 0,-1 1-1 0 0,1-1 1 0 0,0 0 0 0 0,0-1-1 0 0,1 1 1 0 0,-1 0-1 0 0,0-1 1 0 0,1 1 0 0 0,5 3-1 0 0,-4-4-13 0 0,0 0 0 0 0,0 0 0 0 0,0-1 0 0 0,0 0 0 0 0,0 0 0 0 0,0 0 0 0 0,0 0 0 0 0,0-1 0 0 0,1 1 0 0 0,-1-1 0 0 0,0 0 0 0 0,1 0 0 0 0,-1-1 0 0 0,0 1 0 0 0,0-1 0 0 0,1 0 0 0 0,7-3 0 0 0,0-1-78 0 0,1-1 1 0 0,-1 0 0 0 0,1 0 0 0 0,-2-2 0 0 0,1 1 0 0 0,-1-1-1 0 0,0-1 1 0 0,-1 0 0 0 0,0-1 0 0 0,0 0 0 0 0,-1 0-1 0 0,-1-1 1 0 0,0 0 0 0 0,14-24 0 0 0,-3-2-201 0 0,-1-2 0 0 0,-2 0 0 0 0,19-66 0 0 0,6-54 508 0 0,25-195 1 0 0,-61 334 51 0 0,-3 31 430 0 0,-1 35 197 0 0,-3 91-74 0 0,7 179-2896 0 0,3-263-792 0 0,4-19-2854 0 0,-4-18 178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3:27.6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1 258 408 0 0,'1'-2'2705'0'0,"0"0"-2211"0"0,-1 0 0 0 0,1 1 1 0 0,0-1-1 0 0,0 1 0 0 0,0-1 0 0 0,1 1 0 0 0,-1-1 0 0 0,0 1 1 0 0,0-1-1 0 0,1 1 0 0 0,-1 0 0 0 0,1 0 0 0 0,-1 0 1 0 0,1 0-1 0 0,-1 0 0 0 0,4-1 0 0 0,-4 2-410 0 0,0 0-1 0 0,0 0 1 0 0,0 0-1 0 0,0 0 1 0 0,1 0-1 0 0,-1 0 1 0 0,0 1-1 0 0,0-1 1 0 0,0 0 0 0 0,0 1-1 0 0,0-1 1 0 0,0 1-1 0 0,0 0 1 0 0,0-1-1 0 0,-1 1 1 0 0,1 0-1 0 0,0-1 1 0 0,0 1-1 0 0,0 0 1 0 0,-1 0-1 0 0,1 0 1 0 0,0-1-1 0 0,-1 1 1 0 0,1 0 0 0 0,-1 0-1 0 0,1 0 1 0 0,-1 0-1 0 0,1 0 1 0 0,-1 0-1 0 0,0 0 1 0 0,1 3-1 0 0,3 5 245 0 0,-1 1 0 0 0,0 0-1 0 0,0 0 1 0 0,-1 0 0 0 0,-1 1-1 0 0,0-1 1 0 0,0 0 0 0 0,-1 17-1 0 0,-3-4 109 0 0,0 0 0 0 0,-12 40 0 0 0,11-49-263 0 0,3-10-131 0 0,-1 0 0 0 0,1 0 0 0 0,0 0 0 0 0,1 0 0 0 0,-1 8 0 0 0,1-10 43 0 0,3-3-84 0 0,0 1 0 0 0,0-1 0 0 0,0 1 0 0 0,1-1 0 0 0,-1 0 0 0 0,0 0 0 0 0,0-1 0 0 0,0 1 0 0 0,0-1 0 0 0,-1 1 0 0 0,1-1 0 0 0,0 0 0 0 0,2-2 0 0 0,34-34-26 0 0,-22 20 23 0 0,36-38 37 0 0,-3-2 0 0 0,-2-3 0 0 0,-3-1 0 0 0,56-104 0 0 0,-95 155 91 0 0,7-11-72 0 0,-9 15 203 0 0,-5 8 337 0 0,-17 24-212 0 0,2 1 0 0 0,1 0 1 0 0,1 1-1 0 0,1 1 0 0 0,-10 32 1 0 0,20-52-357 0 0,1 0 1 0 0,-1 0 0 0 0,2 0-1 0 0,-1 1 1 0 0,1-1 0 0 0,1 0-1 0 0,-1 1 1 0 0,2-1 0 0 0,-1 0-1 0 0,2 11 1 0 0,-1-14-105 0 0,1-1 0 0 0,-1 1 0 0 0,1-1 1 0 0,-1 0-1 0 0,1 1 0 0 0,0-1 0 0 0,1 0 0 0 0,-1 0 0 0 0,1 0 1 0 0,0-1-1 0 0,0 1 0 0 0,0-1 0 0 0,0 1 0 0 0,1-1 0 0 0,-1 0 1 0 0,1 0-1 0 0,0-1 0 0 0,0 1 0 0 0,8 3 0 0 0,5 2-817 0 0,2-1-1 0 0,-1-1 1 0 0,1-1-1 0 0,-1 0 1 0 0,22 1-1 0 0,-10-3-2919 0 0,31 0-1 0 0,-25-4-1953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3:28.0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758 19 1184 0 0,'4'-11'6405'0'0,"-4"10"-5978"0"0,-1 0-221 0 0,0 0 0 0 0,0 1-1 0 0,-1-1 1 0 0,1 0 0 0 0,0 1 0 0 0,0-1-1 0 0,-1 1 1 0 0,1 0 0 0 0,0-1 0 0 0,-1 1 0 0 0,1 0-1 0 0,0 0 1 0 0,-1 0 0 0 0,1 0 0 0 0,-1 0-1 0 0,1 0 1 0 0,0 0 0 0 0,-1 0 0 0 0,1 1-1 0 0,0-1 1 0 0,-1 0 0 0 0,1 1 0 0 0,-2 0 0 0 0,-38 16 1590 0 0,35-14-1334 0 0,-66 32 1929 0 0,1 4-1 0 0,-119 85 1 0 0,149-92-1939 0 0,2 1-1 0 0,1 2 1 0 0,1 2-1 0 0,2 1 1 0 0,-44 65-1 0 0,65-84-348 0 0,2 2-1 0 0,0 0 1 0 0,2 0 0 0 0,-9 24-1 0 0,16-39-84 0 0,1 1 0 0 0,0 0-1 0 0,0-1 1 0 0,1 1 0 0 0,0 0 0 0 0,0 0-1 0 0,1-1 1 0 0,-1 1 0 0 0,1 0 0 0 0,1 0-1 0 0,0 0 1 0 0,0 0 0 0 0,0-1 0 0 0,0 1-1 0 0,1 0 1 0 0,0-1 0 0 0,1 1 0 0 0,4 9-1 0 0,-3-12-6 0 0,-1 0-1 0 0,1 0 1 0 0,0 0-1 0 0,0 0 0 0 0,0-1 1 0 0,0 1-1 0 0,1-1 0 0 0,0 0 1 0 0,-1 0-1 0 0,1-1 1 0 0,0 0-1 0 0,0 0 0 0 0,0 0 1 0 0,1 0-1 0 0,-1-1 1 0 0,0 0-1 0 0,7 1 0 0 0,1 0 7 0 0,0-1-1 0 0,0 0 1 0 0,0-1-1 0 0,0-1 1 0 0,0 0-1 0 0,15-4 0 0 0,-8 1 0 0 0,0-2 1 0 0,-1 0-1 0 0,0-1 0 0 0,0-1 0 0 0,20-12 0 0 0,-27 12-13 0 0,0 1 0 0 0,-1-1 1 0 0,0-1-1 0 0,0 0 0 0 0,-1-1 1 0 0,0 0-1 0 0,0 0 0 0 0,10-16 0 0 0,-19 24 3 0 0,0 1-1 0 0,0 0 0 0 0,0-1 0 0 0,0 1 0 0 0,0-1 0 0 0,-1 0 0 0 0,1 1 1 0 0,-1-1-1 0 0,1 0 0 0 0,-1 1 0 0 0,1-1 0 0 0,-1 0 0 0 0,0 1 1 0 0,0-1-1 0 0,0 0 0 0 0,0 0 0 0 0,0 1 0 0 0,0-1 0 0 0,0 0 0 0 0,-1 1 1 0 0,1-1-1 0 0,0 0 0 0 0,-1 1 0 0 0,0-1 0 0 0,1 0 0 0 0,-1 1 0 0 0,0-1 1 0 0,0 1-1 0 0,0-1 0 0 0,0 1 0 0 0,0 0 0 0 0,0-1 0 0 0,0 1 1 0 0,0 0-1 0 0,-1 0 0 0 0,1 0 0 0 0,-1-1 0 0 0,1 2 0 0 0,0-1 0 0 0,-3-1 1 0 0,-6-4-18 0 0,0 1 0 0 0,-1 0 0 0 0,0 1 1 0 0,-20-5-1 0 0,16 4-42 0 0,-20-2-1756 0 0,13 4-2458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3:28.2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 4548 0 0,'2'0'3409'0'0,"26"-2"5518"0"0,-24 2-8075 0 0,10 0-182 0 0,-11 0 268 0 0,13-2-2104 0 0,14-3-8372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3:36.2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1 852 0 0,'0'0'2808'0'0,"11"21"-416"0"0,-10-12-2076 0 0,0 0 0 0 0,1 0 0 0 0,0 0 0 0 0,1 0 0 0 0,0 0 0 0 0,0-1 0 0 0,1 1 0 0 0,0-1 0 0 0,0 0 0 0 0,1 0 0 0 0,8 10 0 0 0,-12-17 119 0 0,2 0-230 0 0,-2-1-170 0 0,0 0-1 0 0,0 0 1 0 0,1 0 0 0 0,-1 0-1 0 0,0 0 1 0 0,0-1-1 0 0,0 1 1 0 0,0 0-1 0 0,1-1 1 0 0,-1 1 0 0 0,0-1-1 0 0,0 1 1 0 0,0-1-1 0 0,0 1 1 0 0,0-1-1 0 0,0 1 1 0 0,0-1 0 0 0,0 0-1 0 0,0 0 1 0 0,-1 0-1 0 0,1 0 1 0 0,0 1-1 0 0,0-1 1 0 0,-1 0 0 0 0,1 0-1 0 0,0 0 1 0 0,-1 0-1 0 0,1-1 1 0 0,-1 1-1 0 0,1 0 1 0 0,-1 0 0 0 0,0 0-1 0 0,0 0 1 0 0,1 0-1 0 0,-1-1 1 0 0,0 1-1 0 0,0 0 1 0 0,0 0 0 0 0,0 0-1 0 0,0-2 1 0 0,-8-51 409 0 0,6 51-434 0 0,1 1-1 0 0,0-1 1 0 0,-1 1-1 0 0,1-1 1 0 0,-1 1-1 0 0,0 0 0 0 0,1 0 1 0 0,-1-1-1 0 0,0 1 1 0 0,-1 1-1 0 0,1-1 0 0 0,0 0 1 0 0,0 0-1 0 0,-1 1 1 0 0,-4-3-1 0 0,6 4-11 0 0,0 0 0 0 0,0 0 0 0 0,-1 0-1 0 0,1 0 1 0 0,0 1 0 0 0,0-1 0 0 0,0 0 0 0 0,0 1-1 0 0,0-1 1 0 0,0 0 0 0 0,0 1 0 0 0,0 0 0 0 0,0-1-1 0 0,0 1 1 0 0,0-1 0 0 0,1 1 0 0 0,-1 0 0 0 0,-1 0-1 0 0,-15 17 15 0 0,16-17-9 0 0,-3 3-118 0 0,1 0 0 0 0,0 1 0 0 0,0-1 0 0 0,1 0-1 0 0,0 1 1 0 0,-1 0 0 0 0,-2 8 0 0 0,4-10-292 0 0,1 0 0 0 0,-1 0 0 0 0,1-1 0 0 0,-1 1 0 0 0,1 0 0 0 0,0 0 1 0 0,0 0-1 0 0,0-1 0 0 0,0 1 0 0 0,0 0 0 0 0,1 0 0 0 0,-1 0 1 0 0,1-1-1 0 0,2 6 0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3:36.8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1328 1516 0 0,'-8'9'916'0'0,"1"0"0"0"0,0 0 0 0 0,0 1 0 0 0,1 0 0 0 0,1 0-1 0 0,0 1 1 0 0,0 0 0 0 0,1 0 0 0 0,-5 19 0 0 0,8-28-458 0 0,2 0 195 0 0,-1-2-625 0 0,0 1 1 0 0,0-1 0 0 0,0 0 0 0 0,0 0 0 0 0,0 0-1 0 0,0 0 1 0 0,0 1 0 0 0,0-1 0 0 0,0 0 0 0 0,0 0-1 0 0,0 0 1 0 0,0 1 0 0 0,0-1 0 0 0,0 0 0 0 0,0 0-1 0 0,0 0 1 0 0,0 0 0 0 0,0 1 0 0 0,0-1 0 0 0,0 0-1 0 0,0 0 1 0 0,0 0 0 0 0,1 0 0 0 0,-1 0-1 0 0,0 1 1 0 0,0-1 0 0 0,0 0 0 0 0,0 0 0 0 0,0 0-1 0 0,0 0 1 0 0,1 0 0 0 0,-1 0 0 0 0,0 0 0 0 0,0 1-1 0 0,0-1 1 0 0,0 0 0 0 0,1 0 0 0 0,5-3 117 0 0,-1-1 1 0 0,1 0-1 0 0,-1 0 1 0 0,0 0-1 0 0,0 0 1 0 0,0-1-1 0 0,0 0 1 0 0,-1 0-1 0 0,0 0 1 0 0,0 0-1 0 0,4-8 1 0 0,7-13 20 0 0,12-30 0 0 0,-25 52-153 0 0,151-414-16 0 0,-108 281-7 0 0,100-329-114 0 0,-64 201-180 0 0,-70 243 175 0 0,-11 22 127 0 0,0 0 0 0 0,0-1 0 0 0,0 1 0 0 0,0 0 0 0 0,0 0 0 0 0,0 0 0 0 0,0 0 0 0 0,0 0 0 0 0,0 0 0 0 0,0 0 0 0 0,0 0 0 0 0,0 0 0 0 0,0-1 0 0 0,0 1 0 0 0,1 0 0 0 0,-1 0 0 0 0,0 0 0 0 0,0 0 0 0 0,0 0 0 0 0,0 0 0 0 0,0 0 0 0 0,0 0 0 0 0,0 0 0 0 0,1 0 0 0 0,-1 0 0 0 0,0 0 0 0 0,0 0 0 0 0,0 0 0 0 0,0 0 0 0 0,0 0 0 0 0,0 0 0 0 0,0 0 0 0 0,1 0 0 0 0,-1 0 0 0 0,0 0 0 0 0,0 0 0 0 0,0 0 0 0 0,0 0 0 0 0,0 0 0 0 0,0 0 0 0 0,0 0 0 0 0,0 0 0 0 0,1 0 0 0 0,-1 0 0 0 0,0 1 0 0 0,0-1 0 0 0,0 0 0 0 0,0 0 0 0 0,0 0 0 0 0,0 0 0 0 0,2 15 8 0 0,-5 41 129 0 0,-3 1 0 0 0,-20 80 1 0 0,14-73-56 0 0,-23 113 311 0 0,-53 336 737 0 0,83-460-1007 0 0,2-1 0 0 0,5 62 0 0 0,-1-106-468 0 0,-1 0 0 0 0,2 0 1 0 0,-1-1-1 0 0,1 1 1 0 0,5 12-1 0 0,-7-19 170 0 0,1 0 0 0 0,-1 0 0 0 0,1 0 0 0 0,0 0 0 0 0,0-1 0 0 0,-1 1 1 0 0,1 0-1 0 0,0 0 0 0 0,0 0 0 0 0,0 0 0 0 0,0-1 0 0 0,0 1 0 0 0,0-1 0 0 0,0 1 0 0 0,0 0 0 0 0,0-1 0 0 0,0 0 0 0 0,0 1 0 0 0,2 0 1 0 0,16-1-5158 0 0,-5-3 1908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3:37.1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91 328 0 0,'-3'0'1504'0'0,"-61"-8"4929"0"0,61 8-5915 0 0,-12-2 559 0 0,8-2-412 0 0,7 4-646 0 0,0 0 0 0 0,0 0 0 0 0,0 0 0 0 0,0-1 0 0 0,0 1 0 0 0,0 0 0 0 0,0 0 0 0 0,0 0 0 0 0,0 0 0 0 0,0 0 0 0 0,0-1 0 0 0,0 1 0 0 0,0 0 0 0 0,0 0 0 0 0,0 0 0 0 0,0 0 0 0 0,0 0 0 0 0,0-1 0 0 0,0 1 0 0 0,0 0 0 0 0,0 0 0 0 0,0 0 0 0 0,0 0 0 0 0,0 0 0 0 0,0 0 0 0 0,1 0 0 0 0,-1-1 0 0 0,0 1 0 0 0,0 0 0 0 0,0 0 0 0 0,0 0 0 0 0,0 0 0 0 0,0 0 0 0 0,0 0 0 0 0,1 0 0 0 0,-1 0 0 0 0,0 0 0 0 0,0 0 0 0 0,0 0 0 0 0,0 0 0 0 0,0 0 0 0 0,0 0 0 0 0,1 0 0 0 0,-1 0 0 0 0,0 0 0 0 0,53-19-984 0 0,95-20 0 0 0,-100 28-2889 0 0,-29 7 643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3:37.9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163 879 892 0 0,'-6'10'1938'0'0,"4"-6"-1359"0"0,-1 1 0 0 0,1-1 0 0 0,0 0 1 0 0,0 1-1 0 0,0 0 0 0 0,1-1 0 0 0,-1 1 1 0 0,1 0-1 0 0,0 0 0 0 0,1 0 0 0 0,-1 0 0 0 0,1 6 1 0 0,0-9-154 0 0,2-1-315 0 0,0-1 1 0 0,-1 0 0 0 0,1 0 0 0 0,0 1 0 0 0,-1-1 0 0 0,1 0 0 0 0,0 0-1 0 0,-1-1 1 0 0,1 1 0 0 0,0 0 0 0 0,2-1 0 0 0,5-4 45 0 0,0 0 1 0 0,-1-1 0 0 0,1 0-1 0 0,-1 0 1 0 0,0-1-1 0 0,-1 0 1 0 0,0-1-1 0 0,0 0 1 0 0,9-12 0 0 0,2-7-46 0 0,25-49 1 0 0,-12 10-77 0 0,-2-1 0 0 0,25-94-1 0 0,19-147 132 0 0,-45 145-125 0 0,-28 163-44 0 0,0-1 0 0 0,0 1 0 0 0,0 0 0 0 0,1-1 0 0 0,-1 1 1 0 0,0 0-1 0 0,0-1 0 0 0,0 1 0 0 0,0 0 0 0 0,0-1 0 0 0,0 1 0 0 0,0 0 0 0 0,0-1 0 0 0,0 1 0 0 0,0-1 0 0 0,0 1 0 0 0,0 0 0 0 0,0-1 0 0 0,0 1 0 0 0,0 0 0 0 0,0-1 0 0 0,0 1 0 0 0,-1 0 0 0 0,1-1 0 0 0,0 1 0 0 0,0 0 0 0 0,0 0 0 0 0,0-1 0 0 0,-1 1 0 0 0,1 0 0 0 0,0-1 0 0 0,0 1 0 0 0,-1 0 1 0 0,1-1-1 0 0,-10 10-24 0 0,-8 19-16 0 0,-7 35 232 0 0,3 0 0 0 0,-17 86 0 0 0,30-114-68 0 0,-228 1131 2778 0 0,214-1021-2689 0 0,-4 208-1 0 0,27-342-199 0 0,-1 0-18 0 0,1 1 0 0 0,1-1 0 0 0,0 1 0 0 0,4 17 0 0 0,-4-27 7 0 0,-1 0 0 0 0,1 1 0 0 0,0-1 0 0 0,0 0 1 0 0,0 0-1 0 0,0 0 0 0 0,0 0 0 0 0,0 0 0 0 0,1 0 0 0 0,-1 0 0 0 0,1 0 0 0 0,-1-1 0 0 0,1 1 0 0 0,-1 0 1 0 0,1-1-1 0 0,0 1 0 0 0,0-1 0 0 0,0 0 0 0 0,0 0 0 0 0,0 0 0 0 0,0 0 0 0 0,0 0 0 0 0,1 0 0 0 0,-1 0 1 0 0,0-1-1 0 0,0 1 0 0 0,1-1 0 0 0,3 1 0 0 0,6-1 0 0 0,-1-1 0 0 0,1 0 0 0 0,0-1 0 0 0,-1 0 0 0 0,1-1 0 0 0,-1 0 0 0 0,0-1 0 0 0,0 0 0 0 0,0-1 0 0 0,-1 0 0 0 0,17-11 0 0 0,-14 8-11 0 0,0-1-1 0 0,-1-1 1 0 0,0 0-1 0 0,0 0 0 0 0,-1-1 1 0 0,0-1-1 0 0,-1 0 1 0 0,10-16-1 0 0,-14 18 4 0 0,0 0 0 0 0,-1-1 0 0 0,-1 0 0 0 0,0 0 0 0 0,0 0 1 0 0,-1 0-1 0 0,0 0 0 0 0,-1-1 0 0 0,0 1 0 0 0,-1-1 0 0 0,0-15 0 0 0,-2 12-3 0 0,-1 0-1 0 0,0 0 0 0 0,-1 0 1 0 0,0 0-1 0 0,-1 1 0 0 0,-1-1 1 0 0,-13-27-1 0 0,6 21 4 0 0,0 0 0 0 0,-2 0-1 0 0,0 2 1 0 0,-1-1 0 0 0,-2 2-1 0 0,1 0 1 0 0,-2 1 0 0 0,0 1-1 0 0,-1 0 1 0 0,-34-20 0 0 0,-49-14-7 0 0,68 34-46 0 0,-43-25 1 0 0,76 40 41 0 0,0 1 0 0 0,0-1 0 0 0,0 1 0 0 0,0-1 0 0 0,0 0 0 0 0,0 0 0 0 0,0 0-1 0 0,0 1 1 0 0,0-1 0 0 0,1 0 0 0 0,-1 0 0 0 0,0 0 0 0 0,1 0 0 0 0,-1 0 0 0 0,1 0 0 0 0,-1 0 0 0 0,1-1 0 0 0,-1 1 0 0 0,1 0 0 0 0,0 0 0 0 0,-1 0 0 0 0,1 0 0 0 0,0 0 0 0 0,0-1 0 0 0,0 1 0 0 0,0 0 0 0 0,0 0 0 0 0,0 0 0 0 0,0-1 0 0 0,1 1 0 0 0,-1-2 0 0 0,2-1-76 0 0,0 0 0 0 0,1 0 0 0 0,-1 0 0 0 0,0 0 0 0 0,1 0 0 0 0,0 1 0 0 0,4-5 0 0 0,28-27-1189 0 0,76-58 1 0 0,-16 16-319 0 0,331-331-6567 0 0,-376 355 6698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3:38.2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178 326 828 0 0,'8'-18'594'0'0,"-2"0"-1"0"0,-1-1 0 0 0,0 1 1 0 0,-1-1-1 0 0,-1 0 1 0 0,-1 0-1 0 0,-1 0 1 0 0,0 0-1 0 0,-1 0 1 0 0,-1 0-1 0 0,-5-24 0 0 0,1 20 807 0 0,-10-28-1 0 0,14 49-823 0 0,-12 10 156 0 0,10-4-599 0 0,0 0-1 0 0,1 0 0 0 0,0 0 0 0 0,0 0 0 0 0,0 1 0 0 0,1-1 0 0 0,-1 0 1 0 0,1 1-1 0 0,0 0 0 0 0,0-1 0 0 0,0 7 0 0 0,-1 1 119 0 0,-37 235 2371 0 0,8-41-1383 0 0,-39 218-14 0 0,62-358-1175 0 0,7-59-169 0 0,1 0-1 0 0,0 0 1 0 0,1 0-1 0 0,0 0 1 0 0,0 0-1 0 0,0 0 1 0 0,4 8 0 0 0,-5-13-20 0 0,1-1 0 0 0,0 1 1 0 0,0 0-1 0 0,0-1 0 0 0,0 1 0 0 0,1-1 1 0 0,-1 1-1 0 0,0-1 0 0 0,0 0 0 0 0,1 1 1 0 0,-1-1-1 0 0,1 0 0 0 0,-1 0 1 0 0,1 0-1 0 0,0 0 0 0 0,-1 0 0 0 0,1 0 1 0 0,0-1-1 0 0,0 1 0 0 0,0-1 1 0 0,0 1-1 0 0,-1-1 0 0 0,1 1 0 0 0,0-1 1 0 0,0 0-1 0 0,0 0 0 0 0,0 0 1 0 0,0 0-1 0 0,0 0 0 0 0,3-1 0 0 0,3-1-791 0 0,-1 1-1 0 0,1-1 1 0 0,-1-1-1 0 0,1 1 1 0 0,-1-1-1 0 0,7-5 0 0 0,8-5-3924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3:39.1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155 185 1844 0 0,'-2'-13'5261'0'0,"1"12"-5077"0"0,0 0 0 0 0,0 1 0 0 0,0-1 0 0 0,-1 1 0 0 0,1-1 0 0 0,0 1 0 0 0,-1-1 0 0 0,1 1 0 0 0,0 0 0 0 0,0 0 0 0 0,-1 0 0 0 0,1-1 0 0 0,-1 1 0 0 0,1 0 0 0 0,0 1 0 0 0,-1-1 1 0 0,1 0-1 0 0,0 0 0 0 0,0 0 0 0 0,-1 1 0 0 0,1-1 0 0 0,0 1 0 0 0,-1-1 0 0 0,1 1 0 0 0,0 0 0 0 0,0-1 0 0 0,0 1 0 0 0,0 0 0 0 0,0 0 0 0 0,0 0 0 0 0,0 0 0 0 0,-2 1 0 0 0,0 1-39 0 0,1-1 0 0 0,-1 1 0 0 0,1 0 1 0 0,-1-1-1 0 0,1 1 0 0 0,0 0 0 0 0,0 0 0 0 0,0 1 1 0 0,0-1-1 0 0,1 0 0 0 0,-1 0 0 0 0,0 5 0 0 0,1-6-41 0 0,7 11 154 0 0,-2-12-234 0 0,0 1-1 0 0,0-1 1 0 0,0-1-1 0 0,0 1 1 0 0,1-1-1 0 0,-1 1 0 0 0,0-1 1 0 0,0 0-1 0 0,1-1 1 0 0,-1 1-1 0 0,0-1 1 0 0,0 0-1 0 0,1 0 0 0 0,-1 0 1 0 0,0 0-1 0 0,0-1 1 0 0,0 0-1 0 0,-1 0 1 0 0,8-4-1 0 0,-5 2-10 0 0,0 1-1 0 0,-1-1 1 0 0,1 0-1 0 0,-1-1 1 0 0,0 1-1 0 0,0-1 1 0 0,0 0 0 0 0,-1-1-1 0 0,0 1 1 0 0,0-1-1 0 0,0 1 1 0 0,3-9-1 0 0,-4 8-14 0 0,-1 0-1 0 0,1 0 1 0 0,-1 0-1 0 0,-1 0 1 0 0,0 0-1 0 0,1-1 1 0 0,-2 1-1 0 0,1-1 1 0 0,-1 1-1 0 0,0-1 1 0 0,0 1-1 0 0,-1 0 1 0 0,0-1-1 0 0,0 1 1 0 0,0 0-1 0 0,-1-1 1 0 0,-5-11-1 0 0,6 18 0 0 0,1-1 0 0 0,-1 0 0 0 0,0 1 0 0 0,0-1 0 0 0,0 1 0 0 0,0-1 1 0 0,1 1-1 0 0,-1-1 0 0 0,0 1 0 0 0,0 0 0 0 0,0 0 0 0 0,0-1 0 0 0,0 1 0 0 0,0 0 0 0 0,0 0 0 0 0,0 0 0 0 0,0 0 0 0 0,0 0 0 0 0,0 0 0 0 0,0 0 0 0 0,0 0 0 0 0,0 0 0 0 0,0 1 0 0 0,0-1 1 0 0,-1 1-1 0 0,-24 8-29 0 0,13-1 30 0 0,0 1 0 0 0,1 0 0 0 0,0 0 0 0 0,1 1-1 0 0,0 0 1 0 0,0 1 0 0 0,-10 15 0 0 0,8-9 21 0 0,0 1 1 0 0,1 1-1 0 0,1 0 0 0 0,-11 28 0 0 0,19-40-10 0 0,0 1 0 0 0,0 0 0 0 0,0 1 0 0 0,1-1 0 0 0,1 0-1 0 0,-1 1 1 0 0,1-1 0 0 0,1 14 0 0 0,0-19-5 0 0,0 0 0 0 0,1 0 0 0 0,0 0 1 0 0,0 0-1 0 0,-1 0 0 0 0,2 0 0 0 0,-1 0 0 0 0,0 0 0 0 0,1-1 1 0 0,-1 1-1 0 0,1-1 0 0 0,0 1 0 0 0,-1-1 0 0 0,1 1 1 0 0,0-1-1 0 0,1 0 0 0 0,-1 0 0 0 0,0 0 0 0 0,1 0 1 0 0,-1-1-1 0 0,1 1 0 0 0,-1 0 0 0 0,1-1 0 0 0,0 0 1 0 0,0 0-1 0 0,0 0 0 0 0,3 1 0 0 0,5 1 2 0 0,-1-1 0 0 0,0-1 0 0 0,1 0 0 0 0,-1 0 0 0 0,1-1 0 0 0,-1 0 0 0 0,1-1 0 0 0,-1 0 0 0 0,1-1 0 0 0,12-4 0 0 0,4-1-13 0 0,0-2-1 0 0,40-19 0 0 0,-44 16 3 0 0,-1 0 0 0 0,-1-1 0 0 0,0-1 0 0 0,0-1-1 0 0,-2-1 1 0 0,22-22 0 0 0,-28 24 5 0 0,0 0 1 0 0,-1-1-1 0 0,-1-1 0 0 0,0 0 1 0 0,-1 0-1 0 0,-1-1 0 0 0,0 0 1 0 0,10-33-1 0 0,-15 20-34 0 0,-4 29 29 0 0,0 0 1 0 0,0-1-1 0 0,0 1 1 0 0,0 0-1 0 0,-1-1 1 0 0,1 1-1 0 0,0-1 0 0 0,-1 1 1 0 0,1 0-1 0 0,-1 0 1 0 0,1-1-1 0 0,-1 1 1 0 0,0 0-1 0 0,0 0 1 0 0,1 0-1 0 0,-1 0 1 0 0,-2-2-1 0 0,3 3 3 0 0,-1-1 1 0 0,0 1-1 0 0,0 0 0 0 0,1 0 1 0 0,-1 0-1 0 0,0 0 0 0 0,0 0 1 0 0,1 0-1 0 0,-1 0 0 0 0,0 0 1 0 0,0 1-1 0 0,1-1 0 0 0,-1 0 1 0 0,0 0-1 0 0,0 1 0 0 0,1-1 1 0 0,-1 0-1 0 0,1 1 0 0 0,-1-1 1 0 0,0 1-1 0 0,1-1 0 0 0,-1 0 1 0 0,0 2-1 0 0,-15 12-28 0 0,15-13 29 0 0,-3 3-3 0 0,0 0-1 0 0,1 0 0 0 0,-1 0 0 0 0,1 0 0 0 0,0 1 0 0 0,0 0 0 0 0,0-1 0 0 0,1 1 0 0 0,0 0 0 0 0,0 1 0 0 0,0-1 0 0 0,0 0 0 0 0,1 0 0 0 0,0 1 1 0 0,0-1-1 0 0,1 1 0 0 0,-1 8 0 0 0,1-11 9 0 0,0 0 0 0 0,0-1 0 0 0,0 1 1 0 0,1 0-1 0 0,-1-1 0 0 0,1 1 0 0 0,-1 0 0 0 0,1-1 1 0 0,0 1-1 0 0,0-1 0 0 0,0 1 0 0 0,1-1 0 0 0,-1 1 1 0 0,0-1-1 0 0,1 0 0 0 0,0 0 0 0 0,-1 0 0 0 0,1 0 1 0 0,0 0-1 0 0,0 0 0 0 0,0 0 0 0 0,4 2 1 0 0,2 0 4 0 0,0 0 0 0 0,0 0 0 0 0,1-1 0 0 0,-1-1 1 0 0,15 3-1 0 0,-12-2-28 0 0,0 0 0 0 0,0 0 1 0 0,12 6-1 0 0,-21-8 41 0 0,0 1 0 0 0,0-1 0 0 0,0 0-1 0 0,-1 1 1 0 0,1 0 0 0 0,0-1 0 0 0,0 1 0 0 0,-1 0 0 0 0,1 0 0 0 0,-1 0-1 0 0,0 0 1 0 0,0 0 0 0 0,1 0 0 0 0,-1 0 0 0 0,0 0 0 0 0,-1 1-1 0 0,1-1 1 0 0,0 0 0 0 0,-1 1 0 0 0,1-1 0 0 0,-1 0 0 0 0,0 1-1 0 0,0-1 1 0 0,0 1 0 0 0,0-1 0 0 0,0 3 0 0 0,-2 10 252 0 0,0-1 0 0 0,-1 1 1 0 0,-8 20-1 0 0,1 5 16 0 0,9-35-264 0 0,0-2-15 0 0,0 0 1 0 0,1 0-1 0 0,-1 0 0 0 0,1 0 1 0 0,0 0-1 0 0,0 0 0 0 0,0 0 0 0 0,1 3 1 0 0,-1-5-7 0 0,1 0 0 0 0,-1 0 1 0 0,1 0-1 0 0,0 0 0 0 0,-1 0 1 0 0,1 0-1 0 0,-1 0 0 0 0,1 0 0 0 0,0 0 1 0 0,0-1-1 0 0,0 1 0 0 0,-1 0 1 0 0,1-1-1 0 0,0 1 0 0 0,0 0 1 0 0,0-1-1 0 0,0 1 0 0 0,0-1 0 0 0,0 0 1 0 0,0 1-1 0 0,0-1 0 0 0,0 0 1 0 0,0 0-1 0 0,0 1 0 0 0,0-1 1 0 0,1 0-1 0 0,-1 0 0 0 0,0 0 0 0 0,0 0 1 0 0,2-1-1 0 0,16 0-133 0 0,0-1-1 0 0,0-1 1 0 0,-1-1 0 0 0,1 0 0 0 0,-1-1-1 0 0,0-2 1 0 0,26-11 0 0 0,2-5-1725 0 0,69-46 1 0 0,-89 53-433 0 0,-1-2 0 0 0,42-40 0 0 0,-42 30-1988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3:39.3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324 98 2472 0 0,'-314'48'10968'0'0,"304"-47"-10449"0"0,10-3-204 0 0,21-7-112 0 0,36-8-185 0 0,264-61-2737 0 0,-199 50-2138 0 0,-68 15 342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3:40.9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239 116 2068 0 0,'26'-22'7840'0'0,"-25"21"-7703"0"0,0 0 0 0 0,0-1 1 0 0,0 1-1 0 0,0 0 1 0 0,0-1-1 0 0,-1 1 0 0 0,1 0 1 0 0,0-1-1 0 0,-1 1 1 0 0,0-1-1 0 0,1 1 0 0 0,-1-1 1 0 0,0 1-1 0 0,1-1 1 0 0,-1 0-1 0 0,0 1 0 0 0,0-1 1 0 0,0 1-1 0 0,-1-1 0 0 0,1 1 1 0 0,0-1-1 0 0,-1 1 1 0 0,1-1-1 0 0,0 1 0 0 0,-1-1 1 0 0,-1-2-1 0 0,-1 0-53 0 0,0 0-1 0 0,-1 0 1 0 0,1 0-1 0 0,-1 0 1 0 0,0 1-1 0 0,0-1 1 0 0,0 1 0 0 0,0 0-1 0 0,0 0 1 0 0,-1 1-1 0 0,0-1 1 0 0,1 1-1 0 0,-1 0 1 0 0,-10-2-1 0 0,11 3-84 0 0,0 0 0 0 0,0 1 0 0 0,0 0 0 0 0,0 0 0 0 0,0 0 0 0 0,0 1 0 0 0,0-1 0 0 0,0 1-1 0 0,1 0 1 0 0,-1 0 0 0 0,0 0 0 0 0,0 0 0 0 0,0 1 0 0 0,1 0 0 0 0,-1 0 0 0 0,1 0 0 0 0,-1 0 0 0 0,1 0 0 0 0,0 1-1 0 0,-5 4 1 0 0,-2 4-4 0 0,0 0-1 0 0,1 0 1 0 0,0 1-1 0 0,1 0 0 0 0,1 1 1 0 0,0 0-1 0 0,1 0 1 0 0,-8 22-1 0 0,5-9-9 0 0,2 1 1 0 0,0 0-1 0 0,-3 43 0 0 0,8-53 18 0 0,1-1 1 0 0,1 0-1 0 0,1 1 1 0 0,3 18-1 0 0,-4-30-11 0 0,1 1-1 0 0,1-1 1 0 0,-1 0 0 0 0,1 0-1 0 0,-1 0 1 0 0,1 0 0 0 0,1 0-1 0 0,-1 0 1 0 0,1 0-1 0 0,0-1 1 0 0,0 1 0 0 0,0-1-1 0 0,0 0 1 0 0,1 0-1 0 0,0 0 1 0 0,5 4 0 0 0,-5-6-21 0 0,0 0 1 0 0,-1-1 0 0 0,1 1 0 0 0,0-1 0 0 0,-1 0 0 0 0,1 0-1 0 0,0-1 1 0 0,0 1 0 0 0,0-1 0 0 0,0 1 0 0 0,0-1 0 0 0,0-1-1 0 0,0 1 1 0 0,0 0 0 0 0,0-1 0 0 0,0 0 0 0 0,-1 0-1 0 0,1 0 1 0 0,0 0 0 0 0,0-1 0 0 0,-1 0 0 0 0,1 1 0 0 0,4-5-1 0 0,1 1-3 0 0,0-1-1 0 0,-1 0 0 0 0,0 0 0 0 0,0-1 0 0 0,0 0 0 0 0,-1 0 0 0 0,0-1 0 0 0,6-8 1 0 0,-6 4 23 0 0,0 0 0 0 0,-1-1 0 0 0,0 1 0 0 0,0-1 0 0 0,3-17 0 0 0,13-66 113 0 0,-7 23 196 0 0,-15 71-99 0 0,1 5-130 0 0,2 55 112 0 0,-2-32-154 0 0,1 0 1 0 0,9 47-1 0 0,-9-67-266 0 0,-1 0-1 0 0,1 0 1 0 0,0 0 0 0 0,1 0 0 0 0,0 0 0 0 0,0 0 0 0 0,0-1 0 0 0,0 0 0 0 0,1 1 0 0 0,0-1 0 0 0,0 0-1 0 0,0-1 1 0 0,1 1 0 0 0,-1-1 0 0 0,1 0 0 0 0,9 6 0 0 0,-10-8-276 0 0,0 0 1 0 0,0-1-1 0 0,0 0 0 0 0,-1 1 1 0 0,1-1-1 0 0,0-1 0 0 0,0 1 1 0 0,1-1-1 0 0,3 1 0 0 0,9-1-2459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3:41.4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344 507 668 0 0,'0'-3'761'0'0,"1"0"0"0"0,-1 0 1 0 0,0 0-1 0 0,0 1 0 0 0,0-1 0 0 0,-1 0 0 0 0,0-5 1 0 0,1 7-665 0 0,-1 1 0 0 0,1-1 0 0 0,0 0 0 0 0,0 0 0 0 0,-1 0 0 0 0,1 1 0 0 0,-1-1 0 0 0,1 0 0 0 0,0 1 0 0 0,-1-1 0 0 0,1 0 0 0 0,-1 1 0 0 0,0-1 0 0 0,1 0 0 0 0,-1 1 0 0 0,0-1 0 0 0,1 1 0 0 0,-1-1 0 0 0,0 1 0 0 0,1 0 1 0 0,-1-1-1 0 0,0 1 0 0 0,0 0 0 0 0,0-1 0 0 0,1 1 0 0 0,-1 0 0 0 0,0 0 0 0 0,0 0 0 0 0,-1 0 0 0 0,-4 0 70 0 0,0 1-1 0 0,0 1 1 0 0,0-1 0 0 0,0 1-1 0 0,1 0 1 0 0,-1 0 0 0 0,1 1 0 0 0,-1 0-1 0 0,1 0 1 0 0,0 0 0 0 0,0 1-1 0 0,0-1 1 0 0,1 1 0 0 0,-7 6-1 0 0,-10 11 442 0 0,-28 37-1 0 0,47-55-566 0 0,-26 33 495 0 0,-46 78 0 0 0,63-93-465 0 0,1 0 1 0 0,1 1 0 0 0,0 0 0 0 0,2 1 0 0 0,-8 37-1 0 0,15-57-67 0 0,-1 0-1 0 0,1 1 1 0 0,-1-1 0 0 0,1 0-1 0 0,0 0 1 0 0,0 0-1 0 0,1 1 1 0 0,-1-1-1 0 0,1 0 1 0 0,-1 0-1 0 0,1 0 1 0 0,0 0 0 0 0,0 1-1 0 0,1-1 1 0 0,-1-1-1 0 0,0 1 1 0 0,1 0-1 0 0,0 0 1 0 0,0 0-1 0 0,0-1 1 0 0,0 1 0 0 0,0-1-1 0 0,0 0 1 0 0,1 0-1 0 0,-1 1 1 0 0,5 1-1 0 0,-6-3-11 0 0,0-1-1 0 0,1 1 0 0 0,-1-1 0 0 0,0 0 0 0 0,0 0 0 0 0,1 0 0 0 0,-1 0 1 0 0,0 0-1 0 0,0 0 0 0 0,1 0 0 0 0,-1 0 0 0 0,0 0 0 0 0,0 0 0 0 0,0-1 1 0 0,1 1-1 0 0,0-1 0 0 0,1 0-23 0 0,5-1-83 0 0,0 0 0 0 0,1-1 0 0 0,-2 0 0 0 0,1 0 0 0 0,0-1-1 0 0,-1 0 1 0 0,0-1 0 0 0,0 1 0 0 0,0-1 0 0 0,0 0 0 0 0,-1-1 0 0 0,0 0-1 0 0,10-11 1 0 0,-1-2-153 0 0,-1-1 0 0 0,0 0-1 0 0,14-31 1 0 0,-11 16 109 0 0,-2-1 0 0 0,-1-1-1 0 0,-2-1 1 0 0,-2 0 0 0 0,-1 0 0 0 0,5-56 0 0 0,-8 9 151 0 0,-7-160 0 0 0,-15 90 987 0 0,14 149-674 0 0,1 6-67 0 0,-1 14 90 0 0,0 22 77 0 0,41 252 1048 0 0,-14-129-1215 0 0,-25-153-236 0 0,14 96-1460 0 0,42 159 1 0 0,-52-248 47 0 0,0-1 1 0 0,1 0-1 0 0,13 21 0 0 0,-8-17-2606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3:42.2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181 685 1452 0 0,'0'-10'1633'0'0,"0"0"0"0"0,-1 0 1 0 0,-3-14-1 0 0,4 22-1419 0 0,-1-1 1 0 0,1 1 0 0 0,-1 0-1 0 0,0 0 1 0 0,0 0 0 0 0,0 0-1 0 0,0 0 1 0 0,0 0 0 0 0,0 0-1 0 0,-1 0 1 0 0,1 0 0 0 0,-1 1-1 0 0,1-1 1 0 0,-1 0 0 0 0,0 1-1 0 0,0 0 1 0 0,1-1 0 0 0,-1 1-1 0 0,0 0 1 0 0,-2-1-1 0 0,3 1-172 0 0,0 1 0 0 0,0 0 0 0 0,0 0-1 0 0,-1 0 1 0 0,1 0 0 0 0,0 0-1 0 0,0 0 1 0 0,0 0 0 0 0,0 0-1 0 0,0 0 1 0 0,0 0 0 0 0,0 1-1 0 0,0-1 1 0 0,0 0 0 0 0,0 1-1 0 0,0-1 1 0 0,0 1 0 0 0,0-1-1 0 0,1 1 1 0 0,-1-1 0 0 0,0 1-1 0 0,0 0 1 0 0,-1 0 0 0 0,-16 20 436 0 0,15-18-372 0 0,-7 11 109 0 0,0 1-1 0 0,1 0 0 0 0,0 0 1 0 0,1 1-1 0 0,-7 21 0 0 0,4-7-71 0 0,2 0 0 0 0,-5 34 0 0 0,12-52-111 0 0,0 0-1 0 0,1 0 0 0 0,1 19 1 0 0,0-27-20 0 0,0 0 0 0 0,1 0 0 0 0,-1-1 0 0 0,1 1 0 0 0,0 0 0 0 0,0 0 0 0 0,1-1 0 0 0,-1 1 0 0 0,1 0 0 0 0,-1-1 1 0 0,1 0-1 0 0,0 1 0 0 0,1-1 0 0 0,2 4 0 0 0,-4-6-8 0 0,0 0 0 0 0,0-1 0 0 0,0 1 0 0 0,0 0 0 0 0,0-1 0 0 0,1 1 0 0 0,-1 0 0 0 0,0-1 0 0 0,0 0 0 0 0,0 1 0 0 0,1-1 0 0 0,-1 0 0 0 0,0 1 0 0 0,0-1 0 0 0,1 0 0 0 0,-1 0 0 0 0,0 0 0 0 0,0 0 0 0 0,1 0 0 0 0,0-1 0 0 0,25-8-20 0 0,-16 2-41 0 0,0 0 0 0 0,-1 0 0 0 0,0-1 0 0 0,-1 0 0 0 0,0-1 0 0 0,0 0 0 0 0,-1 0 0 0 0,0-1 0 0 0,-1 0 0 0 0,0-1 0 0 0,0 1 0 0 0,-1-1 0 0 0,5-12 0 0 0,5-16-182 0 0,-1 0 1 0 0,14-64-1 0 0,-16 45 23 0 0,-3-1-1 0 0,4-91 1 0 0,-18-120-79 0 0,4 256 310 0 0,-1-1 8 0 0,0 0 1 0 0,0 0-1 0 0,-2 0 1 0 0,0 0-1 0 0,-6-18 1 0 0,8 31-15 0 0,-1 4 8 0 0,0 1 9 0 0,-1 1 0 0 0,1 0 0 0 0,-1 0 0 0 0,1 0 0 0 0,0 0 1 0 0,1 0-1 0 0,-1 0 0 0 0,1 1 0 0 0,-1-1 0 0 0,1 0 0 0 0,0 7 1 0 0,-5 58 351 0 0,6-51-282 0 0,-2 317 601 0 0,6-288-595 0 0,2-1 1 0 0,1 0-1 0 0,3 0 0 0 0,1-1 0 0 0,21 51 0 0 0,-28-85-228 0 0,1 0 0 0 0,1 0 0 0 0,0-1 0 0 0,0 0 0 0 0,11 14 0 0 0,-15-21 87 0 0,1 0-1 0 0,0 0 1 0 0,0-1 0 0 0,0 1-1 0 0,0-1 1 0 0,0 1-1 0 0,0-1 1 0 0,1 0 0 0 0,-1 0-1 0 0,1 0 1 0 0,-1-1 0 0 0,1 1-1 0 0,0-1 1 0 0,0 0 0 0 0,0 0-1 0 0,-1 0 1 0 0,1-1 0 0 0,0 1-1 0 0,0-1 1 0 0,0 0 0 0 0,5 0-1 0 0,-2-1-11 0 0,0 0 0 0 0,0-1 0 0 0,0 0 0 0 0,0 0 0 0 0,0 0-1 0 0,-1-1 1 0 0,1 0 0 0 0,-1 0 0 0 0,0-1 0 0 0,0 0 0 0 0,0 0-1 0 0,0 0 1 0 0,-1-1 0 0 0,0 1 0 0 0,0-1 0 0 0,0-1 0 0 0,0 1 0 0 0,-1-1-1 0 0,0 1 1 0 0,0-1 0 0 0,0-1 0 0 0,-1 1 0 0 0,0 0 0 0 0,3-10 0 0 0,-1-3 480 0 0,-1 0 1 0 0,0 0 0 0 0,-1 0 0 0 0,-1-1 0 0 0,-1 1-1 0 0,-1-1 1 0 0,-1 1 0 0 0,-3-22 0 0 0,4 39-35 0 0,-4 13 52 0 0,3 19-293 0 0,1-1 1 0 0,1 1-1 0 0,1-1 1 0 0,2 0-1 0 0,1 0 1 0 0,1 0-1 0 0,1-1 1 0 0,14 33-1 0 0,-19-56-187 0 0,0 0-1 0 0,0-1 1 0 0,0 0-1 0 0,1 0 1 0 0,-1 0-1 0 0,1 0 1 0 0,0 0 0 0 0,0 0-1 0 0,1-1 1 0 0,-1 1-1 0 0,1-1 1 0 0,5 4-1 0 0,-7-6-105 0 0,0 0-1 0 0,0-1 0 0 0,1 1 0 0 0,-1-1 0 0 0,0 1 1 0 0,1-1-1 0 0,-1 0 0 0 0,0 0 0 0 0,1 0 1 0 0,-1 0-1 0 0,0 0 0 0 0,1 0 0 0 0,-1-1 0 0 0,0 1 1 0 0,1-1-1 0 0,-1 0 0 0 0,0 0 0 0 0,0 0 1 0 0,4-2-1 0 0,2-1-727 0 0,0 0 1 0 0,0-1 0 0 0,11-9 0 0 0,-14 9-217 0 0,-1 0-1 0 0,1 0 1 0 0,-1 0 0 0 0,7-11-1 0 0,3-7-3589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3:42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33 1232 0 0,'-59'-26'7123'0'0,"54"25"-6876"0"0,1-1-1 0 0,-1 1 1 0 0,0 0 0 0 0,0 1-1 0 0,0-1 1 0 0,0 1 0 0 0,0 0-1 0 0,0 0 1 0 0,-10 2 0 0 0,15-2-249 0 0,-1 0 0 0 0,0 1-1 0 0,0-1 1 0 0,0 0 0 0 0,1 1 0 0 0,-1-1 0 0 0,0 1 0 0 0,0-1 0 0 0,1 1 0 0 0,-1-1 0 0 0,0 1 0 0 0,1 0 0 0 0,-1-1 0 0 0,1 1 0 0 0,-1 0-1 0 0,1-1 1 0 0,-1 1 0 0 0,1 0 0 0 0,-1 0 0 0 0,1 0 0 0 0,0-1 0 0 0,-1 1 0 0 0,1 0 0 0 0,0 0 0 0 0,0 0 0 0 0,-1 1 0 0 0,2 22-1060 0 0,-1-22 988 0 0,4 25-3837 0 0,-1-13 596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3:42.9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1 275 1856 0 0,'0'0'8374'0'0,"3"13"-6201"0"0,4-5-1590 0 0,1 1 0 0 0,-2-1 0 0 0,1 1 0 0 0,-1 0 0 0 0,0 0 0 0 0,8 19 0 0 0,-10-17-450 0 0,0 1 1 0 0,-1 0-1 0 0,0-1 1 0 0,-1 1-1 0 0,0 0 1 0 0,0 0-1 0 0,-2 0 0 0 0,1 1 1 0 0,-3 20-1 0 0,-3-15 43 0 0,5-18-177 0 0,0 0 1 0 0,0 0-1 0 0,0 0 1 0 0,0 0 0 0 0,0 0-1 0 0,0 1 1 0 0,0-1-1 0 0,0 0 1 0 0,0 0 0 0 0,-1 0-1 0 0,1 0 1 0 0,0 0-1 0 0,0 0 1 0 0,0 0 0 0 0,0 0-1 0 0,0 0 1 0 0,0 0-1 0 0,0 0 1 0 0,-1 0 0 0 0,1 0-1 0 0,0 0 1 0 0,0 0-1 0 0,0 0 1 0 0,0 1-1 0 0,0-1 1 0 0,0 0 0 0 0,0 0-1 0 0,-1 0 1 0 0,1 0-1 0 0,0-1 1 0 0,0 1 0 0 0,0 0-1 0 0,0 0 1 0 0,0 0-1 0 0,0 0 1 0 0,-1 0 0 0 0,1 0-1 0 0,0 0 1 0 0,0 0-1 0 0,0 0 1 0 0,0 0-1 0 0,0 0 1 0 0,0 0 0 0 0,0 0-1 0 0,0 0 1 0 0,0 0-1 0 0,-1-1 1 0 0,1 1 0 0 0,0 0-1 0 0,0 0 1 0 0,0 0-1 0 0,0 0 1 0 0,0 0 0 0 0,0 0-1 0 0,-1-3-11 0 0,0 1-1 0 0,0 0 0 0 0,0-1 1 0 0,1 1-1 0 0,-1-1 1 0 0,1 1-1 0 0,-1-1 1 0 0,1 1-1 0 0,0-4 1 0 0,1-30-74 0 0,1 1 0 0 0,2-1 0 0 0,1 1 0 0 0,17-58 1 0 0,-14 68 48 0 0,1 0 1 0 0,1 1 0 0 0,1 0-1 0 0,1 1 1 0 0,1 0 0 0 0,32-42-1 0 0,-40 59 68 0 0,0 1 0 0 0,0 0 0 0 0,0 0-1 0 0,0 0 1 0 0,1 1 0 0 0,0 0 0 0 0,0 0 0 0 0,0 0-1 0 0,0 1 1 0 0,10-4 0 0 0,-14 7 13 0 0,0 0 0 0 0,1-1 0 0 0,-1 1 0 0 0,0 0 0 0 0,0 0 0 0 0,1 0 0 0 0,-1 0 0 0 0,0 0 0 0 0,1 1 0 0 0,-1-1 0 0 0,0 1 0 0 0,0 0 0 0 0,0-1 0 0 0,1 1 0 0 0,-1 0 0 0 0,0 0 0 0 0,0 0 0 0 0,0 1 0 0 0,0-1 0 0 0,-1 0 0 0 0,1 1 0 0 0,0-1 0 0 0,-1 1 0 0 0,1 0 0 0 0,2 3 0 0 0,2 2 109 0 0,0 1 0 0 0,-1 0 0 0 0,0 0 0 0 0,6 14 0 0 0,-5-6-49 0 0,-1-1-1 0 0,0 1 0 0 0,-1-1 0 0 0,-1 1 0 0 0,3 23 0 0 0,-2 84 212 0 0,-1-12-1909 0 0,-3-109 1318 0 0,0 0 0 0 0,1 1 1 0 0,-1-1-1 0 0,1 0 0 0 0,-1 1 1 0 0,1-1-1 0 0,0 0 0 0 0,0 0 1 0 0,0 1-1 0 0,2 2 0 0 0,-2-4 133 0 0,0 0 1 0 0,0 0-1 0 0,0-1 0 0 0,0 1 0 0 0,-1 0 0 0 0,1 0 1 0 0,0-1-1 0 0,0 1 0 0 0,0-1 0 0 0,1 1 0 0 0,-1-1 1 0 0,0 1-1 0 0,0-1 0 0 0,0 0 0 0 0,0 1 0 0 0,0-1 1 0 0,0 0-1 0 0,1 0 0 0 0,-1 0 0 0 0,0 0 0 0 0,0 0 1 0 0,0 0-1 0 0,0 0 0 0 0,1 0 0 0 0,1-1 0 0 0,10-3-1057 0 0,1-1 0 0 0,-1 0 0 0 0,0-1 0 0 0,0 0 0 0 0,15-11 0 0 0,-6 2-1200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3:43.5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218 190 2096 0 0,'35'-33'2268'0'0,"27"-28"1349"0"0,-56 55-2977 0 0,-1-1 1 0 0,0 1 0 0 0,0-2 0 0 0,0 1 0 0 0,-1 0 0 0 0,0-1 0 0 0,4-13 0 0 0,-7 20-557 0 0,-1 0 0 0 0,0 0 0 0 0,1 0 0 0 0,-1 0-1 0 0,0 0 1 0 0,0 0 0 0 0,1 0 0 0 0,-1 0 0 0 0,0 0 0 0 0,0 0 0 0 0,0 0 0 0 0,0 0 0 0 0,-1 0 0 0 0,1 0 0 0 0,0 0 0 0 0,0 0-1 0 0,-1 0 1 0 0,1 0 0 0 0,-1-2 0 0 0,0 3-29 0 0,1-1 0 0 0,-1 1-1 0 0,1 0 1 0 0,-1-1 0 0 0,0 1-1 0 0,1 0 1 0 0,-1-1 0 0 0,1 1-1 0 0,-1 0 1 0 0,0 0 0 0 0,1 0 0 0 0,-1 0-1 0 0,0-1 1 0 0,1 1 0 0 0,-1 0-1 0 0,0 0 1 0 0,1 0 0 0 0,-1 0-1 0 0,0 1 1 0 0,1-1 0 0 0,-1 0 0 0 0,-1 0-1 0 0,-2 2 79 0 0,-1-1 0 0 0,1 1 0 0 0,0 0 0 0 0,-1 0 0 0 0,1 0 0 0 0,0 0 0 0 0,-6 6 0 0 0,-6 6-15 0 0,1 0 1 0 0,1 0-1 0 0,1 1 1 0 0,0 1-1 0 0,1 1 1 0 0,1 0-1 0 0,0 0 1 0 0,1 1-1 0 0,1 0 1 0 0,1 1 0 0 0,0-1-1 0 0,2 2 1 0 0,0-1-1 0 0,-5 32 1 0 0,11-46-105 0 0,-1 1 0 0 0,1-1 0 0 0,0 1 0 0 0,0-1 0 0 0,1 1 0 0 0,0-1 0 0 0,0 0 0 0 0,2 7 1 0 0,-2-10-7 0 0,-1 0 0 0 0,1 0 0 0 0,0 0 0 0 0,0 0 0 0 0,0 0 0 0 0,1 0 0 0 0,-1-1 0 0 0,0 1 0 0 0,1 0 0 0 0,-1-1 0 0 0,1 1 1 0 0,-1-1-1 0 0,1 0 0 0 0,0 1 0 0 0,0-1 0 0 0,0 0 0 0 0,-1 0 0 0 0,1 0 0 0 0,0 0 0 0 0,0-1 0 0 0,0 1 0 0 0,3 0 0 0 0,-2-1-1 0 0,1 0 1 0 0,-1-1-1 0 0,0 1 0 0 0,1-1 0 0 0,-1 0 0 0 0,0 0 0 0 0,0 0 0 0 0,1-1 0 0 0,-1 1 0 0 0,0-1 0 0 0,0 0 0 0 0,-1 1 0 0 0,1-1 0 0 0,0-1 0 0 0,0 1 0 0 0,2-4 0 0 0,3-3 9 0 0,-2-1-1 0 0,1-1 0 0 0,-1 1 0 0 0,-1-1 0 0 0,0 0 0 0 0,0 0 1 0 0,-1-1-1 0 0,-1 0 0 0 0,3-13 0 0 0,1 1-5 0 0,19-86 8 0 0,-26 108 352 0 0,11 11 117 0 0,-9-5-355 0 0,0 1-1 0 0,-1 0 1 0 0,1 0 0 0 0,-1 0-1 0 0,0 0 1 0 0,0 0 0 0 0,-1 0-1 0 0,1 0 1 0 0,-1 0 0 0 0,-1 8-1 0 0,1 1 131 0 0,2 53 796 0 0,40 616 3370 0 0,57 0-2223 0 0,-96-660-2087 0 0,14 120 734 0 0,-16-115-464 0 0,0 1-1 0 0,-2 0 1 0 0,-4 28 0 0 0,4-49-361 0 0,-1 1 0 0 0,0-1 1 0 0,0 0-1 0 0,-1 0 0 0 0,0 0 0 0 0,0 0 0 0 0,-1 0 1 0 0,0-1-1 0 0,0 1 0 0 0,-1-1 0 0 0,0 0 0 0 0,-11 12 0 0 0,11-15-19 0 0,1 0-1 0 0,-1 0 0 0 0,0-1 0 0 0,-1 1 0 0 0,1-1 1 0 0,-1 0-1 0 0,1-1 0 0 0,-1 1 0 0 0,0-1 0 0 0,0 0 1 0 0,0-1-1 0 0,0 0 0 0 0,0 0 0 0 0,0 0 0 0 0,0 0 0 0 0,0-1 1 0 0,0 0-1 0 0,-11-1 0 0 0,2-1-31 0 0,0-1 1 0 0,-1-1-1 0 0,1 0 0 0 0,0 0 0 0 0,1-2 1 0 0,-1 0-1 0 0,1 0 0 0 0,0-1 1 0 0,1-1-1 0 0,0-1 0 0 0,0 0 0 0 0,1 0 1 0 0,0-1-1 0 0,0-1 0 0 0,1 0 1 0 0,-16-21-1 0 0,16 18-25 0 0,1-1 0 0 0,1-1 0 0 0,1 1-1 0 0,0-1 1 0 0,0-1 0 0 0,2 0 0 0 0,0 0 0 0 0,1 0 0 0 0,1-1 0 0 0,1 1 0 0 0,0-1 0 0 0,1 0 0 0 0,1 0 0 0 0,1-23 0 0 0,5-4-554 0 0,1 0 0 0 0,3 0 0 0 0,1 1 0 0 0,2 0 0 0 0,3 0 1 0 0,1 2-1 0 0,2 0 0 0 0,36-63 0 0 0,-11 36-928 0 0,2 3-1 0 0,3 1 1 0 0,3 3-1 0 0,61-58 1 0 0,-16 35-2173 0 0,-30 33-2258 0 0,-34 27-513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3:45.3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277 524 1672 0 0,'-3'-6'1150'0'0,"1"1"-1"0"0,-1-1 0 0 0,0 1 1 0 0,-1 0-1 0 0,-5-8 1 0 0,6 10-706 0 0,0-1 0 0 0,-1 1 0 0 0,1 0 1 0 0,0 1-1 0 0,-1-1 0 0 0,0 1 1 0 0,-6-4-1 0 0,6 4-331 0 0,0 1 0 0 0,0-1 0 0 0,0 1 1 0 0,-1 0-1 0 0,1 1 0 0 0,0-1 0 0 0,0 1 1 0 0,-1 0-1 0 0,1 0 0 0 0,0 0 0 0 0,-1 0 1 0 0,1 1-1 0 0,0 0 0 0 0,0 0 0 0 0,0 0 0 0 0,-1 0 1 0 0,1 1-1 0 0,0-1 0 0 0,-4 4 0 0 0,-1 0-45 0 0,1 1-1 0 0,0 0 1 0 0,0 0-1 0 0,1 1 0 0 0,-1 0 1 0 0,2 0-1 0 0,-1 0 1 0 0,1 1-1 0 0,0 0 1 0 0,1 1-1 0 0,-1-1 1 0 0,2 1-1 0 0,-1 0 0 0 0,-4 15 1 0 0,3-7-28 0 0,0 1 0 0 0,1 0 0 0 0,1 0 0 0 0,1 0 0 0 0,1 1 0 0 0,-1 36 0 0 0,4-47-35 0 0,-1 0 0 0 0,1 0 0 0 0,0 0-1 0 0,1 0 1 0 0,0 0 0 0 0,0 0-1 0 0,1-1 1 0 0,0 1 0 0 0,0-1 0 0 0,0 0-1 0 0,7 9 1 0 0,-8-13 2 0 0,1 1 0 0 0,-1-1 0 0 0,1 0-1 0 0,0 0 1 0 0,0-1 0 0 0,1 1 0 0 0,-1-1 0 0 0,1 1 0 0 0,-1-1 0 0 0,1 0 0 0 0,-1-1-1 0 0,1 1 1 0 0,0-1 0 0 0,0 1 0 0 0,0-1 0 0 0,0 0 0 0 0,0 0 0 0 0,0-1-1 0 0,0 1 1 0 0,1-1 0 0 0,-1 0 0 0 0,0 0 0 0 0,5-1 0 0 0,1 0-1 0 0,1-1 0 0 0,-1 0 1 0 0,0-1-1 0 0,0 0 0 0 0,0 0 1 0 0,0-1-1 0 0,-1 0 0 0 0,1-1 1 0 0,-1 0-1 0 0,0 0 0 0 0,-1-1 1 0 0,1 0-1 0 0,-1-1 0 0 0,8-8 1 0 0,-7 6-4 0 0,-2-1 1 0 0,1 1 0 0 0,-1-1-1 0 0,0-1 1 0 0,-1 1-1 0 0,-1-1 1 0 0,1-1-1 0 0,-2 1 1 0 0,1-1 0 0 0,-2 1-1 0 0,5-22 1 0 0,-1-20-32 0 0,-1-107 1 0 0,-6 158 75 0 0,-2 5-7 0 0,0 1-1 0 0,0-1 1 0 0,0 0-1 0 0,0 1 1 0 0,1-1 0 0 0,0 1-1 0 0,-1-1 1 0 0,1 1-1 0 0,1 0 1 0 0,-1 0 0 0 0,0-1-1 0 0,1 1 1 0 0,0 0-1 0 0,0 4 1 0 0,4 61 233 0 0,-3-55-221 0 0,0 0-29 0 0,1 0 0 0 0,1 0 0 0 0,0 0 1 0 0,1-1-1 0 0,0 1 0 0 0,1-1 1 0 0,0 0-1 0 0,1 0 0 0 0,10 16 1 0 0,-13-25-21 0 0,0 0 0 0 0,0 1 1 0 0,1-1-1 0 0,-1-1 0 0 0,1 1 1 0 0,0-1-1 0 0,0 1 0 0 0,0-1 0 0 0,0 0 1 0 0,0 0-1 0 0,1-1 0 0 0,0 1 1 0 0,-1-1-1 0 0,1 0 0 0 0,0-1 1 0 0,0 1-1 0 0,0-1 0 0 0,0 0 0 0 0,0 0 1 0 0,0 0-1 0 0,0-1 0 0 0,1 1 1 0 0,-1-1-1 0 0,0-1 0 0 0,0 1 1 0 0,0-1-1 0 0,0 0 0 0 0,7-2 1 0 0,1-1-56 0 0,0-1 1 0 0,0 0-1 0 0,0-1 1 0 0,0 0-1 0 0,-1-1 1 0 0,0 0-1 0 0,-1-1 1 0 0,0 0-1 0 0,0-1 1 0 0,-1-1-1 0 0,0 1 1 0 0,0-2-1 0 0,9-12 1 0 0,-11 12 26 0 0,-1 0-1 0 0,0 0 1 0 0,0-1 0 0 0,-1 0 0 0 0,-1 0 0 0 0,0 0 0 0 0,-1 0 0 0 0,0-1 0 0 0,-1 0 0 0 0,0 0 0 0 0,-1 0 0 0 0,0 0 0 0 0,-1 0 0 0 0,-1-15 0 0 0,-1 22 12 0 0,1 0 0 0 0,-1 0 0 0 0,-1 0 0 0 0,-2-9 0 0 0,3 13 7 0 0,1 0-1 0 0,-1 0 1 0 0,0 0-1 0 0,0 0 1 0 0,0 0-1 0 0,-1 0 0 0 0,1 0 1 0 0,0 1-1 0 0,-1-1 1 0 0,1 0-1 0 0,-1 1 1 0 0,1-1-1 0 0,-1 1 1 0 0,0 0-1 0 0,-1-2 0 0 0,1 3 10 0 0,1 0 0 0 0,0-1 0 0 0,0 1 0 0 0,0 0 0 0 0,-1 0 0 0 0,1 0 0 0 0,0 0 0 0 0,0 0 0 0 0,-1 0 0 0 0,1 0 0 0 0,0 1 0 0 0,0-1 0 0 0,0 0 0 0 0,-1 1 0 0 0,1-1 0 0 0,0 1 0 0 0,0-1 0 0 0,0 1 0 0 0,0-1 0 0 0,0 1 0 0 0,-2 1 0 0 0,-18 18 92 0 0,18-16-89 0 0,0 0 1 0 0,0 1-1 0 0,0 0 1 0 0,1 0 0 0 0,-1 0-1 0 0,1 0 1 0 0,0 0-1 0 0,1 0 1 0 0,-1 0-1 0 0,1 1 1 0 0,0-1 0 0 0,1 1-1 0 0,-1-1 1 0 0,1 1-1 0 0,0-1 1 0 0,1 10-1 0 0,0-12-2 0 0,0 0 0 0 0,-1 1-1 0 0,1-1 1 0 0,0 0 0 0 0,1 0 0 0 0,-1 0-1 0 0,0 0 1 0 0,1 0 0 0 0,0-1 0 0 0,0 1-1 0 0,0 0 1 0 0,0-1 0 0 0,0 1-1 0 0,0-1 1 0 0,1 0 0 0 0,-1 1 0 0 0,1-1-1 0 0,-1 0 1 0 0,1-1 0 0 0,0 1-1 0 0,0 0 1 0 0,0-1 0 0 0,0 0 0 0 0,0 0-1 0 0,0 0 1 0 0,0 0 0 0 0,0 0-1 0 0,7 1 1 0 0,-1-2-102 0 0,1 1-1 0 0,0-1 1 0 0,0 0-1 0 0,0-1 1 0 0,-1 0-1 0 0,1-1 1 0 0,0 0-1 0 0,-1-1 1 0 0,0 0-1 0 0,1 0 1 0 0,-1-1-1 0 0,0 0 1 0 0,-1 0 0 0 0,12-8-1 0 0,-9 5-32 0 0,-1-1 0 0 0,0-1 0 0 0,0 1 0 0 0,-1-1 0 0 0,0-1 0 0 0,0 0 0 0 0,-1 0-1 0 0,-1-1 1 0 0,13-22 0 0 0,-20 33 131 0 0,0 0-1 0 0,1-1 0 0 0,-1 1 0 0 0,0 0 1 0 0,1-1-1 0 0,-1 1 0 0 0,0 0 0 0 0,0-1 1 0 0,0 1-1 0 0,1-1 0 0 0,-1 1 0 0 0,0 0 1 0 0,0-1-1 0 0,0 1 0 0 0,0-1 0 0 0,0 1 1 0 0,0 0-1 0 0,0-1 0 0 0,0 1 0 0 0,0-1 1 0 0,0 1-1 0 0,0-1 0 0 0,0 1 0 0 0,0 0 1 0 0,0-1-1 0 0,0 1 0 0 0,0-1 1 0 0,0 1-1 0 0,0 0 0 0 0,-1-1 0 0 0,1 1 1 0 0,0-1-1 0 0,0 1 0 0 0,-1 0 0 0 0,1-1 1 0 0,0 1-1 0 0,0 0 0 0 0,-1-1 0 0 0,1 1 1 0 0,-1 0 9 0 0,0 0 0 0 0,1 0 0 0 0,-1 0 0 0 0,0 0 1 0 0,1 0-1 0 0,-1 0 0 0 0,0 0 0 0 0,1 0 0 0 0,-1 0 0 0 0,0 1 1 0 0,1-1-1 0 0,-1 0 0 0 0,0 0 0 0 0,1 1 0 0 0,-1-1 1 0 0,1 0-1 0 0,-1 1 0 0 0,1-1 0 0 0,-2 1 0 0 0,-5 8 164 0 0,0 0-1 0 0,0 0 0 0 0,1 0 0 0 0,0 1 0 0 0,1 0 1 0 0,-8 21-1 0 0,2-6 99 0 0,-6 11 178 0 0,-18 56 1 0 0,30-76-389 0 0,0 1 1 0 0,2 0 0 0 0,0-1-1 0 0,1 2 1 0 0,0 32-1 0 0,2-46-52 0 0,0 0 0 0 0,0-1-1 0 0,1 1 1 0 0,-1 0 0 0 0,1-1-1 0 0,0 1 1 0 0,0 0 0 0 0,1-1-1 0 0,-1 1 1 0 0,1-1 0 0 0,0 0-1 0 0,-1 1 1 0 0,2-1 0 0 0,2 4-1 0 0,-3-5-10 0 0,1 0 0 0 0,-1-1 0 0 0,0 1 0 0 0,0-1 0 0 0,1 1 0 0 0,-1-1 0 0 0,1 0 0 0 0,0 0 0 0 0,-1 0 0 0 0,1 0 0 0 0,0-1 0 0 0,-1 1 0 0 0,1-1 0 0 0,0 1 0 0 0,0-1 0 0 0,-1 0 0 0 0,1 0 0 0 0,0 0 0 0 0,4-1 0 0 0,3-1-128 0 0,-1 0 0 0 0,1-1 0 0 0,0 0 0 0 0,-1-1 0 0 0,1 0 0 0 0,-1 0 0 0 0,0-1 0 0 0,-1 0 0 0 0,1 0 0 0 0,9-9 0 0 0,5-5-428 0 0,0-2 0 0 0,20-24 0 0 0,-15 12 127 0 0,-1-1-1 0 0,-2-1 0 0 0,-1-2 0 0 0,-2 0 1 0 0,-2-2-1 0 0,19-47 0 0 0,-24 47 478 0 0,-2 0 0 0 0,-2-1-1 0 0,-1 0 1 0 0,-3-1 0 0 0,-1 0-1 0 0,1-65 1 0 0,-7 89 459 0 0,-1 0-1 0 0,0 1 1 0 0,-1-1-1 0 0,-5-16 1 0 0,6 31-195 0 0,1 2-270 0 0,-1 0-1 0 0,0 1 1 0 0,1-1-1 0 0,-1 0 1 0 0,0 0 0 0 0,1 1-1 0 0,-1-1 1 0 0,1 0-1 0 0,-1 1 1 0 0,1-1 0 0 0,-1 1-1 0 0,1-1 1 0 0,-1 0-1 0 0,1 1 1 0 0,-1-1 0 0 0,1 1-1 0 0,-1 0 1 0 0,1-1-1 0 0,0 1 1 0 0,-1-1 0 0 0,1 1-1 0 0,0-1 1 0 0,-1 1-1 0 0,1 0 1 0 0,0-1 0 0 0,0 1-1 0 0,0 0 1 0 0,-1 1-1 0 0,-1 21 549 0 0,2-20-493 0 0,-2 331 3174 0 0,4-162-2782 0 0,-2-154-488 0 0,3 100 300 0 0,-2-101-456 0 0,2 0 0 0 0,0 0 0 0 0,0 0 0 0 0,12 30 0 0 0,-14-44 15 0 0,0 0 0 0 0,0 0 0 0 0,1 0 0 0 0,0-1-1 0 0,-1 1 1 0 0,1 0 0 0 0,0-1 0 0 0,0 1 0 0 0,1-1 0 0 0,-1 1-1 0 0,0-1 1 0 0,1 0 0 0 0,0 0 0 0 0,-1 0 0 0 0,1-1-1 0 0,0 1 1 0 0,5 2 0 0 0,-4-3-38 0 0,0 0-1 0 0,-1-1 1 0 0,1 1-1 0 0,-1-1 1 0 0,1 0-1 0 0,0 0 1 0 0,-1 0-1 0 0,1 0 1 0 0,0-1 0 0 0,-1 0-1 0 0,1 1 1 0 0,-1-1-1 0 0,1 0 1 0 0,-1-1-1 0 0,0 1 1 0 0,7-4 0 0 0,3-3-111 0 0,-1 0 1 0 0,1-1-1 0 0,-1-1 1 0 0,-1 0-1 0 0,0-1 0 0 0,0 0 1 0 0,-1 0-1 0 0,-1-1 1 0 0,14-22-1 0 0,-7 8 653 0 0,-2 0-1 0 0,-1-2 0 0 0,19-55 0 0 0,-15 17 4708 0 0,-19 78-3719 0 0,-2 12-667 0 0,1 1 1 0 0,0-1-1 0 0,3 39 0 0 0,0-50-624 0 0,1 1 0 0 0,1 0 0 0 0,1-1-1 0 0,0 1 1 0 0,0-1 0 0 0,1 0 0 0 0,1 0-1 0 0,7 14 1 0 0,-11-25-86 0 0,0-1 0 0 0,0 1 0 0 0,0 0 0 0 0,0-1 1 0 0,0 0-1 0 0,0 1 0 0 0,1-1 0 0 0,-1 0 0 0 0,0 0 0 0 0,1 1 0 0 0,-1-1 0 0 0,1 0 0 0 0,-1 0 0 0 0,1-1 1 0 0,0 1-1 0 0,-1 0 0 0 0,1 0 0 0 0,0-1 0 0 0,-1 1 0 0 0,3-1 0 0 0,0 1-138 0 0,-1-1 0 0 0,0 0 0 0 0,1 0 0 0 0,-1-1-1 0 0,1 1 1 0 0,-1-1 0 0 0,0 0 0 0 0,0 0 0 0 0,1 0 0 0 0,3-2 0 0 0,3-1-730 0 0,-1-2 0 0 0,0 1 0 0 0,0-1 0 0 0,0-1 1 0 0,-1 1-1 0 0,9-9 0 0 0,-12 9-300 0 0,0 0-1 0 0,0 0 1 0 0,0-1 0 0 0,4-6 0 0 0,3-10-3589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3:45.4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173 38 1760 0 0,'-86'-19'8628'0'0,"12"2"-5453"0"0,72 17-3359 0 0,-9-2-512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3:45.6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54 992 0 0,'-44'45'10582'0'0,"43"-45"-10498"0"0,1 0 1 0 0,0 1-1 0 0,-1-1 0 0 0,1 0 1 0 0,0 1-1 0 0,-1-1 1 0 0,1 1-1 0 0,0-1 1 0 0,0 0-1 0 0,-1 1 0 0 0,1-1 1 0 0,0 1-1 0 0,0-1 1 0 0,0 0-1 0 0,0 1 1 0 0,0-1-1 0 0,0 1 1 0 0,0-1-1 0 0,-1 1 0 0 0,1-1 1 0 0,0 1-1 0 0,1-1 1 0 0,-1 1-1 0 0,0-1 1 0 0,0 0-1 0 0,0 1 0 0 0,0-1 1 0 0,0 1-1 0 0,0-1 1 0 0,0 1-1 0 0,1-1 1 0 0,-1 0-1 0 0,0 1 0 0 0,0-1 1 0 0,1 1-1 0 0,-1-1 1 0 0,1 1-6 0 0,0 0 0 0 0,0-1 0 0 0,0 1 0 0 0,-1 0 0 0 0,1-1 0 0 0,0 1 0 0 0,0-1 0 0 0,0 0 0 0 0,0 1 0 0 0,0-1 0 0 0,0 0 0 0 0,0 1 0 0 0,0-1 0 0 0,0 0 0 0 0,0 0 0 0 0,0 0 0 0 0,0 0 0 0 0,2 0 0 0 0,33-5-190 0 0,0-2-1 0 0,-1-1 0 0 0,49-19 0 0 0,11-1-2158 0 0,39-8-4619 0 0,-102 27 2700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3:46.5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483 25 1084 0 0,'12'-25'21641'0'0,"-14"27"-21526"0"0,-1 0-1 0 0,1 0 0 0 0,0 1 0 0 0,0-1 0 0 0,1 1 0 0 0,-1-1 1 0 0,0 1-1 0 0,1-1 0 0 0,0 1 0 0 0,-1 0 0 0 0,1 0 0 0 0,-1 4 1 0 0,-9 45 915 0 0,7-32-729 0 0,-131 728 3264 0 0,71-368-2862 0 0,21-40-367 0 0,26-186-236 0 0,14-129-138 0 0,-17 213-656 0 0,20-237 651 0 0,0-1 0 0 0,0 1 1 0 0,0-1-1 0 0,0 1 0 0 0,0 0 1 0 0,0-1-1 0 0,0 1 0 0 0,0-1 1 0 0,0 1-1 0 0,0-1 0 0 0,1 1 1 0 0,-1 0-1 0 0,0-1 0 0 0,0 1 1 0 0,1-1-1 0 0,-1 1 0 0 0,0-1 0 0 0,0 1 1 0 0,1-1-1 0 0,-1 1 0 0 0,1-1 1 0 0,-1 0-1 0 0,0 1 0 0 0,1-1 1 0 0,-1 0-1 0 0,1 1 0 0 0,-1-1 1 0 0,1 0-1 0 0,-1 1 0 0 0,1-1 1 0 0,-1 0-1 0 0,1 0 0 0 0,0 1 1 0 0,1-1-65 0 0,0 0 1 0 0,0 0-1 0 0,0 0 1 0 0,0-1-1 0 0,0 1 1 0 0,0 0-1 0 0,-1-1 1 0 0,1 0-1 0 0,0 1 1 0 0,3-2-1 0 0,3-3-414 0 0,0 1 0 0 0,0-1 0 0 0,9-8 0 0 0,-8 4 223 0 0,0 0 0 0 0,-1-1 1 0 0,0 0-1 0 0,11-19 0 0 0,-2 3-2 0 0,-6 10 159 0 0,-1-2 1 0 0,0 1 0 0 0,-1-1-1 0 0,-1-1 1 0 0,-1 0-1 0 0,-1 0 1 0 0,0 0 0 0 0,4-29-1 0 0,-8 38 121 0 0,-1-1-1 0 0,0 1 1 0 0,-1-1-1 0 0,0 1 1 0 0,-1 0 0 0 0,0-1-1 0 0,0 1 1 0 0,-1 0-1 0 0,-1-1 1 0 0,0 1-1 0 0,0 0 1 0 0,-1 1-1 0 0,0-1 1 0 0,0 1 0 0 0,-1 0-1 0 0,-1 0 1 0 0,-11-16-1 0 0,-3 6 5 0 0,-1 0-1 0 0,0 1 1 0 0,-2 1-1 0 0,0 1 1 0 0,0 1-1 0 0,-30-13 1 0 0,14 7-4 0 0,-43-32-1 0 0,79 51 12 0 0,0 0 0 0 0,0 0-1 0 0,0-1 1 0 0,0 1 0 0 0,0-1-1 0 0,1 1 1 0 0,-1-1-1 0 0,1 0 1 0 0,0 0 0 0 0,0 0-1 0 0,0 0 1 0 0,0 0 0 0 0,1-1-1 0 0,-1 1 1 0 0,1 0 0 0 0,0-1-1 0 0,0 1 1 0 0,0-1 0 0 0,0 0-1 0 0,1 1 1 0 0,-1-1 0 0 0,1 0-1 0 0,0 1 1 0 0,0-1-1 0 0,0 0 1 0 0,1 1 0 0 0,-1-1-1 0 0,1 1 1 0 0,0-1 0 0 0,0 0-1 0 0,0 1 1 0 0,1 0 0 0 0,-1-1-1 0 0,1 1 1 0 0,2-5 0 0 0,7-9-444 0 0,0-1 1 0 0,1 1-1 0 0,1 1 1 0 0,22-23-1 0 0,66-55-2346 0 0,-82 78 2304 0 0,72-62-1682 0 0,-13 12-1315 0 0,131-142 0 0 0,-199 195 4048 0 0,-1 0 1 0 0,-1-2-1 0 0,14-29 1 0 0,0-1 3514 0 0,-16 31-2577 0 0,-4 8-63 0 0,-4 16-515 0 0,-6 44 239 0 0,1 0 0 0 0,2 59 0 0 0,3-60-947 0 0,1-36-162 0 0,1 0-1 0 0,0 0 1 0 0,1 1-1 0 0,1-1 0 0 0,1-1 1 0 0,9 33-1 0 0,-12-48-90 0 0,1 0 0 0 0,-1 0 0 0 0,0 0 0 0 0,1 0 0 0 0,-1-1 0 0 0,1 1 0 0 0,-1 0 0 0 0,1 0 0 0 0,-1-1 1 0 0,1 1-1 0 0,0 0 0 0 0,-1-1 0 0 0,1 1 0 0 0,0-1 0 0 0,-1 1 0 0 0,1-1 0 0 0,0 1 0 0 0,0-1 0 0 0,0 0 0 0 0,-1 1 0 0 0,1-1 0 0 0,0 0 0 0 0,0 1 0 0 0,0-1 1 0 0,0 0-1 0 0,0 0 0 0 0,0 0 0 0 0,0 0 0 0 0,-1 0 0 0 0,1 0 0 0 0,0 0 0 0 0,0 0 0 0 0,1-1 0 0 0,25-10-2509 0 0,-23 9 2255 0 0,0-1-325 0 0,0 0 0 0 0,0 0 1 0 0,-1 0-1 0 0,1 0 1 0 0,-1-1-1 0 0,1 0 0 0 0,-1 1 1 0 0,0-1-1 0 0,0 0 0 0 0,-1-1 1 0 0,1 1-1 0 0,2-6 0 0 0,5-10-4787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3:46.7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73 2036 0 0,'-21'-38'6844'0'0,"17"33"-6304"0"0,1 0 0 0 0,-1 1 0 0 0,0-1 1 0 0,-1 1-1 0 0,-4-4 0 0 0,8 7-369 0 0,1 1-181 0 0,0 0 0 0 0,-1-1 0 0 0,1 1 0 0 0,0 0 0 0 0,0 0 0 0 0,0 0 0 0 0,0 0 0 0 0,0 0 0 0 0,0 0 1 0 0,0-1-1 0 0,0 1 0 0 0,0 0 0 0 0,0 0 0 0 0,0 0 0 0 0,0 0 0 0 0,0 0 0 0 0,0 0 0 0 0,-1 0 0 0 0,1 0 0 0 0,0 0 0 0 0,0-1 0 0 0,0 1 0 0 0,0 0 1 0 0,0 0-1 0 0,0 0 0 0 0,0 0 0 0 0,-1 0 0 0 0,1 0 0 0 0,0 0 0 0 0,0 0 0 0 0,0 0 0 0 0,0 0 0 0 0,0 0 0 0 0,-1 0 0 0 0,1 0 0 0 0,0 0 0 0 0,0 0 1 0 0,0 0-1 0 0,0 0 0 0 0,0 0 0 0 0,0 0 0 0 0,-1 0 0 0 0,1 0 0 0 0,0 0 0 0 0,0 0 0 0 0,0 0 0 0 0,0 1-78 0 0,0-1-1 0 0,-1 0 0 0 0,1 1 1 0 0,0-1-1 0 0,0 0 0 0 0,0 0 1 0 0,0 1-1 0 0,0-1 1 0 0,0 0-1 0 0,0 1 0 0 0,0-1 1 0 0,0 0-1 0 0,0 1 0 0 0,0-1 1 0 0,0 0-1 0 0,0 1 1 0 0,0-1-1 0 0,0 0 0 0 0,0 1 1 0 0,0-1-1 0 0,0 0 0 0 0,0 0 1 0 0,0 1-1 0 0,0-1 1 0 0,0 0-1 0 0,1 1 0 0 0,-1-1 1 0 0,0 0-1 0 0,0 0 1 0 0,0 1-1 0 0,1-1 0 0 0,-1 0 1 0 0,0 0-1 0 0,0 0 0 0 0,1 1 1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3:47.7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252 78 1720 0 0,'0'0'1278'0'0,"-9"-33"5856"0"0,9 30-6969 0 0,-1 1 1 0 0,0 0 0 0 0,0-1 0 0 0,0 1 0 0 0,0-1 0 0 0,0 1-1 0 0,-1 0 1 0 0,1 0 0 0 0,-1 0 0 0 0,1 0 0 0 0,-1 0-1 0 0,0 0 1 0 0,0 0 0 0 0,0 0 0 0 0,0 1 0 0 0,0-1 0 0 0,0 1-1 0 0,0-1 1 0 0,0 1 0 0 0,-1 0 0 0 0,-2-1 0 0 0,2 1-138 0 0,0 1 0 0 0,0 0 0 0 0,0 0 0 0 0,0 0 0 0 0,1 0 0 0 0,-1 1 0 0 0,0-1 0 0 0,0 1 0 0 0,0-1 0 0 0,0 1 0 0 0,0 0 0 0 0,1 0 0 0 0,-1 0 0 0 0,0 1 0 0 0,1-1 0 0 0,-1 1 0 0 0,1-1 1 0 0,0 1-1 0 0,-3 3 0 0 0,-7 5 27 0 0,0 1 1 0 0,1 0-1 0 0,1 1 1 0 0,0 1-1 0 0,1-1 1 0 0,0 1-1 0 0,1 1 1 0 0,-11 23-1 0 0,9-14 1 0 0,2-1-1 0 0,0 1 0 0 0,1 1 0 0 0,-6 45 1 0 0,12-63-47 0 0,0 0 1 0 0,1 0-1 0 0,0 0 1 0 0,0 0-1 0 0,1 0 1 0 0,-1 0-1 0 0,1 0 1 0 0,1 0-1 0 0,-1 0 1 0 0,1 0-1 0 0,0 0 1 0 0,0-1-1 0 0,0 1 1 0 0,1-1-1 0 0,0 1 1 0 0,0-1-1 0 0,1 0 1 0 0,-1 0-1 0 0,1-1 1 0 0,0 1-1 0 0,5 3 1 0 0,-3-3-117 0 0,-1-1 1 0 0,1 0-1 0 0,0-1 1 0 0,0 1-1 0 0,1-1 1 0 0,-1-1-1 0 0,1 1 0 0 0,-1-1 1 0 0,1 0-1 0 0,0-1 1 0 0,0 1-1 0 0,0-1 1 0 0,0-1-1 0 0,0 1 1 0 0,0-1-1 0 0,0-1 0 0 0,13-1 1 0 0,-3-1-125 0 0,0 0 0 0 0,-1-1 0 0 0,1 0 0 0 0,-1-2 0 0 0,-1 0 0 0 0,1-1 0 0 0,-1 0 0 0 0,0-1 0 0 0,0-1 0 0 0,-1 0 0 0 0,-1-1 0 0 0,1-1 0 0 0,-2 0 0 0 0,1-1 0 0 0,-2 0 0 0 0,1-1 0 0 0,-2 0 0 0 0,0 0-1 0 0,13-23 1 0 0,-15 18 562 0 0,-1-1 0 0 0,0 1 0 0 0,-2-2 0 0 0,5-23-1 0 0,3-12 3179 0 0,-12 45-2708 0 0,-6 9 251 0 0,4 2-966 0 0,1 0-1 0 0,-1 0 1 0 0,0 0-1 0 0,0 0 1 0 0,1-1 0 0 0,-1 1-1 0 0,0 0 1 0 0,1 0 0 0 0,-1 0-1 0 0,1 1 1 0 0,-1-1 0 0 0,1 0-1 0 0,0 0 1 0 0,-1 0 0 0 0,1 0-1 0 0,0 2 1 0 0,-1 19 84 0 0,2 0 0 0 0,1 0 0 0 0,0-1-1 0 0,2 1 1 0 0,0 0 0 0 0,1-1 0 0 0,2 0 0 0 0,0 0 0 0 0,15 31 0 0 0,-20-48-273 0 0,1 0 1 0 0,-1 0-1 0 0,1 0 0 0 0,-1 0 1 0 0,1 0-1 0 0,1-1 1 0 0,-1 1-1 0 0,0-1 0 0 0,1 0 1 0 0,-1 0-1 0 0,1 0 1 0 0,0-1-1 0 0,0 1 0 0 0,0-1 1 0 0,1 0-1 0 0,-1 0 1 0 0,0 0-1 0 0,6 1 0 0 0,-6-3-163 0 0,-1 1-1 0 0,0-1 1 0 0,0 0-1 0 0,1 0 1 0 0,-1 0-1 0 0,0 0 1 0 0,1 0-1 0 0,-1-1 0 0 0,0 0 1 0 0,0 0-1 0 0,0 0 1 0 0,0 0-1 0 0,1 0 1 0 0,-1 0-1 0 0,-1-1 1 0 0,1 0-1 0 0,0 1 0 0 0,0-1 1 0 0,-1 0-1 0 0,1 0 1 0 0,-1-1-1 0 0,1 1 1 0 0,-1 0-1 0 0,0-1 1 0 0,0 1-1 0 0,3-6 1 0 0,11-22-3997 0 0,-8 10 1118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3:47.9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61 138 1760 0 0,'-5'-20'1806'0'0,"-1"0"0"0"0,-1 1 0 0 0,-1 0 1 0 0,-13-22-1 0 0,12 24-1435 0 0,9 15-145 0 0,-1 4-391 0 0,0-1 0 0 0,1 1-1 0 0,-1 0 1 0 0,1-1-1 0 0,-1 1 1 0 0,1 0-1 0 0,0-1 1 0 0,0 1 0 0 0,0 0-1 0 0,0 0 1 0 0,0-1-1 0 0,0 1 1 0 0,0 0 0 0 0,1-1-1 0 0,-1 1 1 0 0,1 0-1 0 0,-1-1 1 0 0,1 1-1 0 0,-1-1 1 0 0,1 1 0 0 0,0-1-1 0 0,2 4 1 0 0,1 3-1734 0 0,0 3-1382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3:48.6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221 542 1500 0 0,'10'-6'5057'0'0,"-3"-6"-1838"0"0,-6 11-3156 0 0,-1 1-1 0 0,0-1 1 0 0,0 1 0 0 0,0 0 0 0 0,0-1 0 0 0,0 1-1 0 0,0-1 1 0 0,0 1 0 0 0,0-1 0 0 0,0 1 0 0 0,0 0-1 0 0,0-1 1 0 0,0 1 0 0 0,0-1 0 0 0,0 1 0 0 0,0-1 0 0 0,0 1-1 0 0,0 0 1 0 0,0-1 0 0 0,-1 1 0 0 0,1-1 0 0 0,0 1-1 0 0,0 0 1 0 0,0-1 0 0 0,-1 1 0 0 0,1 0 0 0 0,0-1-1 0 0,-1 1 1 0 0,1 0 0 0 0,0-1 0 0 0,-1 1 0 0 0,1 0 0 0 0,0 0-1 0 0,-1-1 1 0 0,1 1 0 0 0,0 0 0 0 0,-1 0 0 0 0,1 0-1 0 0,-1-1 1 0 0,1 1 0 0 0,-1 0 0 0 0,-4-1 72 0 0,1 0 0 0 0,-1 0 0 0 0,1 1 0 0 0,-1-1 0 0 0,1 1 1 0 0,-1 0-1 0 0,0 1 0 0 0,1-1 0 0 0,-1 1 0 0 0,1-1 0 0 0,-1 2 0 0 0,1-1 1 0 0,-6 2-1 0 0,2 1-31 0 0,1 0 1 0 0,0 0 0 0 0,-1 0-1 0 0,2 1 1 0 0,-1 0-1 0 0,-11 11 1 0 0,5-3-53 0 0,1 1 1 0 0,1 0-1 0 0,1 1 1 0 0,0 0-1 0 0,0 1 0 0 0,-8 20 1 0 0,15-27-33 0 0,-1 0 1 0 0,2 0-1 0 0,-1 1 0 0 0,2-1 1 0 0,-1 1-1 0 0,1-1 0 0 0,0 1 1 0 0,1-1-1 0 0,0 1 1 0 0,1-1-1 0 0,2 14 0 0 0,-3-23-16 0 0,0 1-1 0 0,1 0 0 0 0,-1 0 0 0 0,0 0 0 0 0,0 0 0 0 0,1 0 0 0 0,-1 0 0 0 0,0-1 0 0 0,1 1 0 0 0,-1 0 0 0 0,1 0 0 0 0,-1-1 1 0 0,1 1-1 0 0,0 0 0 0 0,-1-1 0 0 0,1 1 0 0 0,0 0 0 0 0,2 2 13 0 0,-2-2-14 0 0,1 1 0 0 0,-1-1 0 0 0,1 0-1 0 0,0 0 1 0 0,0 0 0 0 0,-1 0-1 0 0,1 0 1 0 0,0 0 0 0 0,0 0 0 0 0,0 0-1 0 0,0-1 1 0 0,0 1 0 0 0,0-1-1 0 0,0 0 1 0 0,0 1 0 0 0,0-1 0 0 0,0 0-1 0 0,1 0 1 0 0,-1 0 0 0 0,0-1-1 0 0,0 1 1 0 0,0 0 0 0 0,0-1 0 0 0,0 1-1 0 0,0-1 1 0 0,0 0 0 0 0,0 0-1 0 0,0 0 1 0 0,-1 0 0 0 0,4-2-1 0 0,-2 2 2 0 0,6-4-3 0 0,-1 0 0 0 0,1-1 1 0 0,-1 0-1 0 0,-1 0 1 0 0,1-1-1 0 0,-1 0 0 0 0,0 0 1 0 0,9-13-1 0 0,2-6 52 0 0,20-37-1 0 0,-16 23 212 0 0,-10 24 420 0 0,-6 13-17 0 0,-4 12-35 0 0,-9 51 328 0 0,-5 66 79 0 0,11-105-950 0 0,2 0-1 0 0,0 0 1 0 0,1 0 0 0 0,5 22-1 0 0,-6-39-77 0 0,0 0 0 0 0,0 0 0 0 0,1 0 0 0 0,-1 0 0 0 0,1-1 0 0 0,-1 1 0 0 0,1 0-1 0 0,0-1 1 0 0,1 0 0 0 0,-1 1 0 0 0,1-1 0 0 0,-1 0 0 0 0,1 0 0 0 0,0 0 0 0 0,0-1 0 0 0,0 1 0 0 0,0-1-1 0 0,1 1 1 0 0,6 2 0 0 0,-7-4-10 0 0,0-1 1 0 0,0 0-1 0 0,0 0 0 0 0,0 0 0 0 0,0 0 0 0 0,0 0 0 0 0,0-1 1 0 0,0 1-1 0 0,0-1 0 0 0,0 0 0 0 0,5-2 0 0 0,32-16-1 0 0,-36 17 5 0 0,16-10-14 0 0,-2-1-1 0 0,1 0 1 0 0,-2-1 0 0 0,0-1 0 0 0,0-1 0 0 0,21-26-1 0 0,76-116-180 0 0,-81 104 111 0 0,-1-2-1 0 0,-3-2 1 0 0,-3 0-1 0 0,-2-2 1 0 0,-3-1-1 0 0,20-97 1 0 0,-37 140 72 0 0,0 0-1 0 0,-2 0 1 0 0,0 0 0 0 0,-1 0-1 0 0,0 0 1 0 0,-3-23 0 0 0,2 40 7 0 0,0-1 1 0 0,0 1-1 0 0,-1 0 0 0 0,1-1 1 0 0,0 1-1 0 0,0-1 1 0 0,-1 1-1 0 0,1 0 0 0 0,-1-1 1 0 0,1 1-1 0 0,-1 0 1 0 0,0 0-1 0 0,1-1 1 0 0,-1 1-1 0 0,0 0 0 0 0,0 0 1 0 0,0 0-1 0 0,0 0 1 0 0,0 0-1 0 0,0 0 0 0 0,0 0 1 0 0,0 0-1 0 0,0 1 1 0 0,0-1-1 0 0,-1 0 0 0 0,1 1 1 0 0,0-1-1 0 0,0 0 1 0 0,-1 1-1 0 0,1 0 0 0 0,0-1 1 0 0,-1 1-1 0 0,1 0 1 0 0,-1 0-1 0 0,1-1 1 0 0,0 1-1 0 0,-1 0 0 0 0,1 1 1 0 0,-1-1-1 0 0,1 0 1 0 0,0 0-1 0 0,-1 0 0 0 0,1 1 1 0 0,0-1-1 0 0,-1 1 1 0 0,1-1-1 0 0,-2 2 0 0 0,-5 2 5 0 0,1 0 0 0 0,-1 0 0 0 0,1 0 0 0 0,0 1 0 0 0,0 0 0 0 0,-10 11 0 0 0,-5 8 98 0 0,1 0-1 0 0,2 1 0 0 0,0 1 1 0 0,-26 51-1 0 0,22-30 137 0 0,2 0-1 0 0,-17 61 1 0 0,26-66-95 0 0,1 1 0 0 0,-7 69 1 0 0,16-82-100 0 0,0 0 0 0 0,2 0 1 0 0,1 0-1 0 0,10 50 1 0 0,-10-71-184 0 0,1 0 1 0 0,1 0-1 0 0,0 0 1 0 0,0 0 0 0 0,0-1-1 0 0,1 1 1 0 0,1-1-1 0 0,-1 0 1 0 0,1 0 0 0 0,7 7-1 0 0,-8-11-270 0 0,0 0 0 0 0,1 1 0 0 0,0-2-1 0 0,-1 1 1 0 0,2 0 0 0 0,-1-1 0 0 0,0 0 0 0 0,1 0-1 0 0,-1-1 1 0 0,1 0 0 0 0,0 1 0 0 0,0-2 0 0 0,0 1-1 0 0,0-1 1 0 0,0 0 0 0 0,7 0 0 0 0,19 0-3936 0 0,4-1-2178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3:50.5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3 214 1476 0 0,'0'-2'1701'0'0,"-1"-2"-1226"0"0,0 1 0 0 0,1-1 0 0 0,-1 0 0 0 0,1 1 0 0 0,0-1 0 0 0,1 1 0 0 0,-1-1 0 0 0,0 1 1 0 0,1-1-1 0 0,0 1 0 0 0,2-7 0 0 0,-2 6-278 0 0,1 1 1 0 0,0 0-1 0 0,0 0 1 0 0,0 0 0 0 0,0 0-1 0 0,0 0 1 0 0,0 1-1 0 0,1-1 1 0 0,-1 0-1 0 0,6-3 1 0 0,-4 3-135 0 0,1 1 0 0 0,-1-1 1 0 0,1 1-1 0 0,-1 0 0 0 0,1 0 0 0 0,0 1 0 0 0,0-1 0 0 0,0 1 0 0 0,0 0 1 0 0,0 0-1 0 0,0 1 0 0 0,0-1 0 0 0,0 1 0 0 0,0 0 0 0 0,0 1 0 0 0,0-1 1 0 0,8 3-1 0 0,1 1 26 0 0,0 1 0 0 0,0 1 1 0 0,-1 0-1 0 0,1 1 0 0 0,-1 0 0 0 0,-1 1 0 0 0,0 1 1 0 0,0 0-1 0 0,15 14 0 0 0,6 10 223 0 0,48 60-1 0 0,37 71 459 0 0,-93-131 1065 0 0,-24-32-1275 0 0,2-2-353 0 0,-1 0-181 0 0,0 0 0 0 0,-1 0 0 0 0,1 0 0 0 0,0 0 0 0 0,0-1-1 0 0,-1 1 1 0 0,1-1 0 0 0,-1 1 0 0 0,1-1 0 0 0,-1 1 0 0 0,0-1 0 0 0,0 0 0 0 0,0 0 0 0 0,0 0 0 0 0,0 0 0 0 0,0 0 0 0 0,0 0 0 0 0,1-4 0 0 0,19-59 124 0 0,16-88 0 0 0,-13 49-124 0 0,-5 31-1711 0 0,-19 73 1601 0 0,0-1 1 0 0,0 0-1 0 0,0 0 1 0 0,1 0 0 0 0,-1 0-1 0 0,0 0 1 0 0,1 0-1 0 0,-1 1 1 0 0,0-1-1 0 0,1 0 1 0 0,-1 0-1 0 0,1 1 1 0 0,-1-1-1 0 0,1 0 1 0 0,0 1-1 0 0,-1-1 1 0 0,1 0 0 0 0,0 1-1 0 0,-1-1 1 0 0,1 1-1 0 0,0-1 1 0 0,0 1-1 0 0,0 0 1 0 0,-1-1-1 0 0,1 1 1 0 0,0 0-1 0 0,0-1 1 0 0,0 1 0 0 0,0 0-1 0 0,0 0 1 0 0,0 0-1 0 0,-1 0 1 0 0,1 0-1 0 0,0 0 1 0 0,0 0-1 0 0,0 0 1 0 0,0 0-1 0 0,0 0 1 0 0,0 0 0 0 0,0 1-1 0 0,1 0 1 0 0,4 1-415 0 0,1 0 0 0 0,-1 1 0 0 0,0 0-1 0 0,8 5 1 0 0,-5-3-33 0 0,7 3-42 0 0,1-1 0 0 0,-1-1 1 0 0,1-1-1 0 0,0 0 1 0 0,0-1-1 0 0,28 3 1 0 0,-37-6 702 0 0,-1-1 0 0 0,1 0 0 0 0,0 0-1 0 0,0 0 1 0 0,-1-1 0 0 0,1 0 0 0 0,0-1 0 0 0,-1 0 0 0 0,1 0 0 0 0,-1 0 0 0 0,0-1-1 0 0,9-4 1 0 0,-12 4 166 0 0,1 0-1 0 0,-1 0 1 0 0,1 0-1 0 0,-1-1 1 0 0,0 1-1 0 0,0-1 1 0 0,-1 0-1 0 0,1 0 0 0 0,-1-1 1 0 0,0 1-1 0 0,0-1 1 0 0,0 1-1 0 0,0-1 1 0 0,-1 0-1 0 0,0 0 1 0 0,0 0-1 0 0,2-9 0 0 0,-4 12-220 0 0,1 1-1 0 0,-1-1 0 0 0,0 1 0 0 0,1 0 1 0 0,-1-1-1 0 0,0 1 0 0 0,0-1 0 0 0,0 1 0 0 0,0-1 1 0 0,0 1-1 0 0,-1-1 0 0 0,1 1 0 0 0,0 0 0 0 0,-1-1 1 0 0,1 1-1 0 0,-1 0 0 0 0,0-3 0 0 0,0 4-51 0 0,1-1-1 0 0,-1 1 0 0 0,0-1 1 0 0,1 0-1 0 0,-1 1 0 0 0,0-1 1 0 0,0 1-1 0 0,1 0 0 0 0,-1-1 1 0 0,0 1-1 0 0,0 0 0 0 0,0-1 1 0 0,1 1-1 0 0,-1 0 0 0 0,0 0 0 0 0,0 0 1 0 0,0-1-1 0 0,0 1 0 0 0,0 0 1 0 0,-1 1-1 0 0,-1-1-9 0 0,-1 1 0 0 0,1-1 0 0 0,-1 1 0 0 0,1 0 0 0 0,-1 0 0 0 0,1 1 0 0 0,0-1 0 0 0,0 1 0 0 0,0-1 0 0 0,0 1 0 0 0,-4 3 0 0 0,-5 7-4 0 0,0 0-1 0 0,1 1 0 0 0,0 0 0 0 0,1 1 1 0 0,0 0-1 0 0,2 1 0 0 0,-1 0 0 0 0,2 0 1 0 0,0 1-1 0 0,1 0 0 0 0,0 0 0 0 0,1 0 1 0 0,1 1-1 0 0,1-1 0 0 0,0 1 0 0 0,2 0 1 0 0,-1 31-1 0 0,2-44-4 0 0,1-1-1 0 0,-1 1 1 0 0,1 0-1 0 0,-1-1 1 0 0,1 1-1 0 0,1 0 1 0 0,-1-1 0 0 0,0 1-1 0 0,1-1 1 0 0,-1 1-1 0 0,1-1 1 0 0,0 0-1 0 0,0 0 1 0 0,1 0 0 0 0,-1 0-1 0 0,1 0 1 0 0,5 4-1 0 0,-6-5-5 0 0,1 0 0 0 0,0-1 1 0 0,-1 0-1 0 0,1 1 0 0 0,0-1 0 0 0,0 0 0 0 0,0 0 0 0 0,0-1 0 0 0,0 1 1 0 0,0-1-1 0 0,0 1 0 0 0,0-1 0 0 0,0 0 0 0 0,0 0 0 0 0,0 0 0 0 0,0-1 1 0 0,0 1-1 0 0,0-1 0 0 0,0 1 0 0 0,0-1 0 0 0,0 0 0 0 0,4-2 0 0 0,-2 0 2 0 0,1 0-1 0 0,-1 0 1 0 0,0 0-1 0 0,-1-1 1 0 0,1 0-1 0 0,-1 0 1 0 0,1 0-1 0 0,-1 0 1 0 0,0-1-1 0 0,-1 0 0 0 0,1 0 1 0 0,-1 0-1 0 0,0 0 1 0 0,5-10-1 0 0,1-7 14 0 0,-1-1 1 0 0,8-31-1 0 0,-9 28 39 0 0,-7 55-54 0 0,1 0 0 0 0,1 0 0 0 0,7 29 0 0 0,-7-51 9 0 0,0 0 0 0 0,0 0 1 0 0,1 0-1 0 0,-1-1 1 0 0,2 1-1 0 0,-1-1 0 0 0,1 1 1 0 0,0-1-1 0 0,0 0 0 0 0,6 6 1 0 0,-6-8-4 0 0,-1-1 0 0 0,1 0 1 0 0,0 0-1 0 0,0 0 1 0 0,0-1-1 0 0,0 1 0 0 0,1-1 1 0 0,-1 0-1 0 0,1 0 1 0 0,-1 0-1 0 0,1-1 0 0 0,0 0 1 0 0,-1 0-1 0 0,1 0 1 0 0,0 0-1 0 0,0-1 0 0 0,5 0 1 0 0,-3 0-20 0 0,1-1 0 0 0,-1 1 0 0 0,0-2 0 0 0,1 1 0 0 0,-1-1 0 0 0,0 0 0 0 0,0 0 0 0 0,0-1 0 0 0,0 0 0 0 0,0-1 0 0 0,-1 1 0 0 0,1-1 0 0 0,-1 0 0 0 0,0-1 1 0 0,0 0-1 0 0,-1 0 0 0 0,1 0 0 0 0,4-7 0 0 0,-2 2-15 0 0,-1 0 1 0 0,0 0-1 0 0,0-1 1 0 0,-1 0-1 0 0,-1 0 1 0 0,0-1-1 0 0,0 1 1 0 0,-1-1 0 0 0,-1 0-1 0 0,3-19 1 0 0,-3 17 48 0 0,-1 0 1 0 0,-1 0 0 0 0,0 0 0 0 0,-1 0 0 0 0,0 0-1 0 0,-1 0 1 0 0,-1 0 0 0 0,-6-23 0 0 0,8 36-19 0 0,0-1 1 0 0,-1 1-1 0 0,1 0 1 0 0,0 0 0 0 0,-1 0-1 0 0,1 0 1 0 0,-1 0-1 0 0,0 0 1 0 0,1 0 0 0 0,-1 0-1 0 0,0 0 1 0 0,0 0-1 0 0,0 0 1 0 0,1 0-1 0 0,-1 1 1 0 0,0-1 0 0 0,0 0-1 0 0,0 1 1 0 0,0-1-1 0 0,0 0 1 0 0,-1 1 0 0 0,1-1-1 0 0,0 1 1 0 0,0 0-1 0 0,0-1 1 0 0,0 1 0 0 0,0 0-1 0 0,-1 0 1 0 0,1-1-1 0 0,0 1 1 0 0,0 0-1 0 0,-2 1 1 0 0,1-1-3 0 0,0 0 1 0 0,0 1-1 0 0,0-1 1 0 0,0 1-1 0 0,0 0 1 0 0,0-1-1 0 0,0 1 0 0 0,1 0 1 0 0,-1 0-1 0 0,0 0 1 0 0,0 1-1 0 0,1-1 1 0 0,-1 0-1 0 0,1 1 0 0 0,-1-1 1 0 0,1 1-1 0 0,-2 1 1 0 0,1 0 2 0 0,0 0 1 0 0,0 0 0 0 0,1 0 0 0 0,-1 0-1 0 0,1 1 1 0 0,0-1 0 0 0,0 0-1 0 0,0 0 1 0 0,0 1 0 0 0,0-1 0 0 0,1 1-1 0 0,0-1 1 0 0,-1 1 0 0 0,1-1-1 0 0,0 1 1 0 0,1-1 0 0 0,-1 1-1 0 0,1-1 1 0 0,-1 1 0 0 0,1-1 0 0 0,0 0-1 0 0,1 1 1 0 0,-1-1 0 0 0,0 0-1 0 0,1 0 1 0 0,0 0 0 0 0,-1 0 0 0 0,1 0-1 0 0,1 0 1 0 0,2 3 0 0 0,-1-2 0 0 0,1 1 0 0 0,0-1 1 0 0,0 0-1 0 0,0 0 1 0 0,0-1-1 0 0,1 1 0 0 0,0-1 1 0 0,-1 0-1 0 0,1-1 0 0 0,0 1 1 0 0,1-1-1 0 0,-1 0 1 0 0,0-1-1 0 0,0 1 0 0 0,10-1 1 0 0,0 0-33 0 0,-1-1 1 0 0,0-1-1 0 0,0-1 1 0 0,0 0 0 0 0,0 0-1 0 0,0-2 1 0 0,25-9-1 0 0,-30 9 38 0 0,1-1-1 0 0,-2 0 0 0 0,1 0 0 0 0,-1-1 0 0 0,1 0 1 0 0,-2-1-1 0 0,1 0 0 0 0,-1 0 0 0 0,0-1 1 0 0,0 0-1 0 0,6-10 0 0 0,-13 17 12 0 0,0 0 1 0 0,0 0-1 0 0,-1 0 1 0 0,1 0-1 0 0,-1 0 1 0 0,1 0-1 0 0,-1 0 1 0 0,1 0-1 0 0,-1 0 0 0 0,1 0 1 0 0,-1-1-1 0 0,0 1 1 0 0,0 0-1 0 0,0 0 1 0 0,0 0-1 0 0,0 0 0 0 0,0-1 1 0 0,0 1-1 0 0,0 0 1 0 0,0 0-1 0 0,0 0 1 0 0,-1-2-1 0 0,1 2-14 0 0,0 1 0 0 0,-1 0 0 0 0,1 0 0 0 0,0-1 0 0 0,0 1 0 0 0,0 0 0 0 0,-1 0 0 0 0,1 0 0 0 0,0-1 1 0 0,0 1-1 0 0,-1 0 0 0 0,1 0 0 0 0,0 0 0 0 0,0 0 0 0 0,-1 0 0 0 0,1-1 0 0 0,0 1 0 0 0,0 0 0 0 0,-1 0 0 0 0,1 0 0 0 0,0 0 0 0 0,-1 0 0 0 0,1 0 0 0 0,0 0 0 0 0,-1 0 0 0 0,1 0 0 0 0,0 0 0 0 0,-1 0 0 0 0,-10 9 42 0 0,0 6 48 0 0,1 0 0 0 0,1 0 0 0 0,1 1 1 0 0,0 0-1 0 0,1 0 0 0 0,-8 26 0 0 0,12-29-63 0 0,0 0 1 0 0,0 0 0 0 0,1 1 0 0 0,0-1 0 0 0,2 0 0 0 0,-1 1 0 0 0,2-1 0 0 0,0 1 0 0 0,3 17 0 0 0,-3-28-30 0 0,-1 0 1 0 0,1 0-1 0 0,0-1 1 0 0,1 1-1 0 0,-1 0 0 0 0,0-1 1 0 0,1 1-1 0 0,-1-1 1 0 0,1 0-1 0 0,0 1 1 0 0,0-1-1 0 0,0 0 0 0 0,0 0 1 0 0,0 0-1 0 0,1 0 1 0 0,-1 0-1 0 0,0-1 1 0 0,1 1-1 0 0,-1-1 0 0 0,1 0 1 0 0,0 1-1 0 0,-1-1 1 0 0,1 0-1 0 0,0-1 1 0 0,0 1-1 0 0,0 0 0 0 0,0-1 1 0 0,5 1-1 0 0,1-1-70 0 0,0 0 0 0 0,1 0 0 0 0,-1-1-1 0 0,0-1 1 0 0,0 1 0 0 0,0-1 0 0 0,0-1 0 0 0,9-3-1 0 0,-4 0 19 0 0,0-1-1 0 0,0 0 0 0 0,0-1 0 0 0,-1-1 0 0 0,0 0 1 0 0,-1-1-1 0 0,0 0 0 0 0,0-1 0 0 0,-1 0 0 0 0,-1-1 0 0 0,0 0 1 0 0,0-1-1 0 0,-1 0 0 0 0,-1 0 0 0 0,0-1 0 0 0,-1 0 1 0 0,8-22-1 0 0,4-10 2295 0 0,-19 44-2034 0 0,-10 40 51 0 0,7-24-192 0 0,-13 78 137 0 0,15-82-178 0 0,0 0 0 0 0,1 0 0 0 0,0 0 0 0 0,1 0 0 0 0,0 0 1 0 0,0 0-1 0 0,4 10 0 0 0,-5-19-37 0 0,0 0-1 0 0,1 1 1 0 0,0-1 0 0 0,-1 0 0 0 0,1 0 0 0 0,-1 0 0 0 0,1 0 0 0 0,0-1 0 0 0,0 1 0 0 0,0 0 0 0 0,-1 0-1 0 0,1 0 1 0 0,0-1 0 0 0,0 1 0 0 0,0 0 0 0 0,0-1 0 0 0,0 1 0 0 0,0-1 0 0 0,0 1 0 0 0,1-1-1 0 0,-1 1 1 0 0,0-1 0 0 0,0 0 0 0 0,0 0 0 0 0,0 1 0 0 0,1-1 0 0 0,-1 0 0 0 0,0 0 0 0 0,0 0 0 0 0,2-1-1 0 0,1 1-189 0 0,1-1 0 0 0,-1 1 0 0 0,0-1-1 0 0,0-1 1 0 0,0 1 0 0 0,0 0 0 0 0,7-5 0 0 0,1-1-1475 0 0,0-1 1 0 0,0 0-1 0 0,-1-1 1 0 0,14-14-1 0 0,-6 3-4036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3:50.7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10 2448 0 0,'-12'-3'3257'0'0,"-5"0"-1249"0"0,1-1-296 0 0,-4 6-1360 0 0,7 3-536 0 0,7 5-1488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3:52.4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331 581 252 0 0,'-2'-2'1944'0'0,"-3"-1"-1176"0"0,0-1 0 0 0,0 0-1 0 0,1 0 1 0 0,-1 0 0 0 0,1 0 0 0 0,-5-7-1 0 0,-1-4 470 0 0,0-1-1 0 0,-9-21 1 0 0,12 23-448 0 0,0 0 1 0 0,-1 0 0 0 0,-14-17 0 0 0,21 29-762 0 0,0 1 0 0 0,0 0 0 0 0,-1-1 1 0 0,1 1-1 0 0,0 0 0 0 0,-1 0 0 0 0,1 0 0 0 0,-1 0 1 0 0,1 0-1 0 0,-1 0 0 0 0,0 0 0 0 0,1 1 0 0 0,-1-1 1 0 0,0 0-1 0 0,0 1 0 0 0,1 0 0 0 0,-1-1 0 0 0,0 1 1 0 0,0 0-1 0 0,0 0 0 0 0,-3 0 0 0 0,2 1-11 0 0,-1 0-1 0 0,1 0 0 0 0,0 0 0 0 0,0 0 1 0 0,-1 1-1 0 0,1-1 0 0 0,0 1 0 0 0,0 0 1 0 0,1 0-1 0 0,-6 4 0 0 0,-3 4-9 0 0,1 1-1 0 0,0 1 0 0 0,-17 24 0 0 0,16-20-6 0 0,2 0 0 0 0,0 1 0 0 0,1 0 0 0 0,0 0-1 0 0,2 1 1 0 0,0 0 0 0 0,-5 28 0 0 0,9-38 8 0 0,1 1 1 0 0,0-1 0 0 0,0 0-1 0 0,1 1 1 0 0,0-1-1 0 0,0 0 1 0 0,1 1-1 0 0,0-1 1 0 0,1 0 0 0 0,0 0-1 0 0,0 1 1 0 0,0-1-1 0 0,1-1 1 0 0,1 1 0 0 0,-1 0-1 0 0,1-1 1 0 0,0 0-1 0 0,1 0 1 0 0,5 7-1 0 0,-7-11-5 0 0,0 0 0 0 0,0-1 0 0 0,-1 1 0 0 0,2-1-1 0 0,-1 0 1 0 0,0 0 0 0 0,0 0 0 0 0,1 0 0 0 0,-1-1 0 0 0,1 1-1 0 0,0-1 1 0 0,-1 0 0 0 0,1 0 0 0 0,0 0 0 0 0,-1-1-1 0 0,1 1 1 0 0,0-1 0 0 0,0 0 0 0 0,0 0 0 0 0,0 0-1 0 0,0 0 1 0 0,-1-1 0 0 0,1 0 0 0 0,6-1 0 0 0,-5 0-1 0 0,1 0-1 0 0,0 0 1 0 0,-1-1 0 0 0,0 0 0 0 0,1 0 0 0 0,-1 0 0 0 0,0-1-1 0 0,-1 1 1 0 0,1-1 0 0 0,-1 0 0 0 0,1-1 0 0 0,-1 1 0 0 0,-1-1 0 0 0,7-8-1 0 0,1-10 200 0 0,0 1-1 0 0,-2-1 1 0 0,-1 0-1 0 0,-1-1 0 0 0,-1 0 1 0 0,4-25-1 0 0,-10 47-105 0 0,3 31-87 0 0,-2-20-5 0 0,1-1 0 0 0,0 1-1 0 0,0 0 1 0 0,1 0 0 0 0,0-1 0 0 0,0 0 0 0 0,1 1-1 0 0,0-1 1 0 0,0-1 0 0 0,1 1 0 0 0,0-1 0 0 0,0 1-1 0 0,8 6 1 0 0,-8-9-39 0 0,1 0 0 0 0,0 0 0 0 0,0-1-1 0 0,0 0 1 0 0,1-1 0 0 0,-1 1 0 0 0,1-1 0 0 0,0 0-1 0 0,0-1 1 0 0,0 1 0 0 0,0-1 0 0 0,0-1 0 0 0,1 0-1 0 0,-1 0 1 0 0,0 0 0 0 0,10-1 0 0 0,-8 0-132 0 0,-1 0 1 0 0,0-1-1 0 0,1 0 0 0 0,-1-1 1 0 0,0 1-1 0 0,0-2 1 0 0,0 1-1 0 0,0-1 0 0 0,0 0 1 0 0,-1-1-1 0 0,1 0 0 0 0,-1 0 1 0 0,10-8-1 0 0,-7 4-2 0 0,-1 0 1 0 0,-1-1-1 0 0,0 0 0 0 0,0-1 0 0 0,0 1 0 0 0,-2-2 0 0 0,1 1 0 0 0,6-16 1 0 0,2-9-1 0 0,-2 0 1 0 0,-2-1-1 0 0,-1-1 1 0 0,9-73-1 0 0,-9 36 1669 0 0,-4 0-1 0 0,-5-143 0 0 0,-1 216-1465 0 0,0 0-1 0 0,0-1 1 0 0,0 1 0 0 0,0-1 0 0 0,0 1 0 0 0,0 0 0 0 0,-1-1-1 0 0,1 1 1 0 0,0 0 0 0 0,-1-1 0 0 0,1 1 0 0 0,-1 0 0 0 0,-1-2-1 0 0,2 3-22 0 0,-1 0-1 0 0,1 0 1 0 0,0 0-1 0 0,-1 0 1 0 0,1 1-1 0 0,0-1 1 0 0,-1 0-1 0 0,1 0 1 0 0,0 0-1 0 0,-1 1 1 0 0,1-1-1 0 0,0 0 1 0 0,-1 1-1 0 0,1-1 1 0 0,0 0-1 0 0,0 0 1 0 0,-1 1-1 0 0,1-1 1 0 0,0 0-1 0 0,0 1 1 0 0,0-1-1 0 0,-1 1 1 0 0,1-1-1 0 0,0 0 1 0 0,0 1-1 0 0,0-1 1 0 0,0 1-1 0 0,-13 43 167 0 0,6-5-42 0 0,1 0 0 0 0,-1 51 0 0 0,8 81 252 0 0,1-105-275 0 0,3 1-1 0 0,3-1 1 0 0,20 81-1 0 0,-26-139-86 0 0,0 0-1 0 0,1-1 1 0 0,0 0-1 0 0,0 1 1 0 0,1-1-1 0 0,0 0 1 0 0,0 0-1 0 0,0-1 1 0 0,7 7-1 0 0,-10-11-19 0 0,0-1-1 0 0,0 0 1 0 0,1 0-1 0 0,-1 0 1 0 0,0-1-1 0 0,1 1 1 0 0,-1 0-1 0 0,0 0 1 0 0,1-1-1 0 0,-1 1 1 0 0,1-1-1 0 0,-1 1 1 0 0,1-1-1 0 0,0 0 1 0 0,-1 0-1 0 0,1 1 1 0 0,-1-1-1 0 0,1 0 1 0 0,-1 0 0 0 0,1 0-1 0 0,0-1 1 0 0,-1 1-1 0 0,1 0 1 0 0,-1-1-1 0 0,1 1 1 0 0,-1-1-1 0 0,1 1 1 0 0,-1-1-1 0 0,0 0 1 0 0,1 0-1 0 0,-1 1 1 0 0,0-1-1 0 0,1 0 1 0 0,-1 0-1 0 0,0 0 1 0 0,2-2-1 0 0,1-1-1 0 0,0-1 0 0 0,1 1-1 0 0,-2-1 1 0 0,1 0-1 0 0,0 0 1 0 0,-1 0-1 0 0,5-11 1 0 0,-2 0-1 0 0,0 0 0 0 0,-2 0 1 0 0,0-1-1 0 0,0 1 1 0 0,-2-1-1 0 0,0 0 0 0 0,0 0 1 0 0,-2 0-1 0 0,0 0 0 0 0,-1 1 1 0 0,-1-1-1 0 0,-1 0 1 0 0,0 0-1 0 0,-1 1 0 0 0,-1 0 1 0 0,0 0-1 0 0,-14-28 0 0 0,15 34-11 0 0,-8-19-77 0 0,11 28 79 0 0,1 0-1 0 0,-1 0 1 0 0,1 0-1 0 0,-1 0 1 0 0,0 0 0 0 0,1 1-1 0 0,-1-1 1 0 0,0 0 0 0 0,1 0-1 0 0,-1 0 1 0 0,0 1-1 0 0,0-1 1 0 0,0 0 0 0 0,0 1-1 0 0,0-1 1 0 0,0 1 0 0 0,0-1-1 0 0,0 1 1 0 0,0-1-1 0 0,-2 0 1 0 0,3 3 5 0 0,0 0-1 0 0,1 0 1 0 0,-1 0-1 0 0,0 0 1 0 0,1 0-1 0 0,-1-1 1 0 0,1 1-1 0 0,-1 0 1 0 0,1 0 0 0 0,0-1-1 0 0,1 4 1 0 0,5 0 2 0 0,0 0 0 0 0,0 0 0 0 0,0-1 0 0 0,0 1 0 0 0,0-2 0 0 0,1 1 0 0 0,0-1 0 0 0,0 0 0 0 0,0-1 0 0 0,0 0 0 0 0,0 0 0 0 0,0 0 0 0 0,1-1 0 0 0,-1-1 0 0 0,0 1 0 0 0,1-1 0 0 0,-1-1 0 0 0,12-1 0 0 0,-5 0-24 0 0,1-1 0 0 0,-1 0 0 0 0,0-1 0 0 0,0-1 0 0 0,0 0 0 0 0,-1-1 0 0 0,0-1 0 0 0,0 0 0 0 0,16-11 0 0 0,-20 10-51 0 0,-1-1 1 0 0,1 0-1 0 0,-2-1 1 0 0,1 1-1 0 0,-1-2 1 0 0,-1 1-1 0 0,0-1 1 0 0,0 0-1 0 0,-1 0 1 0 0,-1-1-1 0 0,0 0 1 0 0,6-19-1 0 0,-4 5 27 0 0,-1 0 0 0 0,-1-1 0 0 0,-1 0 0 0 0,1-51 0 0 0,-5 74 45 0 0,-1-6-5 0 0,0 8 6 0 0,-2 3 1 0 0,0 0 2 0 0,1 1 1 0 0,-1-1-1 0 0,1 1 1 0 0,-1 0-1 0 0,1-1 1 0 0,-1 1 0 0 0,1 0-1 0 0,0 1 1 0 0,0-1-1 0 0,0 0 1 0 0,0 1-1 0 0,1-1 1 0 0,-1 1-1 0 0,1-1 1 0 0,-1 1 0 0 0,1 0-1 0 0,-2 5 1 0 0,-4 11 28 0 0,-7 31 1 0 0,9-30 22 0 0,-15 57 395 0 0,3 1 1 0 0,-10 111-1 0 0,25-175-412 0 0,2 0 0 0 0,0 0 0 0 0,0 0-1 0 0,1 0 1 0 0,1 0 0 0 0,1 0 0 0 0,4 17 0 0 0,-5-27-30 0 0,-1 0 0 0 0,1 0 0 0 0,0 0-1 0 0,0 0 1 0 0,1 0 0 0 0,-1 0 0 0 0,1 0 0 0 0,0-1 0 0 0,0 1 0 0 0,0-1 0 0 0,0 0 0 0 0,1 0 0 0 0,-1 0 0 0 0,1 0-1 0 0,0-1 1 0 0,-1 1 0 0 0,1-1 0 0 0,0 0 0 0 0,1 0 0 0 0,-1 0 0 0 0,0-1 0 0 0,1 0 0 0 0,-1 0 0 0 0,0 0 0 0 0,1 0-1 0 0,4 0 1 0 0,4-1-44 0 0,-1 0-1 0 0,1-1 1 0 0,0 0-1 0 0,-1-1 1 0 0,1-1-1 0 0,-1 0 1 0 0,0 0-1 0 0,0-1 1 0 0,0-1-1 0 0,0 0 1 0 0,-1-1-1 0 0,0 0 1 0 0,0 0-1 0 0,16-13 1 0 0,-8 3-23 0 0,0 0-1 0 0,-1-1 1 0 0,0-1-1 0 0,-2-1 1 0 0,0 0-1 0 0,19-31 1 0 0,-26 36 89 0 0,-1 0 1 0 0,0 0 0 0 0,-1-1-1 0 0,-1 0 1 0 0,0 0-1 0 0,6-24 1 0 0,-12 19 45 0 0,0 19-72 0 0,0 0 0 0 0,0 0 0 0 0,0 0 0 0 0,0 0 0 0 0,-1 0 1 0 0,1 0-1 0 0,0 0 0 0 0,0 0 0 0 0,-1 0 0 0 0,1 0 0 0 0,0 0 0 0 0,-1 1 0 0 0,1-1 0 0 0,-1 0 0 0 0,1 0 0 0 0,-1 0 1 0 0,1 0-1 0 0,-1 1 0 0 0,0-1 0 0 0,0 0 0 0 0,1 0 0 0 0,-1 1 0 0 0,0-1 0 0 0,0 1 0 0 0,0-1 0 0 0,1 1 1 0 0,-1-1-1 0 0,0 1 0 0 0,0-1 0 0 0,0 1 0 0 0,0 0 0 0 0,0-1 0 0 0,0 1 0 0 0,0 0 0 0 0,0 0 0 0 0,0 0 0 0 0,0 0 1 0 0,0 0-1 0 0,0 0 0 0 0,0 0 0 0 0,0 0 0 0 0,0 0 0 0 0,0 0 0 0 0,0 1 0 0 0,0-1 0 0 0,0 0 0 0 0,0 1 0 0 0,0-1 1 0 0,0 1-1 0 0,0-1 0 0 0,1 1 0 0 0,-2 0 0 0 0,-4 3-1 0 0,1 1-1 0 0,0-1 1 0 0,0 1 0 0 0,0 0 0 0 0,1 0-1 0 0,-1 1 1 0 0,1-1 0 0 0,1 1 0 0 0,-1 0-1 0 0,1 0 1 0 0,-5 11 0 0 0,4-7-10 0 0,1 1 0 0 0,-1-1 0 0 0,2 1 0 0 0,-1 0 0 0 0,2 0 0 0 0,-2 20 0 0 0,3-27-26 0 0,0-1-1 0 0,0 1 1 0 0,1 0 0 0 0,-1-1 0 0 0,1 1 0 0 0,-1-1 0 0 0,1 1 0 0 0,0-1 0 0 0,1 1 0 0 0,-1-1 0 0 0,0 0 0 0 0,1 1-1 0 0,0-1 1 0 0,0 0 0 0 0,0 0 0 0 0,0 0 0 0 0,0-1 0 0 0,1 1 0 0 0,-1 0 0 0 0,1-1 0 0 0,0 0 0 0 0,0 1 0 0 0,0-1 0 0 0,0 0-1 0 0,5 2 1 0 0,3 1-389 0 0,0-2 0 0 0,1 0-1 0 0,-1 0 1 0 0,1-1 0 0 0,-1 0-1 0 0,22 0 1 0 0,3-1-1506 0 0,0-1 0 0 0,0-2 0 0 0,57-11 0 0 0,-48 3-2059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3:52.8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532 63 364 0 0,'2'-5'985'0'0,"-1"3"-702"0"0,0 1-1 0 0,0-1 1 0 0,0 0-1 0 0,-1 1 1 0 0,1-1-1 0 0,0 0 1 0 0,-1 1-1 0 0,1-1 1 0 0,-1 0 0 0 0,1 0-1 0 0,-1 0 1 0 0,0 0-1 0 0,0 1 1 0 0,0-1-1 0 0,0 0 1 0 0,0 0-1 0 0,0 0 1 0 0,0 0-1 0 0,-1 0 1 0 0,1 1-1 0 0,-1-1 1 0 0,1 0-1 0 0,-1 0 1 0 0,0 1-1 0 0,0-1 1 0 0,-1-2-1 0 0,0 3-179 0 0,1 0 0 0 0,0 0-1 0 0,-1 0 1 0 0,0 1 0 0 0,1-1-1 0 0,-1 1 1 0 0,1-1-1 0 0,-1 1 1 0 0,1-1 0 0 0,-1 1-1 0 0,0 0 1 0 0,1 0-1 0 0,-1 0 1 0 0,0 0 0 0 0,1 0-1 0 0,-4 0 1 0 0,-25 5 591 0 0,12 0-254 0 0,0 2-1 0 0,0-1 1 0 0,0 2 0 0 0,-24 14-1 0 0,35-18-361 0 0,0 0 0 0 0,0 1 0 0 0,1 0 0 0 0,-1 1 0 0 0,1-1-1 0 0,0 1 1 0 0,0 0 0 0 0,1 1 0 0 0,0-1 0 0 0,0 1 0 0 0,0 0 0 0 0,-4 11 0 0 0,8-16-62 0 0,1-1 1 0 0,-1 1 0 0 0,1-1-1 0 0,0 0 1 0 0,-1 1-1 0 0,1-1 1 0 0,0 1 0 0 0,0-1-1 0 0,0 1 1 0 0,0-1 0 0 0,0 1-1 0 0,0-1 1 0 0,1 1-1 0 0,-1-1 1 0 0,1 1 0 0 0,-1-1-1 0 0,1 0 1 0 0,-1 1 0 0 0,1-1-1 0 0,0 0 1 0 0,-1 1-1 0 0,1-1 1 0 0,0 0 0 0 0,0 0-1 0 0,0 0 1 0 0,0 1 0 0 0,0-1-1 0 0,0 0 1 0 0,0-1-1 0 0,0 1 1 0 0,1 0 0 0 0,-1 0-1 0 0,0 0 1 0 0,2 0 0 0 0,4 3 29 0 0,0-1 0 0 0,1 0 1 0 0,-1 0-1 0 0,13 2 0 0 0,-14-4-25 0 0,4 2-8 0 0,0 0 1 0 0,-1 0-1 0 0,0 1 0 0 0,10 5 1 0 0,-8-3 12 0 0,-7-4 167 0 0,-1 0 0 0 0,1 0 0 0 0,-1 1 0 0 0,0-1 0 0 0,1 1 0 0 0,-1 0 0 0 0,0 0 1 0 0,-1 0-1 0 0,1 0 0 0 0,-1 1 0 0 0,1-1 0 0 0,-1 1 0 0 0,0-1 0 0 0,0 1 0 0 0,0 0 0 0 0,-1 0 0 0 0,0 0 0 0 0,1 0 0 0 0,-1 0 0 0 0,-1 0 0 0 0,1 0 0 0 0,0 0 0 0 0,-1 0 0 0 0,0 0 0 0 0,0 1 1 0 0,0-1-1 0 0,-1 0 0 0 0,1 0 0 0 0,-1 0 0 0 0,0 0 0 0 0,0 0 0 0 0,-1 0 0 0 0,1 0 0 0 0,-1 0 0 0 0,0 0 0 0 0,0-1 0 0 0,0 1 0 0 0,0-1 0 0 0,-1 1 0 0 0,1-1 0 0 0,-1 0 0 0 0,0 0 0 0 0,0 0 0 0 0,-6 5 1 0 0,-3 1-39 0 0,-1-1 0 0 0,0 0 0 0 0,-1-1 1 0 0,0 0-1 0 0,0-1 0 0 0,0-1 1 0 0,-1 0-1 0 0,-17 3 0 0 0,14-4 13 0 0,0-1 0 0 0,0 0 0 0 0,0-2 1 0 0,-1 0-1 0 0,1-1 0 0 0,-28-4 0 0 0,39 3-719 0 0,1 0 0 0 0,0-1 0 0 0,0 0 0 0 0,0 0-1 0 0,0 0 1 0 0,0-1 0 0 0,1 0 0 0 0,-1 0 0 0 0,1 0 0 0 0,-1-1 0 0 0,1 0 0 0 0,0 0 0 0 0,-8-9 0 0 0,7 6-491 0 0,1 0-1 0 0,0 0 1 0 0,0-1 0 0 0,1 1 0 0 0,0-1 0 0 0,0 0-1 0 0,1-1 1 0 0,0 1 0 0 0,-3-13 0 0 0,3 6-5233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3:56.5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159 14 68 0 0,'1'-1'576'0'0,"0"-1"1"0"0,1 1-1 0 0,-1-1 1 0 0,1 1-1 0 0,-1 0 0 0 0,1 0 1 0 0,0 0-1 0 0,-1 0 0 0 0,4-2 1 0 0,-4 5-519 0 0,0 0 0 0 0,0-1 0 0 0,0 1 0 0 0,-1 0 0 0 0,1 0 0 0 0,-1 0 0 0 0,1 0 0 0 0,-1 0 0 0 0,0 0 0 0 0,0 0 0 0 0,0 0 0 0 0,0 0 0 0 0,0 0 0 0 0,0 0 0 0 0,0 0 0 0 0,-1 0-1 0 0,1 0 1 0 0,-1 0 0 0 0,1-1 0 0 0,-1 1 0 0 0,-1 2 0 0 0,-21 48 374 0 0,19-44-370 0 0,-23 43-1414 0 0,-53 74 0 0 0,37-66-1141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3:57.1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83 104 0 0,'-24'-15'844'0'0,"-2"-1"-372"0"0,-4 1-416 0 0,-3-2-556 0 0,0-2 164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3:59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256 11 1812 0 0,'-9'-8'7798'0'0,"7"8"-7689"0"0,0-1 0 0 0,0 1 0 0 0,-1-1 0 0 0,1 1 0 0 0,0 0 0 0 0,0 0 0 0 0,0 0 0 0 0,-1 0 0 0 0,1 0 0 0 0,0 0 0 0 0,0 1 0 0 0,-1-1 0 0 0,1 1 0 0 0,0 0 0 0 0,0-1 0 0 0,0 1 0 0 0,0 0 0 0 0,0 0 0 0 0,0 1 0 0 0,0-1 0 0 0,0 0 0 0 0,1 0 0 0 0,-1 1 0 0 0,0-1 0 0 0,1 1 0 0 0,-2 2 1 0 0,-8 7 96 0 0,0 1 0 0 0,-13 20 1 0 0,18-24-7 0 0,-15 22 12 0 0,1 1 0 0 0,1 1 0 0 0,-18 43 0 0 0,29-55-179 0 0,1 0 0 0 0,0 0 0 0 0,2 1-1 0 0,0 0 1 0 0,1 0 0 0 0,1 0 0 0 0,0 23 0 0 0,3-36-28 0 0,1-1 0 0 0,-1 0 0 0 0,1 0 0 0 0,1 1 0 0 0,-1-1 1 0 0,1 0-1 0 0,0 0 0 0 0,1 0 0 0 0,-1-1 0 0 0,1 1 0 0 0,6 9 0 0 0,-6-12-25 0 0,1 0 0 0 0,-1 0 0 0 0,0 0-1 0 0,1-1 1 0 0,0 1 0 0 0,0-1 0 0 0,0 0 0 0 0,0 0 0 0 0,0 0-1 0 0,1 0 1 0 0,-1-1 0 0 0,1 0 0 0 0,0 0 0 0 0,-1 0-1 0 0,1-1 1 0 0,0 1 0 0 0,6 0 0 0 0,0-1-101 0 0,1 0 0 0 0,-1-1 0 0 0,1 0 0 0 0,-1 0 0 0 0,0-2 0 0 0,1 1 0 0 0,-1-1 0 0 0,0-1 0 0 0,0 0 0 0 0,0-1 0 0 0,0 0-1 0 0,-1 0 1 0 0,1-1 0 0 0,-1-1 0 0 0,9-6 0 0 0,-5 3 53 0 0,0-1 1 0 0,-1-1-1 0 0,-1 0 0 0 0,0-1 0 0 0,-1 0 0 0 0,0-1 0 0 0,0 0 0 0 0,-2-1 0 0 0,14-24 0 0 0,-13 19 113 0 0,0-1 0 0 0,-2 0 0 0 0,-1 0 0 0 0,0-1 0 0 0,5-32 0 0 0,-10 28 333 0 0,-2 25-368 0 0,0 0 0 0 0,0-1 0 0 0,0 1 0 0 0,0 0 0 0 0,0-1-1 0 0,0 1 1 0 0,0 0 0 0 0,0 0 0 0 0,-1-1 0 0 0,1 1 0 0 0,0 0 0 0 0,0 0 0 0 0,0-1 0 0 0,0 1 0 0 0,0 0 0 0 0,-1 0 0 0 0,1-1 0 0 0,0 1 0 0 0,0 0 0 0 0,0 0 0 0 0,-1-1 0 0 0,1 1 0 0 0,0 0 0 0 0,0 0 0 0 0,-1 0 0 0 0,1 0 0 0 0,0 0 0 0 0,0-1 0 0 0,-1 1-1 0 0,1 0 1 0 0,0 0 0 0 0,0 0 0 0 0,-1 0 0 0 0,1 0 0 0 0,0 0 0 0 0,-1 0 0 0 0,1 0 0 0 0,0 0 0 0 0,0 0 0 0 0,-1 0 0 0 0,1 0 0 0 0,0 0 0 0 0,-1 0 0 0 0,1 0 0 0 0,0 0 0 0 0,0 0 0 0 0,-1 0 0 0 0,1 1 0 0 0,0-1 0 0 0,-1 0 0 0 0,1 0 0 0 0,0 0-1 0 0,0 0 1 0 0,0 1 0 0 0,-1-1 0 0 0,1 0 0 0 0,0 0 0 0 0,-1 1 0 0 0,-3 3 62 0 0,0 1 0 0 0,1-1 0 0 0,-1 1 0 0 0,1 0 0 0 0,0 0 0 0 0,0 0 0 0 0,0 0 0 0 0,1 1 0 0 0,-2 5 0 0 0,-2 2 18 0 0,1-1-62 0 0,0-1 0 0 0,1 1 1 0 0,1 0-1 0 0,0 0 0 0 0,0 1 1 0 0,1-1-1 0 0,0 1 1 0 0,2-1-1 0 0,-1 1 0 0 0,1-1 1 0 0,1 1-1 0 0,2 12 1 0 0,-2-20-31 0 0,0 0 0 0 0,1 1 0 0 0,-1-1 1 0 0,1 0-1 0 0,0 0 0 0 0,0 0 1 0 0,1 0-1 0 0,-1-1 0 0 0,1 1 1 0 0,0-1-1 0 0,0 1 0 0 0,1-1 0 0 0,-1 0 1 0 0,1 0-1 0 0,0-1 0 0 0,0 1 1 0 0,0-1-1 0 0,1 0 0 0 0,-1 0 1 0 0,1 0-1 0 0,0 0 0 0 0,0-1 0 0 0,0 0 1 0 0,0 0-1 0 0,0 0 0 0 0,0-1 1 0 0,0 0-1 0 0,1 0 0 0 0,9 1 1 0 0,-3-2-89 0 0,-1 0 1 0 0,1 0 0 0 0,0-1 0 0 0,-1 0-1 0 0,0-1 1 0 0,1-1 0 0 0,-1 0 0 0 0,0 0 0 0 0,0-1-1 0 0,0 0 1 0 0,-1-1 0 0 0,0 0 0 0 0,0-1-1 0 0,0 0 1 0 0,0-1 0 0 0,8-7 0 0 0,-12 9 55 0 0,-1 0 1 0 0,1-1 0 0 0,-1 0-1 0 0,0 0 1 0 0,0 0-1 0 0,-1-1 1 0 0,0 1 0 0 0,0-1-1 0 0,-1 0 1 0 0,1 0-1 0 0,-1 0 1 0 0,-1-1 0 0 0,0 1-1 0 0,0-1 1 0 0,0 1 0 0 0,-1-1-1 0 0,0 0 1 0 0,0 0-1 0 0,-1 1 1 0 0,0-1 0 0 0,-1 0-1 0 0,1 0 1 0 0,-1 1-1 0 0,-4-12 1 0 0,4 13 33 0 0,-1 0 1 0 0,0 1-1 0 0,0 0 0 0 0,0-1 0 0 0,-1 1 0 0 0,0 0 1 0 0,0 0-1 0 0,0 1 0 0 0,0-1 0 0 0,-1 1 1 0 0,0-1-1 0 0,0 1 0 0 0,0 0 0 0 0,0 0 0 0 0,-1 1 1 0 0,-7-5-1 0 0,5 4 32 0 0,0 1 0 0 0,0 0 0 0 0,-1 1 0 0 0,1 0 0 0 0,-1 0 0 0 0,0 0 0 0 0,1 1 0 0 0,-1 0 0 0 0,0 1 0 0 0,0-1-1 0 0,-12 2 1 0 0,1 1 71 0 0,1 1-1 0 0,-35 8 0 0 0,45-9-86 0 0,1 1-1 0 0,-1 0 1 0 0,1 0-1 0 0,-1 1 1 0 0,1 0-1 0 0,0 0 1 0 0,0 0-1 0 0,1 1 1 0 0,-7 6-1 0 0,3 3-12 0 0,9-14-2 0 0,1 1-1 0 0,0-1 0 0 0,0 0 0 0 0,-1 1 0 0 0,1-1 0 0 0,0 0 0 0 0,0 1 0 0 0,0-1 0 0 0,0 1 0 0 0,-1-1 0 0 0,1 1 0 0 0,0-1 0 0 0,0 0 0 0 0,0 1 0 0 0,0-1 0 0 0,0 1 0 0 0,0-1 0 0 0,0 1 0 0 0,0-1 0 0 0,0 1 0 0 0,0-1 0 0 0,0 0 0 0 0,0 1 0 0 0,1-1 1 0 0,-1 1-1 0 0,0-1 0 0 0,0 0 0 0 0,0 1 0 0 0,1-1 0 0 0,-1 1 0 0 0,0-1 0 0 0,0 0 0 0 0,1 1 0 0 0,-1-1 0 0 0,0 0 0 0 0,1 1 0 0 0,-1-1 0 0 0,0 0 0 0 0,1 0 0 0 0,0 1 0 0 0,0 0 0 0 0,1 0 0 0 0,-1-1 0 0 0,1 1 0 0 0,0 0 0 0 0,-1-1 0 0 0,1 1 1 0 0,0-1-1 0 0,-1 1 0 0 0,1-1 0 0 0,0 0 0 0 0,0 0 0 0 0,0 0 0 0 0,-1 0 0 0 0,1 0 0 0 0,2-1 0 0 0,2 0-2 0 0,15-1-55 0 0,-1-1-1 0 0,0 0 1 0 0,-1-2-1 0 0,1-1 1 0 0,-1 0-1 0 0,29-14 1 0 0,-23 10 4 0 0,14-5-4 0 0,-9 1 26 0 0,0 3 0 0 0,1 0 1 0 0,0 2-1 0 0,36-5 0 0 0,-57 13 36 0 0,-1 0 1 0 0,0 0-1 0 0,0 1 1 0 0,1 1-1 0 0,-1-1 1 0 0,0 2-1 0 0,0-1 1 0 0,0 1-1 0 0,0 1 1 0 0,0-1-1 0 0,0 2 0 0 0,0-1 1 0 0,-1 1-1 0 0,0 0 1 0 0,0 1-1 0 0,0 0 1 0 0,0 0-1 0 0,-1 1 1 0 0,8 7-1 0 0,-6-4 178 0 0,0 1 0 0 0,0 1-1 0 0,-1 0 1 0 0,-1 0 0 0 0,0 0-1 0 0,0 1 1 0 0,-1 0 0 0 0,-1 0 0 0 0,0 0-1 0 0,-1 1 1 0 0,0 0 0 0 0,0 0-1 0 0,-2 0 1 0 0,0 0 0 0 0,0 0 0 0 0,-1 1-1 0 0,-1-1 1 0 0,-1 16 0 0 0,1-28-165 0 0,0 0 0 0 0,0-1 0 0 0,0 1 0 0 0,0 0 0 0 0,0-1 0 0 0,0 1 1 0 0,0 0-1 0 0,0 0 0 0 0,0-1 0 0 0,0 1 0 0 0,0 0 0 0 0,-1-1 0 0 0,1 1 0 0 0,0 0 0 0 0,-1-1 1 0 0,1 1-1 0 0,0 0 0 0 0,-1-1 0 0 0,1 1 0 0 0,-1-1 0 0 0,1 1 0 0 0,-1-1 0 0 0,1 1 1 0 0,-1-1-1 0 0,1 1 0 0 0,-1-1 0 0 0,0 1 0 0 0,1-1 0 0 0,-1 0 0 0 0,1 1 0 0 0,-1-1 0 0 0,0 0 1 0 0,1 0-1 0 0,-1 0 0 0 0,0 1 0 0 0,0-1 0 0 0,1 0 0 0 0,-1 0 0 0 0,0 0 0 0 0,1 0 0 0 0,-1 0 1 0 0,0 0-1 0 0,0 0 0 0 0,1 0 0 0 0,-1-1 0 0 0,-1 1 0 0 0,1-1-16 0 0,1 0 1 0 0,-1 0-1 0 0,1 0 0 0 0,0 0 0 0 0,-1 1 0 0 0,1-1 0 0 0,0 0 1 0 0,-1 0-1 0 0,1 0 0 0 0,0 0 0 0 0,0 0 0 0 0,0 0 1 0 0,0 0-1 0 0,0 0 0 0 0,0 0 0 0 0,0 0 0 0 0,0-2 0 0 0,0-10-4 0 0,1 0-1 0 0,0 0 0 0 0,0-1 0 0 0,1 1 1 0 0,1 0-1 0 0,0 0 0 0 0,8-18 0 0 0,-3 11-15 0 0,1-1-1 0 0,1 2 0 0 0,21-30 1 0 0,-25 39 10 0 0,1 1 1 0 0,0 0-1 0 0,0 0 0 0 0,1 1 1 0 0,0 0-1 0 0,1 0 0 0 0,0 1 1 0 0,0 0-1 0 0,1 1 0 0 0,-1 0 1 0 0,1 0-1 0 0,1 1 0 0 0,-1 0 1 0 0,1 1-1 0 0,-1 0 0 0 0,23-4 1 0 0,-30 8 8 0 0,1-1 0 0 0,0 2 0 0 0,0-1 0 0 0,0 0 0 0 0,-1 1 0 0 0,1-1 1 0 0,0 1-1 0 0,-1 0 0 0 0,1 0 0 0 0,0 1 0 0 0,-1-1 0 0 0,0 1 0 0 0,1 0 0 0 0,-1 0 0 0 0,0 0 0 0 0,0 0 1 0 0,0 0-1 0 0,0 1 0 0 0,0-1 0 0 0,0 1 0 0 0,-1 0 0 0 0,0 0 0 0 0,1 0 0 0 0,1 4 0 0 0,0-1 10 0 0,0 0-1 0 0,-1 1 0 0 0,0 0 1 0 0,0 0-1 0 0,0 0 0 0 0,-1 0 0 0 0,0 0 1 0 0,0 0-1 0 0,-1 1 0 0 0,1 14 0 0 0,-4 7 15 0 0,-1 0-1 0 0,-1-1 0 0 0,-2 1 1 0 0,-11 32-1 0 0,0 6-754 0 0,16-65 571 0 0,1-1-1 0 0,0 1 0 0 0,-1-1 1 0 0,1 1-1 0 0,0-1 0 0 0,0 1 1 0 0,0-1-1 0 0,0 1 0 0 0,0-1 0 0 0,0 1 1 0 0,0-1-1 0 0,0 1 0 0 0,0-1 1 0 0,1 1-1 0 0,-1-1 0 0 0,1 0 0 0 0,-1 1 1 0 0,1-1-1 0 0,0 1 0 0 0,-1-1 1 0 0,1 0-1 0 0,0 0 0 0 0,0 1 1 0 0,0-1-1 0 0,1 1 0 0 0,0-1-147 0 0,0 0 0 0 0,0 0 0 0 0,0 0 0 0 0,0-1 0 0 0,0 1 0 0 0,0-1-1 0 0,0 1 1 0 0,0-1 0 0 0,0 0 0 0 0,0 0 0 0 0,0 0 0 0 0,0 0 0 0 0,0 0 0 0 0,0-1 0 0 0,0 1 0 0 0,0 0-1 0 0,0-1 1 0 0,0 0 0 0 0,3-1 0 0 0,14-6-2536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3:59.4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76 1844 0 0,'25'-56'7424'0'0,"-24"55"-7362"0"0,-1 1 1 0 0,0-1-1 0 0,0 1 0 0 0,0-1 0 0 0,1 1 0 0 0,-1-1 0 0 0,0 1 1 0 0,0-1-1 0 0,0 0 0 0 0,0 1 0 0 0,0-1 0 0 0,0 1 0 0 0,0-1 1 0 0,0 1-1 0 0,0-1 0 0 0,0 1 0 0 0,0-1 0 0 0,0 0 0 0 0,-1 1 1 0 0,1-1-1 0 0,0 1 0 0 0,0-1 0 0 0,-1 1 0 0 0,1-1 0 0 0,0 1 1 0 0,0-1-1 0 0,-1 1 0 0 0,1 0 0 0 0,-1-1 0 0 0,1 1 0 0 0,0-1 1 0 0,-1 1-1 0 0,1 0 0 0 0,-1-1 0 0 0,1 1 0 0 0,-1 0 0 0 0,1 0 1 0 0,-1-1-1 0 0,1 1 0 0 0,-1 0 0 0 0,1 0 0 0 0,-1 0 0 0 0,1 0 1 0 0,-1-1-1 0 0,1 1 0 0 0,-1 0 0 0 0,0 0 0 0 0,1 0 0 0 0,-1 0 1 0 0,1 0-1 0 0,-1 0 0 0 0,1 1 0 0 0,-2-1 0 0 0,-24 4 934 0 0,20-2-900 0 0,0 0 0 0 0,0 1 0 0 0,0 0 0 0 0,0 0 1 0 0,1 0-1 0 0,-1 1 0 0 0,1-1 0 0 0,0 1 1 0 0,0 1-1 0 0,0-1 0 0 0,0 1 0 0 0,1 0 0 0 0,-5 6 1 0 0,7-9-88 0 0,1 1 0 0 0,-1-1 0 0 0,1 1 0 0 0,0 0 0 0 0,-1-1 0 0 0,1 1 0 0 0,1 0 0 0 0,-1 0 0 0 0,0-1 0 0 0,0 1 0 0 0,1 0 0 0 0,0 0 1 0 0,0 0-1 0 0,0 0 0 0 0,0 0 0 0 0,0 0 0 0 0,0 0 0 0 0,1 0 0 0 0,-1-1 0 0 0,1 1 0 0 0,0 0 0 0 0,0 0 0 0 0,0 0 0 0 0,0-1 0 0 0,0 1 0 0 0,1-1 0 0 0,-1 1 1 0 0,1-1-1 0 0,0 1 0 0 0,3 3 0 0 0,14 12 12 0 0,1 0 0 0 0,41 27 0 0 0,-37-29-10 0 0,39 36-1 0 0,-62-51-6 0 0,0 0 0 0 0,0 0 0 0 0,0 0 0 0 0,0-1-1 0 0,-1 1 1 0 0,1 0 0 0 0,0 0 0 0 0,-1 1-1 0 0,1-1 1 0 0,-1 0 0 0 0,1 0 0 0 0,-1 0 0 0 0,1 0-1 0 0,-1 0 1 0 0,0 1 0 0 0,0-1 0 0 0,1 0-1 0 0,-1 0 1 0 0,0 0 0 0 0,0 1 0 0 0,0-1 0 0 0,0 0-1 0 0,-1 0 1 0 0,1 1 0 0 0,0-1 0 0 0,0 0 0 0 0,-1 0-1 0 0,1 0 1 0 0,-1 0 0 0 0,1 1 0 0 0,-1-1-1 0 0,1 0 1 0 0,-1 0 0 0 0,0 0 0 0 0,1 0 0 0 0,-1 0-1 0 0,0 0 1 0 0,0-1 0 0 0,0 1 0 0 0,0 0-1 0 0,-2 1 1 0 0,-3 3 4 0 0,0-1 0 0 0,0 0 0 0 0,0-1 0 0 0,-1 1 0 0 0,-8 2-1 0 0,-1-1-389 0 0,1-1-1 0 0,-1 0 0 0 0,0-2 0 0 0,-1 0 0 0 0,-29 0 1 0 0,45-2 131 0 0,0 0 0 0 0,0 0 0 0 0,0 0 0 0 0,0 0 0 0 0,0 0 0 0 0,0-1 0 0 0,0 1 0 0 0,0 0 0 0 0,0-1 0 0 0,0 1 0 0 0,0-1 0 0 0,0 1 0 0 0,0-1 1 0 0,0 1-1 0 0,0-1 0 0 0,0 0 0 0 0,0 1 0 0 0,0-1 0 0 0,1 0 0 0 0,-1 0 0 0 0,0 0 0 0 0,0 0 0 0 0,1 1 0 0 0,-2-3 0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3:59.8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115 149 464 0 0,'-5'-141'11050'0'0,"3"133"-8939"0"0,-2 13-1501 0 0,-4 14 82 0 0,-37 406 2670 0 0,26-103-2298 0 0,-9 183-579 0 0,27-477-1224 0 0,-1 40-1308 0 0,5-25-7927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4:00.1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64 1748 0 0,'1'-5'901'0'0,"1"0"0"0"0,0 0 0 0 0,0 1 0 0 0,0-1-1 0 0,0 1 1 0 0,4-5 0 0 0,-4 7-611 0 0,-1 0 0 0 0,1 0 1 0 0,0 0-1 0 0,0 0 0 0 0,0 0 0 0 0,0 0 0 0 0,1 0 0 0 0,-1 1 0 0 0,5-3 0 0 0,-3 3-132 0 0,-1 0-1 0 0,1 0 0 0 0,0 0 0 0 0,0 0 0 0 0,0 1 1 0 0,0 0-1 0 0,0-1 0 0 0,0 1 0 0 0,0 1 0 0 0,0-1 1 0 0,0 1-1 0 0,0-1 0 0 0,0 1 0 0 0,0 1 0 0 0,0-1 1 0 0,4 2-1 0 0,2 1 122 0 0,-1 1 1 0 0,1 0-1 0 0,-1 0 1 0 0,-1 0-1 0 0,1 1 0 0 0,-1 1 1 0 0,0-1-1 0 0,0 1 1 0 0,-1 1-1 0 0,0 0 0 0 0,0 0 1 0 0,-1 0-1 0 0,10 16 1 0 0,-13-18-157 0 0,0 0 0 0 0,0 1 0 0 0,0-1 1 0 0,-1 0-1 0 0,0 1 0 0 0,0-1 1 0 0,-1 1-1 0 0,0 0 0 0 0,0 0 0 0 0,0-1 1 0 0,-1 1-1 0 0,0 0 0 0 0,0 0 1 0 0,-1 0-1 0 0,0 0 0 0 0,0-1 0 0 0,0 1 1 0 0,-1 0-1 0 0,0-1 0 0 0,0 1 1 0 0,-6 9-1 0 0,4-7 257 0 0,4-8-337 0 0,0 1 0 0 0,-1-1 0 0 0,1 1 0 0 0,-1-1 0 0 0,1 0 0 0 0,-1 1 0 0 0,1-1 0 0 0,-1 0 0 0 0,0 1 0 0 0,0-1 0 0 0,0 0 0 0 0,0 0 0 0 0,0 0 0 0 0,0 0 0 0 0,0 0 0 0 0,0 0 0 0 0,0 0 0 0 0,0 0 0 0 0,-1 0 0 0 0,1 0 0 0 0,0-1 0 0 0,-3 2 0 0 0,3-2-38 0 0,0 0 0 0 0,0 0 0 0 0,1 0 0 0 0,-1 0 0 0 0,0 0 0 0 0,0 0 0 0 0,0-1 0 0 0,0 1 0 0 0,0 0 0 0 0,1 0 0 0 0,-1-1 0 0 0,0 1 0 0 0,0-1 0 0 0,1 1 0 0 0,-1 0 0 0 0,0-1 0 0 0,0 1 0 0 0,1-1 0 0 0,-1 0 0 0 0,1 1 0 0 0,-1-1 0 0 0,0 0 0 0 0,1 1 0 0 0,-1-1-1 0 0,0-1 1 0 0,1 1-24 0 0,-1-1 0 0 0,1 0 0 0 0,-1 0 0 0 0,1 1 0 0 0,0-1 0 0 0,-1 0 0 0 0,1 0 0 0 0,0 0-1 0 0,0 1 1 0 0,1-1 0 0 0,-1-3 0 0 0,1-1-159 0 0,1 1 0 0 0,-1-1 1 0 0,1 1-1 0 0,0-1 0 0 0,0 1 0 0 0,1 0 0 0 0,3-6 1 0 0,5-3-665 0 0,0 1 0 0 0,1 0 1 0 0,0 1-1 0 0,1 0 1 0 0,0 1-1 0 0,19-12 1 0 0,0 3-3382 0 0,64-29 1 0 0,-71 37 863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4:00.8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240 16 1576 0 0,'2'-8'6737'0'0,"-2"8"-6640"0"0,0-1 0 0 0,0 1 0 0 0,-1-1 0 0 0,1 1 0 0 0,0-1 0 0 0,0 1 0 0 0,-1 0 0 0 0,1-1 0 0 0,-1 1 0 0 0,1 0 0 0 0,0-1 0 0 0,-1 1 0 0 0,1 0 1 0 0,-1-1-1 0 0,1 1 0 0 0,-1 0 0 0 0,1 0 0 0 0,-1-1 0 0 0,1 1 0 0 0,-1 0 0 0 0,1 0 0 0 0,-1 0 0 0 0,1 0 0 0 0,-1 0 0 0 0,1 0 0 0 0,-1 0 0 0 0,1 0 0 0 0,-1 0 0 0 0,0 0 0 0 0,-21 7 1647 0 0,-20 18 215 0 0,25-12-1540 0 0,0 1 0 0 0,1 0 0 0 0,0 1 0 0 0,-18 24 0 0 0,26-29-366 0 0,0 1 1 0 0,0 0 0 0 0,1 0-1 0 0,1 1 1 0 0,0 0-1 0 0,1 0 1 0 0,0 0 0 0 0,-4 19-1 0 0,8-29-40 0 0,1 1-1 0 0,-1 0 1 0 0,1 0-1 0 0,-1 0 1 0 0,1 0-1 0 0,0 0 1 0 0,1 0-1 0 0,-1 0 1 0 0,0 0-1 0 0,1-1 1 0 0,0 1-1 0 0,-1 0 1 0 0,1 0-1 0 0,0 0 1 0 0,2 3-1 0 0,-1-4-9 0 0,-1-1 1 0 0,0 0-1 0 0,0 0 0 0 0,1 1 0 0 0,-1-1 0 0 0,0 0 1 0 0,1 0-1 0 0,-1 0 0 0 0,1-1 0 0 0,0 1 1 0 0,-1 0-1 0 0,1 0 0 0 0,0-1 0 0 0,-1 1 0 0 0,1-1 1 0 0,0 0-1 0 0,0 1 0 0 0,-1-1 0 0 0,1 0 1 0 0,0 0-1 0 0,0 0 0 0 0,-1 0 0 0 0,1-1 1 0 0,0 1-1 0 0,0 0 0 0 0,-1-1 0 0 0,1 1 0 0 0,3-2 1 0 0,6-2-2 0 0,0-1 1 0 0,0 1 0 0 0,-1-2 0 0 0,1 0 0 0 0,-1 0 0 0 0,-1-1-1 0 0,1 0 1 0 0,-1 0 0 0 0,-1-1 0 0 0,1 0 0 0 0,-1-1-1 0 0,7-10 1 0 0,17-25 6 0 0,-23 30-11 0 0,2 0 0 0 0,12-15 0 0 0,-17 23-16 0 0,-6 6 18 0 0,0 0-1 0 0,1-1 0 0 0,-1 1 1 0 0,0 0-1 0 0,0 0 0 0 0,0 0 0 0 0,0-1 1 0 0,0 1-1 0 0,1 0 0 0 0,-1 0 1 0 0,0 0-1 0 0,0 0 0 0 0,0-1 1 0 0,0 1-1 0 0,1 0 0 0 0,-1 0 0 0 0,0 0 1 0 0,0 0-1 0 0,0 0 0 0 0,1 0 1 0 0,-1 0-1 0 0,0 0 0 0 0,0-1 0 0 0,1 1 1 0 0,-1 0-1 0 0,0 0 0 0 0,0 0 1 0 0,1 0-1 0 0,-1 0 0 0 0,0 0 0 0 0,0 0 1 0 0,1 0-1 0 0,-1 0 0 0 0,0 1 1 0 0,0-1-1 0 0,0 0 0 0 0,1 0 0 0 0,-1 0 1 0 0,0 0-1 0 0,0 0 0 0 0,1 0 1 0 0,-1 0-1 0 0,0 1 0 0 0,2 0 0 0 0,-1 0 2 0 0,-1-1 0 0 0,1 1-1 0 0,-1 0 1 0 0,1 0 0 0 0,-1 0 0 0 0,0 0 0 0 0,0 0-1 0 0,1 0 1 0 0,-1 0 0 0 0,0 0 0 0 0,0 0 0 0 0,0 0-1 0 0,0 0 1 0 0,0 0 0 0 0,0 0 0 0 0,0 0 0 0 0,-1 1-1 0 0,-1 19-9 0 0,-2 0-13 0 0,-6 44 19 0 0,9-59 3 0 0,1 1 0 0 0,0-1 0 0 0,0 1 0 0 0,1-1 0 0 0,0 1 0 0 0,0-1 0 0 0,3 10 0 0 0,-4-14-68 0 0,1 0 0 0 0,0 1 0 0 0,0-1 1 0 0,0 0-1 0 0,1 0 0 0 0,-1 0 0 0 0,0 0 0 0 0,1 0 1 0 0,-1 0-1 0 0,1 0 0 0 0,0 0 0 0 0,0-1 0 0 0,0 1 0 0 0,0-1 1 0 0,0 1-1 0 0,0-1 0 0 0,0 0 0 0 0,0 1 0 0 0,3 0 0 0 0,-1-1-108 0 0,0 0 0 0 0,-1-1 0 0 0,1 1 0 0 0,0-1 0 0 0,0 0 0 0 0,0 0 0 0 0,0 0 0 0 0,0 0 0 0 0,-1-1 0 0 0,1 0 0 0 0,5-1-1 0 0,2-1-208 0 0,0-1 0 0 0,-1-1-1 0 0,1 0 1 0 0,-1 0-1 0 0,0-1 1 0 0,0 0-1 0 0,11-10 1 0 0,2-3 15 0 0,-1-2 1 0 0,-1-1-1 0 0,26-35 0 0 0,14-35 3313 0 0,-37 49 1293 0 0,-21 48-3802 0 0,-3-5-422 0 0,0 0 1 0 0,1 0 0 0 0,-1 0-1 0 0,0 1 1 0 0,0-1 0 0 0,1 0-1 0 0,-1 0 1 0 0,0 0 0 0 0,0 1-1 0 0,1-1 1 0 0,-1 0 0 0 0,0 0-1 0 0,0 1 1 0 0,0-1 0 0 0,0 0-1 0 0,0 0 1 0 0,1 1 0 0 0,-1-1-1 0 0,0 0 1 0 0,0 1 0 0 0,0-1-1 0 0,0 0 1 0 0,0 1 0 0 0,0-1-1 0 0,0 0 1 0 0,0 0 0 0 0,0 1-1 0 0,0 0 1 0 0,-3 73 968 0 0,1-42-815 0 0,1 1 1 0 0,7 60-1 0 0,-6-90-283 0 0,1-1 0 0 0,-1 1-1 0 0,1-1 1 0 0,0 0 0 0 0,0 1-1 0 0,0-1 1 0 0,0 0 0 0 0,0 0 0 0 0,0 1-1 0 0,0-1 1 0 0,1 0 0 0 0,-1 0 0 0 0,1 0-1 0 0,0-1 1 0 0,0 1 0 0 0,-1 0 0 0 0,1-1-1 0 0,0 1 1 0 0,0-1 0 0 0,0 1-1 0 0,1-1 1 0 0,-1 0 0 0 0,0 0 0 0 0,0 0-1 0 0,5 1 1 0 0,-4-1-523 0 0,1-1 0 0 0,-1 1 0 0 0,0-1 0 0 0,1 0 0 0 0,-1 0 0 0 0,0 0 0 0 0,1-1 0 0 0,-1 1 1 0 0,0-1-1 0 0,1 0 0 0 0,-1 1 0 0 0,4-3 0 0 0,9-3-4783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4:00.9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76 2388 0 0,'-1'-23'6752'0'0,"-3"-8"-1452"0"0,4 30-4797 0 0,-1-17 697 0 0,9 15-4310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4:01.9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87 550 1632 0 0,'2'5'1017'0'0,"-1"1"-1"0"0,0 0 1 0 0,0 0-1 0 0,-1-1 1 0 0,1 1 0 0 0,-1 0-1 0 0,-1 0 1 0 0,1 0-1 0 0,-2 7 1 0 0,-17 54 1900 0 0,10-36-1580 0 0,0-3-413 0 0,-16 31-1 0 0,-1 7-78 0 0,25-62-342 0 0,1-5-215 0 0,4-12-150 0 0,10-20-189 0 0,12-12 75 0 0,40-51-1 0 0,-53 79-42 0 0,1 0 0 0 0,1 1 0 0 0,1 1-1 0 0,0 0 1 0 0,30-20 0 0 0,-42 33 7 0 0,0-1 0 0 0,0 1 0 0 0,0 0 0 0 0,0 1 1 0 0,0-1-1 0 0,1 1 0 0 0,-1-1 0 0 0,0 1 0 0 0,1 0 0 0 0,-1 1 1 0 0,7-1-1 0 0,-9 1 10 0 0,0 0 0 0 0,0 0 0 0 0,0 1 0 0 0,0-1 0 0 0,1 1 0 0 0,-1-1 1 0 0,0 1-1 0 0,0 0 0 0 0,0 0 0 0 0,-1-1 0 0 0,1 1 0 0 0,0 1 0 0 0,0-1 1 0 0,0 0-1 0 0,-1 0 0 0 0,1 1 0 0 0,-1-1 0 0 0,1 1 0 0 0,-1-1 0 0 0,1 1 0 0 0,-1 0 1 0 0,0 0-1 0 0,0-1 0 0 0,0 1 0 0 0,1 2 0 0 0,2 7 4 0 0,-1-1 0 0 0,0 1 1 0 0,-1 0-1 0 0,0 0 0 0 0,-1 0 0 0 0,0 0 0 0 0,-1 19 0 0 0,0-18-2 0 0,0 0 0 0 0,1-1 0 0 0,0 1 0 0 0,0-1 0 0 0,2 1 0 0 0,4 16 0 0 0,-6-26-42 0 0,0 0 0 0 0,0-1 1 0 0,1 1-1 0 0,-1 0 0 0 0,1 0 1 0 0,-1-1-1 0 0,1 1 0 0 0,-1-1 0 0 0,1 1 1 0 0,0-1-1 0 0,-1 0 0 0 0,1 0 1 0 0,0 0-1 0 0,0 0 0 0 0,0 0 1 0 0,0 0-1 0 0,0 0 0 0 0,0-1 0 0 0,0 1 1 0 0,1-1-1 0 0,-1 1 0 0 0,0-1 1 0 0,0 0-1 0 0,0 0 0 0 0,0 0 1 0 0,1 0-1 0 0,-1 0 0 0 0,2-1 0 0 0,4 0-281 0 0,0 0 0 0 0,0-1 0 0 0,0 0 0 0 0,-1 0 0 0 0,1 0 0 0 0,9-6 0 0 0,9-6-580 0 0,-2-1 0 0 0,0-2 0 0 0,-1 0 0 0 0,0-1 0 0 0,-2-2 0 0 0,25-27 0 0 0,5-12-641 0 0,45-71-1 0 0,35-78 1491 0 0,-15-9 4493 0 0,-115 214-4427 0 0,9-18 990 0 0,-10 17-383 0 0,-8 12-299 0 0,-5 11 282 0 0,0 1 0 0 0,1 0-1 0 0,1 1 1 0 0,-14 38 0 0 0,13-29-74 0 0,-60 163 2087 0 0,62-157-2279 0 0,1 1 0 0 0,1 0 0 0 0,-3 55 0 0 0,11-83-274 0 0,0-1 0 0 0,0 1 0 0 0,2 14 0 0 0,-1-21-50 0 0,-1 0 1 0 0,1 1-1 0 0,-1-1 0 0 0,1 0 0 0 0,0 0 1 0 0,0 0-1 0 0,0 0 0 0 0,0 0 0 0 0,0 0 1 0 0,1 0-1 0 0,-1 0 0 0 0,1 0 1 0 0,-1 0-1 0 0,1-1 0 0 0,0 1 0 0 0,-1-1 1 0 0,4 3-1 0 0,-2-3-5 0 0,0 0 1 0 0,-1 0-1 0 0,1 0 0 0 0,0-1 1 0 0,0 1-1 0 0,0-1 0 0 0,0 1 1 0 0,0-1-1 0 0,0 0 0 0 0,0 0 1 0 0,0-1-1 0 0,0 1 0 0 0,0-1 1 0 0,-1 1-1 0 0,4-2 0 0 0,41-16 30 0 0,-4-5-26 0 0,63-45 0 0 0,19-13-30 0 0,-119 78 17 0 0,14-8-36 0 0,0 0 1 0 0,0 2-1 0 0,41-13 1 0 0,-58 21 34 0 0,-1 1 0 0 0,0-1 0 0 0,0 1 1 0 0,0 0-1 0 0,1 0 0 0 0,-1-1 1 0 0,0 2-1 0 0,0-1 0 0 0,1 0 0 0 0,-1 0 1 0 0,0 1-1 0 0,0-1 0 0 0,1 1 1 0 0,-1 0-1 0 0,0-1 0 0 0,0 1 0 0 0,0 0 1 0 0,0 0-1 0 0,0 0 0 0 0,0 1 1 0 0,0-1-1 0 0,-1 0 0 0 0,1 1 0 0 0,0-1 1 0 0,-1 1-1 0 0,1 0 0 0 0,-1 0 1 0 0,0-1-1 0 0,1 1 0 0 0,-1 0 0 0 0,1 3 1 0 0,0-1 29 0 0,-1 0 0 0 0,1 0 0 0 0,-1 0 1 0 0,0 0-1 0 0,-1 0 0 0 0,1 0 0 0 0,-1 0 0 0 0,0 0 1 0 0,0 1-1 0 0,0-1 0 0 0,0 0 0 0 0,-1 0 0 0 0,1 0 1 0 0,-3 8-1 0 0,-4 3 75 0 0,1 0 1 0 0,-2 0 0 0 0,0-1-1 0 0,0 0 1 0 0,-2-1-1 0 0,0 0 1 0 0,0 0-1 0 0,-1-1 1 0 0,0 0-1 0 0,-14 10 1 0 0,14-13-106 0 0,-1 0-1 0 0,1-1 1 0 0,-2 0 0 0 0,1-1-1 0 0,-1 0 1 0 0,0-1 0 0 0,0-1-1 0 0,-1 0 1 0 0,0 0 0 0 0,0-2-1 0 0,-23 4 1 0 0,30-6-388 0 0,0-1 0 0 0,0 0 0 0 0,0 0 0 0 0,1-1 1 0 0,-1 0-1 0 0,0 0 0 0 0,0-1 0 0 0,1 1 0 0 0,-12-6 0 0 0,13 5-579 0 0,1 0 0 0 0,-1-1 0 0 0,0 0 0 0 0,1 0 0 0 0,0 0 0 0 0,0-1 0 0 0,0 0 0 0 0,-5-4 1 0 0,-7-13-6205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4:02.1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4 173 764 0 0,'-4'-23'7771'0'0,"4"22"-7326"0"0,0 0 1 0 0,0-1-1 0 0,0 1 1 0 0,0 0-1 0 0,0-1 1 0 0,1 1-1 0 0,-1 0 1 0 0,0 0-1 0 0,1-1 1 0 0,-1 1-1 0 0,0 0 1 0 0,1 0-1 0 0,0-2 1 0 0,107-8 1247 0 0,87-13-694 0 0,-172 20-1805 0 0,0-2 0 0 0,0-1 0 0 0,0 0 0 0 0,-1-2-1 0 0,0 0 1 0 0,23-15 0 0 0,-25 10-3008 0 0,-4-1-1789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4:02.3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0 1844 0 0,'-33'17'3792'0'0,"22"-12"-2556"0"0,1 0 1 0 0,-1 0-1 0 0,1 1 0 0 0,1 1 1 0 0,-13 9-1 0 0,22-15-1201 0 0,0-1 0 0 0,-1 0 0 0 0,1 0-1 0 0,0 1 1 0 0,0-1 0 0 0,0 0 0 0 0,-1 1 0 0 0,1-1 0 0 0,0 0 0 0 0,0 1 0 0 0,0-1-1 0 0,0 1 1 0 0,0-1 0 0 0,0 0 0 0 0,0 1 0 0 0,0-1 0 0 0,0 0 0 0 0,0 1 0 0 0,0-1-1 0 0,0 1 1 0 0,0-1 0 0 0,0 0 0 0 0,0 1 0 0 0,0-1 0 0 0,0 0 0 0 0,0 1 0 0 0,0-1 0 0 0,0 0-1 0 0,1 1 1 0 0,-1-1 0 0 0,0 0 0 0 0,0 1 0 0 0,1-1 0 0 0,-1 0 0 0 0,0 1 0 0 0,0-1-1 0 0,1 0 1 0 0,-1 0 0 0 0,0 1 0 0 0,0-1 0 0 0,1 0 0 0 0,-1 0 0 0 0,0 0 0 0 0,1 1 0 0 0,-1-1-1 0 0,1 0 1 0 0,-1 0 0 0 0,0 0 0 0 0,1 0 0 0 0,-1 0 0 0 0,0 0 0 0 0,1 0 0 0 0,-1 0-1 0 0,1 0 1 0 0,-1 0 0 0 0,24 5 413 0 0,1-4-991 0 0,0-2 0 0 0,43-5 0 0 0,-50 3-1771 0 0,-1-1-1 0 0,26-9 0 0 0,-22 5-2163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4:02.8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68 118 1684 0 0,'-4'0'1246'0'0,"-57"11"3447"0"0,59-10-3749 0 0,5-2-666 0 0,77-19 104 0 0,105-11 0 0 0,-122 21-411 0 0,254-37-3921 0 0,-201 27 724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4:05.5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436 57 1460 0 0,'-53'-36'10446'0'0,"47"34"-9753"0"0,-10-5 1950 0 0,15 3-1478 0 0,12 1-622 0 0,7 1-246 0 0,0 0 1 0 0,0 1-1 0 0,30 3 1 0 0,-37-2-261 0 0,-1 2 0 0 0,1 0 1 0 0,0 0-1 0 0,-1 1 0 0 0,0 0 1 0 0,1 1-1 0 0,16 8 0 0 0,-26-11-29 0 0,1 0-1 0 0,0 0 0 0 0,-1 1 0 0 0,1-1 1 0 0,-1 1-1 0 0,1-1 0 0 0,-1 1 0 0 0,0-1 1 0 0,1 1-1 0 0,-1 0 0 0 0,0-1 0 0 0,0 1 1 0 0,0 0-1 0 0,-1 0 0 0 0,1 0 0 0 0,1 3 0 0 0,-1-1 0 0 0,-1 1-1 0 0,1 0 0 0 0,-1-1 1 0 0,0 1-1 0 0,0-1 0 0 0,0 1 1 0 0,-1 5-1 0 0,-2 4 1 0 0,-1 1 0 0 0,0 0 1 0 0,-11 21-1 0 0,2-8-15 0 0,-2-1 0 0 0,-1 0 0 0 0,-1-1 0 0 0,-1-1 0 0 0,-32 34 0 0 0,-118 105 96 0 0,161-157-71 0 0,5-6-19 0 0,-17 14 49 0 0,15-14-18 0 0,5-10-31 0 0,1 6 4 0 0,1-1 0 0 0,-1 1 0 0 0,1 0 0 0 0,0 0 0 0 0,0 1 1 0 0,0-1-1 0 0,0 1 0 0 0,1-1 0 0 0,-1 1 0 0 0,1 0 0 0 0,-1 0 1 0 0,7-2-1 0 0,0 0-1 0 0,-1 0 1 0 0,1 0-1 0 0,0 1 0 0 0,0 1 1 0 0,1-1-1 0 0,-1 2 1 0 0,0-1-1 0 0,1 1 0 0 0,-1 1 1 0 0,1 0-1 0 0,-1 0 1 0 0,1 1-1 0 0,-1 1 0 0 0,1 0 1 0 0,-1 0-1 0 0,20 7 1 0 0,-20-4 25 0 0,1-1 1 0 0,-1 2-1 0 0,0-1 0 0 0,0 1 1 0 0,0 1-1 0 0,-1 0 1 0 0,0 0-1 0 0,0 1 0 0 0,7 8 1 0 0,-12-11 37 0 0,0 0 0 0 0,-1 0 1 0 0,0 0-1 0 0,0 0 0 0 0,0 0 1 0 0,-1 1-1 0 0,0-1 0 0 0,0 1 1 0 0,0 0-1 0 0,0 0 0 0 0,-1-1 1 0 0,0 1-1 0 0,-1 0 1 0 0,1 0-1 0 0,-1 0 0 0 0,0 0 1 0 0,0 0-1 0 0,-1 0 0 0 0,-1 8 1 0 0,-1-2 16 0 0,-1 0 0 0 0,0 0 1 0 0,0 0-1 0 0,-1 0 1 0 0,0-1-1 0 0,-1 0 0 0 0,-1 0 1 0 0,0 0-1 0 0,0-1 1 0 0,-1 0-1 0 0,0-1 0 0 0,-1 1 1 0 0,0-1-1 0 0,0-1 1 0 0,-1 0-1 0 0,0 0 0 0 0,-1-1 1 0 0,1-1-1 0 0,-1 1 0 0 0,-1-2 1 0 0,1 1-1 0 0,-1-2 1 0 0,0 0-1 0 0,0 0 0 0 0,0-1 1 0 0,0 0-1 0 0,-1-1 1 0 0,-23 1-1 0 0,5-3-65 0 0,-1 0 0 0 0,1-2 0 0 0,-1-2 0 0 0,1 0 0 0 0,0-2 0 0 0,0-2 0 0 0,-40-15-1 0 0,58 19-137 0 0,10 3-121 0 0,0 0-1 0 0,-1-1 1 0 0,1 1 0 0 0,0 0-1 0 0,0-1 1 0 0,0 0 0 0 0,0 0-1 0 0,0 0 1 0 0,-3-2 0 0 0,6 3 162 0 0,0 1 1 0 0,0 0-1 0 0,-1-1 1 0 0,1 1 0 0 0,0 0-1 0 0,0-1 1 0 0,0 1 0 0 0,0-1-1 0 0,0 1 1 0 0,0 0 0 0 0,0-1-1 0 0,0 1 1 0 0,0-1 0 0 0,0 1-1 0 0,0 0 1 0 0,0-1 0 0 0,0 1-1 0 0,1 0 1 0 0,-1-1-1 0 0,0 1 1 0 0,0-1 0 0 0,0 1-1 0 0,0 0 1 0 0,1-1 0 0 0,-1 1-1 0 0,0 0 1 0 0,0 0 0 0 0,1-1-1 0 0,-1 1 1 0 0,0 0 0 0 0,0-1-1 0 0,1 1 1 0 0,-1 0-1 0 0,0 0 1 0 0,1 0 0 0 0,-1-1-1 0 0,0 1 1 0 0,1 0 0 0 0,0 0-1 0 0,16-10-2299 0 0,-15 9 1959 0 0,41-19-7005 0 0,-24 13 2845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4:06.0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48 2288 0 0,'9'-13'3194'0'0,"-6"10"-2423"0"0,-1-1-1 0 0,1 0 0 0 0,0 1 1 0 0,1 0-1 0 0,-1-1 1 0 0,7-4-1 0 0,-8 7-685 0 0,0 0 0 0 0,0 1 0 0 0,0-1 0 0 0,0 0 0 0 0,0 1 0 0 0,0 0 0 0 0,0-1 0 0 0,1 1 0 0 0,-1 0 0 0 0,0 0 0 0 0,0 0 0 0 0,0 0 0 0 0,0 0 0 0 0,0 1 0 0 0,1-1 0 0 0,-1 1 0 0 0,0-1 0 0 0,2 2 0 0 0,6 2 77 0 0,1 0 0 0 0,-1 0 0 0 0,0 1 0 0 0,0 1 0 0 0,-1 0 0 0 0,1 0 0 0 0,-1 1 0 0 0,-1 0 0 0 0,1 0 0 0 0,-1 1 0 0 0,-1 0 0 0 0,1 1 0 0 0,5 9 0 0 0,-5-6-38 0 0,-1-1 1 0 0,0 2-1 0 0,-1-1 0 0 0,-1 1 1 0 0,0 0-1 0 0,0 0 1 0 0,-2 0-1 0 0,1 1 0 0 0,-2-1 1 0 0,2 15-1 0 0,-4-13 6 0 0,-1 0 1 0 0,0-1-1 0 0,-1 1 0 0 0,-1 0 0 0 0,0-1 0 0 0,-1 0 0 0 0,0 0 1 0 0,-1 0-1 0 0,-1 0 0 0 0,-13 22 0 0 0,14-28-52 0 0,0-1-1 0 0,0 1 0 0 0,0-1 1 0 0,-1 0-1 0 0,-12 10 0 0 0,16-15 0 0 0,1-3-75 0 0,1 1 1 0 0,-1 0-1 0 0,1-1 0 0 0,-1 1 1 0 0,1 0-1 0 0,-1-1 1 0 0,1 1-1 0 0,-1-1 0 0 0,1 1 1 0 0,-1-1-1 0 0,1 1 1 0 0,-1-1-1 0 0,1 1 0 0 0,0-1 1 0 0,-1 1-1 0 0,1-1 0 0 0,0 1 1 0 0,-1-1-1 0 0,1 0 1 0 0,0 1-1 0 0,0-1 0 0 0,-1-1 1 0 0,5-13-12 0 0,-1 0 0 0 0,2 0 0 0 0,0 1 0 0 0,1 0 0 0 0,11-21 0 0 0,47-70-22 0 0,-43 72 20 0 0,97-157 2 0 0,-117 188-10 0 0,-14 16-41 0 0,-1 14 52 0 0,1 0 0 0 0,1 1 1 0 0,1 0-1 0 0,2 1 1 0 0,1 0-1 0 0,1 0 1 0 0,-2 36-1 0 0,8-60 3 0 0,0 0 0 0 0,1 0 0 0 0,0 0 0 0 0,1 0 0 0 0,-1 0 0 0 0,1 0 0 0 0,1 0-1 0 0,-1-1 1 0 0,1 1 0 0 0,0 0 0 0 0,0-1 0 0 0,0 1 0 0 0,1-1 0 0 0,0 0 0 0 0,0 1 0 0 0,0-1 0 0 0,1-1 0 0 0,-1 1 0 0 0,1 0 0 0 0,0-1 0 0 0,1 0 0 0 0,9 7 0 0 0,-7-6-321 0 0,1 0 1 0 0,0-1 0 0 0,1 0-1 0 0,-1-1 1 0 0,1 0 0 0 0,-1 0 0 0 0,1-1-1 0 0,0 0 1 0 0,0-1 0 0 0,0 1-1 0 0,0-2 1 0 0,0 1 0 0 0,0-1-1 0 0,15-2 1 0 0,39-10-5174 0 0,-34 5 489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4:06.3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15 624 0 0,'15'-15'13849'0'0,"-14"17"-13668"0"0,0-1 0 0 0,0 1 1 0 0,0-1-1 0 0,-1 1 0 0 0,1 0 0 0 0,0-1 0 0 0,-1 1 0 0 0,1 0 0 0 0,-1-1 0 0 0,0 1 0 0 0,0 0 0 0 0,1-1 0 0 0,-1 1 0 0 0,0 0 0 0 0,0 0 0 0 0,0-1 0 0 0,-1 3 0 0 0,-5 41 1025 0 0,3-28-748 0 0,-27 167 1055 0 0,0-10-964 0 0,26-140-2446 0 0,1 0 0 0 0,3 0 1 0 0,2 38-1 0 0,1-57-2691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4:06.6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254 1 1836 0 0,'-2'0'225'0'0,"-214"58"10622"0"0,214-58-10740 0 0,0 1 0 0 0,0 0 1 0 0,0 0-1 0 0,0-1 0 0 0,0 1 1 0 0,0 1-1 0 0,0-1 0 0 0,0 0 1 0 0,0 0-1 0 0,1 1 0 0 0,-1-1 1 0 0,0 1-1 0 0,1-1 0 0 0,-1 1 0 0 0,1 0 1 0 0,0-1-1 0 0,-1 1 0 0 0,1 0 1 0 0,-1 3-1 0 0,2-4-78 0 0,0-1-1 0 0,0 1 1 0 0,0-1 0 0 0,0 1-1 0 0,0-1 1 0 0,0 1 0 0 0,0-1-1 0 0,0 1 1 0 0,0-1 0 0 0,0 1-1 0 0,0-1 1 0 0,1 1 0 0 0,-1-1-1 0 0,0 1 1 0 0,0-1 0 0 0,1 0-1 0 0,-1 1 1 0 0,0-1 0 0 0,1 1-1 0 0,-1-1 1 0 0,0 0 0 0 0,1 1-1 0 0,-1-1 1 0 0,1 0 0 0 0,-1 0-1 0 0,0 1 1 0 0,1-1 0 0 0,-1 0-1 0 0,1 0 1 0 0,-1 0 0 0 0,1 1-1 0 0,-1-1 1 0 0,1 0-1 0 0,0 0 1 0 0,15 4 239 0 0,-15-4-258 0 0,19 3 196 0 0,0-1-1 0 0,0-1 1 0 0,39-3 0 0 0,59-14-370 0 0,-89 11-86 0 0,5 0-491 0 0,40-7-2333 0 0,-26-1-2914 0 0,-31 6 1451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4:06.8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4 2616 0 0,'-3'-1'544'0'0,"0"0"1"0"0,0 1-1 0 0,1-1 0 0 0,-1 1 0 0 0,0-1 1 0 0,0 1-1 0 0,0 0 0 0 0,0 0 0 0 0,0 0 1 0 0,0 1-1 0 0,0-1 0 0 0,0 1 0 0 0,-3 0 1 0 0,4 0-344 0 0,0 0 1 0 0,0 1 0 0 0,0-1 0 0 0,1 0 0 0 0,-1 1 0 0 0,0-1-1 0 0,0 1 1 0 0,1 0 0 0 0,-1-1 0 0 0,1 1 0 0 0,0 0 0 0 0,-1 0-1 0 0,1 0 1 0 0,0 0 0 0 0,0 0 0 0 0,0 0 0 0 0,-1 4 0 0 0,-4 13 342 0 0,0 2 0 0 0,2-1 0 0 0,0 0 0 0 0,1 1 0 0 0,0 25 0 0 0,8 104 39 0 0,-5-150-583 0 0,15 132-91 0 0,-12-117-488 0 0,1 1 0 0 0,0-1 0 0 0,1 0 0 0 0,0 0 0 0 0,1 0-1 0 0,11 18 1 0 0,8-3-5126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4:07.3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0 210 68 0 0,'2'-3'1328'0'0,"4"-7"310"0"0,1 0 1 0 0,-1 1-1 0 0,2-1 1 0 0,8-7 0 0 0,-14 14-1463 0 0,1 1 0 0 0,-1 0 1 0 0,1 0-1 0 0,0 0 1 0 0,-1 0-1 0 0,1 0 1 0 0,0 1-1 0 0,0 0 0 0 0,1-1 1 0 0,-1 1-1 0 0,0 0 1 0 0,0 0-1 0 0,0 1 1 0 0,1-1-1 0 0,-1 1 0 0 0,0-1 1 0 0,1 1-1 0 0,-1 0 1 0 0,7 1-1 0 0,-6 0-53 0 0,-1 0 1 0 0,1 0-1 0 0,0 0 0 0 0,0 0 1 0 0,-1 1-1 0 0,1-1 0 0 0,0 1 0 0 0,-1 0 1 0 0,0 0-1 0 0,1 0 0 0 0,-1 1 1 0 0,0-1-1 0 0,0 1 0 0 0,0 0 0 0 0,-1-1 1 0 0,1 1-1 0 0,2 4 0 0 0,-2-1 32 0 0,1 0 0 0 0,-1 0 0 0 0,0 0 0 0 0,-1 1 0 0 0,0-1 0 0 0,0 1 1 0 0,0 0-1 0 0,-1-1 0 0 0,1 9 0 0 0,-1 5 69 0 0,-1-1 0 0 0,0 0 0 0 0,-2 1-1 0 0,0-1 1 0 0,-1 0 0 0 0,-7 25 0 0 0,-6 1 55 0 0,-25 52 0 0 0,22-52 1 0 0,18-43-225 0 0,3-4-56 0 0,15-21-67 0 0,-1-1 1 0 0,20-37-1 0 0,-2 3-47 0 0,173-313-133 0 0,-204 366 240 0 0,-1-1-1 0 0,0 0 1 0 0,0 0 0 0 0,0 0-1 0 0,1-11 1 0 0,-3 15-8 0 0,-3 2 17 0 0,-1 1-1 0 0,0 0 1 0 0,1 0-1 0 0,-1 0 1 0 0,1 1 0 0 0,0-1-1 0 0,-1 1 1 0 0,1 0-1 0 0,0 0 1 0 0,0 0-1 0 0,0 0 1 0 0,0 1-1 0 0,1-1 1 0 0,-1 1-1 0 0,0 0 1 0 0,1-1-1 0 0,0 1 1 0 0,-3 5-1 0 0,-6 8-7 0 0,1 1 1 0 0,-10 20-1 0 0,10-16 13 0 0,1 1 0 0 0,1-1 0 0 0,1 1 0 0 0,-6 32 1 0 0,11-46-2 0 0,1-1 0 0 0,0 1 1 0 0,1 0-1 0 0,-1-1 1 0 0,2 1-1 0 0,-1 0 0 0 0,1-1 1 0 0,0 1-1 0 0,0-1 1 0 0,1 1-1 0 0,0-1 0 0 0,1 0 1 0 0,-1 1-1 0 0,1-1 1 0 0,1-1-1 0 0,-1 1 0 0 0,6 7 1 0 0,-4-8-17 0 0,1-1 1 0 0,0 1-1 0 0,0-1 1 0 0,0 0-1 0 0,1 0 0 0 0,0-1 1 0 0,0 0-1 0 0,0 0 1 0 0,0-1-1 0 0,0 1 1 0 0,15 3-1 0 0,2-1-617 0 0,-1-1-1 0 0,42 4 1 0 0,33-5-2746 0 0,-33-5-1743 0 0,-20-2-808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4:07.7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23 2556 0 0,'-4'0'2174'0'0,"-62"-7"7145"0"0,63 7-8735 0 0,-5-5 976 0 0,10 4-1531 0 0,1-1 1 0 0,-1 1 0 0 0,1 0-1 0 0,-1 0 1 0 0,1 0-1 0 0,-1 0 1 0 0,1 0-1 0 0,0 1 1 0 0,0-1 0 0 0,-1 1-1 0 0,1 0 1 0 0,0 0-1 0 0,0 0 1 0 0,-1 0 0 0 0,1 0-1 0 0,0 0 1 0 0,0 1-1 0 0,-1 0 1 0 0,1-1 0 0 0,0 1-1 0 0,-1 0 1 0 0,1 0-1 0 0,-1 0 1 0 0,1 1-1 0 0,-1-1 1 0 0,4 3 0 0 0,-1-1 52 0 0,0 1 0 0 0,0-1-1 0 0,-1 1 1 0 0,1 0 0 0 0,-1 0 0 0 0,0 0 0 0 0,-1 0 0 0 0,1 1 0 0 0,-1-1 0 0 0,1 1 0 0 0,-1 0 0 0 0,4 9 0 0 0,-5-4 94 0 0,1 0 0 0 0,-1 1 0 0 0,0-1-1 0 0,-1 1 1 0 0,-1 0 0 0 0,1-1 0 0 0,-2 1 0 0 0,1 0 0 0 0,-2-1 0 0 0,1 1 0 0 0,-1-1-1 0 0,-1 1 1 0 0,0-1 0 0 0,-5 12 0 0 0,-8 14 434 0 0,-2 0 1 0 0,-31 48-1 0 0,23-41-151 0 0,-20 35 139 0 0,46-78-595 0 0,0 1-1 0 0,0-1 1 0 0,0 0 0 0 0,1 0 0 0 0,-1 1 0 0 0,0-1 0 0 0,0 0-1 0 0,0 1 1 0 0,0-1 0 0 0,0 0 0 0 0,0 0 0 0 0,1 1 0 0 0,-1-1-1 0 0,0 0 1 0 0,0 0 0 0 0,0 1 0 0 0,1-1 0 0 0,-1 0 0 0 0,0 0-1 0 0,0 0 1 0 0,0 1 0 0 0,1-1 0 0 0,-1 0 0 0 0,0 0 0 0 0,1 0-1 0 0,-1 0 1 0 0,0 0 0 0 0,0 1 0 0 0,1-1 0 0 0,-1 0-1 0 0,0 0 1 0 0,1 0 0 0 0,-1 0 0 0 0,0 0 0 0 0,1 0 0 0 0,-1 0-1 0 0,0 0 1 0 0,0 0 0 0 0,1 0 0 0 0,13 1 16 0 0,-14-1-18 0 0,24-3 43 0 0,1-1 0 0 0,-1-2 0 0 0,0 0 0 0 0,24-10 0 0 0,19-5-142 0 0,111-28-1837 0 0,-59 13-3500 0 0,-92 25 2324 0 0,-9 2-2011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4:08.2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139 80 876 0 0,'-122'-14'14694'0'0,"119"14"-14219"0"0,-10-2 2359 0 0,61 3-2142 0 0,1-3-1 0 0,67-10 1 0 0,-38 3-532 0 0,19-2 13 0 0,74-6-297 0 0,-78 7-3730 0 0,-77 7 1249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4:08.5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42 408 0 0,'-21'-13'7214'0'0,"-29"-15"801"0"0,45 30-7247 0 0,5-2-737 0 0,-1 0 0 0 0,1 0 1 0 0,0 0-1 0 0,-1 0 1 0 0,1 0-1 0 0,0 0 0 0 0,-1 0 1 0 0,1 0-1 0 0,0 0 1 0 0,-1 0-1 0 0,1 0 0 0 0,0 1 1 0 0,0-1-1 0 0,-1 0 1 0 0,1 0-1 0 0,0 0 1 0 0,-1 0-1 0 0,1 1 0 0 0,0-1 1 0 0,0 0-1 0 0,-1 0 1 0 0,1 0-1 0 0,0 1 0 0 0,0-1 1 0 0,-1 0-1 0 0,1 1 1 0 0,0-1-1 0 0,0 0 0 0 0,0 0 1 0 0,-1 1-1 0 0,1 17 588 0 0,-1 0-1 0 0,2 0 0 0 0,1 0 1 0 0,0 0-1 0 0,5 18 0 0 0,3 25-57 0 0,30 197 343 0 0,4-12-1741 0 0,-38-218-154 0 0,10 16-4637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4:09.0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71 2400 0 0,'24'-71'14208'0'0,"-19"97"-11414"0"0,-5 5-1966 0 0,4 203 2454 0 0,0-177-2995 0 0,3 0-1 0 0,14 60 1 0 0,-17-103-249 0 0,0 1 1 0 0,1-2 0 0 0,0 1 0 0 0,1 0-1 0 0,0-1 1 0 0,1 0 0 0 0,1-1 0 0 0,11 15-1 0 0,-16-23-20 0 0,0-1 0 0 0,0 1 0 0 0,0-1 0 0 0,1 0-1 0 0,-1 0 1 0 0,1 0 0 0 0,0 0 0 0 0,0 0 0 0 0,0-1 0 0 0,0 0-1 0 0,0 0 1 0 0,0 0 0 0 0,1 0 0 0 0,-1-1 0 0 0,1 0-1 0 0,-1 0 1 0 0,1 0 0 0 0,0 0 0 0 0,-1-1 0 0 0,1 1 0 0 0,0-1-1 0 0,-1-1 1 0 0,1 1 0 0 0,0 0 0 0 0,-1-1 0 0 0,1 0 0 0 0,0 0-1 0 0,-1-1 1 0 0,7-2 0 0 0,-2-1-16 0 0,0 0 0 0 0,0 0 1 0 0,-1-1-1 0 0,1 0 0 0 0,-1-1 0 0 0,-1 0 0 0 0,1 0 0 0 0,-1-1 1 0 0,-1 0-1 0 0,1 0 0 0 0,-1 0 0 0 0,-1-1 0 0 0,0 0 1 0 0,0 0-1 0 0,0 0 0 0 0,4-16 0 0 0,-2 5 0 0 0,-1 0-1 0 0,-1 0 1 0 0,-1 0-1 0 0,-1-1 1 0 0,-1 1-1 0 0,0-1 1 0 0,-3-29-1 0 0,0 31 5 0 0,-2-1 0 0 0,0 1 0 0 0,-1 0 0 0 0,-1 0-1 0 0,0 0 1 0 0,-2 0 0 0 0,0 1 0 0 0,-1 0 0 0 0,-1 1 0 0 0,-1 0-1 0 0,-12-17 1 0 0,16 26-14 0 0,0 0-1 0 0,-1 0 0 0 0,1 1 0 0 0,-2 0 0 0 0,1 1 0 0 0,-1-1 1 0 0,0 1-1 0 0,-1 1 0 0 0,1-1 0 0 0,-1 1 0 0 0,0 1 1 0 0,0 0-1 0 0,-1 0 0 0 0,1 1 0 0 0,-1 0 0 0 0,0 1 1 0 0,0 0-1 0 0,0 0 0 0 0,0 1 0 0 0,0 0 0 0 0,0 1 1 0 0,0 0-1 0 0,-12 2 0 0 0,12 0-115 0 0,1-1 0 0 0,0 1-1 0 0,0 1 1 0 0,0-1 0 0 0,0 2 0 0 0,0-1 0 0 0,1 1 0 0 0,0 0-1 0 0,-1 1 1 0 0,-7 6 0 0 0,13-9-125 0 0,0 1 0 0 0,1-1 1 0 0,-1 1-1 0 0,0 0 0 0 0,1 0 0 0 0,-1 0 0 0 0,1 0 0 0 0,0 0 1 0 0,0 0-1 0 0,1 1 0 0 0,-1-1 0 0 0,1 1 0 0 0,-1-1 0 0 0,1 1 1 0 0,0 0-1 0 0,0 0 0 0 0,1-1 0 0 0,-1 1 0 0 0,1 0 0 0 0,0 0 0 0 0,0 0 1 0 0,0 0-1 0 0,0-1 0 0 0,1 1 0 0 0,0 0 0 0 0,-1 0 0 0 0,3 4 1 0 0,-1-2-774 0 0,0 0 1 0 0,1 0 0 0 0,0 0 0 0 0,0 0 0 0 0,0 0 0 0 0,1-1 0 0 0,4 7 0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4:09.2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1700 0 0,'3'1'5431'0'0,"25"2"3409"0"0,-14-1-4242 0 0,1-2-10896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4:09.7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0 106 720 0 0,'13'-12'5843'0'0,"-10"10"-4695"0"0,0 0 0 0 0,0 0 0 0 0,0 0 0 0 0,0 0 0 0 0,4-1 0 0 0,-6 2-1013 0 0,0 1 0 0 0,0 0 0 0 0,1 0 0 0 0,-1 0-1 0 0,0 0 1 0 0,1 0 0 0 0,-1 0 0 0 0,0 0 0 0 0,0 0 0 0 0,1 1 0 0 0,-1-1 0 0 0,0 0-1 0 0,0 1 1 0 0,1-1 0 0 0,-1 1 0 0 0,0-1 0 0 0,0 1 0 0 0,0 0 0 0 0,0-1 0 0 0,0 1 0 0 0,0 0-1 0 0,0 0 1 0 0,2 1 0 0 0,1 3 86 0 0,0 0 1 0 0,0 0-1 0 0,-1 0 0 0 0,1 0 0 0 0,-1 1 0 0 0,0-1 1 0 0,-1 1-1 0 0,1 0 0 0 0,-1 0 0 0 0,0 0 1 0 0,-1 0-1 0 0,1 0 0 0 0,-1 0 0 0 0,0 1 0 0 0,-1-1 1 0 0,0 0-1 0 0,0 12 0 0 0,-2 0 50 0 0,0 0 0 0 0,-1 1 1 0 0,0-1-1 0 0,-12 32 0 0 0,-35 78 743 0 0,49-126-930 0 0,-4 2 28 0 0,6-8-102 0 0,0 2-5 0 0,8-21-57 0 0,2 0-1 0 0,0 0 0 0 0,2 1 0 0 0,0 0 0 0 0,25-29 0 0 0,-16 20 26 0 0,38-50-71 0 0,45-67 111 0 0,-86 118-66 0 0,-18 29 13 0 0,-14 27-64 0 0,2 0 98 0 0,1 0 0 0 0,1 1-1 0 0,-9 47 1 0 0,16-59-12 0 0,-1 0 0 0 0,2 1 0 0 0,0-1 0 0 0,1 1-1 0 0,1 0 1 0 0,0-1 0 0 0,1 0 0 0 0,5 21 0 0 0,-4-29-301 0 0,-1 0 1 0 0,1 0-1 0 0,1 0 1 0 0,-1 0-1 0 0,1-1 1 0 0,0 1-1 0 0,1-1 0 0 0,0 0 1 0 0,0 0-1 0 0,0-1 1 0 0,0 1-1 0 0,1-1 1 0 0,12 8-1 0 0,-10-8-1002 0 0,1 0-1 0 0,-1 0 1 0 0,1-1-1 0 0,0 0 0 0 0,1-1 1 0 0,11 3-1 0 0,-4-2-5000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4:10.1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293 82 76 0 0,'-5'-11'6768'0'0,"-9"-25"3074"0"0,13 35-9718 0 0,1 0-1 0 0,0-1 0 0 0,0 1 1 0 0,0 0-1 0 0,-1-1 0 0 0,2 1 1 0 0,-1-1-1 0 0,0 1 1 0 0,0 0-1 0 0,0-1 0 0 0,1 1 1 0 0,-1-1-1 0 0,0 1 0 0 0,1 0 1 0 0,-1 0-1 0 0,1-1 1 0 0,0 1-1 0 0,-1 0 0 0 0,1 0 1 0 0,0 0-1 0 0,1-2 0 0 0,-1 3-86 0 0,1-1 0 0 0,-1 0 0 0 0,1 1 0 0 0,-1-1 0 0 0,1 1 0 0 0,-1-1 0 0 0,1 1 0 0 0,-1 0 0 0 0,1 0 0 0 0,-1-1 0 0 0,1 1-1 0 0,0 0 1 0 0,-1 1 0 0 0,1-1 0 0 0,-1 0 0 0 0,1 0 0 0 0,-1 1 0 0 0,1-1 0 0 0,-1 1 0 0 0,1-1 0 0 0,-1 1 0 0 0,1 0 0 0 0,-1-1 0 0 0,0 1-1 0 0,1 0 1 0 0,-1 0 0 0 0,0 0 0 0 0,0 0 0 0 0,1 0 0 0 0,-1 0 0 0 0,0 0 0 0 0,0 1 0 0 0,0-1 0 0 0,0 0 0 0 0,-1 1 0 0 0,1-1 0 0 0,0 0-1 0 0,-1 1 1 0 0,1-1 0 0 0,0 1 0 0 0,-1-1 0 0 0,0 1 0 0 0,1-1 0 0 0,-1 1 0 0 0,0-1 0 0 0,0 1 0 0 0,0 2 0 0 0,0 10 186 0 0,-2 0 1 0 0,0-1 0 0 0,0 1 0 0 0,-1 0-1 0 0,-1-1 1 0 0,0 0 0 0 0,-11 23 0 0 0,0 5-8 0 0,14-40-217 0 0,2 1 6 0 0,-1-1 0 0 0,0 1 0 0 0,0-1 0 0 0,1 1 0 0 0,-1-1 0 0 0,1 0-1 0 0,0 1 1 0 0,-1-1 0 0 0,1 0 0 0 0,0 1 0 0 0,0-1 0 0 0,-1 0 0 0 0,1 0 0 0 0,0 0 0 0 0,0 0 0 0 0,0 0 0 0 0,1 0 0 0 0,-1 0-1 0 0,0 0 1 0 0,0 0 0 0 0,3 1 0 0 0,33 14-14 0 0,-23-10-18 0 0,31 11 1 0 0,-25-10 26 0 0,0 1-1 0 0,29 16 1 0 0,-48-24 43 0 0,0 1-1 0 0,0 0 1 0 0,0-1 0 0 0,0 1-1 0 0,0 0 1 0 0,0 0 0 0 0,0-1 0 0 0,0 1-1 0 0,0 0 1 0 0,0 0 0 0 0,0 0 0 0 0,0 1-1 0 0,-1-1 1 0 0,1 0 0 0 0,0 0 0 0 0,-1 0-1 0 0,1 0 1 0 0,-1 1 0 0 0,1-1 0 0 0,-1 0-1 0 0,0 0 1 0 0,0 1 0 0 0,1-1 0 0 0,-1 0-1 0 0,0 1 1 0 0,0-1 0 0 0,0 0 0 0 0,0 1-1 0 0,-1-1 1 0 0,1 0 0 0 0,0 0 0 0 0,0 1-1 0 0,-1-1 1 0 0,1 0 0 0 0,-1 0-1 0 0,1 1 1 0 0,-1-1 0 0 0,1 0 0 0 0,-1 0-1 0 0,0 0 1 0 0,-1 2 0 0 0,-1 1 47 0 0,-1 1 1 0 0,0 0-1 0 0,0-1 1 0 0,-1 0-1 0 0,1 0 1 0 0,-1 0-1 0 0,-8 5 1 0 0,-8 2-136 0 0,0 0 0 0 0,-1-2 0 0 0,0 0 1 0 0,-1-2-1 0 0,0 0 0 0 0,-36 5 0 0 0,-44-2-2621 0 0,3-11-3452 0 0,66-4 522 0 0,2-2-3048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4:10.5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154 7 1352 0 0,'-154'63'15916'0'0,"193"-74"-14934"0"0,67-10 0 0 0,26-6-8888 0 0,-116 23 4208 0 0,-4-2-1526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4:10.7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12 1260 0 0,'-3'0'2463'0'0,"-33"-11"5718"0"0,34 10-7481 0 0,-12 7 1594 0 0,11 0-1835 0 0,-1 1 1 0 0,1 0-1 0 0,0 0 0 0 0,1 0 1 0 0,0 0-1 0 0,0 1 0 0 0,0-1 1 0 0,0 9-1 0 0,-3 68 691 0 0,4-46-789 0 0,-5 61-211 0 0,4 0 0 0 0,13 113 0 0 0,-9-198-713 0 0,0-1 0 0 0,1 1 1 0 0,9 25-1 0 0,-10-34 103 0 0,0-1 0 0 0,0 0-1 0 0,1 0 1 0 0,-1 0-1 0 0,1 0 1 0 0,5 6-1 0 0,-6-8-49 0 0,0 0 0 0 0,0-1 0 0 0,0 1 1 0 0,0-1-1 0 0,0 0 0 0 0,0 1 0 0 0,1-1 0 0 0,-1 0 0 0 0,0 0 0 0 0,1 0 0 0 0,-1-1 0 0 0,1 1 0 0 0,3 0 0 0 0,11 0-5466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4:11.1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0 110 1140 0 0,'9'-21'6080'0'0,"11"-46"1"0"0,-15 56-4240 0 0,-2 20 628 0 0,1 18-690 0 0,-4-23-1688 0 0,3 47 1022 0 0,16 88 0 0 0,-17-126-1064 0 0,2 1 0 0 0,-1-1 0 0 0,2 0 0 0 0,0 0-1 0 0,0-1 1 0 0,1 1 0 0 0,1-1 0 0 0,0-1 0 0 0,1 1 0 0 0,0-1 0 0 0,17 18 0 0 0,-21-26-37 0 0,0 0 1 0 0,0 0-1 0 0,0-1 0 0 0,0 1 1 0 0,0-1-1 0 0,1 0 0 0 0,-1 0 1 0 0,1 0-1 0 0,0-1 0 0 0,-1 1 0 0 0,1-1 1 0 0,0 0-1 0 0,0-1 0 0 0,0 1 1 0 0,0-1-1 0 0,0 0 0 0 0,0 0 1 0 0,-1-1-1 0 0,1 1 0 0 0,0-1 1 0 0,0 0-1 0 0,0-1 0 0 0,-1 1 1 0 0,9-4-1 0 0,-5 2 3 0 0,-1-1 1 0 0,0 0-1 0 0,0 0 1 0 0,0 0 0 0 0,0-1-1 0 0,0 0 1 0 0,-1-1-1 0 0,0 1 1 0 0,0-1-1 0 0,-1 0 1 0 0,1 0-1 0 0,-2-1 1 0 0,9-13-1 0 0,-8 9 4 0 0,0-1-1 0 0,-1 1 0 0 0,-1-1 0 0 0,0 0 0 0 0,0 0 0 0 0,-1 0 0 0 0,-1-1 0 0 0,0 1 0 0 0,-1 0 0 0 0,0 0 0 0 0,-1-1 0 0 0,0 1 1 0 0,-1 0-1 0 0,0 0 0 0 0,-1 0 0 0 0,-7-18 0 0 0,8 23-8 0 0,-1 0-1 0 0,0 0 1 0 0,-1 0 0 0 0,1 1-1 0 0,-1 0 1 0 0,-1-1 0 0 0,1 2-1 0 0,-1-1 1 0 0,0 0 0 0 0,0 1 0 0 0,-1 0-1 0 0,0 0 1 0 0,0 1 0 0 0,0-1-1 0 0,0 1 1 0 0,-1 0 0 0 0,1 1-1 0 0,-1 0 1 0 0,0 0 0 0 0,0 0 0 0 0,0 1-1 0 0,0 0 1 0 0,-1 1 0 0 0,1-1-1 0 0,-1 1 1 0 0,1 1 0 0 0,-1-1-1 0 0,-7 2 1 0 0,5-1-126 0 0,-1 1-1 0 0,0 1 1 0 0,1 0-1 0 0,0 0 1 0 0,-1 1-1 0 0,-17 8 1 0 0,24-9-240 0 0,0 0 0 0 0,1 0 0 0 0,-1 0 0 0 0,1 1 1 0 0,-1-1-1 0 0,1 1 0 0 0,0 0 0 0 0,0 0 0 0 0,-2 3 0 0 0,3-3-279 0 0,1-1 1 0 0,-1 0-1 0 0,1 1 0 0 0,0-1 0 0 0,0 1 0 0 0,0 0 0 0 0,0-1 0 0 0,1 1 1 0 0,-1 0-1 0 0,0-1 0 0 0,1 1 0 0 0,0 0 0 0 0,0 0 0 0 0,0 5 1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4:11.3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1 348 0 0,'31'21'17148'0'0,"-20"-15"-14398"0"0,-10-6-2701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4:11.9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0 103 1020 0 0,'0'0'6143'0'0,"11"-5"-1480"0"0,-4 6-4436 0 0,0 0-1 0 0,0 1 0 0 0,0 0 0 0 0,0 1 0 0 0,0-1 0 0 0,-1 1 1 0 0,1 1-1 0 0,-1-1 0 0 0,0 1 0 0 0,0 0 0 0 0,0 1 0 0 0,0-1 0 0 0,-1 1 1 0 0,0 0-1 0 0,0 0 0 0 0,0 1 0 0 0,-1 0 0 0 0,0-1 0 0 0,5 10 1 0 0,-3-6-89 0 0,-2 0 1 0 0,1 1 0 0 0,-1 0-1 0 0,-1-1 1 0 0,0 1 0 0 0,0 0 0 0 0,-1 1-1 0 0,0-1 1 0 0,-1 0 0 0 0,0 0 0 0 0,-1 1-1 0 0,0-1 1 0 0,-2 12 0 0 0,-2-4-14 0 0,0 1 0 0 0,-2-2 1 0 0,0 1-1 0 0,-1-1 0 0 0,-1 0 1 0 0,-1 0-1 0 0,-20 29 0 0 0,28-44-35 0 0,1-14-74 0 0,2 5-16 0 0,0 0 0 0 0,1 0 0 0 0,0 0 0 0 0,0 1-1 0 0,1-1 1 0 0,0 1 0 0 0,8-10 0 0 0,2-4-4 0 0,16-25-24 0 0,2 2-1 0 0,39-40 0 0 0,82-74-64 0 0,-90 95 98 0 0,-47 45 29 0 0,-16 14-13 0 0,-10 8-33 0 0,2 0 20 0 0,0 1 1 0 0,1 0-1 0 0,0 0 1 0 0,0 1 0 0 0,0 0-1 0 0,1 0 1 0 0,-7 10-1 0 0,-33 59 54 0 0,43-71-60 0 0,-2 4 10 0 0,1 1-1 0 0,-1-1 0 0 0,1 1 1 0 0,1 0-1 0 0,0 0 0 0 0,0 0 0 0 0,1 1 1 0 0,1-1-1 0 0,-1 0 0 0 0,1 14 0 0 0,1-19-67 0 0,1 1 0 0 0,0 0 0 0 0,0-1 0 0 0,0 1 0 0 0,0-1 0 0 0,1 0 0 0 0,0 1 0 0 0,0-1 0 0 0,0 0 0 0 0,1 0 0 0 0,0 0 0 0 0,0 0 0 0 0,0-1 0 0 0,0 1 0 0 0,1-1 0 0 0,0 0 0 0 0,-1 0 0 0 0,2 0 0 0 0,-1 0 0 0 0,8 4 0 0 0,-1 0-719 0 0,1-2 0 0 0,1 1-1 0 0,-1-2 1 0 0,25 8 0 0 0,-22-9-1526 0 0,0 0 1 0 0,17 1-1 0 0,-8-2-2861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4:12.4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31 1832 0 0,'-12'-20'14401'0'0,"10"25"-14234"0"0,1 1 0 0 0,0 0 0 0 0,1 0 0 0 0,-1 0 0 0 0,1 0 0 0 0,0 0 0 0 0,1 0 0 0 0,-1 0 0 0 0,1 0 0 0 0,3 11 0 0 0,-1-8-109 0 0,-1 0-1 0 0,1-1 1 0 0,0 1 0 0 0,1-1-1 0 0,0 1 1 0 0,9 13 0 0 0,-11-20-46 0 0,-1 0 0 0 0,1 0 0 0 0,0 0 0 0 0,0-1 0 0 0,0 1 0 0 0,-1 0 0 0 0,2-1 1 0 0,-1 1-1 0 0,0-1 0 0 0,0 0 0 0 0,0 1 0 0 0,1-1 0 0 0,-1 0 0 0 0,0 0 0 0 0,1-1 0 0 0,-1 1 1 0 0,1 0-1 0 0,-1-1 0 0 0,1 0 0 0 0,0 1 0 0 0,-1-1 0 0 0,1 0 0 0 0,-1 0 0 0 0,1-1 0 0 0,-1 1 1 0 0,1 0-1 0 0,-1-1 0 0 0,1 0 0 0 0,-1 1 0 0 0,1-1 0 0 0,-1 0 0 0 0,0 0 0 0 0,1-1 0 0 0,-1 1 1 0 0,0 0-1 0 0,0-1 0 0 0,3-2 0 0 0,6-4-1 0 0,0-1 1 0 0,-1-1-1 0 0,-1 0 1 0 0,0 0-1 0 0,13-19 0 0 0,40-64 84 0 0,-62 91-62 0 0,1 3-2 0 0,0 0 0 0 0,0 0 0 0 0,0 0 0 0 0,0 0-1 0 0,-1 0 1 0 0,1 0 0 0 0,0 0 0 0 0,-1 0-1 0 0,1 0 1 0 0,-1 0 0 0 0,1 0 0 0 0,-1 1-1 0 0,0-1 1 0 0,1 0 0 0 0,-1 0 0 0 0,0 0 0 0 0,0 1-1 0 0,0 1 1 0 0,0-3-31 0 0,24 291 1917 0 0,-25-108-2003 0 0,-4-106-6318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4:13.3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46 936 0 0,'-10'-5'10265'0'0,"-1"-2"-5559"0"0,16 8-3655 0 0,19 3-514 0 0,46-1 117 0 0,77-8 0 0 0,75-17-335 0 0,-207 21-288 0 0,26-2 50 0 0,19-3 141 0 0,-58 5-212 0 0,17-2-99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4:13.7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26 2288 0 0,'-13'-25'11596'0'0,"13"25"-11562"0"0,1 14 1415 0 0,3 27 148 0 0,-2-26-923 0 0,31 371 3053 0 0,-29-292-3585 0 0,6 65 430 0 0,-9-157-538 0 0,-1 5 51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4:14.6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23 110 2820 0 0,'-7'-17'4941'0'0,"3"10"-3758"0"0,2 1 0 0 0,-1-1-1 0 0,1-1 1 0 0,-2-6 0 0 0,4 12-1121 0 0,0 0 0 0 0,0 1 0 0 0,0-1 0 0 0,0 1 0 0 0,0-1 0 0 0,0 1 1 0 0,1-1-1 0 0,-1 1 0 0 0,0-1 0 0 0,1 1 0 0 0,0-1 0 0 0,-1 1 0 0 0,1-1 0 0 0,0 1 0 0 0,0 0 0 0 0,-1-1 0 0 0,1 1 0 0 0,0 0 0 0 0,0 0 0 0 0,1 0 0 0 0,-1 0 0 0 0,0 0 0 0 0,0 0 0 0 0,3-2 0 0 0,-1 1-17 0 0,1 0 0 0 0,0 0 0 0 0,-1 0 0 0 0,1 1 0 0 0,0-1 0 0 0,0 1 0 0 0,5-1-1 0 0,-4 2-24 0 0,0-1-1 0 0,0 1 0 0 0,0 0 1 0 0,0 1-1 0 0,0-1 0 0 0,-1 1 1 0 0,1 0-1 0 0,0 0 0 0 0,0 0 1 0 0,-1 1-1 0 0,1 0 0 0 0,0 0 1 0 0,-1 0-1 0 0,0 0 0 0 0,0 1 1 0 0,5 3-1 0 0,2 2 81 0 0,-1 0 0 0 0,-1 1 0 0 0,0 0 0 0 0,14 18 0 0 0,-17-18-25 0 0,0 0 1 0 0,-1 1 0 0 0,0-1 0 0 0,0 1 0 0 0,-1 0 0 0 0,-1 1 0 0 0,0-1 0 0 0,0 1 0 0 0,-1-1 0 0 0,0 1 0 0 0,-1 0 0 0 0,0 0 0 0 0,-1 0 0 0 0,0 0 0 0 0,0 0-1 0 0,-2-1 1 0 0,1 1 0 0 0,-6 17 0 0 0,2-7 116 0 0,-1-1 1 0 0,-2 1-1 0 0,0-2 0 0 0,-1 1 0 0 0,-1-1 0 0 0,-1-1 0 0 0,0 1 1 0 0,-21 24-1 0 0,23-33-48 0 0,3-2 55 0 0,-1 0-1 0 0,0 0 0 0 0,-1 0 0 0 0,0-1 1 0 0,-9 6-1 0 0,16-12-80 0 0,-3-1-50 0 0,3 0-66 0 0,1 0 0 0 0,0 0 0 0 0,-1 0-1 0 0,1 0 1 0 0,-1 0 0 0 0,1 0 0 0 0,-1 0 0 0 0,1 0 0 0 0,-1 0 0 0 0,1 0 0 0 0,0 0 0 0 0,-1 0 0 0 0,1-1 0 0 0,-1 1 0 0 0,1 0-1 0 0,-1 0 1 0 0,1 0 0 0 0,0-1 0 0 0,-1 1 0 0 0,1 0 0 0 0,0 0 0 0 0,-1-1 0 0 0,1-3 1 0 0,0 0 1 0 0,0 1-1 0 0,0-1 0 0 0,1 0 1 0 0,0 1-1 0 0,-1-1 1 0 0,1 1-1 0 0,1-1 0 0 0,-1 1 1 0 0,0-1-1 0 0,1 1 0 0 0,0 0 1 0 0,2-4-1 0 0,34-45 40 0 0,-30 42-44 0 0,20-21-37 0 0,1 1 1 0 0,2 2-1 0 0,1 0 1 0 0,48-30-1 0 0,-17 12-110 0 0,-55 40 129 0 0,92-67-295 0 0,-97 73 290 0 0,-1-2 1 0 0,0 1-1 0 0,0 0 1 0 0,-1 0-1 0 0,1-1 1 0 0,0 1 0 0 0,0-1-1 0 0,-1 1 1 0 0,1-1-1 0 0,0 0 1 0 0,-1 1-1 0 0,0-1 1 0 0,2-3-1 0 0,-2 3-39 0 0,-12 3 43 0 0,0 0 0 0 0,0 0 0 0 0,0 2 1 0 0,0-1-1 0 0,0 1 0 0 0,1 1 0 0 0,-1 0 1 0 0,1 0-1 0 0,0 1 0 0 0,0 0 0 0 0,1 1 0 0 0,0 0 1 0 0,-11 9-1 0 0,6-4 22 0 0,1 1 1 0 0,1 0-1 0 0,0 1 1 0 0,0 0 0 0 0,2 0-1 0 0,-1 1 1 0 0,-15 29-1 0 0,23-36 0 0 0,0 0 0 0 0,0 0-1 0 0,0 0 1 0 0,1 1 0 0 0,0-1-1 0 0,0 1 1 0 0,1-1 0 0 0,0 1 0 0 0,0 14-1 0 0,1-19 5 0 0,1 1 0 0 0,-1 0 0 0 0,1 0 0 0 0,0-1 0 0 0,0 1 0 0 0,0-1 0 0 0,1 1 0 0 0,-1-1 0 0 0,1 1 0 0 0,0-1-1 0 0,0 0 1 0 0,0 0 0 0 0,0 0 0 0 0,0 0 0 0 0,1 0 0 0 0,-1-1 0 0 0,1 1 0 0 0,0-1 0 0 0,0 1 0 0 0,0-1 0 0 0,0 0 0 0 0,4 2 0 0 0,4 1 4 0 0,0-1 0 0 0,0 0 0 0 0,0 0 0 0 0,0-1 0 0 0,1-1 0 0 0,-1 0 0 0 0,1-1 0 0 0,0 0 0 0 0,13 0 0 0 0,108-11 30 0 0,-129 10-38 0 0,25-4 20 0 0,-11 3-396 0 0,26-2 941 0 0,-21-2-6962 0 0,-25 6 5755 0 0,-2 1 59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4:15.1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238 10 2180 0 0,'2'-10'9911'0'0,"-18"15"-9157"0"0,0 1-1 0 0,0 0 0 0 0,1 1 1 0 0,0 0-1 0 0,-21 15 1 0 0,-17 7 504 0 0,38-21-1012 0 0,1 0 1 0 0,-22 16-1 0 0,35-23-239 0 0,1-1 0 0 0,-1 1-1 0 0,0 0 1 0 0,1 0 0 0 0,-1-1 0 0 0,1 1 0 0 0,-1 0 0 0 0,1 0-1 0 0,-1 0 1 0 0,1-1 0 0 0,0 1 0 0 0,-1 0 0 0 0,1 0-1 0 0,0 0 1 0 0,0 0 0 0 0,0 0 0 0 0,0 0 0 0 0,0 0 0 0 0,0 0-1 0 0,0 0 1 0 0,0 0 0 0 0,0-1 0 0 0,0 1 0 0 0,0 0-1 0 0,0 0 1 0 0,1 0 0 0 0,-1 0 0 0 0,0 0 0 0 0,1 0 0 0 0,-1 0-1 0 0,1-1 1 0 0,-1 1 0 0 0,1 0 0 0 0,-1 0 0 0 0,1-1-1 0 0,0 1 1 0 0,-1 0 0 0 0,1-1 0 0 0,0 1 0 0 0,-1 0 0 0 0,2 0-1 0 0,3 3 7 0 0,-1 0-1 0 0,1-1 0 0 0,0 1 1 0 0,10 4-1 0 0,30 15 18 0 0,-2 1-1 0 0,52 38 1 0 0,-80-51 148 0 0,-1 0 1 0 0,-1 1-1 0 0,0 1 1 0 0,-1 0-1 0 0,0 0 1 0 0,-1 2 0 0 0,0-1-1 0 0,-2 1 1 0 0,16 31-1 0 0,-23-42-1 0 0,0 1 0 0 0,-1 0 0 0 0,1 0 0 0 0,-1 0 0 0 0,0 0 0 0 0,0 0 0 0 0,-1 1 0 0 0,0-1 0 0 0,0 0 0 0 0,0 0-1 0 0,0 0 1 0 0,-1 0 0 0 0,0 0 0 0 0,0 0 0 0 0,0 0 0 0 0,-1 0 0 0 0,0 0 0 0 0,1 0 0 0 0,-2 0 0 0 0,1-1 0 0 0,-1 1 0 0 0,1-1 0 0 0,-1 0-1 0 0,0 0 1 0 0,-1 0 0 0 0,1 0 0 0 0,-1 0 0 0 0,0-1 0 0 0,1 1 0 0 0,-2-1 0 0 0,1 0 0 0 0,0 0 0 0 0,-1-1 0 0 0,1 1 0 0 0,-1-1 0 0 0,1 0 0 0 0,-1 0-1 0 0,0-1 1 0 0,0 1 0 0 0,0-1 0 0 0,0 0 0 0 0,0-1 0 0 0,-9 1 0 0 0,1 0-70 0 0,0-1 1 0 0,0-1-1 0 0,0 0 0 0 0,0 0 0 0 0,0-1 1 0 0,-17-6-1 0 0,24 7-280 0 0,1-2 0 0 0,-1 1 1 0 0,1-1-1 0 0,-1 1 0 0 0,1-2 0 0 0,-9-6 0 0 0,11 7-229 0 0,0 0 0 0 0,0 0 0 0 0,0 0 0 0 0,1 0 0 0 0,-1-1 0 0 0,1 1 0 0 0,0-1 0 0 0,0 1 0 0 0,0-1 0 0 0,0 0 0 0 0,-1-4 0 0 0,3 5-27 0 0,-1 0 1 0 0,1 0-1 0 0,0 0 1 0 0,0 0-1 0 0,0 0 1 0 0,0 0-1 0 0,0 0 1 0 0,1 0-1 0 0,-1 1 1 0 0,1-1-1 0 0,0 0 1 0 0,0 0-1 0 0,2-4 1 0 0,19-34-7322 0 0,-21 39 7185 0 0,11-17-6050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4:15.4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98 169 1944 0 0,'-62'-19'14856'0'0,"35"12"-9609"0"0,27 7-5220 0 0,0 1 0 0 0,-1-1 0 0 0,1 0 0 0 0,0 0 0 0 0,0 0 0 0 0,-1 0 1 0 0,1 0-1 0 0,0 0 0 0 0,0 0 0 0 0,-1 0 0 0 0,1 0 0 0 0,0 0 0 0 0,0 0 0 0 0,-1 0 0 0 0,1 0 0 0 0,0 0 0 0 0,0 0 0 0 0,0 0 0 0 0,-1 0 0 0 0,1 0 0 0 0,0 0 0 0 0,0-1 0 0 0,-1 1 0 0 0,1 0 0 0 0,0 0 0 0 0,0 0 0 0 0,0 0 0 0 0,-1 0 0 0 0,1 0 0 0 0,0-1 0 0 0,0 1 0 0 0,0 0 0 0 0,0 0 0 0 0,0 0 0 0 0,-1-1 0 0 0,1 1 0 0 0,0 0 0 0 0,0 0 0 0 0,0 0 0 0 0,0-1 0 0 0,0 1 0 0 0,0 0 0 0 0,0-1 0 0 0,9-8 276 0 0,18-7-275 0 0,26-2-882 0 0,106-22 0 0 0,60 5-6131 0 0,-127 22 782 0 0,-47 6-64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4:15.7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7 1088 0 0,'-3'1'3003'0'0,"-29"4"7462"0"0,19-2-7313 0 0,-3 1 81 0 0,39-7-3175 0 0,114-12-1491 0 0,-86 13-2949 0 0,-1 5-3684 0 0,-36-2 3352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4:15.9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148 57 1320 0 0,'-47'20'7609'0'0,"15"-6"-923"0"0,-34 10-1 0 0,64-23-5920 0 0,10-2-708 0 0,0 0 0 0 0,1-1-1 0 0,-1 0 1 0 0,0 0 0 0 0,8-3-1 0 0,17-5 6 0 0,92-14-157 0 0,6-1-2176 0 0,-45 4-2723 0 0,-44 6-1863 0 0,-23 7 11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4:16.7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718 149 48 0 0,'-5'-23'8289'0'0,"7"18"-7988"0"0,-1-1-1 0 0,1 1 1 0 0,0 0 0 0 0,1 0 0 0 0,-1 0-1 0 0,1 0 1 0 0,0 1 0 0 0,0-1 0 0 0,0 1-1 0 0,1-1 1 0 0,-1 1 0 0 0,1 0 0 0 0,0 1 0 0 0,0-1-1 0 0,1 1 1 0 0,-1-1 0 0 0,1 1 0 0 0,9-4-1 0 0,-1 0-95 0 0,0 1 0 0 0,0 0 0 0 0,1 1-1 0 0,0 1 1 0 0,-1 0 0 0 0,18-3 0 0 0,-26 7-141 0 0,0-1 0 0 0,0 1-1 0 0,0 0 1 0 0,0 0 0 0 0,0 1 0 0 0,-1-1 0 0 0,1 1 0 0 0,0 0 0 0 0,0 0 0 0 0,0 1 0 0 0,-1-1-1 0 0,1 1 1 0 0,-1 0 0 0 0,1 1 0 0 0,-1-1 0 0 0,0 1 0 0 0,0 0 0 0 0,0 0 0 0 0,5 4 0 0 0,-6-4 28 0 0,0 0 1 0 0,-1 1-1 0 0,1-1 1 0 0,-1 0 0 0 0,0 0-1 0 0,0 1 1 0 0,0 0-1 0 0,-1-1 1 0 0,1 1 0 0 0,-1 0-1 0 0,0 0 1 0 0,0-1-1 0 0,0 1 1 0 0,-1 0 0 0 0,1 0-1 0 0,-1 0 1 0 0,0 0-1 0 0,0 0 1 0 0,0 0 0 0 0,-1 0-1 0 0,0 0 1 0 0,1 0-1 0 0,-4 7 1 0 0,-1 0 81 0 0,0 0-1 0 0,-1-1 1 0 0,0 0 0 0 0,-1 0-1 0 0,-1 0 1 0 0,1-1-1 0 0,-19 16 1 0 0,-9 14 400 0 0,34-38-485 0 0,-2 7 270 0 0,3-5-36 0 0,13-4-288 0 0,15-3 7 0 0,-16 2-23 0 0,0 1 0 0 0,0 0-1 0 0,0 0 1 0 0,0 1 0 0 0,0 1 0 0 0,16 2-1 0 0,-17 0 23 0 0,0 1-1 0 0,0 0 1 0 0,0 0 0 0 0,0 1-1 0 0,-1 1 1 0 0,0 0-1 0 0,0 0 1 0 0,0 1-1 0 0,-1 0 1 0 0,0 1-1 0 0,-1-1 1 0 0,1 2 0 0 0,-2-1-1 0 0,1 1 1 0 0,-1 1-1 0 0,0-1 1 0 0,-1 1-1 0 0,0 0 1 0 0,-1 1 0 0 0,0-1-1 0 0,-1 1 1 0 0,0 0-1 0 0,4 16 1 0 0,-5-16 6 0 0,-1 0 1 0 0,1 0 0 0 0,-2 0 0 0 0,0 1-1 0 0,0-1 1 0 0,-1 1 0 0 0,0-1 0 0 0,-1 0-1 0 0,-1 1 1 0 0,1-1 0 0 0,-2 0-1 0 0,0 0 1 0 0,0 0 0 0 0,-1 0 0 0 0,0-1-1 0 0,-1 1 1 0 0,0-1 0 0 0,0 0 0 0 0,-1 0-1 0 0,-1-1 1 0 0,0 0 0 0 0,0 0-1 0 0,-17 15 1 0 0,11-13 108 0 0,0-2 0 0 0,-1 0 0 0 0,0 0 1 0 0,0-2-1 0 0,-1 1 0 0 0,0-2 0 0 0,-27 9 0 0 0,17-9-60 0 0,1-1 1 0 0,-1-2-1 0 0,0 0 1 0 0,-36 0-1 0 0,-2-7-143 0 0,-1-2 0 0 0,2-3-1 0 0,-68-19 1 0 0,39 5-1299 0 0,-104-43 0 0 0,13-13-5801 0 0,139 56 1862 0 0,7 1-2775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4:18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81 940 0 0,'-7'-11'2086'0'0,"2"1"-748"0"0,0 1-1 0 0,-1 1 1 0 0,0-1-1 0 0,-1 1 1 0 0,1 0-1 0 0,-11-9 0 0 0,15 16-1041 0 0,-3 17 913 0 0,-10 395 2089 0 0,7-261-3053 0 0,4 51-129 0 0,4-200-115 0 0,-1 0 1 0 0,1 1 0 0 0,0-1 0 0 0,0 1 0 0 0,0-1-1 0 0,1 1 1 0 0,-1-1 0 0 0,0 1 0 0 0,0-1 0 0 0,1 1-1 0 0,-1-1 1 0 0,1 1 0 0 0,0-1 0 0 0,-1 0 0 0 0,1 1-1 0 0,1 1 1 0 0,-1-3-1 0 0,-1 0-1 0 0,1 1 1 0 0,-1-1 0 0 0,1 0-1 0 0,-1 0 1 0 0,1 0-1 0 0,0 0 1 0 0,-1 0 0 0 0,1 0-1 0 0,-1 0 1 0 0,1 0 0 0 0,-1 0-1 0 0,1 0 1 0 0,-1 0-1 0 0,1 0 1 0 0,0-1 0 0 0,-1 1-1 0 0,1 0 1 0 0,-1 0 0 0 0,1 0-1 0 0,-1-1 1 0 0,1 1-1 0 0,-1 0 1 0 0,0-1 0 0 0,1 1-1 0 0,-1 0 1 0 0,1-1-1 0 0,0 0 1 0 0,5-5 5 0 0,0-1-1 0 0,0 0 1 0 0,9-13 0 0 0,-14 18-4 0 0,29-42 13 0 0,-12 16 8 0 0,1 1-1 0 0,28-30 1 0 0,-40 50-49 0 0,0 0 1 0 0,0 0 0 0 0,1 1-1 0 0,0 0 1 0 0,0 0-1 0 0,1 1 1 0 0,-1 0 0 0 0,1 1-1 0 0,0 0 1 0 0,0 0-1 0 0,19-4 1 0 0,81-11-457 0 0,-107 19 473 0 0,14-5 24 0 0,-16 4-13 0 0,1 0-1 0 0,0 0 1 0 0,-1 0-1 0 0,1 0 1 0 0,-1 0 0 0 0,1 0-1 0 0,-1 0 1 0 0,1 0 0 0 0,-1 0-1 0 0,0 0 1 0 0,1 0 0 0 0,-1 0-1 0 0,0 0 1 0 0,0-1 0 0 0,0 1-1 0 0,0 0 1 0 0,0 0-1 0 0,0 0 1 0 0,0 0 0 0 0,0 0-1 0 0,0-1 1 0 0,-1 1 0 0 0,1 0-1 0 0,0 0 1 0 0,-1 0 0 0 0,1 0-1 0 0,-2-2 1 0 0,-9-21 159 0 0,-29-46 1 0 0,39 69-161 0 0,-5-5 20 0 0,5 8-4 0 0,0 0 0 0 0,1 0 0 0 0,-1 0 0 0 0,0 0 0 0 0,1 1 1 0 0,0-1-1 0 0,-1 0 0 0 0,1 0 0 0 0,0 0 0 0 0,0 1 0 0 0,0-1 1 0 0,1 4-1 0 0,6 34 105 0 0,-4-28-106 0 0,29 218 262 0 0,3 12-930 0 0,4-85-3645 0 0,-36-148 2980 0 0,1-1 0 0 0,-1 1 0 0 0,1-1 1 0 0,7 10-1 0 0,-5-8-2703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4:18.7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1 200 800 0 0,'2'-8'1682'0'0,"0"0"-582"0"0,0 0 0 0 0,1 1 0 0 0,0 0 1 0 0,6-13-1 0 0,-7 18-982 0 0,-1 0 0 0 0,0 0 1 0 0,1 0-1 0 0,0 0 1 0 0,-1 0-1 0 0,1 1 0 0 0,0-1 1 0 0,0 1-1 0 0,0-1 1 0 0,0 1-1 0 0,0-1 0 0 0,0 1 1 0 0,1 0-1 0 0,-1 0 1 0 0,0 0-1 0 0,1 0 0 0 0,-1 1 1 0 0,0-1-1 0 0,1 1 1 0 0,4-1-1 0 0,-1 0-28 0 0,0 1-1 0 0,1 1 1 0 0,-1-1-1 0 0,0 1 1 0 0,0 0-1 0 0,1 0 1 0 0,-1 1 0 0 0,0-1-1 0 0,0 1 1 0 0,0 1-1 0 0,0-1 1 0 0,-1 1-1 0 0,1 0 1 0 0,-1 1 0 0 0,0-1-1 0 0,1 1 1 0 0,-2 0-1 0 0,1 0 1 0 0,0 1-1 0 0,-1-1 1 0 0,0 1 0 0 0,0 0-1 0 0,0 0 1 0 0,-1 1-1 0 0,4 6 1 0 0,-3-3 23 0 0,0 0 1 0 0,-1 0 0 0 0,-1 1-1 0 0,1-1 1 0 0,-2 0 0 0 0,1 1-1 0 0,-1 0 1 0 0,-1-1 0 0 0,1 1-1 0 0,-2 0 1 0 0,1 0 0 0 0,-4 12-1 0 0,0-2 183 0 0,-1 0 0 0 0,-2 0 0 0 0,0 0 0 0 0,-16 30 0 0 0,17-42-13 0 0,2-9-29 0 0,4 0-248 0 0,0 0 0 0 0,-1 0 1 0 0,1 0-1 0 0,0 0 1 0 0,0 1-1 0 0,0-1 1 0 0,0 0-1 0 0,0 0 1 0 0,0 0-1 0 0,0 0 0 0 0,0 0 1 0 0,0 0-1 0 0,1 0 1 0 0,-1 1-1 0 0,0-1 1 0 0,0 0-1 0 0,1-1 1 0 0,81-152 61 0 0,-16 31-44 0 0,-54 100-16 0 0,5-10 31 0 0,17-47 0 0 0,-34 78-37 0 0,1 0 1 0 0,-1 1 0 0 0,0-1-1 0 0,1 0 1 0 0,-1 1 0 0 0,0-1-1 0 0,0 0 1 0 0,0 0 0 0 0,-1 1 0 0 0,1-1-1 0 0,0 0 1 0 0,0 1 0 0 0,-1-1-1 0 0,1 0 1 0 0,-1 1 0 0 0,0-1-1 0 0,0 1 1 0 0,1-1 0 0 0,-3-1 0 0 0,3 2 23 0 0,-21 12 21 0 0,17-2 9 0 0,0 1 1 0 0,0-1 0 0 0,1 1-1 0 0,0 0 1 0 0,0-1 0 0 0,-2 20-1 0 0,2 1 77 0 0,1 32 0 0 0,2-40-90 0 0,2-1 0 0 0,0 1 0 0 0,1-1 0 0 0,1 1 0 0 0,1-1 0 0 0,1 0 0 0 0,17 37 0 0 0,-19-48-220 0 0,1-1 1 0 0,1 0 0 0 0,-1-1 0 0 0,2 1 0 0 0,-1-1 0 0 0,1 0 0 0 0,0-1 0 0 0,9 8 0 0 0,-10-10-275 0 0,0-1 1 0 0,0 0-1 0 0,0-1 1 0 0,1 1 0 0 0,-1-1-1 0 0,1-1 1 0 0,0 1-1 0 0,-1-1 1 0 0,1 0 0 0 0,0-1-1 0 0,0 1 1 0 0,14 0-1 0 0,2-2-2843 0 0,0 0-1286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4:18.9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24 948 0 0,'23'-24'16242'0'0,"-22"25"-16140"0"0,1 14 1178 0 0,-6 23-1054 0 0,-13 61-51 0 0,-22 129-78 0 0,21-76-9579 0 0,15-123 2298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4:19.3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87 138 852 0 0,'-86'-47'14161'0'0,"87"45"-13752"0"0,-1 2-398 0 0,0 0 0 0 0,0 0 0 0 0,0-1 0 0 0,0 1 1 0 0,0 0-1 0 0,0 0 0 0 0,0 0 0 0 0,0-1 0 0 0,0 1 1 0 0,1 0-1 0 0,-1 0 0 0 0,0 0 0 0 0,0-1 0 0 0,0 1 0 0 0,0 0 1 0 0,0 0-1 0 0,0 0 0 0 0,0 0 0 0 0,1-1 0 0 0,-1 1 1 0 0,0 0-1 0 0,0 0 0 0 0,0 0 0 0 0,0 0 0 0 0,1 0 0 0 0,-1-1 1 0 0,0 1-1 0 0,0 0 0 0 0,0 0 0 0 0,1 0 0 0 0,-1 0 1 0 0,0 0-1 0 0,0 0 0 0 0,0 0 0 0 0,1 0 0 0 0,-1 0 0 0 0,142-18 1787 0 0,17-3-1435 0 0,-112 12-416 0 0,-23 5-1484 0 0,0-1 0 0 0,36-13 0 0 0,-45 9-4034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4:19.5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37 1492 0 0,'-6'-7'1926'0'0,"3"3"-812"0"0,0 1 0 0 0,-1 0 0 0 0,1-1-1 0 0,-1 1 1 0 0,0 1 0 0 0,0-1 0 0 0,-8-4-1 0 0,11 7-665 0 0,-6 38 1751 0 0,7 10-1660 0 0,5 224 2114 0 0,0-217-4420 0 0,1 1 1 0 0,26 100-1 0 0,-23-128-2399 0 0,-1-6-2131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4:20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130 140 1080 0 0,'-22'-12'2391'0'0,"-37"-22"2176"0"0,54 31-4267 0 0,1 0-1 0 0,-1 0 1 0 0,1-1 0 0 0,0 0-1 0 0,0 1 1 0 0,0-2-1 0 0,1 1 1 0 0,-1 0 0 0 0,-2-7-1 0 0,5 10-261 0 0,0 0 0 0 0,1 0 1 0 0,-1 0-1 0 0,1 0 0 0 0,-1 0 0 0 0,1 0 0 0 0,-1-1 0 0 0,1 1 0 0 0,0 0 0 0 0,0 0 0 0 0,0 0 0 0 0,-1-1 0 0 0,1 1 0 0 0,0 0 0 0 0,0 0 1 0 0,1-1-1 0 0,-1 1 0 0 0,0 0 0 0 0,0 0 0 0 0,1 0 0 0 0,-1-1 0 0 0,0 1 0 0 0,1 0 0 0 0,0 0 0 0 0,-1 0 0 0 0,2-2 0 0 0,-1 2-7 0 0,1-1-1 0 0,0 1 0 0 0,0 0 1 0 0,0-1-1 0 0,0 1 1 0 0,0 0-1 0 0,0 0 0 0 0,0 0 1 0 0,0 1-1 0 0,1-1 1 0 0,-1 0-1 0 0,0 1 0 0 0,3-1 1 0 0,5 0 29 0 0,0 0 0 0 0,0 1 0 0 0,0 0 1 0 0,1 0-1 0 0,15 4 0 0 0,-15-2-5 0 0,0 1 1 0 0,0 0-1 0 0,0 0 0 0 0,0 2 1 0 0,0-1-1 0 0,-1 1 0 0 0,0 1 0 0 0,16 11 1 0 0,-22-14 37 0 0,0 1 0 0 0,0 0 1 0 0,0 0-1 0 0,0 0 0 0 0,-1 0 1 0 0,0 0-1 0 0,0 1 1 0 0,0 0-1 0 0,-1-1 0 0 0,1 1 1 0 0,-1 0-1 0 0,0 0 0 0 0,-1 0 1 0 0,1 0-1 0 0,-1 1 1 0 0,0-1-1 0 0,0 0 0 0 0,-1 1 1 0 0,1-1-1 0 0,-2 10 0 0 0,0-6 51 0 0,0 1-1 0 0,-1-1 1 0 0,0 1 0 0 0,-1-1-1 0 0,0 0 1 0 0,-1 0-1 0 0,0 0 1 0 0,0 0-1 0 0,-10 14 1 0 0,0-4 265 0 0,0 0 1 0 0,-30 30 0 0 0,42-48-370 0 0,2 0-27 0 0,-4 4 48 0 0,4-5-60 0 0,1 1 1 0 0,-1-1-1 0 0,1 0 1 0 0,-1 1-1 0 0,1-1 1 0 0,-1 0-1 0 0,1 1 1 0 0,-1-1-1 0 0,1 0 1 0 0,-1 0-1 0 0,1 1 1 0 0,-1-1-1 0 0,1 0 1 0 0,-1 0-1 0 0,1 0 1 0 0,0 0-1 0 0,-1 0 1 0 0,1 0-1 0 0,-1 0 1 0 0,1 0-1 0 0,-1 0 1 0 0,1 0-1 0 0,1 0 1 0 0,17 1 21 0 0,0 2 0 0 0,0 0 0 0 0,0 1 1 0 0,0 0-1 0 0,30 13 0 0 0,-38-13 0 0 0,-1 1-1 0 0,1 1 0 0 0,-1 0 1 0 0,0 0-1 0 0,-1 0 1 0 0,1 2-1 0 0,-1-1 0 0 0,-1 1 1 0 0,1 0-1 0 0,11 17 1 0 0,-16-20 128 0 0,-1 0 0 0 0,0 1 0 0 0,0 0 0 0 0,0-1 0 0 0,-1 1 0 0 0,0 1 0 0 0,0-1 0 0 0,0 0 0 0 0,-1 0 0 0 0,0 0 0 0 0,0 1 0 0 0,0-1 0 0 0,-1 1 0 0 0,0-1 0 0 0,-1 1 0 0 0,1-1 0 0 0,-1 0 0 0 0,0 1 0 0 0,-1-1 0 0 0,1 0 0 0 0,-1 0 1 0 0,-1 0-1 0 0,-5 11 0 0 0,4-10-61 0 0,0 0 1 0 0,0 0 0 0 0,-1-1 0 0 0,0 0-1 0 0,0 0 1 0 0,-1 0 0 0 0,1-1 0 0 0,-1 1 0 0 0,0-1-1 0 0,-1-1 1 0 0,1 1 0 0 0,-1-1 0 0 0,0 0 0 0 0,0-1-1 0 0,-1 0 1 0 0,1 0 0 0 0,-1 0 0 0 0,-13 2 0 0 0,7-2-273 0 0,1-1 0 0 0,0 0 0 0 0,-1-1 0 0 0,1-1 0 0 0,-22-2 0 0 0,34 2 21 0 0,0-1 0 0 0,0 1 0 0 0,0 0 1 0 0,0 0-1 0 0,0-1 0 0 0,0 1 0 0 0,0-1 0 0 0,0 1 0 0 0,0-1 0 0 0,0 0 1 0 0,0 1-1 0 0,0-1 0 0 0,1 0 0 0 0,-1 1 0 0 0,0-1 0 0 0,0 0 0 0 0,1 0 1 0 0,-1 0-1 0 0,1 1 0 0 0,-1-1 0 0 0,1 0 0 0 0,-1 0 0 0 0,1 0 0 0 0,-1 0 1 0 0,1 0-1 0 0,0 0 0 0 0,0 0 0 0 0,-1 0 0 0 0,1 0 0 0 0,0 0 0 0 0,0-1 0 0 0,0 1 1 0 0,0 0-1 0 0,0 0 0 0 0,0 0 0 0 0,0 0 0 0 0,1 0 0 0 0,-1 0 0 0 0,0 0 1 0 0,1 0-1 0 0,0-2 0 0 0,1-2-650 0 0,0-1 1 0 0,0 1-1 0 0,1-1 1 0 0,0 1-1 0 0,5-7 0 0 0,5-5-2806 0 0,1-3-1508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4:20.8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76 2384 0 0,'23'-6'5295'0'0,"-20"5"-4199"0"0,-1 1-217 0 0,0-1-700 0 0,0 1 0 0 0,1 0-1 0 0,-1-1 1 0 0,0 1 0 0 0,0 0 0 0 0,0 0-1 0 0,0 0 1 0 0,0 1 0 0 0,0-1 0 0 0,0 1-1 0 0,0-1 1 0 0,0 1 0 0 0,0-1 0 0 0,0 1 0 0 0,0 0-1 0 0,0 0 1 0 0,0 0 0 0 0,0 0 0 0 0,2 3-1 0 0,0-1 24 0 0,-1 0-1 0 0,0 0 0 0 0,-1 0 1 0 0,1 1-1 0 0,-1 0 0 0 0,1-1 1 0 0,-1 1-1 0 0,0 0 0 0 0,2 5 1 0 0,0 2 76 0 0,-1 0 0 0 0,0 0 0 0 0,-1 0 0 0 0,0 0 0 0 0,-1 0 0 0 0,0 0 0 0 0,-1 12 1 0 0,-1-7-21 0 0,-1 0 0 0 0,-1 0-1 0 0,0 0 1 0 0,-1 0 0 0 0,-1 0 0 0 0,-1-1 0 0 0,0 0 0 0 0,-1 0 0 0 0,0-1 0 0 0,-18 26 0 0 0,24-39-228 0 0,1 0-1 0 0,-1 0 0 0 0,1 0 1 0 0,-1 0-1 0 0,0 0 1 0 0,0 0-1 0 0,0-1 1 0 0,1 1-1 0 0,-1 0 1 0 0,0-1-1 0 0,0 1 0 0 0,0 0 1 0 0,0-1-1 0 0,-1 1 1 0 0,1-1-24 0 0,1 0 1 0 0,0 0-1 0 0,-1 0 0 0 0,1 0 1 0 0,0 0-1 0 0,-1 0 1 0 0,1 0-1 0 0,0 0 1 0 0,-1 0-1 0 0,1 0 0 0 0,0 0 1 0 0,-1-1-1 0 0,1 1 1 0 0,0 0-1 0 0,-1 0 0 0 0,1 0 1 0 0,0 0-1 0 0,0-1 1 0 0,-1 1-1 0 0,1 0 1 0 0,0 0-1 0 0,0-1 0 0 0,-1 1 1 0 0,1 0-1 0 0,0 0 1 0 0,0-1-1 0 0,0 1 0 0 0,-1-1 1 0 0,0-1 0 0 0,1 0 0 0 0,-1 0 0 0 0,0 0 0 0 0,1 0 0 0 0,0 0 0 0 0,-1-1 0 0 0,1 1 1 0 0,0 0-1 0 0,0 0 0 0 0,0 0 0 0 0,1-4 0 0 0,3-12 7 0 0,0 1-1 0 0,2 0 1 0 0,0 1-1 0 0,13-26 1 0 0,41-60 7 0 0,-13 26-15 0 0,-24 42-11 0 0,-14 23 2 0 0,-1 0 0 0 0,0-1 0 0 0,10-22 1 0 0,-17 33-10 0 0,-1 3 10 0 0,-2 14 27 0 0,0 1 1 0 0,0-1 0 0 0,-6 18-1 0 0,-4 18 53 0 0,10-41-69 0 0,1 0-1 0 0,0-1 0 0 0,1 1 1 0 0,0 0-1 0 0,1 0 1 0 0,0-1-1 0 0,1 1 1 0 0,0 0-1 0 0,4 13 0 0 0,-4-18-26 0 0,1 0-1 0 0,0 0 1 0 0,-1-1-1 0 0,2 1 1 0 0,-1-1-1 0 0,1 0 1 0 0,0 0-1 0 0,0 0 1 0 0,0-1-1 0 0,0 1 1 0 0,1-1-1 0 0,0 0 1 0 0,0 0 0 0 0,0 0-1 0 0,0-1 1 0 0,1 0-1 0 0,7 4 1 0 0,2-2-709 0 0,0 0 1 0 0,0-1-1 0 0,1 0 1 0 0,-1-1 0 0 0,27 2-1 0 0,-18-4-3408 0 0,31-3 1 0 0,-32-1-1849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4:21.2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33 1604 0 0,'3'-19'10801'0'0,"0"7"-8670"0"0,0 11-2026 0 0,0 1-1 0 0,-1-1 1 0 0,1 1-1 0 0,0 0 1 0 0,-1 0 0 0 0,1 0-1 0 0,0 1 1 0 0,-1-1 0 0 0,1 1-1 0 0,-1-1 1 0 0,1 1-1 0 0,0 0 1 0 0,-1 0 0 0 0,0 0-1 0 0,1 0 1 0 0,-1 0-1 0 0,0 1 1 0 0,1-1 0 0 0,-1 1-1 0 0,0-1 1 0 0,0 1 0 0 0,0 0-1 0 0,0 0 1 0 0,-1 0-1 0 0,1 0 1 0 0,1 3 0 0 0,2 0 81 0 0,-1 1 1 0 0,0 0 0 0 0,-1 0-1 0 0,0 0 1 0 0,1 1 0 0 0,-2-1 0 0 0,1 1-1 0 0,-1 0 1 0 0,2 8 0 0 0,-3 2 85 0 0,1-1 1 0 0,-2 1-1 0 0,0 0 0 0 0,-2 0 1 0 0,0 0-1 0 0,0 0 1 0 0,-8 25-1 0 0,-46 113 616 0 0,43-121-716 0 0,1 0-23 0 0,12-33-147 0 0,0-1 0 0 0,0 1 0 0 0,0 0 0 0 0,0-1-1 0 0,0 1 1 0 0,0 0 0 0 0,0 0 0 0 0,0-1 0 0 0,1 1 0 0 0,-1 0 0 0 0,0-1 0 0 0,0 1 0 0 0,1-1-1 0 0,-1 1 1 0 0,1 0 0 0 0,-1-1 0 0 0,0 1 0 0 0,1-1 0 0 0,-1 1 0 0 0,1-1 0 0 0,-1 1 0 0 0,1-1-1 0 0,0 1 1 0 0,-1-1 0 0 0,1 0 0 0 0,-1 1 0 0 0,1-1 0 0 0,0 0 0 0 0,-1 1 0 0 0,1-1-1 0 0,0 0 1 0 0,-1 0 0 0 0,1 0 0 0 0,0 1 0 0 0,0-1 0 0 0,-1 0 0 0 0,1 0 0 0 0,0 0 0 0 0,-1 0-1 0 0,1 0 1 0 0,0 0 0 0 0,-1-1 0 0 0,1 1 0 0 0,0 0 0 0 0,0-1 0 0 0,202-51-3555 0 0,-68 8-5446 0 0,-84 23 1252 0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4:21.7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86 176 92 0 0,'-11'-6'2350'0'0,"-21"-13"3796"0"0,29 18-5464 0 0,1 0-856 0 0,-36-18 9593 0 0,54 12-9223 0 0,-1 1 1 0 0,1 1-1 0 0,0 1 0 0 0,26-5 0 0 0,-2 1-74 0 0,255-54 506 0 0,-197 42-51 0 0,-65 15-188 0 0,-30 5-338 0 0,22-3 3 0 0,-23 2-176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4:22.3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52 1656 0 0,'-2'-16'6495'0'0,"-3"-13"-826"0"0,5 27-5268 0 0,15-3 381 0 0,-1 8-698 0 0,-1-1-1 0 0,0 2 1 0 0,0 0-1 0 0,0 0 1 0 0,0 1-1 0 0,-1 1 1 0 0,0 0-1 0 0,0 1 1 0 0,-1 0-1 0 0,1 1 1 0 0,-1 0 0 0 0,11 12-1 0 0,-6-6 17 0 0,-1 1 0 0 0,-1 1 0 0 0,-1 0 0 0 0,0 1 0 0 0,-1 0 0 0 0,0 1 0 0 0,11 26 0 0 0,-17-33 10 0 0,-2 1 1 0 0,1 0-1 0 0,-1 0 0 0 0,-1 0 1 0 0,0 0-1 0 0,-1 0 0 0 0,0 1 1 0 0,-1-1-1 0 0,-1 1 1 0 0,1 0-1 0 0,-2-1 0 0 0,0 1 1 0 0,-1-1-1 0 0,0 1 0 0 0,0-1 1 0 0,-2 0-1 0 0,1 0 1 0 0,-2 0-1 0 0,1 0 0 0 0,-2-1 1 0 0,1 0-1 0 0,-2 0 0 0 0,1 0 1 0 0,-2-1-1 0 0,-15 18 0 0 0,-14 3 399 0 0,35-29-448 0 0,-1-3-12 0 0,3 1-46 0 0,-1-1 0 0 0,0 1 0 0 0,1 0 0 0 0,-1 0 1 0 0,1-1-1 0 0,-1 1 0 0 0,1-1 0 0 0,-1 1 0 0 0,1 0 1 0 0,-1-1-1 0 0,1 1 0 0 0,-1-1 0 0 0,1 1 0 0 0,-1-1 1 0 0,1 1-1 0 0,0-1 0 0 0,-1 1 0 0 0,1-1 0 0 0,0 0 1 0 0,0 1-1 0 0,-1-1 0 0 0,1 0 0 0 0,3-20 33 0 0,5-2-24 0 0,2 1 1 0 0,0 0 0 0 0,20-31-1 0 0,48-57-19 0 0,-33 48 23 0 0,8-7-29 0 0,-33 44-3 0 0,-1 0 0 0 0,-1-1-1 0 0,-2 0 1 0 0,19-40 0 0 0,-34 65 10 0 0,-1 0 1 0 0,1 0 0 0 0,-1 0 0 0 0,0 0 0 0 0,0 1-1 0 0,1-1 1 0 0,-1 0 0 0 0,0 0 0 0 0,0 0 0 0 0,0 0 0 0 0,0 0-1 0 0,0 0 1 0 0,0 0 0 0 0,0 1 0 0 0,0-1 0 0 0,0 0-1 0 0,0 0 1 0 0,-1-2 0 0 0,0 3 3 0 0,1 0-1 0 0,0-1 1 0 0,-1 1-1 0 0,1 0 1 0 0,-1-1 0 0 0,1 1-1 0 0,-1 0 1 0 0,1-1-1 0 0,0 1 1 0 0,-1 0 0 0 0,1 0-1 0 0,-1-1 1 0 0,1 1-1 0 0,-1 0 1 0 0,0 0 0 0 0,1 0-1 0 0,-1 0 1 0 0,1 0-1 0 0,-1 0 1 0 0,1 0 0 0 0,-1 0-1 0 0,0 0 1 0 0,-2 0-2 0 0,1 1 1 0 0,-1-1 0 0 0,1 1-1 0 0,-1 0 1 0 0,1 0-1 0 0,-1 0 1 0 0,1 0 0 0 0,0 0-1 0 0,0 0 1 0 0,-1 1-1 0 0,-1 1 1 0 0,-5 6-12 0 0,2 0 0 0 0,-1 0 0 0 0,1 1 0 0 0,0 0 0 0 0,1 0 0 0 0,0 0 0 0 0,-8 22 0 0 0,1 2 17 0 0,-10 47 0 0 0,19-68-1 0 0,2 0-1 0 0,0 0 1 0 0,0 1 0 0 0,1-1-1 0 0,1 0 1 0 0,0 0 0 0 0,3 23-1 0 0,-1-30 2 0 0,-1 0-1 0 0,0 0 0 0 0,1-1 0 0 0,0 1 1 0 0,0 0-1 0 0,1-1 0 0 0,0 0 1 0 0,0 0-1 0 0,0 0 0 0 0,0 0 0 0 0,1 0 1 0 0,-1 0-1 0 0,1-1 0 0 0,1 0 1 0 0,-1 0-1 0 0,1 0 0 0 0,-1 0 1 0 0,1-1-1 0 0,8 5 0 0 0,4-1-236 0 0,0 0-1 0 0,1-1 0 0 0,-1-1 1 0 0,1 0-1 0 0,1-1 0 0 0,-1-2 1 0 0,0 1-1 0 0,27-2 0 0 0,-13-1-1575 0 0,36-5-1 0 0,25-12-5306 0 0,-60 9 2213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4:22.9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147 47 1444 0 0,'-3'-1'2282'0'0,"-49"-33"9165"0"0,50 33-10939 0 0,-5-5 1100 0 0,9 5-1592 0 0,0 0-1 0 0,1 1 1 0 0,-1-1 0 0 0,1 1 0 0 0,-1-1-1 0 0,0 1 1 0 0,1 0 0 0 0,-1 0-1 0 0,1 0 1 0 0,-1 0 0 0 0,0 0 0 0 0,1 0-1 0 0,-1 1 1 0 0,1-1 0 0 0,-1 1 0 0 0,0 0-1 0 0,4 1 1 0 0,1 0-5 0 0,0 1 1 0 0,0 0-1 0 0,0 1 1 0 0,0-1-1 0 0,7 6 0 0 0,-9-5-8 0 0,0-1-1 0 0,-1 1 0 0 0,0 0 1 0 0,1 0-1 0 0,-1 0 0 0 0,-1 1 1 0 0,1 0-1 0 0,-1-1 0 0 0,1 1 0 0 0,-2 0 1 0 0,1 1-1 0 0,0-1 0 0 0,-1 0 1 0 0,0 1-1 0 0,0-1 0 0 0,-1 1 1 0 0,1 0-1 0 0,-1 0 0 0 0,-1-1 1 0 0,1 1-1 0 0,-1 0 0 0 0,0 0 1 0 0,0 0-1 0 0,0 0 0 0 0,-1 0 1 0 0,-2 6-1 0 0,0 0 15 0 0,0 0 0 0 0,-2 0 0 0 0,1 0 1 0 0,-1 0-1 0 0,-1 0 0 0 0,0-1 0 0 0,-1 0 0 0 0,0-1 0 0 0,-1 1 0 0 0,-17 17 1 0 0,-9 4 183 0 0,32-30-148 0 0,-11 12 197 0 0,43-9-222 0 0,-13 0-33 0 0,1 0 1 0 0,-1 1-1 0 0,0 0 1 0 0,-1 2-1 0 0,1 0 1 0 0,-1 1-1 0 0,16 12 0 0 0,-24-16 68 0 0,-1 0-1 0 0,1 1 0 0 0,-1 1 0 0 0,-1-1 0 0 0,1 1 0 0 0,-1 0 0 0 0,-1 0 1 0 0,1 1-1 0 0,-1 0 0 0 0,0 0 0 0 0,-1 0 0 0 0,0 0 0 0 0,0 1 1 0 0,-1-1-1 0 0,4 17 0 0 0,-6-19 51 0 0,0-1-1 0 0,-1 1 1 0 0,0 0 0 0 0,0 0 0 0 0,0 0-1 0 0,-1-1 1 0 0,0 1 0 0 0,0 0 0 0 0,-1-1-1 0 0,1 1 1 0 0,-1-1 0 0 0,-5 10 0 0 0,3-7 10 0 0,-1-1 1 0 0,0 1-1 0 0,0-1 1 0 0,0 0 0 0 0,-1-1-1 0 0,0 0 1 0 0,-14 11-1 0 0,10-9-47 0 0,-1-1-1 0 0,0 0 1 0 0,-1 0 0 0 0,1-2-1 0 0,-1 1 1 0 0,0-1-1 0 0,-1-1 1 0 0,1 0 0 0 0,-1-1-1 0 0,0 0 1 0 0,-17 1-1 0 0,20-4-57 0 0,-1 0 0 0 0,1-1-1 0 0,0 0 1 0 0,0-1 0 0 0,0 0-1 0 0,0 0 1 0 0,0-1 0 0 0,-13-6-1 0 0,19 8-185 0 0,1-1 0 0 0,0 0 0 0 0,0 0 0 0 0,0 0 0 0 0,0 0 0 0 0,0 0 0 0 0,1-1 0 0 0,-1 1 0 0 0,1-1 0 0 0,-1 0 0 0 0,-3-5 0 0 0,5 6-179 0 0,0-1-1 0 0,0 1 0 0 0,0-1 0 0 0,0 1 0 0 0,1-1 0 0 0,-1 0 0 0 0,1 1 0 0 0,-1-1 0 0 0,1 0 0 0 0,0 1 0 0 0,0-1 0 0 0,0 0 0 0 0,1 1 0 0 0,-1-1 0 0 0,0 0 0 0 0,1 1 0 0 0,1-6 0 0 0,9-19-6167 0 0,-1 10 811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4:23.3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64 2664 0 0,'-29'-9'4294'0'0,"-30"-8"4858"0"0,22 6-5998 0 0,35 10-2424 0 0,51-5-408 0 0,37 2-405 0 0,136-4 240 0 0,-73 6-4254 0 0,-134 2 2965 0 0,10 1-2085 0 0,-9-3-1932 0 0,-3-3 758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4:23.6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173 42 872 0 0,'-24'-13'4420'0'0,"16"8"-2737"0"0,0 0 1 0 0,0 1-1 0 0,0 1 1 0 0,0-1-1 0 0,-17-3 1 0 0,24 7-1561 0 0,-1 0 0 0 0,1 0 0 0 0,0 0 0 0 0,-1 1 0 0 0,1-1 0 0 0,0 1 0 0 0,0-1 0 0 0,0 1 0 0 0,-1-1 0 0 0,1 1 1 0 0,0 0-1 0 0,0 0 0 0 0,0-1 0 0 0,0 1 0 0 0,0 0 0 0 0,0 0 0 0 0,0 0 0 0 0,0 0 0 0 0,1 0 0 0 0,-1 0 0 0 0,0 0 0 0 0,0 0 0 0 0,1 1 1 0 0,-1 1-1 0 0,-13 29 1195 0 0,14-31-1260 0 0,-11 39 598 0 0,2 0-1 0 0,1 1 1 0 0,-2 58-1 0 0,5 126-317 0 0,5-177-266 0 0,9 168-2552 0 0,0-144-1543 0 0,2-1-3619 0 0,-6-49 1313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4:45.8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270 20 1488 0 0,'-2'-1'1168'0'0,"-2"-2"-692"0"0,1 1 1 0 0,-1 0-1 0 0,0 0 1 0 0,0 0-1 0 0,0 1 1 0 0,0-1 0 0 0,0 1-1 0 0,-1 0 1 0 0,1 0-1 0 0,0 1 1 0 0,-6-1 0 0 0,7 1-393 0 0,1 0 1 0 0,-1 0 0 0 0,0 0 0 0 0,1 0-1 0 0,-1 1 1 0 0,1-1 0 0 0,-1 1 0 0 0,1 0-1 0 0,-1 0 1 0 0,1 0 0 0 0,-1 0 0 0 0,1 0-1 0 0,0 0 1 0 0,0 1 0 0 0,0-1 0 0 0,0 1-1 0 0,0 0 1 0 0,0-1 0 0 0,0 1 0 0 0,-2 3-1 0 0,-8 12 175 0 0,1 1 0 0 0,1 0 0 0 0,0 1 0 0 0,-13 38 0 0 0,-18 85 296 0 0,37-123-472 0 0,-13 47 84 0 0,4 1 0 0 0,-6 82 0 0 0,17-119-130 0 0,1 0-1 0 0,2 0 1 0 0,1 0 0 0 0,1 0-1 0 0,2 0 1 0 0,1-1 0 0 0,13 43-1 0 0,-14-61-3 0 0,0 1 0 0 0,0-1 0 0 0,1 0 0 0 0,0-1-1 0 0,1 1 1 0 0,0-1 0 0 0,1 0 0 0 0,0-1 0 0 0,1 0 0 0 0,0 0 0 0 0,0-1-1 0 0,13 9 1 0 0,-15-12 5 0 0,0-1-1 0 0,1 0 1 0 0,-1 0-1 0 0,1-1 1 0 0,0 1-1 0 0,0-2 0 0 0,0 1 1 0 0,1-1-1 0 0,-1-1 1 0 0,0 0-1 0 0,1 0 1 0 0,-1 0-1 0 0,1-1 1 0 0,-1 0-1 0 0,1-1 1 0 0,-1 0-1 0 0,1 0 1 0 0,12-4-1 0 0,-6 0 27 0 0,0 0 0 0 0,-1-1 0 0 0,0-1 0 0 0,0 0-1 0 0,0 0 1 0 0,-1-2 0 0 0,0 0 0 0 0,-1 0 0 0 0,0-1 0 0 0,0-1 0 0 0,11-13 0 0 0,-10 8 38 0 0,0-1 1 0 0,-1-1-1 0 0,-1 0 1 0 0,-1 0-1 0 0,-1-1 1 0 0,0 0-1 0 0,9-32 1 0 0,-8 13-1 0 0,-2-1 1 0 0,-1 0 0 0 0,-2-1-1 0 0,-2 0 1 0 0,-2 0 0 0 0,-1 1-1 0 0,-2-1 1 0 0,-9-51 0 0 0,4 49-79 0 0,-16-50 1 0 0,19 78-27 0 0,-1 1 0 0 0,0-1 0 0 0,-2 1 0 0 0,1 0 0 0 0,-1 1 0 0 0,-1 0 0 0 0,-13-16 0 0 0,17 24 10 0 0,0 0 0 0 0,-1 0 1 0 0,1 0-1 0 0,-1 0 1 0 0,0 1-1 0 0,-1 0 1 0 0,1 0-1 0 0,0 0 1 0 0,-1 1-1 0 0,1 0 0 0 0,-1 0 1 0 0,0 0-1 0 0,-11-1 1 0 0,15 3-90 0 0,-1-1 1 0 0,1 1-1 0 0,-1 0 1 0 0,1 0 0 0 0,0 0-1 0 0,-1 0 1 0 0,1 1-1 0 0,-1-1 1 0 0,1 0-1 0 0,0 1 1 0 0,-1 0 0 0 0,1 0-1 0 0,0 0 1 0 0,0 0-1 0 0,0 0 1 0 0,0 0-1 0 0,-1 0 1 0 0,1 1 0 0 0,1-1-1 0 0,-1 1 1 0 0,0-1-1 0 0,0 1 1 0 0,1 0-1 0 0,-1 0 1 0 0,1 0 0 0 0,-1-1-1 0 0,1 2 1 0 0,0-1-1 0 0,0 0 1 0 0,-1 0-1 0 0,2 0 1 0 0,-1 0 0 0 0,0 1-1 0 0,0-1 1 0 0,1 0-1 0 0,-1 4 1 0 0,1-2-664 0 0,-1 0 1 0 0,1 0 0 0 0,1 0-1 0 0,-1 0 1 0 0,1 0-1 0 0,-1 0 1 0 0,1-1-1 0 0,2 7 1 0 0,-3-9 687 0 0,4 11-4499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4:46.0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2080 0 0,'18'25'11451'0'0,"-18"-25"-11433"0"0,6 9-822 0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4:46.6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38 2300 0 0,'0'-4'1331'0'0,"1"-1"0"0"0,0 1 0 0 0,0 0 0 0 0,1 0 0 0 0,2-5 0 0 0,-1 7-1174 0 0,0 1 0 0 0,1 0 0 0 0,-1 0 0 0 0,1 0-1 0 0,-1 1 1 0 0,1-1 0 0 0,-1 1 0 0 0,1 0 0 0 0,0 0-1 0 0,-1 0 1 0 0,1 0 0 0 0,-1 1 0 0 0,1-1 0 0 0,-1 1 0 0 0,7 2-1 0 0,-4 0-15 0 0,0 0-1 0 0,-1 0 0 0 0,1 0 0 0 0,-1 0 0 0 0,0 1 0 0 0,0 0 0 0 0,0 0 0 0 0,7 8 0 0 0,-4-2-9 0 0,0 0-1 0 0,0 1 0 0 0,-1 0 1 0 0,0 0-1 0 0,-1 0 0 0 0,0 1 1 0 0,-1 0-1 0 0,6 18 0 0 0,-8-14 21 0 0,0 0 0 0 0,-1 0 0 0 0,0 0 0 0 0,-2 0 0 0 0,0 0-1 0 0,0 1 1 0 0,-2-1 0 0 0,0 0 0 0 0,-5 17 0 0 0,-1-2 352 0 0,-2 0 0 0 0,0-1 0 0 0,-23 43 0 0 0,32-70-7 0 0,3-19-378 0 0,9-13-79 0 0,2 1-1 0 0,1 0 1 0 0,0 0-1 0 0,36-47 1 0 0,-24 37-29 0 0,7-13 2 0 0,66-106-10 0 0,-94 135-57 0 0,-6 12-16 0 0,0 10 68 0 0,1-1 1 0 0,0 1-1 0 0,0 0 0 0 0,-1 0 1 0 0,1 0-1 0 0,0 0 0 0 0,0 0 1 0 0,0 0-1 0 0,-1-1 1 0 0,1 1-1 0 0,0 0 0 0 0,-1 0 1 0 0,1 0-1 0 0,0 0 1 0 0,0 0-1 0 0,-1 0 0 0 0,1 0 1 0 0,0 0-1 0 0,0 0 0 0 0,-1 0 1 0 0,1 0-1 0 0,0 0 1 0 0,0 0-1 0 0,-1 1 0 0 0,1-1 1 0 0,0 0-1 0 0,0 0 0 0 0,-1 0 1 0 0,1 0-1 0 0,0 0 1 0 0,0 0-1 0 0,-1 1 0 0 0,1-1 1 0 0,0 0-1 0 0,-10 7 5 0 0,1 0 1 0 0,1 1-1 0 0,-1 0 0 0 0,1 0 1 0 0,1 1-1 0 0,-1 0 0 0 0,2 0 0 0 0,-11 18 1 0 0,-1 6 0 0 0,-19 51 0 0 0,32-72 3 0 0,1 0 1 0 0,0 1 0 0 0,1-1-1 0 0,1 1 1 0 0,0 0-1 0 0,0 0 1 0 0,1 0 0 0 0,1 0-1 0 0,0 0 1 0 0,3 18-1 0 0,-2-25-21 0 0,0-1 0 0 0,1 0-1 0 0,-1 0 1 0 0,1 0 0 0 0,0 0-1 0 0,0 0 1 0 0,0 0 0 0 0,1 0-1 0 0,0 0 1 0 0,0-1-1 0 0,0 0 1 0 0,0 0 0 0 0,1 1-1 0 0,0-2 1 0 0,-1 1 0 0 0,1 0-1 0 0,1-1 1 0 0,-1 0 0 0 0,0 0-1 0 0,1 0 1 0 0,0-1 0 0 0,0 1-1 0 0,-1-1 1 0 0,1 0 0 0 0,1 0-1 0 0,-1-1 1 0 0,9 2-1 0 0,1-1-806 0 0,1 0-1 0 0,0-1 0 0 0,-1-1 0 0 0,1-1 1 0 0,23-3-1 0 0,-16 0-2715 0 0,30-10 0 0 0,-24 5-1078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4:47.1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34 1124 0 0,'-3'-7'2383'0'0,"-10"-17"6428"0"0,13 23-8670 0 0,-1 1 1 0 0,1 0-1 0 0,0 0 1 0 0,-1 0-1 0 0,1-1 1 0 0,0 1-1 0 0,-1 0 1 0 0,1 0-1 0 0,-1 0 1 0 0,1 0-1 0 0,0 0 1 0 0,-1 0-1 0 0,1 0 1 0 0,-1 0-1 0 0,1 0 1 0 0,0 0-1 0 0,-1 0 1 0 0,1 0-1 0 0,-1 0 1 0 0,1 0-1 0 0,0 0 1 0 0,-1 0-1 0 0,1 0 1 0 0,-1 1-1 0 0,1-1 1 0 0,0 0-1 0 0,-1 0 1 0 0,1 0-1 0 0,0 1 1 0 0,-1-1-1 0 0,0 2-31 0 0,0 0 0 0 0,0 0-1 0 0,1 1 1 0 0,-1-1 0 0 0,0 0-1 0 0,1 0 1 0 0,0 0 0 0 0,-1 1 0 0 0,1-1-1 0 0,0 0 1 0 0,0 1 0 0 0,1 3-1 0 0,-1 4 109 0 0,-2 12 46 0 0,2 0-1 0 0,0 0 1 0 0,5 36 0 0 0,-4-51-239 0 0,0-1 0 0 0,0 0 1 0 0,0 0-1 0 0,1 0 0 0 0,0 0 0 0 0,0 0 1 0 0,1-1-1 0 0,-1 1 0 0 0,1-1 0 0 0,1 1 1 0 0,-1-1-1 0 0,1 0 0 0 0,0 0 0 0 0,0-1 0 0 0,0 1 1 0 0,0-1-1 0 0,9 6 0 0 0,-10-8-13 0 0,1-1-1 0 0,-1 0 0 0 0,1 0 1 0 0,-1 0-1 0 0,1 0 0 0 0,0 0 1 0 0,-1-1-1 0 0,1 0 1 0 0,0 1-1 0 0,-1-1 0 0 0,1-1 1 0 0,0 1-1 0 0,0-1 1 0 0,-1 1-1 0 0,1-1 0 0 0,-1 0 1 0 0,1 0-1 0 0,-1-1 0 0 0,1 1 1 0 0,-1-1-1 0 0,1 0 1 0 0,-1 1-1 0 0,0-1 0 0 0,4-4 1 0 0,2 0 17 0 0,0-1 1 0 0,-1 0 0 0 0,0-1-1 0 0,0 0 1 0 0,0 0 0 0 0,11-17-1 0 0,-5 0 2211 0 0,16-39 1 0 0,-30 63-2171 0 0,0 0 1 0 0,0 0 0 0 0,1 0-1 0 0,-1 0 1 0 0,1 0 0 0 0,-1 0 0 0 0,0 0-1 0 0,1 0 1 0 0,0 0 0 0 0,-1 1-1 0 0,1-1 1 0 0,-1 0 0 0 0,1 0 0 0 0,0 1-1 0 0,0-1 1 0 0,1-1 0 0 0,1 14 1474 0 0,-5 28 169 0 0,-47 384 1360 0 0,45-385-3193 0 0,-1 4-1410 0 0,2 46 0 0 0,10-24-3823 0 0,-5-53 2410 0 0,1 1 0 0 0,1-1-1 0 0,5 13 1 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4:48.0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116 111 224 0 0,'-15'-6'3083'0'0,"0"0"1"0"0,-24-5-1 0 0,37 10-2498 0 0,-40-4 3473 0 0,39 5-3671 0 0,4 1-314 0 0,0 0 1 0 0,-1 0-1 0 0,1 0 0 0 0,0 0 0 0 0,0-1 1 0 0,-1 1-1 0 0,1 0 0 0 0,0 0 0 0 0,0-1 1 0 0,0 1-1 0 0,0 0 0 0 0,0-1 0 0 0,0 1 1 0 0,0-1-1 0 0,0 0 0 0 0,0 1 0 0 0,0-1 1 0 0,1 0-1 0 0,0 1 0 0 0,4 1 310 0 0,10 4-153 0 0,1-2 1 0 0,-1 0 0 0 0,1-1 0 0 0,-1 0 0 0 0,1-2 0 0 0,0 0 0 0 0,0 0 0 0 0,24-4 0 0 0,139-25 101 0 0,-143 20-331 0 0,1-2 0 0 0,44-18-1 0 0,-20-3-3282 0 0,-48 19-766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4:48.2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65 1068 0 0,'-52'-65'13789'0'0,"41"71"-12709"0"0,9-2-881 0 0,0-1-1 0 0,0 1 1 0 0,1 0-1 0 0,-1-1 0 0 0,1 1 1 0 0,0 0-1 0 0,0 0 1 0 0,1 0-1 0 0,-1 0 0 0 0,1 0 1 0 0,0 0-1 0 0,0 7 1 0 0,0 4 306 0 0,-3 50 1296 0 0,6 83-1 0 0,17 65-809 0 0,-16-181-916 0 0,-1-6-327 0 0,-1 36 1 0 0,-7-19-3329 0 0,3-36 1560 0 0,0-1 1 0 0,0 1-1 0 0,0-1 0 0 0,-5 9 1 0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4:49.4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61 174 956 0 0,'-6'-4'962'0'0,"1"0"1"0"0,0-1-1 0 0,-1 0 1 0 0,2 0-1 0 0,-1 0 0 0 0,0-1 1 0 0,1 0-1 0 0,0 1 1 0 0,1-1-1 0 0,-1-1 0 0 0,1 1 1 0 0,-3-9-1 0 0,6 14-923 0 0,0 1-1 0 0,0-1 0 0 0,0 0 1 0 0,0 1-1 0 0,0-1 0 0 0,0 0 1 0 0,0 0-1 0 0,0 1 0 0 0,0-1 1 0 0,0 0-1 0 0,0 0 0 0 0,0 1 1 0 0,0-1-1 0 0,1 0 0 0 0,-1 1 1 0 0,0-1-1 0 0,1 0 0 0 0,-1 1 1 0 0,0-1-1 0 0,1 1 0 0 0,-1-1 1 0 0,1 0-1 0 0,-1 1 0 0 0,1-1 1 0 0,-1 1-1 0 0,2-1 0 0 0,0 0 12 0 0,-1 0-1 0 0,1 0 1 0 0,0 0-1 0 0,0 0 1 0 0,0 1-1 0 0,0-1 1 0 0,0 1-1 0 0,0 0 1 0 0,3-1-1 0 0,34 4 181 0 0,-31-1-206 0 0,-1 0 0 0 0,1 1 1 0 0,-1 0-1 0 0,1 1 0 0 0,-1 0 1 0 0,0 0-1 0 0,-1 0 0 0 0,1 1 0 0 0,-1 0 1 0 0,8 8-1 0 0,-1-1 11 0 0,-1 2-1 0 0,-1 0 1 0 0,14 21-1 0 0,-17-22 43 0 0,-1 0 0 0 0,0 1 0 0 0,-1 0 0 0 0,0 0 0 0 0,-2 1 0 0 0,1 0 0 0 0,-2-1 1 0 0,0 1-1 0 0,-1 1 0 0 0,0-1 0 0 0,-2 0 0 0 0,1 0 0 0 0,-3 20 0 0 0,0-21 206 0 0,0-1 0 0 0,-1 1 0 0 0,0-1 0 0 0,-1 0 1 0 0,-10 23-1 0 0,13-35-261 0 0,1 1-4 0 0,-1-1 1 0 0,0 1-1 0 0,0-1 1 0 0,0 0-1 0 0,0 1 1 0 0,0-1-1 0 0,0 0 1 0 0,0 0-1 0 0,0 1 1 0 0,-1-1 0 0 0,1 0-1 0 0,0 0 1 0 0,-1 0-1 0 0,1-1 1 0 0,-1 1-1 0 0,1 0 1 0 0,-1 0-1 0 0,0-1 1 0 0,1 1-1 0 0,-1-1 1 0 0,1 0-1 0 0,-1 1 1 0 0,0-1-1 0 0,1 0 1 0 0,-1 0-1 0 0,-2 0 1 0 0,0 0-11 0 0,1 0-1 0 0,-1-1 1 0 0,0 1 0 0 0,1-1 0 0 0,-1 0 0 0 0,1 1 0 0 0,-1-2-1 0 0,1 1 1 0 0,0 0 0 0 0,0-1 0 0 0,-1 1 0 0 0,1-1 0 0 0,0 0 0 0 0,-2-3-1 0 0,-2 1 38 0 0,6 3-40 0 0,0 0 0 0 0,0 0 0 0 0,0 0 0 0 0,1 0 0 0 0,-1 0 1 0 0,0 0-1 0 0,1 0 0 0 0,-1 0 0 0 0,0-1 0 0 0,1 1 0 0 0,0 0 0 0 0,-1 0 1 0 0,1-1-1 0 0,0 1 0 0 0,-1 0 0 0 0,1-1 0 0 0,0 1 0 0 0,0 0 0 0 0,0-1 0 0 0,0 1 1 0 0,0 0-1 0 0,1 0 0 0 0,-1-1 0 0 0,0 1 0 0 0,1 0 0 0 0,-1-1 0 0 0,1 1 1 0 0,-1 0-1 0 0,2-2 0 0 0,17-35 7 0 0,-3 15 4 0 0,0 2-1 0 0,1 0 0 0 0,24-23 0 0 0,64-51 18 0 0,-62 60-25 0 0,64-71 0 0 0,-78 64 1 0 0,-28 41-10 0 0,0-1-1 0 0,0 1 1 0 0,0 0-1 0 0,0-1 1 0 0,0 1-1 0 0,-1-1 1 0 0,1 1-1 0 0,0-1 1 0 0,-1 1-1 0 0,1-1 1 0 0,-1 0-1 0 0,0 1 1 0 0,1-1-1 0 0,-1 0 1 0 0,0 1-1 0 0,0-1 1 0 0,0 0 0 0 0,-1-1-1 0 0,1-1-1 0 0,0 2 2 0 0,0 1 0 0 0,0 0 0 0 0,0 0 0 0 0,0 0 1 0 0,0 0-1 0 0,0 0 0 0 0,0 0 0 0 0,0-1 0 0 0,-1 1 0 0 0,1 0 1 0 0,0 0-1 0 0,-1 0 0 0 0,1 0 0 0 0,-1 0 0 0 0,1 0 0 0 0,-1 0 0 0 0,1 0 1 0 0,-1 0-1 0 0,0 0 0 0 0,0 1 0 0 0,0-2 0 0 0,0 2 0 0 0,0-1 1 0 0,0 1-1 0 0,0 0 0 0 0,0 0 0 0 0,1-1 0 0 0,-1 1 0 0 0,0 0 1 0 0,0 0-1 0 0,0 0 0 0 0,0 0 0 0 0,0 0 0 0 0,0 0 0 0 0,0 1 0 0 0,0-1 1 0 0,1 0-1 0 0,-1 0 0 0 0,0 1 0 0 0,0-1 0 0 0,-1 1 0 0 0,-2 1 0 0 0,0 0-1 0 0,0 1 0 0 0,1-1 1 0 0,-1 1-1 0 0,1 0 0 0 0,0 0 0 0 0,0 0 1 0 0,-4 5-1 0 0,-5 11 5 0 0,1 0 1 0 0,1 1-1 0 0,1 0 1 0 0,1 1-1 0 0,-7 25 0 0 0,6-10-6 0 0,2 1 0 0 0,-4 48 0 0 0,10-77 10 0 0,1 1 1 0 0,0 0-1 0 0,0 0 0 0 0,1 0 0 0 0,0 0 0 0 0,1 0 0 0 0,0 0 0 0 0,0-1 0 0 0,1 1 0 0 0,4 9 0 0 0,-5-14 10 0 0,1 1-1 0 0,0-1 1 0 0,-1 0-1 0 0,1 1 1 0 0,0-1-1 0 0,1-1 1 0 0,-1 1-1 0 0,1 0 1 0 0,0-1 0 0 0,0 0-1 0 0,0 0 1 0 0,0 0-1 0 0,0 0 1 0 0,1-1-1 0 0,-1 1 1 0 0,1-1-1 0 0,0 0 1 0 0,9 2-1 0 0,2-1 36 0 0,0 0 0 0 0,1-1 0 0 0,-1-1 0 0 0,0 0 0 0 0,1-1 0 0 0,-1-1 0 0 0,22-4 0 0 0,-35 4-57 0 0,1 0 38 0 0,8-2-2791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4:49.9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221 38 476 0 0,'0'-26'9974'0'0,"0"26"-9871"0"0,0-1-1 0 0,0 1 1 0 0,0 0 0 0 0,1-1-1 0 0,-1 1 1 0 0,0 0-1 0 0,0-1 1 0 0,0 1-1 0 0,0 0 1 0 0,0-1 0 0 0,0 1-1 0 0,0 0 1 0 0,0-1-1 0 0,0 1 1 0 0,0 0-1 0 0,-1-1 1 0 0,1 1 0 0 0,0 0-1 0 0,0-1 1 0 0,0 1-1 0 0,0 0 1 0 0,0-1-1 0 0,-1 1 1 0 0,1 0 0 0 0,0 0-1 0 0,0-1 1 0 0,-1 1-1 0 0,1 0 1 0 0,0 0-1 0 0,0-1 1 0 0,-1 1 0 0 0,1 0-1 0 0,0 0 1 0 0,0 0-1 0 0,-1-1 1 0 0,1 1-1 0 0,0 0 1 0 0,-1 0 0 0 0,1 0-1 0 0,0 0 1 0 0,-1 0-1 0 0,1 0 1 0 0,0 0 0 0 0,-1 0-1 0 0,1 0 1 0 0,-1 0-1 0 0,-18 13 1528 0 0,-14 27-348 0 0,-68 120 1249 0 0,91-141-2428 0 0,0 1 0 0 0,2 0 0 0 0,1 0-1 0 0,0 0 1 0 0,2 1 0 0 0,-6 38 0 0 0,10-53-85 0 0,1-1-1 0 0,0 1 1 0 0,0 0 0 0 0,0-1-1 0 0,1 1 1 0 0,0 0 0 0 0,0-1 0 0 0,0 1-1 0 0,1-1 1 0 0,0 0 0 0 0,0 0-1 0 0,0 1 1 0 0,1-1 0 0 0,-1 0-1 0 0,1-1 1 0 0,1 1 0 0 0,-1 0 0 0 0,0-1-1 0 0,1 0 1 0 0,0 0 0 0 0,0 0-1 0 0,1 0 1 0 0,6 4 0 0 0,-5-4-4 0 0,-1-1 1 0 0,1 0 0 0 0,0-1-1 0 0,1 1 1 0 0,-1-1-1 0 0,0 0 1 0 0,1-1 0 0 0,-1 1-1 0 0,1-1 1 0 0,0 0-1 0 0,-1-1 1 0 0,1 0 0 0 0,-1 0-1 0 0,1 0 1 0 0,0-1-1 0 0,-1 0 1 0 0,1 0 0 0 0,-1-1-1 0 0,11-4 1 0 0,-7 2 5 0 0,0 0 0 0 0,0-1 0 0 0,-1 0 0 0 0,0-1 0 0 0,0 0 1 0 0,-1-1-1 0 0,14-12 0 0 0,-18 15 32 0 0,-1 1 1 0 0,1-1-1 0 0,-1 0 1 0 0,0-1-1 0 0,0 1 1 0 0,-1 0-1 0 0,1-1 1 0 0,-1 1-1 0 0,0-1 1 0 0,0 0-1 0 0,0 0 1 0 0,-1 0-1 0 0,0 0 1 0 0,0 0-1 0 0,0 0 1 0 0,0 0-1 0 0,-1-10 1 0 0,0 12-37 0 0,-1 1 1 0 0,1 0-1 0 0,-1-1 0 0 0,0 1 1 0 0,1 0-1 0 0,-1 0 1 0 0,0-1-1 0 0,0 1 1 0 0,-1 0-1 0 0,1 0 0 0 0,0 0 1 0 0,-1 0-1 0 0,1 0 1 0 0,-1 1-1 0 0,0-1 1 0 0,1 0-1 0 0,-1 1 0 0 0,0-1 1 0 0,0 1-1 0 0,0 0 1 0 0,0 0-1 0 0,0-1 0 0 0,-1 1 1 0 0,1 1-1 0 0,0-1 1 0 0,0 0-1 0 0,-1 0 1 0 0,1 1-1 0 0,0-1 0 0 0,-1 1 1 0 0,1 0-1 0 0,-5 0 1 0 0,-5 0-6 0 0,0 0 0 0 0,1 0-1 0 0,-1 2 1 0 0,0-1 0 0 0,-14 5 0 0 0,15-3-150 0 0,0 1 0 0 0,0 0 0 0 0,1 0 0 0 0,-1 2 0 0 0,1-1 0 0 0,0 1 0 0 0,-10 8 0 0 0,14-9-444 0 0,-1 1-1 0 0,1-1 0 0 0,0 1 1 0 0,-7 10-1 0 0,10-12-229 0 0,0 1 0 0 0,1-1-1 0 0,-1 1 1 0 0,1 0 0 0 0,0 0-1 0 0,0 0 1 0 0,-2 8 0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4:50.3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246 35 468 0 0,'-126'-1'11661'0'0,"9"0"-4450"0"0,114 1-6666 0 0,4 0-535 0 0,-1 1-1 0 0,1-1 1 0 0,-1 1-1 0 0,1-1 1 0 0,-1 0 0 0 0,1 1-1 0 0,-1-1 1 0 0,1 0-1 0 0,0 1 1 0 0,-1-1-1 0 0,1 0 1 0 0,-1 0 0 0 0,1 1-1 0 0,0-1 1 0 0,-1 0-1 0 0,1 0 1 0 0,0 0-1 0 0,-1 0 1 0 0,1 0-1 0 0,0 0 1 0 0,-1 0 0 0 0,2 0-1 0 0,349-27-1036 0 0,-247 16-4732 0 0,-81 11-42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4:50.6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1 1576 0 0,'-103'53'16773'0'0,"102"-53"-16717"0"0,1 1 0 0 0,-1-1-1 0 0,1 0 1 0 0,-1 1-1 0 0,1-1 1 0 0,0 1-1 0 0,-1-1 1 0 0,1 1-1 0 0,-1-1 1 0 0,1 1 0 0 0,0-1-1 0 0,-1 1 1 0 0,1-1-1 0 0,0 1 1 0 0,0 0-1 0 0,-1-1 1 0 0,1 1 0 0 0,0 0-1 0 0,2 2 11 0 0,1 0 0 0 0,0 0 0 0 0,0-1 0 0 0,0 1 1 0 0,0-1-1 0 0,0 0 0 0 0,0 0 0 0 0,1 0 0 0 0,-1 0 0 0 0,0-1 0 0 0,1 1 0 0 0,0-1 0 0 0,-1 0 0 0 0,7 1 0 0 0,11 2 57 0 0,31 2 0 0 0,-27-4-32 0 0,52 3 84 0 0,1-4 1 0 0,122-14 0 0 0,-150 8 131 0 0,20 2 395 0 0,-68 3-718 0 0,8-2-1668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4:52.3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436 132 416 0 0,'4'-5'1110'0'0,"-1"0"1"0"0,0 0-1 0 0,0 0 1 0 0,0 0-1 0 0,0 0 0 0 0,-1-1 1 0 0,0 1-1 0 0,0-1 1 0 0,2-10-1 0 0,-4 13-914 0 0,1 1 0 0 0,-1-1-1 0 0,0 0 1 0 0,0 0 0 0 0,0 1 0 0 0,0-1 0 0 0,-1 0 0 0 0,1 1 0 0 0,-1-1-1 0 0,0 1 1 0 0,1-1 0 0 0,-1 1 0 0 0,0-1 0 0 0,-1 1 0 0 0,1-1 0 0 0,0 1-1 0 0,-1 0 1 0 0,1 0 0 0 0,-1-1 0 0 0,0 1 0 0 0,0 1 0 0 0,0-1-1 0 0,0 0 1 0 0,-3-2 0 0 0,4 3-157 0 0,-1 0 0 0 0,1 0 0 0 0,0 1 0 0 0,-1-1 0 0 0,1 0 0 0 0,-1 1 0 0 0,1-1 0 0 0,-1 1 0 0 0,1 0 0 0 0,-1-1 0 0 0,1 1 0 0 0,-1 0 0 0 0,1 0 0 0 0,-1 0 0 0 0,0 0 0 0 0,1 0 0 0 0,-1 1 0 0 0,-2 0 0 0 0,0 0 6 0 0,0 0 0 0 0,0 1 0 0 0,1 0 0 0 0,-1 0 1 0 0,0 0-1 0 0,1 0 0 0 0,-4 4 0 0 0,-7 6 62 0 0,0 1 0 0 0,-17 22 0 0 0,21-24 10 0 0,-36 43 160 0 0,2 2-1 0 0,2 2 0 0 0,3 2 0 0 0,-46 96 1 0 0,76-137-245 0 0,1 0 1 0 0,1 1-1 0 0,1 0 0 0 0,0 0 1 0 0,2 1-1 0 0,0-1 0 0 0,1 1 1 0 0,1 24-1 0 0,2-38-18 0 0,0 0-1 0 0,0 0 0 0 0,1 0 1 0 0,0 0-1 0 0,1 1 1 0 0,-1-1-1 0 0,1-1 1 0 0,1 1-1 0 0,-1 0 1 0 0,1 0-1 0 0,1-1 1 0 0,-1 0-1 0 0,1 0 1 0 0,0 0-1 0 0,0 0 0 0 0,1 0 1 0 0,-1-1-1 0 0,2 0 1 0 0,-1 0-1 0 0,0 0 1 0 0,1 0-1 0 0,0-1 1 0 0,0 0-1 0 0,0 0 1 0 0,0-1-1 0 0,13 5 1 0 0,-10-5 7 0 0,1 0 0 0 0,0 0 0 0 0,0-1 0 0 0,0-1 0 0 0,0 1 1 0 0,1-2-1 0 0,-1 0 0 0 0,0 0 0 0 0,0 0 0 0 0,0-1 0 0 0,1-1 1 0 0,-1 0-1 0 0,17-6 0 0 0,-19 5 184 0 0,1 0 0 0 0,-1-1-1 0 0,0 0 1 0 0,0 0 0 0 0,0-1 0 0 0,0 0-1 0 0,-1 0 1 0 0,0-1 0 0 0,0 0 0 0 0,-1 0 0 0 0,1 0-1 0 0,-1-1 1 0 0,-1 0 0 0 0,1 0 0 0 0,7-15-1 0 0,-12 20-161 0 0,0 1 0 0 0,0-1-1 0 0,-1 0 1 0 0,1 1-1 0 0,0-1 1 0 0,-1 0 0 0 0,1 0-1 0 0,-1 0 1 0 0,0 1-1 0 0,0-1 1 0 0,0 0-1 0 0,0 0 1 0 0,0 0 0 0 0,0 1-1 0 0,0-1 1 0 0,0 0-1 0 0,-1 0 1 0 0,1 0 0 0 0,-1 1-1 0 0,1-1 1 0 0,-2-2-1 0 0,1 2-15 0 0,-1 0-1 0 0,1 0 0 0 0,-1 0 0 0 0,0 0 0 0 0,0 0 1 0 0,0 1-1 0 0,0-1 0 0 0,0 1 0 0 0,0-1 1 0 0,0 1-1 0 0,-1 0 0 0 0,1-1 0 0 0,-3 0 1 0 0,-5-1-7 0 0,0 0 0 0 0,0 0 0 0 0,0 1 0 0 0,-1 1 1 0 0,1 0-1 0 0,-13 0 0 0 0,0 1-84 0 0,1 1 0 0 0,-1 2 0 0 0,-42 9 0 0 0,53-8-806 0 0,0 0-1 0 0,-16 8 0 0 0,-3 9-3961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4:54.1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90 660 0 0,'-4'-11'3454'0'0,"3"7"-2545"0"0,0-2 0 0 0,0 0 1 0 0,1 0-1 0 0,-1 0 0 0 0,2-11 1 0 0,-1 16-853 0 0,0 0 0 0 0,0-1 1 0 0,0 1-1 0 0,1-1 0 0 0,-1 1 1 0 0,1-1-1 0 0,-1 1 0 0 0,1 0 1 0 0,-1-1-1 0 0,1 1 1 0 0,0 0-1 0 0,0-1 0 0 0,-1 1 1 0 0,1 0-1 0 0,0 0 0 0 0,0 0 1 0 0,0 0-1 0 0,1 0 0 0 0,-1 0 1 0 0,0 0-1 0 0,0 0 1 0 0,0 1-1 0 0,1-1 0 0 0,-1 0 1 0 0,0 1-1 0 0,3-2 0 0 0,0 1-46 0 0,-1 1 0 0 0,0-1 0 0 0,1 1 0 0 0,-1-1 0 0 0,1 1 0 0 0,-1 0 0 0 0,1 1 0 0 0,-1-1 0 0 0,1 0 0 0 0,-1 1 0 0 0,0 0 0 0 0,1 0 0 0 0,-1 0 0 0 0,5 2 0 0 0,-2 0-3 0 0,0 1 0 0 0,0-1 0 0 0,0 1 0 0 0,-1 0 0 0 0,0 1 0 0 0,10 9-1 0 0,-4 0-1 0 0,1 0 0 0 0,-2 1 0 0 0,0 1 0 0 0,13 28 0 0 0,-14-23 9 0 0,-1 0-1 0 0,-1 0 0 0 0,-1 1 0 0 0,-1 0 0 0 0,-1 0 1 0 0,-1 1-1 0 0,1 34 0 0 0,-4-26 66 0 0,-2-1 0 0 0,-1 1 0 0 0,-1 0 0 0 0,-16 58 0 0 0,16-76 89 0 0,-11 29 1144 0 0,14-40-1076 0 0,-3-5-107 0 0,4 3-128 0 0,0 0 1 0 0,0 0-1 0 0,-1 0 0 0 0,1 0 0 0 0,0 0 1 0 0,0 0-1 0 0,-1 0 0 0 0,1 0 1 0 0,0-1-1 0 0,0 1 0 0 0,-1 0 1 0 0,1 0-1 0 0,0 0 0 0 0,0 0 0 0 0,0 0 1 0 0,-1 0-1 0 0,1-1 0 0 0,0 1 1 0 0,0 0-1 0 0,0 0 0 0 0,0 0 1 0 0,-1 0-1 0 0,1-1 0 0 0,0 1 0 0 0,0 0 1 0 0,0 0-1 0 0,0-1 0 0 0,0 1 1 0 0,0 0-1 0 0,0 0 0 0 0,0 0 1 0 0,0-1-1 0 0,0 1 0 0 0,-1 0 0 0 0,1 0 1 0 0,0-1-1 0 0,0 1 0 0 0,0 0 1 0 0,1 0-1 0 0,-1-1 0 0 0,7-30 61 0 0,2 0 1 0 0,1 0-1 0 0,24-49 0 0 0,55-83 19 0 0,-31 61-1 0 0,-53 93-82 0 0,-3 5-3 0 0,0 1 1 0 0,0 0 0 0 0,0-1 0 0 0,-1 0 0 0 0,0 1 0 0 0,1-1-1 0 0,-1 0 1 0 0,0 1 0 0 0,-1-1 0 0 0,2-5 0 0 0,-3 9 1 0 0,1-1 1 0 0,0 1 0 0 0,0-1-1 0 0,0 1 1 0 0,0-1 0 0 0,0 1 0 0 0,-1-1-1 0 0,1 1 1 0 0,0 0 0 0 0,0-1-1 0 0,-1 1 1 0 0,1-1 0 0 0,0 1 0 0 0,-1 0-1 0 0,1-1 1 0 0,0 1 0 0 0,-1 0-1 0 0,1-1 1 0 0,0 1 0 0 0,-1 0 0 0 0,1 0-1 0 0,-1-1 1 0 0,1 1 0 0 0,-1 0-1 0 0,1 0 1 0 0,0 0 0 0 0,-1 0 0 0 0,1-1-1 0 0,-1 1 1 0 0,1 0 0 0 0,-1 0-1 0 0,1 0 1 0 0,-1 0 0 0 0,1 0 0 0 0,-1 0-1 0 0,0 1 1 0 0,0-1-2 0 0,-1 0-1 0 0,1 0 1 0 0,-1 0 0 0 0,1 0 0 0 0,0 1 0 0 0,-1-1-1 0 0,1 1 1 0 0,0-1 0 0 0,-1 1 0 0 0,1-1 0 0 0,0 1-1 0 0,0 0 1 0 0,0-1 0 0 0,-2 3 0 0 0,-4 4-5 0 0,0 2 0 0 0,1-1 1 0 0,0 1-1 0 0,1 0 1 0 0,-1 0-1 0 0,2 0 1 0 0,-1 1-1 0 0,2-1 0 0 0,-1 1 1 0 0,1 0-1 0 0,0 1 1 0 0,-1 17-1 0 0,2-19 11 0 0,2 1 0 0 0,-1 0 1 0 0,1 0-1 0 0,1 0 0 0 0,-1 0 0 0 0,2 0 0 0 0,0 0 1 0 0,0-1-1 0 0,0 1 0 0 0,1 0 0 0 0,1-1 0 0 0,0 0 0 0 0,9 16 1 0 0,-10-20 4 0 0,0-1 0 0 0,1 0 1 0 0,0 0-1 0 0,0 0 0 0 0,0 0 0 0 0,0-1 1 0 0,1 1-1 0 0,-1-1 0 0 0,1 0 1 0 0,0 0-1 0 0,0-1 0 0 0,0 0 1 0 0,0 0-1 0 0,0 0 0 0 0,0 0 1 0 0,1-1-1 0 0,-1 0 0 0 0,1 0 1 0 0,-1 0-1 0 0,1-1 0 0 0,-1 0 0 0 0,1 0 1 0 0,5-1-1 0 0,14-1 179 0 0,0-2 1 0 0,-1-1-1 0 0,43-14 0 0 0,-32 9 578 0 0,-29 8-595 0 0,-1 1-1 0 0,0-1 0 0 0,0 0 1 0 0,1 0-1 0 0,-1-1 1 0 0,-1 1-1 0 0,1-1 0 0 0,0 0 1 0 0,6-6-1 0 0,-10 8-140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4:54.4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31 680 0 0,'-3'-11'7121'0'0,"-10"-9"973"0"0,10 32-7624 0 0,0 49 688 0 0,8 104 0 0 0,2-19-776 0 0,-5-47 638 0 0,0-39-3703 0 0,-1-20-6088 0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4:54.7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36 2164 0 0,'-16'-24'6728'0'0,"9"12"-3552"0"0,15 21-2372 0 0,6 3-738 0 0,2-1 0 0 0,-1-1 0 0 0,1-1 0 0 0,1 0 0 0 0,0-1 0 0 0,0-1 0 0 0,0 0 0 0 0,1-1 0 0 0,0-1 0 0 0,25 3 0 0 0,-37-7-363 0 0,-1-1 0 0 0,0 0 1 0 0,1 0-1 0 0,-1 0 0 0 0,0-1 0 0 0,1 1 1 0 0,5-3-1 0 0,16-9-4736 0 0,-16 4 1246 0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4:55.0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27 224 0 0,'-43'-26'10448'0'0,"40"26"-9900"0"0,2 0-499 0 0,1 0 0 0 0,-1 0 0 0 0,1 0 0 0 0,-1-1 0 0 0,1 1 0 0 0,-1 0 0 0 0,1 0 0 0 0,-1 0 0 0 0,1 0 0 0 0,-1 0 0 0 0,0 0 0 0 0,1 0 0 0 0,-1 1 0 0 0,1-1 0 0 0,-1 0 0 0 0,1 0 0 0 0,-1 0 0 0 0,1 0 0 0 0,-1 1 0 0 0,1-1 0 0 0,-1 0 0 0 0,1 0 0 0 0,0 1 0 0 0,-1-1 0 0 0,1 1 0 0 0,-1-1 0 0 0,1 0 0 0 0,0 1 0 0 0,-1-1 0 0 0,1 1 0 0 0,0-1 0 0 0,-1 0 0 0 0,1 1 0 0 0,0-1 0 0 0,0 1 0 0 0,-1-1 0 0 0,1 1 0 0 0,0-1 0 0 0,0 1 0 0 0,0-1 0 0 0,0 1 0 0 0,0 0 0 0 0,0-1 0 0 0,0 1 0 0 0,0 49 958 0 0,4 182 1868 0 0,-1-181-4282 0 0,3-1-1 0 0,19 79 1 0 0,-10-90-4112 0 0,-8-26 357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4:55.5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85 183 416 0 0,'-16'-13'2388'0'0,"-27"-27"2545"0"0,40 36-4656 0 0,0 1 0 0 0,1-1 0 0 0,-1 1 0 0 0,1-1 0 0 0,0 0 0 0 0,0 0 0 0 0,0 0 0 0 0,0 0 0 0 0,1 0 0 0 0,-2-8 0 0 0,2 9-228 0 0,1 1 0 0 0,0-1 1 0 0,0 0-1 0 0,0 1 0 0 0,0-1 0 0 0,1 0 1 0 0,-1 1-1 0 0,1-1 0 0 0,0 1 1 0 0,-1-1-1 0 0,1 1 0 0 0,0-1 0 0 0,0 1 1 0 0,1-1-1 0 0,-1 1 0 0 0,0 0 1 0 0,1 0-1 0 0,0 0 0 0 0,-1 0 1 0 0,1 0-1 0 0,0 0 0 0 0,0 0 0 0 0,0 0 1 0 0,0 1-1 0 0,0-1 0 0 0,0 1 1 0 0,1-1-1 0 0,-1 1 0 0 0,4-1 0 0 0,0-1-22 0 0,0 1-1 0 0,0 0 0 0 0,0 0 0 0 0,0 0 1 0 0,0 1-1 0 0,0 0 0 0 0,0 1 0 0 0,1-1 0 0 0,-1 1 1 0 0,0 0-1 0 0,8 2 0 0 0,-6-1-20 0 0,1 1 0 0 0,-1 0 0 0 0,-1 1 0 0 0,1 0-1 0 0,0 0 1 0 0,-1 1 0 0 0,0 0 0 0 0,1 0 0 0 0,-2 1 0 0 0,1 0 0 0 0,0 0 0 0 0,6 8-1 0 0,-5-5-6 0 0,0 2 0 0 0,-1-1 0 0 0,0 1-1 0 0,0 1 1 0 0,-1-1 0 0 0,0 1-1 0 0,6 19 1 0 0,-4-7 72 0 0,-2 1 0 0 0,-1-1 0 0 0,0 1 0 0 0,-2 0 0 0 0,-1 0 0 0 0,-1 1 0 0 0,-3 44 0 0 0,-3-34 232 0 0,0 0-1 0 0,-22 67 0 0 0,-34 61 1199 0 0,50-135-1246 0 0,10-26-190 0 0,0 0 0 0 0,0 1 0 0 0,0-1 0 0 0,0 1-1 0 0,1-1 1 0 0,-1 1 0 0 0,1-1 0 0 0,0 5 0 0 0,0-7-55 0 0,0 0 1 0 0,0 1-1 0 0,0-1 0 0 0,0 0 1 0 0,0 1-1 0 0,0-1 0 0 0,0 0 1 0 0,1 1-1 0 0,-1-1 0 0 0,0 0 1 0 0,0 1-1 0 0,0-1 1 0 0,1 0-1 0 0,-1 0 0 0 0,0 1 1 0 0,0-1-1 0 0,1 0 0 0 0,-1 0 1 0 0,0 1-1 0 0,1-1 0 0 0,-1 0 1 0 0,0 0-1 0 0,0 0 0 0 0,1 0 1 0 0,0 1-1 0 0,16-3 61 0 0,140-55 209 0 0,-85 29-1265 0 0,86-21 0 0 0,-97 35-1128 0 0,4-2-4411 0 0,-48 13 2457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4:56.1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72 204 356 0 0,'-45'-48'9662'0'0,"20"13"-6397"0"0,25 34-3245 0 0,0 1-1 0 0,0 0 1 0 0,-1-1 0 0 0,1 1 0 0 0,0-1 0 0 0,0 1 0 0 0,0-1 0 0 0,0 1 0 0 0,0-1 0 0 0,0 1 0 0 0,0-1 0 0 0,0 1 0 0 0,0-1 0 0 0,0 1 0 0 0,0-1 0 0 0,0 1 0 0 0,1-1 0 0 0,-1 1 0 0 0,0-1 0 0 0,0 1 0 0 0,0 0 0 0 0,1-1 0 0 0,-1 1 0 0 0,0-1 0 0 0,0 1 0 0 0,1 0 0 0 0,-1-1-1 0 0,0 1 1 0 0,1 0 0 0 0,-1-1 0 0 0,1 1 0 0 0,-1 0 0 0 0,1-1 0 0 0,17-6 274 0 0,-12 6-284 0 0,-1 1 0 0 0,1 0 0 0 0,0 1 0 0 0,0-1-1 0 0,0 1 1 0 0,-1 1 0 0 0,1-1 0 0 0,0 1 0 0 0,-1 0 0 0 0,1 0-1 0 0,-1 0 1 0 0,0 1 0 0 0,0 0 0 0 0,0 0 0 0 0,0 0 0 0 0,0 1-1 0 0,-1-1 1 0 0,1 1 0 0 0,-1 0 0 0 0,0 0 0 0 0,0 1 0 0 0,-1-1-1 0 0,1 1 1 0 0,-1 0 0 0 0,0 0 0 0 0,2 6 0 0 0,1 0 19 0 0,-1 1 1 0 0,0-1 0 0 0,-1 1-1 0 0,-1 0 1 0 0,0 0-1 0 0,0 0 1 0 0,-1 0 0 0 0,-1 1-1 0 0,0-1 1 0 0,-1 1-1 0 0,-1 19 1 0 0,-1-23 27 0 0,1-1 1 0 0,-1 0-1 0 0,0 1 1 0 0,-1-1-1 0 0,0 0 0 0 0,0 0 1 0 0,-1 0-1 0 0,0-1 1 0 0,0 1-1 0 0,0-1 0 0 0,-8 8 1 0 0,11-13 14 0 0,1-3-70 0 0,-1-1 1 0 0,1 1-1 0 0,0-1 0 0 0,0 1 1 0 0,0 0-1 0 0,0-1 1 0 0,1 1-1 0 0,-1 0 1 0 0,0-1-1 0 0,0 1 0 0 0,1 0 1 0 0,-1-1-1 0 0,1-1 1 0 0,114-178 49 0 0,19-33 9 0 0,-133 212-64 0 0,0 0 0 0 0,0 0 0 0 0,0 0 1 0 0,-1 0-1 0 0,1 0 0 0 0,0 0 0 0 0,-1 0 0 0 0,1-5 0 0 0,-1 7 3 0 0,0 0-1 0 0,0-1 0 0 0,0 1 1 0 0,0 0-1 0 0,0 0 1 0 0,0-1-1 0 0,-1 1 0 0 0,1 0 1 0 0,0 0-1 0 0,0-1 0 0 0,0 1 1 0 0,0 0-1 0 0,0 0 1 0 0,0 0-1 0 0,0-1 0 0 0,-1 1 1 0 0,1 0-1 0 0,0 0 1 0 0,0 0-1 0 0,0-1 0 0 0,0 1 1 0 0,-1 0-1 0 0,1 0 0 0 0,0 0 1 0 0,0 0-1 0 0,0-1 1 0 0,-1 1-1 0 0,1 0 0 0 0,0 0 1 0 0,-1 0-1 0 0,-12 5-11 0 0,6 1 19 0 0,0 0-1 0 0,0 0 0 0 0,1 1 1 0 0,0 0-1 0 0,1 0 0 0 0,-1 0 1 0 0,1 1-1 0 0,1 0 0 0 0,-1 0 1 0 0,-3 10-1 0 0,-3 9 109 0 0,2 0-1 0 0,-8 29 1 0 0,15-48-93 0 0,0 1 1 0 0,1-1-1 0 0,-1 1 0 0 0,2 0 1 0 0,-1 0-1 0 0,1-1 1 0 0,1 1-1 0 0,-1 0 1 0 0,2-1-1 0 0,-1 1 0 0 0,3 9 1 0 0,-2-13-16 0 0,1 0 0 0 0,-1 1 0 0 0,1-1-1 0 0,0 0 1 0 0,0-1 0 0 0,0 1 0 0 0,1-1 0 0 0,0 1 0 0 0,0-1 0 0 0,0 0 0 0 0,0 0 0 0 0,0-1-1 0 0,1 1 1 0 0,0-1 0 0 0,-1 0 0 0 0,1 0 0 0 0,1-1 0 0 0,5 3 0 0 0,7 1-187 0 0,-1 0 1 0 0,2-1-1 0 0,-1-1 1 0 0,1-1-1 0 0,-1-1 1 0 0,35 1-1 0 0,-19-4-2643 0 0,-1-2-1 0 0,66-12 1 0 0,-69 7-1587 0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4:56.6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28 1964 0 0,'-3'0'2052'0'0,"-68"-21"8438"0"0,69 20-9981 0 0,-6-3 1098 0 0,12 3-1589 0 0,0 1 0 0 0,0 0 0 0 0,0 0 0 0 0,1 0-1 0 0,-1 0 1 0 0,0 1 0 0 0,0-1 0 0 0,0 1 0 0 0,0 0 0 0 0,0 0 0 0 0,0 1-1 0 0,0-1 1 0 0,0 1 0 0 0,0 0 0 0 0,-1 0 0 0 0,1 0 0 0 0,-1 0 0 0 0,6 5-1 0 0,-2-2-2 0 0,-1 1 0 0 0,1-1-1 0 0,-1 1 1 0 0,0 0 0 0 0,-1 1 0 0 0,1-1-1 0 0,-1 1 1 0 0,6 12 0 0 0,-6-8 156 0 0,-2 0 0 0 0,0 0 0 0 0,0 0 0 0 0,-1 1 0 0 0,0-1 0 0 0,-1 0 0 0 0,0 1 0 0 0,-1 0 0 0 0,0-1 0 0 0,-1 1 0 0 0,0-1 0 0 0,-1 1 0 0 0,0-1 0 0 0,-1 0 0 0 0,-8 21 0 0 0,-6 10 348 0 0,-1-2-1 0 0,-42 66 1 0 0,56-99-488 0 0,-15 30 211 0 0,19-35-214 0 0,-1 0 10 0 0,1-2-37 0 0,0 0 1 0 0,0 0 0 0 0,0 1 0 0 0,0-1-1 0 0,-1 0 1 0 0,1 0 0 0 0,0 0 0 0 0,0 1 0 0 0,0-1-1 0 0,0 0 1 0 0,0 0 0 0 0,0 1 0 0 0,0-1 0 0 0,0 0-1 0 0,0 0 1 0 0,0 1 0 0 0,0-1 0 0 0,0 0-1 0 0,0 0 1 0 0,0 1 0 0 0,0-1 0 0 0,0 0 0 0 0,0 0-1 0 0,0 1 1 0 0,1-1 0 0 0,-1 0 0 0 0,0 0 0 0 0,0 1-1 0 0,0-1 1 0 0,0 0 0 0 0,0 0 0 0 0,1 0-1 0 0,-1 1 1 0 0,0-1 0 0 0,0 0 0 0 0,0 0 0 0 0,0 0-1 0 0,1 0 1 0 0,-1 1 0 0 0,19-3 16 0 0,0-1 0 0 0,0-1-1 0 0,0 0 1 0 0,-1-2 0 0 0,30-11 0 0 0,16-6 8 0 0,221-54-1562 0 0,-283 77 1121 0 0,5-1 162 0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4:57.0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105 114 836 0 0,'-15'-8'2128'0'0,"-3"-2"3230"0"0,-38-13 1 0 0,54 23-4911 0 0,0-1-76 0 0,-9-3 1041 0 0,13 2-1046 0 0,13-2-132 0 0,-1-1 0 0 0,1 2 0 0 0,1 0-1 0 0,-1 1 1 0 0,22-1 0 0 0,8-1-83 0 0,47-11-148 0 0,58-6-1385 0 0,-54 16-8801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4:57.2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57 2264 0 0,'-69'-56'12090'0'0,"68"55"-11737"0"0,-8 10 1317 0 0,6 11-1046 0 0,1-1-1 0 0,1 1 0 0 0,0-1 1 0 0,5 35-1 0 0,-1-4-213 0 0,-1 16-510 0 0,12 184 413 0 0,-8-213-2066 0 0,13 48 1 0 0,-12-61-1250 0 0,1-1 0 0 0,22 44 0 0 0,-18-47-2200 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4:57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193 64 2192 0 0,'-12'-5'1908'0'0,"-24"-13"2999"0"0,34 18-4823 0 0,1-1 0 0 0,0 0 0 0 0,0 1 0 0 0,0-1 0 0 0,0 1 0 0 0,-1 0 0 0 0,1-1 0 0 0,0 1 0 0 0,0 0-1 0 0,-1 0 1 0 0,1 0 0 0 0,0 0 0 0 0,-1 0 0 0 0,1 0 0 0 0,0 0 0 0 0,0 0 0 0 0,-1 1 0 0 0,1-1 0 0 0,0 0-1 0 0,0 1 1 0 0,0-1 0 0 0,-1 1 0 0 0,1-1 0 0 0,0 1 0 0 0,0 0 0 0 0,0-1 0 0 0,0 1 0 0 0,0 0 0 0 0,0 0-1 0 0,0 0 1 0 0,0 0 0 0 0,0 0 0 0 0,1 0 0 0 0,-1 0 0 0 0,-1 2 0 0 0,-3 4 311 0 0,0 1 1 0 0,0 0-1 0 0,-5 15 0 0 0,8-18-175 0 0,-12 29 442 0 0,1 0 0 0 0,2 1 1 0 0,2 1-1 0 0,-6 43 0 0 0,8-24-328 0 0,2 2-1 0 0,4 58 0 0 0,1-98-292 0 0,1-1 0 0 0,1 1 0 0 0,0-1 0 0 0,2 0 0 0 0,0 0-1 0 0,0 0 1 0 0,2-1 0 0 0,10 23 0 0 0,-13-32-27 0 0,0 0-1 0 0,0-1 1 0 0,1 0 0 0 0,0 1 0 0 0,0-1 0 0 0,1 0-1 0 0,-1-1 1 0 0,1 1 0 0 0,0-1 0 0 0,0 0-1 0 0,0 0 1 0 0,1-1 0 0 0,0 1 0 0 0,-1-1 0 0 0,1-1-1 0 0,0 1 1 0 0,0-1 0 0 0,1 0 0 0 0,-1 0-1 0 0,0-1 1 0 0,1 1 0 0 0,-1-1 0 0 0,1-1 0 0 0,6 1-1 0 0,-1-2-2 0 0,0 0 0 0 0,0-1 0 0 0,-1 0 0 0 0,1-1 0 0 0,-1 0 0 0 0,1-1 0 0 0,-1 0 0 0 0,0-1 0 0 0,0 0 0 0 0,-1-1 0 0 0,0 0 0 0 0,0-1 0 0 0,0 0 0 0 0,-1 0 0 0 0,0-1-1 0 0,0 0 1 0 0,-1-1 0 0 0,0 1 0 0 0,9-15 0 0 0,-6 8-5 0 0,-1 0 0 0 0,0-1 0 0 0,-2 0 0 0 0,0-1 0 0 0,0 0 0 0 0,-2 0 0 0 0,0-1 0 0 0,-1 1 0 0 0,0-1 0 0 0,-2 0-1 0 0,3-34 1 0 0,-6 29-5 0 0,-1 0-1 0 0,-1 1 1 0 0,-1-1-1 0 0,-1 1 1 0 0,-1 0-1 0 0,-1 0 0 0 0,0 0 1 0 0,-2 1-1 0 0,-17-35 1 0 0,17 42-4 0 0,0 0 0 0 0,-1 1-1 0 0,0 0 1 0 0,-1 0 0 0 0,-1 1 0 0 0,0 1 0 0 0,0-1 0 0 0,-1 2 0 0 0,0 0 0 0 0,-1 0 0 0 0,0 1 0 0 0,-1 0 0 0 0,0 2-1 0 0,-22-10 1 0 0,27 14 9 0 0,0 0-1 0 0,0 0 1 0 0,0 1-1 0 0,0 0 1 0 0,-1 1-1 0 0,1 0 1 0 0,-19 1-1 0 0,25 0-80 0 0,1 0 0 0 0,0 0 0 0 0,0 0 0 0 0,-1 1 0 0 0,1-1 0 0 0,0 1 0 0 0,0 0 0 0 0,0 0 0 0 0,0-1 0 0 0,0 1 0 0 0,0 0 0 0 0,0 1 0 0 0,0-1 0 0 0,0 0 0 0 0,0 1 0 0 0,0-1 0 0 0,1 1 0 0 0,-1-1 0 0 0,1 1 0 0 0,-1 0 0 0 0,1 0 0 0 0,-1 0 0 0 0,1 0 0 0 0,0 0 0 0 0,0 0 0 0 0,0 0 0 0 0,0 0 0 0 0,1 0 0 0 0,-1 0 0 0 0,0 0 0 0 0,1 1 0 0 0,0-1 0 0 0,-1 0 0 0 0,1 0 0 0 0,0 1 0 0 0,0-1 0 0 0,0 0 0 0 0,1 4 0 0 0,0-1-569 0 0,0 0 1 0 0,1 0-1 0 0,-1 1 0 0 0,1-1 1 0 0,0 0-1 0 0,1 0 0 0 0,-1-1 1 0 0,1 1-1 0 0,0 0 1 0 0,0-1-1 0 0,0 0 0 0 0,1 0 1 0 0,4 5-1 0 0,7 4-4160 0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4:58.0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0 1772 0 0,'0'0'6373'0'0,"-4"12"-1511"0"0,-7 4-4137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4:58.9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51 161 184 0 0,'-3'-1'1672'0'0,"-6"-7"700"0"0,-1 1 1 0 0,-15-17 0 0 0,24 23-2035 0 0,0 1-321 0 0,1-1 0 0 0,0 1 0 0 0,0 0 0 0 0,0-1 1 0 0,-1 1-1 0 0,1 0 0 0 0,0-1 0 0 0,0 1 1 0 0,0 0-1 0 0,0-1 0 0 0,0 1 0 0 0,0 0 0 0 0,-1-1 1 0 0,1 1-1 0 0,0 0 0 0 0,0-1 0 0 0,0 1 1 0 0,0 0-1 0 0,0-1 0 0 0,0 1 0 0 0,0-1 1 0 0,1 1-1 0 0,-1 0 0 0 0,0-1 0 0 0,0 1 0 0 0,0 0 1 0 0,0-1-1 0 0,0 1 0 0 0,1 0 0 0 0,-1-1 1 0 0,0 1-1 0 0,0 0 0 0 0,0 0 0 0 0,1-1 1 0 0,-1 1-1 0 0,0 0 0 0 0,0 0 0 0 0,1-1 0 0 0,-1 1 1 0 0,0 0-1 0 0,1 0 0 0 0,-1 0 0 0 0,0-1 1 0 0,1 1-1 0 0,-1 0 0 0 0,2-1 19 0 0,-1 0 1 0 0,1 0-1 0 0,-1-1 1 0 0,1 2-1 0 0,-1-1 1 0 0,1 0-1 0 0,0 0 1 0 0,-1 0-1 0 0,1 1 1 0 0,3-2-1 0 0,5 2-21 0 0,1 1 0 0 0,0-1-1 0 0,0 2 1 0 0,-1-1 0 0 0,1 1 0 0 0,-1 1-1 0 0,1 0 1 0 0,-1 1 0 0 0,0 0 0 0 0,0 0 0 0 0,-1 1-1 0 0,1 0 1 0 0,-1 1 0 0 0,0 0 0 0 0,0 0-1 0 0,-1 1 1 0 0,10 10 0 0 0,-12-11 22 0 0,0 0-1 0 0,-1 0 1 0 0,0 0 0 0 0,0 1-1 0 0,0-1 1 0 0,-1 1 0 0 0,0 1 0 0 0,0-1-1 0 0,-1 0 1 0 0,0 1 0 0 0,-1 0-1 0 0,1-1 1 0 0,-1 1 0 0 0,-1 0-1 0 0,1 0 1 0 0,-1 0 0 0 0,-1 0 0 0 0,0 1-1 0 0,0-1 1 0 0,0 0 0 0 0,-1 0-1 0 0,0 0 1 0 0,-5 14 0 0 0,4-14 143 0 0,0-1 0 0 0,-1 0 0 0 0,0 1 0 0 0,-1-1 0 0 0,0-1 0 0 0,0 1 0 0 0,0 0 0 0 0,-1-1-1 0 0,0 0 1 0 0,0 0 0 0 0,0-1 0 0 0,-1 1 0 0 0,0-1 0 0 0,-10 7 0 0 0,15-11-163 0 0,0 0 0 0 0,0-1 0 0 0,0 1 0 0 0,0 0 0 0 0,0 0 0 0 0,0-1 1 0 0,0 1-1 0 0,-1-1 0 0 0,1 1 0 0 0,0-1 0 0 0,0 0 0 0 0,0 1 0 0 0,-1-1 0 0 0,1 0 0 0 0,0 0 0 0 0,-1 0 0 0 0,1 0 0 0 0,0 0 0 0 0,0 0 0 0 0,-1 0 0 0 0,1 0 0 0 0,0-1 0 0 0,0 1 0 0 0,-1 0 0 0 0,1-1 0 0 0,0 1 0 0 0,0-1 0 0 0,0 1 0 0 0,-1-1 0 0 0,1 0 0 0 0,0 1 0 0 0,0-1 0 0 0,0 0 0 0 0,0 0 0 0 0,0 0 0 0 0,1 0 0 0 0,-1 0 0 0 0,0 0 1 0 0,0 0-1 0 0,1 0 0 0 0,-1 0 0 0 0,-1-2 0 0 0,1-1-4 0 0,-1 0 1 0 0,1-1 0 0 0,0 1-1 0 0,0-1 1 0 0,0 1 0 0 0,1 0-1 0 0,-1-1 1 0 0,1 1 0 0 0,0-1-1 0 0,2-7 1 0 0,1-3 6 0 0,1 1 1 0 0,0 0-1 0 0,1 0 0 0 0,1 0 0 0 0,9-17 1 0 0,44-64 84 0 0,-48 78-97 0 0,44-58 20 0 0,7-9-20 0 0,-53 69 25 0 0,-1 3 23 0 0,-14 20-25 0 0,-5 10-9 0 0,1 1 0 0 0,0-1 0 0 0,1 2-1 0 0,1-1 1 0 0,1 1 0 0 0,1 0-1 0 0,1 1 1 0 0,1-1 0 0 0,0 1-1 0 0,2 0 1 0 0,0 0 0 0 0,2 41-1 0 0,1-56-6 0 0,0-1-1 0 0,-1 1 0 0 0,2-1 0 0 0,-1 0 0 0 0,1 0 0 0 0,-1 0 1 0 0,1 0-1 0 0,1 0 0 0 0,-1 0 0 0 0,1 0 0 0 0,0-1 0 0 0,0 1 1 0 0,0-1-1 0 0,0 0 0 0 0,1 0 0 0 0,0 0 0 0 0,5 4 0 0 0,-3-4-29 0 0,1 0-1 0 0,-1 0 0 0 0,1-1 0 0 0,0 0 0 0 0,0 0 0 0 0,0-1 0 0 0,0 0 0 0 0,0 0 0 0 0,1-1 0 0 0,-1 0 0 0 0,15 1 0 0 0,-1-2-770 0 0,0-1-1 0 0,1 0 0 0 0,23-6 0 0 0,26-9-5010 0 0,-42 8 1174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4:59.5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371 47 744 0 0,'-3'-1'2376'0'0,"-7"-2"-312"0"0,-7-1 1638 0 0,1-1 0 0 0,-28-12 0 0 0,43 16-3178 0 0,-14-7 891 0 0,11 2-853 0 0,15 5-474 0 0,-5 1-86 0 0,0 1 1 0 0,0 0-1 0 0,0 0 1 0 0,0 0-1 0 0,0 1 0 0 0,0 0 1 0 0,-1 0-1 0 0,1 1 0 0 0,-1-1 1 0 0,1 1-1 0 0,-1 1 0 0 0,0-1 1 0 0,0 1-1 0 0,0-1 0 0 0,-1 1 1 0 0,1 1-1 0 0,-1-1 1 0 0,0 1-1 0 0,0-1 0 0 0,-1 1 1 0 0,1 0-1 0 0,-1 1 0 0 0,0-1 1 0 0,0 0-1 0 0,-1 1 0 0 0,0 0 1 0 0,0-1-1 0 0,0 1 1 0 0,-1 0-1 0 0,1 0 0 0 0,-1 0 1 0 0,-1 0-1 0 0,1 0 0 0 0,-2 11 1 0 0,-1 1 7 0 0,-1-1 1 0 0,-1 0-1 0 0,-1 1 1 0 0,-1-2-1 0 0,-12 28 1 0 0,7-17 102 0 0,10-25-87 0 0,-2 9 16 0 0,3-11-41 0 0,0 0 0 0 0,0 1 0 0 0,-1-1 0 0 0,1 0 0 0 0,0 0 0 0 0,0 0 0 0 0,0 1 1 0 0,0-1-1 0 0,0 0 0 0 0,0 0 0 0 0,-1 1 0 0 0,1-1 0 0 0,0 0 0 0 0,0 0 0 0 0,0 1 1 0 0,0-1-1 0 0,0 0 0 0 0,0 1 0 0 0,0-1 0 0 0,0 0 0 0 0,0 0 0 0 0,0 1 0 0 0,0-1 1 0 0,0 0-1 0 0,0 0 0 0 0,1 1 0 0 0,-1-1 0 0 0,0 0 0 0 0,0 0 0 0 0,0 1 0 0 0,0-1 0 0 0,0 0 1 0 0,0 0-1 0 0,1 0 0 0 0,-1 1 0 0 0,0-1 0 0 0,0 0 0 0 0,0 0 0 0 0,1 0 0 0 0,-1 1 1 0 0,0-1-1 0 0,0 0 0 0 0,0 0 0 0 0,1 0 0 0 0,-1 0 0 0 0,0 0 0 0 0,0 0 0 0 0,1 0 1 0 0,-1 0-1 0 0,0 1 0 0 0,1-1 0 0 0,-1 0 0 0 0,0 0 0 0 0,0 0 0 0 0,1 0 0 0 0,1 0 4 0 0,1 0-2 0 0,7 1 20 0 0,0 0-1 0 0,-1 0 0 0 0,1 1 0 0 0,0 0 0 0 0,-1 1 0 0 0,0 0 0 0 0,1 0 1 0 0,-1 1-1 0 0,-1 0 0 0 0,1 1 0 0 0,0 0 0 0 0,-1 0 0 0 0,0 1 1 0 0,0 0-1 0 0,-1 0 0 0 0,0 1 0 0 0,0 0 0 0 0,6 9 0 0 0,-8-11-1 0 0,-1 1-1 0 0,1 0 1 0 0,-1 1-1 0 0,-1-1 1 0 0,1 1-1 0 0,-1-1 1 0 0,-1 1-1 0 0,1 0 1 0 0,-1 0-1 0 0,0 1 1 0 0,-1-1-1 0 0,1 0 0 0 0,-1 0 1 0 0,-1 1-1 0 0,0-1 1 0 0,0 1-1 0 0,0-1 1 0 0,-1 1-1 0 0,0-1 1 0 0,0 0-1 0 0,-1 0 1 0 0,0 1-1 0 0,0-1 1 0 0,-6 12-1 0 0,4-12 65 0 0,0 0-1 0 0,0 0 1 0 0,-1-1 0 0 0,0 1-1 0 0,0-1 1 0 0,0 0 0 0 0,-1 0-1 0 0,0-1 1 0 0,0 1-1 0 0,-1-1 1 0 0,-7 4 0 0 0,4-3-27 0 0,-1-1 0 0 0,0 0 0 0 0,1-1 1 0 0,-1 0-1 0 0,-1-1 0 0 0,1 0 0 0 0,-12 1 0 0 0,-10-1-15 0 0,0-2 0 0 0,0-1 0 0 0,-1-2-1 0 0,-48-8 1 0 0,78 10-95 0 0,-76-14-91 0 0,69 11-817 0 0,1 0 0 0 0,0 0 1 0 0,0-1-1 0 0,0 0 0 0 0,-13-8 1 0 0,21 11 494 0 0,-9-15-6050 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5:00.0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66 2680 0 0,'-50'-18'6218'0'0,"-34"-13"2410"0"0,82 30-8402 0 0,-3 2 957 0 0,18 0-854 0 0,11 2-109 0 0,88 17 225 0 0,116 6 1 0 0,-215-24-405 0 0,-9-2-279 0 0,-1 1 0 0 0,1-1 0 0 0,-1 1 0 0 0,1-1 0 0 0,0 0 0 0 0,-1 0 1 0 0,1-1-1 0 0,-1 1 0 0 0,1-1 0 0 0,-1 1 0 0 0,1-1 0 0 0,-1 0 0 0 0,0-1 0 0 0,1 1 0 0 0,3-3 1 0 0,-6 3 27 0 0,-1 1 1 0 0,1-1 0 0 0,-1 0 0 0 0,0 0 0 0 0,1 0 0 0 0,-1 0 0 0 0,0 0 0 0 0,0 0-1 0 0,1 0 1 0 0,-1 0 0 0 0,0 0 0 0 0,0 0 0 0 0,0 0 0 0 0,0 0 0 0 0,-1 0 0 0 0,1 0-1 0 0,0 0 1 0 0,0 0 0 0 0,-1 0 0 0 0,1 0 0 0 0,-7-18-3125 0 0,3 9 525 0 0,-1 0-862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5:00.2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46 644 0 0,'-75'-45'10494'0'0,"73"44"-10078"0"0,1 1-320 0 0,0 0 0 0 0,0 0-1 0 0,0 0 1 0 0,0 1 0 0 0,0-1 0 0 0,0 0 0 0 0,0 0 0 0 0,0 1 0 0 0,0-1 0 0 0,0 0 0 0 0,0 1 0 0 0,1-1 0 0 0,-1 1-1 0 0,0-1 1 0 0,0 1 0 0 0,0 0 0 0 0,1-1 0 0 0,-1 1 0 0 0,0 0 0 0 0,1 0 0 0 0,-1-1 0 0 0,0 2 0 0 0,0 1 117 0 0,-1-1 0 0 0,1 1 0 0 0,0 0 0 0 0,0-1 1 0 0,0 1-1 0 0,1 0 0 0 0,-1 5 0 0 0,0 6 546 0 0,0-1 1 0 0,3 22-1 0 0,-1-29-546 0 0,9 112 1884 0 0,12 249-1459 0 0,-22-357-1457 0 0,1 0 1 0 0,0 0-1 0 0,3 14 1 0 0,-4-21-228 0 0,1 1 1 0 0,1-1-1 0 0,-1 0 0 0 0,0 1 1 0 0,1-1-1 0 0,-1 0 0 0 0,4 5 1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5:01.0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81 1812 0 0,'-5'-2'660'0'0,"1"0"0"0"0,0 0 0 0 0,-1-1 0 0 0,1 0 0 0 0,0 0 0 0 0,0 0 0 0 0,1 0 0 0 0,-1 0-1 0 0,1-1 1 0 0,-1 0 0 0 0,1 1 0 0 0,0-1 0 0 0,-3-7 0 0 0,6 11-620 0 0,0-1 1 0 0,0 0-1 0 0,-1 0 0 0 0,1 1 1 0 0,0-1-1 0 0,0 0 0 0 0,1 0 1 0 0,-1 0-1 0 0,0 1 0 0 0,0-1 1 0 0,0 0-1 0 0,0 0 0 0 0,1 1 0 0 0,-1-1 1 0 0,0 0-1 0 0,1 1 0 0 0,-1-1 1 0 0,1 0-1 0 0,-1 1 0 0 0,1-1 1 0 0,-1 0-1 0 0,1 1 0 0 0,-1-1 1 0 0,1 1-1 0 0,-1-1 0 0 0,1 1 1 0 0,0-1-1 0 0,1-1 27 0 0,0 1 0 0 0,0 0 0 0 0,0 0 0 0 0,0 0 1 0 0,0 0-1 0 0,1 0 0 0 0,-1 0 0 0 0,0 1 0 0 0,4-1 0 0 0,2 0-36 0 0,-1 1 0 0 0,1 0 0 0 0,0 0-1 0 0,-1 1 1 0 0,1 0 0 0 0,0 0 0 0 0,-1 1 0 0 0,1 0 0 0 0,-1 0-1 0 0,0 1 1 0 0,1 0 0 0 0,-1 0 0 0 0,-1 1 0 0 0,1 0 0 0 0,0 0-1 0 0,-1 0 1 0 0,0 1 0 0 0,0 0 0 0 0,0 0 0 0 0,-1 1 0 0 0,8 8-1 0 0,-6-5 25 0 0,-1 0-1 0 0,1 1 1 0 0,-1 0-1 0 0,-1 0 1 0 0,0 0 0 0 0,0 0-1 0 0,-1 1 1 0 0,-1 0-1 0 0,1 0 1 0 0,-2 0-1 0 0,0 0 1 0 0,0 0-1 0 0,-1 1 1 0 0,0 15-1 0 0,-1-16 112 0 0,-1 0-1 0 0,0 0 0 0 0,-1 0 1 0 0,0 0-1 0 0,-1 0 1 0 0,0 0-1 0 0,-1 0 0 0 0,0-1 1 0 0,-1 0-1 0 0,0 0 0 0 0,0 0 1 0 0,-1 0-1 0 0,0-1 1 0 0,-1 0-1 0 0,0 0 0 0 0,-1-1 1 0 0,1 0-1 0 0,-2 0 0 0 0,1-1 1 0 0,-1 0-1 0 0,0 0 1 0 0,0-1-1 0 0,-1 0 0 0 0,0-1 1 0 0,-21 9-1 0 0,27-13-102 0 0,-1 0 0 0 0,1 0 0 0 0,-1 0 0 0 0,0 0 0 0 0,0-1 0 0 0,0 1 0 0 0,1-1 0 0 0,-10-1 0 0 0,14 1-59 0 0,-1-1 1 0 0,0 1-1 0 0,0 0 0 0 0,0 0 1 0 0,1-1-1 0 0,-1 1 1 0 0,0 0-1 0 0,0-1 0 0 0,1 1 1 0 0,-1 0-1 0 0,0-1 1 0 0,1 1-1 0 0,-1-1 0 0 0,1 0 1 0 0,-1 1-1 0 0,0-1 1 0 0,1 1-1 0 0,-1-1 0 0 0,1 0 1 0 0,0 1-1 0 0,-1-1 1 0 0,1 0-1 0 0,-1 0 0 0 0,1 1 1 0 0,0-1-1 0 0,0 0 1 0 0,-1 0-1 0 0,1 0 0 0 0,0 1 1 0 0,0-1-1 0 0,0 0 1 0 0,0 0-1 0 0,0 0 0 0 0,0 1 1 0 0,0-1-1 0 0,0-1 1 0 0,7-28 36 0 0,2 10-33 0 0,2-1 0 0 0,0 1 0 0 0,1 1 0 0 0,27-34 1 0 0,66-63 3 0 0,-102 113-13 0 0,159-153-203 0 0,-160 154 184 0 0,-5 3-79 0 0,-3 1 96 0 0,1 0-1 0 0,0 1 1 0 0,0 0-1 0 0,-1 0 0 0 0,2 0 1 0 0,-1 0-1 0 0,0 1 1 0 0,1 0-1 0 0,-1 0 1 0 0,1 0-1 0 0,-7 9 1 0 0,-4 7-7 0 0,-19 32 1 0 0,24-35 7 0 0,0 1 0 0 0,2 0 0 0 0,0 0 0 0 0,1 1 1 0 0,-5 21-1 0 0,11-32 1 0 0,-1 0 1 0 0,1 1 0 0 0,0-1-1 0 0,1 0 1 0 0,0 1-1 0 0,2 11 1 0 0,-2-15 7 0 0,1 0 0 0 0,1-1 0 0 0,-1 0-1 0 0,0 1 1 0 0,1-1 0 0 0,0 0 0 0 0,0 0 0 0 0,0 0 0 0 0,1 0 0 0 0,-1 0-1 0 0,1 0 1 0 0,5 5 0 0 0,-3-4 5 0 0,0-1 0 0 0,1 0 0 0 0,0-1 0 0 0,-1 1 0 0 0,1-1 0 0 0,0 0 0 0 0,0 0-1 0 0,1-1 1 0 0,-1 0 0 0 0,1 0 0 0 0,-1 0 0 0 0,1-1 0 0 0,-1 0 0 0 0,12 0 0 0 0,9 0-260 0 0,0-2 1 0 0,35-6-1 0 0,-15 2-1624 0 0,-19 3-1012 0 0,-11 0-4505 0 0,-1 1 3341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5:01.5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38 2672 0 0,'-2'-2'1960'0'0,"-27"-28"6720"0"0,27 29-8192 0 0,-3-1 394 0 0,5 1-861 0 0,-1 1 1 0 0,1 0 0 0 0,0 0 0 0 0,0-1 0 0 0,-1 1-1 0 0,1 0 1 0 0,0 0 0 0 0,0 0 0 0 0,-1 0 0 0 0,1 0-1 0 0,0-1 1 0 0,-1 1 0 0 0,1 0 0 0 0,0 0 0 0 0,-1 0 0 0 0,1 0-1 0 0,0 0 1 0 0,-1 0 0 0 0,1 0 0 0 0,0 0 0 0 0,-1 0-1 0 0,1 0 1 0 0,0 0 0 0 0,-1 0 0 0 0,1 0 0 0 0,0 1 0 0 0,-1-1-1 0 0,1 0 1 0 0,0 0 0 0 0,0 0 0 0 0,-1 0 0 0 0,1 0-1 0 0,0 1 1 0 0,-1-1 0 0 0,1 0 0 0 0,0 0 0 0 0,0 1-1 0 0,0-1 1 0 0,-1 0 0 0 0,1 0 0 0 0,0 1 0 0 0,0-1 0 0 0,0 0-1 0 0,-1 0 1 0 0,1 1 0 0 0,0-1 0 0 0,0 0 0 0 0,0 1-1 0 0,0-1 1 0 0,0 0 0 0 0,0 1 0 0 0,0-1 0 0 0,0 1-1 0 0,-11 20 292 0 0,1 0-1 0 0,0 1 0 0 0,2 0 0 0 0,-6 28 1 0 0,10-35-271 0 0,1 1 0 0 0,1 0 0 0 0,0 0 0 0 0,1 1 0 0 0,1-1 0 0 0,1 0 0 0 0,3 20 0 0 0,-4-32-35 0 0,1 0 1 0 0,0-1-1 0 0,0 1 1 0 0,0 0-1 0 0,0-1 1 0 0,0 1-1 0 0,1-1 0 0 0,0 0 1 0 0,0 1-1 0 0,0-1 1 0 0,0 0-1 0 0,0 0 0 0 0,0 0 1 0 0,1-1-1 0 0,0 1 1 0 0,-1 0-1 0 0,6 3 1 0 0,-5-5-6 0 0,0 1-1 0 0,0-1 1 0 0,0 0 0 0 0,1 0 0 0 0,-1 0 0 0 0,0-1 0 0 0,0 1 0 0 0,1-1 0 0 0,-1 1 0 0 0,0-1 0 0 0,1 0 0 0 0,-1-1 0 0 0,0 1 0 0 0,0 0 0 0 0,1-1 0 0 0,-1 0 0 0 0,0 0 0 0 0,0 0 0 0 0,0 0 0 0 0,5-2 0 0 0,1-2-17 0 0,0-1 0 0 0,0 1 0 0 0,0-1 0 0 0,-1-1 0 0 0,1 0 0 0 0,-1 0 0 0 0,-1 0 0 0 0,0-1 0 0 0,0 0 0 0 0,0-1-1 0 0,6-11 1 0 0,-5 8 98 0 0,-2 0 0 0 0,0-1 0 0 0,0 1 0 0 0,-1-1 0 0 0,0 0 0 0 0,-1 0-1 0 0,-1-1 1 0 0,2-18 0 0 0,-3 18 748 0 0,3-18 679 0 0,-4 30-1233 0 0,-3-8 2299 0 0,-2 18-2343 0 0,0 1 0 0 0,0-1 0 0 0,0 1 0 0 0,1 0 1 0 0,1-1-1 0 0,-1 2 0 0 0,1-1 0 0 0,0 10 0 0 0,-3 5-27 0 0,-29 145 862 0 0,-61 239-1941 0 0,71-326-3085 0 0,15-55-114 0 0,1 0-3348 0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5:02.1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93 2504 0 0,'-19'-24'9321'0'0,"17"22"-8384"0"0,-8-11 2007 0 0,9 13-2918 0 0,1 0-1 0 0,0 0 1 0 0,0 0 0 0 0,0 0-1 0 0,-1-1 1 0 0,1 1 0 0 0,0 0-1 0 0,0 0 1 0 0,0-1-1 0 0,0 1 1 0 0,-1 0 0 0 0,1 0-1 0 0,0 0 1 0 0,0-1-1 0 0,0 1 1 0 0,0 0 0 0 0,0-1-1 0 0,0 1 1 0 0,0 0-1 0 0,0 0 1 0 0,0-1 0 0 0,0 1-1 0 0,0 0 1 0 0,0 0 0 0 0,0-1-1 0 0,0 1 1 0 0,0 0-1 0 0,0-1 1 0 0,0 1 0 0 0,0 0-1 0 0,0 0 1 0 0,0-1-1 0 0,0 1 1 0 0,0 0 0 0 0,1 0-1 0 0,-1-1 1 0 0,0 1-1 0 0,0 0 1 0 0,0 0 0 0 0,0 0-1 0 0,1-1 1 0 0,-1 1 0 0 0,29-9 65 0 0,-1 1 0 0 0,45-7 0 0 0,14 3-3575 0 0,-87 12 3481 0 0,4 0-737 0 0,-1 1 1 0 0,0-1-1 0 0,1 0 1 0 0,-1 1-1 0 0,1-1 0 0 0,-1 1 1 0 0,0 0-1 0 0,1 0 1 0 0,4 3-1 0 0,-8-4 713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5:02.3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81 114 2128 0 0,'-66'46'12179'0'0,"52"-32"-9560"0"0,43-17-2680 0 0,1-1 1 0 0,-1-1 0 0 0,1-2-1 0 0,32-12 1 0 0,4 0-697 0 0,38-8-700 0 0,158-44-6265 0 0,-200 53 3438 0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5:03.1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166 165 200 0 0,'-27'-14'2749'0'0,"0"-2"1"0"0,1-1-1 0 0,1-1 1 0 0,-28-25-1 0 0,53 43-2721 0 0,-1-1 0 0 0,0 1 0 0 0,1-1 0 0 0,-1 0 0 0 0,1 1 0 0 0,-1-1 0 0 0,1 0 0 0 0,-1 1 0 0 0,1-1 0 0 0,-1 0 0 0 0,1 0 0 0 0,0 1 0 0 0,-1-1 0 0 0,1 0 0 0 0,0 0 0 0 0,0 0 0 0 0,-1 1 0 0 0,1-1 0 0 0,0 0 0 0 0,0 0 0 0 0,0 0 0 0 0,0 0 1 0 0,0 1-1 0 0,0-1 0 0 0,0 0 0 0 0,0 0 0 0 0,1 0 0 0 0,-1 0 0 0 0,0 1 0 0 0,0-1 0 0 0,1 0 0 0 0,-1 0 0 0 0,1 1 0 0 0,-1-1 0 0 0,1 0 0 0 0,-1 0 0 0 0,1 1 0 0 0,-1-1 0 0 0,1 0 0 0 0,-1 1 0 0 0,1-1 0 0 0,0 1 0 0 0,-1-1 0 0 0,1 1 0 0 0,0-1 0 0 0,-1 1 0 0 0,1 0 0 0 0,1-1 0 0 0,4-2 15 0 0,0 0-1 0 0,0 0 1 0 0,0 1 0 0 0,10-2 0 0 0,-4 1-24 0 0,0 1 0 0 0,0 1 0 0 0,1 0 0 0 0,-1 1 0 0 0,0 0 0 0 0,1 1-1 0 0,-1 0 1 0 0,0 1 0 0 0,0 0 0 0 0,0 1 0 0 0,15 6 0 0 0,-18-6-12 0 0,0 0 0 0 0,0 1 0 0 0,-1 0 0 0 0,0 1 0 0 0,0-1 0 0 0,0 2 0 0 0,0-1 0 0 0,-1 1 0 0 0,0 0 0 0 0,0 1 0 0 0,0 0 0 0 0,-1 0 0 0 0,0 0 0 0 0,0 1 0 0 0,4 8 0 0 0,-7-11 26 0 0,-1 0-1 0 0,-1-1 0 0 0,1 1 0 0 0,-1 0 1 0 0,0 0-1 0 0,0 0 0 0 0,0 0 0 0 0,0 0 1 0 0,-1 0-1 0 0,0 0 0 0 0,0 0 0 0 0,-2 9 1 0 0,1-6 16 0 0,-1-1 1 0 0,-1 1-1 0 0,1 0 1 0 0,-1-1 0 0 0,-1 1-1 0 0,1-1 1 0 0,-6 8-1 0 0,-6 6 97 0 0,-1-2-1 0 0,0 0 1 0 0,-1-1-1 0 0,-20 17 0 0 0,-19 15 1477 0 0,55-49-1485 0 0,-5 6 371 0 0,18-6-500 0 0,0 0-1 0 0,0 0 1 0 0,0 2-1 0 0,-1-1 1 0 0,1 1 0 0 0,-1 1-1 0 0,0 0 1 0 0,0 0-1 0 0,0 1 1 0 0,0 1 0 0 0,-1 0-1 0 0,11 8 1 0 0,-7-4 21 0 0,-1 2 1 0 0,-1 0 0 0 0,0 0-1 0 0,-1 1 1 0 0,0 0-1 0 0,-1 1 1 0 0,-1 0 0 0 0,0 1-1 0 0,-1 0 1 0 0,0 0-1 0 0,6 20 1 0 0,-10-23 139 0 0,-1-1 0 0 0,0 1 0 0 0,-1 0 0 0 0,0 1 0 0 0,-1-1 0 0 0,-1 0 0 0 0,1 0 0 0 0,-2 0 0 0 0,0 0 0 0 0,0 1 0 0 0,-1-1 0 0 0,-1 0 0 0 0,0-1 0 0 0,-1 1 0 0 0,0 0-1 0 0,-7 14 1 0 0,8-20-37 0 0,-1 0 0 0 0,1 0-1 0 0,-1 0 1 0 0,-1 0-1 0 0,1-1 1 0 0,-1 1 0 0 0,1-1-1 0 0,-1-1 1 0 0,-1 1-1 0 0,1-1 1 0 0,-1 0 0 0 0,0 0-1 0 0,-12 6 1 0 0,13-8-97 0 0,1 0 1 0 0,-1-1 0 0 0,0 1-1 0 0,-1-1 1 0 0,1 0-1 0 0,0-1 1 0 0,0 1-1 0 0,0-1 1 0 0,0 0-1 0 0,-1-1 1 0 0,1 1 0 0 0,0-1-1 0 0,0 0 1 0 0,0 0-1 0 0,0 0 1 0 0,0-1-1 0 0,0 0 1 0 0,0 0-1 0 0,-7-4 1 0 0,-7-7 8 0 0,-1 0 1 0 0,2-2-1 0 0,-28-26 1 0 0,2 1-311 0 0,34 31-1046 0 0,-3-3-3800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5:03.3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30 4108 0 0,'83'-14'13571'0'0,"-29"4"-11199"0"0,-39 5-6696 0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5:15.7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325 73 600 0 0,'7'-50'10752'0'0,"-7"49"-10716"0"0,0 1 1 0 0,-1-1 0 0 0,1 0-1 0 0,0 0 1 0 0,-1 0-1 0 0,1 0 1 0 0,-1 1 0 0 0,1-1-1 0 0,-1 0 1 0 0,0 0 0 0 0,1 1-1 0 0,-1-1 1 0 0,0 0-1 0 0,1 1 1 0 0,-1-1 0 0 0,0 1-1 0 0,0-1 1 0 0,1 1 0 0 0,-1-1-1 0 0,0 1 1 0 0,0-1-1 0 0,0 1 1 0 0,0 0 0 0 0,-1-1-1 0 0,-20-4 143 0 0,21 5-161 0 0,-9-1-6 0 0,-1 0-1 0 0,1 1 0 0 0,0 1 0 0 0,0 0 1 0 0,-1 0-1 0 0,1 1 0 0 0,0 0 0 0 0,0 0 0 0 0,0 2 1 0 0,-10 4-1 0 0,-5 0 13 0 0,-60 22-50 0 0,81-29 29 0 0,1 1-1 0 0,-1 0 1 0 0,1 0-1 0 0,0 1 1 0 0,0-1 0 0 0,0 1-1 0 0,1-1 1 0 0,-1 1-1 0 0,0 0 1 0 0,1 0-1 0 0,0 0 1 0 0,0 1-1 0 0,0-1 1 0 0,0 0-1 0 0,0 1 1 0 0,1-1-1 0 0,-1 1 1 0 0,1 0-1 0 0,-1 4 1 0 0,-1 4 14 0 0,0 1 0 0 0,1-1 0 0 0,1 1 0 0 0,0 18 1 0 0,12 249 1991 0 0,0-61-1010 0 0,7 368-213 0 0,-12-330-473 0 0,27 591 383 0 0,6-127 572 0 0,-33-583-1052 0 0,1-23-101 0 0,2 58 279 0 0,3 16-3 0 0,-12-185-384 0 0,1 6-2 0 0,0-2-1 0 0,0-1 0 0 0,0 1 0 0 0,1-1-1 0 0,0 0 1 0 0,0 0 0 0 0,1 0-1 0 0,0 0 1 0 0,0 0 0 0 0,1 0-1 0 0,8 12 1 0 0,-12-19-4 0 0,4 5 3 0 0,0 0-1 0 0,1 0 0 0 0,-1-1 1 0 0,1 1-1 0 0,1-1 1 0 0,-1 0-1 0 0,0-1 1 0 0,1 1-1 0 0,0-1 0 0 0,0 0 1 0 0,0 0-1 0 0,0-1 1 0 0,0 0-1 0 0,0 0 1 0 0,13 2-1 0 0,9 0-370 0 0,0 0-1 0 0,39-2 1 0 0,-52-2 52 0 0,-8 0 162 0 0,157 1-4052 0 0,-53-11-1834 0 0,-48 1 263 0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5:17.9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67 108 80 0 0,'0'0'2968'0'0,"-6"-22"2875"0"0,6 20-5747 0 0,-1 1-1 0 0,1-1 0 0 0,-1 0 0 0 0,1 1 0 0 0,0-1 1 0 0,0 0-1 0 0,0 1 0 0 0,-1-1 0 0 0,2 0 0 0 0,-1 1 0 0 0,0-1 1 0 0,0 0-1 0 0,0 1 0 0 0,1-1 0 0 0,-1 0 0 0 0,1 1 0 0 0,-1-1 1 0 0,1 1-1 0 0,0-1 0 0 0,0 1 0 0 0,-1-1 0 0 0,1 1 1 0 0,0-1-1 0 0,0 1 0 0 0,1 0 0 0 0,-1-1 0 0 0,0 1 0 0 0,0 0 1 0 0,1 0-1 0 0,-1 0 0 0 0,3-1 0 0 0,2-3-78 0 0,1 1 0 0 0,0 0-1 0 0,0 0 1 0 0,1 1 0 0 0,-1-1 0 0 0,1 2-1 0 0,0-1 1 0 0,-1 1 0 0 0,1 0 0 0 0,0 1-1 0 0,0 0 1 0 0,0 0 0 0 0,0 1 0 0 0,15 1-1 0 0,-19-1-12 0 0,-1 0 1 0 0,1 1-1 0 0,0-1 0 0 0,-1 1 0 0 0,1 0 0 0 0,-1 0 0 0 0,0 1 0 0 0,1-1 0 0 0,-1 1 0 0 0,0-1 0 0 0,0 1 0 0 0,0 0 0 0 0,0 0 0 0 0,0 0 0 0 0,0 1 0 0 0,-1-1 0 0 0,1 1 0 0 0,-1 0 1 0 0,1-1-1 0 0,-1 1 0 0 0,0 0 0 0 0,0 0 0 0 0,-1 0 0 0 0,1 1 0 0 0,0-1 0 0 0,-1 0 0 0 0,0 1 0 0 0,0-1 0 0 0,0 1 0 0 0,0-1 0 0 0,-1 1 0 0 0,1-1 0 0 0,-1 1 0 0 0,0 5 0 0 0,0 2 39 0 0,-1 0-1 0 0,-1 0 0 0 0,0 0 0 0 0,0-1 0 0 0,-1 1 0 0 0,-8 19 0 0 0,-33 58 158 0 0,25-54-192 0 0,-39 64 134 0 0,58-97-111 0 0,79-14-80 0 0,-71 13 57 0 0,0 0-1 0 0,0 1 0 0 0,0 0 1 0 0,0 0-1 0 0,0 1 1 0 0,-1 0-1 0 0,1 1 0 0 0,-1 0 1 0 0,1 0-1 0 0,-1 0 1 0 0,0 1-1 0 0,0 0 0 0 0,0 0 1 0 0,-1 1-1 0 0,1 0 1 0 0,-1 0-1 0 0,0 1 0 0 0,-1-1 1 0 0,1 1-1 0 0,8 13 1 0 0,-11-12 95 0 0,0 1 0 0 0,0 0 0 0 0,0-1 0 0 0,-1 1 1 0 0,0 0-1 0 0,-1 0 0 0 0,0 1 0 0 0,0-1 1 0 0,-1 0-1 0 0,0 0 0 0 0,0 0 0 0 0,-1 0 0 0 0,0 0 1 0 0,0 1-1 0 0,-1-1 0 0 0,0-1 0 0 0,-1 1 1 0 0,1 0-1 0 0,-2 0 0 0 0,-4 8 0 0 0,5-9 35 0 0,-1 1 0 0 0,-1-1 0 0 0,1 0-1 0 0,-1 0 1 0 0,-1 0 0 0 0,1 0-1 0 0,-1-1 1 0 0,0 0 0 0 0,0 0 0 0 0,-1-1-1 0 0,0 0 1 0 0,0 0 0 0 0,0 0 0 0 0,-1-1-1 0 0,1 0 1 0 0,-1-1 0 0 0,0 0 0 0 0,0 0-1 0 0,-11 2 1 0 0,6-3-65 0 0,1-1 0 0 0,-1 0 0 0 0,1-1 0 0 0,-1 0 0 0 0,1-1 0 0 0,-15-3 0 0 0,-3-4 14 0 0,-56-20 0 0 0,74 24-270 0 0,4 2-2482 0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5:18.7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47 1536 0 0,'3'-36'5105'0'0,"-1"26"-2883"0"0,-2 22 441 0 0,-1 1-2299 0 0,-3 72 932 0 0,4-76-1241 0 0,1 0 0 0 0,0 0 0 0 0,0-1 0 0 0,1 1 0 0 0,0 0 0 0 0,0-1 0 0 0,7 14 1 0 0,-8-20-42 0 0,0 1 0 0 0,1-1 0 0 0,-1 0 0 0 0,1 0 0 0 0,-1-1 0 0 0,1 1 1 0 0,0 0-1 0 0,-1 0 0 0 0,1-1 0 0 0,0 1 0 0 0,0-1 0 0 0,0 0 0 0 0,1 1 0 0 0,3 0 1 0 0,-3 0-6 0 0,0-1 0 0 0,0-1 1 0 0,1 1-1 0 0,-1 0 0 0 0,0-1 1 0 0,1 0-1 0 0,-1 0 1 0 0,1 0-1 0 0,-1 0 0 0 0,0 0 1 0 0,1-1-1 0 0,-1 1 0 0 0,0-1 1 0 0,1 0-1 0 0,-1 0 1 0 0,0 0-1 0 0,0-1 0 0 0,0 1 1 0 0,0-1-1 0 0,0 1 0 0 0,0-1 1 0 0,3-3-1 0 0,3-1 13 0 0,1-2-34 0 0,-1 0 0 0 0,0 0 1 0 0,0-1-1 0 0,-1 0 0 0 0,0-1 0 0 0,0 1 0 0 0,-1-2 1 0 0,-1 1-1 0 0,8-15 0 0 0,6-9-19 0 0,-3-1 271 0 0,-17 34-108 0 0,3 12 102 0 0,-5 16 356 0 0,-9 48 0 0 0,4-32-416 0 0,-8 54 43 0 0,-10 81-2025 0 0,19-57-5894 0 0,6-99 3512 0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5:19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1 628 0 0,'-23'27'23844'0'0,"20"19"-24141"0"0,2 57 193 0 0,0 47-2625 0 0,9-1-4802 0 0,-5-116 2966 0 0,2 0-2277 0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5:20.9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32 1428 0 0,'0'0'1525'0'0,"21"-31"8405"0"0,-22 67-9435 0 0,-2 0 0 0 0,-13 62 1 0 0,-28 72-1548 0 0,8-36-2651 0 0,26-91 640 0 0,-2 0-1084 0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5:21.6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33 114 1484 0 0,'0'0'3189'0'0,"-3"-1"-1940"0"0,0 1-891 0 0,1 0-86 0 0,1 0 0 0 0,0 0 0 0 0,-1 0 0 0 0,1 0 0 0 0,-1-1 0 0 0,1 1 0 0 0,0 0 1 0 0,-1-1-1 0 0,1 1 0 0 0,-1-1 0 0 0,1 1 0 0 0,0-1 0 0 0,0 0 0 0 0,-1 0 0 0 0,1 0 0 0 0,0 1 1 0 0,-2-3-1 0 0,2 2 108 0 0,8-22 482 0 0,-4 19-800 0 0,0 0 0 0 0,0 0 0 0 0,0 0 0 0 0,1 0 0 0 0,-1 1 0 0 0,1-1 0 0 0,0 1 0 0 0,0 0 0 0 0,0 0 0 0 0,0 0 0 0 0,7-3 0 0 0,2 0 10 0 0,1 0 1 0 0,22-7-1 0 0,-27 10-58 0 0,0 1 0 0 0,0 1 0 0 0,0 0 0 0 0,1 0 0 0 0,-1 0-1 0 0,0 1 1 0 0,0 1 0 0 0,0 0 0 0 0,0 0 0 0 0,0 0 0 0 0,10 4 0 0 0,-15-4-6 0 0,0 0 0 0 0,-1 0 0 0 0,1 1 0 0 0,-1-1 1 0 0,1 1-1 0 0,-1 0 0 0 0,0 0 0 0 0,0 0 0 0 0,0 1 1 0 0,0-1-1 0 0,0 1 0 0 0,0-1 0 0 0,-1 1 0 0 0,1 0 1 0 0,-1 0-1 0 0,0 0 0 0 0,0 0 0 0 0,0 0 0 0 0,0 1 1 0 0,0-1-1 0 0,-1 1 0 0 0,0-1 0 0 0,0 1 0 0 0,0 0 0 0 0,0-1 1 0 0,0 1-1 0 0,-1 0 0 0 0,1 7 0 0 0,-1-3 20 0 0,-1 1-1 0 0,0 0 1 0 0,-1-1 0 0 0,1 1-1 0 0,-2 0 1 0 0,1-1-1 0 0,-1 0 1 0 0,-5 9 0 0 0,-4 7 314 0 0,-20 28 0 0 0,9-15 1081 0 0,22-36-1245 0 0,-4 6 526 0 0,9-7-702 0 0,0 0 0 0 0,0 1 0 0 0,0-1 0 0 0,0 1-1 0 0,0 0 1 0 0,0 0 0 0 0,0 1 0 0 0,-1-1 0 0 0,1 1 0 0 0,0 0 0 0 0,-1 0 0 0 0,1 0 0 0 0,-1 0 0 0 0,0 0-1 0 0,1 1 1 0 0,-1 0 0 0 0,0 0 0 0 0,4 6 0 0 0,4 3-2 0 0,-1 0 0 0 0,-1 0 0 0 0,13 25 1 0 0,-19-31 106 0 0,0 1 0 0 0,0-1 0 0 0,-1 1 0 0 0,1 0 0 0 0,-2 0 0 0 0,1 1 0 0 0,-1-1 0 0 0,0 0 0 0 0,-1 0 0 0 0,0 1 0 0 0,0-1 0 0 0,0 0 0 0 0,-1 0 0 0 0,0 1 0 0 0,0-1 0 0 0,-1 0 0 0 0,-3 7 0 0 0,4-9-5 0 0,-2 0 0 0 0,1 0 1 0 0,0 0-1 0 0,-1-1 0 0 0,0 1 0 0 0,0-1 0 0 0,0 0 0 0 0,0 0 0 0 0,-1 0 0 0 0,0 0 0 0 0,0 0 0 0 0,0-1 0 0 0,0 0 0 0 0,0 0 0 0 0,-1 0 0 0 0,0 0 0 0 0,1-1 1 0 0,-1 1-1 0 0,0-1 0 0 0,0 0 0 0 0,0-1 0 0 0,0 1 0 0 0,-1-1 0 0 0,-4 0 0 0 0,-10 1-188 0 0,-1-2 0 0 0,1 0-1 0 0,-1-1 1 0 0,1-1 0 0 0,0-1 0 0 0,0-1-1 0 0,0 0 1 0 0,-26-11 0 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5:22.0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 2032 0 0,'-8'14'5077'0'0,"6"-11"-4574"0"0,1-2-11 0 0,0 1 0 0 0,0 0 0 0 0,0 0 0 0 0,0 0 0 0 0,1 0-1 0 0,-1 0 1 0 0,0 0 0 0 0,1 0 0 0 0,-1 0 0 0 0,1 0 0 0 0,0 4 0 0 0,0-5-381 0 0,1 0-1 0 0,0 1 1 0 0,0-1 0 0 0,0 1 0 0 0,-1-1-1 0 0,1 0 1 0 0,1 0 0 0 0,-1 0 0 0 0,0 0-1 0 0,0 1 1 0 0,0-1 0 0 0,0-1 0 0 0,1 1 0 0 0,-1 0-1 0 0,1 0 1 0 0,-1 0 0 0 0,0-1 0 0 0,3 2-1 0 0,3 1 2 0 0,-1 1-1 0 0,1 0 0 0 0,-1 1 0 0 0,0-1 0 0 0,-1 1 0 0 0,1 1 0 0 0,-1-1 0 0 0,0 1 0 0 0,0-1 0 0 0,-1 2 0 0 0,0-1 1 0 0,0 0-1 0 0,0 1 0 0 0,-1 0 0 0 0,0-1 0 0 0,0 1 0 0 0,-1 1 0 0 0,0-1 0 0 0,0 0 0 0 0,0 0 0 0 0,-1 1 0 0 0,0-1 1 0 0,-1 1-1 0 0,0-1 0 0 0,0 1 0 0 0,0-1 0 0 0,-1 1 0 0 0,-2 10 0 0 0,-7 22 444 0 0,-1 0 1 0 0,-2-1-1 0 0,-1-1 1 0 0,-27 52-1 0 0,40-89-546 0 0,0 0 0 0 0,0 0 0 0 0,0 1 0 0 0,1-1 1 0 0,-1 0-1 0 0,1 0 0 0 0,-1 1 0 0 0,1-1 0 0 0,-1 0 0 0 0,1 1 0 0 0,0-1 0 0 0,-1 0 1 0 0,1 1-1 0 0,0-1 0 0 0,0 0 0 0 0,0 1 0 0 0,0-1 0 0 0,0 1 0 0 0,1-1 0 0 0,-1 2 1 0 0,1-3-9 0 0,0 1 0 0 0,0-1 0 0 0,-1 0 0 0 0,1 1 0 0 0,0-1 0 0 0,0 0 0 0 0,0 0 0 0 0,0 0 0 0 0,-1 0 0 0 0,1 0 0 0 0,0 0 0 0 0,0 0 0 0 0,0 0 0 0 0,0 0 0 0 0,-1 0 0 0 0,1 0 1 0 0,0-1-1 0 0,0 1 0 0 0,0 0 0 0 0,-1-1 0 0 0,1 1 0 0 0,0 0 0 0 0,0-1 0 0 0,13-6-132 0 0,-1-1 0 0 0,16-11 0 0 0,-29 19 121 0 0,228-163-4743 0 0,-80 50-2966 0 0,-88 65 1163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5:22.6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197 81 1692 0 0,'-1'-2'1440'0'0,"-2"-9"-101"0"0,-11-29 3434 0 0,8 27-2871 0 0,6 12-1765 0 0,0 0 0 0 0,-1 0-1 0 0,1 0 1 0 0,-1 0 0 0 0,1 0-1 0 0,-1 0 1 0 0,1 0 0 0 0,-1 0-1 0 0,0 0 1 0 0,1 0 0 0 0,-1 0-1 0 0,0 0 1 0 0,-1 0 0 0 0,1 1-115 0 0,1 0 1 0 0,-1 0-1 0 0,0 0 1 0 0,0 0-1 0 0,0 0 0 0 0,0 0 1 0 0,0 0-1 0 0,1 0 1 0 0,-1 0-1 0 0,0 1 1 0 0,0-1-1 0 0,0 0 1 0 0,1 1-1 0 0,-1-1 1 0 0,0 0-1 0 0,0 1 1 0 0,1-1-1 0 0,-1 1 1 0 0,0-1-1 0 0,1 1 1 0 0,-1 0-1 0 0,-1 0 1 0 0,-7 8 85 0 0,0 0 1 0 0,1 1 0 0 0,0-1-1 0 0,0 1 1 0 0,1 1 0 0 0,0 0 0 0 0,1 0-1 0 0,-7 16 1 0 0,-1 8 195 0 0,-15 56 0 0 0,22-62-120 0 0,0 1 1 0 0,2-1-1 0 0,-2 55 1 0 0,7-72-96 0 0,0 1 0 0 0,1 0 1 0 0,0 0-1 0 0,1 0 0 0 0,1-1 0 0 0,0 1 0 0 0,0-1 1 0 0,2 1-1 0 0,-1-1 0 0 0,2-1 0 0 0,8 16 1 0 0,-11-22-25 0 0,0 0 0 0 0,1-1 1 0 0,-1 0-1 0 0,1 1 0 0 0,0-2 1 0 0,0 1-1 0 0,1 0 0 0 0,-1-1 0 0 0,1 0 1 0 0,0 0-1 0 0,0 0 0 0 0,0 0 1 0 0,0-1-1 0 0,7 3 0 0 0,-5-3-11 0 0,1-1 0 0 0,-1 0-1 0 0,0 0 1 0 0,1 0 0 0 0,-1-1-1 0 0,1 0 1 0 0,-1 0 0 0 0,1-1-1 0 0,13-3 1 0 0,-8 0-28 0 0,0 0 1 0 0,0-1-1 0 0,0 0 1 0 0,-1-1 0 0 0,0 0-1 0 0,0-1 1 0 0,-1 0-1 0 0,0-1 1 0 0,0-1-1 0 0,0 0 1 0 0,12-14-1 0 0,-9 6-16 0 0,0 0-1 0 0,-2-2 0 0 0,0 1 0 0 0,-1-2 1 0 0,-1 1-1 0 0,-1-1 0 0 0,-1-1 0 0 0,0 0 1 0 0,-2 0-1 0 0,0 0 0 0 0,-2-1 0 0 0,0 1 0 0 0,1-37 1 0 0,-5 50-7 0 0,-1 0 0 0 0,0 0-1 0 0,0 0 1 0 0,-1 0 0 0 0,0 0 0 0 0,0 0 0 0 0,-1 0 0 0 0,0 1 0 0 0,0-1 0 0 0,-1 1 0 0 0,0 0-1 0 0,0 0 1 0 0,-1 0 0 0 0,0 1 0 0 0,0-1 0 0 0,0 1 0 0 0,-1 1 0 0 0,0-1 0 0 0,0 1 0 0 0,-1 0 0 0 0,1 0-1 0 0,-1 1 1 0 0,0-1 0 0 0,0 2 0 0 0,-1-1 0 0 0,1 1 0 0 0,-1 0 0 0 0,1 0 0 0 0,-1 1 0 0 0,0 0 0 0 0,-13-1-1 0 0,16 3-8 0 0,-1 0-1 0 0,0 0 0 0 0,1 1 1 0 0,-1 0-1 0 0,1 0 0 0 0,-1 0 1 0 0,1 1-1 0 0,-1-1 0 0 0,1 1 1 0 0,0 0-1 0 0,0 1 1 0 0,0 0-1 0 0,-8 5 0 0 0,2 0-415 0 0,0 0 0 0 0,1 1-1 0 0,0 0 1 0 0,-13 15 0 0 0,20-20 34 0 0,-1 1 1 0 0,1 0 0 0 0,0-1 0 0 0,1 1 0 0 0,-1 1-1 0 0,1-1 1 0 0,0 0 0 0 0,0 0 0 0 0,1 1 0 0 0,-1 6 0 0 0,-2 34-5733 0 0,4-31 2079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5:23.2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42 460 0 0,'-31'8'18135'0'0,"45"-9"-18647"0"0,210-29 659 0 0,-169 22-117 0 0,-12 2 209 0 0,-40 5 75 0 0,-1 1-138 0 0,24-1 966 0 0,-23 1-849 0 0,0-2 59 0 0,2 1-1677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5:23.5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34 1748 0 0,'15'-26'9330'0'0,"-15"26"-9277"0"0,0-1 1 0 0,0 1-1 0 0,0 0 0 0 0,0 0 1 0 0,0 0-1 0 0,0-1 1 0 0,0 1-1 0 0,0 0 1 0 0,0 0-1 0 0,0 0 0 0 0,0-1 1 0 0,0 1-1 0 0,0 0 1 0 0,0 0-1 0 0,0-1 1 0 0,0 1-1 0 0,0 0 0 0 0,0 0 1 0 0,0 0-1 0 0,0-1 1 0 0,0 1-1 0 0,0 0 0 0 0,1 0 1 0 0,-1 0-1 0 0,0-1 1 0 0,0 1-1 0 0,0 0 1 0 0,0 0-1 0 0,0 0 0 0 0,1 0 1 0 0,-1-1-1 0 0,0 1 1 0 0,0 0-1 0 0,0 0 1 0 0,1 0-1 0 0,-1 0 0 0 0,0 0 1 0 0,0 0-1 0 0,0 0 1 0 0,1 0-1 0 0,-1 0 1 0 0,0-1-1 0 0,0 1 0 0 0,0 0 1 0 0,1 0-1 0 0,-1 0 1 0 0,0 0-1 0 0,0 0 1 0 0,1 0-1 0 0,-1 0 0 0 0,0 1 1 0 0,0-1-1 0 0,0 0 1 0 0,1 0-1 0 0,-1 0 1 0 0,0 0-1 0 0,0 0 0 0 0,0 0 1 0 0,1 0-1 0 0,-1 0 1 0 0,0 0-1 0 0,0 1 1 0 0,0-1-1 0 0,1 0 0 0 0,-1 0 1 0 0,0 0-1 0 0,0 0 1 0 0,0 1-1 0 0,0-1 0 0 0,13 16 2604 0 0,-8-4-2216 0 0,0 0 0 0 0,-2 0 1 0 0,1 1-1 0 0,-1 0 1 0 0,-1-1-1 0 0,0 1 0 0 0,-1 24 1 0 0,-7 95 305 0 0,5-129-722 0 0,-4 38-294 0 0,-15 58 0 0 0,5-39-4448 0 0,3-15-3574 0 0,9-31 2464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5:24.1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177 229 1556 0 0,'-58'-25'9982'0'0,"56"24"-9402"0"0,0 1-485 0 0,1 0 0 0 0,-1-1 0 0 0,1 1 0 0 0,-1 0 0 0 0,1 0 1 0 0,0 0-1 0 0,-1 0 0 0 0,1 0 0 0 0,-1 1 0 0 0,1-1 0 0 0,-1 0 0 0 0,1 1 0 0 0,0-1 1 0 0,-1 1-1 0 0,-1 0 0 0 0,1 0-6 0 0,-2 1 23 0 0,0 1 0 0 0,0 0 0 0 0,1 0 1 0 0,-1 0-1 0 0,1 0 0 0 0,-1 1 1 0 0,1-1-1 0 0,0 1 0 0 0,1 0 1 0 0,-1 0-1 0 0,1 0 0 0 0,-1 0 0 0 0,-1 6 1 0 0,-3 8 313 0 0,-9 34 1 0 0,16-52-424 0 0,-6 23 171 0 0,1 1-1 0 0,1 0 0 0 0,1-1 0 0 0,1 1 0 0 0,2 32 0 0 0,0-47-137 0 0,0 0 0 0 0,2 1 0 0 0,-1-1 1 0 0,1 0-1 0 0,0 0 0 0 0,1 0 0 0 0,0 0 0 0 0,0-1 0 0 0,1 1 1 0 0,0-1-1 0 0,1 0 0 0 0,-1 0 0 0 0,2 0 0 0 0,-1-1 1 0 0,1 0-1 0 0,12 12 0 0 0,-13-15 10 0 0,1 0 0 0 0,0 0 1 0 0,1-1-1 0 0,-1 0 0 0 0,1 0 0 0 0,-1 0 1 0 0,1-1-1 0 0,0 0 0 0 0,0-1 0 0 0,0 1 1 0 0,0-1-1 0 0,0 0 0 0 0,0-1 0 0 0,0 0 1 0 0,1 0-1 0 0,-1-1 0 0 0,0 1 0 0 0,0-2 1 0 0,0 1-1 0 0,0-1 0 0 0,11-4 0 0 0,-3 1 11 0 0,0-1 0 0 0,-1-1 0 0 0,0-1 0 0 0,0 0 0 0 0,-1 0 0 0 0,0-1 0 0 0,0-1 0 0 0,19-19-1 0 0,-22 18 4 0 0,0 0 0 0 0,-1 0 0 0 0,0-1 0 0 0,-1 0 0 0 0,-1-1-1 0 0,0 1 1 0 0,0-2 0 0 0,-1 1 0 0 0,-1-1 0 0 0,0 1-1 0 0,2-16 1 0 0,-5 20-29 0 0,-1 0-1 0 0,0 0 0 0 0,-1 0 0 0 0,1 0 1 0 0,-2 0-1 0 0,1 0 0 0 0,-1 0 1 0 0,-1 0-1 0 0,0 0 0 0 0,0 0 1 0 0,-1 1-1 0 0,0-1 0 0 0,0 1 1 0 0,-1 0-1 0 0,0 0 0 0 0,0 0 1 0 0,-1 0-1 0 0,0 0 0 0 0,-6-6 1 0 0,-12-10-73 0 0,-1 1 1 0 0,-1 1 0 0 0,-31-21 0 0 0,9 7-1494 0 0,44 34 1136 0 0,0-1 0 0 0,0 1 0 0 0,0-1 0 0 0,1 0 0 0 0,-1 0 0 0 0,1 0 0 0 0,0 0 0 0 0,-1-1-1 0 0,-2-6 1 0 0,4 8-62 0 0,0-1-1 0 0,1 1 1 0 0,-1-1 0 0 0,1 1-1 0 0,0-1 1 0 0,-1 1-1 0 0,1-1 1 0 0,0 0-1 0 0,1 1 1 0 0,-1-1-1 0 0,0 1 1 0 0,1-1-1 0 0,-1 1 1 0 0,1-1-1 0 0,0 1 1 0 0,1-4-1 0 0,6-12-4263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5:38.2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1176 138 732 0 0,'2'-7'885'0'0,"0"-1"1"0"0,-1 1-1 0 0,0-1 0 0 0,-1 1 0 0 0,1-1 1 0 0,-2 0-1 0 0,1 1 0 0 0,-1-1 0 0 0,-2-10 1 0 0,3 16-794 0 0,-1-1 0 0 0,0 1 0 0 0,1-1 0 0 0,-1 0 0 0 0,0 1 0 0 0,-1 0 0 0 0,1-1 1 0 0,0 1-1 0 0,-1 0 0 0 0,1-1 0 0 0,-1 1 0 0 0,0 0 0 0 0,1 0 0 0 0,-1 0 0 0 0,0 1 1 0 0,0-1-1 0 0,-1 0 0 0 0,1 1 0 0 0,0-1 0 0 0,0 1 0 0 0,-1 0 0 0 0,1 0 0 0 0,-1 0 1 0 0,1 0-1 0 0,-1 0 0 0 0,1 0 0 0 0,-1 1 0 0 0,0-1 0 0 0,1 1 0 0 0,-6 0 0 0 0,-5 0-7 0 0,0 1-1 0 0,0 1 1 0 0,0 0-1 0 0,0 1 1 0 0,0 0-1 0 0,1 1 1 0 0,-15 6-1 0 0,7-1 62 0 0,0 2 0 0 0,1 0 0 0 0,-30 23-1 0 0,7 0 310 0 0,3 3 0 0 0,-61 70 0 0 0,57-52 90 0 0,2 0 0 0 0,3 3 0 0 0,3 1 1 0 0,-50 113-1 0 0,-74 269 742 0 0,77-171-790 0 0,-61 371 1 0 0,103-344-291 0 0,-4 388-1 0 0,45 632 612 0 0,33-609 602 0 0,10 347 528 0 0,-40-51-878 0 0,7-750-1089 0 0,-8-223-271 0 0,2 0 0 0 0,1-1 0 0 0,2 0-1 0 0,1 0 1 0 0,1 0 0 0 0,16 32 0 0 0,-23-56 46 0 0,1 1 1 0 0,-1-1-1 0 0,1 0 0 0 0,0 0 1 0 0,1-1-1 0 0,-1 1 0 0 0,1-1 1 0 0,0 0-1 0 0,1 0 0 0 0,-1-1 1 0 0,1 0-1 0 0,0 0 1 0 0,0 0-1 0 0,11 5 0 0 0,-9-6-183 0 0,0-1 1 0 0,1 0-1 0 0,-1 0 0 0 0,1-1 0 0 0,-1 0 1 0 0,1-1-1 0 0,-1 0 0 0 0,1 0 0 0 0,-1 0 0 0 0,1-1 1 0 0,-1-1-1 0 0,10-2 0 0 0,3-2-890 0 0,0-1-1 0 0,-1 0 1 0 0,0-2 0 0 0,22-12-1 0 0,32-22-4179 0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5:39.1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70 628 0 0,'5'-7'693'0'0,"1"0"1"0"0,0 1-1 0 0,0 0 0 0 0,0 0 1 0 0,1 0-1 0 0,0 1 0 0 0,0 0 1 0 0,0 0-1 0 0,1 1 0 0 0,13-7 1 0 0,-18 11-648 0 0,0-1 1 0 0,0 1-1 0 0,-1-1 0 0 0,1 1 1 0 0,0 0-1 0 0,0 0 0 0 0,-1 1 1 0 0,1-1-1 0 0,0 0 1 0 0,0 1-1 0 0,-1 0 0 0 0,1-1 1 0 0,0 1-1 0 0,-1 0 0 0 0,1 1 1 0 0,-1-1-1 0 0,4 2 1 0 0,1 1 32 0 0,-1 1 0 0 0,1-1 0 0 0,-1 1 0 0 0,9 9 0 0 0,-7-5 11 0 0,-1 0-1 0 0,0 1 1 0 0,0-1 0 0 0,-1 2-1 0 0,0-1 1 0 0,-1 0 0 0 0,0 1-1 0 0,0 0 1 0 0,-1 0 0 0 0,-1 1 0 0 0,0-1-1 0 0,0 1 1 0 0,-1-1 0 0 0,0 21-1 0 0,-2-16 52 0 0,-1 1 0 0 0,0-1 0 0 0,-1 0 0 0 0,-1 0 1 0 0,0 0-1 0 0,-2 0 0 0 0,1-1 0 0 0,-2 0 0 0 0,0 0 0 0 0,-11 18 0 0 0,4-8 602 0 0,-2-2-1 0 0,-22 29 1 0 0,36-50-439 0 0,-4-5-150 0 0,5 3-151 0 0,0 0 0 0 0,0 0-1 0 0,-1 0 1 0 0,1 0 0 0 0,0 0-1 0 0,0 0 1 0 0,-1 0 0 0 0,1 0-1 0 0,0 0 1 0 0,0-1-1 0 0,-1 1 1 0 0,1 0 0 0 0,0 0-1 0 0,0 0 1 0 0,0 0 0 0 0,-1 0-1 0 0,1-1 1 0 0,0 1 0 0 0,0 0-1 0 0,0 0 1 0 0,0 0 0 0 0,-1-1-1 0 0,1 1 1 0 0,0 0-1 0 0,0 0 1 0 0,0 0 0 0 0,0-1-1 0 0,0 1 1 0 0,0 0 0 0 0,0 0-1 0 0,0-1 1 0 0,0 1 0 0 0,0 0-1 0 0,0 0 1 0 0,0-1-1 0 0,0 1 1 0 0,0 0 0 0 0,0 0-1 0 0,0-1 1 0 0,3-13 0 0 0,2 0 0 0 0,0 0 1 0 0,0 1-1 0 0,1 0 0 0 0,1 0 0 0 0,0 0 0 0 0,11-14 0 0 0,68-81-29 0 0,-32 48-16 0 0,58-71-21 0 0,-98 112-13 0 0,-22 28-3 0 0,0 2 79 0 0,1 1 1 0 0,0 0-1 0 0,0 0 0 0 0,1 0 1 0 0,1 1-1 0 0,0 0 1 0 0,-3 16-1 0 0,4-15 30 0 0,0 0-1 0 0,1 0 1 0 0,1 1 0 0 0,0-1 0 0 0,1 1-1 0 0,0-1 1 0 0,2 16 0 0 0,0-24-108 0 0,0-1 0 0 0,0 1 0 0 0,0 0 0 0 0,1 0 1 0 0,0-1-1 0 0,0 1 0 0 0,1-1 0 0 0,-1 0 0 0 0,1 0 0 0 0,1 0 1 0 0,-1 0-1 0 0,0 0 0 0 0,1 0 0 0 0,0-1 0 0 0,0 0 0 0 0,1 0 1 0 0,-1 0-1 0 0,1 0 0 0 0,0-1 0 0 0,5 4 0 0 0,3-1-584 0 0,0 0-1 0 0,1-1 1 0 0,0 0-1 0 0,0-1 1 0 0,0 0-1 0 0,0-1 0 0 0,0-1 1 0 0,1 0-1 0 0,-1-1 1 0 0,0-1-1 0 0,1 0 1 0 0,-1-1-1 0 0,23-4 1 0 0,-14 0-1178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5:39.2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1 127 2788 0 0,'14'-12'1112'0'0,"-1"-1"-1"0"0,0-1 1 0 0,-1 0-1 0 0,0 0 0 0 0,-1-1 1 0 0,15-30 1154 0 0,-27 59-2020 0 0,-1 0 0 0 0,-1 0 0 0 0,0 0-1 0 0,-9 24 1 0 0,1-3-89 0 0,1 3-675 0 0,-8 66 1 0 0,13-9-5130 0 0,5-67 1624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5:39.9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27 196 1668 0 0,'-2'-2'292'0'0,"-1"-1"-1"0"0,1 0 0 0 0,-1 0 1 0 0,1 0-1 0 0,0-1 1 0 0,0 1-1 0 0,0 0 1 0 0,1-1-1 0 0,-1 1 1 0 0,1-1-1 0 0,0 1 1 0 0,0-1-1 0 0,0 0 0 0 0,0 0 1 0 0,1 1-1 0 0,-1-1 1 0 0,1 0-1 0 0,0 0 1 0 0,0 0-1 0 0,1 1 1 0 0,-1-1-1 0 0,2-7 0 0 0,0 3-83 0 0,0 0 0 0 0,1 0 0 0 0,-1 1 0 0 0,2-1 0 0 0,-1 1 0 0 0,1-1 0 0 0,0 1 0 0 0,0 0 0 0 0,10-11 0 0 0,-12 16-188 0 0,-1 0 0 0 0,1 0 0 0 0,0 1 0 0 0,0-1 0 0 0,0 0-1 0 0,1 1 1 0 0,-1-1 0 0 0,0 1 0 0 0,0 0 0 0 0,1 0 0 0 0,-1 0 0 0 0,1 0 0 0 0,-1 0 0 0 0,1 0 0 0 0,-1 1 0 0 0,1-1-1 0 0,0 1 1 0 0,-1 0 0 0 0,1 0 0 0 0,0 0 0 0 0,-1 0 0 0 0,1 0 0 0 0,0 0 0 0 0,-1 1 0 0 0,1-1 0 0 0,-1 1 0 0 0,1 0-1 0 0,-1 0 1 0 0,1 0 0 0 0,-1 0 0 0 0,1 0 0 0 0,-1 1 0 0 0,4 2 0 0 0,-1 0 17 0 0,1 0-1 0 0,-1 0 1 0 0,0 1 0 0 0,0 0-1 0 0,0 0 1 0 0,-1 1 0 0 0,0-1 0 0 0,0 1-1 0 0,0 0 1 0 0,-1 0 0 0 0,6 12-1 0 0,-7-10 82 0 0,0 1 0 0 0,0-1-1 0 0,0 1 1 0 0,-1-1 0 0 0,0 1-1 0 0,-1 0 1 0 0,0 0 0 0 0,0-1-1 0 0,-1 1 1 0 0,0 0 0 0 0,-1-1-1 0 0,0 1 1 0 0,-3 10-1 0 0,-6 10 498 0 0,-1 0-1 0 0,-23 37 1 0 0,12-22 499 0 0,13-27-146 0 0,9-17-961 0 0,1 0-1 0 0,0 0 1 0 0,0 0-1 0 0,0 0 0 0 0,0 0 1 0 0,0 0-1 0 0,0 0 1 0 0,0 0-1 0 0,-1 0 1 0 0,1 0-1 0 0,0 0 1 0 0,0 0-1 0 0,0 0 1 0 0,0 0-1 0 0,0 0 0 0 0,0 0 1 0 0,0 0-1 0 0,-1 0 1 0 0,1-1-1 0 0,0 1 1 0 0,0 0-1 0 0,0 0 1 0 0,0 0-1 0 0,0 0 1 0 0,0 0-1 0 0,0 0 0 0 0,0 0 1 0 0,0 0-1 0 0,0 0 1 0 0,0-1-1 0 0,-1 1 1 0 0,1 0-1 0 0,0 0 1 0 0,0 0-1 0 0,0 0 1 0 0,0 0-1 0 0,0 0 0 0 0,0 0 1 0 0,0-1-1 0 0,0 1 1 0 0,0 0-1 0 0,0 0 1 0 0,0 0-1 0 0,0 0 1 0 0,0 0-1 0 0,0 0 1 0 0,0 0-1 0 0,0-1 1 0 0,0 1-1 0 0,0 0 0 0 0,0 0 1 0 0,1 0-1 0 0,-1 0 1 0 0,0 0-1 0 0,0 0 1 0 0,0 0-1 0 0,0 0 1 0 0,0-1-1 0 0,1-3 12 0 0,-1 0-1 0 0,1 0 0 0 0,0 0 1 0 0,1 0-1 0 0,2-7 1 0 0,21-29-24 0 0,1 1 1 0 0,2 2-1 0 0,50-53 1 0 0,-19 23-20 0 0,-8 6-18 0 0,-50 60 31 0 0,-2 6-13 0 0,0 0 28 0 0,0 0 0 0 0,-1 1-1 0 0,0-1 1 0 0,0-1 0 0 0,0 1 0 0 0,-5 7 0 0 0,-3 8 23 0 0,6-10-11 0 0,1-1 0 0 0,0 0 1 0 0,1 1-1 0 0,0 0 0 0 0,0 0 1 0 0,1 0-1 0 0,0 0 0 0 0,1-1 1 0 0,0 1-1 0 0,0 0 0 0 0,1 0 1 0 0,0 0-1 0 0,1 0 0 0 0,5 16 1 0 0,-3-16-197 0 0,1 1 1 0 0,0-1 0 0 0,0 0-1 0 0,1-1 1 0 0,0 1-1 0 0,0-1 1 0 0,1-1 0 0 0,1 1-1 0 0,-1-1 1 0 0,1 0 0 0 0,1-1-1 0 0,17 13 1 0 0,-10-10-1296 0 0,27 14 0 0 0,-2-9-3375 0 0,-17-9-373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5:40.3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48 1968 0 0,'-40'-38'8696'0'0,"39"37"-8296"0"0,-5-7 1101 0 0,9 10-1445 0 0,-1 0 0 0 0,1 0 0 0 0,0 0 0 0 0,-1 0-1 0 0,1 0 1 0 0,-1 1 0 0 0,1 0 0 0 0,-1-1 0 0 0,0 1 0 0 0,0 0 0 0 0,-1 0-1 0 0,1 0 1 0 0,-1 0 0 0 0,1 0 0 0 0,-1 0 0 0 0,0 1 0 0 0,0-1 0 0 0,0 0-1 0 0,0 1 1 0 0,-1-1 0 0 0,0 0 0 0 0,1 6 0 0 0,-1 6 447 0 0,1 0 0 0 0,-2 0 1 0 0,-4 29-1 0 0,-3-9 438 0 0,-16 44-1 0 0,-4 19 98 0 0,28-98-1029 0 0,0 1 0 0 0,0-1 1 0 0,0 1-1 0 0,0-1 0 0 0,0 1 1 0 0,0 0-1 0 0,0-1 1 0 0,0 1-1 0 0,0-1 0 0 0,0 1 1 0 0,0-1-1 0 0,0 1 0 0 0,0-1 1 0 0,1 1-1 0 0,-1-1 0 0 0,0 1 1 0 0,0-1-1 0 0,1 1 0 0 0,-1-1 1 0 0,0 1-1 0 0,0-1 0 0 0,1 1 1 0 0,-1-1-1 0 0,1 0 0 0 0,-1 1 1 0 0,0-1-1 0 0,1 0 0 0 0,-1 1 1 0 0,1-1-1 0 0,-1 0 1 0 0,1 1-1 0 0,-1-1 0 0 0,1 0 1 0 0,-1 0-1 0 0,1 0 0 0 0,-1 0 1 0 0,1 1-1 0 0,0-1 0 0 0,22 0 117 0 0,39-16-47 0 0,98-36 0 0 0,-72 21-485 0 0,26-5-1553 0 0,11-3-6576 0 0,-97 29 2409 0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5:41.0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0 173 580 0 0,'5'-10'2157'0'0,"0"0"-1"0"0,5-18 1 0 0,-7 17-1423 0 0,1 0 1 0 0,0 1-1 0 0,1-1 1 0 0,6-10-1 0 0,-9 18-671 0 0,0 1-1 0 0,0-1 0 0 0,0 1 0 0 0,0 0 1 0 0,0-1-1 0 0,1 1 0 0 0,-1 0 1 0 0,0 0-1 0 0,1 1 0 0 0,0-1 0 0 0,-1 0 1 0 0,1 1-1 0 0,0 0 0 0 0,0 0 0 0 0,0-1 1 0 0,0 2-1 0 0,0-1 0 0 0,0 0 1 0 0,6 0-1 0 0,-4 1 11 0 0,1 0 1 0 0,0 1 0 0 0,0-1-1 0 0,0 1 1 0 0,0 0-1 0 0,0 1 1 0 0,-1 0 0 0 0,1-1-1 0 0,-1 2 1 0 0,1-1 0 0 0,-1 1-1 0 0,0 0 1 0 0,0 0-1 0 0,0 0 1 0 0,0 1 0 0 0,-1-1-1 0 0,1 1 1 0 0,-1 0 0 0 0,0 1-1 0 0,0-1 1 0 0,0 1-1 0 0,-1 0 1 0 0,0 0 0 0 0,0 0-1 0 0,4 9 1 0 0,-2-6 103 0 0,-2 1 1 0 0,1 0-1 0 0,-1 0 1 0 0,0 0-1 0 0,-1 0 1 0 0,0 1-1 0 0,-1-1 0 0 0,0 1 1 0 0,0-1-1 0 0,-1 1 1 0 0,0-1-1 0 0,0 1 1 0 0,-1 0-1 0 0,-1-1 0 0 0,-4 17 1 0 0,-3-4 113 0 0,-2 0 0 0 0,0-1-1 0 0,-1 0 1 0 0,-1-1 0 0 0,-1 0 0 0 0,-1-1 0 0 0,-1-1 0 0 0,0 0 0 0 0,-1-1 0 0 0,-22 16-1 0 0,37-32-245 0 0,1 1 0 0 0,0-1-1 0 0,-1 0 1 0 0,1 0-1 0 0,-1 0 1 0 0,1 0-1 0 0,-1 0 1 0 0,1-1 0 0 0,-1 1-1 0 0,0 0 1 0 0,0-1-1 0 0,1 1 1 0 0,-1-1-1 0 0,0 1 1 0 0,0-1 0 0 0,1 0-1 0 0,-1 0 1 0 0,-3 0-1 0 0,5 0-40 0 0,-1-1 0 0 0,1 1 1 0 0,0-1-1 0 0,-1 1 0 0 0,1-1 0 0 0,0 1 0 0 0,0-1 0 0 0,0 1 0 0 0,-1-1 0 0 0,1 1 1 0 0,0-1-1 0 0,0 1 0 0 0,0-1 0 0 0,0 1 0 0 0,0-1 0 0 0,0 1 0 0 0,0-1 0 0 0,0 1 1 0 0,0-1-1 0 0,0 1 0 0 0,0-1 0 0 0,0 1 0 0 0,0-1 0 0 0,1 0 0 0 0,2-16 10 0 0,-3 17-9 0 0,5-16-2 0 0,0 0 1 0 0,1 0-1 0 0,1 1 0 0 0,0 0 0 0 0,1 1 1 0 0,11-16-1 0 0,64-77-7 0 0,-60 80 2 0 0,131-136-9 0 0,-111 120 0 0 0,-19 20-60 0 0,-18 20-40 0 0,-15 16 74 0 0,-20 26 50 0 0,1 2 0 0 0,2 0-1 0 0,-36 80 1 0 0,59-114 0 0 0,0 1 0 0 0,1-1 0 0 0,0 1 0 0 0,0 0 0 0 0,1-1 0 0 0,0 1 1 0 0,0 0-1 0 0,1 0 0 0 0,0 11 0 0 0,1-16-50 0 0,-1 0 0 0 0,1 0-1 0 0,0 0 1 0 0,-1 0 0 0 0,1 0 0 0 0,0 1 0 0 0,1-1 0 0 0,-1-1 0 0 0,1 1-1 0 0,-1 0 1 0 0,1 0 0 0 0,0-1 0 0 0,0 1 0 0 0,0-1 0 0 0,0 1 0 0 0,0-1 0 0 0,1 0-1 0 0,-1 0 1 0 0,1 0 0 0 0,0 0 0 0 0,-1 0 0 0 0,1-1 0 0 0,0 1 0 0 0,6 1-1 0 0,3 1-813 0 0,1-1-1 0 0,0 0 0 0 0,0-1 1 0 0,0 0-1 0 0,16-1 0 0 0,67-4-6507 0 0,-88 2 6293 0 0,20-1-2913 0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5:41.5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433 119 1012 0 0,'-3'-13'3370'0'0,"-7"-32"3960"0"0,9 41-6977 0 0,1 0 0 0 0,-1 0-1 0 0,1 0 1 0 0,0 0 0 0 0,0 0-1 0 0,0 0 1 0 0,1 0-1 0 0,1-6 1 0 0,-2 9-334 0 0,1 0-1 0 0,-1 0 1 0 0,1 0-1 0 0,-1 0 1 0 0,1 0 0 0 0,0 0-1 0 0,-1 0 1 0 0,1 0-1 0 0,0 0 1 0 0,0 0 0 0 0,0 0-1 0 0,0 1 1 0 0,0-1-1 0 0,0 0 1 0 0,0 1 0 0 0,0-1-1 0 0,0 0 1 0 0,0 1-1 0 0,0-1 1 0 0,0 1-1 0 0,0 0 1 0 0,0-1 0 0 0,0 1-1 0 0,1 0 1 0 0,-1 0-1 0 0,0 0 1 0 0,0 0 0 0 0,0 0-1 0 0,1 0 1 0 0,-1 0-1 0 0,0 0 1 0 0,0 0 0 0 0,0 0-1 0 0,0 1 1 0 0,1-1-1 0 0,1 2 1 0 0,-1-2-13 0 0,0 1 0 0 0,1 0 0 0 0,-1 0 0 0 0,0 0 0 0 0,0 0 0 0 0,0 0 0 0 0,0 1 0 0 0,0-1 0 0 0,0 1 0 0 0,0-1 0 0 0,-1 1 0 0 0,1-1 0 0 0,0 1 0 0 0,-1 0 0 0 0,0 0 0 0 0,1 0-1 0 0,0 2 1 0 0,0 1 14 0 0,-1 1-1 0 0,0-1 0 0 0,-1 0 0 0 0,1 0 0 0 0,-1 1 0 0 0,0-1 0 0 0,0 0 0 0 0,-1 0 0 0 0,0 1 0 0 0,0-1 0 0 0,0 0 0 0 0,0 0 0 0 0,-1 0 0 0 0,0 0 0 0 0,-2 6 0 0 0,-6 8 143 0 0,-1 0-1 0 0,-19 25 1 0 0,3-3 155 0 0,17-29 83 0 0,8-10-265 0 0,0 0 1 0 0,0 1 0 0 0,0-1 0 0 0,0 0 0 0 0,1 1 0 0 0,-1-1 0 0 0,1 1 0 0 0,0-1 0 0 0,0 1-1 0 0,-2 3 1 0 0,5-5-115 0 0,0 0 0 0 0,-1-1 0 0 0,1 1 0 0 0,0 0 0 0 0,0-1-1 0 0,-1 0 1 0 0,1 1 0 0 0,0-1 0 0 0,0 0 0 0 0,2 0 0 0 0,8 1 14 0 0,-2 2-16 0 0,1 0 1 0 0,-1 0-1 0 0,0 1 1 0 0,0 1-1 0 0,0 0 0 0 0,0 0 1 0 0,-1 0-1 0 0,0 2 1 0 0,0-1-1 0 0,11 12 0 0 0,-19-17 17 0 0,0 0-1 0 0,0 1 0 0 0,0-1 0 0 0,0 1 0 0 0,0-1 0 0 0,0 1 0 0 0,0-1 0 0 0,-1 1 0 0 0,1 0 1 0 0,-1-1-1 0 0,1 1 0 0 0,-1 0 0 0 0,0-1 0 0 0,1 1 0 0 0,-1 0 0 0 0,0 0 0 0 0,0-1 0 0 0,0 1 1 0 0,0 0-1 0 0,-1 0 0 0 0,1-1 0 0 0,0 1 0 0 0,-1 0 0 0 0,-1 2 0 0 0,0 1 42 0 0,0 0-1 0 0,0 0 1 0 0,-1 0-1 0 0,0-1 0 0 0,0 1 1 0 0,-6 6-1 0 0,-2 1-15 0 0,-1-1 0 0 0,-1-1 0 0 0,1 0 0 0 0,-2 0 0 0 0,1-1 0 0 0,-2-1 0 0 0,-19 9 0 0 0,-10 1-497 0 0,-55 16 1 0 0,-26 1-3244 0 0,41-18-3497 0 0,47-12 245 0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5:42.2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3 350 852 0 0,'-1'-6'670'0'0,"0"1"1"0"0,1 0-1 0 0,0 0 1 0 0,0-1-1 0 0,0 1 0 0 0,0 0 1 0 0,1 0-1 0 0,0 0 0 0 0,0-1 1 0 0,1 1-1 0 0,-1 0 1 0 0,1 0-1 0 0,3-5 0 0 0,-2 5-526 0 0,0 0 0 0 0,0 0 0 0 0,0 0 0 0 0,1 0 0 0 0,0 0-1 0 0,0 1 1 0 0,0 0 0 0 0,0 0 0 0 0,1 0 0 0 0,-1 0 0 0 0,1 1-1 0 0,0 0 1 0 0,0 0 0 0 0,1 0 0 0 0,-1 0 0 0 0,1 1 0 0 0,7-2 0 0 0,-8 3-114 0 0,0 0 0 0 0,-1 0 1 0 0,1 1-1 0 0,0 0 1 0 0,0 0-1 0 0,-1 0 1 0 0,1 0-1 0 0,0 1 1 0 0,0 0-1 0 0,-1 0 1 0 0,1 0-1 0 0,0 0 1 0 0,-1 1-1 0 0,0 0 0 0 0,1 0 1 0 0,-1 0-1 0 0,0 1 1 0 0,0-1-1 0 0,0 1 1 0 0,0 0-1 0 0,3 3 1 0 0,-2-1 26 0 0,-1-1 0 0 0,0 1 0 0 0,0-1 0 0 0,0 1 0 0 0,-1 0 0 0 0,0 1 0 0 0,0-1 0 0 0,0 1 0 0 0,0-1 0 0 0,-1 1 0 0 0,0 0 0 0 0,0 0 0 0 0,-1 0 0 0 0,0 0 0 0 0,1 8 0 0 0,-2-1 127 0 0,-1 0 0 0 0,0-1 0 0 0,-1 1 0 0 0,0 0 0 0 0,-1-1 0 0 0,-1 1-1 0 0,-8 19 1 0 0,10-25-116 0 0,-10 18 291 0 0,-1 6 838 0 0,12-29-931 0 0,12-27-36 0 0,114-215-38 0 0,-22 48-179 0 0,-80 144-56 0 0,-22 46 63 0 0,-4 4-14 0 0,1 1-1 0 0,0-1 0 0 0,-1 1 0 0 0,1 0 0 0 0,0 0 1 0 0,0 0-1 0 0,0 0 0 0 0,1 0 0 0 0,-1 1 0 0 0,-1 3 1 0 0,-2 8-10 0 0,0 0 0 0 0,1 0 0 0 0,0 0 0 0 0,2 0 0 0 0,0 1 0 0 0,0-1 0 0 0,1 1 0 0 0,1 0 0 0 0,1-1 0 0 0,0 1 0 0 0,1-1 0 0 0,1 1 0 0 0,6 21 0 0 0,-6-28-240 0 0,1 1 1 0 0,0-1-1 0 0,0 1 1 0 0,1-1-1 0 0,0-1 1 0 0,0 1-1 0 0,1-1 1 0 0,1 0-1 0 0,10 12 1 0 0,-11-15-266 0 0,0 0 0 0 0,0-1 0 0 0,0 1 1 0 0,1-1-1 0 0,-1 0 0 0 0,1-1 1 0 0,0 0-1 0 0,0 0 0 0 0,1 0 1 0 0,-1-1-1 0 0,0 0 0 0 0,1-1 0 0 0,13 2 1 0 0,-1-3-2232 0 0,-2-1-743 0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5:42.5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83 1380 0 0,'1'-3'1798'0'0,"0"-4"-100"0"0,1 0 0 0 0,-1 1 1 0 0,0-2-1 0 0,0-10 1071 0 0,-2 10-678 0 0,1 13-2039 0 0,0 0 0 0 0,0 0-1 0 0,0 0 1 0 0,1 0-1 0 0,-1 0 1 0 0,1 0 0 0 0,0 0-1 0 0,1 0 1 0 0,-1 0-1 0 0,1 0 1 0 0,0-1 0 0 0,0 1-1 0 0,1-1 1 0 0,-1 0 0 0 0,1 1-1 0 0,0-1 1 0 0,0 0-1 0 0,0-1 1 0 0,1 1 0 0 0,5 5-1 0 0,-6-7-34 0 0,0 0-1 0 0,0 1 0 0 0,0-1 1 0 0,1 0-1 0 0,-1 0 0 0 0,1-1 1 0 0,-1 1-1 0 0,1-1 0 0 0,0 0 1 0 0,-1 0-1 0 0,1 0 0 0 0,0 0 1 0 0,0-1-1 0 0,0 1 0 0 0,-1-1 1 0 0,1 0-1 0 0,0 0 0 0 0,0 0 1 0 0,0-1-1 0 0,0 0 0 0 0,0 1 1 0 0,-1-1-1 0 0,1-1 0 0 0,0 1 1 0 0,-1 0-1 0 0,1-1 0 0 0,4-2 1 0 0,5-6 303 0 0,0 0 0 0 0,0-1 1 0 0,-1 0-1 0 0,0 0 0 0 0,17-24 1 0 0,12-12 1406 0 0,-40 46-1602 0 0,0 2-121 0 0,0-1 0 0 0,0 1-1 0 0,-1-1 1 0 0,1 1 0 0 0,0 0-1 0 0,-1 0 1 0 0,1-1 0 0 0,0 1-1 0 0,-1 0 1 0 0,1 0 0 0 0,-1 0-1 0 0,1 0 1 0 0,-1-1 0 0 0,0 1-1 0 0,1 0 1 0 0,-1 0-1 0 0,0 0 1 0 0,0 0 0 0 0,0 0-1 0 0,1 0 1 0 0,-1 0 0 0 0,0 0-1 0 0,0 0 1 0 0,0 0 0 0 0,-1 0-1 0 0,1 0 1 0 0,0 1 0 0 0,-5 35 108 0 0,3-29-101 0 0,-12 57-2092 0 0,-3-1 1 0 0,-37 94 0 0 0,35-109-227 0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5:43.3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1 208 1812 0 0,'4'-35'4574'0'0,"-4"27"-4030"0"0,1 1 0 0 0,0 0 1 0 0,0 0-1 0 0,0-1 0 0 0,1 1 0 0 0,0 0 1 0 0,1 0-1 0 0,-1 1 0 0 0,1-1 0 0 0,8-12 0 0 0,-10 18-486 0 0,0 0 0 0 0,0 0 0 0 0,0 0 0 0 0,1 0 0 0 0,-1 0 0 0 0,0 0 0 0 0,1 1 0 0 0,-1-1 0 0 0,1 0 0 0 0,-1 1 0 0 0,1-1 0 0 0,-1 1 0 0 0,1-1 0 0 0,-1 1-1 0 0,1 0 1 0 0,-1 0 0 0 0,1 0 0 0 0,1 0 0 0 0,25 3 506 0 0,-21-2-451 0 0,-1 2 1 0 0,0-1 0 0 0,0 1 0 0 0,0 0 0 0 0,-1 0-1 0 0,1 0 1 0 0,-1 1 0 0 0,1 0 0 0 0,-1 0 0 0 0,0 0-1 0 0,-1 1 1 0 0,1 0 0 0 0,-1 0 0 0 0,0 0 0 0 0,0 0-1 0 0,0 1 1 0 0,-1-1 0 0 0,0 1 0 0 0,0 0 0 0 0,-1 0-1 0 0,1 0 1 0 0,-1 0 0 0 0,0 1 0 0 0,-1-1 0 0 0,0 0-1 0 0,0 1 1 0 0,0-1 0 0 0,-1 1 0 0 0,0-1 0 0 0,0 1-1 0 0,0-1 1 0 0,-1 1 0 0 0,0-1 0 0 0,-4 13 0 0 0,0-7 22 0 0,-1-1 0 0 0,0 0 0 0 0,-1-1-1 0 0,0 1 1 0 0,-1-1 0 0 0,0-1 0 0 0,-16 16 0 0 0,-19 23 561 0 0,25-37-32 0 0,11-11-409 0 0,9-9-202 0 0,3 0-40 0 0,1 1 1 0 0,0 0-1 0 0,0 0 1 0 0,1 1-1 0 0,0 0 1 0 0,15-12-1 0 0,57-35 0 0 0,-35 25-11 0 0,32-21-16 0 0,-25 17-18 0 0,-1-2 1 0 0,71-66 0 0 0,-117 97 27 0 0,1-1 0 0 0,-1 0 1 0 0,0 0-1 0 0,5-8 0 0 0,-8 11-3 0 0,-1 2 4 0 0,0 0 0 0 0,0-1-1 0 0,0 1 1 0 0,0 0 0 0 0,1-1 0 0 0,-1 1-1 0 0,0 0 1 0 0,0-1 0 0 0,0 1 0 0 0,0-1-1 0 0,0 1 1 0 0,0 0 0 0 0,0-1 0 0 0,0 1-1 0 0,0 0 1 0 0,0-1 0 0 0,-1 1 0 0 0,1 0-1 0 0,0-1 1 0 0,0 1 0 0 0,0 0 0 0 0,0-1-1 0 0,0 1 1 0 0,-1 0 0 0 0,1-1 0 0 0,0 1-1 0 0,0 0 1 0 0,-1-1 0 0 0,1 1 0 0 0,0 0-1 0 0,0 0 1 0 0,-1-1 0 0 0,1 1 0 0 0,-6 2-3 0 0,0 0 1 0 0,1 1 0 0 0,0-1 0 0 0,-1 1 0 0 0,1 0 0 0 0,0 1-1 0 0,1-1 1 0 0,-1 1 0 0 0,1 0 0 0 0,-1 0 0 0 0,1 0-1 0 0,0 1 1 0 0,1 0 0 0 0,-6 8 0 0 0,0 1 6 0 0,0 0 0 0 0,1 0 1 0 0,1 1-1 0 0,-8 21 0 0 0,11-24-305 0 0,1-1-1 0 0,0 1 1 0 0,1 0-1 0 0,0 0 1 0 0,1 0-1 0 0,0 0 1 0 0,1 0-1 0 0,0 0 1 0 0,4 23-1 0 0,-2-28-179 0 0,0 0 0 0 0,0-1 0 0 0,0 1 0 0 0,0-1 0 0 0,1 0 0 0 0,0 0 0 0 0,1 0 0 0 0,-1 0 0 0 0,1 0 0 0 0,1-1 0 0 0,-1 1 0 0 0,1-1 0 0 0,-1 0-1 0 0,1-1 1 0 0,1 1 0 0 0,-1-1 0 0 0,1 0 0 0 0,11 6 0 0 0,0-1-2190 0 0,0-3-682 0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5:43.8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0 376 80 0 0,'37'-26'16898'0'0,"-39"43"-16182"0"0,2-12-688 0 0,0 0 0 0 0,0-1-1 0 0,0 1 1 0 0,1-1-1 0 0,-1 1 1 0 0,1 0 0 0 0,0-1-1 0 0,1 0 1 0 0,-1 1-1 0 0,1-1 1 0 0,0 0 0 0 0,0 0-1 0 0,3 5 1 0 0,5 7 109 0 0,23 27-1 0 0,-18-24-63 0 0,-3-4-40 0 0,9 12 62 0 0,19 32 1 0 0,-39-58-92 0 0,-1 0 0 0 0,1 1 1 0 0,0-1-1 0 0,-1 0 0 0 0,0 0 0 0 0,1 1 0 0 0,-1-1 0 0 0,0 0 1 0 0,1 0-1 0 0,-1 1 0 0 0,0-1 0 0 0,0 0 0 0 0,0 1 0 0 0,0-1 1 0 0,0 0-1 0 0,0 1 0 0 0,-1-1 0 0 0,1 0 0 0 0,0 1 0 0 0,-1-1 1 0 0,1 0-1 0 0,-1 0 0 0 0,1 0 0 0 0,-1 1 0 0 0,1-1 0 0 0,-1 0 1 0 0,0 0-1 0 0,0 0 0 0 0,0 0 0 0 0,0 0 0 0 0,-1 1 0 0 0,0 0-57 0 0,-1 0-1 0 0,0 0 0 0 0,0 0 1 0 0,0 0-1 0 0,0 0 0 0 0,0-1 0 0 0,0 0 1 0 0,0 1-1 0 0,0-1 0 0 0,-6 1 1 0 0,3-1-280 0 0,0-1 0 0 0,0 1 0 0 0,0-1 0 0 0,0 0 0 0 0,0 0 0 0 0,0-1 0 0 0,0 0 0 0 0,0 0 0 0 0,0 0 0 0 0,1-1 0 0 0,-1 0 0 0 0,0 0 0 0 0,1 0 0 0 0,-7-4 0 0 0,9 4 134 0 0,0 0 1 0 0,-1 0 0 0 0,1-1 0 0 0,0 0 0 0 0,0 1 0 0 0,1-1 0 0 0,-1 0-1 0 0,1 0 1 0 0,-1-1 0 0 0,1 1 0 0 0,0 0 0 0 0,0-1 0 0 0,1 1 0 0 0,-1-1 0 0 0,1 0-1 0 0,-1 1 1 0 0,1-1 0 0 0,0 0 0 0 0,1 0 0 0 0,-1 0 0 0 0,1 0 0 0 0,-1-6-1 0 0,2-5 259 0 0,1 0-1 0 0,0 0 1 0 0,2 1-1 0 0,-1-1 0 0 0,1 1 1 0 0,1-1-1 0 0,1 1 0 0 0,0 1 1 0 0,1-1-1 0 0,0 1 0 0 0,1 0 1 0 0,13-15-1 0 0,1 0 356 0 0,1 1 0 0 0,1 1-1 0 0,2 1 1 0 0,32-24 0 0 0,-16 18-162 0 0,1 1 0 0 0,2 2 0 0 0,52-24 0 0 0,-61 36-450 0 0,1 1-1 0 0,0 2 0 0 0,1 1 1 0 0,69-11-1 0 0,-80 22-954 0 0,-8 6-3713 0 0,-8 1 1775 0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5:45.8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37 145 1376 0 0,'-7'-36'4510'0'0,"4"23"-2992"0"0,1 0 1 0 0,-2-22 0 0 0,-4-13 591 0 0,9 49-2119 0 0,5 3-11 0 0,-5-4 14 0 0,3 6 15 0 0,-3-5 66 0 0,0-1 1 0 0,-1 0-1 0 0,1 1 0 0 0,-1-1 1 0 0,1 1-1 0 0,0-1 0 0 0,-1 1 1 0 0,1-1-1 0 0,-1 1 0 0 0,1 0 1 0 0,-1-1-1 0 0,0 1 0 0 0,1 0 1 0 0,-1-1-1 0 0,0 1 0 0 0,1 0 1 0 0,-1-1-1 0 0,0 1 0 0 0,0 0 1 0 0,0-1-1 0 0,1 1 0 0 0,-1 1 1 0 0,0 0-66 0 0,0 18 4 0 0,18-8-4 0 0,-1 1-12 0 0,0 0 0 0 0,23 22 1 0 0,-35-28 3 0 0,0-1 1 0 0,0 1-1 0 0,-1-1 0 0 0,0 1 1 0 0,0 0-1 0 0,0 1 1 0 0,-1-1-1 0 0,3 10 0 0 0,-2-3 117 0 0,-1 0 0 0 0,0 1 0 0 0,-1-1 0 0 0,0 1 0 0 0,-1-1 0 0 0,-1 1 0 0 0,-1-1 0 0 0,0 1 0 0 0,0 0 0 0 0,-2-1 0 0 0,0 0 0 0 0,0 1 0 0 0,-2-1 0 0 0,1-1 0 0 0,-2 1 0 0 0,-9 16-1 0 0,1-4 321 0 0,-2-1-1 0 0,-1 0 1 0 0,-39 43-1 0 0,21-29 557 0 0,34-38-801 0 0,1-6-181 0 0,1 1-1 0 0,0 0 1 0 0,1-1 0 0 0,-1 1 0 0 0,1 0 0 0 0,-1 0 0 0 0,1 0-1 0 0,1 0 1 0 0,-1 0 0 0 0,4-4 0 0 0,33-39-6 0 0,-23 30 4 0 0,47-51-16 0 0,-37 41 7 0 0,0-1-1 0 0,-2-1 1 0 0,-1-1-1 0 0,34-57 1 0 0,-56 86-2 0 0,1-5-5 0 0,1 1 1 0 0,-1 0 0 0 0,1-1-1 0 0,-1 1 1 0 0,-1-1 0 0 0,1 0-1 0 0,-1 0 1 0 0,0 0 0 0 0,0 1-1 0 0,-1-10 1 0 0,0 15 2 0 0,0-1-1 0 0,1 0 1 0 0,-1 1 0 0 0,0-1 0 0 0,0 0 0 0 0,0 1 0 0 0,0-1 0 0 0,0 1 0 0 0,0-1-1 0 0,-1 0 1 0 0,1 1 0 0 0,0-1 0 0 0,0 0 0 0 0,0 1 0 0 0,-1-1 0 0 0,1 1-1 0 0,0-1 1 0 0,0 1 0 0 0,-1-1 0 0 0,1 1 0 0 0,-1-1 0 0 0,1 1 0 0 0,0-1-1 0 0,-1 1 1 0 0,1-1 0 0 0,-1 1 0 0 0,1-1 0 0 0,-1 1 0 0 0,1 0 0 0 0,-1-1-1 0 0,1 1 1 0 0,-1 0 0 0 0,0 0 0 0 0,1-1 0 0 0,-1 1 0 0 0,1 0 0 0 0,-1 0 0 0 0,0 0-1 0 0,1 0 1 0 0,-1 0 0 0 0,1 0 0 0 0,-1 0 0 0 0,0 0 0 0 0,1 0 0 0 0,-1 0-1 0 0,0 0 1 0 0,1 0 0 0 0,-1 0 0 0 0,1 0 0 0 0,-1 1 0 0 0,0-1 0 0 0,1 0-1 0 0,-1 0 1 0 0,1 1 0 0 0,-2 0 0 0 0,-2 1 0 0 0,0 0 0 0 0,0 0 0 0 0,0 1 0 0 0,0-1-1 0 0,1 1 1 0 0,-4 4 0 0 0,-2 2 0 0 0,0 1 1 0 0,2 1-1 0 0,-1 0 1 0 0,1 0-1 0 0,1 0 0 0 0,0 1 1 0 0,0 0-1 0 0,1 0 0 0 0,1 0 1 0 0,-4 19-1 0 0,4-17 6 0 0,2 0 0 0 0,0 1-1 0 0,0 0 1 0 0,2-1 0 0 0,0 1 0 0 0,0 0 0 0 0,1 0-1 0 0,1-1 1 0 0,4 16 0 0 0,-4-22-68 0 0,1 1 0 0 0,-1-1 0 0 0,2 0 0 0 0,-1 1 0 0 0,1-2 0 0 0,0 1 0 0 0,1 0 1 0 0,0-1-1 0 0,0 0 0 0 0,9 9 0 0 0,-10-12-275 0 0,0-1 1 0 0,0 0-1 0 0,0 0 0 0 0,1 0 1 0 0,-1 0-1 0 0,1-1 1 0 0,0 1-1 0 0,-1-1 1 0 0,1 0-1 0 0,0-1 1 0 0,1 1-1 0 0,-1-1 0 0 0,0 0 1 0 0,0-1-1 0 0,0 1 1 0 0,1-1-1 0 0,-1 0 1 0 0,8-1-1 0 0,30-6-4749 0 0,-19 1 443 0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5:46.1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248 39 1880 0 0,'39'-38'10674'0'0,"-56"55"-8744"0"0,-48 60 524 0 0,35-43-2053 0 0,1 1 1 0 0,2 1 0 0 0,-39 69 0 0 0,63-99-376 0 0,0 0 0 0 0,1 0 0 0 0,0 1 1 0 0,0-1-1 0 0,0 1 0 0 0,1-1 0 0 0,0 1 0 0 0,-1 11 0 0 0,2-16-14 0 0,0 0 1 0 0,0 1-1 0 0,1-1 0 0 0,-1 0 0 0 0,0 1 0 0 0,1-1 0 0 0,0 0 0 0 0,-1 0 1 0 0,1 0-1 0 0,0 0 0 0 0,0 1 0 0 0,0-1 0 0 0,0 0 0 0 0,1-1 0 0 0,-1 1 1 0 0,0 0-1 0 0,1 0 0 0 0,0 0 0 0 0,-1-1 0 0 0,1 1 0 0 0,0-1 0 0 0,0 0 1 0 0,-1 1-1 0 0,1-1 0 0 0,0 0 0 0 0,0 0 0 0 0,1 0 0 0 0,2 1 0 0 0,-1-1 25 0 0,0 1 1 0 0,1-1-1 0 0,-1 0 0 0 0,1 0 0 0 0,-1-1 0 0 0,1 0 0 0 0,0 1 0 0 0,-1-1 0 0 0,1-1 0 0 0,-1 1 0 0 0,1-1 0 0 0,-1 0 0 0 0,1 0 0 0 0,-1 0 1 0 0,1 0-1 0 0,-1-1 0 0 0,0 0 0 0 0,0 0 0 0 0,0 0 0 0 0,0 0 0 0 0,0-1 0 0 0,0 1 0 0 0,0-1 0 0 0,-1 0 0 0 0,0 0 0 0 0,1-1 0 0 0,3-4 1 0 0,-7 8-27 0 0,0-1 0 0 0,1 0 0 0 0,-1 1 0 0 0,0-1 0 0 0,0 0 0 0 0,1 0 0 0 0,-1 1 1 0 0,0-1-1 0 0,0 0 0 0 0,0 1 0 0 0,0-1 0 0 0,0 0 0 0 0,0 0 0 0 0,0 1 1 0 0,0-1-1 0 0,0 0 0 0 0,0 0 0 0 0,0 1 0 0 0,-1-1 0 0 0,1 0 0 0 0,0 1 0 0 0,0-1 1 0 0,-1 0-1 0 0,1 1 0 0 0,0-1 0 0 0,-1 0 0 0 0,1 1 0 0 0,-1-1 0 0 0,1 1 0 0 0,-1-1 1 0 0,1 0-1 0 0,-1 1 0 0 0,1 0 0 0 0,-1-1 0 0 0,-1 0 0 0 0,-18-12 58 0 0,19 12-63 0 0,-3 0-2 0 0,-1-1 1 0 0,0 1-1 0 0,0 0 0 0 0,0 1 1 0 0,0-1-1 0 0,0 1 1 0 0,0 0-1 0 0,0 0 0 0 0,-7 1 1 0 0,3 0-13 0 0,0-1-286 0 0,0 1 0 0 0,0 1 0 0 0,1-1 0 0 0,-1 1 0 0 0,-13 5 0 0 0,17-5-678 0 0,-1 1-1 0 0,1-1 1 0 0,0 1-1 0 0,-9 7 1 0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5:47.7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0 202 208 0 0,'1'-16'4482'0'0,"2"-5"-738"0"0,-3 6-558 0 0,0 13-2928 0 0,0 1 1 0 0,0-1 0 0 0,0 1-1 0 0,0 0 1 0 0,0-1 0 0 0,0 1-1 0 0,1-1 1 0 0,-1 1 0 0 0,0 0-1 0 0,1-1 1 0 0,0 1 0 0 0,-1 0-1 0 0,1 0 1 0 0,0-1 0 0 0,-1 1-1 0 0,1 0 1 0 0,0 0 0 0 0,0 0-1 0 0,0 0 1 0 0,0 0 0 0 0,0 0-1 0 0,0 0 1 0 0,2-1 0 0 0,2 0-67 0 0,0 0 1 0 0,0 0-1 0 0,0 0 0 0 0,0 1 1 0 0,10-2-1 0 0,202-46 1194 0 0,40-6 193 0 0,-253 54-1567 0 0,1 0 1 0 0,0 1 0 0 0,-1 0 0 0 0,1 0-1 0 0,0 0 1 0 0,-1 1 0 0 0,1-1 0 0 0,0 1-1 0 0,-1 0 1 0 0,1 1 0 0 0,-1-1 0 0 0,0 1-1 0 0,1 0 1 0 0,-1 0 0 0 0,0 0 0 0 0,0 0-1 0 0,0 1 1 0 0,0-1 0 0 0,0 1 0 0 0,-1 0-1 0 0,0 1 1 0 0,1-1 0 0 0,-1 0 0 0 0,0 1-1 0 0,0 0 1 0 0,-1 0 0 0 0,3 4-1 0 0,5 10 67 0 0,-1 1-1 0 0,-1 0 1 0 0,0 1-1 0 0,7 33 0 0 0,-12-43-50 0 0,14 61 540 0 0,14 119-1 0 0,-11 77 393 0 0,-15-187-775 0 0,4 630 2683 0 0,-9-655-2691 0 0,-18 524 1974 0 0,1 264-29 0 0,19-760-2104 0 0,9 985 410 0 0,-24-521-428 0 0,1-153 0 0 0,-15 235 0 0 0,12-358 0 0 0,-44 222 0 0 0,40-379 0 0 0,-41 127 0 0 0,55-228-215 0 0,0 0 0 0 0,-1 0 0 0 0,-1-1 0 0 0,0 0 0 0 0,-1-1 0 0 0,0 1 0 0 0,-1-1 0 0 0,0-1 0 0 0,0 0 0 0 0,-1 0 0 0 0,-1-1 0 0 0,0 0 0 0 0,0-1 0 0 0,-24 13 0 0 0,6-5-556 0 0,-1-2-1 0 0,0-1 0 0 0,-1-1 1 0 0,0-2-1 0 0,-37 8 1 0 0,-8-5-4942 0 0,26-9-1601 0 0,14-4-2168 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5:48.2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81 1700 0 0,'-2'-1'1956'0'0,"-37"-8"4510"0"0,37 9-5636 0 0,-14-4 1680 0 0,16 4-2489 0 0,0 0 0 0 0,-1 0 1 0 0,1 0-1 0 0,0 0 0 0 0,0 0 0 0 0,-1 0 0 0 0,1 0 1 0 0,0 0-1 0 0,0 0 0 0 0,-1 0 0 0 0,1 0 0 0 0,0 0 1 0 0,0 0-1 0 0,0 0 0 0 0,-1 0 0 0 0,1 0 0 0 0,0 0 1 0 0,0 0-1 0 0,0 0 0 0 0,-1-1 0 0 0,1 1 0 0 0,0 0 1 0 0,0 0-1 0 0,0 0 0 0 0,-1 0 0 0 0,1 0 0 0 0,0-1 1 0 0,0 1-1 0 0,0 0 0 0 0,0 0 0 0 0,0 0 1 0 0,-1-1-1 0 0,1 1 0 0 0,0 0 0 0 0,0 0 0 0 0,0 0 1 0 0,0-1-1 0 0,0 1 0 0 0,0 0 0 0 0,0 0 0 0 0,0-1 1 0 0,0 1-1 0 0,0-1 0 0 0,12-5 313 0 0,31-7-359 0 0,-33 11 116 0 0,-7 1-105 0 0,113-28-147 0 0,-98 25-928 0 0,-1 2 0 0 0,0 0-1 0 0,0 1 1 0 0,31 2 0 0 0,-25 3-5681 0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5:48.4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94 141 212 0 0,'-86'83'11168'0'0,"85"-83"-11091"0"0,1 0 0 0 0,-1 1 0 0 0,0-1 0 0 0,1 1 0 0 0,-1-1 1 0 0,1 1-1 0 0,-1 0 0 0 0,1-1 0 0 0,0 1 0 0 0,-1-1 0 0 0,1 1 1 0 0,0 0-1 0 0,-1-1 0 0 0,1 1 0 0 0,0 0 0 0 0,0 0 0 0 0,-1-1 0 0 0,1 1 1 0 0,0 0-1 0 0,0 0 0 0 0,0 0-53 0 0,1-1 1 0 0,-1 0-1 0 0,0 1 0 0 0,0-1 1 0 0,1 0-1 0 0,-1 1 1 0 0,0-1-1 0 0,1 0 0 0 0,-1 0 1 0 0,0 1-1 0 0,1-1 1 0 0,-1 0-1 0 0,0 0 0 0 0,1 0 1 0 0,-1 1-1 0 0,1-1 1 0 0,-1 0-1 0 0,0 0 1 0 0,1 0-1 0 0,-1 0 0 0 0,1 0 1 0 0,-1 0-1 0 0,1 0 1 0 0,27-3 203 0 0,66-31-1832 0 0,167-85-1 0 0,-233 104 845 0 0,39-20-2372 0 0,2-1-1177 0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5:49.3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839 53 2100 0 0,'14'-7'3749'0'0,"-12"6"-3300"0"0,0 0 0 0 0,0 0 0 0 0,0 0 0 0 0,0 0 0 0 0,0 0 0 0 0,0-1 0 0 0,-1 1 0 0 0,1 0 0 0 0,0-1 0 0 0,2-3 814 0 0,-3 5-1209 0 0,-1 0 0 0 0,0 0 0 0 0,1-1 0 0 0,-1 1 0 0 0,0 0 0 0 0,0 0-1 0 0,1 0 1 0 0,-1 0 0 0 0,0 0 0 0 0,0 0 0 0 0,1-1 0 0 0,-1 1 0 0 0,0 0 0 0 0,0 0-1 0 0,1 0 1 0 0,-1-1 0 0 0,0 1 0 0 0,0 0 0 0 0,0 0 0 0 0,0-1 0 0 0,1 1 0 0 0,-1 0-1 0 0,0 0 1 0 0,0-1 0 0 0,0 1 0 0 0,0 0 0 0 0,0-1 0 0 0,0 1 0 0 0,0 0 0 0 0,0 0-1 0 0,0-1 1 0 0,0 1 0 0 0,0 0 0 0 0,0-1 0 0 0,0 1 0 0 0,0 0 0 0 0,0 0-1 0 0,0-1 1 0 0,0 1 0 0 0,0 0 0 0 0,0-1 0 0 0,0 1 0 0 0,0 0 0 0 0,-1 0 0 0 0,1-1-1 0 0,0 1 1 0 0,0-1 0 0 0,-1 1 41 0 0,1-1-1 0 0,0 0 1 0 0,-1 0-1 0 0,1 0 1 0 0,-1 0-1 0 0,1 0 1 0 0,-1 0-1 0 0,0 1 1 0 0,1-1 0 0 0,-1 0-1 0 0,0 0 1 0 0,1 1-1 0 0,-1-1 1 0 0,0 1-1 0 0,-1-2 1 0 0,-4 1-13 0 0,0 0 0 0 0,1 0 1 0 0,-1 1-1 0 0,0-1 0 0 0,0 1 0 0 0,1 1 1 0 0,-1-1-1 0 0,0 1 0 0 0,0 0 0 0 0,1 0 1 0 0,-1 1-1 0 0,-8 2 0 0 0,1 1-54 0 0,1 1 0 0 0,0 0 0 0 0,0 0 0 0 0,-17 13 0 0 0,7-2 33 0 0,1 2 0 0 0,1 0 1 0 0,1 1-1 0 0,1 1 1 0 0,0 1-1 0 0,2 1 0 0 0,-23 40 1 0 0,8-3-36 0 0,-47 126 0 0 0,51-101 83 0 0,4 1 0 0 0,3 1 0 0 0,-10 107 0 0 0,-2 272 359 0 0,19-206-257 0 0,-56 412 210 0 0,-28-4 666 0 0,78-540-661 0 0,-50 416 880 0 0,41 2 491 0 0,39-328-1335 0 0,-7-185-401 0 0,1-1-1 0 0,2-1 1 0 0,1 1 0 0 0,21 51 0 0 0,-26-76-63 0 0,0 0-1 0 0,1 0 1 0 0,0 0 0 0 0,0-1-1 0 0,0 1 1 0 0,1-1 0 0 0,0 0 0 0 0,0-1-1 0 0,1 1 1 0 0,-1-1 0 0 0,1 0-1 0 0,11 7 1 0 0,-11-9-101 0 0,-1-1 1 0 0,1 0-1 0 0,-1 0 0 0 0,1 0 0 0 0,0 0 1 0 0,0-1-1 0 0,0 0 0 0 0,0 0 1 0 0,0-1-1 0 0,0 0 0 0 0,0 0 0 0 0,0 0 1 0 0,0-1-1 0 0,0 1 0 0 0,0-2 0 0 0,11-2 1 0 0,6-4-592 0 0,0-1-1 0 0,0-1 1 0 0,-1-1 0 0 0,25-16 0 0 0,78-64-3579 0 0,-62 39-93 0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5:49.9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27 252 1020 0 0,'-2'-14'1174'0'0,"1"0"-1"0"0,1 0 1 0 0,1 0-1 0 0,0 0 1 0 0,0 0 0 0 0,5-17-1 0 0,-4 24-975 0 0,1 0 0 0 0,0 0 0 0 0,0 0 0 0 0,0 0 0 0 0,1 1 0 0 0,0-1 0 0 0,0 1-1 0 0,1 0 1 0 0,0 0 0 0 0,0 1 0 0 0,0-1 0 0 0,0 1 0 0 0,10-6 0 0 0,-15 11-193 0 0,6-5 52 0 0,0 0 0 0 0,0 1-1 0 0,1 0 1 0 0,-1 0 0 0 0,1 0-1 0 0,0 1 1 0 0,0 0 0 0 0,0 1 0 0 0,0 0-1 0 0,1 0 1 0 0,-1 0 0 0 0,12-1 0 0 0,-17 3-53 0 0,0 0 0 0 0,0-1 0 0 0,-1 1 1 0 0,1 0-1 0 0,0 0 0 0 0,0 0 0 0 0,-1 0 1 0 0,1 0-1 0 0,0 1 0 0 0,-1-1 0 0 0,1 0 1 0 0,0 1-1 0 0,-1-1 0 0 0,1 1 0 0 0,0 0 1 0 0,-1-1-1 0 0,1 1 0 0 0,-1 0 0 0 0,1 0 1 0 0,-1 0-1 0 0,0 0 0 0 0,1 0 0 0 0,-1 1 1 0 0,0-1-1 0 0,0 0 0 0 0,0 1 0 0 0,0-1 1 0 0,0 0-1 0 0,0 1 0 0 0,0-1 0 0 0,0 1 1 0 0,0 0-1 0 0,-1-1 0 0 0,2 3 0 0 0,-1 1 9 0 0,-1-1-1 0 0,1 0 1 0 0,-1 1 0 0 0,1-1-1 0 0,-1 1 1 0 0,-1-1-1 0 0,1 0 1 0 0,0 1-1 0 0,-1-1 1 0 0,0 0-1 0 0,-2 7 1 0 0,-8 13-18 0 0,-1-2-1 0 0,-1 1 1 0 0,-1-2-1 0 0,0 1 1 0 0,-21 21 0 0 0,14-17 14 0 0,11-16-8 0 0,9-9 2 0 0,-1 0-1 0 0,1 1 0 0 0,0-1 1 0 0,-1 0-1 0 0,1 1 0 0 0,0-1 1 0 0,0 0-1 0 0,0 1 1 0 0,0 0-1 0 0,0-1 0 0 0,0 1 1 0 0,1-1-1 0 0,-1 1 1 0 0,0 0-1 0 0,1 0 0 0 0,-1-1 1 0 0,1 4-1 0 0,0-4-1 0 0,0 0-1 0 0,0-1 1 0 0,1 1-1 0 0,-1 0 1 0 0,1-1 0 0 0,-1 1-1 0 0,0 0 1 0 0,1-1-1 0 0,-1 1 1 0 0,1-1-1 0 0,-1 1 1 0 0,1-1-1 0 0,0 1 1 0 0,-1-1 0 0 0,1 1-1 0 0,-1-1 1 0 0,1 1-1 0 0,0-1 1 0 0,0 0-1 0 0,-1 1 1 0 0,2-1-1 0 0,20 8 4 0 0,-16-6-6 0 0,34 13 61 0 0,61 33 1 0 0,-87-41 349 0 0,-1 1 0 0 0,0 1 1 0 0,0 0-1 0 0,-1 1 1 0 0,-1 1-1 0 0,0-1 0 0 0,18 23 1 0 0,-28-31-275 0 0,1 0 0 0 0,-1-1 1 0 0,0 1-1 0 0,0 0 0 0 0,0 0 0 0 0,0 0 1 0 0,0 1-1 0 0,0-1 0 0 0,-1 0 0 0 0,1 0 0 0 0,-1 0 1 0 0,0 0-1 0 0,1 1 0 0 0,-1-1 0 0 0,0 0 1 0 0,0 0-1 0 0,0 1 0 0 0,-1-1 0 0 0,1 0 1 0 0,0 0-1 0 0,-2 3 0 0 0,1-1 5 0 0,-1-1 0 0 0,0 1 0 0 0,0 0 0 0 0,-1-1 0 0 0,1 1 0 0 0,-1-1 0 0 0,1 0 0 0 0,-1 0 0 0 0,0 0 0 0 0,-6 4 0 0 0,-3 2 57 0 0,-1-1 0 0 0,0 0 0 0 0,0-1 0 0 0,0-1-1 0 0,-21 7 1 0 0,22-9-207 0 0,0 0 0 0 0,1-1 0 0 0,-1 0 0 0 0,0-1 0 0 0,0-1 0 0 0,-1 0 0 0 0,1 0 0 0 0,0-1 0 0 0,0-1 0 0 0,0 0 0 0 0,-1-1 0 0 0,1 0 0 0 0,1-1 0 0 0,-1 0 0 0 0,0-1 0 0 0,-12-5 0 0 0,16 5-885 0 0,-17-7-2063 0 0,7 9-2584 0 0,17 3 5290 0 0,1 0 0 0 0,-1 0 0 0 0,1 0 0 0 0,-1 0 0 0 0,0 0 0 0 0,1 0-1 0 0,0 0 1 0 0,-1 0 0 0 0,1 1 0 0 0,0-1 0 0 0,-1 0 0 0 0,1 0-1 0 0,0 0 1 0 0,0 0 0 0 0,0 0 0 0 0,0 0 0 0 0,0 1 0 0 0,0 1 0 0 0,-1 11-5162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5:50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358 88 2696 0 0,'0'0'1780'0'0,"4"-16"2239"0"0,-1-55 4938 0 0,-6 71-8907 0 0,0 0-1 0 0,0 1 1 0 0,0 0 0 0 0,0 0-1 0 0,0 0 1 0 0,1 0-1 0 0,-1 0 1 0 0,0 0-1 0 0,1 1 1 0 0,-1-1-1 0 0,1 1 1 0 0,-1 0 0 0 0,-2 2-1 0 0,-31 33 163 0 0,23-23-114 0 0,-117 130 428 0 0,104-110-442 0 0,1 0 0 0 0,-32 61 0 0 0,49-80-62 0 0,1 2 0 0 0,-8 24 0 0 0,13-37-12 0 0,1 1 1 0 0,0-1 0 0 0,0 1 0 0 0,0-1-1 0 0,1 1 1 0 0,-1-1 0 0 0,1 1 0 0 0,0-1-1 0 0,1 1 1 0 0,-1 0 0 0 0,1-1 0 0 0,0 1 0 0 0,0-1-1 0 0,0 0 1 0 0,2 5 0 0 0,-2-7-2 0 0,0 0-1 0 0,0-1 1 0 0,0 1 0 0 0,1-1 0 0 0,-1 1 0 0 0,1-1-1 0 0,-1 1 1 0 0,1-1 0 0 0,-1 0 0 0 0,1 1 0 0 0,0-1-1 0 0,-1 0 1 0 0,1 0 0 0 0,0 0 0 0 0,0-1 0 0 0,4 2-1 0 0,-2-1 4 0 0,1 0 0 0 0,-1 0 0 0 0,1-1 0 0 0,-1 0 0 0 0,1 0 0 0 0,-1 0 0 0 0,7-1-1 0 0,2-2 13 0 0,0 0 0 0 0,0 0-1 0 0,0-1 1 0 0,15-9-1 0 0,-9 5 159 0 0,-2-2 0 0 0,0-1-1 0 0,0 0 1 0 0,-1-1-1 0 0,0-1 1 0 0,-1 0-1 0 0,0-1 1 0 0,-1-1-1 0 0,-1 0 1 0 0,17-25-1 0 0,-28 38-120 0 0,-1-1 0 0 0,1 1 1 0 0,-1-1-1 0 0,0 1 0 0 0,0-1 0 0 0,0 1 0 0 0,0-1 0 0 0,0 1 0 0 0,0-1 0 0 0,-1 0 0 0 0,1 0 0 0 0,-1 1 0 0 0,0-1 0 0 0,0-5 0 0 0,-1 7-56 0 0,1 0-1 0 0,-1 0 0 0 0,1 1 1 0 0,-1-1-1 0 0,1 0 0 0 0,-1 1 1 0 0,0-1-1 0 0,1 1 0 0 0,-1-1 1 0 0,0 1-1 0 0,0-1 0 0 0,1 1 1 0 0,-1-1-1 0 0,0 1 0 0 0,0 0 1 0 0,0-1-1 0 0,0 1 0 0 0,1 0 1 0 0,-1 0-1 0 0,0-1 0 0 0,0 1 1 0 0,0 0-1 0 0,0 0 0 0 0,0 0 0 0 0,0 0 1 0 0,-1 1-1 0 0,-25 0 31 0 0,17 1-226 0 0,0 1 0 0 0,0 1 0 0 0,0-1 0 0 0,1 1 0 0 0,-1 1 0 0 0,1 0 0 0 0,0 0 0 0 0,0 1 0 0 0,1 0 0 0 0,0 0 0 0 0,0 1 0 0 0,0 0 0 0 0,-12 15 0 0 0,9-8-1349 0 0,1 0-1 0 0,-16 28 0 0 0,16-24-2586 0 0,-13 39 0 0 0,16-36-818 0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5:51.0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336 49 608 0 0,'-4'-1'2606'0'0,"-7"-1"-675"0"0,1-1 0 0 0,-1 0-1 0 0,0-1 1 0 0,1-1 0 0 0,0 1-1 0 0,-16-11 1 0 0,24 14-1707 0 0,2 1-205 0 0,0-1-1 0 0,0 1 1 0 0,0 0 0 0 0,0-1 0 0 0,0 1 0 0 0,0 0-1 0 0,0-1 1 0 0,0 1 0 0 0,0 0 0 0 0,0-1-1 0 0,0 1 1 0 0,0 0 0 0 0,0-1 0 0 0,0 1 0 0 0,0 0-1 0 0,0-1 1 0 0,0 1 0 0 0,1 0 0 0 0,-1-1-1 0 0,0 1 1 0 0,0 0 0 0 0,0-1 0 0 0,0 1 0 0 0,1 0-1 0 0,-1 0 1 0 0,0-1 0 0 0,0 1 0 0 0,1 0 0 0 0,-1 0-1 0 0,0-1 1 0 0,1 1 0 0 0,-1 0 0 0 0,0 0-1 0 0,0 0 1 0 0,1 0 0 0 0,-1-1 0 0 0,1 1 0 0 0,11 8 118 0 0,10 23-193 0 0,-20-25 48 0 0,0 0 1 0 0,0 1-1 0 0,-1 0 0 0 0,0-1 0 0 0,0 1 0 0 0,0 0 0 0 0,-1-1 1 0 0,0 1-1 0 0,-1 0 0 0 0,-1 12 0 0 0,-3 4 55 0 0,-14 39 1 0 0,8-27 197 0 0,-5 7 1461 0 0,15-40-1514 0 0,1 0-179 0 0,0 0-1 0 0,0 1 0 0 0,1-1 0 0 0,-1 0 0 0 0,0 0 0 0 0,1 1 0 0 0,0-1 0 0 0,-1 0 0 0 0,1 0 0 0 0,0 0 0 0 0,0 0 0 0 0,0 0 0 0 0,1 0 1 0 0,-1 0-1 0 0,0 0 0 0 0,1 0 0 0 0,-1-1 0 0 0,1 1 0 0 0,-1 0 0 0 0,1-1 0 0 0,0 1 0 0 0,2 1 0 0 0,3 3-3 0 0,-3-3 6 0 0,0 1 1 0 0,0-1-1 0 0,-1 1 0 0 0,0 0 0 0 0,0 0 1 0 0,0 1-1 0 0,0-1 0 0 0,0 1 0 0 0,-1-1 1 0 0,0 1-1 0 0,0 0 0 0 0,0 0 0 0 0,-1 0 1 0 0,1 0-1 0 0,-1 0 0 0 0,-1 0 0 0 0,1 0 0 0 0,-1 0 1 0 0,1 0-1 0 0,-1 0 0 0 0,-1 1 0 0 0,1-1 1 0 0,-1 0-1 0 0,0 0 0 0 0,-3 8 0 0 0,1-4 81 0 0,0-1 0 0 0,-1 1 0 0 0,-1-1 1 0 0,1 0-1 0 0,-1-1 0 0 0,0 1 0 0 0,-1-1 0 0 0,0 0 0 0 0,0 0 0 0 0,-1-1 0 0 0,0 0 0 0 0,0 0 0 0 0,-12 8 0 0 0,10-9-22 0 0,0 1 1 0 0,-1-2-1 0 0,1 1 1 0 0,-1-1-1 0 0,1 0 1 0 0,-1-1-1 0 0,-1-1 1 0 0,-18 4-1 0 0,25-6-168 0 0,0 0 1 0 0,0 0-1 0 0,0 0 1 0 0,1 0-1 0 0,-1 0 0 0 0,0-1 1 0 0,0 0-1 0 0,0 0 0 0 0,1 0 1 0 0,-1 0-1 0 0,0-1 0 0 0,1 1 1 0 0,-1-1-1 0 0,1 0 0 0 0,0 0 1 0 0,0 0-1 0 0,-1-1 0 0 0,1 1 1 0 0,1-1-1 0 0,-1 0 0 0 0,0 1 1 0 0,1-1-1 0 0,-1 0 0 0 0,1-1 1 0 0,0 1-1 0 0,0 0 0 0 0,-2-4 1 0 0,0-5-781 0 0,0 1-1 0 0,1 0 1 0 0,1-1 0 0 0,-1 0 0 0 0,2 0 0 0 0,0 1-1 0 0,0-1 1 0 0,1 0 0 0 0,0 0 0 0 0,1 0 0 0 0,3-12 0 0 0,6-39-6208 0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5:52.3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373 328 1308 0 0,'-9'-16'1936'0'0,"-2"0"667"0"0,1-1 0 0 0,0 0 0 0 0,-7-21 0 0 0,16 35-2498 0 0,1 1 1 0 0,0-1-1 0 0,-1 1 0 0 0,1-1 1 0 0,0 1-1 0 0,0-1 0 0 0,0 1 1 0 0,1-1-1 0 0,-1 1 0 0 0,1-1 1 0 0,-1 1-1 0 0,1-1 0 0 0,0 1 1 0 0,0-1-1 0 0,0 1 1 0 0,0 0-1 0 0,0 0 0 0 0,1 0 1 0 0,-1-1-1 0 0,1 1 0 0 0,-1 0 1 0 0,1 1-1 0 0,0-1 0 0 0,0 0 1 0 0,-1 0-1 0 0,1 1 0 0 0,3-2 1 0 0,6-5 11 0 0,1 0 1 0 0,0 1-1 0 0,20-9 1 0 0,-27 14-44 0 0,45-20 10 0 0,2 2 1 0 0,1 2-1 0 0,0 2 1 0 0,1 3-1 0 0,1 2 1 0 0,108-6 0 0 0,-146 16-79 0 0,-1 1 0 0 0,1 0 1 0 0,-1 2-1 0 0,0 0 1 0 0,1 0-1 0 0,-1 2 0 0 0,20 7 1 0 0,-28-8 24 0 0,-1 0 0 0 0,1 1 0 0 0,-1 0 0 0 0,0 0 0 0 0,-1 1 0 0 0,1 0 1 0 0,-1 0-1 0 0,0 0 0 0 0,0 1 0 0 0,0 0 0 0 0,-1 0 0 0 0,0 1 0 0 0,0-1 0 0 0,-1 1 0 0 0,0 0 1 0 0,6 13-1 0 0,1 9 254 0 0,0 0 0 0 0,-3 1 0 0 0,0 0 0 0 0,5 47 0 0 0,-2 121 1280 0 0,-11-197-1556 0 0,0 36 362 0 0,5 43 0 0 0,1-16-237 0 0,-5-62-120 0 0,2 21 37 0 0,-3-8 29 0 0,0-13-53 0 0,0 10-85 0 0,-13 246 151 0 0,5-147-16 0 0,-34 465-21 0 0,18-166 658 0 0,-16 131 384 0 0,-33-210-1012 0 0,27-146-27 0 0,-71 309 331 0 0,54-234-498 0 0,47-205 246 0 0,13-52-131 0 0,1-1 0 0 0,0 1 1 0 0,-1 0-1 0 0,0-1 0 0 0,1 1 1 0 0,-1-1-1 0 0,0 0 1 0 0,0 0-1 0 0,0 0 0 0 0,-1-1 1 0 0,1 1-1 0 0,0-1 0 0 0,-1 1 1 0 0,1-1-1 0 0,-1 0 0 0 0,-4 0 1 0 0,5 0-11 0 0,-26 7-239 0 0,-1-2-1 0 0,-50 5 0 0 0,-64-5-2316 0 0,77-4 1052 0 0,-113 3-3627 0 0,60-4-1025 0 0,43-2-386 0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5:52.6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2484 0 0,'35'14'3072'0'0,"132"47"5172"0"0,-157-57-8412 0 0,2 1-675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5:24.8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168 80 528 0 0,'-27'-36'6706'0'0,"26"34"-6192"0"0,1 2-437 0 0,0 0 0 0 0,0-1-1 0 0,-1 1 1 0 0,1-1 0 0 0,0 1 0 0 0,0 0-1 0 0,-1 0 1 0 0,1-1 0 0 0,0 1-1 0 0,-1 0 1 0 0,1-1 0 0 0,0 1 0 0 0,0 0-1 0 0,-1 0 1 0 0,1 0 0 0 0,-1-1 0 0 0,1 1-1 0 0,0 0 1 0 0,-1 0 0 0 0,1 0 0 0 0,0 0-1 0 0,-1 0 1 0 0,1 0 0 0 0,-1 0 0 0 0,1 0-1 0 0,-1-1 1 0 0,1 2 0 0 0,-3 0 18 0 0,1 1 0 0 0,0-1 1 0 0,0 1-1 0 0,1 0 0 0 0,-1 0 0 0 0,0 0 1 0 0,0 0-1 0 0,1 0 0 0 0,-1 0 1 0 0,1 0-1 0 0,0 1 0 0 0,0-1 0 0 0,0 0 1 0 0,-2 5-1 0 0,-12 45 1179 0 0,10-33-1017 0 0,-46 211 1979 0 0,46-192-1908 0 0,2-1-1 0 0,1 0 1 0 0,1 1 0 0 0,7 47 0 0 0,-5-74-201 0 0,1 0 1 0 0,1 0-1 0 0,0-1 1 0 0,0 1 0 0 0,1-1-1 0 0,0 0 1 0 0,1 0-1 0 0,0 0 1 0 0,0-1 0 0 0,10 14-1 0 0,-12-20-88 0 0,0 0 1 0 0,0 1-1 0 0,1-1 0 0 0,-1 0 0 0 0,1 0 1 0 0,-1-1-1 0 0,1 1 0 0 0,0-1 0 0 0,0 0 1 0 0,0 0-1 0 0,0 0 0 0 0,0 0 1 0 0,1-1-1 0 0,-1 0 0 0 0,0 0 0 0 0,1 0 1 0 0,-1 0-1 0 0,1-1 0 0 0,-1 1 0 0 0,1-1 1 0 0,-1 0-1 0 0,1-1 0 0 0,-1 1 0 0 0,1-1 1 0 0,-1 0-1 0 0,0 0 0 0 0,9-3 0 0 0,-3 0-6 0 0,1-1 0 0 0,-1 0 0 0 0,0-1 0 0 0,0 0 0 0 0,-1-1 0 0 0,0 0 0 0 0,0 0 0 0 0,0-1 0 0 0,-1 0 0 0 0,0-1 0 0 0,-1 1 0 0 0,0-2 0 0 0,0 1 0 0 0,-1-1 0 0 0,0 0 0 0 0,7-17 0 0 0,-1-2-8 0 0,-1-1-1 0 0,-1-1 1 0 0,-2 0-1 0 0,7-55 1 0 0,-11 57-37 0 0,-2 0 0 0 0,-1 1 0 0 0,-1-1 0 0 0,-5-31 0 0 0,3 41 49 0 0,-2 0 0 0 0,0 0 1 0 0,-1 0-1 0 0,-1 0 0 0 0,-1 1 0 0 0,-17-34 1 0 0,21 47-39 0 0,1 0 0 0 0,-2 0 0 0 0,1 1 0 0 0,0-1 0 0 0,-1 1 0 0 0,0 0 0 0 0,0 0 0 0 0,0 0 0 0 0,0 1 0 0 0,-1-1 0 0 0,1 1 0 0 0,-1 0 0 0 0,0 0 1 0 0,0 1-1 0 0,0-1 0 0 0,0 1 0 0 0,-1 0 0 0 0,1 1 0 0 0,0-1 0 0 0,-1 1 0 0 0,1 0 0 0 0,-1 1 0 0 0,0-1 0 0 0,1 1 0 0 0,-1 0 0 0 0,1 0 1 0 0,-1 1-1 0 0,0 0 0 0 0,1 0 0 0 0,-1 0 0 0 0,1 0 0 0 0,0 1 0 0 0,-1 0 0 0 0,1 0 0 0 0,-7 4 0 0 0,1 2-412 0 0,-1-1 0 0 0,1 1-1 0 0,0 0 1 0 0,1 1 0 0 0,0 1 0 0 0,1 0-1 0 0,0 0 1 0 0,0 0 0 0 0,1 1 0 0 0,1 1-1 0 0,-1-1 1 0 0,-9 25 0 0 0,8-15-918 0 0,2 0 1 0 0,0 1-1 0 0,1-1 0 0 0,1 1 1 0 0,2 1-1 0 0,-3 44 1 0 0,6-36-1665 0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5:25.3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107 222 1248 0 0,'-11'6'7269'0'0,"6"-7"-6361"0"0,1-1 1 0 0,0 1-1 0 0,0-1 1 0 0,0-1-1 0 0,0 1 1 0 0,-6-5-1 0 0,6 4-511 0 0,2 2 210 0 0,2 1-602 0 0,0 0 0 0 0,0 0 0 0 0,0-1 0 0 0,0 1 0 0 0,0 0 1 0 0,0 0-1 0 0,0 0 0 0 0,-1 0 0 0 0,1 0 0 0 0,0-1 0 0 0,0 1 0 0 0,0 0 0 0 0,0 0 0 0 0,0 0 0 0 0,0 0 0 0 0,-1 0 0 0 0,1 0 0 0 0,0 0 0 0 0,0-1 1 0 0,0 1-1 0 0,0 0 0 0 0,0 0 0 0 0,-1 0 0 0 0,1 0 0 0 0,0 0 0 0 0,0 0 0 0 0,0 0 0 0 0,-1 0 0 0 0,1 0 0 0 0,0 0 0 0 0,0 0 0 0 0,0 0 0 0 0,0 0 1 0 0,-1 0-1 0 0,1 0 0 0 0,0 0 0 0 0,0 0 0 0 0,0 0 0 0 0,0 0 0 0 0,-1 0 0 0 0,1 0 0 0 0,0 1 0 0 0,0-1 0 0 0,0 0 0 0 0,0 0 0 0 0,-1 0 0 0 0,-9 8 213 0 0,5 1-183 0 0,0 0-1 0 0,0 0 0 0 0,1 1 1 0 0,0 0-1 0 0,1 0 0 0 0,0 0 1 0 0,0 0-1 0 0,1 0 1 0 0,1 0-1 0 0,-1 1 0 0 0,2-1 1 0 0,0 1-1 0 0,0-1 1 0 0,2 12-1 0 0,-2-16-22 0 0,2 0 0 0 0,-1 0 0 0 0,0 0 0 0 0,1-1 0 0 0,0 1 0 0 0,1 0 0 0 0,-1-1 0 0 0,1 0 0 0 0,0 1 0 0 0,0-1 0 0 0,6 7 0 0 0,-6-9 3 0 0,1 0 0 0 0,-1 0 0 0 0,1 0 0 0 0,0 0 1 0 0,-1-1-1 0 0,1 1 0 0 0,0-1 0 0 0,1 0 0 0 0,-1 0 0 0 0,0 0 0 0 0,0-1 0 0 0,1 0 0 0 0,-1 0 0 0 0,1 0 0 0 0,-1 0 0 0 0,9 0 0 0 0,-2-1 4 0 0,0-1-1 0 0,0 0 1 0 0,0 0 0 0 0,0-1 0 0 0,0 0 0 0 0,0-1 0 0 0,-1 0 0 0 0,1-1 0 0 0,-1 0 0 0 0,0-1 0 0 0,0 0 0 0 0,0 0 0 0 0,-1-1 0 0 0,0-1 0 0 0,0 1 0 0 0,-1-2 0 0 0,12-10 0 0 0,-8 4 34 0 0,0 1 1 0 0,-1-2 0 0 0,0 0 0 0 0,-1 0-1 0 0,-1 0 1 0 0,0-1 0 0 0,-1-1 0 0 0,-1 0 0 0 0,9-33-1 0 0,-12 35 101 0 0,-1-1 0 0 0,0 0-1 0 0,-1 0 1 0 0,-1-29-1 0 0,-1 39-137 0 0,0 1 0 0 0,-1 0-1 0 0,1 0 1 0 0,-1-1-1 0 0,0 1 1 0 0,-1 0-1 0 0,1 0 1 0 0,-1 0-1 0 0,0 0 1 0 0,0 0-1 0 0,-1 1 1 0 0,1-1 0 0 0,-1 0-1 0 0,0 1 1 0 0,0 0-1 0 0,-1 0 1 0 0,1 0-1 0 0,-6-5 1 0 0,7 7-16 0 0,-2-1 0 0 0,-13 0-1 0 0,13 2 2 0 0,0 1 0 0 0,0 0 1 0 0,1 1-1 0 0,-1-1 0 0 0,0 1 0 0 0,0-1 0 0 0,0 1 0 0 0,0 0 1 0 0,1 1-1 0 0,-1-1 0 0 0,1 1 0 0 0,-7 3 0 0 0,3-1-76 0 0,0 1-1 0 0,1 0 0 0 0,0 0 0 0 0,0 1 1 0 0,-9 11-1 0 0,1 1-680 0 0,2 0 1 0 0,0 1-1 0 0,-16 34 0 0 0,15-23-961 0 0,-9 33-1 0 0,11-26 391 0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5:25.7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1 1608 0 0,'-16'4'17506'0'0,"16"-4"-17418"0"0,-1 0 1 0 0,0 0-1 0 0,0 0 0 0 0,0 0 0 0 0,1 0 0 0 0,-1 0 0 0 0,0 1 0 0 0,0-1 0 0 0,1 0 0 0 0,-1 1 0 0 0,0-1 0 0 0,0 0 0 0 0,1 1 0 0 0,-1-1 0 0 0,0 1 0 0 0,1-1 0 0 0,-1 1 0 0 0,1-1 0 0 0,-1 1 0 0 0,1 0 0 0 0,-1-1 0 0 0,1 1 0 0 0,-1 0 0 0 0,1-1 1 0 0,0 1-1 0 0,-1 0 0 0 0,1-1 0 0 0,0 1 0 0 0,-1 0 0 0 0,1 0 0 0 0,0 0 0 0 0,0-1 0 0 0,0 1 0 0 0,0 0 0 0 0,0 1 0 0 0,-20 293 1088 0 0,16-249-1109 0 0,-34 226-949 0 0,37-263-1620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5:30.7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187 103 60 0 0,'-1'-2'762'0'0,"-8"-14"1264"0"0,-1 1 0 0 0,-18-21 0 0 0,7 10-22 0 0,20 25-1770 0 0,0 0-203 0 0,1 1 0 0 0,-1-1 0 0 0,1 1 0 0 0,-1-1 0 0 0,0 1 0 0 0,1-1 0 0 0,-1 1 0 0 0,0-1 0 0 0,1 1 0 0 0,-1 0 0 0 0,0 0 0 0 0,0-1 0 0 0,1 1 0 0 0,-1 0 0 0 0,0 0 0 0 0,0 0 0 0 0,1 0 0 0 0,-1 0 0 0 0,0 0 0 0 0,0 0 0 0 0,1 0 0 0 0,-1 0 0 0 0,0 0 0 0 0,0 0 0 0 0,0 1 0 0 0,1-1 0 0 0,-1 0 0 0 0,0 0 0 0 0,1 1 0 0 0,-1-1 0 0 0,0 0 0 0 0,1 1 0 0 0,-2 0 0 0 0,-3 10 180 0 0,0-1 0 0 0,1 1 0 0 0,0 0 0 0 0,-4 22 1 0 0,-6 53 585 0 0,7-36-448 0 0,-26 404 957 0 0,31-411-1250 0 0,-3 86-1351 0 0,0-43-6084 0 0,5-75 4701 0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5:31.2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 8 36 0 0,'-19'27'10128'0'0,"-4"18"-4859"0"0,10-10-4827 0 0,-9 46 1 0 0,11-43-272 0 0,-22 108 206 0 0,30-129-348 0 0,1 1 1 0 0,1-1-1 0 0,0 1 1 0 0,2 0 0 0 0,0-1-1 0 0,4 23 1 0 0,-4-37-18 0 0,-1 1 1 0 0,1-1-1 0 0,0 1 0 0 0,0-1 1 0 0,1 0-1 0 0,-1 0 1 0 0,1 1-1 0 0,-1-1 0 0 0,1 0 1 0 0,0 0-1 0 0,0-1 1 0 0,0 1-1 0 0,1 0 0 0 0,-1-1 1 0 0,1 1-1 0 0,-1-1 0 0 0,1 0 1 0 0,6 4-1 0 0,-5-4-1 0 0,-1-1-1 0 0,1 0 1 0 0,0 0-1 0 0,0 0 1 0 0,0 0-1 0 0,0 0 0 0 0,0-1 1 0 0,1 0-1 0 0,-1 0 1 0 0,0 0-1 0 0,0 0 1 0 0,0-1-1 0 0,0 0 1 0 0,0 0-1 0 0,7-2 1 0 0,4-2-7 0 0,0-2 0 0 0,0 1 1 0 0,-1-2-1 0 0,1 0 0 0 0,-2-1 1 0 0,1 0-1 0 0,-1-1 0 0 0,-1-1 1 0 0,0 1-1 0 0,0-2 0 0 0,-1 0 1 0 0,-1 0-1 0 0,0-1 0 0 0,10-18 1 0 0,-9 13 4 0 0,-1 0 0 0 0,-1-1 0 0 0,0 0 1 0 0,-2-1-1 0 0,0 0 0 0 0,-1 0 0 0 0,-1 0 1 0 0,-1 0-1 0 0,-1-1 0 0 0,1-34 0 0 0,-4 47-8 0 0,0-1 1 0 0,-1 1-1 0 0,0 0 0 0 0,0-1 0 0 0,-1 1 1 0 0,0 0-1 0 0,-1 0 0 0 0,0 0 0 0 0,0 0 0 0 0,0 0 1 0 0,-7-9-1 0 0,7 12-2 0 0,-1 1 1 0 0,0-1-1 0 0,0 0 1 0 0,0 1-1 0 0,-1 0 1 0 0,1 0-1 0 0,-1 0 0 0 0,0 1 1 0 0,0-1-1 0 0,0 1 1 0 0,-1 0-1 0 0,1 1 1 0 0,-1 0-1 0 0,1-1 1 0 0,-1 2-1 0 0,-8-3 1 0 0,2 2-48 0 0,1 0 0 0 0,0 1 0 0 0,0 0 0 0 0,-1 1 0 0 0,1 0 1 0 0,0 1-1 0 0,-1 0 0 0 0,1 1 0 0 0,0 1 0 0 0,0-1 0 0 0,-14 7 1 0 0,18-6-243 0 0,-1 0 1 0 0,1 1 0 0 0,0-1 0 0 0,1 2 0 0 0,-1-1-1 0 0,1 1 1 0 0,0 0 0 0 0,0 1 0 0 0,0-1 0 0 0,1 1-1 0 0,-1 0 1 0 0,2 0 0 0 0,-1 1 0 0 0,1 0 0 0 0,0 0-1 0 0,-6 13 1 0 0,3-2-1306 0 0,1 1 0 0 0,1-1 0 0 0,-3 22 0 0 0,3-13-1778 0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5:31.7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98 105 316 0 0,'-11'24'8063'0'0,"4"0"-6208"0"0,1 0 0 0 0,-3 28 0 0 0,4-13-1174 0 0,2 0 0 0 0,3 43 0 0 0,0-79-647 0 0,1 24 218 0 0,9 51 1 0 0,-9-70-183 0 0,1-1 1 0 0,0 0 0 0 0,0 0-1 0 0,1-1 1 0 0,0 1-1 0 0,0 0 1 0 0,0-1 0 0 0,1 0-1 0 0,0 0 1 0 0,0 0-1 0 0,1 0 1 0 0,6 7 0 0 0,-9-12-26 0 0,0 0 0 0 0,0 0 0 0 0,0 0 0 0 0,0 0 1 0 0,0 0-1 0 0,0-1 0 0 0,0 1 0 0 0,0 0 0 0 0,0-1 0 0 0,0 1 1 0 0,0-1-1 0 0,0 0 0 0 0,0 0 0 0 0,0 0 0 0 0,1 0 1 0 0,-1 0-1 0 0,3-1 0 0 0,1 0 24 0 0,-1 0 1 0 0,1-1-1 0 0,-1 1 1 0 0,1-1-1 0 0,7-4 1 0 0,-2-1 23 0 0,0 0 0 0 0,-1-1 0 0 0,0 0 0 0 0,0 0 0 0 0,0-1 0 0 0,-1-1 0 0 0,-1 0 0 0 0,0 0 0 0 0,0 0 0 0 0,-1-1-1 0 0,7-13 1 0 0,-1-1 76 0 0,-2 0-1 0 0,0 0 0 0 0,-2-2 0 0 0,8-30 0 0 0,-13 40-56 0 0,-1-1 1 0 0,-1 1-1 0 0,0 0 0 0 0,-1-1 1 0 0,-1 1-1 0 0,-1-1 1 0 0,-1 1-1 0 0,0 0 0 0 0,-6-23 1 0 0,6 34-86 0 0,0-1-1 0 0,0 0 1 0 0,-1 1 0 0 0,0 0 0 0 0,0 0 0 0 0,-1 0-1 0 0,0 0 1 0 0,0 0 0 0 0,0 1 0 0 0,-1-1 0 0 0,-6-5-1 0 0,7 8-23 0 0,-1-1-1 0 0,0 1 0 0 0,0 0 0 0 0,0 1 0 0 0,0-1 1 0 0,0 1-1 0 0,-1 0 0 0 0,1 0 0 0 0,-1 1 0 0 0,1 0 1 0 0,-1 0-1 0 0,1 0 0 0 0,-1 0 0 0 0,0 1 0 0 0,-8 0 1 0 0,1 1 10 0 0,0 1 0 0 0,0 0 0 0 0,0 1 0 0 0,1 0 1 0 0,-1 0-1 0 0,1 2 0 0 0,0 0 0 0 0,-16 8 0 0 0,19-8-268 0 0,0 0 0 0 0,1 1 0 0 0,0 0 0 0 0,0 0 0 0 0,0 1 0 0 0,1 0-1 0 0,0 0 1 0 0,0 1 0 0 0,1 0 0 0 0,0 0 0 0 0,-6 11 0 0 0,11-17 32 0 0,-1 0 1 0 0,2 0-1 0 0,-1 0 1 0 0,0 0-1 0 0,0 1 1 0 0,1-1-1 0 0,-1 0 1 0 0,1 0 0 0 0,0 1-1 0 0,0-1 1 0 0,-1 0-1 0 0,2 1 1 0 0,-1-1-1 0 0,0 0 1 0 0,0 1-1 0 0,1-1 1 0 0,-1 0-1 0 0,1 1 1 0 0,1 1-1 0 0,-2-2-178 0 0,1-1 0 0 0,0 0 0 0 0,0 1 1 0 0,0-1-1 0 0,0 0 0 0 0,0 0 0 0 0,0 0 0 0 0,0 0 0 0 0,0 0 0 0 0,0 0 0 0 0,1 0 0 0 0,-1 0 0 0 0,0 0 0 0 0,1 0 0 0 0,-1-1 0 0 0,0 1 0 0 0,3 0 0 0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5:33.5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131 311 512 0 0,'-8'-33'6276'0'0,"5"21"-4910"0"0,-1-1 1 0 0,-1 1-1 0 0,-7-17 0 0 0,11 28-1093 0 0,-1-3 130 0 0,0-1-1 0 0,0 1 0 0 0,0-1 1 0 0,0 1-1 0 0,-6-7 0 0 0,7 10-51 0 0,-6-12-183 0 0,9 13-166 0 0,12 8 10 0 0,-13-7-3 0 0,7 2-77 0 0,-7-3 203 0 0,-1 0-1 0 0,1 0 0 0 0,0 0 1 0 0,0 0-1 0 0,-1 0 0 0 0,1 0 1 0 0,0 0-1 0 0,0 0 0 0 0,-1 1 1 0 0,1-1-1 0 0,0 0 0 0 0,-1 1 1 0 0,1-1-1 0 0,0 0 1 0 0,-1 1-1 0 0,1-1 0 0 0,-1 1 1 0 0,1-1-1 0 0,0 1 0 0 0,0 0 1 0 0,-3 6-125 0 0,1 0 0 0 0,-1-1 0 0 0,-1 1 0 0 0,1-1 0 0 0,-1 1 0 0 0,0-1 1 0 0,-1 0-1 0 0,-3 6 0 0 0,-9 17 29 0 0,-2 11 10 0 0,-15 54 0 0 0,28-79-40 0 0,1 1-1 0 0,1 0 1 0 0,0 0 0 0 0,1 1 0 0 0,1-1-1 0 0,2 28 1 0 0,-1-40-2 0 0,0 0 0 0 0,1 0 1 0 0,0 0-1 0 0,0 0 0 0 0,0-1 0 0 0,0 1 1 0 0,0 0-1 0 0,1-1 0 0 0,0 1 0 0 0,0-1 0 0 0,0 0 1 0 0,0 1-1 0 0,0-1 0 0 0,1 0 0 0 0,-1 0 1 0 0,1 0-1 0 0,0-1 0 0 0,3 4 0 0 0,-1-3 2 0 0,0-1-1 0 0,0 1 1 0 0,0-1-1 0 0,0 0 1 0 0,1 0-1 0 0,-1 0 1 0 0,1-1-1 0 0,-1 0 1 0 0,1 0-1 0 0,-1 0 1 0 0,8-1-1 0 0,8-1 7 0 0,-1 0 1 0 0,1-2-1 0 0,-1 0 1 0 0,0-2-1 0 0,34-11 0 0 0,-38 9-12 0 0,-1 0 1 0 0,0-1-1 0 0,-1 0 0 0 0,1-1 0 0 0,-2-1 0 0 0,1 0 0 0 0,-1-1 0 0 0,-1 0 0 0 0,0-1 0 0 0,-1-1 1 0 0,0 1-1 0 0,0-2 0 0 0,-2 0 0 0 0,0 0 0 0 0,0 0 0 0 0,-1-1 0 0 0,6-19 0 0 0,-8 19-4 0 0,-1 0-1 0 0,0 0 0 0 0,-2-1 0 0 0,1 0 1 0 0,-2 0-1 0 0,0 0 0 0 0,-1 0 1 0 0,-1-16-1 0 0,-1 19-6 0 0,-1 1 0 0 0,0-1 0 0 0,0 1 0 0 0,-1 0 0 0 0,0 0 0 0 0,-2 1 0 0 0,1-1 0 0 0,-1 1 0 0 0,-1 0 0 0 0,-13-21 0 0 0,15 26-36 0 0,-1 0-1 0 0,0 0 1 0 0,-1 0 0 0 0,1 1 0 0 0,-1 0-1 0 0,0 0 1 0 0,0 0 0 0 0,-1 1 0 0 0,1 0-1 0 0,-1 0 1 0 0,0 1 0 0 0,0 0-1 0 0,0 0 1 0 0,-1 0 0 0 0,1 1 0 0 0,0 0-1 0 0,-1 1 1 0 0,0-1 0 0 0,1 2 0 0 0,-1-1-1 0 0,0 1 1 0 0,0 0 0 0 0,1 0-1 0 0,-1 1 1 0 0,0 0 0 0 0,1 1 0 0 0,-1 0-1 0 0,1 0 1 0 0,-1 0 0 0 0,1 1 0 0 0,0 0-1 0 0,0 0 1 0 0,0 1 0 0 0,1 0-1 0 0,-1 0 1 0 0,-6 7 0 0 0,3-3-360 0 0,1 1-1 0 0,0 0 1 0 0,1 0 0 0 0,0 1 0 0 0,0 0-1 0 0,1 0 1 0 0,0 1 0 0 0,-6 13 0 0 0,7-8-505 0 0,0 1 0 0 0,0 0 0 0 0,2 0 0 0 0,0 0 0 0 0,-2 22 0 0 0,2-11-1621 0 0,2-1-615 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5:33.9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92 1336 0 0,'-5'-35'8071'0'0,"5"27"-6710"0"0,-1-1-1 0 0,1 1 1 0 0,-1-1 0 0 0,-4-11 0 0 0,5 18-640 0 0,2 17-104 0 0,1 11-166 0 0,-1 1-1 0 0,-1-1 1 0 0,-5 53 0 0 0,-20 84 142 0 0,13-104-451 0 0,3-12-366 0 0,-8 52 38 0 0,14-50-3068 0 0,8-1-4308 0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5:35.5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55 131 408 0 0,'0'0'1404'0'0,"9"-40"11648"0"0,-9 39-12962 0 0,-8 16 669 0 0,-5 23-1156 0 0,1 4 411 0 0,3 0 0 0 0,1 0 1 0 0,1 1-1 0 0,3 0 0 0 0,2 0 0 0 0,3 45 0 0 0,0-78 4 0 0,0 0-1 0 0,0 0 0 0 0,2 0 0 0 0,-1 0 0 0 0,5 11 1 0 0,-5-16 30 0 0,-1-1 1 0 0,1 0-1 0 0,1 1 1 0 0,-1-1 0 0 0,0 0-1 0 0,1 0 1 0 0,0 0-1 0 0,0-1 1 0 0,0 1-1 0 0,1-1 1 0 0,-1 0 0 0 0,7 5-1 0 0,-5-6 7 0 0,-1 0 0 0 0,0-1 0 0 0,1 0 1 0 0,-1 0-1 0 0,0 0 0 0 0,1-1 0 0 0,-1 0 0 0 0,1 0 0 0 0,-1 0 0 0 0,1 0 0 0 0,6-1 1 0 0,6-4 31 0 0,0 0 1 0 0,0-1-1 0 0,-1-1 1 0 0,0 0-1 0 0,0-1 1 0 0,-1-1-1 0 0,0 0 1 0 0,-1-2-1 0 0,0 1 1 0 0,0-1-1 0 0,-1-1 1 0 0,0-1-1 0 0,-1 0 1 0 0,-1 0-1 0 0,11-17 1 0 0,-9 8-20 0 0,-2 1 0 0 0,0-1 0 0 0,-2-1 0 0 0,0 0 0 0 0,-2 0 0 0 0,0 0 0 0 0,-2-1 0 0 0,4-37 0 0 0,-9 54-49 0 0,0 1 1 0 0,0-1-1 0 0,0 1 1 0 0,-1-1 0 0 0,0 1-1 0 0,-1-1 1 0 0,1 1-1 0 0,-1 0 1 0 0,-1-1 0 0 0,1 1-1 0 0,-1 0 1 0 0,0 1-1 0 0,-6-10 1 0 0,-1 2-8 0 0,0 0 0 0 0,-1 1-1 0 0,0 0 1 0 0,-16-13 0 0 0,17 16-4 0 0,6 6-7 0 0,-22-6 0 0 0,21 6-2 0 0,0 0 1 0 0,-24-2 7 0 0,6 3-47 0 0,0 1 0 0 0,1 1-1 0 0,-34 3 1 0 0,-26 9-3153 0 0,70-9 1700 0 0,-15 0-5332 0 0,11-3 1728 0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5:37.3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427 231 880 0 0,'-20'-11'2060'0'0,"-1"0"-417"0"0,0-1 0 0 0,0-1 0 0 0,1-1 0 0 0,-19-17 0 0 0,39 30-1595 0 0,-1 1 0 0 0,0-1 0 0 0,0 0-1 0 0,0 0 1 0 0,1 0 0 0 0,-1 0 0 0 0,0 0 0 0 0,1 0 0 0 0,-1 0-1 0 0,1 0 1 0 0,-1 0 0 0 0,1 0 0 0 0,0 0 0 0 0,-1 0 0 0 0,1 0-1 0 0,0-1 1 0 0,0 1 0 0 0,0 0 0 0 0,0 0 0 0 0,0 0 0 0 0,0 0-1 0 0,0-2 1 0 0,1 1-14 0 0,-1 0 0 0 0,1 1 0 0 0,0-1 0 0 0,0 0 0 0 0,0 1 1 0 0,0-1-1 0 0,0 1 0 0 0,0-1 0 0 0,0 1 0 0 0,1-1 0 0 0,-1 1 0 0 0,3-2 0 0 0,5-3 18 0 0,0 0 1 0 0,1 0-1 0 0,18-7 1 0 0,-20 9 50 0 0,19-7-71 0 0,0 1 0 0 0,1 1 0 0 0,0 2 0 0 0,1 0 1 0 0,0 2-1 0 0,0 2 0 0 0,0 0 0 0 0,32 2 0 0 0,-53 1-17 0 0,0 1 0 0 0,0 0-1 0 0,1 0 1 0 0,-1 1 0 0 0,0 0 0 0 0,-1 1 0 0 0,1 0 0 0 0,0 0-1 0 0,-1 0 1 0 0,1 1 0 0 0,-1 0 0 0 0,7 5 0 0 0,-6-2 15 0 0,-1 0 1 0 0,0 0-1 0 0,0 0 0 0 0,0 1 1 0 0,-1 0-1 0 0,0 1 0 0 0,0-1 1 0 0,-1 1-1 0 0,5 12 1 0 0,5 16 364 0 0,-1 0 1 0 0,-2 0 0 0 0,-2 1 0 0 0,-2 1 0 0 0,-1 0-1 0 0,2 49 1 0 0,-8 238 1737 0 0,-44 193-148 0 0,2-19-515 0 0,44 543 219 0 0,15-825-1543 0 0,5 154 602 0 0,-20-325-363 0 0,-2-33 66 0 0,0 0 0 0 0,-1-1 1 0 0,0 1-1 0 0,-1-1 0 0 0,-5 24 1 0 0,5-35-414 0 0,0 0 1 0 0,0 0 0 0 0,-1-1 0 0 0,1 1-1 0 0,-1 0 1 0 0,1 0 0 0 0,-1-1 0 0 0,0 1-1 0 0,1-1 1 0 0,-1 1 0 0 0,0-1 0 0 0,0 0-1 0 0,0 0 1 0 0,0 0 0 0 0,0 0 0 0 0,-1 0 0 0 0,1 0-1 0 0,0-1 1 0 0,0 1 0 0 0,-1-1 0 0 0,-2 1-1 0 0,-54 6 165 0 0,56-7-188 0 0,-161 6-556 0 0,-255-24-1 0 0,400 17 140 0 0,0-1-1024 0 0,-39-7 0 0 0,54 8 929 0 0,0 0 0 0 0,0 0 0 0 0,0-1 0 0 0,0 1 0 0 0,0-1 0 0 0,0 0 0 0 0,0 0 0 0 0,1 0 0 0 0,-1-1 0 0 0,1 1 0 0 0,0-1 0 0 0,-1 0 0 0 0,1 0 0 0 0,1 0 0 0 0,-4-4 0 0 0,-3-10-4446 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5:54.8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0 296 52 0 0,'1'-2'1820'0'0,"21"-83"10311"0"0,-21 87-11955 0 0,4 11 123 0 0,0 0-1 0 0,0 0 1 0 0,5 27-1 0 0,-4-13-48 0 0,0-4-71 0 0,41 133 513 0 0,-41-140-653 0 0,1 0 0 0 0,1 0 0 0 0,0-1-1 0 0,0-1 1 0 0,2 1 0 0 0,0-2 0 0 0,16 19 0 0 0,-20-26-11 0 0,1-1 1 0 0,-1 1-1 0 0,1-1 0 0 0,0-1 1 0 0,0 1-1 0 0,1-1 1 0 0,-1-1-1 0 0,1 1 0 0 0,0-1 1 0 0,0 0-1 0 0,12 2 1 0 0,-8-3 2 0 0,0-1 0 0 0,0 0 0 0 0,0 0 0 0 0,0-1 0 0 0,1-1 0 0 0,-1 0 0 0 0,16-4 0 0 0,-8 0-4 0 0,0-1-1 0 0,0 0 0 0 0,-1-2 1 0 0,1-1-1 0 0,-2 0 0 0 0,0-1 1 0 0,0-1-1 0 0,32-25 1 0 0,-22 12-21 0 0,19-17-3 0 0,1 2 0 0 0,101-62 0 0 0,-143 98-2 0 0,0 1 0 0 0,0-1 0 0 0,0 1-1 0 0,0 0 1 0 0,0 1 0 0 0,0-1 0 0 0,1 1 0 0 0,-1 1 0 0 0,0-1 0 0 0,12 1-1 0 0,-7 1 1 0 0,0 1 0 0 0,-1 0 0 0 0,1 0-1 0 0,-1 1 1 0 0,18 8 0 0 0,-1 2 4 0 0,0 1 0 0 0,-1 1 0 0 0,37 30 0 0 0,-63-45-5 0 0,29 21 15 0 0,-1 1 0 0 0,-2 1-1 0 0,44 48 1 0 0,-44-47 75 0 0,-25-24-65 0 0,18 15 1679 0 0,-14-20-1662 0 0,0 1 0 0 0,-1-1 1 0 0,1 0-1 0 0,-1 0 0 0 0,0 0 0 0 0,6-11 0 0 0,15-19-28 0 0,-9 19-16 0 0,2 0 0 0 0,0 2 0 0 0,1 0-1 0 0,0 0 1 0 0,1 2 0 0 0,0 0-1 0 0,1 2 1 0 0,27-10 0 0 0,-12 7 0 0 0,1 2 1 0 0,-1 1-1 0 0,2 2 1 0 0,49-4-1 0 0,-53 10 1 0 0,0 2-1 0 0,-1 1 1 0 0,1 2-1 0 0,0 1 1 0 0,33 9-1 0 0,163 53 22 0 0,17 4 7 0 0,-180-58-18 0 0,137 8 1 0 0,-164-19-10 0 0,0-2 0 0 0,0-2 1 0 0,-1-2-1 0 0,73-18 0 0 0,-30-4-14 0 0,-2-4-1 0 0,-1-4 1 0 0,93-54-1 0 0,-144 73 6 0 0,-1-1-1 0 0,34-26 1 0 0,-52 36 9 0 0,-1-1 1 0 0,0 1 0 0 0,0-1 0 0 0,-1 0 0 0 0,0-1-1 0 0,0 0 1 0 0,-1 0 0 0 0,0-1 0 0 0,-1 1 0 0 0,7-17-1 0 0,-10 19 0 0 0,-1 0-1 0 0,1-1 0 0 0,-1 1 0 0 0,-1-1 1 0 0,1 1-1 0 0,-1-1 0 0 0,-1 1 0 0 0,1 0 1 0 0,-1-1-1 0 0,-1 1 0 0 0,1-1 0 0 0,-1 1 1 0 0,-1 0-1 0 0,1 0 0 0 0,-8-13 0 0 0,9 17-85 0 0,0 1 0 0 0,-1-1 0 0 0,1 1 0 0 0,-1-1 0 0 0,1 1 0 0 0,-1 0 0 0 0,0-1 0 0 0,0 1 0 0 0,0 0-1 0 0,0 0 1 0 0,0 1 0 0 0,-1-1 0 0 0,1 0 0 0 0,-1 1 0 0 0,1-1 0 0 0,-1 1 0 0 0,1 0 0 0 0,-1 0-1 0 0,0 0 1 0 0,1 0 0 0 0,-1 0 0 0 0,0 1 0 0 0,-5-1 0 0 0,3 1-781 0 0,-1 1 0 0 0,1 0 0 0 0,-1 1 1 0 0,1-1-1 0 0,0 1 0 0 0,0 0 0 0 0,0 0 0 0 0,-8 5 1 0 0,8-5-446 0 0,-12 7-4913 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5:58.4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0 118 1172 0 0,'7'-116'9822'0'0,"-7"115"-9714"0"0,0 40 586 0 0,5-9-539 0 0,1 0-1 0 0,2-1 0 0 0,0 0 0 0 0,17 35 0 0 0,59 106 215 0 0,71 68 232 0 0,-81-131-1714 0 0,-5 3-3338 0 0,-64-99 1997 0 0,-1-2-661 0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5:58.6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432 25 356 0 0,'0'-1'209'0'0,"0"-1"0"0"0,-1 1 0 0 0,1 0-1 0 0,0 0 1 0 0,-1-1 0 0 0,1 1 0 0 0,-1 0 0 0 0,1 0 0 0 0,-1 0 0 0 0,0 0-1 0 0,0 0 1 0 0,1-1 0 0 0,-1 1 0 0 0,0 1 0 0 0,0-1 0 0 0,0 0 0 0 0,0 0-1 0 0,0 0 1 0 0,0 0 0 0 0,0 1 0 0 0,0-1 0 0 0,0 0 0 0 0,-2 0 0 0 0,2 1-80 0 0,-1 0 1 0 0,1 0 0 0 0,-1 0 0 0 0,1 0 0 0 0,-1 1 0 0 0,1-1 0 0 0,-1 0 0 0 0,1 1 0 0 0,0-1 0 0 0,-1 1-1 0 0,1 0 1 0 0,0-1 0 0 0,-1 1 0 0 0,1 0 0 0 0,0 0 0 0 0,0-1 0 0 0,-2 2 0 0 0,-5 7 254 0 0,-1-1 1 0 0,1 1-1 0 0,-13 18 1 0 0,19-24-272 0 0,-58 84 375 0 0,4 2 1 0 0,3 2-1 0 0,-68 168 1 0 0,87-156-1305 0 0,20-34-4223 0 0,14-56 1986 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5:58.9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42 1088 0 0,'1'-4'849'0'0,"1"0"-1"0"0,0 0 1 0 0,0 1 0 0 0,0-1 0 0 0,1 1-1 0 0,-1-1 1 0 0,1 1 0 0 0,0 0-1 0 0,0 0 1 0 0,3-3 0 0 0,-4 5-343 0 0,8 58 1763 0 0,-7 275-283 0 0,-29-115-6959 0 0,21-197 523 0 0,0-12 1092 0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5:59.5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41 254 1676 0 0,'3'-16'976'0'0,"1"0"0"0"0,0 0 0 0 0,2 1 0 0 0,-1-1-1 0 0,2 1 1 0 0,0 1 0 0 0,1-1 0 0 0,14-19 0 0 0,-15 25-853 0 0,0 1 0 0 0,1-1 0 0 0,-1 1-1 0 0,2 1 1 0 0,-1 0 0 0 0,1 0 0 0 0,0 0 0 0 0,0 1 0 0 0,1 0 0 0 0,0 1-1 0 0,0 0 1 0 0,0 1 0 0 0,12-3 0 0 0,-19 6-107 0 0,0 1-1 0 0,0-1 1 0 0,0 1-1 0 0,1 0 0 0 0,-1 0 1 0 0,0 1-1 0 0,0-1 1 0 0,0 1-1 0 0,0-1 1 0 0,0 1-1 0 0,1 0 1 0 0,-1 0-1 0 0,0 0 1 0 0,-1 1-1 0 0,1-1 1 0 0,0 1-1 0 0,0-1 0 0 0,-1 1 1 0 0,1 0-1 0 0,4 4 1 0 0,-5-2-4 0 0,1 1 1 0 0,0-1-1 0 0,-1 1 1 0 0,0 0-1 0 0,0-1 1 0 0,-1 1-1 0 0,1 0 1 0 0,-1 0-1 0 0,0 0 1 0 0,-1 0-1 0 0,1 9 1 0 0,-1-5 3 0 0,-1 0 0 0 0,0 0 0 0 0,0 0 0 0 0,-1 0 0 0 0,0 0 1 0 0,-4 9-1 0 0,-2 3 19 0 0,-2-1-1 0 0,0-1 1 0 0,-1 0 0 0 0,-22 30 0 0 0,-9 9 67 0 0,41-57-93 0 0,-3 6-2 0 0,5-7-7 0 0,-1 1 1 0 0,1-1-1 0 0,-1 1 1 0 0,1-1-1 0 0,0 1 1 0 0,-1-1-1 0 0,1 1 0 0 0,0-1 1 0 0,-1 0-1 0 0,1 1 1 0 0,0-1-1 0 0,0 0 0 0 0,-1 0 1 0 0,1 0-1 0 0,0 1 1 0 0,0-1-1 0 0,-1 0 1 0 0,1 0-1 0 0,0 0 0 0 0,1 0 1 0 0,33 2 1 0 0,-25-2 4 0 0,0 1-1 0 0,0 0 1 0 0,1 0-1 0 0,-1 1 1 0 0,-1 0 0 0 0,1 1-1 0 0,0 0 1 0 0,0 0-1 0 0,-1 1 1 0 0,0 0 0 0 0,14 10-1 0 0,-18-11 93 0 0,-1 0 0 0 0,1 1 1 0 0,-1-1-1 0 0,0 1 0 0 0,0 0 0 0 0,-1 0 0 0 0,1 1 0 0 0,-1-1 0 0 0,0 1 0 0 0,0 0 0 0 0,-1 0 1 0 0,1 0-1 0 0,1 6 0 0 0,-2-6 34 0 0,-2-1 0 0 0,1 1 0 0 0,0-1 0 0 0,-1 1 0 0 0,0-1 0 0 0,0 1 0 0 0,0-1 0 0 0,-1 1-1 0 0,0-1 1 0 0,1 1 0 0 0,-2-1 0 0 0,1 1 0 0 0,0-1 0 0 0,-1 0 0 0 0,0 1 0 0 0,-4 5 0 0 0,0 0-2 0 0,-1 0 1 0 0,0 0-1 0 0,0-1 0 0 0,-1-1 0 0 0,-1 1 1 0 0,1-1-1 0 0,-1 0 0 0 0,-1-1 0 0 0,1 0 1 0 0,-1-1-1 0 0,0 0 0 0 0,-1 0 0 0 0,0-1 0 0 0,1-1 1 0 0,-2 0-1 0 0,-17 5 0 0 0,16-6-165 0 0,-1 0-1 0 0,0-1 1 0 0,1-1-1 0 0,-1 0 1 0 0,0-1-1 0 0,0 0 1 0 0,1-1 0 0 0,-1 0-1 0 0,0-1 1 0 0,1-1-1 0 0,-1 0 1 0 0,1-1-1 0 0,0-1 1 0 0,-13-5-1 0 0,25 9-102 0 0,-1 0 0 0 0,0 0-1 0 0,0 0 1 0 0,1 0 0 0 0,-1 0-1 0 0,1 0 1 0 0,-1-1 0 0 0,1 1-1 0 0,-1 0 1 0 0,1-1 0 0 0,0 1-1 0 0,0-1 1 0 0,-1 0 0 0 0,1 1-1 0 0,0-1 1 0 0,0 0-1 0 0,1 1 1 0 0,-1-1 0 0 0,0 0-1 0 0,1 0 1 0 0,-1 0 0 0 0,1 0-1 0 0,-1 0 1 0 0,1 0 0 0 0,0 0-1 0 0,0 0 1 0 0,0 0 0 0 0,0 0-1 0 0,0 0 1 0 0,1 0 0 0 0,-1 1-1 0 0,1-4 1 0 0,2-3-831 0 0,0 0-1 0 0,0 0 1 0 0,1 1-1 0 0,0-1 1 0 0,0 1 0 0 0,7-9-1 0 0,10-12-3711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5:59.7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55 480 0 0,'16'-25'12661'0'0,"-14"22"-12554"0"0,1 1 0 0 0,-1 0 0 0 0,1 0 0 0 0,0 0 0 0 0,-1 0 0 0 0,1 1 0 0 0,0-1 0 0 0,0 1 0 0 0,0 0 0 0 0,1 0 0 0 0,-1 0 0 0 0,0 0 0 0 0,0 0 0 0 0,0 1 0 0 0,4-1 0 0 0,58-5-1505 0 0,-57 5 1072 0 0,36 3-2336 0 0,-16 1-2032 0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5:59.9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0 1436 0 0,'-27'31'5240'0'0,"17"-21"-3875"0"0,1 1 1 0 0,0 1-1 0 0,-13 19 1 0 0,22-30-1210 0 0,2 3 32 0 0,-2-4-185 0 0,0 1 0 0 0,0-1 0 0 0,0 0 0 0 0,0 0 0 0 0,0 1 0 0 0,0-1 0 0 0,0 0 0 0 0,0 0 0 0 0,0 1 0 0 0,0-1 0 0 0,0 0 0 0 0,0 0 0 0 0,0 1 0 0 0,1-1 0 0 0,-1 0 0 0 0,0 0 0 0 0,0 0 0 0 0,0 1 0 0 0,0-1 0 0 0,0 0 0 0 0,1 0 0 0 0,-1 0 0 0 0,0 1 0 0 0,0-1 0 0 0,0 0 0 0 0,1 0 0 0 0,-1 0 0 0 0,0 0 0 0 0,0 0 0 0 0,1 0 0 0 0,-1 0 0 0 0,0 1 0 0 0,0-1 0 0 0,0 0 0 0 0,1 0 0 0 0,-1 0 0 0 0,0 0 0 0 0,0 0 0 0 0,1 0 0 0 0,19-2-513 0 0,0-1-1 0 0,0 0 1 0 0,0-2-1 0 0,0 0 1 0 0,22-10-1 0 0,-4 2-2611 0 0,-1 0-891 0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6:00.1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13 1168 0 0,'6'-13'10504'0'0,"-3"30"-9035"0"0,0 26-569 0 0,-5 22-203 0 0,-17 100-1 0 0,-25 63-4180 0 0,39-209 355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6:00.6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0 166 2204 0 0,'3'-12'736'0'0,"0"1"0"0"0,0 0 0 0 0,1 0 0 0 0,0 1 0 0 0,1-1 0 0 0,1 1 0 0 0,-1 0 0 0 0,10-12 0 0 0,-11 17-607 0 0,1 0-1 0 0,-1 1 1 0 0,1-1-1 0 0,0 1 1 0 0,0 0-1 0 0,1 0 1 0 0,-1 1 0 0 0,1-1-1 0 0,0 1 1 0 0,0 0-1 0 0,0 1 1 0 0,0 0-1 0 0,0 0 1 0 0,1 0 0 0 0,-1 1-1 0 0,8-1 1 0 0,-6 1-73 0 0,1 0 0 0 0,-1 1 0 0 0,1 0 0 0 0,-1 1 0 0 0,1-1 0 0 0,-1 2 0 0 0,0-1 0 0 0,1 1 0 0 0,-1 1 0 0 0,0 0 0 0 0,0 0 0 0 0,0 0 0 0 0,-1 1 0 0 0,12 7 0 0 0,-15-8-31 0 0,0 0 1 0 0,0 0 0 0 0,0 0 0 0 0,-1 0 0 0 0,0 1-1 0 0,0 0 1 0 0,0-1 0 0 0,0 1 0 0 0,0 0 0 0 0,-1 1-1 0 0,0-1 1 0 0,0 0 0 0 0,0 1 0 0 0,0-1 0 0 0,-1 1 0 0 0,1-1-1 0 0,-1 1 1 0 0,0 0 0 0 0,-1 0 0 0 0,1-1 0 0 0,-1 1-1 0 0,0 0 1 0 0,0 0 0 0 0,-1 0 0 0 0,1-1 0 0 0,-3 10-1 0 0,-1-2 38 0 0,0 1-1 0 0,-1-1 0 0 0,0 0 0 0 0,-1 0 0 0 0,0 0 0 0 0,-1-1 0 0 0,-13 18 1 0 0,-7 3 217 0 0,-32 29 1 0 0,51-52-210 0 0,6-8-3 0 0,7 0-63 0 0,-1 0-1 0 0,0 0 1 0 0,0 0 0 0 0,0-1-1 0 0,1 1 1 0 0,-1-1 0 0 0,9 0 0 0 0,-12 0-9 0 0,10 1 2 0 0,-1 1 1 0 0,1 0-1 0 0,0 1 0 0 0,-1 0 1 0 0,1 0-1 0 0,-1 2 1 0 0,0-1-1 0 0,0 1 0 0 0,-1 0 1 0 0,1 1-1 0 0,11 10 0 0 0,-14-11 134 0 0,-1 0-1 0 0,0 1 0 0 0,-1 0 1 0 0,1 0-1 0 0,-1 1 0 0 0,-1-1 0 0 0,1 1 1 0 0,-1 0-1 0 0,0 0 0 0 0,0 1 0 0 0,-1-1 1 0 0,0 1-1 0 0,-1-1 0 0 0,1 1 1 0 0,1 14-1 0 0,-4-16-2 0 0,1 0 1 0 0,-1 0-1 0 0,-1 0 1 0 0,1 0-1 0 0,-1 0 1 0 0,0 0 0 0 0,-1 0-1 0 0,1 0 1 0 0,-1-1-1 0 0,0 1 1 0 0,0 0-1 0 0,-1-1 1 0 0,0 1-1 0 0,0-1 1 0 0,0 0-1 0 0,-1 0 1 0 0,1 0 0 0 0,-1-1-1 0 0,-1 1 1 0 0,-5 5-1 0 0,2-4-49 0 0,1 0 0 0 0,-1-1 0 0 0,0 1-1 0 0,0-2 1 0 0,-1 1 0 0 0,0-1 0 0 0,1 0 0 0 0,-1-1-1 0 0,0 0 1 0 0,-1-1 0 0 0,1 0 0 0 0,-12 1-1 0 0,6-1-34 0 0,0-2 0 0 0,0 0 0 0 0,-24-3 0 0 0,34 2-258 0 0,-1 0 1 0 0,1 0-1 0 0,0 0 0 0 0,-1-1 1 0 0,1 0-1 0 0,0 0 0 0 0,0 0 1 0 0,0-1-1 0 0,0 1 0 0 0,0-1 1 0 0,1 0-1 0 0,-1-1 1 0 0,-3-3-1 0 0,6 4-275 0 0,0 0 0 0 0,1 1 0 0 0,-1-1 0 0 0,1 0 0 0 0,0 0 0 0 0,0 0 0 0 0,0 0 0 0 0,0 0 0 0 0,1 0 0 0 0,-1 0 0 0 0,1 0 0 0 0,0 0 0 0 0,0 0 0 0 0,0 0 0 0 0,0 0 0 0 0,0 0 0 0 0,2-5 0 0 0,1-15-5147 0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6:00.9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1 140 996 0 0,'34'-30'11246'0'0,"-32"29"-10653"0"0,16-10 1427 0 0,117-41-3862 0 0,-128 48 558 0 0,1 0 0 0 0,-1 0 1 0 0,0-1-1 0 0,12-9 0 0 0,-2 0-2906 0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6:01.1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21 1864 0 0,'-2'-20'9941'0'0,"-3"47"-8826"0"0,1 0 0 0 0,0 40-1 0 0,0 4-708 0 0,-25 85 117 0 0,10-65-2047 0 0,7 1-5815 0 0,12-77 2528 0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6:01.7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46 528 0 0,'26'-45'11488'0'0,"-25"45"-11428"0"0,-1 0 1 0 0,0 1 0 0 0,1-1-1 0 0,-1 0 1 0 0,1 1 0 0 0,-1-1-1 0 0,0 0 1 0 0,1 1-1 0 0,-1-1 1 0 0,1 0 0 0 0,-1 1-1 0 0,0-1 1 0 0,0 1 0 0 0,1-1-1 0 0,-1 1 1 0 0,0-1 0 0 0,0 1-1 0 0,0-1 1 0 0,1 1-1 0 0,-1-1 1 0 0,0 1 0 0 0,0-1-1 0 0,0 1 1 0 0,0-1 0 0 0,0 1-1 0 0,1 14 521 0 0,-1-14-576 0 0,0 61 916 0 0,-3 1 0 0 0,-14 76 0 0 0,8-71-645 0 0,-69 341 769 0 0,66-380-106 0 0,11-27-678 0 0,-1-3-176 0 0,1 1-78 0 0,0 0 1 0 0,0-1-1 0 0,0 1 0 0 0,0 0 0 0 0,0-1 1 0 0,0 1-1 0 0,0-1 0 0 0,1 1 1 0 0,-1-1-1 0 0,0 1 0 0 0,0-1 0 0 0,1 0 1 0 0,-1 1-1 0 0,0-1 0 0 0,0 0 0 0 0,1 0 1 0 0,-1 1-1 0 0,1-1 0 0 0,-1 0 1 0 0,1 0-1 0 0,-1 0 0 0 0,1 0 0 0 0,0 0 1 0 0,-1 0-1 0 0,1-1 0 0 0,-1-1 2 0 0,1-1 1 0 0,0 1-1 0 0,0 0 0 0 0,0-1 1 0 0,0 1-1 0 0,0 0 1 0 0,2-7-1 0 0,2-4-13 0 0,1 0 1 0 0,10-23-1 0 0,-9 26-1 0 0,0 0 0 0 0,1 0-1 0 0,0 1 1 0 0,0 0-1 0 0,1 1 1 0 0,0 0-1 0 0,19-17 1 0 0,-19 21-3 0 0,-1-1 0 0 0,1 1 0 0 0,0 0 0 0 0,0 0 0 0 0,0 1 0 0 0,1 0 0 0 0,-1 1 1 0 0,1 0-1 0 0,0 0 0 0 0,18-3 0 0 0,-22 6 8 0 0,1 0 0 0 0,-1 0 0 0 0,0 1 0 0 0,0-1 0 0 0,0 1 0 0 0,0 0 0 0 0,0 1 0 0 0,0-1 0 0 0,-1 1 0 0 0,1 0 0 0 0,0 0 0 0 0,-1 0 0 0 0,1 1 0 0 0,-1 0 0 0 0,0 0 0 0 0,6 5 0 0 0,0 1 10 0 0,-1 0 0 0 0,0 0-1 0 0,-1 1 1 0 0,0 0 0 0 0,8 14-1 0 0,-10-13 4 0 0,0 1-1 0 0,0 0 0 0 0,-1 0 0 0 0,-1 1 0 0 0,0-1 0 0 0,-1 1 0 0 0,0 0 0 0 0,-1 0 0 0 0,0 0 0 0 0,-1 0 0 0 0,-1 1 0 0 0,0-1 0 0 0,-1 0 1 0 0,-4 25-1 0 0,3-29 19 0 0,0 0 1 0 0,-1 1-1 0 0,1-2 0 0 0,-2 1 1 0 0,1 0-1 0 0,-2-1 1 0 0,1 1-1 0 0,-1-1 1 0 0,0 0-1 0 0,0-1 1 0 0,-1 1-1 0 0,0-1 1 0 0,-1 0-1 0 0,0-1 1 0 0,0 1-1 0 0,0-1 1 0 0,0-1-1 0 0,-1 1 0 0 0,0-1 1 0 0,0-1-1 0 0,-15 7 1 0 0,16-9 3 0 0,0-1 0 0 0,-1 1 0 0 0,1-1 0 0 0,0 0 1 0 0,-1-1-1 0 0,1 0 0 0 0,-1 0 0 0 0,1-1 0 0 0,-1 1 0 0 0,-13-5 0 0 0,17 4-241 0 0,-1 0 0 0 0,1 0 0 0 0,-1 0 0 0 0,1-1-1 0 0,0 0 1 0 0,0 0 0 0 0,0 0 0 0 0,0 0 0 0 0,0-1-1 0 0,0 0 1 0 0,0 0 0 0 0,1 0 0 0 0,-1 0 0 0 0,1 0 0 0 0,0-1-1 0 0,0 1 1 0 0,0-1 0 0 0,-4-8 0 0 0,6 10-385 0 0,1-1 1 0 0,-1 0 0 0 0,1 1-1 0 0,-1-1 1 0 0,1 0-1 0 0,0 0 1 0 0,0 1-1 0 0,0-1 1 0 0,1 0 0 0 0,-1 0-1 0 0,1 1 1 0 0,-1-1-1 0 0,1 0 1 0 0,0 1-1 0 0,1-5 1 0 0,6-9-4630 0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6:02.0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67 1160 0 0,'-4'0'8208'0'0,"-30"-10"2973"0"0,54 0-11063 0 0,165-22-1678 0 0,-112 18-5419 0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6:02.2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1 1976 0 0,'-33'19'7496'0'0,"-58"43"-1"0"0,89-61-7203 0 0,3 0-268 0 0,-1 0 1 0 0,0 1-1 0 0,1-1 0 0 0,-1 0 1 0 0,1 0-1 0 0,-1 0 1 0 0,1 0-1 0 0,-1 0 0 0 0,1-1 1 0 0,0 1-1 0 0,-1 0 1 0 0,1 0-1 0 0,0 0 0 0 0,0 0 1 0 0,0-1-1 0 0,-1 1 1 0 0,1 0-1 0 0,0-1 0 0 0,0 1 1 0 0,0-1-1 0 0,0 1 0 0 0,0-1 1 0 0,0 1-1 0 0,0-1 1 0 0,0 0-1 0 0,1 1 0 0 0,-1-1 1 0 0,0 0-1 0 0,0 0 1 0 0,0 0-1 0 0,0 0 0 0 0,0 0 1 0 0,0 0-1 0 0,2-1 0 0 0,45-2-457 0 0,-46 3 384 0 0,137-28-3907 0 0,-48 2-1679 0 0,-36 8 0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6:03.0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33 338 1316 0 0,'-7'-17'2479'0'0,"1"3"-1019"0"0,1 0 0 0 0,0 0 0 0 0,-3-17 1 0 0,8 25-1325 0 0,-1 1 0 0 0,1-1 0 0 0,-1 1 1 0 0,2-1-1 0 0,-1 0 0 0 0,1 1 0 0 0,-1-1 1 0 0,1 1-1 0 0,1-1 0 0 0,-1 1 1 0 0,1-1-1 0 0,3-4 0 0 0,0-1-72 0 0,2 0 0 0 0,-1 1 0 0 0,1 0 0 0 0,1 0 1 0 0,0 0-1 0 0,1 1 0 0 0,-1 1 0 0 0,2-1 0 0 0,-1 1 0 0 0,1 1 0 0 0,0 0 0 0 0,1 0 0 0 0,-1 1 0 0 0,2 0 1 0 0,-1 1-1 0 0,20-6 0 0 0,-12 5-47 0 0,1 0 0 0 0,0 2 0 0 0,0 0 0 0 0,1 1 0 0 0,-1 1 0 0 0,1 1 0 0 0,-1 1 0 0 0,1 1 0 0 0,27 5 0 0 0,-32-3-2 0 0,-1 0 0 0 0,1 2 0 0 0,-1 0-1 0 0,0 1 1 0 0,0 0 0 0 0,-1 1 0 0 0,0 1 0 0 0,17 11-1 0 0,-25-15-179 0 0,-1 0-1 0 0,0 1 0 0 0,-1 0 1 0 0,1-1-1 0 0,-1 2 0 0 0,0-1 1 0 0,0 0-1 0 0,0 1 0 0 0,5 11 1 0 0,-7-12-227 0 0,-1-1 0 0 0,1 1 1 0 0,-1 0-1 0 0,0-1 0 0 0,0 1 1 0 0,-1 0-1 0 0,0 0 1 0 0,0 0-1 0 0,0 0 0 0 0,0 0 1 0 0,-1 0-1 0 0,1-1 0 0 0,-1 1 1 0 0,-3 9-1 0 0,-2 1-2473 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6:03.3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171 45 1352 0 0,'-3'-5'1029'0'0,"0"-1"61"0"0,0 0-1 0 0,0 1 1 0 0,0-1 0 0 0,-1 1 0 0 0,-5-6 992 0 0,5 13-1522 0 0,3-2-538 0 0,1 1 1 0 0,0-1 0 0 0,-1 0 0 0 0,1 0 0 0 0,0 0 0 0 0,-1 0 0 0 0,1 0 0 0 0,-1 0 0 0 0,1 0 0 0 0,0 1 0 0 0,-1-1 0 0 0,1 0 0 0 0,0 0 0 0 0,-1 0 0 0 0,1 1-1 0 0,0-1 1 0 0,-1 0 0 0 0,1 1 0 0 0,0-1 0 0 0,0 0 0 0 0,-1 0 0 0 0,1 1 0 0 0,0-1 0 0 0,0 1 0 0 0,0-1 0 0 0,0 0 0 0 0,-1 1 0 0 0,-12 55 1930 0 0,-12 109 0 0 0,11-60-1518 0 0,-7 49-69 0 0,1-4-1452 0 0,3-49-2383 0 0,5-62-1128 0 0,4-23 332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6:04.1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65 217 1880 0 0,'-6'3'616'0'0,"1"0"-1"0"0,0 1 0 0 0,0 0 1 0 0,1 0-1 0 0,-1 1 1 0 0,1-1-1 0 0,0 1 1 0 0,0 0-1 0 0,0 0 1 0 0,1 0-1 0 0,0 1 0 0 0,-3 5 1 0 0,5-8-518 0 0,0 0 0 0 0,-1 0 0 0 0,2 0 0 0 0,-1 0 0 0 0,0 0 0 0 0,1 0 0 0 0,-1 1 0 0 0,1-1 0 0 0,0 0 0 0 0,0 0 0 0 0,0 0 0 0 0,1 0 0 0 0,-1 1 0 0 0,1-1 0 0 0,-1 0 0 0 0,1 0 0 0 0,0 0 1 0 0,1 0-1 0 0,-1 0 0 0 0,0 0 0 0 0,1-1 0 0 0,-1 1 0 0 0,1 0 0 0 0,0-1 0 0 0,3 5 0 0 0,0-4-48 0 0,-1 1-1 0 0,1 0 1 0 0,-1-1 0 0 0,1 0 0 0 0,0 0 0 0 0,1 0-1 0 0,-1-1 1 0 0,0 0 0 0 0,1 0 0 0 0,-1 0 0 0 0,1-1 0 0 0,0 1-1 0 0,-1-1 1 0 0,11 0 0 0 0,9 0 9 0 0,0-1-1 0 0,26-3 1 0 0,-47 2-53 0 0,55-5-258 0 0,-1-2 0 0 0,0-3 1 0 0,65-21-1 0 0,-91 21-306 0 0,1-1-1 0 0,-2-1 1 0 0,0-2-1 0 0,0-1 0 0 0,-2-2 1 0 0,50-38-1 0 0,-65 42 674 0 0,0 0 0 0 0,-1-1-1 0 0,-1 0 1 0 0,0-1 0 0 0,-2 0 0 0 0,1-1-1 0 0,-2 0 1 0 0,12-29 0 0 0,-18 37 332 0 0,4-6-212 0 0,-7 14-208 0 0,1 1 0 0 0,-1 0 0 0 0,0 0 0 0 0,0 0 0 0 0,0-1 1 0 0,0 1-1 0 0,1 0 0 0 0,-1 0 0 0 0,0 0 0 0 0,0-1 0 0 0,0 1 0 0 0,1 0 1 0 0,-1 0-1 0 0,0 0 0 0 0,0 0 0 0 0,1 0 0 0 0,-1 0 0 0 0,0-1 0 0 0,1 1 0 0 0,-1 0 1 0 0,0 0-1 0 0,0 0 0 0 0,1 0 0 0 0,-1 0 0 0 0,0 0 0 0 0,1 0 0 0 0,-1 0 1 0 0,0 0-1 0 0,0 0 0 0 0,1 0 0 0 0,-1 1 0 0 0,0-1 0 0 0,0 0 0 0 0,1 0 0 0 0,-1 0 1 0 0,0 0-1 0 0,0 0 0 0 0,1 0 0 0 0,-1 1 0 0 0,0-1 0 0 0,1 0 0 0 0,0 3 34 0 0,0-1 0 0 0,-1 1 0 0 0,1-1 0 0 0,0 0 0 0 0,-1 1 0 0 0,1 0 0 0 0,-1-1 0 0 0,0 1 0 0 0,0-1 0 0 0,0 1 0 0 0,0 2 0 0 0,0-2 41 0 0,0 148 813 0 0,-6-72-808 0 0,-1 25-81 0 0,7-101-34 0 0,9-11-75 0 0,-4-1 66 0 0,0-1 0 0 0,0 1 1 0 0,0-1-1 0 0,2-10 1 0 0,11-21 23 0 0,-9 23-13 0 0,0 1 0 0 0,1 1 0 0 0,1 0 0 0 0,1 0-1 0 0,1 1 1 0 0,26-26 0 0 0,-35 38 5 0 0,0 0 1 0 0,1-1-1 0 0,-1 1 1 0 0,0 0-1 0 0,1 1 0 0 0,0-1 1 0 0,0 1-1 0 0,0 0 1 0 0,0 0-1 0 0,0 1 0 0 0,0-1 1 0 0,0 1-1 0 0,0 0 0 0 0,0 1 1 0 0,1-1-1 0 0,-1 1 1 0 0,0 0-1 0 0,1 0 0 0 0,-1 1 1 0 0,0-1-1 0 0,0 1 1 0 0,0 1-1 0 0,1-1 0 0 0,-1 1 1 0 0,0-1-1 0 0,0 1 1 0 0,-1 1-1 0 0,1-1 0 0 0,0 1 1 0 0,5 4-1 0 0,-2-1-13 0 0,0 1-1 0 0,0 0 1 0 0,0 0-1 0 0,-1 1 1 0 0,0 0-1 0 0,-1 0 1 0 0,1 1 0 0 0,-2-1-1 0 0,1 1 1 0 0,-1 1-1 0 0,6 16 1 0 0,-5-11 201 0 0,-1 1 0 0 0,-1 0 1 0 0,0 0-1 0 0,-2 1 0 0 0,0-1 0 0 0,1 27 1 0 0,-3-41 222 0 0,-5 1-113 0 0,3-2-184 0 0,-1-10-17 0 0,2-3-84 0 0,0 0 0 0 0,1 0-1 0 0,0 0 1 0 0,1 0 0 0 0,0 0 0 0 0,1 0 0 0 0,0 0 0 0 0,1 0 0 0 0,0 0 0 0 0,1 1 0 0 0,8-17 0 0 0,-6 15-16 0 0,0 0 0 0 0,2 1 0 0 0,-1 0 0 0 0,1 0 0 0 0,1 1-1 0 0,0 0 1 0 0,1 0 0 0 0,0 1 0 0 0,19-15 0 0 0,-24 22 2 0 0,0 0 0 0 0,-1 1-1 0 0,2-1 1 0 0,-1 1 0 0 0,0 0 0 0 0,0 0-1 0 0,1 0 1 0 0,-1 1 0 0 0,1 0-1 0 0,-1 0 1 0 0,1 0 0 0 0,-1 1-1 0 0,1 0 1 0 0,6 0 0 0 0,-8 1 3 0 0,0 0 1 0 0,0-1-1 0 0,-1 2 1 0 0,1-1 0 0 0,-1 0-1 0 0,1 1 1 0 0,-1 0-1 0 0,1-1 1 0 0,-1 1 0 0 0,0 1-1 0 0,0-1 1 0 0,0 0-1 0 0,0 1 1 0 0,0 0 0 0 0,0-1-1 0 0,-1 1 1 0 0,0 0-1 0 0,1 0 1 0 0,-1 1-1 0 0,0-1 1 0 0,0 0 0 0 0,-1 1-1 0 0,3 4 1 0 0,1 7-4 0 0,0-1 1 0 0,-1 1-1 0 0,-1 0 0 0 0,3 18 1 0 0,-2-2-437 0 0,5 33-1652 0 0,5-25-3652 0 0,-9-26 1315 0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6:0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131 140 436 0 0,'44'-129'10513'0'0,"-44"128"-10451"0"0,0 1-1 0 0,0 0 1 0 0,0-1-1 0 0,0 1 1 0 0,0-1-1 0 0,0 1 1 0 0,0-1-1 0 0,0 1 1 0 0,1 0-1 0 0,-1-1 1 0 0,0 1-1 0 0,0 0 1 0 0,0-1-1 0 0,0 1 1 0 0,1-1-1 0 0,-1 1 1 0 0,0 0-1 0 0,0-1 1 0 0,1 1-1 0 0,-1 0 1 0 0,0 0-1 0 0,1-1 1 0 0,-1 1-1 0 0,0 0 1 0 0,1 0 0 0 0,-1-1-1 0 0,1 1 1 0 0,-1 0-1 0 0,0 0 1 0 0,1 0-1 0 0,-1 0 1 0 0,1-1-1 0 0,3 15 821 0 0,-4 27-44 0 0,-16 110 765 0 0,-69 293 0 0 0,43-313-1299 0 0,33-117-159 0 0,9-13-142 0 0,0-1 0 0 0,0 0 1 0 0,-1 0-1 0 0,1 0 0 0 0,0 0 0 0 0,0 0 0 0 0,0 0 1 0 0,-1 1-1 0 0,1-1 0 0 0,0 0 0 0 0,0 0 0 0 0,0 0 1 0 0,-1 0-1 0 0,1 0 0 0 0,0 0 0 0 0,0 0 0 0 0,-1 0 1 0 0,1 0-1 0 0,0 0 0 0 0,0 0 0 0 0,-1 0 0 0 0,1 0 1 0 0,0 0-1 0 0,0 0 0 0 0,-1 0 0 0 0,1 0 0 0 0,0 0 1 0 0,0-1-1 0 0,0 1 0 0 0,-1 0 0 0 0,1 0 0 0 0,0 0 1 0 0,0 0-1 0 0,-1-1 0 0 0,1 0 1 0 0,-1 0 0 0 0,0-1 0 0 0,0 1 0 0 0,1-1 0 0 0,-1 0 0 0 0,1 1 0 0 0,-1-1 0 0 0,1 1 0 0 0,0-1 0 0 0,0 0 0 0 0,0 1 0 0 0,0-1 0 0 0,0 0 0 0 0,0 1 0 0 0,0-1 0 0 0,1-2 0 0 0,2-17-14 0 0,1 1 0 0 0,0 0 1 0 0,2 0-1 0 0,1 0 0 0 0,0 1 1 0 0,1-1-1 0 0,1 2 0 0 0,1-1 1 0 0,1 2-1 0 0,0-1 0 0 0,26-29 1 0 0,-32 42 5 0 0,1-1-1 0 0,0 1 1 0 0,0 1 0 0 0,0-1 0 0 0,0 1 0 0 0,1 0 0 0 0,9-5 0 0 0,-7 6 1 0 0,-1 1 0 0 0,1 0 0 0 0,-1 0 1 0 0,1 1-1 0 0,0 0 0 0 0,0 0 0 0 0,17 2 0 0 0,-19-1 11 0 0,0 1-1 0 0,0 0 1 0 0,-1 0-1 0 0,1 1 0 0 0,0 0 1 0 0,0 0-1 0 0,-1 1 1 0 0,1 0-1 0 0,-1 0 0 0 0,0 0 1 0 0,0 1-1 0 0,7 5 1 0 0,-5-3-19 0 0,-1 1 0 0 0,1 0 0 0 0,-1 1 0 0 0,-1 0 1 0 0,1 0-1 0 0,-2 0 0 0 0,11 18 0 0 0,-11-15 116 0 0,0 1 0 0 0,0-1 0 0 0,-1 1 0 0 0,0-1 0 0 0,-1 1 0 0 0,-1 0 0 0 0,0 1 0 0 0,0-1-1 0 0,-1 0 1 0 0,-1 0 0 0 0,0 1 0 0 0,-1-1 0 0 0,0 0 0 0 0,-4 17 0 0 0,1-16 309 0 0,0 1 0 0 0,-1-1 1 0 0,-12 22-1 0 0,13-29-175 0 0,1 0 1 0 0,-1 0-1 0 0,0-1 0 0 0,-1 0 1 0 0,1 0-1 0 0,-1 0 1 0 0,0 0-1 0 0,0-1 0 0 0,-10 7 1 0 0,12-10-172 0 0,-1 1 0 0 0,1-1 0 0 0,-1 1 0 0 0,0-1 0 0 0,1 0 0 0 0,-1-1 0 0 0,0 1 0 0 0,0 0 0 0 0,1-1 0 0 0,-1 0 0 0 0,0 0 0 0 0,0 0 0 0 0,0-1 0 0 0,-4 0 0 0 0,-7-3 1 0 0,0 0-1 0 0,-17-6 1 0 0,20 5-11 0 0,-85-37-544 0 0,33 13-3032 0 0,-3 6-7252 0 0,46 18 2667 0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6:05.1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49 5232 0 0,'-6'-8'8021'0'0,"-6"-9"-1727"0"0,1 4-4239 0 0,3 2-1505 0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6:06.3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47 2528 0 0,'-1'-11'11001'0'0,"6"9"-10887"0"0,0 1 1 0 0,1 1-1 0 0,-1-1 1 0 0,10 1-1 0 0,21-3 276 0 0,-30 1-504 0 0,21-3-3749 0 0,31-13 0 0 0,-46 14-384 0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6:06.5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41 904 0 0,'-33'33'6706'0'0,"33"-32"-6668"0"0,-1-1 1 0 0,1 0-1 0 0,0 1 1 0 0,-1-1-1 0 0,1 1 1 0 0,-1-1-1 0 0,1 1 1 0 0,0-1-1 0 0,0 1 1 0 0,-1-1-1 0 0,1 1 0 0 0,0-1 1 0 0,0 1-1 0 0,0-1 1 0 0,-1 1-1 0 0,1-1 1 0 0,0 1-1 0 0,0-1 1 0 0,0 1-1 0 0,0-1 0 0 0,0 1 1 0 0,0 0-1 0 0,0-1 1 0 0,0 1-1 0 0,0-1 1 0 0,0 1-1 0 0,1-1 1 0 0,-1 1-1 0 0,0-1 1 0 0,0 1-1 0 0,0-1 0 0 0,1 1 1 0 0,-1-1-1 0 0,0 1 1 0 0,1-1-1 0 0,-1 1 1 0 0,0-1-1 0 0,1 1 1 0 0,-1-1-1 0 0,0 0 0 0 0,1 1 1 0 0,-1-1-1 0 0,1 0 1 0 0,-1 1-1 0 0,1-1 1 0 0,-1 0-1 0 0,1 0 1 0 0,-1 1-1 0 0,1-1 0 0 0,-1 0 1 0 0,1 0-1 0 0,-1 0 1 0 0,1 0-1 0 0,0 0 1 0 0,-1 1-1 0 0,1-1 1 0 0,-1 0-1 0 0,2-1 1 0 0,30 4 247 0 0,-31-4-270 0 0,51-3-47 0 0,1-3 1 0 0,74-21 0 0 0,-40 9-818 0 0,31-7-2855 0 0,-58 11 568 0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6:08.8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240 104 1200 0 0,'0'-13'1340'0'0,"0"-4"1054"0"0,0 1 1 0 0,-5-28 0 0 0,0 30-957 0 0,-4 21-969 0 0,8-6-512 0 0,-3 5 153 0 0,0 1 1 0 0,0-1-1 0 0,1 1 0 0 0,0 0 0 0 0,0 0 0 0 0,0 0 0 0 0,-1 10 0 0 0,-3 5 213 0 0,-25 79 1191 0 0,-26 157 1 0 0,43-184-1221 0 0,-65 466 818 0 0,85-574-979 0 0,1 0-1 0 0,18-59 1 0 0,-16 70-141 0 0,0-1 1 0 0,2 2-1 0 0,0 0 0 0 0,2 0 1 0 0,21-31-1 0 0,-29 48 6 0 0,0 1 0 0 0,1-1 0 0 0,-1 1 0 0 0,1-1 0 0 0,0 1 0 0 0,0 1 0 0 0,0-1 0 0 0,1 1 0 0 0,-1 0 0 0 0,1 0 0 0 0,0 0 0 0 0,0 1 0 0 0,0 0 0 0 0,0 0 0 0 0,0 0 0 0 0,0 1 0 0 0,1 0 0 0 0,-1 0 0 0 0,0 1 0 0 0,1 0 0 0 0,7 0 0 0 0,-9 1 0 0 0,0 0 1 0 0,1 0-1 0 0,-1 0 1 0 0,0 1-1 0 0,0-1 1 0 0,0 1-1 0 0,0 1 1 0 0,0-1-1 0 0,0 1 1 0 0,-1-1-1 0 0,1 1 1 0 0,-1 0-1 0 0,0 1 1 0 0,0-1-1 0 0,0 1 1 0 0,0 0 0 0 0,-1 0-1 0 0,1 0 1 0 0,-1 1-1 0 0,0-1 1 0 0,-1 1-1 0 0,1-1 1 0 0,-1 1-1 0 0,1 0 1 0 0,1 9-1 0 0,-2-6 29 0 0,0 0 0 0 0,0 1 0 0 0,-1-1 0 0 0,-1 1 0 0 0,1-1-1 0 0,-1 1 1 0 0,-1-1 0 0 0,1 1 0 0 0,-2-1 0 0 0,1 1 0 0 0,-1-1-1 0 0,-3 10 1 0 0,0-4 30 0 0,-1 0 0 0 0,-1 0 0 0 0,0 0 0 0 0,0-1 0 0 0,-2 0 0 0 0,-9 11 0 0 0,15-19-24 0 0,-1-1-1 0 0,0-1 0 0 0,0 1 1 0 0,-1 0-1 0 0,1-1 0 0 0,-1 0 0 0 0,0 0 1 0 0,0 0-1 0 0,0-1 0 0 0,0 0 1 0 0,0 0-1 0 0,0 0 0 0 0,-1 0 0 0 0,1-1 1 0 0,-7 1-1 0 0,6-2-48 0 0,0 0 0 0 0,0-1 0 0 0,0 0 0 0 0,1 0 0 0 0,-1 0 0 0 0,0-1 0 0 0,1 0 0 0 0,-1 0 0 0 0,1 0 0 0 0,0-1 0 0 0,0 0-1 0 0,0 0 1 0 0,0 0 0 0 0,-8-7 0 0 0,11 8-170 0 0,-1 0 0 0 0,1 0 0 0 0,-1-1 0 0 0,1 1 0 0 0,0-1 0 0 0,0 1 0 0 0,0-1 0 0 0,0 0 0 0 0,0 0 0 0 0,1 0 0 0 0,-1 0 0 0 0,1 0 0 0 0,0 0-1 0 0,0-1 1 0 0,0 1 0 0 0,0 0 0 0 0,1 0 0 0 0,-1-5 0 0 0,1 3-450 0 0,1-1-1 0 0,0 1 0 0 0,-1 0 1 0 0,2 0-1 0 0,-1 0 0 0 0,1 0 1 0 0,0 0-1 0 0,0 0 0 0 0,0 0 1 0 0,0 0-1 0 0,5-5 0 0 0,7-12-4304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6:07.8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1 619 2124 0 0,'19'-47'7828'0'0,"-19"46"-7457"0"0,6-7 906 0 0,-4 25-1037 0 0,0 1 0 0 0,-1-1-1 0 0,-1 1 1 0 0,-1-1-1 0 0,-4 29 1 0 0,0 2 21 0 0,3-23-133 0 0,-2 32 90 0 0,1 0 0 0 0,10 98 1 0 0,-7-153-206 0 0,0 0-1 0 0,1 0 1 0 0,-1 0-1 0 0,1 0 1 0 0,-1 1 0 0 0,1-1-1 0 0,0 0 1 0 0,-1 0 0 0 0,1 0-1 0 0,0 0 1 0 0,0 0-1 0 0,1-1 1 0 0,-1 1 0 0 0,0 0-1 0 0,1 0 1 0 0,-1-1-1 0 0,1 1 1 0 0,-1-1 0 0 0,4 3-1 0 0,-3-3-5 0 0,0 0 0 0 0,0-1 0 0 0,0 1-1 0 0,1-1 1 0 0,-1 0 0 0 0,0 1 0 0 0,0-1-1 0 0,0 0 1 0 0,0 0 0 0 0,0-1 0 0 0,0 1-1 0 0,0 0 1 0 0,1-1 0 0 0,-1 1 0 0 0,0-1-1 0 0,0 0 1 0 0,0 1 0 0 0,0-1 0 0 0,2-1-1 0 0,8-5-5 0 0,-1 0-1 0 0,1-1 0 0 0,-1 0 0 0 0,-1 0 0 0 0,1-1 1 0 0,-2 0-1 0 0,1-1 0 0 0,-1-1 0 0 0,-1 1 1 0 0,1-1-1 0 0,8-16 0 0 0,6-16-52 0 0,32-82-1 0 0,-36 79 29 0 0,16-46-44 0 0,-34 92 67 0 0,-1 0 1 0 0,0 0 0 0 0,0 1-1 0 0,0-1 1 0 0,0 0-1 0 0,0 0 1 0 0,0 1 0 0 0,1-1-1 0 0,-1 0 1 0 0,0 0 0 0 0,0 1-1 0 0,0-1 1 0 0,0 0-1 0 0,1 0 1 0 0,-1 0 0 0 0,0 0-1 0 0,0 1 1 0 0,1-1-1 0 0,-1 0 1 0 0,0 0 0 0 0,0 0-1 0 0,1 0 1 0 0,-1 0 0 0 0,0 0-1 0 0,0 0 1 0 0,1 1-1 0 0,-1-1 1 0 0,0 0 0 0 0,1 0-1 0 0,-1 0 1 0 0,0 0 0 0 0,0 0-1 0 0,1 0 1 0 0,-1 0-1 0 0,0-1 1 0 0,1 1 0 0 0,-1 0-1 0 0,0 0 1 0 0,0 0 0 0 0,1 0-1 0 0,-1 0 1 0 0,0 0-1 0 0,0 0 1 0 0,1-1 0 0 0,-1 1-1 0 0,0 0 1 0 0,0 0 0 0 0,1 0-1 0 0,-1-1 1 0 0,0 1-1 0 0,0 0 1 0 0,0 0 0 0 0,0 0-1 0 0,1-1 1 0 0,-1 1 0 0 0,0 0-1 0 0,0 0 1 0 0,0-1-1 0 0,0 1 1 0 0,0 0 0 0 0,0-1-1 0 0,0 1 1 0 0,0 0 0 0 0,0 0-1 0 0,0-1 1 0 0,0 1-1 0 0,0 0 1 0 0,0-1 0 0 0,9 23 25 0 0,-9-21-23 0 0,4 16 27 0 0,0 1 0 0 0,1 28 0 0 0,-4-35-10 0 0,0 0 0 0 0,0 0 0 0 0,1 0 0 0 0,0 0 0 0 0,1 0-1 0 0,0 0 1 0 0,1-1 0 0 0,0 1 0 0 0,10 17 0 0 0,-11-24-16 0 0,1 1-1 0 0,-1-1 1 0 0,0-1 0 0 0,1 1-1 0 0,0 0 1 0 0,0-1 0 0 0,0 0-1 0 0,0 0 1 0 0,1 0-1 0 0,-1 0 1 0 0,1-1 0 0 0,0 0-1 0 0,0 0 1 0 0,0 0 0 0 0,6 1-1 0 0,-3-1 6 0 0,0-1 0 0 0,1 0 0 0 0,-1-1 0 0 0,0 0 0 0 0,1 0 0 0 0,-1-1 0 0 0,0 0 0 0 0,0 0 0 0 0,9-3 0 0 0,-2-1 4 0 0,0 0-1 0 0,-1-1 0 0 0,1 0 0 0 0,-1-1 1 0 0,0-1-1 0 0,0 0 0 0 0,-1-1 0 0 0,-1 0 0 0 0,22-21 1 0 0,-23 18-16 0 0,0-1 1 0 0,-2 0 0 0 0,0 0 0 0 0,0-1-1 0 0,-1 0 1 0 0,-1 0 0 0 0,0-1 0 0 0,-1 0-1 0 0,0 0 1 0 0,5-26 0 0 0,-7 19-1 0 0,-1 0 0 0 0,-1 0-1 0 0,-1 0 1 0 0,-1 0 0 0 0,0 0 0 0 0,-2 0 0 0 0,-5-26-1 0 0,6 43 6 0 0,-6-12-5 0 0,7 16 3 0 0,-1-1-1 0 0,1 1 0 0 0,-1 0 0 0 0,1 0-1 0 0,-1-1 1 0 0,1 1 0 0 0,-1 0 0 0 0,0 0-1 0 0,0 0 1 0 0,0 0 0 0 0,1 0-1 0 0,-1 0 1 0 0,0 0 0 0 0,0 0 0 0 0,0 0-1 0 0,-1 0 1 0 0,1 1 0 0 0,-1-2 0 0 0,-8 5 3 0 0,9-2-3 0 0,0 0 2 0 0,0 0-1 0 0,0 0 1 0 0,1 0-1 0 0,-1 0 1 0 0,1 0-1 0 0,-1 0 1 0 0,1 0-1 0 0,-1 0 1 0 0,1 0 0 0 0,-1 0-1 0 0,1 0 1 0 0,0 0-1 0 0,0 0 1 0 0,-1 1-1 0 0,1-1 1 0 0,0 0-1 0 0,0 0 1 0 0,0 2 0 0 0,1 19 8 0 0,-1-19-6 0 0,1 1 0 0 0,-1-1 1 0 0,1 0-1 0 0,0 0 0 0 0,0 0 0 0 0,0 0 0 0 0,0 0 0 0 0,0 0 1 0 0,1 0-1 0 0,0-1 0 0 0,-1 1 0 0 0,1 0 0 0 0,0-1 1 0 0,0 1-1 0 0,0-1 0 0 0,1 0 0 0 0,4 4 0 0 0,-4-4-25 0 0,1 0-1 0 0,0 0 1 0 0,0 0 0 0 0,0-1-1 0 0,0 0 1 0 0,0 1-1 0 0,0-1 1 0 0,0-1-1 0 0,1 1 1 0 0,-1-1 0 0 0,8 1-1 0 0,1-2-103 0 0,0-1 0 0 0,0 0 1 0 0,0 0-1 0 0,0-1 0 0 0,0-1 0 0 0,-1 0 0 0 0,18-9 0 0 0,-14 4 33 0 0,0 0-1 0 0,0-1 0 0 0,-1-1 0 0 0,-1 0 1 0 0,1-1-1 0 0,-2 0 0 0 0,0-1 1 0 0,0-1-1 0 0,-1 0 0 0 0,16-26 1 0 0,-12 13 71 0 0,-1 0 0 0 0,-2-1 1 0 0,-1-1-1 0 0,0 0 0 0 0,10-47 1 0 0,-10 37 71 0 0,-8 29-29 0 0,-1 0 1 0 0,0 0-1 0 0,-1-1 0 0 0,0 0 0 0 0,1-11 0 0 0,-3 19-14 0 0,0 5-9 0 0,1-1 3 0 0,-1 0-1 0 0,1 1 1 0 0,-1-1 0 0 0,0 0 0 0 0,0 1-1 0 0,1-1 1 0 0,-1 0 0 0 0,0 1 0 0 0,0-1 0 0 0,0 0-1 0 0,0 1 1 0 0,-1-1 0 0 0,1 1 0 0 0,-1 0-1 0 0,1-1 0 0 0,-1 12-19 0 0,-4 66-2830 0 0,0-68-395 0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6:09.9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66 140 0 0,'16'-55'9590'0'0,"-15"53"-9096"0"0,5-7 1393 0 0,-4 18-1696 0 0,0-1 1 0 0,0 1-1 0 0,-1-1 0 0 0,0 1 0 0 0,0 0 0 0 0,-1 0 0 0 0,0-1 1 0 0,-2 13-1 0 0,1 10 257 0 0,-25 496 2785 0 0,-17-124-2472 0 0,31-298 333 0 0,12-103-667 0 0,1-4-326 0 0,8-29-44 0 0,1 0 0 0 0,2 1 0 0 0,27-49 0 0 0,60-81-102 0 0,-94 152 36 0 0,1 0 0 0 0,1 1 0 0 0,-1-1 0 0 0,1 1 0 0 0,0 1 0 0 0,1-1 0 0 0,0 1 0 0 0,0 0 0 0 0,0 1 0 0 0,14-7 0 0 0,-18 10 4 0 0,0 0 1 0 0,0 1 0 0 0,0 0 0 0 0,0 0-1 0 0,0 0 1 0 0,0 0 0 0 0,1 1 0 0 0,-1-1-1 0 0,0 1 1 0 0,0 0 0 0 0,0 1 0 0 0,1-1-1 0 0,-1 1 1 0 0,0-1 0 0 0,0 1 0 0 0,0 1-1 0 0,0-1 1 0 0,0 0 0 0 0,0 1 0 0 0,-1 0-1 0 0,1 0 1 0 0,0 0 0 0 0,-1 0-1 0 0,1 1 1 0 0,-1-1 0 0 0,0 1 0 0 0,4 4-1 0 0,0 0 5 0 0,-1 1 0 0 0,0 0-1 0 0,0 0 1 0 0,0 1-1 0 0,-1 0 1 0 0,-1 0 0 0 0,0 0-1 0 0,0 1 1 0 0,5 16-1 0 0,-1 8 27 0 0,5 53 0 0 0,-5-27-38 0 0,-7-57-30 0 0,-1 1 0 0 0,1-1 0 0 0,0 1 0 0 0,0 0 0 0 0,1-1-1 0 0,-1 1 1 0 0,1-1 0 0 0,-1 0 0 0 0,1 0 0 0 0,0 1 0 0 0,0-1-1 0 0,1-1 1 0 0,-1 1 0 0 0,1 0 0 0 0,-1 0 0 0 0,1-1 0 0 0,0 1-1 0 0,0-1 1 0 0,0 0 0 0 0,0 0 0 0 0,0 0 0 0 0,0-1 0 0 0,1 1-1 0 0,-1-1 1 0 0,5 2 0 0 0,-2-2-126 0 0,0 0 0 0 0,0 0 1 0 0,0 0-1 0 0,0-1 0 0 0,0 0 0 0 0,0 0 0 0 0,1-1 0 0 0,-1 0 1 0 0,0 0-1 0 0,-1 0 0 0 0,1-1 0 0 0,0 0 0 0 0,0 0 0 0 0,-1 0 1 0 0,6-3-1 0 0,4-4-86 0 0,-2 0 1 0 0,1 0-1 0 0,-2-1 0 0 0,1-1 1 0 0,-1 0-1 0 0,-1-1 0 0 0,0 0 1 0 0,0 0-1 0 0,12-22 1 0 0,-12 17 372 0 0,-1 0 0 0 0,-1-1 1 0 0,0-1-1 0 0,-2 1 1 0 0,0-1-1 0 0,-1-1 1 0 0,5-25-1 0 0,-6 11 937 0 0,-5 32-651 0 0,0 2-391 0 0,-1 0 0 0 0,0 1 0 0 0,1-1 0 0 0,-1 0 0 0 0,0 1-1 0 0,1-1 1 0 0,-1 1 0 0 0,1-1 0 0 0,-1 1 0 0 0,1-1 0 0 0,-1 1-1 0 0,1-1 1 0 0,-1 1 0 0 0,1 0 0 0 0,-1-1 0 0 0,1 1 0 0 0,0 0-1 0 0,-1-1 1 0 0,1 1 0 0 0,0 0 0 0 0,0 0 0 0 0,-7 21 174 0 0,5-17-110 0 0,-5 17 34 0 0,2 0-1 0 0,0 0 1 0 0,1 0-1 0 0,1 1 1 0 0,2 0-1 0 0,0-1 1 0 0,1 1-1 0 0,1-1 0 0 0,6 31 1 0 0,-7-48-119 0 0,1-1 1 0 0,1 1-1 0 0,-1-1 0 0 0,1 1 0 0 0,-1-1 1 0 0,1 0-1 0 0,1 0 0 0 0,-1 0 1 0 0,0 0-1 0 0,6 6 0 0 0,-7-9-116 0 0,1 1 0 0 0,0-1-1 0 0,-1 0 1 0 0,1 0-1 0 0,0-1 1 0 0,0 1 0 0 0,0 0-1 0 0,-1-1 1 0 0,1 1 0 0 0,0-1-1 0 0,0 1 1 0 0,0-1 0 0 0,0 0-1 0 0,0 0 1 0 0,0 0 0 0 0,0 0-1 0 0,0 0 1 0 0,0 0-1 0 0,0 0 1 0 0,0-1 0 0 0,0 1-1 0 0,-1-1 1 0 0,1 0 0 0 0,0 1-1 0 0,0-1 1 0 0,0 0 0 0 0,-1 0-1 0 0,3-1 1 0 0,1-1-882 0 0,0 0 0 0 0,-1 0 0 0 0,1 0 0 0 0,-1-1 0 0 0,5-5 0 0 0,8-9-4591 0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6:10.1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137 130 1564 0 0,'-39'-29'6559'0'0,"-9"-7"-857"0"0,19 14-5148 0 0,28 21-1153 0 0,-1-1 0 0 0,0 0-1 0 0,1 0 1 0 0,-1 0 0 0 0,1 0 0 0 0,0 0 0 0 0,-1 0 0 0 0,1-1 0 0 0,0 1 0 0 0,0 0 0 0 0,-1-5 0 0 0,-1-6-4187 0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6:12.8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480 564 1484 0 0,'3'-14'4085'0'0,"-4"12"-3918"0"0,0 0 1 0 0,1 0 0 0 0,-1 0 0 0 0,0 0 0 0 0,0 0 0 0 0,0 0 0 0 0,-1 0 0 0 0,1 0-1 0 0,0 0 1 0 0,-1 0 0 0 0,1 0 0 0 0,-1 1 0 0 0,0-1 0 0 0,1 1 0 0 0,-1-1 0 0 0,0 1-1 0 0,0 0 1 0 0,0 0 0 0 0,0 0 0 0 0,0 0 0 0 0,0 0 0 0 0,0 0 0 0 0,-1 0 0 0 0,1 1-1 0 0,0-1 1 0 0,0 1 0 0 0,-1 0 0 0 0,1-1 0 0 0,0 1 0 0 0,-1 0 0 0 0,1 0 0 0 0,0 1-1 0 0,0-1 1 0 0,-1 0 0 0 0,1 1 0 0 0,-4 1 0 0 0,-4 0-14 0 0,-1 2 1 0 0,1-1 0 0 0,0 2-1 0 0,1-1 1 0 0,-1 1-1 0 0,-15 11 1 0 0,-3 5 169 0 0,2 2 1 0 0,0 0-1 0 0,-29 35 0 0 0,-55 87 341 0 0,97-126-588 0 0,2 0 0 0 0,0 0 0 0 0,1 1-1 0 0,1 1 1 0 0,-10 34 0 0 0,17-46-58 0 0,0 0 0 0 0,0 0 0 0 0,0 0 0 0 0,1 0 0 0 0,1 0 0 0 0,0 0 0 0 0,0 0 0 0 0,0 0 0 0 0,1 0 0 0 0,1 0 1 0 0,0 0-1 0 0,0 0 0 0 0,0 0 0 0 0,1-1 0 0 0,1 1 0 0 0,4 10 0 0 0,-5-15-12 0 0,0 0 0 0 0,0 0 0 0 0,0 0 0 0 0,0-1 0 0 0,1 1 0 0 0,-1-1 0 0 0,1 0 0 0 0,0 0 1 0 0,0 0-1 0 0,0 0 0 0 0,0 0 0 0 0,0-1 0 0 0,6 2 0 0 0,-2-1-18 0 0,0 0 0 0 0,-1-1 0 0 0,1-1 0 0 0,0 1 0 0 0,1-1 0 0 0,-1-1 0 0 0,11 0 0 0 0,1-1-89 0 0,0-2-1 0 0,0 0 1 0 0,0-1-1 0 0,0-1 0 0 0,28-11 1 0 0,-24 6-93 0 0,0-1 1 0 0,-1-1 0 0 0,0-1-1 0 0,-1-1 1 0 0,-1 0 0 0 0,0-2-1 0 0,-1-1 1 0 0,24-25 0 0 0,-20 16-39 0 0,-2-2 0 0 0,-1 0 0 0 0,-1-2 0 0 0,-1 0 0 0 0,19-45 1 0 0,-11 12-247 0 0,37-128 1 0 0,-3-68 43 0 0,-55 229 420 0 0,14-75 42 0 0,5-27 287 0 0,-19 113-63 0 0,-8 34 195 0 0,-2 10-196 0 0,-50 333 2426 0 0,-7 70-1304 0 0,56-374-1250 0 0,-5 100 230 0 0,15-125-194 0 0,-2-30-135 0 0,2-1-23 0 0,0 0 1 0 0,-1 0 0 0 0,0 0-1 0 0,1-1 1 0 0,-1 1-1 0 0,0-1 1 0 0,0 0 0 0 0,0-1-1 0 0,-1 1 1 0 0,7-7-1 0 0,35-49-47 0 0,-23 29 20 0 0,10-11-4 0 0,-17 19 9 0 0,1 1 0 0 0,0 0 0 0 0,2 2 0 0 0,1 0 0 0 0,35-27-1 0 0,-52 44 15 0 0,0 1 0 0 0,0-1 0 0 0,0 1-1 0 0,0 0 1 0 0,1 0 0 0 0,-1 0-1 0 0,1 0 1 0 0,-1 0 0 0 0,0 1-1 0 0,1-1 1 0 0,-1 1 0 0 0,1 0-1 0 0,-1-1 1 0 0,1 1 0 0 0,-1 0-1 0 0,1 0 1 0 0,0 1 0 0 0,-1-1-1 0 0,1 1 1 0 0,2 0 0 0 0,-1 1 3 0 0,-1-1 0 0 0,1 1 1 0 0,-1 1-1 0 0,1-1 0 0 0,-1 0 1 0 0,0 1-1 0 0,0-1 0 0 0,0 1 1 0 0,-1 0-1 0 0,1 0 0 0 0,3 6 1 0 0,3 5 26 0 0,-2 0-1 0 0,1 0 1 0 0,-2 1 0 0 0,0-1 0 0 0,5 21-1 0 0,3 25 107 0 0,-8-32-45 0 0,16 45-1 0 0,-21-72-75 0 0,-1 0-1 0 0,0 0 1 0 0,1 0 0 0 0,-1 0-1 0 0,1 0 1 0 0,0 0-1 0 0,-1 0 1 0 0,1 0 0 0 0,0-1-1 0 0,-1 1 1 0 0,1 0 0 0 0,0 0-1 0 0,0-1 1 0 0,0 1-1 0 0,0-1 1 0 0,0 1 0 0 0,0-1-1 0 0,0 1 1 0 0,0-1-1 0 0,0 1 1 0 0,2-1 0 0 0,-1 1-4 0 0,0-1 1 0 0,1 0-1 0 0,-1 0 1 0 0,0 0-1 0 0,1 0 1 0 0,-1-1-1 0 0,0 1 1 0 0,1-1-1 0 0,3-1 1 0 0,5-2-83 0 0,0-1 0 0 0,0-1 0 0 0,12-8 0 0 0,-15 9-60 0 0,125-88-3153 0 0,-49 25-3563 0 0,-63 51 3000 0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6:13.1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20 2364 0 0,'6'-9'7366'0'0,"1"-1"-2734"0"0,-5 20-2489 0 0,-4 32-1083 0 0,1-34-545 0 0,-4 38 231 0 0,-13 59 0 0 0,-1-1-607 0 0,16-83-374 0 0,2-11-357 0 0,-1 0 0 0 0,1 1-1 0 0,1-1 1 0 0,1 18 0 0 0,-1-27 441 0 0,0 0-1 0 0,0-1 1 0 0,0 1 0 0 0,0 0 0 0 0,0 0-1 0 0,1 0 1 0 0,-1 0 0 0 0,0 0-1 0 0,0-1 1 0 0,1 1 0 0 0,-1 0 0 0 0,1 0-1 0 0,-1-1 1 0 0,1 1 0 0 0,-1 0 0 0 0,1-1-1 0 0,0 1 1 0 0,-1 0 0 0 0,1-1-1 0 0,0 1 1 0 0,-1-1 0 0 0,1 1 0 0 0,0-1-1 0 0,0 1 1 0 0,-1-1 0 0 0,1 0 0 0 0,0 1-1 0 0,0-1 1 0 0,0 0 0 0 0,-1 0 0 0 0,1 0-1 0 0,0 1 1 0 0,1-1 0 0 0,1 0-336 0 0,-1-1 0 0 0,1 1 0 0 0,-1 0 0 0 0,1-1 0 0 0,-1 1 0 0 0,1-1 0 0 0,-1 0 1 0 0,0 0-1 0 0,0 0 0 0 0,3-1 0 0 0,7-6-3125 0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6:13.4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183 83 1308 0 0,'22'-31'4436'0'0,"-14"19"-1545"0"0,0 0 1 0 0,16-15-1 0 0,-39 35-2154 0 0,8-4-536 0 0,-1 1 0 0 0,1 1 0 0 0,0-1 0 0 0,1 1 0 0 0,0 1 0 0 0,-8 9 0 0 0,10-13-158 0 0,1 1-1 0 0,1 0 0 0 0,-1 0 0 0 0,1 0 0 0 0,-1 1 1 0 0,1-1-1 0 0,0 0 0 0 0,1 1 0 0 0,-1 0 0 0 0,1-1 1 0 0,0 1-1 0 0,-1 8 0 0 0,2-11-27 0 0,1 1 0 0 0,-1 0 1 0 0,1-1-1 0 0,0 1 0 0 0,-1-1 0 0 0,1 1 0 0 0,0-1 1 0 0,0 1-1 0 0,1-1 0 0 0,-1 0 0 0 0,0 1 1 0 0,1-1-1 0 0,0 0 0 0 0,-1 0 0 0 0,1 0 1 0 0,0 0-1 0 0,0 0 0 0 0,3 1 0 0 0,5 5 39 0 0,1-1-1 0 0,18 10 0 0 0,-11-7 100 0 0,-6-3 108 0 0,0 0 1 0 0,-1 1-1 0 0,0 1 0 0 0,0 0 0 0 0,-1 0 1 0 0,0 1-1 0 0,11 14 0 0 0,-19-21-186 0 0,0 0 0 0 0,0 0 0 0 0,0 1-1 0 0,0-1 1 0 0,0 0 0 0 0,-1 1-1 0 0,0-1 1 0 0,0 1 0 0 0,0-1 0 0 0,0 1-1 0 0,0 0 1 0 0,-1-1 0 0 0,0 1 0 0 0,1 0-1 0 0,-1-1 1 0 0,-1 1 0 0 0,1 0-1 0 0,0-1 1 0 0,-1 1 0 0 0,0 0 0 0 0,0-1-1 0 0,0 1 1 0 0,0-1 0 0 0,-1 1 0 0 0,1-1-1 0 0,-1 0 1 0 0,0 0 0 0 0,0 1-1 0 0,0-1 1 0 0,0-1 0 0 0,-1 1 0 0 0,-3 3-1 0 0,3-2-85 0 0,-1 0 1 0 0,1-1-1 0 0,-1 1 0 0 0,0-1 0 0 0,0 0 0 0 0,-1 0 0 0 0,1-1 0 0 0,-1 1 0 0 0,1-1 0 0 0,-1 0 0 0 0,0 0 0 0 0,0 0 0 0 0,0-1 0 0 0,0 0 0 0 0,0 0 0 0 0,0 0 1 0 0,0-1-1 0 0,0 1 0 0 0,0-1 0 0 0,0 0 0 0 0,0-1 0 0 0,-1 1 0 0 0,1-1 0 0 0,0 0 0 0 0,0-1 0 0 0,0 1 0 0 0,1-1 0 0 0,-7-2 0 0 0,-2-3-814 0 0,0 0-1 0 0,1 0 1 0 0,0-1-1 0 0,0-1 0 0 0,1 1 1 0 0,0-2-1 0 0,0 0 1 0 0,-17-21-1 0 0,-16-30-5681 0 0,23 28 896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6:13.6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88 2376 0 0,'7'-52'8099'0'0,"-3"18"-5524"0"0,-3 32-2440 0 0,0 3-327 0 0,0 0 98 0 0,0-1 0 0 0,0 1 0 0 0,0-1 0 0 0,0 1 0 0 0,0 0 0 0 0,-1 0 1 0 0,1 0-1 0 0,0-1 0 0 0,0 1 0 0 0,0 0 0 0 0,-1 0 0 0 0,1 0 0 0 0,-1 0 0 0 0,1 0 1 0 0,-1 0-1 0 0,1 1 0 0 0,0 0 0 0 0,8 21-4655 0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6:45.2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0 720 0 0,'0'0'3248'0'0,"0"2"-3246"0"0,-2 5 0 0 0,2-5 1 0 0,13 26-40 0 0,4-8-2 0 0,-16-19 49 0 0,6-13-239 0 0,-7 11-6 0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6:55.3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62 215 872 0 0,'-9'-8'6228'0'0,"-13"1"-3162"0"0,19 7-2599 0 0,0-1 0 0 0,0 0 0 0 0,0 0 0 0 0,0 0 0 0 0,0 0 0 0 0,0 0 0 0 0,0-1 0 0 0,-3-1 0 0 0,5 2-275 0 0,1-1-181 0 0,1 1 0 0 0,-1 0 0 0 0,1 0 0 0 0,-1-1 0 0 0,1 1 0 0 0,0 0 0 0 0,-1 0 0 0 0,1 0 0 0 0,0 0 0 0 0,0 0 0 0 0,0 0 0 0 0,0 0 0 0 0,0 0 0 0 0,0 0 0 0 0,0 0-1 0 0,0 1 1 0 0,0-1 0 0 0,2-1 0 0 0,24-11 15 0 0,-26 12-17 0 0,25-9 11 0 0,0 1 0 0 0,52-11 0 0 0,59-2 9 0 0,-81 15-22 0 0,566-50-708 0 0,-464 47-778 0 0,79-3-2408 0 0,-152 10-594 0 0,-67 1 2533 0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6:55.7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235 7 80 0 0,'-102'-7'9840'0'0,"99"7"-9225"0"0,-16 2 29 0 0,6 9 191 0 0,4 5-429 0 0,1 0 0 0 0,0 1 0 0 0,2 0 0 0 0,-9 33 0 0 0,-10 76 107 0 0,23-113-460 0 0,-9 58 31 0 0,-2 137 0 0 0,14-152-2518 0 0,11 73 1 0 0,-11-122 1450 0 0,1 0 0 0 0,-1 0 1 0 0,1-1-1 0 0,5 10 0 0 0,-4-7-1610 0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6:56.6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60 68 0 0,'27'-60'12554'0'0,"-26"61"-12528"0"0,-1-1 1 0 0,1 0-1 0 0,0 1 0 0 0,-1-1 1 0 0,1 0-1 0 0,-1 1 1 0 0,1-1-1 0 0,0 1 0 0 0,-1-1 1 0 0,1 1-1 0 0,-1-1 1 0 0,0 1-1 0 0,1-1 0 0 0,-1 1 1 0 0,1 0-1 0 0,-1-1 1 0 0,0 1-1 0 0,0-1 0 0 0,1 1 1 0 0,-1 0-1 0 0,0-1 1 0 0,0 1-1 0 0,0 0 0 0 0,1 0 1 0 0,-1-1-1 0 0,0 2 1 0 0,3 24 434 0 0,-3-25-433 0 0,2 60 180 0 0,-9 85 0 0 0,4-100-177 0 0,-3 53 151 0 0,6-97-148 0 0,-1 3 23 0 0,0 0 0 0 0,0 0 0 0 0,0 0 0 0 0,0 10 0 0 0,1-15-60 0 0,0 1-1 0 0,0-1 0 0 0,0 1 1 0 0,0-1-1 0 0,0 1 1 0 0,0 0-1 0 0,0-1 1 0 0,1 1-1 0 0,-1-1 1 0 0,0 1-1 0 0,0-1 1 0 0,1 1-1 0 0,-1-1 1 0 0,0 1-1 0 0,0-1 1 0 0,1 1-1 0 0,-1-1 1 0 0,1 1-1 0 0,-1-1 1 0 0,0 0-1 0 0,1 1 1 0 0,-1-1-1 0 0,1 1 1 0 0,0-1-1 0 0,1 1-1 0 0,34-9 48 0 0,-33 7-41 0 0,11-5 10 0 0,-1-1-1 0 0,1 0 1 0 0,-1-1-1 0 0,-1-1 1 0 0,0 0 0 0 0,0 0-1 0 0,0-1 1 0 0,-1-1 0 0 0,11-14-1 0 0,-9 8 31 0 0,-1-1 0 0 0,0 0 0 0 0,-2-1 0 0 0,0-1 0 0 0,13-35 0 0 0,0-2 256 0 0,-22 55-259 0 0,12-36 150 0 0,-12 37-183 0 0,-1 0-32 0 0,0 1 2 0 0,0 0 1 0 0,1 0 0 0 0,-1 0-1 0 0,0-1 1 0 0,0 1 0 0 0,0 0 0 0 0,1 0-1 0 0,-1-1 1 0 0,0 1 0 0 0,0 0 0 0 0,0-1-1 0 0,0 1 1 0 0,0 0 0 0 0,1-1 0 0 0,-1 1-1 0 0,0 0 1 0 0,0-1 0 0 0,0 1 0 0 0,0 0-1 0 0,0-1 1 0 0,0 1 0 0 0,0 0 0 0 0,0 0-1 0 0,0-1 1 0 0,0 1 0 0 0,-1-1 0 0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6:58.7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1 113 348 0 0,'4'-40'6956'0'0,"-2"28"-5307"0"0,-1 1 0 0 0,0-20 1 0 0,-1 30-1592 0 0,0 0 1 0 0,0 0 0 0 0,0 1 0 0 0,0-1-1 0 0,0 0 1 0 0,0 1 0 0 0,0-1-1 0 0,0 0 1 0 0,0 1 0 0 0,0-1-1 0 0,0 0 1 0 0,0 0 0 0 0,0 1-1 0 0,1-1 1 0 0,-1 0 0 0 0,0 1-1 0 0,0-1 1 0 0,1 0 0 0 0,-1 1-1 0 0,0-1 1 0 0,1 1 0 0 0,-1-1-1 0 0,1 1 1 0 0,-1-1 0 0 0,2 0-1 0 0,-2 1-27 0 0,1 0 0 0 0,0 0 0 0 0,0 0 0 0 0,0 0-1 0 0,0 0 1 0 0,-1 0 0 0 0,1 0 0 0 0,0 0 0 0 0,0 1-1 0 0,0-1 1 0 0,-1 0 0 0 0,1 1 0 0 0,0-1 0 0 0,0 0-1 0 0,-1 1 1 0 0,1-1 0 0 0,0 1 0 0 0,0 0 0 0 0,36 37 121 0 0,-30-31 52 0 0,42 45 17 0 0,3-3 0 0 0,2-2 0 0 0,104 70 0 0 0,-134-101-123 0 0,-16-10 184 0 0,1 0-1 0 0,0-1 1 0 0,0 0-1 0 0,11 4 1 0 0,-18-8-49 0 0,16-3 271 0 0,-15 0-475 0 0,-1-1-1 0 0,1 0 1 0 0,-1-1 0 0 0,1 1 0 0 0,-1 0 0 0 0,0-1 0 0 0,0 1 0 0 0,-1-1 0 0 0,1 0-1 0 0,-1 0 1 0 0,1 0 0 0 0,-1 1 0 0 0,0-1 0 0 0,-1 0 0 0 0,1-6 0 0 0,2-13 32 0 0,-2-32 0 0 0,-1 47-46 0 0,-4-85 348 0 0,-1 3-3986 0 0,5 89 3438 0 0,1 0 0 0 0,-1 0 0 0 0,0 0 0 0 0,0 0 0 0 0,1 0 0 0 0,-1 0 0 0 0,0 0 0 0 0,1 0 0 0 0,-1 0 0 0 0,1 0 0 0 0,-1 1 0 0 0,1-1 0 0 0,-1 0 0 0 0,1 0 0 0 0,0 1 0 0 0,-1-1 0 0 0,1 0 0 0 0,0 0 0 0 0,-1 1 0 0 0,1-1 0 0 0,0 1 0 0 0,0-1 0 0 0,0 1 0 0 0,0-1 0 0 0,1 1 0 0 0,20-7-3865 0 0,-19 7 3127 0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6:59.0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59 2292 0 0,'5'-23'10968'0'0,"-7"34"-10211"0"0,0-2-543 0 0,-6 23 299 0 0,2 1 0 0 0,1 0 1 0 0,-1 48-1 0 0,6-72-481 0 0,0 0-1 0 0,1 0 1 0 0,0 0 0 0 0,0-1-1 0 0,1 1 1 0 0,0-1-1 0 0,0 1 1 0 0,1-1-1 0 0,1 0 1 0 0,-1 1 0 0 0,1-2-1 0 0,0 1 1 0 0,1 0-1 0 0,0-1 1 0 0,0 0-1 0 0,1 0 1 0 0,0-1 0 0 0,10 10-1 0 0,-12-12 16 0 0,1-1 0 0 0,-1 0-1 0 0,1 0 1 0 0,0 0 0 0 0,0-1-1 0 0,-1 0 1 0 0,2 0 0 0 0,-1 0-1 0 0,0 0 1 0 0,0-1 0 0 0,1 0-1 0 0,-1 0 1 0 0,0 0 0 0 0,1-1-1 0 0,-1 0 1 0 0,1 0 0 0 0,-1 0 0 0 0,1-1-1 0 0,-1 1 1 0 0,0-1 0 0 0,1-1-1 0 0,-1 1 1 0 0,0-1 0 0 0,0 0-1 0 0,0 0 1 0 0,0 0 0 0 0,0-1-1 0 0,4-3 1 0 0,0 0 16 0 0,-1 0-1 0 0,0 0 1 0 0,0-1 0 0 0,0 0-1 0 0,-1-1 1 0 0,0 1 0 0 0,-1-2 0 0 0,0 1-1 0 0,0-1 1 0 0,0 1 0 0 0,-1-2-1 0 0,-1 1 1 0 0,7-18 0 0 0,-8 16-32 0 0,-1 1 0 0 0,0-1 0 0 0,0 0 0 0 0,-1 0 0 0 0,0 1 0 0 0,-1-1 1 0 0,-1 0-1 0 0,0 0 0 0 0,0 0 0 0 0,-1 0 0 0 0,0 1 0 0 0,-1-1 0 0 0,0 1 0 0 0,-5-11 1 0 0,5 14-30 0 0,0 0 0 0 0,0 1 0 0 0,-1 0 0 0 0,0 0 1 0 0,0 0-1 0 0,-1 0 0 0 0,0 1 0 0 0,0 0 0 0 0,0 0 1 0 0,0 0-1 0 0,-1 0 0 0 0,0 1 0 0 0,0 0 0 0 0,0 0 1 0 0,0 1-1 0 0,-1-1 0 0 0,1 2 0 0 0,-1-1 0 0 0,0 1 1 0 0,0 0-1 0 0,0 0 0 0 0,-8-1 0 0 0,-1 1-252 0 0,-1 1 1 0 0,1 1-1 0 0,-1 0 0 0 0,1 1 0 0 0,-1 1 1 0 0,1 0-1 0 0,-31 10 0 0 0,26-5-2202 0 0,0 1 0 0 0,2 0 0 0 0,-21 13 0 0 0,21-11-2971 0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6:59.6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41 1144 0 0,'-28'-35'7744'0'0,"27"34"-7260"0"0,-2-3 1186 0 0,3 13-950 0 0,21 48 1226 0 0,-5-16-810 0 0,15 61 1 0 0,13 185 818 0 0,-25 6-1253 0 0,-6-78-462 0 0,19 114-12 0 0,-9-114-2798 0 0,-22-209 1685 0 0,-1 0 0 0 0,1 0 0 0 0,-1 0 0 0 0,-1 0 0 0 0,1 1 0 0 0,-2 6 0 0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6:59.9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1 377 1580 0 0,'1'-31'1274'0'0,"1"-1"-1"0"0,2 1 0 0 0,1-1 1 0 0,1 1-1 0 0,14-38 1 0 0,-17 60-1152 0 0,0 1 0 0 0,1-1 0 0 0,0 1 0 0 0,1-1 0 0 0,0 1 0 0 0,0 0 0 0 0,1 1 0 0 0,0 0 0 0 0,0 0 0 0 0,1 0 0 0 0,0 0 0 0 0,0 1 0 0 0,0 0 0 0 0,1 1 0 0 0,0 0 0 0 0,0 0 1 0 0,0 0-1 0 0,1 1 0 0 0,-1 0 0 0 0,1 1 0 0 0,0 0 0 0 0,10-2 0 0 0,-5 3-45 0 0,0 0 1 0 0,1 1 0 0 0,-1 1 0 0 0,0 0-1 0 0,0 1 1 0 0,0 0 0 0 0,0 1-1 0 0,0 1 1 0 0,0 0 0 0 0,0 1-1 0 0,-1 0 1 0 0,0 1 0 0 0,0 1-1 0 0,0 0 1 0 0,0 1 0 0 0,-1 0 0 0 0,0 1-1 0 0,-1 0 1 0 0,0 1 0 0 0,19 19-1 0 0,-25-23-52 0 0,-1 0 0 0 0,0 1 0 0 0,-1 0 0 0 0,1 0-1 0 0,-1 0 1 0 0,0 0 0 0 0,-1 0 0 0 0,1 0 0 0 0,-1 1 0 0 0,-1-1-1 0 0,1 1 1 0 0,-1 0 0 0 0,1 10 0 0 0,-2-7 7 0 0,-1-1 1 0 0,0 0-1 0 0,0 1 1 0 0,-1-1-1 0 0,0 0 1 0 0,0 0-1 0 0,-1 0 1 0 0,-1 0-1 0 0,-3 9 1 0 0,0-4-3 0 0,-1-1 0 0 0,0 0 1 0 0,-1 0-1 0 0,-1-1 1 0 0,1 0-1 0 0,-2-1 0 0 0,0 0 1 0 0,0-1-1 0 0,-1 0 0 0 0,0 0 1 0 0,-25 13-1 0 0,33-21-53 0 0,0 0 0 0 0,0 0-1 0 0,0-1 1 0 0,-1 1 0 0 0,1-1-1 0 0,0 0 1 0 0,-7 0 0 0 0,9-1-68 0 0,1 0 1 0 0,0 1-1 0 0,0-1 1 0 0,-1-1-1 0 0,1 1 1 0 0,0 0-1 0 0,-1 0 1 0 0,1 0-1 0 0,0-1 1 0 0,0 1-1 0 0,0 0 1 0 0,-1-1-1 0 0,1 1 1 0 0,0-1-1 0 0,0 0 1 0 0,0 1-1 0 0,0-1 1 0 0,0 0-1 0 0,0 0 1 0 0,0 1-1 0 0,0-1 1 0 0,0 0-1 0 0,0 0 1 0 0,0 0-1 0 0,1 0 1 0 0,-1 0-1 0 0,0-1 1 0 0,1 1-1 0 0,-1 0 1 0 0,0-2-1 0 0,0 1-198 0 0,1 0 0 0 0,0-1-1 0 0,0 1 1 0 0,0 0 0 0 0,0 0-1 0 0,1 0 1 0 0,-1 0 0 0 0,0 0-1 0 0,1 0 1 0 0,0 0 0 0 0,-1 0-1 0 0,1 1 1 0 0,1-4 0 0 0,1-1-1210 0 0,3-12-2252 0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7:00.4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50 1772 0 0,'0'-50'9430'0'0,"-7"68"-7314"0"0,3 12-860 0 0,2 0 1 0 0,1 47 0 0 0,2-41-803 0 0,1 75 359 0 0,29 197-1 0 0,-25-276-771 0 0,30 164 151 0 0,-36-196-190 0 0,0 0 0 0 0,0 1 1 0 0,0-1-1 0 0,-1 0 0 0 0,1 0 0 0 0,0 1 1 0 0,0-1-1 0 0,1 0 0 0 0,-1 1 1 0 0,0-1-1 0 0,0 0 0 0 0,0 0 0 0 0,0 1 1 0 0,0-1-1 0 0,0 0 0 0 0,0 0 1 0 0,0 1-1 0 0,0-1 0 0 0,1 0 0 0 0,-1 0 1 0 0,0 1-1 0 0,0-1 0 0 0,0 0 1 0 0,0 0-1 0 0,1 0 0 0 0,-1 1 0 0 0,0-1 1 0 0,0 0-1 0 0,1 0 0 0 0,-1 0 1 0 0,0 0-1 0 0,0 0 0 0 0,1 1 0 0 0,-1-1 1 0 0,0 0-1 0 0,0 0 0 0 0,1 0 0 0 0,-1 0 1 0 0,0 0-1 0 0,0 0 0 0 0,1 0 1 0 0,0 0-1 0 0,8-12 20 0 0,7-29-37 0 0,-15 37 26 0 0,16-42 8 0 0,27-52 1 0 0,-37 84-37 0 0,1 0 1 0 0,1 0-1 0 0,0 1 0 0 0,1 0 1 0 0,0 0-1 0 0,1 2 0 0 0,21-19 1 0 0,-29 27 6 0 0,1 1 0 0 0,0-1 0 0 0,0 1 0 0 0,0-1 0 0 0,0 1 0 0 0,0 1 0 0 0,0-1 0 0 0,1 0 0 0 0,-1 1 0 0 0,1 0 0 0 0,-1 0 0 0 0,1 0 0 0 0,-1 1 0 0 0,1 0 0 0 0,8 0 1 0 0,-8 1 4 0 0,1 0 0 0 0,0 0 0 0 0,-1 1 0 0 0,1 0 0 0 0,-1 0 1 0 0,1 0-1 0 0,-1 1 0 0 0,0 0 0 0 0,0 0 0 0 0,0 0 0 0 0,5 4 1 0 0,0 3-18 0 0,0-1 1 0 0,-1 1 0 0 0,0 1 0 0 0,0-1 0 0 0,-1 2 0 0 0,-1-1 0 0 0,0 1-1 0 0,0 0 1 0 0,9 24 0 0 0,5 32-1118 0 0,1-1-1941 0 0,-16-49-579 0 0,15 27 1 0 0,-11-29-1395 0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7:01.4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333 164 1796 0 0,'0'-3'443'0'0,"0"0"1"0"0,-1 0-1 0 0,0 1 0 0 0,1-1 1 0 0,-1 0-1 0 0,0 1 0 0 0,0-1 1 0 0,-1 1-1 0 0,1-1 0 0 0,0 1 1 0 0,-1-1-1 0 0,0 1 0 0 0,1 0 1 0 0,-1 0-1 0 0,0 0 0 0 0,0 0 0 0 0,0 0 1 0 0,0 0-1 0 0,0 1 0 0 0,-4-3 1 0 0,5 4-396 0 0,0 0 1 0 0,-1-1 0 0 0,1 1 0 0 0,0 0 0 0 0,0 0-1 0 0,0 0 1 0 0,0 0 0 0 0,0 0 0 0 0,-1 0 0 0 0,1 1-1 0 0,0-1 1 0 0,0 0 0 0 0,0 1 0 0 0,0-1-1 0 0,0 0 1 0 0,0 1 0 0 0,0-1 0 0 0,-1 2 0 0 0,0-2 76 0 0,-5 3 41 0 0,0 0-1 0 0,0 1 1 0 0,0 0-1 0 0,1 0 1 0 0,-1 0-1 0 0,1 0 1 0 0,-7 8-1 0 0,-36 39 327 0 0,37-38-355 0 0,-12 15 128 0 0,-39 57 1 0 0,52-66-218 0 0,1-1 0 0 0,0 1 0 0 0,1 0 0 0 0,-11 36 1 0 0,18-44-41 0 0,-1 1 0 0 0,2-1 1 0 0,-1 0-1 0 0,1 0 1 0 0,1 1-1 0 0,0-1 0 0 0,1 0 1 0 0,2 12-1 0 0,-3-19-7 0 0,1 0 0 0 0,0 0 0 0 0,0 0 0 0 0,0 0 0 0 0,1 0 0 0 0,-1 0-1 0 0,1-1 1 0 0,0 1 0 0 0,0-1 0 0 0,0 1 0 0 0,1-1 0 0 0,-1 1 0 0 0,1-1 0 0 0,-1 0 0 0 0,1 0 0 0 0,0 0-1 0 0,1-1 1 0 0,-1 1 0 0 0,0-1 0 0 0,1 0 0 0 0,-1 0 0 0 0,1 0 0 0 0,0 0 0 0 0,4 1 0 0 0,-5-2-3 0 0,0-1 1 0 0,-1 1-1 0 0,1-1 1 0 0,0 0-1 0 0,-1 0 1 0 0,1 0-1 0 0,0 0 1 0 0,-1-1-1 0 0,1 1 1 0 0,0-1-1 0 0,-1 0 1 0 0,1 0 0 0 0,-1 1-1 0 0,1-2 1 0 0,-1 1-1 0 0,1 0 1 0 0,-1 0-1 0 0,0-1 1 0 0,0 1-1 0 0,4-4 1 0 0,1-1-1 0 0,-1-1 0 0 0,0 1 0 0 0,0-1 1 0 0,7-12-1 0 0,-2 2 12 0 0,-1 0 1 0 0,-1-1-1 0 0,-1-1 1 0 0,0 0 0 0 0,5-22-1 0 0,20-102 112 0 0,-18 68-43 0 0,-12 59-84 0 0,-3 11 16 0 0,1 0-1 0 0,0 1 1 0 0,0-1 0 0 0,1 0-1 0 0,-1 1 1 0 0,1-1-1 0 0,0 1 1 0 0,4-8-1 0 0,-5 11 56 0 0,13 6 144 0 0,-5 8-149 0 0,0 1-1 0 0,-1 0 0 0 0,11 27 0 0 0,8 13 31 0 0,-14-32-44 0 0,27 35-1 0 0,-36-51-37 0 0,0-1 0 0 0,1 0 0 0 0,0 0 0 0 0,0-1 0 0 0,0 0 0 0 0,0 1 0 0 0,1-2 0 0 0,-1 1 0 0 0,1-1 0 0 0,0 1 0 0 0,10 2-1 0 0,-13-5-2 0 0,1-1 0 0 0,-1 1 0 0 0,0-1 0 0 0,0 0 0 0 0,0 0-1 0 0,0-1 1 0 0,0 1 0 0 0,0 0 0 0 0,0-1 0 0 0,0 0 0 0 0,0 0-1 0 0,0 0 1 0 0,0 0 0 0 0,0 0 0 0 0,0-1 0 0 0,0 1-1 0 0,-1-1 1 0 0,1 0 0 0 0,3-2 0 0 0,4-5 18 0 0,0 0 1 0 0,17-21-1 0 0,-23 26-20 0 0,46-60 31 0 0,-32 39-28 0 0,1 1 0 0 0,29-27 0 0 0,-46 49-9 0 0,1-1-1 0 0,0 1 0 0 0,0-1 0 0 0,0 1 0 0 0,0 0 1 0 0,1 1-1 0 0,-1-1 0 0 0,1 0 0 0 0,-1 1 0 0 0,1 0 1 0 0,-1 0-1 0 0,1 0 0 0 0,0 0 0 0 0,-1 0 0 0 0,1 1 1 0 0,0 0-1 0 0,6 0 0 0 0,-4 1 1 0 0,0 0 0 0 0,0 1 0 0 0,0-1 0 0 0,-1 1 0 0 0,1 0 0 0 0,-1 1 0 0 0,0-1 0 0 0,1 1 0 0 0,-1 0-1 0 0,6 6 1 0 0,5 4 1 0 0,-2 0 1 0 0,1 2-1 0 0,-2 0 0 0 0,0 0 0 0 0,18 29 0 0 0,-19-23 62 0 0,-1 0 1 0 0,-1 1 0 0 0,-1 0-1 0 0,-1 1 1 0 0,5 25-1 0 0,-11-42-24 0 0,-2-4-20 0 0,0-1-14 0 0,0 0 0 0 0,0-1 0 0 0,0 1 0 0 0,0 0 0 0 0,0-1 0 0 0,0 1 0 0 0,0 0 1 0 0,0-1-1 0 0,0 1 0 0 0,1-1 0 0 0,-1 1 0 0 0,0 0 0 0 0,0-1 0 0 0,1 1 1 0 0,-1-1-1 0 0,0 1 0 0 0,0-1 0 0 0,1 1 0 0 0,-1-1 0 0 0,1 1 0 0 0,-1-1 1 0 0,1 1-1 0 0,0-1-2 0 0,-1 1 1 0 0,1-1-1 0 0,-1 0 1 0 0,1 0-1 0 0,-1 0 1 0 0,1 0-1 0 0,-1 0 1 0 0,1 0-1 0 0,-1 0 1 0 0,1-1-1 0 0,-1 1 1 0 0,1 0-1 0 0,-1 0 1 0 0,1 0-1 0 0,-1 0 1 0 0,1-1-1 0 0,-1 1 1 0 0,1 0 0 0 0,-1 0-1 0 0,1-1 1 0 0,27-25 13 0 0,-21 18-1 0 0,166-167 74 0 0,-144 140-72 0 0,-1-1 1 0 0,-1-1-1 0 0,29-55 0 0 0,-11-2-36 0 0,-45 90 14 0 0,0-5 1 0 0,0 9 5 0 0,-1 0 1 0 0,0-1-1 0 0,0 1 0 0 0,1 0 1 0 0,-1 0-1 0 0,0 0 0 0 0,1 0 1 0 0,-1 0-1 0 0,0 0 1 0 0,0 0-1 0 0,1 1 0 0 0,-1-1 1 0 0,0 0-1 0 0,1 0 0 0 0,-1 0 1 0 0,0 1-1 0 0,1-1 0 0 0,-2 1 1 0 0,2-1-1 0 0,-7 5 17 0 0,1-1 0 0 0,0 2 1 0 0,0-1-1 0 0,1 1 0 0 0,-1 0 0 0 0,1 0 0 0 0,0 0 0 0 0,-7 13 0 0 0,-2 2 141 0 0,2-4 28 0 0,0 0 0 0 0,-13 27 0 0 0,22-38-151 0 0,0 1 1 0 0,0-1-1 0 0,1 1 0 0 0,0 0 0 0 0,0 0 0 0 0,1 0 1 0 0,0 0-1 0 0,0 1 0 0 0,0-1 0 0 0,1 11 1 0 0,1-14-28 0 0,0 0 1 0 0,0-1-1 0 0,0 1 1 0 0,0 0-1 0 0,1-1 1 0 0,0 1-1 0 0,-1-1 1 0 0,1 0-1 0 0,0 0 1 0 0,1 0-1 0 0,-1 0 1 0 0,0 0-1 0 0,1 0 1 0 0,0 0-1 0 0,0-1 1 0 0,0 1-1 0 0,0-1 1 0 0,0 0-1 0 0,0 0 1 0 0,0 0-1 0 0,1 0 1 0 0,-1-1-1 0 0,1 1 1 0 0,6 1-1 0 0,9 2 9 0 0,-1 0-1 0 0,1-2 1 0 0,30 3 0 0 0,-43-6-10 0 0,55 4 97 0 0,93-6-1 0 0,60-19-2073 0 0,-200 20 1614 0 0,29-6-2304 0 0,-17-2-3138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7:03.1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12 815 580 0 0,'-5'-36'4031'0'0,"2"22"-1874"0"0,2 0 0 0 0,-2-20 0 0 0,19 37-1563 0 0,-13-1-527 0 0,0 1 0 0 0,0 0 0 0 0,0 0 0 0 0,-1 0 0 0 0,1 0 0 0 0,-1 0 0 0 0,1 1 0 0 0,-1-1 0 0 0,0 1 0 0 0,-1 0 0 0 0,1-1 0 0 0,1 6 0 0 0,12 33 209 0 0,-2 1-1 0 0,-2-1 1 0 0,6 51-1 0 0,6 134 114 0 0,-22-210-376 0 0,-1-9 8 0 0,0-4 16 0 0,1-1 0 0 0,-1 1 0 0 0,0-1 0 0 0,1 1 0 0 0,0-1 0 0 0,0 1 0 0 0,0-1 0 0 0,1 4 0 0 0,-1-5 4 0 0,1-4-30 0 0,0-1 0 0 0,0 1 1 0 0,0-1-1 0 0,-1 1 0 0 0,1-1 0 0 0,-1 1 1 0 0,0-1-1 0 0,0 0 0 0 0,0 0 0 0 0,2-5 1 0 0,-2 5-7 0 0,9-29 80 0 0,6-34 0 0 0,-13 47-73 0 0,1 0 1 0 0,1 0 0 0 0,1 1 0 0 0,0 0-1 0 0,2 0 1 0 0,0 0 0 0 0,12-19 0 0 0,-18 34-17 0 0,0 1 1 0 0,0-1-1 0 0,0 1 0 0 0,0-1 1 0 0,0 1-1 0 0,1 0 1 0 0,-1 0-1 0 0,1 0 1 0 0,0 0-1 0 0,-1 0 1 0 0,1 1-1 0 0,0-1 1 0 0,0 1-1 0 0,0 0 0 0 0,0 0 1 0 0,0 0-1 0 0,7-1 1 0 0,-6 1-2 0 0,1 2 1 0 0,-1-1 0 0 0,1 0 0 0 0,-1 1-1 0 0,1 0 1 0 0,-1 0 0 0 0,1 0-1 0 0,-1 0 1 0 0,0 1 0 0 0,0-1-1 0 0,7 4 1 0 0,4 5-16 0 0,0 0-1 0 0,-1 1 1 0 0,0 1-1 0 0,0 0 1 0 0,13 16-1 0 0,-11-9 5 0 0,-1 0-1 0 0,13 24 1 0 0,17 20 144 0 0,-45-63-127 0 0,0 1 1 0 0,0-1-1 0 0,0 0 1 0 0,0 0-1 0 0,0 1 1 0 0,1-1-1 0 0,-1 0 0 0 0,0 0 1 0 0,0 1-1 0 0,0-1 1 0 0,0 0-1 0 0,1 0 1 0 0,-1 0-1 0 0,0 0 1 0 0,0 1-1 0 0,1-1 1 0 0,-1 0-1 0 0,0 0 1 0 0,0 0-1 0 0,1 0 1 0 0,-1 0-1 0 0,0 0 1 0 0,0 0-1 0 0,1 0 1 0 0,-1 0-1 0 0,0 0 0 0 0,0 0 1 0 0,1 0-1 0 0,-1 0 1 0 0,0 0-1 0 0,0 0 1 0 0,1 0-1 0 0,-1 0 1 0 0,0 0-1 0 0,1 0 1 0 0,-1 0-1 0 0,0 0 1 0 0,0 0-1 0 0,1 0 1 0 0,-1 0-1 0 0,0-1 1 0 0,0 1-1 0 0,0 0 1 0 0,1 0-1 0 0,-1 0 0 0 0,0 0 1 0 0,0-1-1 0 0,0 1 1 0 0,1 0-1 0 0,-1 0 1 0 0,0 0-1 0 0,0-1 1 0 0,0 1-1 0 0,0 0 1 0 0,0 0-1 0 0,0-1 1 0 0,1 1-1 0 0,-1 0 1 0 0,0 0-1 0 0,0-1 1 0 0,0 0-1 0 0,3-13 46 0 0,-3 13-51 0 0,25-164 143 0 0,-21 149-164 0 0,0-1 1 0 0,1 2-1 0 0,1-1 1 0 0,1 0-1 0 0,0 1 1 0 0,1 1-1 0 0,19-28 1 0 0,-24 37 5 0 0,-3 4 15 0 0,1 0 0 0 0,0 0-1 0 0,0 0 1 0 0,0 0 0 0 0,0 0-1 0 0,0 0 1 0 0,0 0 0 0 0,0 0 0 0 0,0 0-1 0 0,0 0 1 0 0,1 0 0 0 0,1 0-1 0 0,-1 0 4 0 0,-1 0-1 0 0,1 0 1 0 0,0 0-1 0 0,0 0 0 0 0,0 0 1 0 0,0 1-1 0 0,1-1 1 0 0,-1 1-1 0 0,0 0 0 0 0,0 0 1 0 0,0-1-1 0 0,0 1 1 0 0,0 1-1 0 0,1-1 0 0 0,-1 0 1 0 0,0 0-1 0 0,0 1 1 0 0,0-1-1 0 0,0 1 0 0 0,0 0 1 0 0,0 0-1 0 0,0 0 1 0 0,0 0-1 0 0,0 0 0 0 0,0 0 1 0 0,-1 0-1 0 0,1 0 1 0 0,0 1-1 0 0,-1-1 0 0 0,1 1 1 0 0,-1-1-1 0 0,2 3 1 0 0,4 5 0 0 0,0 0 0 0 0,0 0 1 0 0,-1 1-1 0 0,-1 0 0 0 0,0 0 0 0 0,6 17 1 0 0,18 70-78 0 0,-14-43 53 0 0,-12-43 14 0 0,2 4 13 0 0,-1 0 1 0 0,2 0-1 0 0,0 0 1 0 0,15 26-1 0 0,-19-38 2 0 0,0-1-1 0 0,0 1 0 0 0,0 0 1 0 0,0-1-1 0 0,0 1 1 0 0,1-1-1 0 0,-1 0 1 0 0,1 0-1 0 0,-1 0 1 0 0,1 0-1 0 0,0 0 1 0 0,0-1-1 0 0,0 1 1 0 0,0-1-1 0 0,0 0 0 0 0,0 0 1 0 0,0 0-1 0 0,0 0 1 0 0,1 0-1 0 0,-1-1 1 0 0,0 1-1 0 0,0-1 1 0 0,1 0-1 0 0,-1 0 1 0 0,0 0-1 0 0,1-1 1 0 0,-1 1-1 0 0,0-1 1 0 0,6-1-1 0 0,-1-1 0 0 0,-1 0 0 0 0,1-1 1 0 0,-1 0-1 0 0,0 0 0 0 0,0-1 0 0 0,0 0 0 0 0,-1 0 1 0 0,0-1-1 0 0,0 1 0 0 0,0-1 0 0 0,0-1 0 0 0,-1 1 1 0 0,0-1-1 0 0,-1 0 0 0 0,1 0 0 0 0,5-13 0 0 0,-1 0-16 0 0,-1 0 0 0 0,0-1 1 0 0,-2 0-1 0 0,0 0 0 0 0,2-26 0 0 0,-6 34 0 0 0,0-1 1 0 0,-1 1 0 0 0,-1-1 0 0 0,-1 1 0 0 0,1-1-1 0 0,-2 1 1 0 0,0-1 0 0 0,-1 1 0 0 0,0 0-1 0 0,-1 0 1 0 0,-7-16 0 0 0,11 28 12 0 0,-1 1 0 0 0,1-1 0 0 0,-1 0 0 0 0,1 1 0 0 0,-1-1 0 0 0,1 0 0 0 0,-1 1 0 0 0,1-1-1 0 0,-1 1 1 0 0,0-1 0 0 0,1 1 0 0 0,-1-1 0 0 0,0 1 0 0 0,0-1 0 0 0,1 1 0 0 0,-1 0 0 0 0,0-1 0 0 0,0 1 0 0 0,0 0 0 0 0,1 0 0 0 0,-1-1 0 0 0,0 1 0 0 0,0 0 0 0 0,0 0 0 0 0,0 0 0 0 0,1 0-1 0 0,-1 0 1 0 0,0 0 0 0 0,0 1 0 0 0,0-1 0 0 0,0 0 0 0 0,1 0 0 0 0,-3 1 0 0 0,1 0 3 0 0,-1 0 0 0 0,0 1 0 0 0,1-1 1 0 0,-1 0-1 0 0,1 1 0 0 0,0 0 0 0 0,-1-1 0 0 0,-3 5 0 0 0,2 0-4 0 0,-1 1 0 0 0,1-1 1 0 0,0 1-1 0 0,0 0 0 0 0,1 0 0 0 0,0 0 1 0 0,0 0-1 0 0,-2 10 0 0 0,0 4-43 0 0,-4 37-1 0 0,8-47 43 0 0,0 0 0 0 0,1 0 0 0 0,0 0 0 0 0,1 0 1 0 0,1 0-1 0 0,0-1 0 0 0,0 1 0 0 0,1 0 0 0 0,0-1 0 0 0,1 0 0 0 0,0 0 0 0 0,0 0 0 0 0,1 0 0 0 0,1 0 1 0 0,0-1-1 0 0,0 0 0 0 0,0-1 0 0 0,10 11 0 0 0,-5-9 6 0 0,-1-1 1 0 0,1 0-1 0 0,1-1 0 0 0,-1 0 1 0 0,1 0-1 0 0,1-1 0 0 0,-1-1 1 0 0,1 0-1 0 0,0-1 0 0 0,1 0 1 0 0,-1-1-1 0 0,1-1 0 0 0,23 4 1 0 0,-16-5-223 0 0,-1-1 0 0 0,1-1 0 0 0,0-1 0 0 0,-1 0 0 0 0,1-2 0 0 0,-1 0 0 0 0,0-1 0 0 0,0-1 0 0 0,0-1 1 0 0,0-1-1 0 0,-1-1 0 0 0,0 0 0 0 0,-1-1 0 0 0,28-19 0 0 0,-26 13-92 0 0,0-1 0 0 0,-1 0 0 0 0,-1-1 0 0 0,-1-1 0 0 0,-1 0 0 0 0,0-2 0 0 0,-1 0 0 0 0,-1 0 0 0 0,-1-2 0 0 0,-1 1 0 0 0,17-44 0 0 0,-12 17 328 0 0,-3-1 0 0 0,-1-1 0 0 0,-3 0 1 0 0,-2-1-1 0 0,-2 1 0 0 0,-2-91 0 0 0,-8 50 1382 0 0,-4 1-1 0 0,-39-174 1 0 0,40 247-1157 0 0,7 17-232 0 0,-1 0 0 0 0,1 0 0 0 0,0 0 0 0 0,0 0 0 0 0,0 0 0 0 0,0 0 0 0 0,-1 0 0 0 0,1 0 0 0 0,0-1 0 0 0,0 1 0 0 0,0 0 0 0 0,-1 0 0 0 0,1 0 0 0 0,0 0 0 0 0,0 0 0 0 0,0 0 0 0 0,-1 0 0 0 0,1 0 0 0 0,0 0 0 0 0,0 0 0 0 0,0 0 0 0 0,-1 0 0 0 0,1 1 0 0 0,0-1 0 0 0,0 0 0 0 0,0 0 0 0 0,0 0 0 0 0,-1 0 0 0 0,1 0 0 0 0,0 0 0 0 0,0 0 0 0 0,0 0 0 0 0,0 1 0 0 0,-1-1 0 0 0,1 0 0 0 0,0 0 0 0 0,0 0 0 0 0,0 0 0 0 0,0 0 0 0 0,0 1 0 0 0,0-1 0 0 0,-2 3 57 0 0,1 0-1 0 0,-1-1 0 0 0,1 1 1 0 0,0 0-1 0 0,1 0 1 0 0,-1 0-1 0 0,0 0 0 0 0,0 6 1 0 0,-3 70 799 0 0,12 152 0 0 0,33 78-358 0 0,-28-234-428 0 0,25 81 1 0 0,-26-119-560 0 0,1-2 0 0 0,1 0 1 0 0,2 0-1 0 0,25 40 1 0 0,-9-32-1516 0 0,-30-40 1419 0 0,2 0-1 0 0,-1 1 1 0 0,0-1 0 0 0,1 0-1 0 0,-1-1 1 0 0,1 1 0 0 0,0-1-1 0 0,0 0 1 0 0,7 4 0 0 0,3-2-2372 0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7:03.6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94 288 0 0,'0'-93'11212'0'0,"-9"174"-8515"0"0,0 194-792 0 0,11-231-1871 0 0,2 1 0 0 0,2-1-1 0 0,1 0 1 0 0,16 49 0 0 0,-23-91-32 0 0,1-1-1 0 0,-1 1 1 0 0,1 0 0 0 0,-1-1-1 0 0,1 1 1 0 0,0-1 0 0 0,0 0 0 0 0,-1 1-1 0 0,1-1 1 0 0,0 1 0 0 0,0-1 0 0 0,0 0-1 0 0,0 0 1 0 0,1 0 0 0 0,-1 0 0 0 0,0 0-1 0 0,0 0 1 0 0,1 0 0 0 0,-1 0-1 0 0,0 0 1 0 0,1 0 0 0 0,-1-1 0 0 0,4 2-1 0 0,-3-2 0 0 0,0 0 0 0 0,0 0-1 0 0,0 0 1 0 0,0-1-1 0 0,0 1 1 0 0,0 0-1 0 0,0-1 1 0 0,-1 0 0 0 0,1 1-1 0 0,0-1 1 0 0,0 0-1 0 0,0 0 1 0 0,0 0 0 0 0,-1 0-1 0 0,1 0 1 0 0,-1 0-1 0 0,1-1 1 0 0,2-2-1 0 0,14-14 6 0 0,-1-2-1 0 0,-1 0 0 0 0,16-26 0 0 0,-17 23-33 0 0,2 0 0 0 0,25-27-1 0 0,-37 45 20 0 0,-4 3 5 0 0,1 0 0 0 0,-1 0 0 0 0,1 0 0 0 0,0 1 0 0 0,0-1 0 0 0,0 0 0 0 0,0 1 0 0 0,0-1-1 0 0,0 1 1 0 0,0 0 0 0 0,1 0 0 0 0,-1 0 0 0 0,0 0 0 0 0,1 0 0 0 0,-1 0 0 0 0,1 1 0 0 0,-1-1 0 0 0,1 1 0 0 0,-1-1-1 0 0,1 1 1 0 0,-1 0 0 0 0,1 0 0 0 0,4 1 0 0 0,-4 0 5 0 0,1-1-1 0 0,-1 1 0 0 0,0 0 1 0 0,0 1-1 0 0,0-1 1 0 0,0 0-1 0 0,0 1 0 0 0,0 0 1 0 0,0 0-1 0 0,0 0 1 0 0,0 0-1 0 0,-1 0 1 0 0,1 0-1 0 0,-1 1 0 0 0,0-1 1 0 0,1 1-1 0 0,-1 0 1 0 0,0 0-1 0 0,-1 0 0 0 0,1 0 1 0 0,1 4-1 0 0,5 6 3 0 0,3 5 7 0 0,13 29-1 0 0,-16-31-563 0 0,0-1 0 0 0,1 0-1 0 0,12 18 1 0 0,-17-29 29 0 0,-1 0 1 0 0,1 0 0 0 0,0 0-1 0 0,0-1 1 0 0,0 1 0 0 0,0-1-1 0 0,1 0 1 0 0,0 0 0 0 0,-1-1-1 0 0,1 1 1 0 0,0-1 0 0 0,0 0-1 0 0,0 0 1 0 0,9 1 0 0 0,4 0-3173 0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7:04.0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87 1692 0 0,'-9'-7'8011'0'0,"5"9"-7792"0"0,1 0 1 0 0,-1-1 0 0 0,1 1-1 0 0,0 0 1 0 0,0 1-1 0 0,0-1 1 0 0,0 1 0 0 0,0-1-1 0 0,0 1 1 0 0,1 0-1 0 0,-1 0 1 0 0,1 0 0 0 0,0 0-1 0 0,0 0 1 0 0,0 0-1 0 0,0 1 1 0 0,1-1 0 0 0,-2 5-1 0 0,-3 6 39 0 0,1 1-1 0 0,1 1 1 0 0,-4 16-1 0 0,7-25-226 0 0,0 0 0 0 0,0 0 0 0 0,1 1 0 0 0,0-1 0 0 0,0 0 0 0 0,1 1 0 0 0,0-1 0 0 0,0 0 0 0 0,1 0 0 0 0,-1 0 0 0 0,2 0 0 0 0,-1 0 0 0 0,6 11 0 0 0,-5-14-24 0 0,-1 0 0 0 0,1 1 1 0 0,0-2-1 0 0,0 1 0 0 0,1 0 0 0 0,-1 0 0 0 0,1-1 0 0 0,-1 0 1 0 0,1 0-1 0 0,0 0 0 0 0,0 0 0 0 0,1-1 0 0 0,-1 1 0 0 0,1-1 0 0 0,-1 0 1 0 0,1-1-1 0 0,-1 1 0 0 0,1-1 0 0 0,0 0 0 0 0,9 1 0 0 0,-3-1-4 0 0,0-1-1 0 0,1 0 0 0 0,-1-1 0 0 0,0-1 0 0 0,0 1 0 0 0,0-2 1 0 0,0 1-1 0 0,-1-2 0 0 0,1 1 0 0 0,-1-2 0 0 0,1 1 0 0 0,-1-1 1 0 0,-1-1-1 0 0,1 0 0 0 0,-1 0 0 0 0,16-14 0 0 0,-16 11-8 0 0,0 0 0 0 0,-1 0 1 0 0,0 0-1 0 0,0-1 0 0 0,-1 0 0 0 0,0-1 0 0 0,-1 0 0 0 0,0 0 0 0 0,-1 0 0 0 0,0-1 0 0 0,-1 1 0 0 0,0-1 0 0 0,-1 0 0 0 0,4-25 0 0 0,-7 32 2 0 0,0 1 0 0 0,1-1 0 0 0,-1 0-1 0 0,-1 1 1 0 0,1-1 0 0 0,-1 0-1 0 0,0 1 1 0 0,0-1 0 0 0,0 1 0 0 0,0-1-1 0 0,-1 1 1 0 0,0-1 0 0 0,0 1-1 0 0,0 0 1 0 0,-1 0 0 0 0,1 0 0 0 0,-1 0-1 0 0,0 0 1 0 0,0 1 0 0 0,0-1 0 0 0,0 1-1 0 0,-1 0 1 0 0,0 0 0 0 0,1 0-1 0 0,-1 1 1 0 0,0-1 0 0 0,0 1 0 0 0,0 0-1 0 0,-1 0 1 0 0,1 0 0 0 0,-6-1-1 0 0,1 0 9 0 0,-1 0-1 0 0,0 1 0 0 0,0 1 1 0 0,0 0-1 0 0,0 0 1 0 0,0 1-1 0 0,0 0 0 0 0,0 1 1 0 0,0 0-1 0 0,0 0 0 0 0,0 1 1 0 0,0 0-1 0 0,-15 7 0 0 0,16-5-127 0 0,0 0 0 0 0,0 1 0 0 0,0 0 0 0 0,1 1 0 0 0,0 0 0 0 0,0 0 0 0 0,-9 10 0 0 0,14-13-154 0 0,0 0 0 0 0,1 0 0 0 0,-1 0 0 0 0,1 1 0 0 0,0 0 0 0 0,0-1 0 0 0,0 1 0 0 0,-2 7 0 0 0,3-8-65 0 0,1-1 0 0 0,-1 0 0 0 0,1 1 0 0 0,0-1 0 0 0,0 1 0 0 0,0-1 1 0 0,0 1-1 0 0,0-1 0 0 0,0 0 0 0 0,1 1 0 0 0,-1-1 0 0 0,1 1 0 0 0,0-1 0 0 0,-1 0 0 0 0,1 0 0 0 0,2 3 0 0 0,2 6-3276 0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7:04.5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255 809 392 0 0,'0'-19'8756'0'0,"-17"23"-7238"0"0,4 0-1163 0 0,1 1 0 0 0,0 1 0 0 0,0 0 0 0 0,0 0 0 0 0,1 1-1 0 0,0 1 1 0 0,0 0 0 0 0,-15 15 0 0 0,9-6-164 0 0,1 0 0 0 0,1 1 0 0 0,-25 39 0 0 0,36-50-170 0 0,0 1 0 0 0,0-1 0 0 0,1 1 1 0 0,0 0-1 0 0,0 0 0 0 0,1 0 0 0 0,0 0 0 0 0,0 1 0 0 0,1-1 0 0 0,0 13 1 0 0,1-18-16 0 0,0 1 1 0 0,0-1 0 0 0,0 1 0 0 0,1-1-1 0 0,-1 1 1 0 0,1-1 0 0 0,0 1-1 0 0,0-1 1 0 0,0 0 0 0 0,1 1 0 0 0,-1-1-1 0 0,1 0 1 0 0,0 0 0 0 0,0 0-1 0 0,0 0 1 0 0,0-1 0 0 0,0 1 0 0 0,1 0-1 0 0,-1-1 1 0 0,1 0 0 0 0,0 1-1 0 0,0-1 1 0 0,0 0 0 0 0,0 0 0 0 0,0-1-1 0 0,0 1 1 0 0,4 1 0 0 0,-1-1 2 0 0,0 0 1 0 0,0 0 0 0 0,0-1-1 0 0,0 0 1 0 0,1 0 0 0 0,-1-1-1 0 0,0 0 1 0 0,0 0 0 0 0,1 0-1 0 0,-1-1 1 0 0,12-2 0 0 0,-9 0 1 0 0,1 0 1 0 0,-1-1 0 0 0,0 0-1 0 0,0 0 1 0 0,-1-1 0 0 0,17-11-1 0 0,-9 3-4 0 0,1-2-1 0 0,-2 1 1 0 0,0-2-1 0 0,-1 0 1 0 0,0-1-1 0 0,14-24 0 0 0,-10 8-77 0 0,-1 0 0 0 0,-1-1-1 0 0,-2-1 1 0 0,-1 0 0 0 0,-2-1-1 0 0,-2-1 1 0 0,8-60-1 0 0,-8 13 18 0 0,-4 0 1 0 0,-7-111-1 0 0,-26-63 645 0 0,28 257-586 0 0,0-1 0 0 0,0 0 0 0 0,-1 1-1 0 0,1-1 1 0 0,-1 0 0 0 0,1 1 0 0 0,-1-1 0 0 0,0 1-1 0 0,1-1 1 0 0,-1 1 0 0 0,0-1 0 0 0,0 1 0 0 0,0-1 0 0 0,-2-1-1 0 0,3 3 1 0 0,-1 0-1 0 0,0-1 0 0 0,1 1 0 0 0,-1-1 0 0 0,0 1 0 0 0,1 0 1 0 0,-1 0-1 0 0,0-1 0 0 0,0 1 0 0 0,1 0 0 0 0,-1 0 0 0 0,0 0 1 0 0,0 0-1 0 0,1 0 0 0 0,-1 0 0 0 0,0 0 0 0 0,0 0 0 0 0,0 0 1 0 0,1 0-1 0 0,-1 0 0 0 0,0 0 0 0 0,-1 1 0 0 0,-1 1 22 0 0,0-1-1 0 0,1 1 0 0 0,-1 0 1 0 0,0 0-1 0 0,0 0 1 0 0,1 0-1 0 0,-1 1 1 0 0,1-1-1 0 0,0 1 0 0 0,0 0 1 0 0,0-1-1 0 0,0 1 1 0 0,-2 3-1 0 0,-7 17 221 0 0,1-1-1 0 0,1 2 0 0 0,1-1 1 0 0,1 1-1 0 0,1 0 1 0 0,-5 36-1 0 0,6-7 389 0 0,2 105-1 0 0,7-94-613 0 0,3 0 0 0 0,3-1 0 0 0,2 0 1 0 0,3-1-1 0 0,3-1 0 0 0,3 0 0 0 0,2-1 0 0 0,40 72 0 0 0,-33-83-2460 0 0,-27-45 1193 0 0,0-1 0 0 0,0 1-1 0 0,1-1 1 0 0,0 1 0 0 0,4 3 0 0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7:04.7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382 32 2664 0 0,'-317'11'13431'0'0,"306"-10"-13105"0"0,8-1-160 0 0,-27 1 523 0 0,29-1-648 0 0,0 0 0 0 0,-1 0 1 0 0,1 0-1 0 0,0 0 0 0 0,0 0 1 0 0,0 0-1 0 0,-1 1 0 0 0,1-1 1 0 0,0 0-1 0 0,0 1 0 0 0,0-1 1 0 0,0 1-1 0 0,0-1 0 0 0,0 1 1 0 0,0-1-1 0 0,-1 2 0 0 0,2-2-32 0 0,0 1-1 0 0,0-1 1 0 0,0 0-1 0 0,1 1 1 0 0,-1-1-1 0 0,0 0 1 0 0,0 1-1 0 0,1-1 0 0 0,-1 0 1 0 0,0 1-1 0 0,1-1 1 0 0,-1 0-1 0 0,0 1 1 0 0,1-1-1 0 0,-1 0 1 0 0,1 0-1 0 0,-1 1 1 0 0,0-1-1 0 0,1 0 1 0 0,-1 0-1 0 0,1 0 1 0 0,-1 0-1 0 0,0 0 0 0 0,1 0 1 0 0,-1 0-1 0 0,1 0 1 0 0,-1 0-1 0 0,1 0 1 0 0,-1 0-1 0 0,1 0 1 0 0,0 0-1 0 0,17-1 48 0 0,-16 1-48 0 0,178-28-1041 0 0,-90 12-636 0 0,-20 5-9 0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7:12.4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43 8097 0 0,'26'-25'19795'0'0,"-65"21"-27907"0"0,-2-2-859 0 0,15-2 566 0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7:18.0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0 150 784 0 0,'0'0'916'0'0,"0"-17"1723"0"0,1 11-2256 0 0,0 0 0 0 0,1 0 0 0 0,-1 0 0 0 0,1 1 1 0 0,0-1-1 0 0,1 0 0 0 0,0 1 0 0 0,-1-1 0 0 0,2 1 0 0 0,-1 0 0 0 0,8-9 0 0 0,-4 7-117 0 0,0-1 0 0 0,1 2 0 0 0,0-1-1 0 0,0 1 1 0 0,18-10 0 0 0,-23 14-225 0 0,1 1 1 0 0,0 0-1 0 0,0 0 0 0 0,-1 0 1 0 0,1 1-1 0 0,0 0 0 0 0,0-1 1 0 0,0 1-1 0 0,0 0 0 0 0,0 1 1 0 0,-1-1-1 0 0,1 1 0 0 0,0 0 1 0 0,0 0-1 0 0,6 2 0 0 0,0 2 37 0 0,0-1 0 0 0,0 1-1 0 0,-1 1 1 0 0,0 0-1 0 0,0 0 1 0 0,0 1 0 0 0,-1 0-1 0 0,0 0 1 0 0,-1 1 0 0 0,1 0-1 0 0,-2 1 1 0 0,1-1-1 0 0,-1 1 1 0 0,8 16 0 0 0,-4-6-33 0 0,-1 0 0 0 0,0 1 0 0 0,-2 0 1 0 0,0 0-1 0 0,-2 1 0 0 0,6 32 0 0 0,-9-32-17 0 0,0 1 1 0 0,-3 36-1 0 0,0-48 72 0 0,0 1-1 0 0,-1-1 1 0 0,0 1 0 0 0,0-1 0 0 0,-2 0-1 0 0,1 0 1 0 0,-7 14 0 0 0,9-23-73 0 0,1 0 0 0 0,-1 0 0 0 0,1 0 0 0 0,-1 0 1 0 0,1 0-1 0 0,-1 0 0 0 0,0-1 0 0 0,1 1 0 0 0,-1 0 0 0 0,0 0 0 0 0,0 0 1 0 0,0-1-1 0 0,1 1 0 0 0,-1 0 0 0 0,0-1 0 0 0,0 1 0 0 0,0-1 0 0 0,0 1 1 0 0,0-1-1 0 0,-2 1 0 0 0,2-1-18 0 0,0 0 1 0 0,0 0-1 0 0,0-1 0 0 0,1 1 1 0 0,-1 0-1 0 0,0 0 1 0 0,0-1-1 0 0,0 1 1 0 0,1 0-1 0 0,-1-1 0 0 0,0 1 1 0 0,0-1-1 0 0,1 1 1 0 0,-1-1-1 0 0,1 0 0 0 0,-1 1 1 0 0,0-1-1 0 0,1 0 1 0 0,-1 1-1 0 0,0-2 1 0 0,-2-3 6 0 0,1 1 0 0 0,-1-1 1 0 0,1 0-1 0 0,0 0 1 0 0,0-1-1 0 0,-2-8 1 0 0,3 4 5 0 0,0-1 1 0 0,0 0 0 0 0,1 1 0 0 0,1-1 0 0 0,0 0 0 0 0,0 1 0 0 0,1-1-1 0 0,0 1 1 0 0,1-1 0 0 0,0 1 0 0 0,1 0 0 0 0,0 0 0 0 0,9-16-1 0 0,-2 7-19 0 0,1-1 0 0 0,1 2 0 0 0,1 0 0 0 0,1 0 0 0 0,24-21-1 0 0,-23 24-12 0 0,0 2 1 0 0,1 0-1 0 0,1 1 0 0 0,0 1 0 0 0,1 1 0 0 0,0 0 0 0 0,0 1 0 0 0,1 1 1 0 0,38-9-1 0 0,-52 15-404 0 0,1 1 0 0 0,-1 0 0 0 0,0 1 1 0 0,0-1-1 0 0,1 1 0 0 0,-1 0 0 0 0,0 1 0 0 0,10 1 1 0 0,27 10-6473 0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7:18.5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33 644 0 0,'0'0'4229'0'0,"1"15"-2261"0"0,1-8-1542 0 0,1 0 0 0 0,0 0 1 0 0,0-1-1 0 0,0 0 1 0 0,1 1-1 0 0,0-1 1 0 0,0-1-1 0 0,1 1 0 0 0,7 7 1 0 0,-9-10-372 0 0,0-1 1 0 0,0 0-1 0 0,0 1 1 0 0,0-1-1 0 0,0-1 1 0 0,0 1-1 0 0,1 0 0 0 0,-1-1 1 0 0,1 0-1 0 0,-1 0 1 0 0,1 0-1 0 0,-1 0 1 0 0,1 0-1 0 0,0-1 0 0 0,-1 1 1 0 0,1-1-1 0 0,0 0 1 0 0,-1 0-1 0 0,1-1 1 0 0,0 1-1 0 0,4-2 0 0 0,-5 1-43 0 0,-1 1 0 0 0,0-1 0 0 0,0 0-1 0 0,1 1 1 0 0,-1-1 0 0 0,0 0 0 0 0,0-1 0 0 0,0 1-1 0 0,0 0 1 0 0,0 0 0 0 0,0-1 0 0 0,-1 1-1 0 0,1-1 1 0 0,0 0 0 0 0,-1 0 0 0 0,1 1-1 0 0,-1-1 1 0 0,0 0 0 0 0,1 0 0 0 0,-1 0-1 0 0,0 0 1 0 0,0-1 0 0 0,0 1 0 0 0,0-3-1 0 0,0 2-16 0 0,-1-1-1 0 0,0 0 0 0 0,0 1 0 0 0,0-1 0 0 0,0 0 1 0 0,0 1-1 0 0,-1-1 0 0 0,0 0 0 0 0,0 1 0 0 0,0-1 1 0 0,0 1-1 0 0,0-1 0 0 0,-1 1 0 0 0,1 0 0 0 0,-1 0 1 0 0,-2-4-1 0 0,2 5 2 0 0,1-1 1 0 0,-1 1-1 0 0,1 0 0 0 0,-1-1 1 0 0,0 1-1 0 0,0 0 1 0 0,0 0-1 0 0,0 0 0 0 0,0 0 1 0 0,0 1-1 0 0,0-1 0 0 0,-1 1 1 0 0,1-1-1 0 0,-1 1 1 0 0,1 0-1 0 0,-1 0 0 0 0,1 0 1 0 0,-1 0-1 0 0,0 0 1 0 0,0 1-1 0 0,1-1 0 0 0,-1 1 1 0 0,0 0-1 0 0,0 0 0 0 0,0 0 1 0 0,1 0-1 0 0,-1 0 1 0 0,0 0-1 0 0,0 1 0 0 0,1 0 1 0 0,-1-1-1 0 0,-5 3 1 0 0,2 0 6 0 0,-1 1 1 0 0,1-1-1 0 0,0 1 1 0 0,-1 1 0 0 0,2-1-1 0 0,-1 1 1 0 0,1 0-1 0 0,-1 0 1 0 0,1 1 0 0 0,1 0-1 0 0,-7 9 1 0 0,-1 5-7 0 0,1 0 1 0 0,1 1-1 0 0,0 0 1 0 0,2 0-1 0 0,1 1 1 0 0,0 0-1 0 0,2 1 1 0 0,0-1-1 0 0,2 1 1 0 0,-2 46-1 0 0,6-56-7 0 0,-1-1 0 0 0,2 1 0 0 0,0 0 0 0 0,0-1 0 0 0,1 1 0 0 0,1-1 0 0 0,0 0 0 0 0,1 0 0 0 0,7 15 0 0 0,-7-18-37 0 0,1-1 0 0 0,-1-1-1 0 0,1 1 1 0 0,1-1 0 0 0,-1 0 0 0 0,1 0 0 0 0,1 0-1 0 0,-1-1 1 0 0,1-1 0 0 0,0 1 0 0 0,0-1-1 0 0,1 0 1 0 0,13 5 0 0 0,-12-7-604 0 0,0 1-1 0 0,0-1 1 0 0,0-1-1 0 0,0 0 1 0 0,0 0 0 0 0,1-1-1 0 0,-1-1 1 0 0,12 0 0 0 0,5-1-2738 0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7:19.2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71 784 0 0,'0'0'5505'0'0,"-1"11"-3113"0"0,13 21-1845 0 0,-1 0 0 0 0,-2 1 0 0 0,-1 1 0 0 0,-1-1 1 0 0,3 67-1 0 0,-10-98-462 0 0,0 1 0 0 0,0-1 0 0 0,0 0 1 0 0,-1 1-1 0 0,1-1 0 0 0,-1 1 0 0 0,0-1 0 0 0,0 0 1 0 0,0 1-1 0 0,0-1 0 0 0,0 0 0 0 0,0 0 0 0 0,0 0 1 0 0,-4 4-1 0 0,4-5 74 0 0,-3-1 39 0 0,-12-2-35 0 0,7-5-148 0 0,-1-1 0 0 0,2 0 1 0 0,-1-1-1 0 0,1 0 0 0 0,0 0 0 0 0,1-1 0 0 0,0 0 1 0 0,1 0-1 0 0,0-1 0 0 0,1 1 0 0 0,0-1 1 0 0,0-1-1 0 0,1 1 0 0 0,1-1 0 0 0,-4-18 0 0 0,6 22-3 0 0,0 0-1 0 0,0 1 1 0 0,1-1-1 0 0,0 0 1 0 0,0 0-1 0 0,1 0 1 0 0,0 0-1 0 0,1 0 1 0 0,-1 0-1 0 0,1 1 1 0 0,4-8-1 0 0,-4 9-7 0 0,1 1 0 0 0,0-1 0 0 0,1 1-1 0 0,-1 0 1 0 0,1 1 0 0 0,0-1 0 0 0,0 0 0 0 0,0 1-1 0 0,1 0 1 0 0,-1 0 0 0 0,1 0 0 0 0,0 1 0 0 0,0 0-1 0 0,1 0 1 0 0,9-4 0 0 0,-6 3-1 0 0,1 2 0 0 0,-1-1 0 0 0,1 1 0 0 0,-1 1 0 0 0,1-1 0 0 0,0 2 0 0 0,-1-1 0 0 0,1 2 0 0 0,0-1 0 0 0,0 1 0 0 0,-1 1 0 0 0,1-1 0 0 0,0 2 0 0 0,-1-1 0 0 0,9 5 0 0 0,-6-3 2 0 0,-1 1-1 0 0,0 0 1 0 0,0 1-1 0 0,-1 0 1 0 0,1 1-1 0 0,-1 0 1 0 0,-1 0-1 0 0,1 1 1 0 0,-2 1-1 0 0,1-1 1 0 0,12 17-1 0 0,-17-18-5 0 0,0 1 0 0 0,0-1 0 0 0,0 1 0 0 0,-1 0 0 0 0,0 0-1 0 0,-1 0 1 0 0,0 0 0 0 0,0 0 0 0 0,-1 0 0 0 0,1 14 0 0 0,-1-8 61 0 0,0-6 20 0 0,-3-17 1 0 0,0 1-77 0 0,1 0-1 0 0,1 0 1 0 0,0 0 0 0 0,0 0 0 0 0,1 0 0 0 0,-1 0 0 0 0,2 0 0 0 0,-1 0 0 0 0,1 0 0 0 0,0 1 0 0 0,1-1 0 0 0,6-13 0 0 0,-3 10-17 0 0,0 0 0 0 0,0 0 0 0 0,1 0 0 0 0,0 1 0 0 0,1 0 0 0 0,0 1 1 0 0,16-16-1 0 0,-19 22 3 0 0,-1-1 0 0 0,1 1 0 0 0,0 0 0 0 0,0 1 0 0 0,0-1 1 0 0,0 1-1 0 0,1 0 0 0 0,-1 0 0 0 0,0 0 0 0 0,1 1 0 0 0,-1 0 0 0 0,7 0 1 0 0,-10 1 7 0 0,0 0 0 0 0,0 0 0 0 0,1 0 0 0 0,-1 1 1 0 0,0-1-1 0 0,0 1 0 0 0,0-1 0 0 0,0 1 0 0 0,0 0 1 0 0,0 0-1 0 0,0 0 0 0 0,0 0 0 0 0,-1 0 0 0 0,1 0 0 0 0,2 3 1 0 0,21 22 70 0 0,-20-20-54 0 0,-1 0 1 0 0,0 0 0 0 0,0 1-1 0 0,0 0 1 0 0,-1 0 0 0 0,0 0 0 0 0,-1 0-1 0 0,3 14 1 0 0,0 3-119 0 0,1 34 0 0 0,0 3-2139 0 0,3-33-536 0 0,12-14-4108 0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7:20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56 170 932 0 0,'2'-16'4418'0'0,"1"-6"1042"0"0,-8 33-4510 0 0,4 5-656 0 0,2 1 0 0 0,0-1 0 0 0,1 0 0 0 0,0 1 0 0 0,2-1 0 0 0,5 18-1 0 0,-8-30-282 0 0,1 0 0 0 0,0 0 0 0 0,0 0 0 0 0,0 0 0 0 0,0 0 0 0 0,1 0 0 0 0,-1-1 0 0 0,1 1-1 0 0,0-1 1 0 0,0 1 0 0 0,0-1 0 0 0,1 0 0 0 0,-1-1 0 0 0,1 1 0 0 0,-1 0 0 0 0,1-1 0 0 0,0 0-1 0 0,0 0 1 0 0,0 0 0 0 0,0-1 0 0 0,1 1 0 0 0,-1-1 0 0 0,0 0 0 0 0,1 0 0 0 0,-1 0 0 0 0,1-1 0 0 0,-1 1-1 0 0,5-1 1 0 0,0-1 8 0 0,0 1 1 0 0,1-1-1 0 0,-1-1 0 0 0,-1 0 0 0 0,1 0 0 0 0,0 0 1 0 0,0-1-1 0 0,-1-1 0 0 0,0 1 0 0 0,1-2 0 0 0,7-4 1 0 0,-11 6-15 0 0,-1 0 0 0 0,0 0 0 0 0,0-1 0 0 0,0 1 0 0 0,-1-1 0 0 0,1 1 0 0 0,-1-1 0 0 0,0-1 0 0 0,0 1 0 0 0,0 0 0 0 0,0-1 0 0 0,-1 1 0 0 0,0-1 0 0 0,0 0 0 0 0,0 1 0 0 0,-1-1 0 0 0,1 0 0 0 0,-1 0 0 0 0,0 0 0 0 0,-1 0 0 0 0,1-6 0 0 0,-1 3 39 0 0,-1 1-1 0 0,0-1 1 0 0,0 1 0 0 0,0-1-1 0 0,-1 1 1 0 0,-1 0 0 0 0,1-1-1 0 0,-1 1 1 0 0,0 0 0 0 0,-1 0-1 0 0,1 1 1 0 0,-1-1 0 0 0,-1 1-1 0 0,1 0 1 0 0,-1 0 0 0 0,0 0-1 0 0,-1 1 1 0 0,-7-7 0 0 0,9 9-41 0 0,-1-1 1 0 0,0 1-1 0 0,-1-1 1 0 0,1 1 0 0 0,0 1-1 0 0,-1-1 1 0 0,0 1-1 0 0,0 0 1 0 0,1 0-1 0 0,-1 1 1 0 0,0 0-1 0 0,0 0 1 0 0,0 0-1 0 0,0 1 1 0 0,-1 0-1 0 0,1 0 1 0 0,0 0 0 0 0,0 1-1 0 0,0 0 1 0 0,0 0-1 0 0,0 1 1 0 0,0-1-1 0 0,-7 4 1 0 0,4 0 1 0 0,-1 0 1 0 0,1 1-1 0 0,1 0 1 0 0,-1 1-1 0 0,1-1 0 0 0,0 2 1 0 0,0-1-1 0 0,1 1 1 0 0,0 0-1 0 0,1 1 1 0 0,0-1-1 0 0,0 1 1 0 0,-9 19-1 0 0,12-22-7 0 0,0 0 0 0 0,1 0 0 0 0,-1 0-1 0 0,1 0 1 0 0,1 1 0 0 0,-1-1 0 0 0,1 1 0 0 0,0-1-1 0 0,0 1 1 0 0,1 0 0 0 0,0-1 0 0 0,0 1 0 0 0,1 0 0 0 0,0-1-1 0 0,0 1 1 0 0,0-1 0 0 0,1 1 0 0 0,0-1 0 0 0,0 0-1 0 0,1 0 1 0 0,-1 0 0 0 0,1 0 0 0 0,6 8 0 0 0,-7-11-29 0 0,1 0 0 0 0,0 0 0 0 0,0 0 0 0 0,0 0 0 0 0,0 0 0 0 0,0-1 0 0 0,1 1 0 0 0,-1-1-1 0 0,1 0 1 0 0,-1 0 0 0 0,1 0 0 0 0,0-1 0 0 0,0 1 0 0 0,0-1 0 0 0,6 1 0 0 0,-4-1-79 0 0,1 0 0 0 0,-1-1 0 0 0,1 0 0 0 0,-1-1 0 0 0,1 1 0 0 0,-1-1 0 0 0,1 0 0 0 0,-1-1 0 0 0,7-2 0 0 0,4-2-117 0 0,0-2-1 0 0,0 0 1 0 0,-1-1 0 0 0,0 0 0 0 0,-1-1-1 0 0,15-13 1 0 0,-15 9 63 0 0,0 1 1 0 0,-1-2-1 0 0,25-32 0 0 0,26-54-255 0 0,-19 27 570 0 0,-46 73-140 0 0,1 0-1 0 0,-1 0 0 0 0,1 1 0 0 0,-1-1 1 0 0,1 0-1 0 0,-1 1 0 0 0,1-1 0 0 0,-1 0 0 0 0,1 1 1 0 0,0-1-1 0 0,-1 1 0 0 0,1-1 0 0 0,0 1 1 0 0,0-1-1 0 0,-1 1 0 0 0,1-1 0 0 0,0 1 1 0 0,0 0-1 0 0,-1 0 0 0 0,1-1 0 0 0,0 1 0 0 0,0 0 1 0 0,0 0-1 0 0,0 0 0 0 0,0 0 0 0 0,-1 0 1 0 0,1 0-1 0 0,0 0 0 0 0,0 0 0 0 0,0 0 0 0 0,0 0 1 0 0,1 1-1 0 0,0 0 14 0 0,-1 0 0 0 0,1 0 1 0 0,0 0-1 0 0,-1 1 0 0 0,1-1 0 0 0,-1 1 1 0 0,1-1-1 0 0,-1 1 0 0 0,0-1 0 0 0,1 1 0 0 0,-1 0 1 0 0,0-1-1 0 0,1 4 0 0 0,6 15 161 0 0,-1 0-1 0 0,0 1 1 0 0,-2-1-1 0 0,6 37 1 0 0,8 32-52 0 0,-16-75 54 0 0,-3-12-132 0 0,1-1 1 0 0,-1 1 0 0 0,1 0-1 0 0,-1-1 1 0 0,1 1-1 0 0,-1 0 1 0 0,1-1 0 0 0,0 1-1 0 0,0-1 1 0 0,0 1 0 0 0,0-1-1 0 0,0 0 1 0 0,2 3 0 0 0,-2-3 109 0 0,2-2-113 0 0,0-1-1 0 0,1 1 1 0 0,-1-1-1 0 0,0 1 1 0 0,0-1-1 0 0,0 0 1 0 0,0 0 0 0 0,0 0-1 0 0,0-1 1 0 0,0 1-1 0 0,-1-1 1 0 0,1 1-1 0 0,-1-1 1 0 0,0 0 0 0 0,4-6-1 0 0,1-4 290 0 0,0-2-1 0 0,8-21 1 0 0,-1 1 142 0 0,-9 24-433 0 0,1 1 0 0 0,-1-1 1 0 0,2 1-1 0 0,-1 0 1 0 0,16-16-1 0 0,-21 25-51 0 0,1 0 0 0 0,-1 0-1 0 0,0 0 1 0 0,1 0 0 0 0,0 0-1 0 0,-1 0 1 0 0,1 1 0 0 0,-1-1 0 0 0,1 1-1 0 0,0-1 1 0 0,-1 1 0 0 0,1 0-1 0 0,0-1 1 0 0,0 1 0 0 0,-1 0-1 0 0,1 0 1 0 0,0 0 0 0 0,0 1 0 0 0,-1-1-1 0 0,4 1 1 0 0,25 10 6 0 0,-29-11-4 0 0,44 23 37 0 0,-34-16-24 0 0,0-1 1 0 0,1 0-1 0 0,0-1 0 0 0,0 0 0 0 0,0-1 0 0 0,0 0 0 0 0,1-1 1 0 0,0-1-1 0 0,23 2 0 0 0,-22-3-5 0 0,0-2 0 0 0,1 0 0 0 0,-1-1 0 0 0,0 0 0 0 0,-1-1 0 0 0,1-1 0 0 0,15-6 0 0 0,-24 8-9 0 0,0 0 0 0 0,0-1 0 0 0,0 1 0 0 0,0-1 0 0 0,-1-1 0 0 0,1 1-1 0 0,-1 0 1 0 0,0-1 0 0 0,0 0 0 0 0,0 0 0 0 0,0-1 0 0 0,-1 1 0 0 0,0-1 0 0 0,0 1 0 0 0,0-1-1 0 0,0 0 1 0 0,-1 0 0 0 0,0 0 0 0 0,0-1 0 0 0,2-9 0 0 0,-3 13-6 0 0,0-1 0 0 0,-1 0 0 0 0,0 0 0 0 0,1 0 0 0 0,-1 0 0 0 0,0 1 1 0 0,0-1-1 0 0,-1 0 0 0 0,1 0 0 0 0,-1 0 0 0 0,1 1 0 0 0,-2-4 0 0 0,2 5 5 0 0,-1 0-1 0 0,1 1 1 0 0,0-1 0 0 0,-1 1-1 0 0,1-1 1 0 0,-1 1-1 0 0,1-1 1 0 0,-1 1 0 0 0,1-1-1 0 0,-1 1 1 0 0,1-1-1 0 0,-1 1 1 0 0,1 0-1 0 0,-1-1 1 0 0,0 1 0 0 0,1 0-1 0 0,-1-1 1 0 0,0 1-1 0 0,1 0 1 0 0,-1 0 0 0 0,0 0-1 0 0,-1 0 8 0 0,0 0-1 0 0,0 0 0 0 0,1 0 1 0 0,-1 0-1 0 0,0 1 1 0 0,1-1-1 0 0,-1 1 0 0 0,0-1 1 0 0,1 1-1 0 0,-1-1 1 0 0,1 1-1 0 0,-3 1 1 0 0,-11 8 77 0 0,0 0 1 0 0,1 1-1 0 0,0 1 1 0 0,1 0-1 0 0,0 1 1 0 0,1 1-1 0 0,-11 14 1 0 0,-1 5-1 0 0,2 1 0 0 0,-20 39 1 0 0,37-63-71 0 0,0 1 1 0 0,0 0 0 0 0,1 0 0 0 0,1 0-1 0 0,-1 0 1 0 0,2 1 0 0 0,-3 20 0 0 0,5-29-8 0 0,0 0 1 0 0,0 1-1 0 0,0-1 1 0 0,0 0-1 0 0,1 0 1 0 0,-1 1-1 0 0,1-1 1 0 0,0 0-1 0 0,0 0 1 0 0,0 0 0 0 0,0 0-1 0 0,1 0 1 0 0,-1 0-1 0 0,1 0 1 0 0,0 0-1 0 0,0 0 1 0 0,0-1-1 0 0,0 1 1 0 0,0-1-1 0 0,1 1 1 0 0,-1-1 0 0 0,1 0-1 0 0,-1 0 1 0 0,1 0-1 0 0,0 0 1 0 0,0-1-1 0 0,0 1 1 0 0,0-1-1 0 0,0 0 1 0 0,0 1-1 0 0,5 0 1 0 0,5 1-12 0 0,0-1 1 0 0,1 0-1 0 0,0 0 1 0 0,0-1-1 0 0,-1-1 0 0 0,22-2 1 0 0,84-18-1093 0 0,-109 18 897 0 0,184-50-4273 0 0,-69 6-1517 0 0,-75 26 1959 0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7:20.7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81 1832 0 0,'4'-26'2434'0'0,"-4"20"-1825"0"0,0 1 0 0 0,1-1-1 0 0,0 1 1 0 0,0 0 0 0 0,1-1 0 0 0,3-9-1 0 0,-4 15-568 0 0,-1-1 0 0 0,0 1-1 0 0,1-1 1 0 0,-1 1 0 0 0,1-1-1 0 0,-1 1 1 0 0,0-1 0 0 0,1 1 0 0 0,-1 0-1 0 0,1-1 1 0 0,-1 1 0 0 0,1 0-1 0 0,-1 0 1 0 0,1-1 0 0 0,-1 1-1 0 0,1 0 1 0 0,-1 0 0 0 0,1 0-1 0 0,0 0 1 0 0,-1 0 0 0 0,1-1-1 0 0,-1 1 1 0 0,1 0 0 0 0,-1 0-1 0 0,1 0 1 0 0,0 1 0 0 0,-1-1-1 0 0,1 0 1 0 0,-1 0 0 0 0,1 0-1 0 0,-1 0 1 0 0,1 0 0 0 0,0 1-1 0 0,15 9 387 0 0,-9-2-325 0 0,-1-1-1 0 0,0 1 0 0 0,-1 0 0 0 0,1 1 0 0 0,-2-1 1 0 0,1 1-1 0 0,3 12 0 0 0,20 67 122 0 0,-25-77-190 0 0,10 54 213 0 0,-2 0 1 0 0,4 90 0 0 0,13 82-1946 0 0,-16-183-2617 0 0,-7-31 643 0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7:21.6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57 423 1884 0 0,'-56'-31'7951'0'0,"58"30"-7772"0"0,9-3-97 0 0,0 0 0 0 0,1 1 0 0 0,-1 1-1 0 0,1 0 1 0 0,11 0 0 0 0,26-6 10 0 0,38-13-61 0 0,0-3 0 0 0,-1-5 0 0 0,87-41 1 0 0,-160 64-71 0 0,-1-1 0 0 0,1 0 0 0 0,-2-1 0 0 0,1 0 0 0 0,16-16 0 0 0,-24 19 32 0 0,1 0 0 0 0,0 0 1 0 0,-1-1-1 0 0,0 1 0 0 0,0-1 0 0 0,-1 0 0 0 0,0 0 1 0 0,0 0-1 0 0,0-1 0 0 0,-1 1 0 0 0,1-1 1 0 0,-2 0-1 0 0,3-9 0 0 0,-4 15 11 0 0,1-4-3 0 0,0 0 0 0 0,-1 1 0 0 0,1-1 1 0 0,-1 0-1 0 0,0 0 0 0 0,0 0 0 0 0,-1 1 1 0 0,0-1-1 0 0,1 0 0 0 0,-1 0 0 0 0,-4-8 1 0 0,4 11-27 0 0,-10 26-71 0 0,8-1 149 0 0,0 0 0 0 0,2 0 0 0 0,0 1 0 0 0,6 42 0 0 0,-3-26 92 0 0,48 341 531 0 0,-50-380-676 0 0,15 74 329 0 0,-15-75-322 0 0,0 1 1 0 0,0-1-1 0 0,0 1 1 0 0,1-1 0 0 0,-1 1-1 0 0,0-1 1 0 0,0 0-1 0 0,0 1 1 0 0,0-1-1 0 0,1 1 1 0 0,-1-1-1 0 0,0 1 1 0 0,0-1 0 0 0,1 0-1 0 0,-1 1 1 0 0,0-1-1 0 0,1 0 1 0 0,-1 1-1 0 0,0-1 1 0 0,1 0-1 0 0,-1 0 1 0 0,1 1 0 0 0,-1-1-1 0 0,0 0 1 0 0,1 0-1 0 0,-1 0 1 0 0,1 1-1 0 0,-1-1 1 0 0,1 0-1 0 0,-1 0 1 0 0,1 0 0 0 0,-1 0-1 0 0,1 0 1 0 0,-1 0-1 0 0,0 0 1 0 0,1 0-1 0 0,-1 0 1 0 0,1 0 0 0 0,-1 0-1 0 0,1 0 1 0 0,-1 0-1 0 0,1-1 1 0 0,0 1-1 0 0,16-12 91 0 0,30-47 67 0 0,-39 47-164 0 0,1-1 1 0 0,1 1-1 0 0,0 1 0 0 0,0 0 0 0 0,1 0 0 0 0,0 1 0 0 0,1 1 1 0 0,20-14-1 0 0,-29 22-4 0 0,-1 0-1 0 0,1 0 1 0 0,0 1 0 0 0,-1-1-1 0 0,1 0 1 0 0,0 1 0 0 0,-1 0 0 0 0,1-1-1 0 0,0 1 1 0 0,0 0 0 0 0,-1 0 0 0 0,1 1-1 0 0,0-1 1 0 0,0 1 0 0 0,-1-1 0 0 0,1 1-1 0 0,0 0 1 0 0,-1 0 0 0 0,1 0-1 0 0,-1 0 1 0 0,1 1 0 0 0,-1-1 0 0 0,3 2-1 0 0,0 1 5 0 0,0 0 0 0 0,1 1 0 0 0,-1 0 0 0 0,-1 0 0 0 0,1 0 0 0 0,-1 0 0 0 0,0 1 0 0 0,4 6 0 0 0,17 44 243 0 0,-23-47-198 0 0,1-1 0 0 0,0 1 0 0 0,1-1 0 0 0,0 0 0 0 0,0 0 0 0 0,1 0 0 0 0,0-1 0 0 0,0 1 0 0 0,1-1 0 0 0,9 10 0 0 0,-12-16-32 0 0,0 1 0 0 0,0-1 1 0 0,0 1-1 0 0,0-1 0 0 0,1 0 0 0 0,-1 0 0 0 0,0-1 1 0 0,0 1-1 0 0,1 0 0 0 0,-1-1 0 0 0,0 0 1 0 0,1 0-1 0 0,-1 0 0 0 0,0 0 0 0 0,0-1 0 0 0,1 1 1 0 0,-1-1-1 0 0,5-1 0 0 0,1-1 11 0 0,-1 1 1 0 0,1-2-1 0 0,-1 1 0 0 0,0-1 1 0 0,14-10-1 0 0,-10 6-11 0 0,-1-1 0 0 0,0-1-1 0 0,0 0 1 0 0,-1-1 0 0 0,-1 0 0 0 0,0 0 0 0 0,0-1 0 0 0,-1 0 0 0 0,0 0-1 0 0,-1-1 1 0 0,-1 0 0 0 0,0-1 0 0 0,-1 1 0 0 0,0-1 0 0 0,-1 0 0 0 0,-1 0-1 0 0,4-28 1 0 0,-7 39 20 0 0,0 0 0 0 0,0 1 0 0 0,0-1-1 0 0,0 0 1 0 0,0 0 0 0 0,0 1 0 0 0,-1-1-1 0 0,1 0 1 0 0,-1 1 0 0 0,0-1 0 0 0,0 1-1 0 0,0-1 1 0 0,0 1 0 0 0,0-1 0 0 0,-3-2-1 0 0,4 4-30 0 0,-1 0-1 0 0,1 1 1 0 0,-1 0-1 0 0,1-1 1 0 0,-1 1 0 0 0,0-1-1 0 0,1 1 1 0 0,-1 0-1 0 0,0-1 1 0 0,1 1-1 0 0,-1 0 1 0 0,0-1-1 0 0,1 1 1 0 0,-1 0-1 0 0,0 0 1 0 0,1 0-1 0 0,-1 0 1 0 0,0 0 0 0 0,1 0-1 0 0,-1 0 1 0 0,0 0-1 0 0,0 0 1 0 0,1 0-1 0 0,-1 0 1 0 0,0 0-1 0 0,1 0 1 0 0,-1 1-1 0 0,0-1 1 0 0,1 0-1 0 0,-1 1 1 0 0,0-1 0 0 0,1 0-1 0 0,-1 1 1 0 0,1-1-1 0 0,-1 1 1 0 0,0-1-1 0 0,0 2 1 0 0,-18 18 42 0 0,19-20-43 0 0,-7 10 12 0 0,1 1 0 0 0,0-1 0 0 0,0 1 0 0 0,1 0 0 0 0,1 0 0 0 0,0 0 0 0 0,0 1 0 0 0,-3 20 0 0 0,6-25-15 0 0,0 1-1 0 0,0-1 1 0 0,1 0-1 0 0,0 1 1 0 0,0-1-1 0 0,1 0 1 0 0,-1 1-1 0 0,2-1 1 0 0,-1 0 0 0 0,1 0-1 0 0,0 0 1 0 0,1 0-1 0 0,-1 0 1 0 0,2 0-1 0 0,4 8 1 0 0,-4-10-66 0 0,0-1 0 0 0,0 1 1 0 0,1-1-1 0 0,-1-1 0 0 0,1 1 0 0 0,0-1 1 0 0,0 1-1 0 0,0-2 0 0 0,0 1 1 0 0,1 0-1 0 0,-1-1 0 0 0,1 0 0 0 0,0 0 1 0 0,-1-1-1 0 0,1 1 0 0 0,0-1 0 0 0,9 0 1 0 0,10 0-1127 0 0,0 0 0 0 0,45-6 1 0 0,32-12-3059 0 0,-44 4 1235 0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7:28.6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65 180 0 0,'-6'-8'1113'0'0,"3"4"-515"0"0,0-1 0 0 0,-1 0 0 0 0,2 0 0 0 0,-1 0-1 0 0,0 0 1 0 0,-2-11 0 0 0,4 14-383 0 0,3-1 33 0 0,-2 3-235 0 0,0-1-1 0 0,0 1 1 0 0,-1 0 0 0 0,1 0 0 0 0,0-1 0 0 0,0 1-1 0 0,0 0 1 0 0,0 0 0 0 0,1 0 0 0 0,-1-1-1 0 0,0 1 1 0 0,0 0 0 0 0,0 0 0 0 0,0 0 0 0 0,0-1-1 0 0,0 1 1 0 0,0 0 0 0 0,0 0 0 0 0,0 0-1 0 0,0-1 1 0 0,0 1 0 0 0,1 0 0 0 0,-1 0 0 0 0,0 0-1 0 0,0 0 1 0 0,0 0 0 0 0,0-1 0 0 0,1 1 0 0 0,-1 0-1 0 0,0 0 1 0 0,0 0 0 0 0,0 0 0 0 0,1 0-1 0 0,-1 0 1 0 0,0 0 0 0 0,0 0 0 0 0,0 0 0 0 0,1-1-1 0 0,-1 1 1 0 0,0 0 0 0 0,0 0 0 0 0,0 0-1 0 0,1 0 1 0 0,7 3 120 0 0,0 0 0 0 0,-1 0 0 0 0,1 0 1 0 0,-1 1-1 0 0,0 0 0 0 0,0 1 0 0 0,0-1 0 0 0,0 1 0 0 0,-1 1 0 0 0,0-1 0 0 0,9 11 0 0 0,9 12 210 0 0,26 36-1 0 0,-6-2 15 0 0,9 14 696 0 0,115 127 0 0 0,-167-202-1000 0 0,0-1 0 0 0,0 1-1 0 0,-1 0 1 0 0,1-1 0 0 0,0 1-1 0 0,0-1 1 0 0,0 1 0 0 0,0-1-1 0 0,0 1 1 0 0,0-1-1 0 0,0 0 1 0 0,0 1 0 0 0,0-1-1 0 0,0 0 1 0 0,0 0 0 0 0,0 0-1 0 0,0 0 1 0 0,0 0 0 0 0,0 0-1 0 0,0 0 1 0 0,0 0 0 0 0,0 0-1 0 0,0 0 1 0 0,0 0-1 0 0,0-1 1 0 0,1 0 0 0 0,0 1-118 0 0,-1-1 76 0 0,0 1 0 0 0,-1-1 0 0 0,1 0 1 0 0,0 0-1 0 0,0 0 0 0 0,-1 1 0 0 0,1-1 0 0 0,-1 0 0 0 0,1 0 0 0 0,-1 0 0 0 0,1 0 0 0 0,-1 0 0 0 0,1 0 0 0 0,-1 0 0 0 0,0 0 1 0 0,0 0-1 0 0,1 0 0 0 0,-1 0 0 0 0,0 0 0 0 0,0-2 0 0 0,0-1 48 0 0,5-25 1 0 0,-1 0 0 0 0,-1-53 0 0 0,-1 16-172 0 0,0 18 45 0 0,-2 23-177 0 0,2-1 0 0 0,0 1 0 0 0,9-36 0 0 0,-11 59 183 0 0,1 1 0 0 0,-1-1 0 0 0,1 0 0 0 0,-1 1-1 0 0,1-1 1 0 0,0 1 0 0 0,-1-1 0 0 0,1 1 0 0 0,0-1-1 0 0,0 1 1 0 0,0 0 0 0 0,0 0 0 0 0,0-1 0 0 0,1 1 0 0 0,-1 0-1 0 0,0 0 1 0 0,0 0 0 0 0,1 0 0 0 0,-1 0 0 0 0,1 0-1 0 0,-1 1 1 0 0,1-1 0 0 0,-1 0 0 0 0,1 1 0 0 0,-1-1-1 0 0,1 1 1 0 0,0-1 0 0 0,-1 1 0 0 0,1 0 0 0 0,0 0-1 0 0,-1 0 1 0 0,1 0 0 0 0,0 0 0 0 0,-1 0 0 0 0,1 0-1 0 0,3 1 1 0 0,38 10-1386 0 0,-15-4-220 0 0,0-1-1 0 0,46 4 1 0 0,-50-10 862 0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7:29.0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250 74 644 0 0,'1'-1'87'0'0,"0"0"0"0"0,0 1-1 0 0,0-1 1 0 0,0 0 0 0 0,0 0 0 0 0,0 0-1 0 0,0 0 1 0 0,-1 0 0 0 0,1 0 0 0 0,0 0-1 0 0,0 0 1 0 0,-1 0 0 0 0,1 0 0 0 0,-1-1-1 0 0,1 1 1 0 0,-1 0 0 0 0,0 0 0 0 0,1 0-1 0 0,-1-1 1 0 0,0 1 0 0 0,0 0 0 0 0,0 0-1 0 0,1-1 1 0 0,-2 1 0 0 0,1 0 0 0 0,0-1-1 0 0,0 1 1 0 0,0 0 0 0 0,0 0 0 0 0,-1-1-1 0 0,1 1 1 0 0,-1 0 0 0 0,1 0 0 0 0,-1 0-1 0 0,1 0 1 0 0,-2-2 0 0 0,1 1 30 0 0,-1 0 0 0 0,1 0 0 0 0,-1 0 1 0 0,0 0-1 0 0,1 0 0 0 0,-1 0 0 0 0,0 0 0 0 0,0 0 0 0 0,0 1 1 0 0,0-1-1 0 0,-1 1 0 0 0,1 0 0 0 0,0 0 0 0 0,-1 0 0 0 0,1 0 1 0 0,0 0-1 0 0,-1 0 0 0 0,1 0 0 0 0,-5 0 0 0 0,2 1-40 0 0,1 0 0 0 0,-1 0-1 0 0,1 0 1 0 0,-1 1 0 0 0,1 0-1 0 0,0 0 1 0 0,-1 0 0 0 0,1 0-1 0 0,0 1 1 0 0,0-1 0 0 0,0 1-1 0 0,0 0 1 0 0,-4 3 0 0 0,1 0 43 0 0,0 0 0 0 0,0 1 1 0 0,1-1-1 0 0,0 2 0 0 0,0-1 0 0 0,-7 10 1 0 0,-1 4 126 0 0,2 1 1 0 0,0 1-1 0 0,-17 44 1 0 0,22-49-173 0 0,1 1-1 0 0,1 0 1 0 0,-5 30 0 0 0,9-41-64 0 0,0 1 1 0 0,1-1-1 0 0,0 1 1 0 0,0 0-1 0 0,1-1 0 0 0,0 1 1 0 0,0-1-1 0 0,0 1 0 0 0,1-1 1 0 0,0 0-1 0 0,5 11 0 0 0,-5-16-7 0 0,-1 1-1 0 0,0-1 1 0 0,1 1-1 0 0,0-1 1 0 0,-1 0-1 0 0,1 0 1 0 0,0 0-1 0 0,0 0 1 0 0,0 0-1 0 0,0 0 1 0 0,1-1-1 0 0,-1 1 1 0 0,0-1-1 0 0,1 1 1 0 0,-1-1-1 0 0,1 0 0 0 0,0 0 1 0 0,4 2-1 0 0,-2-3 1 0 0,0 1 0 0 0,0-1-1 0 0,0 1 1 0 0,0-1-1 0 0,0-1 1 0 0,0 1 0 0 0,0-1-1 0 0,0 0 1 0 0,-1 0-1 0 0,6-2 1 0 0,0 0 3 0 0,-1 0-1 0 0,0-1 1 0 0,-1 0-1 0 0,1-1 1 0 0,-1 0-1 0 0,0 0 1 0 0,0-1 0 0 0,0 0-1 0 0,-1-1 1 0 0,10-10-1 0 0,-9 6 6 0 0,-1-1-1 0 0,0 0 0 0 0,0 0 0 0 0,-2-1 1 0 0,1 0-1 0 0,3-16 0 0 0,-2 4-6 0 0,-1 1 0 0 0,3-39 0 0 0,-4 44-61 0 0,-5 19 55 0 0,0 0-1 0 0,0 0 1 0 0,0-1 0 0 0,0 1-1 0 0,1 0 1 0 0,-1 0-1 0 0,0 0 1 0 0,0 0-1 0 0,0 0 1 0 0,1 0-1 0 0,-1 0 1 0 0,0 0-1 0 0,0 0 1 0 0,1-1 0 0 0,-1 1-1 0 0,0 0 1 0 0,0 0-1 0 0,0 0 1 0 0,1 0-1 0 0,-1 0 1 0 0,0 0-1 0 0,0 0 1 0 0,1 1 0 0 0,-1-1-1 0 0,0 0 1 0 0,0 0-1 0 0,0 0 1 0 0,1 0-1 0 0,-1 0 1 0 0,0 0-1 0 0,0 0 1 0 0,0 0 0 0 0,1 0-1 0 0,-1 1 1 0 0,0-1-1 0 0,0 0 1 0 0,0 0-1 0 0,0 0 1 0 0,1 1-1 0 0,1 2-5 0 0,0-1 0 0 0,0 2 0 0 0,0-1 0 0 0,0 0 0 0 0,0 0 0 0 0,-1 1 0 0 0,2 4 0 0 0,6 17-95 0 0,-4-8 146 0 0,2 0 1 0 0,-1 0-1 0 0,16 24 1 0 0,-20-37-131 0 0,1 0 0 0 0,-1-1 0 0 0,1 1 0 0 0,0 0 0 0 0,1-1 1 0 0,-1 0-1 0 0,0 0 0 0 0,1 0 0 0 0,0 0 0 0 0,0 0 0 0 0,0-1 0 0 0,0 0 0 0 0,0 0 0 0 0,0 0 0 0 0,1 0 0 0 0,-1 0 0 0 0,1-1 0 0 0,7 1 0 0 0,-9-1-158 0 0,1 0-1 0 0,0-1 0 0 0,-1 0 1 0 0,1 0-1 0 0,0 0 0 0 0,-1 0 1 0 0,1-1-1 0 0,0 1 1 0 0,-1-1-1 0 0,1 0 0 0 0,-1 0 1 0 0,1 0-1 0 0,-1 0 0 0 0,0-1 1 0 0,1 0-1 0 0,-1 1 0 0 0,0-1 1 0 0,0 0-1 0 0,4-4 0 0 0,2-4-541 0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7:29.5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32 344 0 0,'3'-3'451'0'0,"-1"0"0"0"0,0 0 0 0 0,0 0 0 0 0,1 1-1 0 0,-1-1 1 0 0,1 1 0 0 0,0 0 0 0 0,0 0 0 0 0,0 0 0 0 0,5-2 0 0 0,-5 3-335 0 0,-1 0 1 0 0,1 1 0 0 0,0 0 0 0 0,0 0 0 0 0,0 0-1 0 0,0 0 1 0 0,-1 0 0 0 0,1 0 0 0 0,0 1-1 0 0,0-1 1 0 0,0 1 0 0 0,-1 0 0 0 0,1 0 0 0 0,4 1-1 0 0,5 4 74 0 0,-1-1 0 0 0,1 1 0 0 0,-1 1 0 0 0,0 0 1 0 0,0 0-1 0 0,-1 1 0 0 0,0 1 0 0 0,-1 0 0 0 0,0 0 0 0 0,0 1 0 0 0,10 13 0 0 0,-14-16-143 0 0,0 1 0 0 0,-1-1 0 0 0,0 1 0 0 0,0-1 1 0 0,0 1-1 0 0,-1 0 0 0 0,0 1 0 0 0,-1-1 0 0 0,0 0 0 0 0,0 1 0 0 0,-1-1 0 0 0,0 1 1 0 0,0 0-1 0 0,-1-1 0 0 0,0 1 0 0 0,-1 0 0 0 0,-2 14 0 0 0,3-20-23 0 0,-1 0 0 0 0,0 0 0 0 0,0 0 0 0 0,0 0 0 0 0,0 0 1 0 0,0 0-1 0 0,-1 0 0 0 0,0 0 0 0 0,1-1 0 0 0,-1 1 0 0 0,0-1 0 0 0,0 1 0 0 0,0-1 0 0 0,-3 3 0 0 0,5-5-22 0 0,-1 0-1 0 0,1 1 1 0 0,-1-1 0 0 0,1 0-1 0 0,-1 0 1 0 0,0 0 0 0 0,1 0-1 0 0,-1 0 1 0 0,1 0 0 0 0,-1 0-1 0 0,1 0 1 0 0,-1 0 0 0 0,1 0 0 0 0,-1 0-1 0 0,1 0 1 0 0,-1 0 0 0 0,1 0-1 0 0,-1 0 1 0 0,1-1 0 0 0,-1 1-1 0 0,1 0 1 0 0,-1 0 0 0 0,1-1-1 0 0,-1 1 1 0 0,1 0 0 0 0,0 0-1 0 0,-1-1 1 0 0,1 1 0 0 0,-1-1-1 0 0,1 1 1 0 0,0 0 0 0 0,-1-1-1 0 0,1 1 1 0 0,0-1 0 0 0,0 1 0 0 0,-1-1-1 0 0,1 1 1 0 0,0-1 0 0 0,0 1-1 0 0,0-1 1 0 0,0 1 0 0 0,-1-1-1 0 0,-6-22 69 0 0,7 10-72 0 0,0 0 1 0 0,1 1-1 0 0,1-1 1 0 0,0 0-1 0 0,1 0 1 0 0,0 1-1 0 0,1 0 1 0 0,1-1-1 0 0,0 2 1 0 0,0-1-1 0 0,1 0 1 0 0,0 1-1 0 0,1 0 1 0 0,1 1-1 0 0,-1-1 1 0 0,2 2-1 0 0,-1-1 1 0 0,2 1-1 0 0,-1 0 1 0 0,1 1-1 0 0,17-12 1 0 0,-24 18-3 0 0,1 0 1 0 0,-1 1 0 0 0,1-1-1 0 0,-1 1 1 0 0,1 0 0 0 0,-1-1-1 0 0,1 1 1 0 0,0 1-1 0 0,0-1 1 0 0,-1 1 0 0 0,1-1-1 0 0,0 1 1 0 0,0 0 0 0 0,0 1-1 0 0,0-1 1 0 0,-1 0 0 0 0,7 3-1 0 0,-5-2 2 0 0,-1 2 1 0 0,1-1-1 0 0,0 0 0 0 0,-1 1 0 0 0,1 0 0 0 0,-1 0 1 0 0,0 0-1 0 0,0 1 0 0 0,0-1 0 0 0,0 1 0 0 0,3 6 0 0 0,4 4 0 0 0,-1 2 0 0 0,-1-1 0 0 0,-1 1 0 0 0,0 1 0 0 0,-1 0-1 0 0,6 20 1 0 0,-10-26-5 0 0,-1-1 11 0 0,1-1 0 0 0,0 1 0 0 0,1-1 0 0 0,0 1 0 0 0,1-1 1 0 0,-1-1-1 0 0,11 15 0 0 0,-13-22-105 0 0,0 1-1 0 0,0-1 1 0 0,0 1 0 0 0,0-1 0 0 0,0 1 0 0 0,0-1 0 0 0,1 0 0 0 0,-1 0 0 0 0,0 0-1 0 0,1-1 1 0 0,-1 1 0 0 0,1 0 0 0 0,-1-1 0 0 0,1 1 0 0 0,-1-1 0 0 0,1 0 0 0 0,3 0 0 0 0,-3 0-233 0 0,-1-1 1 0 0,0 1 0 0 0,0-1-1 0 0,1 1 1 0 0,-1-1 0 0 0,0 0-1 0 0,0 1 1 0 0,0-1 0 0 0,0 0-1 0 0,0-1 1 0 0,2 0 0 0 0,5-5-2025 0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7:29.7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33 108 0 0,'-10'-8'1408'0'0,"5"1"-404"0"0,-4 2 388 0 0,-1-4-512 0 0,0 6-15 0 0,-2 8-653 0 0,12 5-212 0 0,3 6-473 0 0,0-8-71 0 0,3 1-1000 0 0,-3 1 640 0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7:31.1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118 272 1656 0 0,'0'0'5830'0'0,"-2"1"-5347"0"0,-3 4-260 0 0,0 1 0 0 0,1-1-1 0 0,-1 1 1 0 0,1 0 0 0 0,1 0 0 0 0,-1 0-1 0 0,-3 9 1 0 0,-20 54 540 0 0,16-40-540 0 0,0-1 4 0 0,-13 55 0 0 0,22-74-210 0 0,1 0 0 0 0,0 1 0 0 0,0-1 0 0 0,0 0 0 0 0,1 1 0 0 0,1-1-1 0 0,0 0 1 0 0,0 0 0 0 0,1 1 0 0 0,3 11 0 0 0,-4-19-14 0 0,-1-1 1 0 0,1 1-1 0 0,0 0 0 0 0,-1-1 0 0 0,1 1 1 0 0,0-1-1 0 0,0 1 0 0 0,0-1 0 0 0,0 0 1 0 0,1 1-1 0 0,-1-1 0 0 0,0 0 0 0 0,1 0 1 0 0,-1 0-1 0 0,0 0 0 0 0,1 0 0 0 0,-1 0 1 0 0,1 0-1 0 0,0 0 0 0 0,-1-1 0 0 0,1 1 1 0 0,0 0-1 0 0,-1-1 0 0 0,1 0 0 0 0,0 1 1 0 0,0-1-1 0 0,-1 0 0 0 0,1 0 0 0 0,0 0 1 0 0,0 0-1 0 0,-1 0 0 0 0,1 0 0 0 0,0 0 1 0 0,0-1-1 0 0,-1 1 0 0 0,1-1 0 0 0,0 1 1 0 0,1-2-1 0 0,2 0-14 0 0,0 0 0 0 0,0 0 0 0 0,0-1 0 0 0,-1 0 0 0 0,1 0 0 0 0,-1 0 0 0 0,1 0 0 0 0,-1-1 0 0 0,0 1 0 0 0,6-9 0 0 0,-5 5-13 0 0,-1 1 1 0 0,-1-1-1 0 0,1 0 0 0 0,-1-1 1 0 0,0 1-1 0 0,-1 0 1 0 0,0-1-1 0 0,0 1 0 0 0,0-1 1 0 0,0-8-1 0 0,-1-8-37 0 0,-3-46 0 0 0,-1 14-12 0 0,3 53 93 0 0,1 18 125 0 0,6 7-58 0 0,1 0 0 0 0,1-1 0 0 0,1 1 0 0 0,1-2 0 0 0,24 35 0 0 0,-30-50-77 0 0,0 1-1 0 0,0-1 1 0 0,1-1 0 0 0,0 1 0 0 0,-1-1-1 0 0,2 0 1 0 0,-1 0 0 0 0,0-1 0 0 0,1 0-1 0 0,0 0 1 0 0,-1 0 0 0 0,1-1-1 0 0,11 2 1 0 0,-8-2-158 0 0,1-1 1 0 0,-1 0-1 0 0,0-1 0 0 0,1 0 1 0 0,-1 0-1 0 0,0-1 0 0 0,1-1 1 0 0,-1 0-1 0 0,12-3 0 0 0,-12 1-102 0 0,0 1 1 0 0,0-2-1 0 0,0 1 0 0 0,0-2 0 0 0,0 1 0 0 0,-1-1 0 0 0,0 0 0 0 0,13-13 0 0 0,-16 14 82 0 0,-1-1 1 0 0,0 1-1 0 0,0-2 0 0 0,0 1 0 0 0,-1 0 1 0 0,0-1-1 0 0,0 0 0 0 0,-1 0 1 0 0,0 0-1 0 0,0 0 0 0 0,0 0 0 0 0,1-12 1 0 0,0-7 121 0 0,-2 0 1 0 0,0 0-1 0 0,-2 0 1 0 0,-1 0 0 0 0,-5-34-1 0 0,-33-127 2382 0 0,37 175-2062 0 0,-15-64 1157 0 0,16 74-1218 0 0,8 22 250 0 0,55 302 2392 0 0,-36-171-2242 0 0,-21-129-556 0 0,1-1-1 0 0,1 0 1 0 0,1 0-1 0 0,19 36 1 0 0,-25-53-49 0 0,1-1 0 0 0,0 1 0 0 0,-1 0 1 0 0,1-1-1 0 0,1 0 0 0 0,-1 0 0 0 0,0 0 0 0 0,1 0 1 0 0,-1 0-1 0 0,1-1 0 0 0,0 1 0 0 0,0-1 0 0 0,0 0 0 0 0,0 0 1 0 0,0-1-1 0 0,1 1 0 0 0,-1-1 0 0 0,0 0 0 0 0,1 0 0 0 0,7 0 1 0 0,-9-1-12 0 0,1 0 1 0 0,-1 0-1 0 0,1 0 1 0 0,-1 0-1 0 0,1-1 0 0 0,-1 0 1 0 0,1 0-1 0 0,-1 0 1 0 0,0 0-1 0 0,1 0 1 0 0,-1-1-1 0 0,0 1 1 0 0,0-1-1 0 0,0 0 1 0 0,0 0-1 0 0,0 0 1 0 0,-1 0-1 0 0,1-1 1 0 0,-1 1-1 0 0,1-1 1 0 0,-1 1-1 0 0,0-1 1 0 0,0 0-1 0 0,0 0 0 0 0,3-6 1 0 0,-3 3-22 0 0,0-1 0 0 0,0 1 0 0 0,-1-1 0 0 0,0 0 0 0 0,0 1 1 0 0,0-1-1 0 0,-1 0 0 0 0,0 0 0 0 0,-1 1 0 0 0,1-1 0 0 0,-1 0 0 0 0,0 1 0 0 0,-1-1 0 0 0,0 1 0 0 0,0-1 0 0 0,0 1 1 0 0,-1 0-1 0 0,-4-8 0 0 0,1 2 10 0 0,-1 0 1 0 0,0 1 0 0 0,-1-1-1 0 0,0 2 1 0 0,-1-1 0 0 0,0 1 0 0 0,-1 0-1 0 0,-11-9 1 0 0,16 16-2 0 0,0-1 1 0 0,0 1-1 0 0,0 0 1 0 0,0 0-1 0 0,0 0 1 0 0,-1 1-1 0 0,1 0 0 0 0,-1 0 1 0 0,0 0-1 0 0,0 1 1 0 0,1 0-1 0 0,-7-1 1 0 0,10 3 9 0 0,1-1 1 0 0,0 0 0 0 0,-1 0 0 0 0,1 0 0 0 0,0 1 0 0 0,-1-1 0 0 0,1 0 0 0 0,0 1 0 0 0,0 0 0 0 0,-1-1-1 0 0,1 1 1 0 0,0 0 0 0 0,0-1 0 0 0,0 1 0 0 0,0 0 0 0 0,0 0 0 0 0,0 0 0 0 0,0 0 0 0 0,0 0 0 0 0,0 0-1 0 0,1 0 1 0 0,-1 0 0 0 0,0 0 0 0 0,1 0 0 0 0,-1 1 0 0 0,0-1 0 0 0,1 0 0 0 0,0 0 0 0 0,-1 1-1 0 0,1-1 1 0 0,0 0 0 0 0,0 1 0 0 0,-1-1 0 0 0,1 0 0 0 0,0 1 0 0 0,0-1 0 0 0,0 0 0 0 0,1 2 0 0 0,-1 3 17 0 0,1 0 1 0 0,-1 0-1 0 0,1 0 1 0 0,1-1-1 0 0,-1 1 1 0 0,1-1-1 0 0,3 8 1 0 0,-2-7-3 0 0,1 1 0 0 0,1-1 0 0 0,-1 0 0 0 0,1 0 0 0 0,0 0 0 0 0,0 0 0 0 0,1-1 1 0 0,-1 0-1 0 0,1 0 0 0 0,0-1 0 0 0,1 0 0 0 0,-1 0 0 0 0,1 0 0 0 0,0-1 0 0 0,0 0 1 0 0,0 0-1 0 0,0 0 0 0 0,0-1 0 0 0,1-1 0 0 0,-1 1 0 0 0,1-1 0 0 0,-1 0 0 0 0,1-1 1 0 0,-1 1-1 0 0,1-2 0 0 0,0 1 0 0 0,-1-1 0 0 0,1 0 0 0 0,-1-1 0 0 0,1 1 0 0 0,8-5 1 0 0,2 0-18 0 0,-1 0 1 0 0,0-2-1 0 0,-1 0 1 0 0,0-1-1 0 0,0-1 1 0 0,-1 0-1 0 0,0-1 1 0 0,-1-1-1 0 0,0 0 1 0 0,-1-1-1 0 0,0 0 1 0 0,-1-1-1 0 0,-1 0 1 0 0,0-1 0 0 0,-1 0-1 0 0,0-1 1 0 0,-1 0-1 0 0,-1-1 1 0 0,-1 0-1 0 0,0 0 1 0 0,-2 0-1 0 0,1-1 1 0 0,3-26-1 0 0,-4 6-49 0 0,0-61 0 0 0,-5 97 16 0 0,0 17 4 0 0,-3 239 1717 0 0,7-205-1498 0 0,2 0-1 0 0,1 0 1 0 0,17 53-1 0 0,-22-96-169 0 0,0 1-1 0 0,0-1 1 0 0,0 0-1 0 0,1 0 0 0 0,0 0 1 0 0,1 0-1 0 0,-1 0 1 0 0,1-1-1 0 0,0 0 0 0 0,0 1 1 0 0,10 7-1 0 0,-11-10-7 0 0,1-1 1 0 0,0 0-1 0 0,-1 0 0 0 0,1 0 0 0 0,0 0 0 0 0,0 0 0 0 0,0-1 1 0 0,0 0-1 0 0,0 0 0 0 0,1 0 0 0 0,-1 0 0 0 0,0-1 0 0 0,0 1 1 0 0,1-1-1 0 0,-1 0 0 0 0,0-1 0 0 0,1 1 0 0 0,-1-1 0 0 0,6-1 0 0 0,1-1-10 0 0,0-1 0 0 0,0 0 0 0 0,0 0 0 0 0,-1-1 0 0 0,0 0 0 0 0,0-1 0 0 0,0 0 0 0 0,-1-1 0 0 0,0 0 0 0 0,0 0 0 0 0,0-1 0 0 0,-1 0 0 0 0,0 0 0 0 0,-1-1 0 0 0,0 0 0 0 0,0-1 0 0 0,-1 1 0 0 0,-1-1 0 0 0,1 0 0 0 0,-1-1 0 0 0,-1 1 0 0 0,0-1 0 0 0,-1 0 0 0 0,0 0 0 0 0,0 0 0 0 0,-1-1 0 0 0,-1 1 0 0 0,0-1 0 0 0,0 1 0 0 0,-1-1 0 0 0,-1 1 0 0 0,-2-16 0 0 0,-5-28-146 0 0,8 53 138 0 0,-3 2 47 0 0,-3 3 0 0 0,1-1-1 0 0,0 1 1 0 0,0 0 0 0 0,0 0 0 0 0,1 0-1 0 0,-1 1 1 0 0,1 0 0 0 0,0 0-1 0 0,0 0 1 0 0,0 0 0 0 0,1 1-1 0 0,-1-1 1 0 0,1 1 0 0 0,0 0-1 0 0,-4 8 1 0 0,0 2 33 0 0,0-1-1 0 0,1 1 0 0 0,1 0 1 0 0,-6 26-1 0 0,9-27-18 0 0,1-1 0 0 0,0 0 0 0 0,0 0 1 0 0,1 1-1 0 0,1-1 0 0 0,0 0 0 0 0,4 13 0 0 0,-4-20-39 0 0,1-1 1 0 0,-1 1-1 0 0,1-1 0 0 0,1 0 1 0 0,-1 0-1 0 0,1 0 1 0 0,0 0-1 0 0,4 6 0 0 0,-5-9-24 0 0,0 1 0 0 0,0-1 0 0 0,0 0 0 0 0,1 0 0 0 0,-1 0 0 0 0,1-1 0 0 0,-1 1 0 0 0,1 0 0 0 0,0-1 0 0 0,0 0 0 0 0,-1 1 0 0 0,1-1 0 0 0,0 0 0 0 0,0-1 0 0 0,6 2 0 0 0,-2-1-355 0 0,0-1 1 0 0,0 0-1 0 0,0-1 0 0 0,0 1 0 0 0,0-1 1 0 0,0-1-1 0 0,0 1 0 0 0,8-4 0 0 0,49-23-5465 0 0,-55 24 4749 0 0,25-11-3239 0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7:31.3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59 2244 0 0,'20'-4'3098'0'0,"-9"2"-1222"0"0,-1 0-1 0 0,1-1 1 0 0,13-5-1 0 0,-2-7-2298 0 0,-20 13-198 0 0,0 0 0 0 0,0 0 0 0 0,-1 0 0 0 0,1-1 0 0 0,-1 1 0 0 0,0 0-1 0 0,0-1 1 0 0,2-3 0 0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7:22.8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204 161 1612 0 0,'2'-6'629'0'0,"0"0"0"0"0,-1 0-1 0 0,0 0 1 0 0,0 0 0 0 0,0-1-1 0 0,-1 1 1 0 0,0 0 0 0 0,0 0 0 0 0,0-1-1 0 0,-3-9 1 0 0,3 14-559 0 0,-1 0 1 0 0,1 0-1 0 0,-1 0 0 0 0,0 0 0 0 0,0 0 0 0 0,0 0 1 0 0,0 0-1 0 0,0 0 0 0 0,-1 1 0 0 0,1-1 1 0 0,0 0-1 0 0,-1 1 0 0 0,0-1 0 0 0,1 1 1 0 0,-1-1-1 0 0,0 1 0 0 0,0 0 0 0 0,1-1 0 0 0,-1 1 1 0 0,0 0-1 0 0,0 0 0 0 0,0 1 0 0 0,-4-2 1 0 0,3 1-44 0 0,0 0 1 0 0,0 1 0 0 0,0-1 0 0 0,-1 1 0 0 0,1 0 0 0 0,0 0 0 0 0,0 0 0 0 0,0 0-1 0 0,0 0 1 0 0,0 1 0 0 0,0 0 0 0 0,0-1 0 0 0,0 1 0 0 0,-5 2 0 0 0,-1 3-1 0 0,1-1-1 0 0,0 1 1 0 0,0 1 0 0 0,1 0 0 0 0,-1 0 0 0 0,1 0 0 0 0,1 1 0 0 0,0 0 0 0 0,0 0 0 0 0,0 1-1 0 0,-8 17 1 0 0,9-16-21 0 0,1 1 0 0 0,0-1-1 0 0,0 1 1 0 0,1 0 0 0 0,1 0-1 0 0,0 0 1 0 0,0 0-1 0 0,1 0 1 0 0,0 0 0 0 0,2 19-1 0 0,-1-26 1 0 0,1 0 0 0 0,0 0 0 0 0,0 0-1 0 0,0 0 1 0 0,0 0 0 0 0,1 0 0 0 0,-1-1-1 0 0,1 1 1 0 0,0-1 0 0 0,0 1-1 0 0,0-1 1 0 0,1 1 0 0 0,-1-1 0 0 0,1 0-1 0 0,-1 0 1 0 0,1 0 0 0 0,0-1 0 0 0,1 1-1 0 0,-1-1 1 0 0,0 1 0 0 0,1-1 0 0 0,-1 0-1 0 0,1 0 1 0 0,0-1 0 0 0,-1 1 0 0 0,1-1-1 0 0,0 0 1 0 0,0 0 0 0 0,0 0 0 0 0,0 0-1 0 0,0-1 1 0 0,6 1 0 0 0,-2-1 2 0 0,0 0-1 0 0,1 0 1 0 0,-1-1 0 0 0,1 0-1 0 0,-1-1 1 0 0,0 0 0 0 0,0 0-1 0 0,0-1 1 0 0,0 1 0 0 0,0-2 0 0 0,-1 1-1 0 0,1-1 1 0 0,-1-1 0 0 0,0 1-1 0 0,7-6 1 0 0,-6 1-7 0 0,0 1 0 0 0,0-1-1 0 0,-1 0 1 0 0,0 0 0 0 0,-1-1 0 0 0,0 0 0 0 0,0 0-1 0 0,5-15 1 0 0,2-12 184 0 0,11-41 0 0 0,-24 76-167 0 0,0 1-13 0 0,1 0 0 0 0,-1 0 0 0 0,0 0 0 0 0,0 0 0 0 0,1 0 0 0 0,-1 0-1 0 0,1 0 1 0 0,-1 0 0 0 0,1 0 0 0 0,-1 0 0 0 0,1 0 0 0 0,-1 0 0 0 0,1 0-1 0 0,0 0 1 0 0,1 0 0 0 0,-2 1-4 0 0,0 0 0 0 0,1 0 0 0 0,-1 0 0 0 0,0 0-1 0 0,1 0 1 0 0,-1 0 0 0 0,0 0 0 0 0,0 1 0 0 0,1-1 0 0 0,-1 0-1 0 0,0 0 1 0 0,1 0 0 0 0,-1 1 0 0 0,0-1 0 0 0,0 0 0 0 0,1 0 0 0 0,-1 1-1 0 0,0-1 1 0 0,0 0 0 0 0,0 0 0 0 0,1 1 0 0 0,-1-1 0 0 0,0 0-1 0 0,0 1 1 0 0,0-1 0 0 0,0 0 0 0 0,0 1 0 0 0,0-1 0 0 0,1 1 0 0 0,9 42-17 0 0,-8-31 16 0 0,4 15 13 0 0,2-2 0 0 0,14 34 0 0 0,-19-51-4 0 0,0 0-1 0 0,1-1 0 0 0,0 0 1 0 0,1 0-1 0 0,0 0 0 0 0,0 0 1 0 0,0-1-1 0 0,1 0 0 0 0,0 0 0 0 0,0 0 1 0 0,13 9-1 0 0,-16-13 0 0 0,0-1-1 0 0,0 1 1 0 0,0 0 0 0 0,0-1 0 0 0,0 0-1 0 0,1 0 1 0 0,-1 0 0 0 0,1 0-1 0 0,-1 0 1 0 0,1-1 0 0 0,-1 1-1 0 0,1-1 1 0 0,-1 0 0 0 0,1 0-1 0 0,-1-1 1 0 0,1 1 0 0 0,-1-1-1 0 0,1 1 1 0 0,-1-1 0 0 0,0 0-1 0 0,1 0 1 0 0,-1-1 0 0 0,0 1-1 0 0,0-1 1 0 0,0 0 0 0 0,0 1-1 0 0,0-1 1 0 0,0-1 0 0 0,3-2 0 0 0,0-1-5 0 0,-1 0 0 0 0,0 0 0 0 0,0 0 0 0 0,0-1 0 0 0,-1 0 0 0 0,0 0 0 0 0,-1 0 0 0 0,1 0 0 0 0,-1-1 0 0 0,-1 1 0 0 0,4-15 0 0 0,-4 8-21 0 0,0-1 1 0 0,-1 0-1 0 0,0 0 0 0 0,-1 0 0 0 0,-1 0 0 0 0,0 0 0 0 0,-1 0 0 0 0,-1 1 0 0 0,0-1 0 0 0,-1 1 0 0 0,-1-1 0 0 0,0 1 0 0 0,-13-24 0 0 0,17 36 13 0 0,-1 0 0 0 0,1 0 0 0 0,0 1 0 0 0,-1-1 0 0 0,0 0 0 0 0,1 1 0 0 0,-1-1 0 0 0,0 1 0 0 0,0 0 0 0 0,-2-2 0 0 0,2 2 3 0 0,-1-1-17 0 0,-15 6-45 0 0,16-2 70 0 0,0 0 1 0 0,0 0-1 0 0,0 0 0 0 0,1 0 0 0 0,-1 1 1 0 0,1-1-1 0 0,0 0 0 0 0,-1 1 0 0 0,1-1 1 0 0,0 1-1 0 0,1 0 0 0 0,-1-1 0 0 0,0 1 1 0 0,1 0-1 0 0,-1 0 0 0 0,1-1 0 0 0,0 1 1 0 0,0 0-1 0 0,0 0 0 0 0,0-1 0 0 0,1 1 1 0 0,-1 0-1 0 0,1-1 0 0 0,0 1 0 0 0,0 0 1 0 0,-1-1-1 0 0,2 1 0 0 0,-1-1 0 0 0,2 4 1 0 0,-1-1-4 0 0,1 0-1 0 0,0 1 1 0 0,0-1 0 0 0,1-1 0 0 0,-1 1 0 0 0,1 0 0 0 0,0-1-1 0 0,1 0 1 0 0,-1 0 0 0 0,1 0 0 0 0,-1-1 0 0 0,1 1 0 0 0,8 3-1 0 0,-2-3-3 0 0,0 0-1 0 0,0-1 1 0 0,1 0-1 0 0,-1-1 0 0 0,1 0 1 0 0,0-1-1 0 0,-1 0 1 0 0,1-1-1 0 0,0 0 1 0 0,0-1-1 0 0,-1 0 0 0 0,1-1 1 0 0,0 0-1 0 0,-1-1 1 0 0,0 0-1 0 0,1-1 0 0 0,-1 0 1 0 0,-1-1-1 0 0,1 0 1 0 0,-1-1-1 0 0,0 0 0 0 0,0 0 1 0 0,0-1-1 0 0,-1-1 1 0 0,0 0-1 0 0,-1 0 1 0 0,0 0-1 0 0,0-1 0 0 0,0 0 1 0 0,-1-1-1 0 0,-1 0 1 0 0,0 0-1 0 0,6-12 0 0 0,-12 21-3 0 0,1 0 0 0 0,-1 0 0 0 0,1 0-1 0 0,-1 0 1 0 0,1-1 0 0 0,-1 1-1 0 0,1 0 1 0 0,-1 0 0 0 0,0 0-1 0 0,0 0 1 0 0,0-1 0 0 0,0 1-1 0 0,0-2 1 0 0,0 3 4 0 0,-1 0-1 0 0,1 0 1 0 0,0-1 0 0 0,-1 1-1 0 0,1 0 1 0 0,0 0-1 0 0,-1 1 1 0 0,1-1 0 0 0,0 0-1 0 0,-1 0 1 0 0,1 0-1 0 0,0 0 1 0 0,-1 0 0 0 0,1 0-1 0 0,-1 0 1 0 0,1 0-1 0 0,0 1 1 0 0,0-1 0 0 0,-1 0-1 0 0,1 0 1 0 0,0 0-1 0 0,-1 1 1 0 0,1-1 0 0 0,0 0-1 0 0,0 0 1 0 0,-1 1-1 0 0,1 0 1 0 0,-25 27-52 0 0,19-18 67 0 0,1 1-1 0 0,1-1 1 0 0,-1 1 0 0 0,2 0 0 0 0,-1 0 0 0 0,2 1-1 0 0,-1-1 1 0 0,2 1 0 0 0,0-1 0 0 0,0 1 0 0 0,1 0-1 0 0,0-1 1 0 0,1 1 0 0 0,0 0 0 0 0,1-1 0 0 0,0 1-1 0 0,1-1 1 0 0,0 0 0 0 0,8 17 0 0 0,-9-25-11 0 0,0 1 1 0 0,0-1 0 0 0,0 1-1 0 0,1-1 1 0 0,-1 0-1 0 0,1 0 1 0 0,0 0 0 0 0,0 0-1 0 0,0 0 1 0 0,0-1 0 0 0,1 1-1 0 0,-1-1 1 0 0,0 0-1 0 0,1 0 1 0 0,5 2 0 0 0,-2-2-114 0 0,-1 0 1 0 0,1-1 0 0 0,-1 0-1 0 0,1 0 1 0 0,0 0 0 0 0,-1-1-1 0 0,1 1 1 0 0,12-3 0 0 0,-4 0-523 0 0,0-1 0 0 0,1-1 0 0 0,-1 0 0 0 0,-1-1 0 0 0,1-1 0 0 0,-1 0 0 0 0,20-12 0 0 0,-11 1-1184 0 0,-2 0-92 0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7:23.3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33 193 80 0 0,'-1'-33'3569'0'0,"-12"-62"1"0"0,3 30-562 0 0,2 91-2723 0 0,7 188 690 0 0,3-96-795 0 0,-2-62-61 0 0,3 0 1 0 0,2 0-1 0 0,2-1 0 0 0,15 56 1 0 0,-20-101-165 0 0,1 0 1 0 0,1-1 0 0 0,-1 0-1 0 0,2 1 1 0 0,-1-2-1 0 0,1 1 1 0 0,0 0 0 0 0,1-1-1 0 0,8 9 1 0 0,-11-13-96 0 0,1-1 0 0 0,-1 0 0 0 0,1 0 0 0 0,0 0 0 0 0,0-1 0 0 0,0 1 1 0 0,1-1-1 0 0,-1 0 0 0 0,0 0 0 0 0,1-1 0 0 0,-1 1 0 0 0,1-1 0 0 0,0 0 0 0 0,-1 0 0 0 0,1-1 1 0 0,0 1-1 0 0,0-1 0 0 0,0 0 0 0 0,-1 0 0 0 0,1 0 0 0 0,5-2 0 0 0,-2 0-60 0 0,0 0-1 0 0,0 0 1 0 0,0-1-1 0 0,-1 0 1 0 0,1-1-1 0 0,-1 0 1 0 0,0 0-1 0 0,0 0 1 0 0,0-1-1 0 0,-1 0 1 0 0,1 0-1 0 0,-1-1 1 0 0,9-10-1 0 0,-2 0 957 0 0,0-1 1 0 0,-1 0-1 0 0,-1-1 1 0 0,9-21-1 0 0,-9 21 205 0 0,-11 18-953 0 0,0 0 1 0 0,0 0-1 0 0,0 0 1 0 0,0 1-1 0 0,0-1 0 0 0,0 0 1 0 0,0 0-1 0 0,0 0 1 0 0,0 0-1 0 0,1 1 1 0 0,-1-1-1 0 0,0 0 0 0 0,0 0 1 0 0,0 0-1 0 0,0 0 1 0 0,0 0-1 0 0,0 1 0 0 0,0-1 1 0 0,1 0-1 0 0,-1 0 1 0 0,0 0-1 0 0,0 0 1 0 0,0 0-1 0 0,0 0 0 0 0,0 0 1 0 0,1 1-1 0 0,-1-1 1 0 0,0 0-1 0 0,0 0 0 0 0,0 0 1 0 0,0 0-1 0 0,1 0 1 0 0,-1 0-1 0 0,0 0 0 0 0,0 0 1 0 0,0 0-1 0 0,0 0 1 0 0,1 0-1 0 0,-1 0 1 0 0,0 0-1 0 0,0 0 0 0 0,0 0 1 0 0,0 0-1 0 0,1 0 1 0 0,-1 0-1 0 0,0 0 0 0 0,0 0 1 0 0,0-1-1 0 0,0 1 1 0 0,1 0-1 0 0,-1 0 1 0 0,0 0-1 0 0,0 0 0 0 0,0 27 212 0 0,0 0-1 0 0,2 0 0 0 0,1 0 1 0 0,2 0-1 0 0,7 27 0 0 0,-12-52-260 0 0,1 0-1 0 0,-1-1 0 0 0,1 1 0 0 0,0 0 1 0 0,-1 0-1 0 0,1-1 0 0 0,0 1 0 0 0,0-1 1 0 0,0 1-1 0 0,0-1 0 0 0,0 1 0 0 0,1-1 1 0 0,-1 1-1 0 0,0-1 0 0 0,1 0 0 0 0,-1 0 1 0 0,1 0-1 0 0,-1 0 0 0 0,1 0 0 0 0,-1 0 1 0 0,1 0-1 0 0,0 0 0 0 0,0-1 0 0 0,-1 1 1 0 0,1-1-1 0 0,3 1 0 0 0,-1-1-365 0 0,0 0 0 0 0,0 0 0 0 0,0-1 0 0 0,0 0 0 0 0,-1 0-1 0 0,1 0 1 0 0,0 0 0 0 0,0-1 0 0 0,-1 1 0 0 0,1-1 0 0 0,-1 0 0 0 0,0 0 0 0 0,1 0 0 0 0,2-3-1 0 0,4-8-2402 0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7:23.5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172 105 1684 0 0,'-12'-12'1475'0'0,"0"1"0"0"0,-1 0 0 0 0,0 1 0 0 0,-1 1 0 0 0,-28-16 0 0 0,11 8-871 0 0,28 15-940 0 0,-10-5-266 0 0,-6 8-7194 0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7:23.7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21 1460 0 0,'-60'45'8597'0'0,"60"-45"-8573"0"0,-1 0 1 0 0,1 0 0 0 0,0 1-1 0 0,-1-1 1 0 0,1 0-1 0 0,0 0 1 0 0,0 1-1 0 0,0-1 1 0 0,-1 0 0 0 0,1 0-1 0 0,0 1 1 0 0,0-1-1 0 0,0 0 1 0 0,0 1-1 0 0,-1-1 1 0 0,1 0-1 0 0,0 0 1 0 0,0 1 0 0 0,0-1-1 0 0,0 0 1 0 0,0 1-1 0 0,0-1 1 0 0,0 0-1 0 0,0 1 1 0 0,0-1-1 0 0,0 0 1 0 0,0 1 0 0 0,0-1-1 0 0,0 0 1 0 0,0 1-1 0 0,0-1 1 0 0,0 0-1 0 0,1 1 1 0 0,-1-1 0 0 0,0 0-1 0 0,0 1 1 0 0,1-1-1 0 0,-1 1-15 0 0,1 0 1 0 0,0-1-1 0 0,-1 1 0 0 0,1-1 0 0 0,0 0 0 0 0,0 1 0 0 0,-1-1 0 0 0,1 1 1 0 0,0-1-1 0 0,0 0 0 0 0,0 0 0 0 0,0 1 0 0 0,-1-1 0 0 0,1 0 1 0 0,0 0-1 0 0,0 0 0 0 0,1 0 0 0 0,23-1-679 0 0,-1-2 1 0 0,47-10-1 0 0,51-19-2086 0 0,-65 14 855 0 0,-1 2-184 0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7:24.4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540 79 2504 0 0,'-2'-1'203'0'0,"-39"-24"4929"0"0,-61-26 0 0 0,99 49-4902 0 0,-8 7-14 0 0,10-4-199 0 0,-1-1 1 0 0,1 1-1 0 0,0-1 1 0 0,-1 1-1 0 0,1 0 0 0 0,0-1 1 0 0,0 1-1 0 0,-1 0 1 0 0,1 0-1 0 0,0 0 1 0 0,0 0-1 0 0,0 0 1 0 0,0 0-1 0 0,0 0 1 0 0,0 1-1 0 0,0-1 1 0 0,1 0-1 0 0,-1 0 1 0 0,0 1-1 0 0,1-1 1 0 0,-1 0-1 0 0,1 1 0 0 0,-1 2 1 0 0,-2 11 125 0 0,0 0-1 0 0,2 1 1 0 0,0-1-1 0 0,1 1 1 0 0,0-1 0 0 0,1 0-1 0 0,5 23 1 0 0,-1 9 65 0 0,33 996 987 0 0,-48-753-1126 0 0,-3 163-15 0 0,13-379 87 0 0,0-73-139 0 0,0-1 0 0 0,1 1-1 0 0,-1-1 1 0 0,0 0 0 0 0,0 1-1 0 0,0-1 1 0 0,0 1 0 0 0,0-1-1 0 0,0 0 1 0 0,1 1 0 0 0,-1-1 0 0 0,0 0-1 0 0,0 1 1 0 0,1-1 0 0 0,-1 0-1 0 0,0 1 1 0 0,1-1 0 0 0,-1 0-1 0 0,0 1 1 0 0,1-1 0 0 0,-1 0 0 0 0,0 0-1 0 0,1 0 1 0 0,-1 1 0 0 0,0-1-1 0 0,1 0 1 0 0,-1 0 0 0 0,1 0-1 0 0,-1 0 1 0 0,0 0 0 0 0,1 0 0 0 0,-1 0-1 0 0,1 1 1 0 0,-1-1 0 0 0,0 0-1 0 0,1-1 1 0 0,-1 1 0 0 0,1 0-1 0 0,-1 0 1 0 0,1 0 0 0 0,-1 0 0 0 0,0 0-1 0 0,1 0 1 0 0,0-1 0 0 0,14-4-54 0 0,-5-1-26 0 0,0-1 0 0 0,0 1 0 0 0,-1-2 0 0 0,-1 1 1 0 0,1-1-1 0 0,-1-1 0 0 0,12-16 0 0 0,42-70-364 0 0,-49 72 391 0 0,0 0-1 0 0,-2 0 1 0 0,-1-1 0 0 0,-1-1 0 0 0,-1 0-1 0 0,-1 0 1 0 0,6-45 0 0 0,-12 58 44 0 0,0-1 0 0 0,0 1 0 0 0,-2-1 0 0 0,0 0 0 0 0,0 1 0 0 0,-1 0 0 0 0,-1-1 0 0 0,0 1 0 0 0,0 0 0 0 0,-1 0 0 0 0,-1 0 0 0 0,0 1 0 0 0,0 0 0 0 0,-2 0 0 0 0,1 0 0 0 0,-1 0 0 0 0,-1 1 0 0 0,-9-10 0 0 0,-2 1 0 0 0,0 2-1 0 0,-2 0 0 0 0,0 0 0 0 0,-1 2 0 0 0,0 1 0 0 0,-1 1 0 0 0,-27-12 1 0 0,-180-56 10 0 0,132 50 47 0 0,95 30-65 0 0,-1 0 0 0 0,1 0 0 0 0,0-1 0 0 0,0 1 0 0 0,0-1 0 0 0,0 1 0 0 0,0-1 0 0 0,-4-3 0 0 0,7 4-1 0 0,-1 1 0 0 0,1-1 0 0 0,0 1 1 0 0,-1-1-1 0 0,1 1 0 0 0,0-1 0 0 0,-1 1 0 0 0,1-1 0 0 0,0 1 0 0 0,0-1 0 0 0,0 0 1 0 0,0 1-1 0 0,-1-1 0 0 0,1 1 0 0 0,0-1 0 0 0,0 0 0 0 0,0 1 0 0 0,0-1 0 0 0,0 1 0 0 0,1-2 1 0 0,-1 0-31 0 0,1 1 0 0 0,-1-1-1 0 0,1 1 1 0 0,0 0 0 0 0,0-1 0 0 0,0 1 0 0 0,0 0 0 0 0,0-1 0 0 0,0 1 0 0 0,0 0 0 0 0,2-2 0 0 0,20-15-493 0 0,1 1 1 0 0,0 1-1 0 0,1 1 0 0 0,38-16 0 0 0,-2 0-372 0 0,19-10-707 0 0,69-40-2922 0 0,-106 52 2676 0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7:24.6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56 968 0 0,'11'-46'7615'0'0,"-6"37"-5262"0"0,-3 29-1536 0 0,-2 20-340 0 0,3 98 268 0 0,-1-119-749 0 0,0 0 0 0 0,2 0 0 0 0,0 0 1 0 0,0-1-1 0 0,9 18 0 0 0,-12-31-319 0 0,1-1 0 0 0,1 1-1 0 0,-1-1 1 0 0,1 0 0 0 0,-1 0 0 0 0,1 0 0 0 0,0 0 0 0 0,0-1-1 0 0,1 1 1 0 0,-1-1 0 0 0,1 0 0 0 0,0 0 0 0 0,0 0 0 0 0,0 0-1 0 0,0-1 1 0 0,6 3 0 0 0,-3-4-1995 0 0,14-4-418 0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7:24.8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72 452 0 0,'-4'-7'784'0'0,"-1"0"0"0"0,0 0 0 0 0,-1 0 0 0 0,1 1 0 0 0,-1 0 0 0 0,-1 0 0 0 0,1 0 0 0 0,-1 1-1 0 0,-13-8 1 0 0,19 12-759 0 0,0 1-1 0 0,0 0 1 0 0,0 0-1 0 0,0-1 0 0 0,0 1 1 0 0,0 0-1 0 0,0 0 0 0 0,0 0 1 0 0,0 0-1 0 0,0 1 1 0 0,0-1-1 0 0,0 0 0 0 0,0 0 1 0 0,0 0-1 0 0,0 1 0 0 0,0-1 1 0 0,0 1-1 0 0,0-1 1 0 0,0 1-1 0 0,0-1 0 0 0,0 1 1 0 0,0-1-1 0 0,0 1 0 0 0,-1 1 1 0 0,0-1-22 0 0,1 1 0 0 0,-1 0 0 0 0,0-1 1 0 0,1 1-1 0 0,-1 0 0 0 0,1 0 0 0 0,0 0 0 0 0,-1 0 1 0 0,0 2-1 0 0,1 1-154 0 0,-1 1 1 0 0,2-1-1 0 0,-1 0 0 0 0,0 0 1 0 0,1 1-1 0 0,0-1 0 0 0,1 0 1 0 0,-1 0-1 0 0,1 1 1 0 0,0-1-1 0 0,0 0 0 0 0,0 0 1 0 0,1 0-1 0 0,0 0 1 0 0,5 9-1 0 0,-2-3-392 0 0,1-1 1 0 0,1 0-1 0 0,0 0 0 0 0,1-1 1 0 0,-1 0-1 0 0,10 8 0 0 0,-3-3 223 0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7:25.4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326 53 880 0 0,'1'0'285'0'0,"1"0"0"0"0,-1-1 1 0 0,0 1-1 0 0,0-1 0 0 0,1 1 0 0 0,-1-1 1 0 0,0 1-1 0 0,0-1 0 0 0,0 1 0 0 0,0-1 0 0 0,1 0 1 0 0,-1 0-1 0 0,0 0 0 0 0,0 0 0 0 0,0 0 0 0 0,-1 0 1 0 0,1 0-1 0 0,0 0 0 0 0,0 0 0 0 0,1-2 0 0 0,-2 2-99 0 0,0 0 0 0 0,0 0-1 0 0,0-1 1 0 0,0 1 0 0 0,0 0 0 0 0,-1 0-1 0 0,1 0 1 0 0,0 0 0 0 0,0 0-1 0 0,-1 0 1 0 0,1 0 0 0 0,-1 0-1 0 0,1 0 1 0 0,-1 0 0 0 0,1 0-1 0 0,-1 0 1 0 0,0 0 0 0 0,1 0 0 0 0,-1 0-1 0 0,0 0 1 0 0,0 0 0 0 0,0 1-1 0 0,1-1 1 0 0,-1 0 0 0 0,0 1-1 0 0,-2-2 1 0 0,0 1-56 0 0,0-1 0 0 0,0 1 1 0 0,0 0-1 0 0,0 0 0 0 0,0 0 0 0 0,0 1 0 0 0,0-1 1 0 0,0 1-1 0 0,-1 0 0 0 0,1 0 0 0 0,0 0 0 0 0,0 0 1 0 0,0 0-1 0 0,-1 1 0 0 0,1-1 0 0 0,0 1 0 0 0,0 0 1 0 0,-4 1-1 0 0,-6 3 1 0 0,1 0 0 0 0,-1 0 0 0 0,-14 9 0 0 0,10-3-86 0 0,0 1 0 0 0,1 0 0 0 0,0 1 0 0 0,1 1 0 0 0,0 0 0 0 0,1 2 0 0 0,1-1 0 0 0,0 1 0 0 0,1 1 0 0 0,1 0 0 0 0,1 1 0 0 0,-16 36 0 0 0,23-47-37 0 0,1 1 0 0 0,0-1-1 0 0,1 0 1 0 0,-1 1 0 0 0,1-1 0 0 0,1 1-1 0 0,-1-1 1 0 0,1 1 0 0 0,1-1 0 0 0,-1 1-1 0 0,3 10 1 0 0,-2-14-7 0 0,0 0 0 0 0,1-1 0 0 0,-1 1 0 0 0,1-1 0 0 0,-1 0-1 0 0,1 1 1 0 0,0-1 0 0 0,0 0 0 0 0,1 0 0 0 0,-1 0 0 0 0,0 0 0 0 0,1-1 0 0 0,0 1 0 0 0,0-1-1 0 0,0 0 1 0 0,0 1 0 0 0,0-1 0 0 0,0 0 0 0 0,0-1 0 0 0,1 1 0 0 0,-1-1 0 0 0,1 1 0 0 0,-1-1 0 0 0,8 1-1 0 0,1 0-188 0 0,1-1-1 0 0,-1 0 1 0 0,1-1-1 0 0,-1-1 0 0 0,1 0 1 0 0,-1 0-1 0 0,1-1 0 0 0,-1-1 1 0 0,0 0-1 0 0,0-1 0 0 0,0 0 1 0 0,-1-1-1 0 0,18-9 0 0 0,-10 4-62 0 0,-2-1 0 0 0,1-1 0 0 0,-1 0 0 0 0,-1-1 0 0 0,0-1 0 0 0,-1-1 0 0 0,18-22 0 0 0,-11 7 750 0 0,-2-2 0 0 0,30-65 0 0 0,-32 62 789 0 0,-18 33-935 0 0,1 4-306 0 0,0-1 0 0 0,0 0-1 0 0,-1 1 1 0 0,1-1 0 0 0,-1 1 0 0 0,1-1 0 0 0,-1 1 0 0 0,1-1-1 0 0,-1 1 1 0 0,0-1 0 0 0,0 1 0 0 0,0-1 0 0 0,0 1 0 0 0,0-1-1 0 0,0 1 1 0 0,-1 2 0 0 0,-3 43 132 0 0,2 1 0 0 0,2 0 1 0 0,10 73-1 0 0,-4-106-1091 0 0,-5-14 490 0 0,4 4-2111 0 0,-4-4 2111 0 0,1-1 0 0 0,-1 1 0 0 0,0 0 0 0 0,0-1 0 0 0,0 1 0 0 0,1-1 0 0 0,-1 0 0 0 0,0 1 0 0 0,0-1-1 0 0,1 0 1 0 0,2 0 0 0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7:25.6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82 320 0 0,'-23'-76'9538'0'0,"23"74"-9333"0"0,0 2-200 0 0,0 0 1 0 0,0 0-1 0 0,0 0 1 0 0,0 0 0 0 0,0 0-1 0 0,0 0 1 0 0,0-1-1 0 0,0 1 1 0 0,0 0-1 0 0,0 0 1 0 0,0 0-1 0 0,0 0 1 0 0,0 0-1 0 0,0-1 1 0 0,0 1-1 0 0,0 0 1 0 0,0 0-1 0 0,0 0 1 0 0,0 0-1 0 0,0 0 1 0 0,0 0-1 0 0,0-1 1 0 0,0 1 0 0 0,0 0-1 0 0,0 0 1 0 0,0 0-1 0 0,-1 0 1 0 0,1 0-1 0 0,0 0 1 0 0,0 0-1 0 0,0 0 1 0 0,0 0-1 0 0,0 0 1 0 0,0-1-1 0 0,0 1 1 0 0,-1 0-1 0 0,1 0 1 0 0,0 0-1 0 0,0 0 1 0 0,0 0-1 0 0,0 0 1 0 0,0 0 0 0 0,-1 0-1 0 0,1 0 1 0 0,0 0-1 0 0,-7 5-13 0 0,-5 8-375 0 0,10-6-267 0 0,1 0-1 0 0,-1 1 1 0 0,1-1 0 0 0,0 0-1 0 0,1 0 1 0 0,0 13-1 0 0,0-12-532 0 0,0 5-603 0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7:26.3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368 625 2248 0 0,'-11'-8'4341'0'0,"4"5"-3959"0"0,0 0 1 0 0,-1 0-1 0 0,1 1 0 0 0,-1 0 0 0 0,0 1 0 0 0,0 0 1 0 0,1 0-1 0 0,-1 0 0 0 0,0 1 0 0 0,0 0 0 0 0,0 1 0 0 0,0 0 1 0 0,0 0-1 0 0,-13 4 0 0 0,6 0-312 0 0,1 0 0 0 0,0 1 0 0 0,0 0 0 0 0,1 1 0 0 0,-1 1 0 0 0,2 0 0 0 0,-14 10 0 0 0,15-8-17 0 0,0-1 1 0 0,0 1 0 0 0,1 1-1 0 0,1 0 1 0 0,-12 17 0 0 0,17-21-38 0 0,0-1 1 0 0,0 1 0 0 0,0 1-1 0 0,1-1 1 0 0,0 0 0 0 0,1 1-1 0 0,0 0 1 0 0,0 0 0 0 0,0-1 0 0 0,1 1-1 0 0,0 9 1 0 0,1-15-14 0 0,0 0 1 0 0,0 1-1 0 0,0-1 0 0 0,1 0 1 0 0,-1 0-1 0 0,1 0 0 0 0,0 0 1 0 0,0 0-1 0 0,-1 0 0 0 0,1 0 1 0 0,0 0-1 0 0,0-1 0 0 0,1 1 1 0 0,-1 0-1 0 0,0-1 1 0 0,1 1-1 0 0,-1 0 0 0 0,1-1 1 0 0,-1 0-1 0 0,1 1 0 0 0,0-1 1 0 0,-1 0-1 0 0,1 0 0 0 0,0 0 1 0 0,0 0-1 0 0,0 0 0 0 0,0 0 1 0 0,0 0-1 0 0,0-1 1 0 0,0 1-1 0 0,0-1 0 0 0,0 0 1 0 0,5 1-1 0 0,0-1-73 0 0,0 1 1 0 0,1-1-1 0 0,-1 0 1 0 0,1-1-1 0 0,-1 0 1 0 0,1 0-1 0 0,-1 0 0 0 0,10-4 1 0 0,-2-1-134 0 0,-1-1-1 0 0,0 0 1 0 0,-1-1 0 0 0,0-1 0 0 0,0 0-1 0 0,21-20 1 0 0,62-73 22 0 0,-73 75 379 0 0,-7 11-94 0 0,-14 15 226 0 0,-2 1-309 0 0,1 0 0 0 0,-1 1 1 0 0,1-1-1 0 0,-1 0 1 0 0,0 1-1 0 0,1-1 0 0 0,-1 1 1 0 0,1-1-1 0 0,-1 0 0 0 0,0 1 1 0 0,1-1-1 0 0,-1 1 1 0 0,0-1-1 0 0,0 1 0 0 0,1-1 1 0 0,-1 1-1 0 0,0-1 0 0 0,0 1 1 0 0,0 0-1 0 0,-3 23 310 0 0,-4 67 353 0 0,7-83-619 0 0,0 1 0 0 0,0-1 0 0 0,1 1 0 0 0,1-1 0 0 0,-1 1 0 0 0,1-1 0 0 0,1 0 0 0 0,4 12 0 0 0,-6-18-9 0 0,1 0-1 0 0,-1 0 0 0 0,1 0 1 0 0,0 0-1 0 0,-1 0 0 0 0,1 0 1 0 0,0 0-1 0 0,0-1 0 0 0,0 1 0 0 0,0-1 1 0 0,1 1-1 0 0,-1-1 0 0 0,0 0 1 0 0,0 0-1 0 0,1 0 0 0 0,-1 0 1 0 0,1 0-1 0 0,-1-1 0 0 0,1 1 1 0 0,-1-1-1 0 0,1 1 0 0 0,0-1 1 0 0,-1 0-1 0 0,1 0 0 0 0,-1 0 1 0 0,1 0-1 0 0,0-1 0 0 0,-1 1 1 0 0,5-2-1 0 0,2 0 5 0 0,-1-1 1 0 0,1 0 0 0 0,0 0-1 0 0,-1 0 1 0 0,0-1-1 0 0,0-1 1 0 0,10-6-1 0 0,0-4-35 0 0,0-1 0 0 0,-2 0-1 0 0,0-1 1 0 0,0-1-1 0 0,-2 0 1 0 0,0-1 0 0 0,18-34-1 0 0,-5 2 16 0 0,38-106 1 0 0,-40 82 236 0 0,-3 0 0 0 0,-4-2-1 0 0,15-132 1 0 0,-33 205-249 0 0,1-1-1 0 0,-1 0 0 0 0,0 1 1 0 0,0-1-1 0 0,-2-6 0 0 0,2 10-22 0 0,-1-1-1 0 0,1 1 0 0 0,0 0 0 0 0,-1 0 0 0 0,1 0 1 0 0,-1 0-1 0 0,0 0 0 0 0,1 0 0 0 0,-1 0 0 0 0,0 0 1 0 0,0 0-1 0 0,0 0 0 0 0,1 0 0 0 0,-1 0 0 0 0,0 0 1 0 0,0 0-1 0 0,0 1 0 0 0,-1-1 0 0 0,1 0 0 0 0,0 1 1 0 0,0-1-1 0 0,-2 0 0 0 0,2 1-2 0 0,0 0 1 0 0,0 0-1 0 0,0 0 1 0 0,-1 0-1 0 0,1 0 1 0 0,0 0-1 0 0,0 1 1 0 0,0-1-1 0 0,0 0 1 0 0,0 0-1 0 0,0 1 1 0 0,0-1-1 0 0,0 1 1 0 0,0-1-1 0 0,0 1 0 0 0,0-1 1 0 0,0 1-1 0 0,-1 1 1 0 0,-1 0 7 0 0,-3 2 28 0 0,-1 1 1 0 0,1-1-1 0 0,0 2 0 0 0,0-1 0 0 0,1 1 0 0 0,0-1 1 0 0,0 1-1 0 0,0 1 0 0 0,0-1 0 0 0,-4 11 0 0 0,-5 10 245 0 0,-13 37-1 0 0,22-53-205 0 0,-8 26 171 0 0,0 0 0 0 0,3 1 0 0 0,-12 76 0 0 0,20-93-427 0 0,0 0 0 0 0,2 0 0 0 0,0 0 1 0 0,1 0-1 0 0,1-1 0 0 0,1 1 0 0 0,1 0 0 0 0,1-1 0 0 0,8 23 1 0 0,-9-33-348 0 0,0-1 1 0 0,1 1-1 0 0,1-1 0 0 0,-1 0 1 0 0,1-1-1 0 0,1 1 1 0 0,14 13-1 0 0,-13-14-1006 0 0,1 0-1 0 0,1-1 1 0 0,19 11-1 0 0,3-2-3788 0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7:26.5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55 1856 0 0,'0'0'2960'0'0,"11"-8"1193"0"0,-3 1-1589 0 0,1-2-944 0 0,-2 2-588 0 0,-2 1-844 0 0,0-3-976 0 0,0 0-1748 0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7:38.9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1 199 1484 0 0,'0'0'1234'0'0,"17"-26"4350"0"0,-17 25-5529 0 0,1 0 1 0 0,0 1-1 0 0,0-1 0 0 0,0 0 0 0 0,0 0 0 0 0,0 1 1 0 0,0-1-1 0 0,0 0 0 0 0,0 1 0 0 0,0-1 1 0 0,0 1-1 0 0,0 0 0 0 0,0-1 0 0 0,0 1 1 0 0,0 0-1 0 0,0 0 0 0 0,0-1 0 0 0,1 1 0 0 0,-1 0 1 0 0,0 0-1 0 0,0 0 0 0 0,0 0 0 0 0,0 1 1 0 0,1-1-1 0 0,0 1 0 0 0,1 0-1 0 0,-1 0 0 0 0,0 0 0 0 0,1 1 0 0 0,-1-1 0 0 0,0 1 0 0 0,0 0 0 0 0,0-1 0 0 0,0 1 0 0 0,0 0 0 0 0,3 4 1 0 0,3 8 57 0 0,0-1 0 0 0,0 1 0 0 0,6 16 0 0 0,-11-23 43 0 0,52 132 207 0 0,-11-24 1331 0 0,-44-114-1623 0 0,0-1 1 0 0,1 1-1 0 0,-1 0 1 0 0,0 0-1 0 0,1-1 1 0 0,-1 1-1 0 0,0 0 1 0 0,1-1-1 0 0,-1 1 1 0 0,1 0-1 0 0,-1-1 1 0 0,1 1-1 0 0,-1-1 1 0 0,1 1 0 0 0,0-1-1 0 0,-1 1 1 0 0,1-1-1 0 0,0 1 1 0 0,-1-1-1 0 0,1 0 1 0 0,0 1-1 0 0,0-1 1 0 0,0 0-49 0 0,0 0 1 0 0,0 0 0 0 0,-1 0-1 0 0,1 0 1 0 0,0 0-1 0 0,-1-1 1 0 0,1 1 0 0 0,0 0-1 0 0,-1-1 1 0 0,1 1-1 0 0,-1 0 1 0 0,1-1 0 0 0,0 1-1 0 0,-1-1 1 0 0,1 1-1 0 0,-1-1 1 0 0,1 1 0 0 0,-1-1-1 0 0,1 0 1 0 0,17-31-25 0 0,-18 31 51 0 0,10-27-17 0 0,-1-1 1 0 0,8-42-1 0 0,-4 10-7 0 0,57-180 3 0 0,-53 189-1644 0 0,-17 52 1580 0 0,0 0 0 0 0,0-1-1 0 0,0 1 1 0 0,0-1 0 0 0,0 1 0 0 0,0 0 0 0 0,1-1 0 0 0,-1 1-1 0 0,0 0 1 0 0,0-1 0 0 0,0 1 0 0 0,0 0 0 0 0,0-1 0 0 0,1 1 0 0 0,-1 0-1 0 0,0-1 1 0 0,0 1 0 0 0,1 0 0 0 0,-1 0 0 0 0,0-1 0 0 0,0 1-1 0 0,1 0 1 0 0,-1 0 0 0 0,0-1 0 0 0,1 1 0 0 0,-1 0 0 0 0,0 0-1 0 0,1 0 1 0 0,-1 0 0 0 0,0 0 0 0 0,1-1 0 0 0,-1 1 0 0 0,0 0 0 0 0,1 0-1 0 0,-1 0 1 0 0,1 0 0 0 0,-1 0 0 0 0,0 0 0 0 0,1 0 0 0 0,-1 0-1 0 0,0 0 1 0 0,1 0 0 0 0,-1 1 0 0 0,0-1 0 0 0,1 0 0 0 0,-1 0-1 0 0,0 0 1 0 0,1 0 0 0 0,-1 0 0 0 0,0 1 0 0 0,1-1 0 0 0,-1 0 0 0 0,0 0-1 0 0,1 1 1 0 0,-1-1 0 0 0,0 0 0 0 0,1 1 0 0 0,12 14-1755 0 0,-2 19-2899 0 0,-9-22 2026 0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7:39.4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169 67 1712 0 0,'0'0'1366'0'0,"-14"-29"4255"0"0,13 28-5562 0 0,-1 0 0 0 0,1 1 1 0 0,0-1-1 0 0,-1 0 0 0 0,1 1 0 0 0,-1-1 0 0 0,1 1 1 0 0,-1 0-1 0 0,1-1 0 0 0,-1 1 0 0 0,0 0 1 0 0,1 0-1 0 0,-1 0 0 0 0,1 0 0 0 0,-1 0 1 0 0,1 0-1 0 0,-1 0 0 0 0,1 1 0 0 0,-1-1 1 0 0,1 1-1 0 0,-1-1 0 0 0,1 1 0 0 0,-1-1 0 0 0,1 1 1 0 0,-1 0-1 0 0,1 0 0 0 0,0-1 0 0 0,-1 1 1 0 0,1 0-1 0 0,0 0 0 0 0,0 1 0 0 0,0-1 1 0 0,-2 2-1 0 0,-5 5 59 0 0,0 2 0 0 0,1-1 1 0 0,-9 14-1 0 0,12-17-58 0 0,-4 7-26 0 0,0 0 0 0 0,1 1-1 0 0,0-1 1 0 0,1 1 0 0 0,0 1 0 0 0,2-1-1 0 0,0 1 1 0 0,0 0 0 0 0,1 0-1 0 0,1 0 1 0 0,0 0 0 0 0,1 23-1 0 0,1-36-30 0 0,1 0 0 0 0,-1 0 0 0 0,0 0-1 0 0,0 0 1 0 0,1 0 0 0 0,-1 0-1 0 0,1 0 1 0 0,0 0 0 0 0,0 0 0 0 0,-1 0-1 0 0,1 0 1 0 0,0 0 0 0 0,1-1 0 0 0,-1 1-1 0 0,0 0 1 0 0,0-1 0 0 0,1 1-1 0 0,-1-1 1 0 0,1 1 0 0 0,-1-1 0 0 0,1 0-1 0 0,0 1 1 0 0,0-1 0 0 0,-1 0-1 0 0,1 0 1 0 0,0 0 0 0 0,0-1 0 0 0,0 1-1 0 0,0 0 1 0 0,0-1 0 0 0,0 1 0 0 0,0-1-1 0 0,0 0 1 0 0,0 1 0 0 0,4-1-1 0 0,-4-1-2 0 0,0 1 0 0 0,-1 0-1 0 0,1-1 1 0 0,0 1-1 0 0,0-1 1 0 0,-1 1 0 0 0,1-1-1 0 0,0 0 1 0 0,0 0-1 0 0,-1 0 1 0 0,1 0 0 0 0,-1 0-1 0 0,1 0 1 0 0,-1 0-1 0 0,0-1 1 0 0,3-1 0 0 0,15-24-5 0 0,-17 25 6 0 0,9-21 0 0 0,0 0 0 0 0,-1 0 1 0 0,-2-1-1 0 0,0-1 0 0 0,5-28 1 0 0,4-11 0 0 0,0-6-49 0 0,-16 67 72 0 0,0-5-6 0 0,3 13 29 0 0,1 13 69 0 0,2 88 476 0 0,-7-77-972 0 0,1-1 1 0 0,2 1-1 0 0,1-1 0 0 0,9 34 1 0 0,-12-59-209 0 0,0 1 1 0 0,1-1-1 0 0,0 1 1 0 0,0-1-1 0 0,0 0 1 0 0,0 0-1 0 0,1 0 0 0 0,-1 0 1 0 0,6 5-1 0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7:39.9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47 452 0 0,'5'-11'1185'0'0,"-5"9"-843"0"0,1-1-1 0 0,0 0 1 0 0,0 1-1 0 0,0-1 1 0 0,1 1-1 0 0,-1-1 1 0 0,0 1-1 0 0,1 0 1 0 0,0-1 0 0 0,0 1-1 0 0,-1 0 1 0 0,5-3-1 0 0,-4 4 219 0 0,18 15 1288 0 0,-13-4-1509 0 0,0 1 0 0 0,-1 0 1 0 0,-1 1-1 0 0,1-1 0 0 0,-2 1 0 0 0,0 0 1 0 0,4 20-1 0 0,-2-1 59 0 0,3 58 1 0 0,-9-88-395 0 0,1 14 121 0 0,0-1 0 0 0,-1 1-1 0 0,-1 0 1 0 0,0 0-1 0 0,-1-1 1 0 0,-4 18 0 0 0,6-30 123 0 0,-1-3-243 0 0,0 1 0 0 0,1 0 1 0 0,-1 0-1 0 0,0-1 0 0 0,1 1 0 0 0,-1 0 0 0 0,1-1 0 0 0,-1 1 0 0 0,0-1 1 0 0,1 1-1 0 0,-1-1 0 0 0,1 1 0 0 0,-1-1 0 0 0,1 1 0 0 0,0-1 0 0 0,-1 1 1 0 0,1-1-1 0 0,-1 1 0 0 0,1-1 0 0 0,0 0 0 0 0,0 1 0 0 0,-1-1 0 0 0,1 0 1 0 0,0 1-1 0 0,0-1 0 0 0,0 0 0 0 0,0 1 0 0 0,0-1 0 0 0,0 0 0 0 0,0 0 0 0 0,0-24 32 0 0,1 14-44 0 0,1-1 0 0 0,1 1 0 0 0,0 0 0 0 0,1-1 0 0 0,0 2 0 0 0,0-1 0 0 0,1 0 0 0 0,1 1 0 0 0,0 0 0 0 0,0 0 0 0 0,1 1 0 0 0,0-1 0 0 0,0 1 0 0 0,13-11 0 0 0,1 2-71 0 0,1 1 0 0 0,0 0 0 0 0,31-16 1 0 0,-52 32 70 0 0,0 0 1 0 0,0 0 0 0 0,0 1-1 0 0,1-1 1 0 0,-1 1 0 0 0,0-1-1 0 0,0 1 1 0 0,1-1 0 0 0,-1 1-1 0 0,0 0 1 0 0,0-1 0 0 0,1 1-1 0 0,-1 0 1 0 0,0 0 0 0 0,1 0-1 0 0,-1 0 1 0 0,0 0 0 0 0,0 0-1 0 0,1 1 1 0 0,-1-1 0 0 0,0 0 0 0 0,1 1-1 0 0,-1-1 1 0 0,0 0 0 0 0,0 1-1 0 0,0 0 1 0 0,0-1 0 0 0,1 1-1 0 0,1 1 1 0 0,-2 0 3 0 0,1 1 1 0 0,-1-1-1 0 0,0 0 0 0 0,0 0 0 0 0,0 1 1 0 0,0-1-1 0 0,0 0 0 0 0,0 1 1 0 0,0-1-1 0 0,-1 1 0 0 0,0 0 1 0 0,1-1-1 0 0,-1 1 0 0 0,0 4 0 0 0,-1 13 53 0 0,-2 0 0 0 0,0 0 0 0 0,-7 27-1 0 0,6-31-42 0 0,0-1-1 0 0,1 1 1 0 0,1 0 0 0 0,0 0-1 0 0,1 0 1 0 0,2 24-1 0 0,-1-37 0 0 0,1 0 0 0 0,-1 0 0 0 0,1 0-1 0 0,0 0 1 0 0,0 0 0 0 0,0 0 0 0 0,0-1 0 0 0,0 1 0 0 0,1 0-1 0 0,-1-1 1 0 0,1 1 0 0 0,0-1 0 0 0,0 1 0 0 0,0-1-1 0 0,3 4 1 0 0,0-3-53 0 0,-1 0-1 0 0,1-1 1 0 0,-1 1-1 0 0,1-1 1 0 0,0 0-1 0 0,0 0 1 0 0,8 2-1 0 0,-9-3-105 0 0,0-1 0 0 0,-1 0 0 0 0,1 0 0 0 0,0 0-1 0 0,0 0 1 0 0,-1-1 0 0 0,1 1 0 0 0,0-1-1 0 0,-1 0 1 0 0,8-3 0 0 0,31-15-3031 0 0,-25 7 786 0 0,-1-3-559 0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7:40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13 1484 0 0,'-9'-7'2020'0'0,"-3"2"-316"0"0,-9 6-1095 0 0,8 10-241 0 0,2 2-304 0 0,8-4-168 0 0,-1 1-228 0 0,3 1-233 0 0,-1-1-383 0 0,2 0-408 0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7:40.6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250 1 1940 0 0,'0'0'7898'0'0,"-3"0"-7479"0"0,-4 2-278 0 0,1 0-1 0 0,0 0 1 0 0,-1 0-1 0 0,1 1 1 0 0,0 0 0 0 0,1 0-1 0 0,-1 1 1 0 0,0-1-1 0 0,1 1 1 0 0,0 1 0 0 0,0-1-1 0 0,-7 8 1 0 0,-12 13 210 0 0,-20 28 0 0 0,24-27-184 0 0,-21 36 0 0 0,35-53-145 0 0,1 1-1 0 0,1-1 0 0 0,0 1 0 0 0,0 0 0 0 0,1-1 0 0 0,0 2 1 0 0,1-1-1 0 0,-2 12 0 0 0,4-20-20 0 0,0 0 1 0 0,0 1-1 0 0,-1-1 1 0 0,1 0-1 0 0,1 0 1 0 0,-1 0-1 0 0,0 0 0 0 0,0 0 1 0 0,1 0-1 0 0,-1 0 1 0 0,1 0-1 0 0,0-1 1 0 0,-1 1-1 0 0,1 0 1 0 0,0 0-1 0 0,0 0 0 0 0,0 0 1 0 0,0-1-1 0 0,1 1 1 0 0,-1-1-1 0 0,0 1 1 0 0,1-1-1 0 0,-1 1 1 0 0,1-1-1 0 0,-1 0 1 0 0,1 0-1 0 0,0 1 0 0 0,0-1 1 0 0,-1-1-1 0 0,1 1 1 0 0,0 0-1 0 0,0 0 1 0 0,0-1-1 0 0,0 1 1 0 0,0-1-1 0 0,0 1 0 0 0,0-1 1 0 0,0 0-1 0 0,0 0 1 0 0,0 0-1 0 0,0 0 1 0 0,0 0-1 0 0,3-1 1 0 0,1 1 1 0 0,0-1 1 0 0,0 0-1 0 0,0-1 1 0 0,0 1-1 0 0,-1-1 1 0 0,1 0 0 0 0,0-1-1 0 0,-1 1 1 0 0,0-1-1 0 0,0 0 1 0 0,0 0-1 0 0,0-1 1 0 0,0 1 0 0 0,4-6-1 0 0,-1-1-13 0 0,-1 0 0 0 0,0 0 0 0 0,-1-1 0 0 0,0 0 0 0 0,0 0 0 0 0,-1 0 0 0 0,4-18 0 0 0,17-86-109 0 0,-18 72 102 0 0,-7 39-15 0 0,-2 7 21 0 0,-3 14 31 0 0,-3 29 63 0 0,6-26-63 0 0,0 0 1 0 0,2-1 0 0 0,3 23 0 0 0,-3-37-17 0 0,0 1 0 0 0,0-1 0 0 0,0 1 0 0 0,1-1 0 0 0,0 1 0 0 0,0-1 0 0 0,0 0 0 0 0,1 0 0 0 0,0 0 0 0 0,0 0 0 0 0,0 0 0 0 0,0-1 0 0 0,1 0 0 0 0,0 1 0 0 0,4 3 0 0 0,-6-7-51 0 0,0 0 0 0 0,1-1 0 0 0,-1 1-1 0 0,0 0 1 0 0,0-1 0 0 0,0 1 0 0 0,1-1 0 0 0,-1 0 0 0 0,0 0 0 0 0,0 0 0 0 0,1 0 0 0 0,-1 0 0 0 0,0-1-1 0 0,0 1 1 0 0,4-2 0 0 0,34-12-1241 0 0,-29 7 735 0 0,-1 0-1 0 0,1-1 0 0 0,-2 0 0 0 0,1-1 0 0 0,-1 0 0 0 0,0 0 0 0 0,-1-1 1 0 0,0 0-1 0 0,-1-1 0 0 0,0 1 0 0 0,-1-1 0 0 0,9-19 0 0 0,0-6-1220 0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7:41.5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128 126 788 0 0,'3'-124'8470'0'0,"-14"123"-7849"0"0,9 3-525 0 0,1 0 0 0 0,-1 1 0 0 0,0-1 0 0 0,0 1 0 0 0,1-1 0 0 0,0 1 0 0 0,-1-1 0 0 0,1 1-1 0 0,-1 3 1 0 0,0-1 32 0 0,-12 31 557 0 0,0 0 0 0 0,-11 58 0 0 0,-6 77 426 0 0,14-5-494 0 0,16-144-560 0 0,1 1 0 0 0,2-1 0 0 0,0 1 0 0 0,1-1 0 0 0,8 30 0 0 0,-10-48-51 0 0,0-1 0 0 0,0 1 0 0 0,0-1 0 0 0,0 1 0 0 0,1-1 1 0 0,0 0-1 0 0,-1 1 0 0 0,1-1 0 0 0,0 0 0 0 0,1 0 0 0 0,-1 0 1 0 0,0 0-1 0 0,1-1 0 0 0,0 1 0 0 0,-1-1 0 0 0,1 1 0 0 0,0-1 0 0 0,0 0 1 0 0,1 0-1 0 0,-1 0 0 0 0,0-1 0 0 0,1 1 0 0 0,-1-1 0 0 0,1 0 1 0 0,-1 0-1 0 0,1 0 0 0 0,-1 0 0 0 0,1 0 0 0 0,0-1 0 0 0,0 0 0 0 0,-1 0 1 0 0,1 0-1 0 0,0 0 0 0 0,3-1 0 0 0,-2 0-15 0 0,-1 0 0 0 0,1 0-1 0 0,-1-1 1 0 0,0 0 0 0 0,0 1 0 0 0,0-2-1 0 0,0 1 1 0 0,0 0 0 0 0,0-1 0 0 0,0 1-1 0 0,-1-1 1 0 0,1 0 0 0 0,-1-1 0 0 0,0 1-1 0 0,0 0 1 0 0,0-1 0 0 0,0 0 0 0 0,-1 1-1 0 0,0-1 1 0 0,1 0 0 0 0,-1 0-1 0 0,-1-1 1 0 0,1 1 0 0 0,2-8 0 0 0,-1-2-18 0 0,0 0 1 0 0,0-1-1 0 0,-1 1 0 0 0,-1 0 1 0 0,0-1-1 0 0,-2-21 1 0 0,-1 16 21 0 0,-1 0 0 0 0,-1 1 1 0 0,0-1-1 0 0,-9-21 0 0 0,8 29-6 0 0,1 1 1 0 0,-2-1-1 0 0,0 1 0 0 0,0 1 0 0 0,-1-1 0 0 0,0 1 0 0 0,-14-16 0 0 0,21 26 8 0 0,-1-1 1 0 0,1 0-1 0 0,-1 0 1 0 0,1 1-1 0 0,-1-1 1 0 0,0 1-1 0 0,1-1 1 0 0,-1 1-1 0 0,0-1 1 0 0,0 1-1 0 0,1-1 0 0 0,-1 1 1 0 0,0-1-1 0 0,0 1 1 0 0,0 0-1 0 0,0 0 1 0 0,1-1-1 0 0,-1 1 1 0 0,0 0-1 0 0,0 0 0 0 0,0 0 1 0 0,0 0-1 0 0,0 0 1 0 0,0 0-1 0 0,0 0 1 0 0,1 0-1 0 0,-1 0 1 0 0,0 1-1 0 0,0-1 0 0 0,0 0 1 0 0,0 0-1 0 0,1 1 1 0 0,-1-1-1 0 0,0 1 1 0 0,0-1-1 0 0,0 1 1 0 0,1-1-1 0 0,-1 1 1 0 0,0-1-1 0 0,1 1 0 0 0,-1-1 1 0 0,1 1-1 0 0,-1 0 1 0 0,0 0-1 0 0,0 0 1 0 0,0 2-3 0 0,-1 0 0 0 0,0 0 0 0 0,1-1 1 0 0,0 1-1 0 0,0 0 0 0 0,0 0 1 0 0,0 1-1 0 0,0-1 0 0 0,1 0 0 0 0,-1 5 1 0 0,1-3 0 0 0,0-1 1 0 0,0 1-1 0 0,1 0 1 0 0,0-1-1 0 0,-1 1 0 0 0,2-1 1 0 0,-1 1-1 0 0,0-1 1 0 0,1 0-1 0 0,0 1 1 0 0,0-1-1 0 0,1 0 1 0 0,-1 0-1 0 0,1 0 1 0 0,4 5-1 0 0,-3-5 3 0 0,1 0 0 0 0,0 0-1 0 0,0 0 1 0 0,0 0 0 0 0,1-1 0 0 0,-1 0 0 0 0,1 0 0 0 0,0 0-1 0 0,-1-1 1 0 0,9 2 0 0 0,2 0 7 0 0,1 0-1 0 0,-1-2 1 0 0,1 0-1 0 0,0-1 1 0 0,-1-1-1 0 0,1 0 1 0 0,29-5-1 0 0,-31 2 5 0 0,1 0 0 0 0,-1-1 0 0 0,0 0 0 0 0,0-1 0 0 0,0-1-1 0 0,-1-1 1 0 0,0 0 0 0 0,0-1 0 0 0,0 0 0 0 0,-1-1 0 0 0,-1 0 0 0 0,1-1-1 0 0,-1-1 1 0 0,-1 0 0 0 0,0 0 0 0 0,-1-1 0 0 0,0-1 0 0 0,-1 1 0 0 0,0-2-1 0 0,-1 1 1 0 0,-1-1 0 0 0,12-29 0 0 0,-9 19 17 0 0,-7 17-26 0 0,-1 0 0 0 0,1 0 0 0 0,-1 0 0 0 0,2-10 1 0 0,-4 14-18 0 0,-7 2-1 0 0,7 1 17 0 0,-1 0-1 0 0,1-1 1 0 0,-1 1-1 0 0,1 0 1 0 0,0 0 0 0 0,-1 0-1 0 0,1 0 1 0 0,0 0-1 0 0,-1 0 1 0 0,1 0-1 0 0,0 0 1 0 0,-1 0 0 0 0,1 1-1 0 0,0-1 1 0 0,-1 0-1 0 0,1 0 1 0 0,0 0-1 0 0,-1 0 1 0 0,1 0 0 0 0,0 1-1 0 0,-1-1 1 0 0,1 0-1 0 0,0 0 1 0 0,-1 0-1 0 0,1 1 1 0 0,0-1 0 0 0,0 0-1 0 0,-1 1 1 0 0,1-1-1 0 0,0 0 1 0 0,0 0-1 0 0,0 1 1 0 0,0-1 0 0 0,-1 0-1 0 0,1 1 1 0 0,0-1-1 0 0,0 0 1 0 0,0 1-1 0 0,-14 19 21 0 0,1 1 1 0 0,1 0-1 0 0,0 0 0 0 0,-12 36 0 0 0,-24 94 178 0 0,43-132-173 0 0,0 0 1 0 0,1 0-1 0 0,1 1 0 0 0,1-1 0 0 0,1 1 1 0 0,0 0-1 0 0,4 29 0 0 0,-3-45-19 0 0,1 0 0 0 0,0 0-1 0 0,0 0 1 0 0,0-1 0 0 0,1 1 0 0 0,-1 0 0 0 0,1 0-1 0 0,0-1 1 0 0,0 1 0 0 0,0-1 0 0 0,0 0 0 0 0,1 0-1 0 0,-1 0 1 0 0,1 0 0 0 0,0 0 0 0 0,0 0 0 0 0,4 2-1 0 0,-2-2 1 0 0,-1 0 0 0 0,1-1-1 0 0,0 0 1 0 0,0 0 0 0 0,0 0-1 0 0,0-1 1 0 0,0 0-1 0 0,1 0 1 0 0,-1 0 0 0 0,0 0-1 0 0,9-1 1 0 0,-1-1-1 0 0,-1 0 0 0 0,0-1 0 0 0,1 0 0 0 0,-1-1 0 0 0,0 0 0 0 0,0-1 0 0 0,-1 0 0 0 0,1-1 0 0 0,-1 0 0 0 0,14-10 0 0 0,-11 4 6 0 0,0 0-1 0 0,-1-1 0 0 0,0-1 1 0 0,-1 0-1 0 0,0-1 0 0 0,-1 0 1 0 0,-1 0-1 0 0,10-20 0 0 0,-17 18-34 0 0,-2 16 22 0 0,-1-1 1 0 0,0 1-1 0 0,0 0 0 0 0,0-1 0 0 0,0 1 1 0 0,0 0-1 0 0,0-1 0 0 0,0 1 0 0 0,0-1 1 0 0,0 1-1 0 0,0 0 0 0 0,0-1 0 0 0,0 1 1 0 0,0-1-1 0 0,0 1 0 0 0,0 0 0 0 0,0-1 1 0 0,-1 1-1 0 0,1 0 0 0 0,0-1 0 0 0,0 1 1 0 0,0 0-1 0 0,-1-1 0 0 0,1 1 0 0 0,0 0 1 0 0,0 0-1 0 0,-1-1 0 0 0,1 1 0 0 0,0 0 1 0 0,0 0-1 0 0,-1-1 0 0 0,1 1 0 0 0,0 0 1 0 0,-1 0-1 0 0,1 0 0 0 0,-1-1 0 0 0,1 1 1 0 0,0 0-1 0 0,-1 0 0 0 0,1 0 1 0 0,-1 0-1 0 0,-2 0 6 0 0,1 0 0 0 0,-1 1 0 0 0,0-1 0 0 0,0 1 0 0 0,1-1 0 0 0,-1 1 0 0 0,1 0 0 0 0,-1 0 0 0 0,0 0 0 0 0,1 0 0 0 0,0 1 0 0 0,-1-1 0 0 0,1 1 0 0 0,0-1 0 0 0,0 1 0 0 0,0 0 0 0 0,0 0 0 0 0,0 0 0 0 0,-2 3 0 0 0,-5 4 104 0 0,-5 5 107 0 0,0 1 0 0 0,1 0 1 0 0,-15 22-1 0 0,22-28-166 0 0,1-1 1 0 0,0 1 0 0 0,0 0 0 0 0,1 1-1 0 0,1-1 1 0 0,-1 1 0 0 0,1 0-1 0 0,-2 14 1 0 0,5-22-44 0 0,0 0 1 0 0,0 1-1 0 0,0-1 1 0 0,0 0-1 0 0,0 1 1 0 0,0-1-1 0 0,0 0 0 0 0,1 1 1 0 0,-1-1-1 0 0,1 0 1 0 0,0 1-1 0 0,0-1 1 0 0,0 0-1 0 0,0 0 1 0 0,0 0-1 0 0,0 0 0 0 0,1 0 1 0 0,1 2-1 0 0,0-1-43 0 0,0 0-1 0 0,-1-1 1 0 0,2 0 0 0 0,-1 1-1 0 0,0-1 1 0 0,0 0-1 0 0,1-1 1 0 0,-1 1-1 0 0,1-1 1 0 0,5 2-1 0 0,-1-1-507 0 0,1 0-1 0 0,-1 0 0 0 0,1-1 1 0 0,9 0-1 0 0,29-5-6280 0 0,-27-1 2061 0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7:41.7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9 1036 0 0,'-17'-2'7321'0'0,"5"-1"-4481"0"0,0 0-3844 0 0,-9 3-6785 0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7:44.9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179 631 1812 0 0,'-7'4'9290'0'0,"8"-12"-9238"0"0,0-1 0 0 0,0 1 1 0 0,1 0-1 0 0,1 0 0 0 0,-1 0 0 0 0,1 0 0 0 0,1 0 0 0 0,6-12 0 0 0,3-7-10 0 0,25-77-4 0 0,-3-1 1 0 0,26-143-1 0 0,-59 234-58 0 0,0 4-6 0 0,0 1-1 0 0,0 0 0 0 0,6-13 1 0 0,-7 20 13 0 0,7 22 20 0 0,12 601 574 0 0,-21-444-308 0 0,-9 590 827 0 0,11-708-1028 0 0,14 94-1 0 0,-14-145-64 0 0,1 0 0 0 0,0 0 1 0 0,5 12-1 0 0,-7-18-5 0 0,1 0 0 0 0,0 0-1 0 0,1 0 1 0 0,-1 1 0 0 0,0-1 0 0 0,1 0 0 0 0,-1 0 0 0 0,1-1 0 0 0,-1 1 0 0 0,1 0 0 0 0,0 0 0 0 0,0-1 0 0 0,0 1 0 0 0,0-1 0 0 0,3 2 0 0 0,-3-3 0 0 0,1 1 0 0 0,-1 0 0 0 0,1-1 1 0 0,-1 0-1 0 0,1 0 0 0 0,0 0 1 0 0,-1 0-1 0 0,1 0 0 0 0,-1 0 0 0 0,1-1 1 0 0,-1 1-1 0 0,1-1 0 0 0,-1 0 1 0 0,1 0-1 0 0,-1 0 0 0 0,1 0 0 0 0,2-1 1 0 0,2-2-9 0 0,0-1 1 0 0,0 1 0 0 0,12-11 0 0 0,-7 3-35 0 0,0-1 0 0 0,0 0 1 0 0,-2 0-1 0 0,0-1 0 0 0,0 0 1 0 0,-1-1-1 0 0,-1 0 1 0 0,-1 0-1 0 0,0-1 0 0 0,-1 0 1 0 0,0 0-1 0 0,5-28 0 0 0,-9 31 18 0 0,0-1 0 0 0,0 1 0 0 0,-2 0 0 0 0,1-1-1 0 0,-2 1 1 0 0,0-1 0 0 0,0 1 0 0 0,-1 0 0 0 0,-1-1 0 0 0,0 1 0 0 0,-1 1-1 0 0,0-1 1 0 0,-1 0 0 0 0,-1 1 0 0 0,0 0 0 0 0,-12-18 0 0 0,7 16 13 0 0,-1 0 0 0 0,0 1 0 0 0,-1 1 0 0 0,-1 0 0 0 0,0 1 0 0 0,-1 0 0 0 0,0 1 0 0 0,0 1 1 0 0,-33-15-1 0 0,-11 0-8 0 0,-90-23 1 0 0,108 35 19 0 0,-11-2-42 0 0,28 8 36 0 0,-1-1-1 0 0,-40-17 1 0 0,65 24-7 0 0,-1 0 0 0 0,0-1 0 0 0,0 1 1 0 0,1 0-1 0 0,-1-1 0 0 0,0 1 0 0 0,1-1 0 0 0,-1 1 0 0 0,1-1 0 0 0,-1 1 0 0 0,1-1 0 0 0,-1 0 0 0 0,1 1 0 0 0,-1-1 0 0 0,1 1 1 0 0,-1-1-1 0 0,1 0 0 0 0,0 0 0 0 0,-1 1 0 0 0,1-1 0 0 0,0 0 0 0 0,0 0 0 0 0,-1 1 0 0 0,1-1 0 0 0,0-1 0 0 0,0 0-12 0 0,1 1 0 0 0,-1-1 0 0 0,0 1-1 0 0,1-1 1 0 0,-1 1 0 0 0,1-1-1 0 0,0 1 1 0 0,-1 0 0 0 0,1-1 0 0 0,0 1-1 0 0,0 0 1 0 0,1-2 0 0 0,3-2-104 0 0,0-1 0 0 0,0 1 0 0 0,1 1 0 0 0,6-6 0 0 0,50-28-1282 0 0,1 3 0 0 0,87-35 0 0 0,15-8-656 0 0,-140 64 1864 0 0,0 0 0 0 0,-1-2-1 0 0,30-25 1 0 0,-42 30 571 0 0,0-1 0 0 0,0-1 0 0 0,-1 0 0 0 0,-1 0-1 0 0,0-1 1 0 0,16-29 0 0 0,17-35 2088 0 0,-41 77-2440 0 0,-1 0 1 0 0,0 0-1 0 0,1 0 0 0 0,-1 0 0 0 0,1 0 1 0 0,-1 0-1 0 0,1 0 0 0 0,-1 1 0 0 0,1-1 0 0 0,0 0 1 0 0,-1 1-1 0 0,1 0 0 0 0,0-1 0 0 0,0 1 1 0 0,-1 0-1 0 0,1 0 0 0 0,0 0 0 0 0,-1 0 1 0 0,1 0-1 0 0,0 0 0 0 0,0 0 0 0 0,-1 1 0 0 0,1-1 1 0 0,2 1-1 0 0,2 2 40 0 0,0 0 0 0 0,0 0 0 0 0,0 0 0 0 0,-1 1 0 0 0,0 0 0 0 0,1 0 1 0 0,-1 0-1 0 0,-1 0 0 0 0,1 1 0 0 0,6 8 0 0 0,1 4 91 0 0,0-1 1 0 0,9 20-1 0 0,-14-23-88 0 0,-1 1 1 0 0,0 0-1 0 0,-1 1 0 0 0,-1-1 0 0 0,0 1 0 0 0,-1 0 0 0 0,0 0 0 0 0,0 27 0 0 0,-1-17 535 0 0,-1-18-62 0 0,-1-17 207 0 0,1-6-754 0 0,1 1 0 0 0,0 0 1 0 0,1-1-1 0 0,0 1 1 0 0,2 0-1 0 0,-1 0 1 0 0,2 1-1 0 0,0-1 1 0 0,1 1-1 0 0,0 1 0 0 0,1-1 1 0 0,0 1-1 0 0,1 1 1 0 0,13-15-1 0 0,-20 25 12 0 0,1-1 0 0 0,-1 0 0 0 0,1 1 0 0 0,0 0 0 0 0,-1 0 0 0 0,1 0-1 0 0,0 0 1 0 0,0 0 0 0 0,1 0 0 0 0,-1 1 0 0 0,0 0 0 0 0,0-1 0 0 0,1 1 0 0 0,-1 0 0 0 0,1 1 0 0 0,-1-1-1 0 0,1 1 1 0 0,-1-1 0 0 0,1 1 0 0 0,-1 0 0 0 0,1 0 0 0 0,-1 1 0 0 0,1-1 0 0 0,-1 1 0 0 0,1-1-1 0 0,4 3 1 0 0,-2 0 2 0 0,0 0 0 0 0,0 0 0 0 0,0 0 0 0 0,0 1 0 0 0,-1 0 0 0 0,1 0 0 0 0,-1 1 0 0 0,0 0 1 0 0,0-1-1 0 0,-1 2 0 0 0,1-1 0 0 0,6 10 0 0 0,-3 1-2 0 0,0-1 1 0 0,-1 1 0 0 0,6 19-1 0 0,-7-19 1 0 0,-1-1 1 0 0,2-1-1 0 0,0 1 0 0 0,9 14 0 0 0,-14-27 3 0 0,0 0 0 0 0,0 1-1 0 0,0-1 1 0 0,0 0 0 0 0,0 0 0 0 0,1 0-1 0 0,-1 0 1 0 0,1 0 0 0 0,-1 0 0 0 0,1-1-1 0 0,0 0 1 0 0,-1 1 0 0 0,1-1 0 0 0,0 0-1 0 0,0 0 1 0 0,5 1 0 0 0,-3-2 15 0 0,0 1 0 0 0,0-1 1 0 0,-1 0-1 0 0,1-1 0 0 0,0 1 0 0 0,0-1 0 0 0,-1 0 1 0 0,1 0-1 0 0,0 0 0 0 0,4-3 0 0 0,-1 1-10 0 0,0-1 0 0 0,0 0 0 0 0,0-1 0 0 0,0 1 0 0 0,-1-2-1 0 0,0 1 1 0 0,0-1 0 0 0,0 0 0 0 0,-1 0 0 0 0,0-1 0 0 0,7-10 0 0 0,-6 6-28 0 0,-1 0 0 0 0,-1 0 1 0 0,0 0-1 0 0,0-1 1 0 0,-1 0-1 0 0,-1 0 1 0 0,0 0-1 0 0,-1 0 0 0 0,0 0 1 0 0,-1-1-1 0 0,0-19 1 0 0,-1 21 3 0 0,-1 1 0 0 0,0-1 1 0 0,-1 0-1 0 0,0 0 0 0 0,-1 1 1 0 0,0-1-1 0 0,0 1 0 0 0,-1 0 0 0 0,-1 0 1 0 0,0 0-1 0 0,0 0 0 0 0,-1 1 1 0 0,-10-13-1 0 0,14 19 16 0 0,0 1 0 0 0,0-1 0 0 0,-1 1-1 0 0,0 0 1 0 0,1-1 0 0 0,-1 1 0 0 0,0 0 0 0 0,0 1 0 0 0,0-1 0 0 0,0 0 0 0 0,0 1-1 0 0,-1 0 1 0 0,1 0 0 0 0,0 0 0 0 0,-1 0 0 0 0,1 0 0 0 0,0 1 0 0 0,-5-1 0 0 0,3 1 2 0 0,0 1 0 0 0,0-1 0 0 0,0 1 0 0 0,0 0 0 0 0,0 1 0 0 0,0-1 0 0 0,1 1 0 0 0,-1 0 0 0 0,0 0 1 0 0,1 0-1 0 0,-7 6 0 0 0,3-3 1 0 0,1 0 0 0 0,0 1-1 0 0,0 0 1 0 0,1 1 0 0 0,0-1 0 0 0,0 1 0 0 0,1 0 0 0 0,-1 1 0 0 0,2 0 0 0 0,-1-1 0 0 0,1 1 0 0 0,0 1 0 0 0,-4 14 0 0 0,6 4 28 0 0,2-26-31 0 0,0 1 0 0 0,0-1 0 0 0,0 0 0 0 0,1 0 1 0 0,-1 0-1 0 0,1 0 0 0 0,-1 0 0 0 0,1 0 0 0 0,-1 0 0 0 0,1 0 0 0 0,-1 0 1 0 0,1 0-1 0 0,0 0 0 0 0,0 0 0 0 0,-1 0 0 0 0,1 0 0 0 0,0-1 1 0 0,0 1-1 0 0,0 0 0 0 0,0 0 0 0 0,0-1 0 0 0,0 1 0 0 0,0-1 0 0 0,0 1 1 0 0,0-1-1 0 0,2 1 0 0 0,5 1-3 0 0,0-1 0 0 0,1 0 0 0 0,-1 0 0 0 0,0-1 1 0 0,1 0-1 0 0,-1 0 0 0 0,1-1 0 0 0,-1 0 0 0 0,0-1 0 0 0,0 0 0 0 0,15-5 1 0 0,10-6-19 0 0,49-27 0 0 0,-8 4 6 0 0,-68 33 16 0 0,10-4-34 0 0,1 0 1 0 0,0 1-1 0 0,1 0 1 0 0,22-3 0 0 0,-35 9 29 0 0,-1 0 1 0 0,1 0 0 0 0,-1 0 0 0 0,1 1 0 0 0,-1 0 0 0 0,0 0 0 0 0,1 0-1 0 0,-1 0 1 0 0,0 1 0 0 0,0-1 0 0 0,0 1 0 0 0,0 0 0 0 0,0 1 0 0 0,0-1-1 0 0,-1 1 1 0 0,1-1 0 0 0,-1 1 0 0 0,1 0 0 0 0,-1 0 0 0 0,0 1 0 0 0,0-1-1 0 0,3 6 1 0 0,3 5 18 0 0,0 0 0 0 0,-1 0 1 0 0,-1 0-1 0 0,9 25 0 0 0,21 87 540 0 0,-36-125-471 0 0,-5 8 40 0 0,3-26-170 0 0,1 0 0 0 0,1 0 0 0 0,0 0 0 0 0,1 0 0 0 0,1 0 0 0 0,0 1 0 0 0,1-1 0 0 0,1 1 1 0 0,1 0-1 0 0,0 0 0 0 0,12-21 0 0 0,-17 35 43 0 0,0 0 0 0 0,1 0 0 0 0,-1 0 0 0 0,0 0 0 0 0,1 0 0 0 0,0 0-1 0 0,-1 1 1 0 0,1-1 0 0 0,0 0 0 0 0,0 1 0 0 0,0-1 0 0 0,0 1 0 0 0,2-2 0 0 0,-2 3 2 0 0,-1-1-1 0 0,1 1 0 0 0,-1-1 1 0 0,1 1-1 0 0,-1 0 1 0 0,1 0-1 0 0,-1 0 1 0 0,1-1-1 0 0,-1 1 1 0 0,1 1-1 0 0,-1-1 0 0 0,1 0 1 0 0,-1 0-1 0 0,1 1 1 0 0,-1-1-1 0 0,3 1 1 0 0,0 2 1 0 0,0-1 0 0 0,0 1 0 0 0,0-1 0 0 0,0 1 0 0 0,0 1 0 0 0,0-1 0 0 0,-1 0 0 0 0,0 1 0 0 0,1 0 0 0 0,-1 0 0 0 0,4 6 0 0 0,0 4-3 0 0,-1-1 0 0 0,0 1 1 0 0,0 0-1 0 0,3 16 0 0 0,-1-5 4 0 0,-5-13 55 0 0,3 4 147 0 0,-1-17-134 0 0,3-11-72 0 0,15-37 35 0 0,26-48-296 0 0,-37 77 230 0 0,-1 1 15 0 0,26-33-1 0 0,-36 51 40 0 0,2-3 13 0 0,1 1 1 0 0,-1-1-1 0 0,0 0 0 0 0,-1 0 1 0 0,6-8-1 0 0,-8 11-43 0 0,1 0 12 0 0,21-22-1 0 0,11 4-9 0 0,-31 18 12 0 0,29 1 3 0 0,-25 1-10 0 0,7 1 1 0 0,-7-1 10 0 0,7 0-15 0 0,7 1-4 0 0,-17-2-3 0 0,23 5-35 0 0,-24-5 53 0 0,-1 1 1 0 0,0-1-1 0 0,1 1 1 0 0,-1-1-1 0 0,0 1 0 0 0,1-1 1 0 0,-1 1-1 0 0,0 0 1 0 0,0 0-1 0 0,1 0 1 0 0,-1-1-1 0 0,0 1 0 0 0,0 0 1 0 0,0 0-1 0 0,0 1 1 0 0,0-1-1 0 0,0 0 1 0 0,-1 0-1 0 0,1 0 0 0 0,0 1 1 0 0,-1-1-1 0 0,1 0 1 0 0,-1 1-1 0 0,1-1 1 0 0,0 2-1 0 0,1 2 14 0 0,-1 0 0 0 0,0 0 0 0 0,0 0 1 0 0,0 0-1 0 0,0 8 0 0 0,-2 17 0 0 0,-2 0 0 0 0,-2 0 0 0 0,-8 31 1 0 0,6-36 3 0 0,2 1 1 0 0,1 0-1 0 0,1 0 1 0 0,0 42-1 0 0,3-64-15 0 0,1-1 0 0 0,-1 0-1 0 0,1 1 1 0 0,-1-1-1 0 0,1 0 1 0 0,0 1 0 0 0,0-1-1 0 0,1 0 1 0 0,-1 0-1 0 0,1 0 1 0 0,0 0 0 0 0,-1 0-1 0 0,1-1 1 0 0,0 1-1 0 0,1 0 1 0 0,2 2 0 0 0,-1-2 4 0 0,0 0 0 0 0,0 0 0 0 0,0 0 1 0 0,1-1-1 0 0,-1 0 0 0 0,1 0 0 0 0,0 0 0 0 0,-1 0 1 0 0,10 1-1 0 0,6 0 3 0 0,0-1-1 0 0,0-1 1 0 0,0-1 0 0 0,26-3 0 0 0,-44 3-18 0 0,23-2-568 0 0,0-1 0 0 0,0-2 1 0 0,-1 0-1 0 0,35-13 0 0 0,-43 12-601 0 0,-1-1 1 0 0,1 0-1 0 0,-2-1 0 0 0,19-14 0 0 0,-2-1-2371 0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7:46.3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13 780 1220 0 0,'-12'13'4565'0'0,"12"-12"-4039"0"0,0 2-288 0 0,0 0-1 0 0,1 0 1 0 0,-1 0-1 0 0,1 0 1 0 0,0-1 0 0 0,-1 1-1 0 0,1 0 1 0 0,1-1-1 0 0,-1 1 1 0 0,0 0-1 0 0,1-1 1 0 0,-1 1-1 0 0,4 3 1 0 0,-4-5 26 0 0,-1-1-215 0 0,0 1 0 0 0,1-1 0 0 0,-1 0 0 0 0,0 1 0 0 0,1-1 0 0 0,-1 0 1 0 0,0 1-1 0 0,1-1 0 0 0,-1 0 0 0 0,0 0 0 0 0,1 0 0 0 0,-1 1 0 0 0,0-1 0 0 0,1 0 0 0 0,-1 0 0 0 0,1 0 0 0 0,-1 0 0 0 0,1 0 1 0 0,-1 0-1 0 0,0 1 0 0 0,1-1 0 0 0,-1 0 0 0 0,1-1 0 0 0,9-3 53 0 0,0-1 0 0 0,0 0 0 0 0,-1-1 0 0 0,1 0-1 0 0,-2 0 1 0 0,1-1 0 0 0,-1 0 0 0 0,0-1 0 0 0,0 0 0 0 0,10-14 0 0 0,-3 2-81 0 0,-1 0-1 0 0,-1 0 1 0 0,19-43-1 0 0,-18 27-57 0 0,-1-1 0 0 0,-3 0 0 0 0,0-1 0 0 0,6-60 0 0 0,-4-157 34 0 0,-22 274-91 0 0,-2 54 185 0 0,-4 111-1 0 0,14-134-106 0 0,0-24 36 0 0,2-1-1 0 0,5 34 1 0 0,-4-48-8 0 0,1 0-1 0 0,0 0 1 0 0,1 0 0 0 0,0 0-1 0 0,1-1 1 0 0,0 1-1 0 0,10 16 1 0 0,-12-23-10 0 0,1 0 0 0 0,1 0 0 0 0,-1 0 0 0 0,0 0-1 0 0,1-1 1 0 0,0 1 0 0 0,0-1 0 0 0,0 0 0 0 0,0 0 0 0 0,0-1 0 0 0,1 1-1 0 0,-1-1 1 0 0,6 2 0 0 0,-2-1 1 0 0,0-1 0 0 0,1 0-1 0 0,-1 0 1 0 0,0-1 0 0 0,1 0 0 0 0,-1-1 0 0 0,12 0-1 0 0,-2-2 3 0 0,-1 0 1 0 0,1-1-1 0 0,0-1 0 0 0,-1-1 0 0 0,0-1 0 0 0,30-13 0 0 0,-31 11-51 0 0,-1-2-1 0 0,0 1 1 0 0,-1-2-1 0 0,0 0 1 0 0,-1-1 0 0 0,0 0-1 0 0,-1-1 1 0 0,0 0-1 0 0,-1-1 1 0 0,-1 0-1 0 0,0-1 1 0 0,0 0-1 0 0,11-29 1 0 0,-5 7-76 0 0,-2-2 1 0 0,-1 0-1 0 0,-3 0 1 0 0,11-77-1 0 0,-12 49 28 0 0,0-72 0 0 0,-9 136 87 0 0,-1-5-4 0 0,-12 25-15 0 0,-1 29 180 0 0,3 1 1 0 0,-7 55-1 0 0,6-33 56 0 0,2-3-23 0 0,2 0 0 0 0,2 83 0 0 0,6-147-181 0 0,0 1 0 0 0,0 0 0 0 0,1 0 0 0 0,-1-1 0 0 0,1 1 0 0 0,-1 0-1 0 0,1-1 1 0 0,0 1 0 0 0,0 0 0 0 0,0-1 0 0 0,0 1 0 0 0,1-1 0 0 0,-1 1 0 0 0,1-1 0 0 0,-1 0 0 0 0,1 0-1 0 0,0 0 1 0 0,3 3 0 0 0,-4-4-1 0 0,1 1 0 0 0,0-1 0 0 0,0 0 0 0 0,0 0 0 0 0,0 0 0 0 0,0-1 0 0 0,0 1 0 0 0,0 0 0 0 0,0-1 0 0 0,0 1 0 0 0,0-1 0 0 0,0 0 0 0 0,0 0 0 0 0,0 0 0 0 0,0 0 0 0 0,0 0 0 0 0,1 0 0 0 0,-1 0 0 0 0,0-1 0 0 0,0 1 0 0 0,0-1 0 0 0,0 0-1 0 0,3-1 1 0 0,2-1-2 0 0,0-1-1 0 0,0 0 0 0 0,-1 0 1 0 0,1-1-1 0 0,-1 0 0 0 0,0 0 1 0 0,0-1-1 0 0,5-5 0 0 0,39-55-90 0 0,-23 27-36 0 0,-21 32 104 0 0,5-7-30 0 0,0 0-1 0 0,16-15 1 0 0,-25 28 45 0 0,0 1 11 0 0,0 0-1 0 0,0 1 1 0 0,-1 0-1 0 0,1-1 1 0 0,0 1-1 0 0,0 0 1 0 0,-1 0-1 0 0,1-1 1 0 0,-1 1-1 0 0,1 1 1 0 0,-1-1-1 0 0,1 0 1 0 0,-1 0-1 0 0,1 0 1 0 0,-1 1-1 0 0,0-1 1 0 0,0 1-1 0 0,0-1 1 0 0,0 1-1 0 0,0 0 1 0 0,0-1-1 0 0,0 1 1 0 0,0 0-1 0 0,-1-1 1 0 0,1 1-1 0 0,-1 0 1 0 0,1 3-1 0 0,3 9 36 0 0,-1-1 0 0 0,1 24 0 0 0,-3-27-33 0 0,1 6 17 0 0,-1 1 19 0 0,1 1-1 0 0,1-1 1 0 0,1 0-1 0 0,10 32 0 0 0,-13-47-15 0 0,0-1-1 0 0,0 1 0 0 0,0-1 0 0 0,-1 0 0 0 0,2 1 0 0 0,-1-1 0 0 0,0 0 0 0 0,0 1 0 0 0,0-1 0 0 0,1 0 0 0 0,-1 0 0 0 0,0 0 0 0 0,1 0 0 0 0,-1 0 0 0 0,1-1 0 0 0,-1 1 0 0 0,1 0 0 0 0,1 0 0 0 0,1 0 4 0 0,0-1-1 0 0,0 1 1 0 0,0-1-1 0 0,0 1 1 0 0,0-1-1 0 0,0 0 1 0 0,6-1-1 0 0,2-2 7 0 0,0 1 1 0 0,0-1-1 0 0,-1-1 0 0 0,15-6 0 0 0,-6 0-35 0 0,0-1 1 0 0,-1-1 0 0 0,0-1-1 0 0,0 0 1 0 0,-2-1-1 0 0,0-1 1 0 0,0-1 0 0 0,25-31-1 0 0,-32 35-10 0 0,-1-1 0 0 0,0 0-1 0 0,0-1 1 0 0,-2 0 0 0 0,0 0-1 0 0,0-1 1 0 0,-1 0 0 0 0,-1 0-1 0 0,0-1 1 0 0,-1 1 0 0 0,-1-1-1 0 0,-1 0 1 0 0,1-17 0 0 0,-2 26 6 0 0,-1 7 0 0 0,0-1 0 0 0,0 1 0 0 0,0-1 0 0 0,1 1 1 0 0,-1-1-1 0 0,0 1 0 0 0,0-1 0 0 0,0 1 0 0 0,0-1 1 0 0,0 1-1 0 0,0-1 0 0 0,-1 1 0 0 0,1-1 0 0 0,0 1 0 0 0,0-1 1 0 0,0 1-1 0 0,0-1 0 0 0,-1 1 0 0 0,1-1 0 0 0,0 1 1 0 0,0 0-1 0 0,-1-1 0 0 0,1 0 0 0 0,-10-2-12 0 0,7 5 14 0 0,1-1-1 0 0,-1 0 0 0 0,0 1 1 0 0,1-1-1 0 0,-1 1 1 0 0,1 0-1 0 0,0 0 0 0 0,0 0 1 0 0,-1 0-1 0 0,1 0 1 0 0,1 1-1 0 0,-1-1 1 0 0,-2 4-1 0 0,-23 40 139 0 0,24-41-108 0 0,-5 10 19 0 0,1 0 0 0 0,1 0 0 0 0,0 0 0 0 0,1 1 0 0 0,1 0 0 0 0,1 0 0 0 0,0 0 0 0 0,-1 20 0 0 0,4-30-30 0 0,0 0-1 0 0,0 1 1 0 0,1-1 0 0 0,0 0 0 0 0,0 0 0 0 0,0 0 0 0 0,1 0 0 0 0,0 0-1 0 0,0 0 1 0 0,5 9 0 0 0,-4-11-7 0 0,0 0 0 0 0,-1 0 0 0 0,1-1-1 0 0,0 0 1 0 0,1 1 0 0 0,-1-1 0 0 0,0-1 0 0 0,1 1-1 0 0,0 0 1 0 0,0-1 0 0 0,0 0 0 0 0,0 0 0 0 0,0 0 0 0 0,0 0-1 0 0,0 0 1 0 0,7 0 0 0 0,0 1-52 0 0,0-1-1 0 0,1-1 1 0 0,0 0 0 0 0,-1-1 0 0 0,1 0-1 0 0,-1-1 1 0 0,1 0 0 0 0,-1-1 0 0 0,1 0-1 0 0,-1-1 1 0 0,0 0 0 0 0,14-6-1 0 0,-7 2-1029 0 0,-1-2-1 0 0,0 0 1 0 0,0-1-1 0 0,-1 0 0 0 0,0-1 1 0 0,23-21-1 0 0,-15 8-2843 0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7:46.6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181 123 580 0 0,'-181'22'10740'0'0,"183"-23"-10602"0"0,6-4-102 0 0,1 0 1 0 0,-1 0-1 0 0,1 2 0 0 0,0-1 1 0 0,0 1-1 0 0,19-4 1 0 0,-4 0-110 0 0,370-82-5949 0 0,-311 74 2808 0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7:47.3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47 1508 0 0,'-69'-46'9352'0'0,"68"45"-8869"0"0,-1 3-229 0 0,0 0-204 0 0,1 1 1 0 0,0-1-1 0 0,-1 0 1 0 0,1 1-1 0 0,0-1 0 0 0,0 1 1 0 0,0-1-1 0 0,1 1 1 0 0,-1-1-1 0 0,0 1 0 0 0,1-1 1 0 0,0 1-1 0 0,0 0 1 0 0,0 3-1 0 0,1 52 404 0 0,0-31-238 0 0,-27 330 974 0 0,20-292-694 0 0,5-63-218 0 0,5-14-202 0 0,4-13-140 0 0,1 1 1 0 0,21-40-1 0 0,-24 53 51 0 0,0 1 1 0 0,0 0-1 0 0,2 1 0 0 0,-1-1 0 0 0,1 1 0 0 0,0 1 0 0 0,1-1 1 0 0,11-8-1 0 0,-16 15 8 0 0,-1-1-1 0 0,1 1 1 0 0,0 0 0 0 0,0 0 0 0 0,0 1 0 0 0,0-1-1 0 0,0 1 1 0 0,0 0 0 0 0,0 0 0 0 0,0 0 0 0 0,0 1 0 0 0,0-1-1 0 0,1 1 1 0 0,-1 0 0 0 0,0 0 0 0 0,0 0 0 0 0,9 3 0 0 0,-8-2 13 0 0,1 1 1 0 0,0 0 0 0 0,-1 1-1 0 0,0 0 1 0 0,1 0 0 0 0,-1 0-1 0 0,0 0 1 0 0,0 1 0 0 0,-1 0-1 0 0,1 0 1 0 0,6 8-1 0 0,-5-6 9 0 0,-1 0-1 0 0,-1 0 1 0 0,1 1-1 0 0,-1-1 0 0 0,0 1 1 0 0,-1 0-1 0 0,0 0 0 0 0,0 1 1 0 0,0-1-1 0 0,-1 1 0 0 0,0-1 1 0 0,0 1-1 0 0,-1 0 1 0 0,0 0-1 0 0,0-1 0 0 0,-1 1 1 0 0,0 0-1 0 0,-1 0 0 0 0,-2 14 1 0 0,-1-10 71 0 0,0-1 0 0 0,-1 0 0 0 0,0 0 0 0 0,-1 0 0 0 0,0 0 0 0 0,-1-1 0 0 0,0 0 0 0 0,0 0 0 0 0,-18 16 0 0 0,17-19 2 0 0,1-1 0 0 0,-1 1 0 0 0,0-2 0 0 0,-1 1 0 0 0,1-1 0 0 0,-1-1 0 0 0,0 1 0 0 0,-1-1 0 0 0,1-1 0 0 0,-1 0 0 0 0,1 0 1 0 0,-15 1-1 0 0,17-3-52 0 0,-1-1 0 0 0,1 0 0 0 0,-1 0 0 0 0,1-1 0 0 0,-1 0 0 0 0,1 0 0 0 0,0-1 0 0 0,-13-4 0 0 0,15 4-225 0 0,1 0 0 0 0,-1 0 0 0 0,1 0 1 0 0,-1-1-1 0 0,1 1 0 0 0,0-1 0 0 0,-1 0 0 0 0,2-1 1 0 0,-1 1-1 0 0,0-1 0 0 0,1 1 0 0 0,-6-9 0 0 0,8 11 85 0 0,1 1-1 0 0,0-1 0 0 0,0 0 1 0 0,-1 0-1 0 0,1 0 0 0 0,0 0 0 0 0,0 0 1 0 0,0 1-1 0 0,0-1 0 0 0,0 0 1 0 0,1 0-1 0 0,-1 0 0 0 0,0 0 0 0 0,0 0 1 0 0,0 1-1 0 0,1-1 0 0 0,-1 0 1 0 0,0 0-1 0 0,1 0 0 0 0,-1 1 1 0 0,1-1-1 0 0,-1 0 0 0 0,1 1 0 0 0,-1-1 1 0 0,1 0-1 0 0,0 1 0 0 0,1-2 1 0 0,18-14-1908 0 0,16-1-2296 0 0,-13 5 842 0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7:48.6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270 161 1316 0 0,'1'-3'545'0'0,"0"1"0"0"0,0 0 0 0 0,0-1 0 0 0,-1 1-1 0 0,1-1 1 0 0,-1 1 0 0 0,0-1 0 0 0,1-2 0 0 0,-2 4-410 0 0,1-1-1 0 0,0 1 1 0 0,0 0 0 0 0,-1-1 0 0 0,1 1 0 0 0,-1 0 0 0 0,1-1-1 0 0,-1 1 1 0 0,0 0 0 0 0,1 0 0 0 0,-1 0 0 0 0,0 0 0 0 0,0 0-1 0 0,0 0 1 0 0,0 0 0 0 0,0 0 0 0 0,0 0 0 0 0,0 0 0 0 0,0 0-1 0 0,0 0 1 0 0,0 1 0 0 0,-2-2 0 0 0,1 2-85 0 0,0 0 1 0 0,1 0-1 0 0,-1 0 0 0 0,0 0 1 0 0,0 0-1 0 0,1 0 1 0 0,-1 0-1 0 0,0 1 0 0 0,0-1 1 0 0,1 1-1 0 0,-1-1 1 0 0,0 1-1 0 0,0 0 0 0 0,1-1 1 0 0,-1 1-1 0 0,1 0 1 0 0,-2 1-1 0 0,0 0 64 0 0,-15 9 31 0 0,0 1 1 0 0,1 0-1 0 0,1 2 0 0 0,0 0 0 0 0,1 1 0 0 0,0 0 0 0 0,1 1 0 0 0,1 1 0 0 0,1 0 1 0 0,0 1-1 0 0,1 0 0 0 0,1 1 0 0 0,1 0 0 0 0,-7 21 0 0 0,13-33-126 0 0,1 0-1 0 0,1 0 0 0 0,0 1 1 0 0,0-1-1 0 0,0 0 0 0 0,0 0 1 0 0,1 1-1 0 0,1-1 1 0 0,0 9-1 0 0,0-13-13 0 0,0 0 0 0 0,0 0 0 0 0,0 0-1 0 0,0 0 1 0 0,0 0 0 0 0,0 0 0 0 0,1-1 0 0 0,-1 1 0 0 0,1-1-1 0 0,0 1 1 0 0,-1-1 0 0 0,1 1 0 0 0,1-1 0 0 0,-1 0 0 0 0,0 0 0 0 0,0 0-1 0 0,1 0 1 0 0,-1 0 0 0 0,1-1 0 0 0,0 1 0 0 0,-1-1 0 0 0,1 0 0 0 0,0 0-1 0 0,0 0 1 0 0,4 1 0 0 0,-2 0-3 0 0,-1-2 0 0 0,1 1 0 0 0,-1 0-1 0 0,1-1 1 0 0,-1 0 0 0 0,1 0 0 0 0,-1 0 0 0 0,1-1-1 0 0,-1 0 1 0 0,1 0 0 0 0,-1 0 0 0 0,0 0 0 0 0,7-3 0 0 0,-5 1-15 0 0,1-1 1 0 0,-1 1-1 0 0,-1-1 1 0 0,1-1-1 0 0,0 1 1 0 0,-1-1-1 0 0,9-10 1 0 0,3-6-56 0 0,-2-2-1 0 0,0 1 1 0 0,18-42-1 0 0,-17 32 39 0 0,18-34-85 0 0,-33 65 123 0 0,4 12 8 0 0,-5 13 103 0 0,-1 2 117 0 0,4 37 1 0 0,-2-57-211 0 0,0 0 1 0 0,0 1-1 0 0,1-1 1 0 0,-1 0-1 0 0,1 0 1 0 0,1 0-1 0 0,-1 0 1 0 0,1 0-1 0 0,0-1 1 0 0,0 1-1 0 0,6 6 1 0 0,-7-10-21 0 0,0 0 1 0 0,0 0-1 0 0,1 0 1 0 0,-1-1-1 0 0,0 1 1 0 0,1-1-1 0 0,-1 0 1 0 0,1 0-1 0 0,0 1 0 0 0,-1-2 1 0 0,1 1-1 0 0,0 0 1 0 0,-1-1-1 0 0,1 1 1 0 0,0-1-1 0 0,0 0 1 0 0,0 0-1 0 0,-1 0 1 0 0,1 0-1 0 0,0 0 1 0 0,0 0-1 0 0,0-1 0 0 0,-1 0 1 0 0,5-1-1 0 0,0 0 10 0 0,0-1 0 0 0,-1 1-1 0 0,0-1 1 0 0,1-1-1 0 0,-1 1 1 0 0,-1-1 0 0 0,1 0-1 0 0,10-10 1 0 0,6-11-65 0 0,-1-1 1 0 0,32-50 0 0 0,-37 50 5 0 0,1 2 1 0 0,0 0 0 0 0,40-40-1 0 0,-55 61 41 0 0,-1 2 1 0 0,-1 0-1 0 0,1 1 1 0 0,0-1-1 0 0,-1 0 1 0 0,1 0-1 0 0,0 1 1 0 0,0-1 0 0 0,0 0-1 0 0,-1 1 1 0 0,1-1-1 0 0,0 1 1 0 0,0-1 0 0 0,0 1-1 0 0,0 0 1 0 0,0-1-1 0 0,0 1 1 0 0,0 0-1 0 0,0-1 1 0 0,2 1 0 0 0,13-3-29 0 0,-12 3 36 0 0,-1 1 0 0 0,0-1 0 0 0,0 0 0 0 0,0 1 0 0 0,0 0 0 0 0,1 0 0 0 0,-1 0-1 0 0,0 0 1 0 0,0 0 0 0 0,-1 1 0 0 0,1-1 0 0 0,0 1 0 0 0,0 0 0 0 0,-1-1 0 0 0,3 4 0 0 0,0-1 70 0 0,-1 1 0 0 0,0 0 0 0 0,0 0 0 0 0,0 0 0 0 0,-1 0 0 0 0,0 1 0 0 0,4 6 0 0 0,0 6 206 0 0,-1 0-1 0 0,0 0 1 0 0,5 38-1 0 0,-9-48-187 0 0,-1 1 1 0 0,0-1-1 0 0,-1 0 1 0 0,0 0-1 0 0,0 1 0 0 0,-1-1 1 0 0,0 0-1 0 0,0 0 0 0 0,-3 10 1 0 0,2-13-20 0 0,0 0-1 0 0,-1 0 1 0 0,1 0 0 0 0,-1 0 0 0 0,0-1 0 0 0,0 1 0 0 0,0-1 0 0 0,-1 0 0 0 0,0 0 0 0 0,1 0-1 0 0,-2 0 1 0 0,1-1 0 0 0,0 0 0 0 0,-10 6 0 0 0,4-3-10 0 0,0-1 0 0 0,-1 0 1 0 0,0 0-1 0 0,0-1 0 0 0,0-1 0 0 0,-12 3 1 0 0,21-6-82 0 0,-4 0 51 0 0,6 0-37 0 0,-1 0 0 0 0,0 0 0 0 0,1 1 0 0 0,-1-1 0 0 0,0 0 0 0 0,0 0 0 0 0,1 0 0 0 0,-1 0 0 0 0,0 0 0 0 0,1 0 0 0 0,-1 0 0 0 0,0-1 0 0 0,1 1 0 0 0,-1 0 0 0 0,0 0 0 0 0,1 0 0 0 0,-1-1 0 0 0,-1 0 0 0 0,2-1-130 0 0,-1-1 1 0 0,0 1 0 0 0,1-1-1 0 0,0 1 1 0 0,0-1-1 0 0,0 1 1 0 0,0-1-1 0 0,0 1 1 0 0,0-1-1 0 0,1 1 1 0 0,-1-1-1 0 0,1 1 1 0 0,0-1 0 0 0,-1 1-1 0 0,1 0 1 0 0,0-1-1 0 0,1 1 1 0 0,-1 0-1 0 0,0 0 1 0 0,1-1-1 0 0,-1 1 1 0 0,3-2-1 0 0,7-10-720 0 0,1 1 0 0 0,14-14 0 0 0,-16 17 491 0 0,128-113-3208 0 0,24-26 1615 0 0,-152 139 2397 0 0,0-1-1 0 0,-1-1 1 0 0,0 1-1 0 0,-1-2 1 0 0,-1 1-1 0 0,0-1 1 0 0,6-15 1254 0 0,-12 32-1541 0 0,-1 0 0 0 0,1 1 0 0 0,-1-1 0 0 0,0 0 0 0 0,-1 1-1 0 0,1-1 1 0 0,-2 5 0 0 0,-3 26 728 0 0,-8 75 712 0 0,12-94-1501 0 0,1 0 0 0 0,0 0 0 0 0,1-1 1 0 0,7 31-1 0 0,-7-44-102 0 0,-1 0 0 0 0,1 0 0 0 0,0 0 0 0 0,0-1 0 0 0,0 1 0 0 0,0 0 0 0 0,0 0-1 0 0,0-1 1 0 0,1 1 0 0 0,-1-1 0 0 0,1 1 0 0 0,-1-1 0 0 0,1 0 0 0 0,-1 1 0 0 0,1-1 0 0 0,0 0 0 0 0,-1 0 0 0 0,1 0 0 0 0,0 0 0 0 0,0-1 0 0 0,0 1 0 0 0,0 0 0 0 0,0-1 0 0 0,0 1 0 0 0,0-1 0 0 0,0 0 0 0 0,0 0 0 0 0,0 0 0 0 0,0 0 0 0 0,0 0 0 0 0,0 0 0 0 0,0 0 0 0 0,2-1 0 0 0,5 0-234 0 0,0-1 1 0 0,0 0-1 0 0,0 0 1 0 0,0-1-1 0 0,-1 0 1 0 0,11-5 0 0 0,-3-1-94 0 0,-1-1 0 0 0,1 0 0 0 0,-2-1 0 0 0,1 0 1 0 0,16-19-1 0 0,57-71-363 0 0,-74 82 814 0 0,0 0 0 0 0,-2-1-1 0 0,15-30 1 0 0,-27 50-110 0 0,0 0-1 0 0,0-1 1 0 0,1 1-1 0 0,-1 0 0 0 0,0-1 1 0 0,0 1-1 0 0,0 0 1 0 0,0-1-1 0 0,0 1 0 0 0,1 0 1 0 0,-1-1-1 0 0,0 1 1 0 0,0-1-1 0 0,0 1 0 0 0,0 0 1 0 0,0-1-1 0 0,0 1 1 0 0,0-1-1 0 0,0 1 0 0 0,0 0 1 0 0,0-1-1 0 0,-1 1 1 0 0,1 0-1 0 0,0-1 0 0 0,0 1 1 0 0,0 0-1 0 0,0-1 1 0 0,0 1-1 0 0,-1 0 0 0 0,1-1 1 0 0,0 1-1 0 0,0 0 1 0 0,-1-1-1 0 0,1 1 0 0 0,0 0 1 0 0,0 0-1 0 0,-1-1 1 0 0,1 1-1 0 0,0 0 0 0 0,-1-1 1 0 0,-1 2 6 0 0,1-1 1 0 0,0 0 0 0 0,0 1-1 0 0,0-1 1 0 0,0 1 0 0 0,-1-1-1 0 0,1 1 1 0 0,0 0 0 0 0,0-1-1 0 0,0 1 1 0 0,0 0-1 0 0,0 0 1 0 0,1 0 0 0 0,-1-1-1 0 0,0 1 1 0 0,0 0 0 0 0,0 0-1 0 0,1 0 1 0 0,-1 0-1 0 0,0 1 1 0 0,1-1 0 0 0,-1 1-1 0 0,-2 3 61 0 0,1 1 0 0 0,0 0-1 0 0,0-1 1 0 0,1 1 0 0 0,-1 0-1 0 0,1 0 1 0 0,1 0 0 0 0,-1 0-1 0 0,1 0 1 0 0,0 0 0 0 0,0 0-1 0 0,0-1 1 0 0,1 1 0 0 0,0 0-1 0 0,2 7 1 0 0,4 13 380 0 0,20 49-1 0 0,-23-66-408 0 0,-4-8 34 0 0,0 0-61 0 0,1-1 0 0 0,-1 1 0 0 0,0 0 0 0 0,0-1 0 0 0,0 1 1 0 0,1 0-1 0 0,-1-1 0 0 0,0 1 0 0 0,0 0 0 0 0,0-1 0 0 0,0 1 0 0 0,0 0 0 0 0,0 0 0 0 0,-1-1 1 0 0,1 1-1 0 0,0 0 0 0 0,0-1 0 0 0,0 1 0 0 0,-1 0 0 0 0,1-1 0 0 0,0 1 0 0 0,-1-1 1 0 0,1 1-1 0 0,0 0 0 0 0,-1-1 0 0 0,1 1 0 0 0,-1-1 0 0 0,1 1 0 0 0,-1 0 0 0 0,-11 0-121 0 0,-1 0 0 0 0,1 0 0 0 0,0-1 0 0 0,0-1-1 0 0,0 0 1 0 0,0 0 0 0 0,-16-5 0 0 0,0-1-2317 0 0,0-1 1 0 0,-28-14-1 0 0,21 7-1331 0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7:48.8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63 1444 0 0,'1'-2'2056'0'0,"9"-39"6334"0"0,-9 40-8004 0 0,2-9 345 0 0,-3 10-826 0 0,0 0-1 0 0,0-1 1 0 0,0 1 0 0 0,0 0 0 0 0,0-1 0 0 0,0 1 0 0 0,0 0 0 0 0,0 0 0 0 0,0-1 0 0 0,0 1-1 0 0,0 0 1 0 0,0 0 0 0 0,0-1 0 0 0,0 1 0 0 0,0 0 0 0 0,0 0 0 0 0,0-1 0 0 0,0 1 0 0 0,0 0-1 0 0,0 0 1 0 0,0-1 0 0 0,-1 1 0 0 0,1 0 0 0 0,-3-3-1522 0 0,2 3 1522 0 0,-17 3-2783 0 0,0 2-852 0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7:53.6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52 172 0 0,'0'-3'1133'0'0,"0"-2"-655"0"0,0 1 0 0 0,1-1-1 0 0,-1 0 1 0 0,1 0 0 0 0,0 1 0 0 0,1-1 0 0 0,-1 0 0 0 0,3-4 0 0 0,-3 7-62 0 0,2 3-305 0 0,0-1 1 0 0,0 1 0 0 0,0 0-1 0 0,0 0 1 0 0,0 0-1 0 0,0 0 1 0 0,0 0-1 0 0,-1 1 1 0 0,1-1-1 0 0,0 1 1 0 0,-1 0 0 0 0,1 0-1 0 0,-1 0 1 0 0,0 0-1 0 0,1 0 1 0 0,-1 1-1 0 0,0-1 1 0 0,-1 1 0 0 0,1-1-1 0 0,0 1 1 0 0,-1 0-1 0 0,3 4 1 0 0,4 11 68 0 0,0-1 0 0 0,7 30 1 0 0,-10-33-52 0 0,5 27-14 0 0,-1-1 0 0 0,6 83 0 0 0,-1-9 124 0 0,-13-97-22 0 0,0-8 134 0 0,1-23-173 0 0,0-19-123 0 0,0-1-21 0 0,7-36 1 0 0,-7 61-39 0 0,0 0 0 0 0,0 1 0 0 0,1-1 0 0 0,0 1 0 0 0,1-1 0 0 0,0 1 0 0 0,0 0 0 0 0,0 0 0 0 0,8-9 0 0 0,-10 14-2 0 0,-1 1 4 0 0,-1 1 1 0 0,1 0 0 0 0,0 0 0 0 0,0 0-1 0 0,0 0 1 0 0,-1 0 0 0 0,1 1 0 0 0,0-1-1 0 0,0 0 1 0 0,0 0 0 0 0,0 1 0 0 0,0-1-1 0 0,1 0 1 0 0,-1 1 0 0 0,0-1 0 0 0,0 1-1 0 0,0-1 1 0 0,0 1 0 0 0,1 0 0 0 0,-1-1-1 0 0,0 1 1 0 0,0 0 0 0 0,3 0 0 0 0,2 0-3 0 0,0 0 1 0 0,-1 0 0 0 0,1 0 0 0 0,0 1-1 0 0,0-1 1 0 0,-1 1 0 0 0,1 1 0 0 0,-1-1-1 0 0,1 1 1 0 0,-1 0 0 0 0,1 1 0 0 0,-1-1-1 0 0,0 1 1 0 0,0 0 0 0 0,0 0 0 0 0,-1 0-1 0 0,9 8 1 0 0,6 6 53 0 0,-2 2 0 0 0,27 33 0 0 0,-38-45-10 0 0,-4-5-10 0 0,3-1-2 0 0,1 1 20 0 0,1-11 8 0 0,-1-9-58 0 0,0-1 0 0 0,-1 1 1 0 0,3-30-1 0 0,5-20-38 0 0,-11 62 40 0 0,16-52-41 0 0,-16 54 32 0 0,-1 0 0 0 0,1 0 0 0 0,1 0 0 0 0,-1 0 0 0 0,1 0 0 0 0,-1 1 0 0 0,1-1 0 0 0,0 1 0 0 0,0 0 0 0 0,6-5 0 0 0,-8 8 9 0 0,0 0-1 0 0,0-1 1 0 0,0 1-1 0 0,-1 0 1 0 0,1-1-1 0 0,0 1 1 0 0,0 0-1 0 0,0 0 1 0 0,0 0 0 0 0,0 0-1 0 0,0 0 1 0 0,0 0-1 0 0,0 0 1 0 0,-1 0-1 0 0,1 0 1 0 0,0 0-1 0 0,0 1 1 0 0,0-1-1 0 0,0 0 1 0 0,0 1-1 0 0,-1-1 1 0 0,1 0-1 0 0,1 2 1 0 0,16 11 43 0 0,-10-5-4 0 0,-1 1 0 0 0,0 0 0 0 0,0 0 0 0 0,-1 1 0 0 0,-1-1 0 0 0,1 1 0 0 0,4 14 0 0 0,2 10 234 0 0,7 35-1 0 0,-13-46-881 0 0,0 0 0 0 0,2 0 1 0 0,0 0-1 0 0,15 26 0 0 0,-22-47 226 0 0,1 1 0 0 0,-1-1 0 0 0,1 0 0 0 0,0 0 0 0 0,0 0 0 0 0,0 0 0 0 0,0 0 0 0 0,0 0 0 0 0,0-1 0 0 0,5 3 0 0 0,4 0-1587 0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7:55.0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195 330 744 0 0,'0'0'138'0'0,"-1"-1"0"0"0,1 1 1 0 0,0 0-1 0 0,0-1 0 0 0,-2 0 553 0 0,2 0-553 0 0,0 1 0 0 0,-1 0 0 0 0,1 0 0 0 0,0-1 0 0 0,-1 1 1 0 0,1 0-1 0 0,-1 0 0 0 0,1 0 0 0 0,0-1 0 0 0,-1 1 0 0 0,1 0 0 0 0,-1 0 1 0 0,1 0-1 0 0,-1 0 0 0 0,1 0 0 0 0,0 0 0 0 0,-1 0 0 0 0,-5 3 152 0 0,1-1 0 0 0,-1 2 0 0 0,1-1-1 0 0,0 0 1 0 0,0 1 0 0 0,0 0 0 0 0,1 0-1 0 0,-1 1 1 0 0,1-1 0 0 0,0 1 0 0 0,0 0-1 0 0,-5 9 1 0 0,-39 70 1443 0 0,38-66-1453 0 0,-3 7 48 0 0,1 0 1 0 0,-13 38-1 0 0,23-57-296 0 0,0 1 0 0 0,0-1 0 0 0,1 1 1 0 0,0 0-1 0 0,0-1 0 0 0,0 1 0 0 0,1 0 0 0 0,0 0 0 0 0,1-1 1 0 0,-1 1-1 0 0,1 0 0 0 0,1 0 0 0 0,-1-1 0 0 0,1 1 1 0 0,4 8-1 0 0,-5-12-21 0 0,0-1 0 0 0,1 0 0 0 0,-1 1 1 0 0,1-1-1 0 0,-1 0 0 0 0,1 0 0 0 0,0 0 0 0 0,0 0 1 0 0,0 0-1 0 0,0-1 0 0 0,0 1 0 0 0,0 0 0 0 0,0-1 1 0 0,0 0-1 0 0,1 1 0 0 0,-1-1 0 0 0,1 0 0 0 0,-1 0 1 0 0,3 0-1 0 0,-1 0 0 0 0,0-1 1 0 0,0 1-1 0 0,0-1 1 0 0,0 0 0 0 0,0-1-1 0 0,0 1 1 0 0,0-1-1 0 0,0 1 1 0 0,0-1-1 0 0,0 0 1 0 0,6-3-1 0 0,-3 1-3 0 0,0-1-1 0 0,0 1 0 0 0,-1-1 1 0 0,1 0-1 0 0,-1-1 0 0 0,0 0 0 0 0,0 0 1 0 0,-1 0-1 0 0,0 0 0 0 0,0-1 1 0 0,0 0-1 0 0,8-12 0 0 0,-6 1 5 0 0,0 1 0 0 0,-2-1 0 0 0,0-1 0 0 0,0 1 1 0 0,3-32-1 0 0,-2-90-124 0 0,-6 137 109 0 0,-5 25 63 0 0,3 5 99 0 0,1 0 1 0 0,1 0-1 0 0,6 48 0 0 0,-5-67-138 0 0,1 1-1 0 0,0-1 1 0 0,1 0-1 0 0,0 0 1 0 0,0 0-1 0 0,1 0 1 0 0,0 0 0 0 0,1-1-1 0 0,0 1 1 0 0,0-1-1 0 0,0-1 1 0 0,1 1-1 0 0,1-1 1 0 0,11 11 0 0 0,-13-14-30 0 0,1 0 0 0 0,0 0 0 0 0,0-1 0 0 0,0 0 0 0 0,0 0-1 0 0,0-1 1 0 0,1 0 0 0 0,-1 0 0 0 0,1 0 0 0 0,-1-1 0 0 0,1 0 0 0 0,0 0 0 0 0,0-1 0 0 0,-1 0 0 0 0,1 0 0 0 0,0 0 0 0 0,0-1 0 0 0,-1 0 0 0 0,1 0 0 0 0,0-1 0 0 0,-1 0 0 0 0,0 0 0 0 0,8-4 0 0 0,-4 2-85 0 0,0-1 0 0 0,-1 0 0 0 0,1-1 0 0 0,-1 0 0 0 0,0 0 0 0 0,-1-1 0 0 0,1 0 0 0 0,-1-1 0 0 0,-1 1 0 0 0,1-2 0 0 0,-1 1 0 0 0,-1-1 0 0 0,9-15 0 0 0,-2-3-18 0 0,-2 0 1 0 0,-2 0-1 0 0,0-1 0 0 0,-2 0 1 0 0,-1-1-1 0 0,4-38 0 0 0,-1-177-108 0 0,-14 99 668 0 0,0 317 1536 0 0,2 79-1159 0 0,5-208-751 0 0,2 0 0 0 0,2 0 0 0 0,20 73 0 0 0,-23-103-56 0 0,2 0 0 0 0,0-1 0 0 0,1 1 0 0 0,0-1 0 0 0,8 12 0 0 0,-11-20-7 0 0,0 1-1 0 0,1-1 1 0 0,-1 0 0 0 0,1 0-1 0 0,0 0 1 0 0,0 0-1 0 0,0-1 1 0 0,1 1-1 0 0,-1-1 1 0 0,1-1-1 0 0,0 1 1 0 0,0 0-1 0 0,0-1 1 0 0,0 0-1 0 0,6 1 1 0 0,-6-2-4 0 0,0 0-1 0 0,0 0 1 0 0,0-1-1 0 0,0 1 1 0 0,0-1-1 0 0,0 0 1 0 0,0-1-1 0 0,0 0 1 0 0,0 1-1 0 0,0-2 1 0 0,0 1-1 0 0,0 0 1 0 0,-1-1-1 0 0,1 0 1 0 0,0 0-1 0 0,-1 0 1 0 0,0-1-1 0 0,1 0 1 0 0,-1 0-1 0 0,0 0 1 0 0,0 0-1 0 0,-1 0 1 0 0,1-1-1 0 0,-1 1 1 0 0,1-1-1 0 0,-1 0 1 0 0,0 0-1 0 0,-1-1 1 0 0,4-5-1 0 0,0-2-3 0 0,0 0 0 0 0,-1 0 0 0 0,-1 0 0 0 0,0-1 0 0 0,0 0 0 0 0,-1 1 0 0 0,-1-1 0 0 0,0 0 0 0 0,-1 0 0 0 0,-1-16 0 0 0,0 15-8 0 0,0 1 0 0 0,-2 0 0 0 0,0-1 0 0 0,0 1-1 0 0,-1 0 1 0 0,-1 0 0 0 0,0 1 0 0 0,0-1 0 0 0,-2 1 0 0 0,1 0 0 0 0,-9-12 0 0 0,13 22 2 0 0,0 1 1 0 0,-1-1 0 0 0,1 0-1 0 0,0 1 1 0 0,-1 0 0 0 0,1-1-1 0 0,-1 1 1 0 0,0 0-1 0 0,1 0 1 0 0,-1 0 0 0 0,0 0-1 0 0,0 0 1 0 0,0 0 0 0 0,1 0-1 0 0,-1 1 1 0 0,0-1 0 0 0,0 1-1 0 0,0 0 1 0 0,0-1-1 0 0,0 1 1 0 0,0 0 0 0 0,0 0-1 0 0,0 0 1 0 0,0 0 0 0 0,0 0-1 0 0,0 1 1 0 0,0-1 0 0 0,0 1-1 0 0,0-1 1 0 0,0 1 0 0 0,0 0-1 0 0,0 0 1 0 0,0-1-1 0 0,1 1 1 0 0,-1 1 0 0 0,0-1-1 0 0,1 0 1 0 0,-1 0 0 0 0,0 1-1 0 0,-1 1 1 0 0,1-1 3 0 0,0 0-1 0 0,0 0 1 0 0,0 1 0 0 0,0-1 0 0 0,0 0 0 0 0,1 1-1 0 0,-1-1 1 0 0,1 1 0 0 0,-1 0 0 0 0,1-1 0 0 0,0 1-1 0 0,0 0 1 0 0,1 0 0 0 0,-1 0 0 0 0,0 0-1 0 0,1 0 1 0 0,0-1 0 0 0,0 1 0 0 0,0 0 0 0 0,0 0-1 0 0,0 0 1 0 0,0 0 0 0 0,1 0 0 0 0,-1 0 0 0 0,1 0-1 0 0,0 0 1 0 0,0-1 0 0 0,2 5 0 0 0,-1-4 1 0 0,1 1 0 0 0,1-1 0 0 0,-1 1 0 0 0,0-1 0 0 0,1 0 0 0 0,0 0 0 0 0,0 0 0 0 0,0-1 0 0 0,0 1 1 0 0,0-1-1 0 0,0 0 0 0 0,0 0 0 0 0,1-1 0 0 0,-1 1 0 0 0,1-1 0 0 0,-1 0 0 0 0,1 0 0 0 0,0 0 0 0 0,7-1 0 0 0,10 1 9 0 0,-1 0 0 0 0,0-2 0 0 0,21-4 0 0 0,-14 1-2 0 0,1-1 0 0 0,-1-1 0 0 0,0-1 1 0 0,0-2-1 0 0,-1-1 0 0 0,-1-1 0 0 0,0-1 0 0 0,0-1 0 0 0,41-29 0 0 0,-61 37-17 0 0,-1 0-1 0 0,1-1 1 0 0,-1 1 0 0 0,0-1-1 0 0,5-7 1 0 0,-9 11-7 0 0,-6 1-41 0 0,4 1 54 0 0,1 0 0 0 0,0 0 1 0 0,-1 0-1 0 0,1 0 1 0 0,0 0-1 0 0,0 0 1 0 0,-1 0-1 0 0,1 0 1 0 0,0 0-1 0 0,-1 0 1 0 0,1 0-1 0 0,0 0 1 0 0,-1 1-1 0 0,1-1 1 0 0,0 0-1 0 0,-1 0 1 0 0,1 0-1 0 0,0 0 1 0 0,0 1-1 0 0,-1-1 1 0 0,1 0-1 0 0,0 0 1 0 0,0 0-1 0 0,-1 1 1 0 0,1-1-1 0 0,0 0 1 0 0,0 0-1 0 0,0 1 1 0 0,-1-1-1 0 0,-11 12 6 0 0,1 0 0 0 0,1 1 0 0 0,-1 0 0 0 0,2 0 0 0 0,0 1 0 0 0,-10 21 0 0 0,5-5 29 0 0,1 1 1 0 0,-10 37-1 0 0,20-54-20 0 0,0 0 1 0 0,0 0-1 0 0,1 0 0 0 0,1 0 1 0 0,1 25-1 0 0,0-33-3 0 0,1 1-1 0 0,-1-1 0 0 0,2 1 1 0 0,-1 0-1 0 0,1-1 0 0 0,0 0 0 0 0,0 1 1 0 0,0-1-1 0 0,1 0 0 0 0,0 0 1 0 0,0 0-1 0 0,1-1 0 0 0,0 1 1 0 0,5 6-1 0 0,-6-9 2 0 0,0 0 0 0 0,1 0 0 0 0,-1-1 0 0 0,0 1 0 0 0,1-1 0 0 0,0 0 0 0 0,-1 0 0 0 0,1 0-1 0 0,0-1 1 0 0,0 1 0 0 0,0-1 0 0 0,0 0 0 0 0,0 0 0 0 0,7 0 0 0 0,-4 0-55 0 0,-1-1 0 0 0,0-1 0 0 0,0 0 0 0 0,0 1 0 0 0,0-2 0 0 0,0 1 0 0 0,0-1 0 0 0,0 0 0 0 0,6-3 0 0 0,1-1-137 0 0,-2 0-1 0 0,1-2 1 0 0,-1 1-1 0 0,0-1 1 0 0,0-1-1 0 0,-1 0 1 0 0,0 0-1 0 0,11-15 1 0 0,-8 5 201 0 0,-1 1 0 0 0,-2-2 0 0 0,1 1 0 0 0,-2-2 1 0 0,-1 1-1 0 0,0-1 0 0 0,-2 0 0 0 0,8-44 1 0 0,-14 35 496 0 0,0 28-252 0 0,-10 15-63 0 0,5 12-91 0 0,0-1 0 0 0,2 1 0 0 0,0 0 1 0 0,2 0-1 0 0,1 0 0 0 0,1 0 0 0 0,7 42 1 0 0,-7-62-215 0 0,0 0-1 0 0,0 1 1 0 0,1-1 0 0 0,0 0 0 0 0,0 0 0 0 0,0 0-1 0 0,1 0 1 0 0,-1 0 0 0 0,1 0 0 0 0,1-1 0 0 0,-1 0 0 0 0,6 7-1 0 0,-4-7-368 0 0,-1-1-1 0 0,0 0 1 0 0,1 0 0 0 0,-1 0-1 0 0,1-1 1 0 0,0 1-1 0 0,0-1 1 0 0,0 0-1 0 0,0 0 1 0 0,0-1-1 0 0,0 0 1 0 0,1 0 0 0 0,-1 0-1 0 0,0 0 1 0 0,1-1-1 0 0,-1 0 1 0 0,0 0-1 0 0,1 0 1 0 0,9-3-1 0 0,-1 0-1537 0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7:55.5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0 170 1308 0 0,'4'-11'1046'0'0,"-2"2"-180"0"0,1 1 1 0 0,0-1-1 0 0,0 1 0 0 0,1 0 0 0 0,0 0 0 0 0,7-10 0 0 0,-10 18-794 0 0,0-1-1 0 0,-1 0 1 0 0,1 0 0 0 0,0 1 0 0 0,0-1 0 0 0,0 1 0 0 0,0-1 0 0 0,-1 1-1 0 0,1-1 1 0 0,0 1 0 0 0,0-1 0 0 0,0 1 0 0 0,0 0 0 0 0,0 0-1 0 0,0-1 1 0 0,0 1 0 0 0,0 0 0 0 0,0 0 0 0 0,0 0 0 0 0,0 0 0 0 0,0 0-1 0 0,0 0 1 0 0,0 0 0 0 0,0 1 0 0 0,0-1 0 0 0,0 0 0 0 0,0 0 0 0 0,0 1-1 0 0,0-1 1 0 0,0 1 0 0 0,0-1 0 0 0,0 1 0 0 0,0-1 0 0 0,-1 1-1 0 0,1-1 1 0 0,0 1 0 0 0,1 1 0 0 0,1 1 93 0 0,0 0 0 0 0,1 0 0 0 0,-1 1 0 0 0,0-1 0 0 0,-1 1 0 0 0,5 6 0 0 0,-3-2 37 0 0,-1 0 0 0 0,1 0 0 0 0,-1 0-1 0 0,-1 1 1 0 0,1 0 0 0 0,-1 0-1 0 0,-1-1 1 0 0,0 1 0 0 0,0 0-1 0 0,-1 0 1 0 0,0 0 0 0 0,0 0 0 0 0,-1 0-1 0 0,0 0 1 0 0,-5 15 0 0 0,-3 4 126 0 0,-1 0 1 0 0,-1-1 0 0 0,-22 37 0 0 0,13-26-32 0 0,20-36-207 0 0,1-6-85 0 0,0 0 0 0 0,1 0 0 0 0,-1 0 0 0 0,1 0 0 0 0,0 0 0 0 0,1 1 0 0 0,-1-1 0 0 0,4-4 0 0 0,0 0 2 0 0,59-87-2 0 0,77-124 11 0 0,-135 206-11 0 0,32-65-89 0 0,-39 78 80 0 0,0 0 1 0 0,1-1-1 0 0,-1 1 1 0 0,0 0-1 0 0,0-1 1 0 0,0 1-1 0 0,0 0 1 0 0,1-1-1 0 0,-1 1 1 0 0,0 0-1 0 0,0-1 0 0 0,0 1 1 0 0,0 0-1 0 0,0-1 1 0 0,0 1-1 0 0,0 0 1 0 0,0-1-1 0 0,0 1 1 0 0,0 0-1 0 0,0-1 1 0 0,0 1-1 0 0,0 0 1 0 0,0-1-1 0 0,0 1 1 0 0,-1 0-1 0 0,1 0 1 0 0,0-1-1 0 0,0 0 1 0 0,-8 5-16 0 0,-10 13 74 0 0,2 10 284 0 0,1 0-1 0 0,2 1 1 0 0,-13 35-1 0 0,21-45-294 0 0,0-1-1 0 0,1 1 0 0 0,0 0 1 0 0,1 1-1 0 0,2-1 0 0 0,0 33 1 0 0,1-48-41 0 0,0 1 0 0 0,0-1 0 0 0,1 1 0 0 0,0-1 0 0 0,0 1 0 0 0,0-1 0 0 0,0 0 1 0 0,0 1-1 0 0,0-1 0 0 0,1 0 0 0 0,0 0 0 0 0,0 0 0 0 0,-1 0 0 0 0,2 0 0 0 0,-1-1 0 0 0,0 1 1 0 0,1 0-1 0 0,3 2 0 0 0,-2-2 25 0 0,0-1 0 0 0,1 1 1 0 0,-1-1-1 0 0,1 0 0 0 0,-1 0 1 0 0,1 0-1 0 0,0-1 0 0 0,0 0 1 0 0,0 0-1 0 0,0 0 0 0 0,8 0 0 0 0,2-1-70 0 0,1-1 0 0 0,-1 0-1 0 0,1-2 1 0 0,-1 1-1 0 0,1-2 1 0 0,-1 0-1 0 0,18-8 1 0 0,-17 6-574 0 0,0-2 0 0 0,0 0 0 0 0,-1-1 0 0 0,16-11 0 0 0,-25 16-104 0 0,-1 0 1 0 0,0-1 0 0 0,0 1-1 0 0,0-1 1 0 0,0 0 0 0 0,-1-1-1 0 0,0 1 1 0 0,0-1 0 0 0,-1 0-1 0 0,1 1 1 0 0,-1-2 0 0 0,0 1-1 0 0,3-11 1 0 0,-5 2-2603 0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7:55.8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172 128 888 0 0,'-86'-63'8665'0'0,"28"19"-6550"0"0,47 35-2460 0 0,-6-2-5915 0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7:56.0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215 162 452 0 0,'-212'49'11922'0'0,"209"-49"-11475"0"0,6 0-277 0 0,29-6 41 0 0,58-18-1 0 0,-19 4-153 0 0,353-73-1822 0 0,-137 43-3523 0 0,-171 32 1276 0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7:57.5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276 160 344 0 0,'2'-4'417'0'0,"-1"-1"-1"0"0,0 1 1 0 0,0-1 0 0 0,0 0-1 0 0,0 1 1 0 0,-1-1-1 0 0,0 0 1 0 0,0 0 0 0 0,0 0-1 0 0,0 1 1 0 0,-1-1 0 0 0,0 0-1 0 0,0 1 1 0 0,-3-10 0 0 0,2 9-270 0 0,0 0 0 0 0,0 0 0 0 0,-1 0 1 0 0,0 0-1 0 0,0 0 0 0 0,0 1 0 0 0,-1 0 1 0 0,0-1-1 0 0,1 1 0 0 0,-2 0 0 0 0,1 1 1 0 0,0-1-1 0 0,-1 1 0 0 0,1 0 0 0 0,-1 0 1 0 0,0 0-1 0 0,0 1 0 0 0,-9-4 1 0 0,10 5-134 0 0,0 1 1 0 0,0-1 0 0 0,0 1 0 0 0,0 0 0 0 0,0 0 0 0 0,0 0 0 0 0,0 0 0 0 0,0 1 0 0 0,0 0 0 0 0,0 0 0 0 0,0 0 0 0 0,0 0 0 0 0,0 1-1 0 0,0-1 1 0 0,1 1 0 0 0,-1 0 0 0 0,-6 4 0 0 0,2 0-6 0 0,0 0-1 0 0,1 0 0 0 0,-1 1 1 0 0,2 0-1 0 0,-13 15 0 0 0,11-10-4 0 0,0 0 0 0 0,1 0-1 0 0,1 1 1 0 0,0 0 0 0 0,0 0-1 0 0,1 0 1 0 0,1 1 0 0 0,0 0-1 0 0,-3 26 1 0 0,6-31 5 0 0,1-1 1 0 0,-1 1-1 0 0,1-1 0 0 0,1 1 0 0 0,0-1 0 0 0,0 1 0 0 0,1-1 1 0 0,-1 1-1 0 0,2-1 0 0 0,-1 0 0 0 0,1 0 0 0 0,1 0 0 0 0,-1 0 1 0 0,2 0-1 0 0,-1-1 0 0 0,1 0 0 0 0,7 10 0 0 0,-8-13-2 0 0,1-1-1 0 0,-1 0 0 0 0,0 0 1 0 0,1 0-1 0 0,0 0 0 0 0,-1-1 0 0 0,1 1 1 0 0,0-1-1 0 0,0 0 0 0 0,0-1 1 0 0,1 0-1 0 0,-1 1 0 0 0,0-1 1 0 0,1-1-1 0 0,-1 1 0 0 0,0-1 1 0 0,1 0-1 0 0,-1 0 0 0 0,1-1 1 0 0,-1 0-1 0 0,0 0 0 0 0,0 0 1 0 0,1 0-1 0 0,5-3 0 0 0,-8 2-4 0 0,0 0 0 0 0,-1 1-1 0 0,1-1 1 0 0,0 0 0 0 0,-1-1 0 0 0,1 1-1 0 0,-1 0 1 0 0,0-1 0 0 0,0 1-1 0 0,0-1 1 0 0,0 0 0 0 0,0 1 0 0 0,1-5-1 0 0,0 0 3 0 0,-1 1 0 0 0,0-1-1 0 0,0 0 1 0 0,0 0 0 0 0,1-13-1 0 0,-2-6 5 0 0,-1 1 0 0 0,-6-41 1 0 0,5 54-9 0 0,-11-89 345 0 0,12 99-329 0 0,-2-4 52 0 0,2 45-56 0 0,1 0 0 0 0,2-1-1 0 0,2 1 1 0 0,1-1 0 0 0,19 62-1 0 0,-23-95-4 0 0,0 0 0 0 0,0 0 1 0 0,1-1-1 0 0,-1 1 0 0 0,1-1 0 0 0,0 1 0 0 0,0-1 0 0 0,1 0 0 0 0,-1 0 0 0 0,1 0 0 0 0,8 5 0 0 0,-10-7-1 0 0,0-1 1 0 0,0 0-1 0 0,0 1 0 0 0,0-1 0 0 0,1 0 0 0 0,-1 0 0 0 0,0-1 1 0 0,1 1-1 0 0,-1 0 0 0 0,1-1 0 0 0,-1 0 0 0 0,1 1 1 0 0,-1-1-1 0 0,0 0 0 0 0,1 0 0 0 0,-1 0 0 0 0,1-1 1 0 0,-1 1-1 0 0,1-1 0 0 0,-1 1 0 0 0,1-1 0 0 0,-1 0 1 0 0,0 0-1 0 0,1 0 0 0 0,-1 0 0 0 0,3-2 0 0 0,2-2 0 0 0,-1 0 1 0 0,1-1-1 0 0,-1 0 0 0 0,-1 0 0 0 0,1 0 0 0 0,-1-1 0 0 0,0 0 0 0 0,-1 0 0 0 0,1 0 0 0 0,5-14 1 0 0,2-9-9 0 0,13-44 1 0 0,-21 60 11 0 0,35-138-139 0 0,-38 150 130 0 0,-1 4-37 0 0,1 71 38 0 0,1 8 10 0 0,16 68 407 0 0,-19-148-383 0 0,1-1 0 0 0,0 1 0 0 0,0-1 0 0 0,0 1 0 0 0,0-1 0 0 0,0 1 0 0 0,0-1 0 0 0,1 1 0 0 0,-1-1 0 0 0,0 1 0 0 0,0-1 0 0 0,0 0 0 0 0,0 1 0 0 0,1-1 0 0 0,-1 1 0 0 0,0-1 0 0 0,0 0 0 0 0,1 1 0 0 0,-1-1 0 0 0,0 1 0 0 0,0-1 0 0 0,1 0 0 0 0,-1 1 0 0 0,0-1 0 0 0,1 0 0 0 0,-1 0 0 0 0,1 1 0 0 0,-1-1 0 0 0,1 0 0 0 0,-1 0 0 0 0,0 1 0 0 0,1-1 0 0 0,-1 0 0 0 0,1 0 0 0 0,1 0-4 0 0,-1-1 0 0 0,0 1 1 0 0,0-1-1 0 0,0 0 0 0 0,0 1 0 0 0,0-1 0 0 0,0 0 0 0 0,-1 1 1 0 0,1-1-1 0 0,0 0 0 0 0,0 0 0 0 0,0 0 0 0 0,0-1 0 0 0,23-38 165 0 0,15-57-39 0 0,-28 64-152 0 0,2 2 0 0 0,32-58 0 0 0,-44 87-9 0 0,1 0 0 0 0,-1 0-1 0 0,0 0 1 0 0,1 0 0 0 0,0 1-1 0 0,-1-1 1 0 0,1 0 0 0 0,0 1-1 0 0,0-1 1 0 0,0 1 0 0 0,0 0 0 0 0,0-1-1 0 0,0 1 1 0 0,0 0 0 0 0,0 0-1 0 0,1 0 1 0 0,-1 1 0 0 0,0-1-1 0 0,1 0 1 0 0,-1 1 0 0 0,0 0-1 0 0,1-1 1 0 0,-1 1 0 0 0,1 0-1 0 0,-1 0 1 0 0,3 1 0 0 0,0 1 3 0 0,-1 0 1 0 0,1 0 0 0 0,-1 0-1 0 0,0 1 1 0 0,0 0-1 0 0,0 0 1 0 0,0 0-1 0 0,0 0 1 0 0,0 1 0 0 0,-1-1-1 0 0,0 1 1 0 0,0 0-1 0 0,4 6 1 0 0,5 12 10 0 0,-2-1-1 0 0,0 2 1 0 0,9 32 0 0 0,-10-25-58 0 0,19 38 1 0 0,-26-66-216 0 0,0 1 0 0 0,0 0 0 0 0,0 0 0 0 0,0-1 0 0 0,0 1 0 0 0,0-1 0 0 0,1 1 0 0 0,-1-1 0 0 0,1 0 0 0 0,0 0 0 0 0,0 0 0 0 0,0-1 0 0 0,0 1 0 0 0,0-1 0 0 0,0 1 0 0 0,0-1 0 0 0,0 0 0 0 0,0 0 0 0 0,1-1 0 0 0,-1 1 0 0 0,0 0 0 0 0,1-1 0 0 0,-1 0 0 0 0,0 0 0 0 0,1 0 0 0 0,-1 0 0 0 0,0-1 0 0 0,1 1 0 0 0,4-2 0 0 0,11-3-2662 0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7:58.0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211 599 24 0 0,'0'-1'465'0'0,"0"-1"0"0"0,0 1 1 0 0,-1 0-1 0 0,1-1 0 0 0,0 1 0 0 0,-1 0 0 0 0,1-1 0 0 0,-1 1 1 0 0,0 0-1 0 0,1 0 0 0 0,-1-1 0 0 0,0 1 0 0 0,-1-1 1 0 0,-1 2-318 0 0,-1 1 0 0 0,1-1 0 0 0,-1 1 1 0 0,1 0-1 0 0,0 0 0 0 0,-1 0 0 0 0,1 0 1 0 0,0 0-1 0 0,-1 1 0 0 0,1 0 1 0 0,0-1-1 0 0,0 1 0 0 0,1 0 0 0 0,-1 1 1 0 0,0-1-1 0 0,0 0 0 0 0,1 1 0 0 0,-5 5 1 0 0,-7 9 537 0 0,-22 35-1 0 0,26-36-384 0 0,-8 11 183 0 0,-17 36 0 0 0,30-54-450 0 0,1 0 0 0 0,0 1-1 0 0,1 0 1 0 0,0 0 0 0 0,1 0 0 0 0,0 0-1 0 0,0 0 1 0 0,0 12 0 0 0,2-20-23 0 0,0 0 1 0 0,0 1-1 0 0,0-1 1 0 0,0 0 0 0 0,0 0-1 0 0,1 0 1 0 0,-1 0-1 0 0,1 0 1 0 0,-1 0-1 0 0,1 0 1 0 0,0 0-1 0 0,0 0 1 0 0,0 0-1 0 0,0 0 1 0 0,0 0 0 0 0,0 0-1 0 0,0-1 1 0 0,1 1-1 0 0,-1 0 1 0 0,0-1-1 0 0,1 1 1 0 0,0-1-1 0 0,-1 1 1 0 0,1-1-1 0 0,0 0 1 0 0,0 0 0 0 0,0 0-1 0 0,-1 0 1 0 0,1 0-1 0 0,0 0 1 0 0,0-1-1 0 0,3 2 1 0 0,0-2 18 0 0,-1 0 0 0 0,0 1-1 0 0,1-1 1 0 0,-1-1 0 0 0,1 1 0 0 0,-1-1 0 0 0,1 0 0 0 0,-1 0 0 0 0,0 0-1 0 0,1 0 1 0 0,-1-1 0 0 0,0 0 0 0 0,0 0 0 0 0,0 0 0 0 0,4-3 0 0 0,1-2-1 0 0,1 0 0 0 0,-1-2 0 0 0,-1 1 1 0 0,0-1-1 0 0,0 0 0 0 0,0 0 0 0 0,-1-1 1 0 0,-1 0-1 0 0,0-1 0 0 0,0 1 0 0 0,-1-1 1 0 0,0 0-1 0 0,-1 0 0 0 0,0-1 0 0 0,2-12 1 0 0,2-15-61 0 0,-1-2 0 0 0,-2 1 0 0 0,0-46 0 0 0,-4-26-104 0 0,-5-1 0 0 0,-30-190-1 0 0,34 302 131 0 0,0 0-1 0 0,0-1 0 0 0,0 1 1 0 0,-1-1-1 0 0,1 1 1 0 0,0 0-1 0 0,-1-1 0 0 0,1 1 1 0 0,-1 0-1 0 0,1-1 1 0 0,-1 1-1 0 0,0 0 1 0 0,0 0-1 0 0,0-1 0 0 0,1 1 1 0 0,-3-1-1 0 0,3 2 1 0 0,-1 0-1 0 0,1 0 1 0 0,-1 0 0 0 0,1 0-1 0 0,-1 0 1 0 0,1 0-1 0 0,-1 0 1 0 0,1 0 0 0 0,0 0-1 0 0,-1 1 1 0 0,1-1 0 0 0,-1 0-1 0 0,1 0 1 0 0,-1 1-1 0 0,1-1 1 0 0,0 0 0 0 0,-1 0-1 0 0,1 1 1 0 0,-1-1-1 0 0,1 0 1 0 0,0 1 0 0 0,-1-1-1 0 0,1 1 1 0 0,0-1 0 0 0,0 0-1 0 0,-1 1 1 0 0,1-1-1 0 0,0 1 1 0 0,0 0 0 0 0,-4 6-6 0 0,1-1 0 0 0,0 1 0 0 0,0 1 0 0 0,-2 9 1 0 0,-5 38 520 0 0,2-1 0 0 0,-2 81 1 0 0,17 111 562 0 0,-2-197-867 0 0,18 88 0 0 0,-18-117-245 0 0,1 0 1 0 0,0-1 0 0 0,1 0-1 0 0,2 0 1 0 0,0-1 0 0 0,0 0-1 0 0,16 21 1 0 0,-18-31-195 0 0,1 1-1 0 0,0-1 1 0 0,0 0-1 0 0,1-1 1 0 0,0 0 0 0 0,0 0-1 0 0,0-1 1 0 0,1 0-1 0 0,0-1 1 0 0,12 5-1 0 0,-2-3-1031 0 0,0-1 0 0 0,0 0 0 0 0,1-1 0 0 0,33 2 0 0 0,-3-3-2932 0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7:58.5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38 1316 0 0,'1'-3'1395'0'0,"9"-32"4023"0"0,-4 60-4015 0 0,-6 16-298 0 0,-1 0 0 0 0,-12 62 1 0 0,0 19-362 0 0,11-108-818 0 0,2 0 1 0 0,0 0-1 0 0,0 0 0 0 0,1 0 1 0 0,1 0-1 0 0,6 25 1 0 0,-7-38-29 0 0,-1-1 1 0 0,0 1 0 0 0,1-1 0 0 0,-1 1 0 0 0,0-1-1 0 0,1 1 1 0 0,-1-1 0 0 0,1 1 0 0 0,-1-1 0 0 0,1 1 0 0 0,-1-1-1 0 0,1 1 1 0 0,-1-1 0 0 0,1 0 0 0 0,-1 1 0 0 0,1-1-1 0 0,0 0 1 0 0,-1 0 0 0 0,1 1 0 0 0,-1-1 0 0 0,1 0 0 0 0,0 0-1 0 0,-1 0 1 0 0,1 0 0 0 0,0 0 0 0 0,-1 0 0 0 0,1 0 0 0 0,0 0-1 0 0,-1 0 1 0 0,1 0 0 0 0,0 0 0 0 0,-1 0 0 0 0,1 0-1 0 0,0-1 1 0 0,19-9-3907 0 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7:58.7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73 1848 0 0,'-7'-17'2550'0'0,"-1"2"-1"0"0,-14-24 0 0 0,21 38-2257 0 0,-3 3-830 0 0,4-2 509 0 0,0 0 1 0 0,0 1-1 0 0,0-1 0 0 0,-1 0 0 0 0,1 0 0 0 0,0 0 1 0 0,0 0-1 0 0,0 0 0 0 0,-1 0 0 0 0,1 0 0 0 0,0 0 1 0 0,0 0-1 0 0,0 0 0 0 0,0 1 0 0 0,-1-1 0 0 0,1 0 0 0 0,0 0 1 0 0,0 0-1 0 0,0 0 0 0 0,0 1 0 0 0,0-1 0 0 0,0 0 1 0 0,-1 0-1 0 0,1 0 0 0 0,0 0 0 0 0,0 1 0 0 0,0-1 1 0 0,0 0-1 0 0,0 0 0 0 0,0 0 0 0 0,0 1 0 0 0,0-1 1 0 0,0 0-1 0 0,0 0 0 0 0,0 1 0 0 0,0-1 0 0 0,0 0 1 0 0,0 0-1 0 0,10 22-4003 0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7:59.2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0 156 0 0,'4'119'7391'0'0,"-6"-68"-6181"0"0,-8 85 526 0 0,6-93 768 0 0,4-41-1980 0 0,-1 6 1058 0 0,0-16-1542 0 0,1 0 0 0 0,-1 0 0 0 0,1 0 0 0 0,0 1 0 0 0,1-1 0 0 0,0 0 1 0 0,0 0-1 0 0,3-9 0 0 0,3-8-4 0 0,12-30 1 0 0,-10 32-44 0 0,1 0 0 0 0,15-23 1 0 0,-19 37 0 0 0,0 0 1 0 0,0 0-1 0 0,1 1 1 0 0,0 0-1 0 0,1 0 1 0 0,0 0-1 0 0,12-8 1 0 0,-17 13 0 0 0,0 1 0 0 0,0 1 0 0 0,0-1 0 0 0,0 0 0 0 0,0 1 1 0 0,1 0-1 0 0,-1-1 0 0 0,0 1 0 0 0,1 1 0 0 0,-1-1 0 0 0,1 0 0 0 0,-1 1 0 0 0,1 0 1 0 0,-1 0-1 0 0,1 0 0 0 0,-1 0 0 0 0,1 0 0 0 0,-1 1 0 0 0,1-1 0 0 0,-1 1 0 0 0,0 0 1 0 0,1 0-1 0 0,-1 0 0 0 0,0 1 0 0 0,0-1 0 0 0,1 1 0 0 0,-1 0 0 0 0,5 4 0 0 0,-3-2 4 0 0,0 1 0 0 0,0 0-1 0 0,0 0 1 0 0,0 1 0 0 0,-1-1-1 0 0,0 1 1 0 0,0 0 0 0 0,-1 0-1 0 0,1 0 1 0 0,-1 1 0 0 0,-1-1-1 0 0,1 1 1 0 0,1 8 0 0 0,2 13 6 0 0,-2 0 0 0 0,-1 0 0 0 0,-1 36 0 0 0,-2-62-95 0 0,0 0-1 0 0,0 0 1 0 0,0 0-1 0 0,0 0 0 0 0,1 0 1 0 0,-1 0-1 0 0,0 0 1 0 0,1 0-1 0 0,-1-1 0 0 0,1 1 1 0 0,0 0-1 0 0,0 0 1 0 0,0 0-1 0 0,0-1 0 0 0,0 1 1 0 0,0 0-1 0 0,1 1 1 0 0,-1-2-60 0 0,0-1 1 0 0,0 1 0 0 0,0 0 0 0 0,1-1-1 0 0,-1 1 1 0 0,0-1 0 0 0,0 1-1 0 0,0-1 1 0 0,1 0 0 0 0,-1 0 0 0 0,0 1-1 0 0,0-1 1 0 0,1 0 0 0 0,-1 0-1 0 0,0 0 1 0 0,0 0 0 0 0,1 0 0 0 0,-1 0-1 0 0,2-1 1 0 0,3-1-468 0 0,0 0 1 0 0,-1 0-1 0 0,1-1 0 0 0,-1 0 1 0 0,0 0-1 0 0,0 0 0 0 0,0 0 1 0 0,0-1-1 0 0,5-5 0 0 0,4-6-1529 0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7:59.4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0 168 980 0 0,'41'-166'8164'0'0,"-41"164"-7497"0"0,2 14-259 0 0,-1-1-1 0 0,0 1 1 0 0,-1 0 0 0 0,-1 0 0 0 0,1-1 0 0 0,-4 13-1 0 0,0 14 277 0 0,1 321 1448 0 0,4-193-3054 0 0,1-120-1458 0 0,1-18-3864 0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8:00.2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55 286 872 0 0,'-50'-62'8730'0'0,"50"61"-8701"0"0,-1 1-1 0 0,1-1 1 0 0,-1 0-1 0 0,1 0 0 0 0,0 0 1 0 0,-1 1-1 0 0,1-1 1 0 0,0 0-1 0 0,-1 0 1 0 0,1 0-1 0 0,0 0 0 0 0,0 0 1 0 0,0 0-1 0 0,0 0 1 0 0,0 1-1 0 0,0-1 1 0 0,0 0-1 0 0,0 0 1 0 0,0 0-1 0 0,0 0 0 0 0,1 0 1 0 0,-1 0-1 0 0,0 0 1 0 0,0 0-1 0 0,1 1 1 0 0,-1-1-1 0 0,1 0 0 0 0,-1 0 1 0 0,1 0-1 0 0,-1 1 1 0 0,1-1-1 0 0,-1 0 1 0 0,1 1-1 0 0,0-1 1 0 0,0 0-1 0 0,-1 1 0 0 0,1-1 1 0 0,1 0-1 0 0,32-19 118 0 0,-31 19-104 0 0,36-17-9 0 0,1 3 1 0 0,0 1-1 0 0,1 2 0 0 0,0 1 1 0 0,1 3-1 0 0,54-5 0 0 0,-83 12-35 0 0,-1 1-1 0 0,1 0 0 0 0,0 0 0 0 0,-1 2 0 0 0,1 0 0 0 0,-1 0 0 0 0,0 1 1 0 0,0 0-1 0 0,0 1 0 0 0,22 11 0 0 0,-26-11 58 0 0,0 1 0 0 0,0 1 0 0 0,-1-1 1 0 0,0 1-1 0 0,0 0 0 0 0,-1 1 0 0 0,0 0 0 0 0,0 0 0 0 0,0 0 0 0 0,-1 0 0 0 0,0 1 1 0 0,0 0-1 0 0,-1 0 0 0 0,0 1 0 0 0,4 13 0 0 0,-5-11 347 0 0,0 0 0 0 0,-1 0 0 0 0,0 0 0 0 0,-1 0 0 0 0,0 0 0 0 0,-1 0 0 0 0,0 0-1 0 0,-1 0 1 0 0,0 0 0 0 0,0 0 0 0 0,-2 0 0 0 0,1-1 0 0 0,-1 1 0 0 0,-1 0 0 0 0,0-1 0 0 0,-6 12 0 0 0,9-21-345 0 0,1 0-1 0 0,0-1 1 0 0,0 1 0 0 0,-1-1 0 0 0,1 1 0 0 0,-1-1-1 0 0,1 1 1 0 0,-1 0 0 0 0,1-1 0 0 0,-1 0-1 0 0,1 1 1 0 0,-1-1 0 0 0,1 1 0 0 0,-1-1 0 0 0,1 0-1 0 0,-1 1 1 0 0,0-1 0 0 0,1 0 0 0 0,-1 1 0 0 0,1-1-1 0 0,-1 0 1 0 0,0 0 0 0 0,1 0 0 0 0,-1 0 0 0 0,0 0-1 0 0,0 0 1 0 0,1 0 0 0 0,-1 0 0 0 0,0 0 0 0 0,1 0-1 0 0,-2 0 1 0 0,0-1-162 0 0,1 1 114 0 0,0-1 1 0 0,1-1 0 0 0,-1 1-1 0 0,0 0 1 0 0,1 0 0 0 0,-1 0-1 0 0,1 0 1 0 0,0 0-1 0 0,-1 0 1 0 0,1-1 0 0 0,0 1-1 0 0,0 0 1 0 0,-1 0-1 0 0,1-1 1 0 0,0 1 0 0 0,0 0-1 0 0,1 0 1 0 0,-1-3 0 0 0,1-6 0 0 0,1-1 1 0 0,1 0 0 0 0,-1 1 0 0 0,2 0 0 0 0,-1 0 0 0 0,1 0 0 0 0,1 0 0 0 0,5-9-1 0 0,-1 4-44 0 0,1 0 0 0 0,1 1 0 0 0,24-26 0 0 0,-32 38 30 0 0,0-1-1 0 0,0 0 1 0 0,0 0 0 0 0,0 1 0 0 0,0 0 0 0 0,1-1-1 0 0,-1 1 1 0 0,1 1 0 0 0,-1-1 0 0 0,1 0 0 0 0,0 1-1 0 0,0 0 1 0 0,0 0 0 0 0,-1 0 0 0 0,1 0 0 0 0,0 1-1 0 0,0-1 1 0 0,0 1 0 0 0,0 0 0 0 0,0 0 0 0 0,5 1-1 0 0,-5 0 1 0 0,0 1 0 0 0,0-1 0 0 0,1 1 0 0 0,-1 0 0 0 0,0 0 0 0 0,-1 0 0 0 0,1 0 0 0 0,0 1 0 0 0,-1 0 0 0 0,1 0 0 0 0,-1 0-1 0 0,0 0 1 0 0,0 0 0 0 0,0 0 0 0 0,0 1 0 0 0,-1 0 0 0 0,1-1 0 0 0,2 7 0 0 0,3 8 4 0 0,-1 0-1 0 0,6 21 1 0 0,-9-26 1 0 0,1 1 0 0 0,-1-1 0 0 0,2 0 0 0 0,0 0 0 0 0,15 22 0 0 0,-19-33 5 0 0,0 0 1 0 0,0 0 0 0 0,0 0-1 0 0,1 0 1 0 0,-1 0 0 0 0,1-1 0 0 0,-1 1-1 0 0,1-1 1 0 0,0 0 0 0 0,-1 0-1 0 0,1 0 1 0 0,0 0 0 0 0,0 0 0 0 0,0-1-1 0 0,0 1 1 0 0,0-1 0 0 0,-1 0 0 0 0,1 1-1 0 0,0-1 1 0 0,0-1 0 0 0,0 1-1 0 0,0 0 1 0 0,0-1 0 0 0,0 0 0 0 0,5-1-1 0 0,1-1 10 0 0,0 0-1 0 0,-1-1 1 0 0,1 0-1 0 0,-1 0 0 0 0,0-1 1 0 0,0 0-1 0 0,9-7 1 0 0,-5 1-15 0 0,0-1 1 0 0,0-1 0 0 0,-1 1 0 0 0,-1-1-1 0 0,0-1 1 0 0,-1 0 0 0 0,-1-1 0 0 0,0 1 0 0 0,-1-2-1 0 0,0 1 1 0 0,-1-1 0 0 0,-1 0 0 0 0,0 0-1 0 0,-2 0 1 0 0,0-1 0 0 0,0 1 0 0 0,-1-32 0 0 0,-2 44-17 0 0,0-1 1 0 0,-1 0-1 0 0,1 1 1 0 0,-1-1-1 0 0,-1 1 1 0 0,1-1-1 0 0,-1 1 1 0 0,1-1-1 0 0,-1 1 1 0 0,0 0-1 0 0,-1 0 1 0 0,1 0-1 0 0,-1 0 1 0 0,0 0-1 0 0,0 1 1 0 0,0-1-1 0 0,-5-4 1 0 0,3 4 31 0 0,-1 1 1 0 0,0-1-1 0 0,0 1 1 0 0,0 0-1 0 0,0 0 1 0 0,0 0-1 0 0,-1 1 1 0 0,1 0-1 0 0,-1 0 1 0 0,1 1-1 0 0,-9-1 1 0 0,3 1-195 0 0,0 0 1 0 0,1 1-1 0 0,-1 1 0 0 0,0 0 1 0 0,0 0-1 0 0,-13 4 0 0 0,16-3-398 0 0,0 1 0 0 0,0 0 0 0 0,0 0 0 0 0,1 1 0 0 0,-1 0 0 0 0,1 1 0 0 0,-10 7 0 0 0,-7 12-3045 0 0,18-10-1678 0 0,4-4 1671 0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8:01.2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408 380 80 0 0,'-14'-3'1543'0'0,"0"1"1"0"0,0 0-1 0 0,-21 0 0 0 0,26 3-1283 0 0,-1-1-1 0 0,1 2 1 0 0,-1-1 0 0 0,1 1-1 0 0,0 1 1 0 0,-1 0-1 0 0,1 0 1 0 0,1 1-1 0 0,-1 0 1 0 0,-8 5-1 0 0,-2 2-94 0 0,1 1-1 0 0,1 1 0 0 0,0 0 1 0 0,1 2-1 0 0,0 0 1 0 0,2 0-1 0 0,-1 1 1 0 0,2 1-1 0 0,0 1 1 0 0,1 0-1 0 0,1 0 0 0 0,1 1 1 0 0,-12 28-1 0 0,21-44-131 0 0,-1 1-1 0 0,1-1 1 0 0,0 1-1 0 0,0 0 0 0 0,0 0 1 0 0,0 0-1 0 0,1-1 1 0 0,-1 1-1 0 0,1 0 0 0 0,0 0 1 0 0,1 0-1 0 0,-1 0 1 0 0,0 0-1 0 0,1-1 0 0 0,0 1 1 0 0,0 0-1 0 0,0 0 1 0 0,0-1-1 0 0,1 1 0 0 0,0-1 1 0 0,3 6-1 0 0,-4-8-16 0 0,0 0 0 0 0,1 0 1 0 0,-1 0-1 0 0,0 0 0 0 0,1-1 0 0 0,-1 1 0 0 0,1-1 0 0 0,0 1 0 0 0,-1-1 1 0 0,1 1-1 0 0,-1-1 0 0 0,1 0 0 0 0,0 1 0 0 0,-1-1 0 0 0,1 0 0 0 0,0 0 1 0 0,-1-1-1 0 0,1 1 0 0 0,2-1 0 0 0,30-8 132 0 0,-24 4-134 0 0,0-1 0 0 0,0 0 0 0 0,0-1 0 0 0,-1 0 0 0 0,0-1 0 0 0,0 0 0 0 0,-1 0 0 0 0,0-1 0 0 0,0 0 0 0 0,-1 0 0 0 0,8-15 0 0 0,2-4-15 0 0,-2-1 0 0 0,21-57 1 0 0,1-29 298 0 0,38-221 0 0 0,-70 303-91 0 0,-5 31-169 0 0,-1 3-148 0 0,0 1 106 0 0,-1-1 0 0 0,1 0 1 0 0,0 0-1 0 0,-1 1 0 0 0,1-1 0 0 0,0 1 1 0 0,0-1-1 0 0,0 1 0 0 0,0-1 0 0 0,1 1 1 0 0,-1 0-1 0 0,0 0 0 0 0,1-1 0 0 0,-1 4 1 0 0,-12 55 145 0 0,-8 107 0 0 0,17-121-113 0 0,1-10-8 0 0,2 1 0 0 0,1 0-1 0 0,5 38 1 0 0,-3-57 2 0 0,1 1-1 0 0,1-1 0 0 0,1 0 1 0 0,0 0-1 0 0,2 0 1 0 0,0-1-1 0 0,17 32 1 0 0,-21-45-17 0 0,0 0 0 0 0,0 0 0 0 0,0 0 1 0 0,0 0-1 0 0,1 0 0 0 0,0-1 0 0 0,-1 1 1 0 0,1-1-1 0 0,0 0 0 0 0,1 0 0 0 0,-1-1 0 0 0,0 1 1 0 0,1-1-1 0 0,0 0 0 0 0,-1 0 0 0 0,1 0 1 0 0,0-1-1 0 0,0 0 0 0 0,0 0 0 0 0,0 0 1 0 0,0 0-1 0 0,0-1 0 0 0,0 0 0 0 0,10-1 1 0 0,-5 0-40 0 0,-1-1 0 0 0,1-1 0 0 0,-1 1 1 0 0,0-2-1 0 0,1 1 0 0 0,-2-1 0 0 0,1-1 0 0 0,0 0 1 0 0,-1 0-1 0 0,0 0 0 0 0,0-1 0 0 0,8-8 1 0 0,3-5 7 0 0,-1-1 1 0 0,-1-1 0 0 0,0 0 0 0 0,-2-1 0 0 0,0-1-1 0 0,-2 0 1 0 0,0-1 0 0 0,-2-1 0 0 0,10-30 0 0 0,-10 31 140 0 0,-10 26-69 0 0,-6 14-28 0 0,1-2-7 0 0,0-1 1 0 0,0 1-1 0 0,1 0 1 0 0,1 0-1 0 0,0 0 1 0 0,1 0-1 0 0,1 0 1 0 0,0 0 0 0 0,0 0-1 0 0,2 0 1 0 0,4 23-1 0 0,-5-35-5 0 0,0 1-1 0 0,0-1 1 0 0,0 1 0 0 0,0-1-1 0 0,0 0 1 0 0,0 0-1 0 0,1 0 1 0 0,-1 1-1 0 0,1-1 1 0 0,-1-1-1 0 0,1 1 1 0 0,0 0 0 0 0,0 0-1 0 0,0-1 1 0 0,0 1-1 0 0,0-1 1 0 0,0 1-1 0 0,0-1 1 0 0,0 0-1 0 0,1 0 1 0 0,-1 0 0 0 0,0 0-1 0 0,1 0 1 0 0,-1-1-1 0 0,1 1 1 0 0,-1-1-1 0 0,1 1 1 0 0,-1-1 0 0 0,1 0-1 0 0,-1 0 1 0 0,1 0-1 0 0,-1 0 1 0 0,1-1-1 0 0,2 0 1 0 0,3-1-4 0 0,-1 0-1 0 0,0 0 1 0 0,0-1 0 0 0,0 0-1 0 0,0 0 1 0 0,0-1 0 0 0,-1 0 0 0 0,1 0-1 0 0,-1 0 1 0 0,9-9 0 0 0,13-16-13 0 0,-1-2 1 0 0,-1-1 0 0 0,-2-1 0 0 0,-1-1 0 0 0,21-41-1 0 0,-32 57-33 0 0,-7 15 14 0 0,-4 12 33 0 0,-12 61 13 0 0,5-39-207 0 0,2 0-1 0 0,0 0 1 0 0,2 53 0 0 0,3-82-183 0 0,-1-1 0 0 0,0 1 0 0 0,1 0 0 0 0,-1 0 0 0 0,1-1 0 0 0,-1 1 0 0 0,1-1 0 0 0,0 1 0 0 0,0 0 0 0 0,-1-1 0 0 0,1 1 0 0 0,0-1 1 0 0,1 0-1 0 0,-1 1 0 0 0,0-1 0 0 0,0 0 0 0 0,3 2 0 0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8:01.7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395 18 1012 0 0,'-2'-2'436'0'0,"0"1"0"0"0,0-1 0 0 0,0 0 0 0 0,0 1 0 0 0,-1-1 0 0 0,1 1 0 0 0,0 0-1 0 0,-1 0 1 0 0,1 0 0 0 0,-1 0 0 0 0,0 0 0 0 0,1 1 0 0 0,-1-1 0 0 0,-3 1 0 0 0,1-1-6 0 0,-1 1 1 0 0,1 1 0 0 0,-1-1-1 0 0,1 1 1 0 0,-1 0-1 0 0,-8 2 1 0 0,-1 3 204 0 0,-1 0-1 0 0,1 1 1 0 0,-25 15 0 0 0,20-9-199 0 0,0 0 0 0 0,1 2 1 0 0,0 1-1 0 0,2 0 0 0 0,-31 36 1 0 0,39-41-328 0 0,0 1 0 0 0,1 0 0 0 0,0 1 1 0 0,0 0-1 0 0,2 0 0 0 0,-1 1 1 0 0,2 0-1 0 0,0 0 0 0 0,1 0 0 0 0,-5 26 1 0 0,8-36-77 0 0,1 0 1 0 0,0 0 0 0 0,0 0 0 0 0,0 0 0 0 0,0 0 0 0 0,1 0-1 0 0,-1 0 1 0 0,1-1 0 0 0,0 1 0 0 0,0 0 0 0 0,0 0 0 0 0,1-1 0 0 0,-1 1-1 0 0,1-1 1 0 0,0 1 0 0 0,0-1 0 0 0,0 0 0 0 0,1 0 0 0 0,3 4-1 0 0,-2-3-5 0 0,0-1 0 0 0,0 0 0 0 0,1 0 0 0 0,-1 0 0 0 0,1-1 0 0 0,0 1 0 0 0,-1-1 0 0 0,1 0 0 0 0,0-1 0 0 0,0 1 0 0 0,1-1 0 0 0,-1 0 0 0 0,10 1 0 0 0,2-2-10 0 0,-1 0-1 0 0,1-1 1 0 0,0-1-1 0 0,0-1 1 0 0,-1 0 0 0 0,0-1-1 0 0,1 0 1 0 0,-2-2-1 0 0,1 0 1 0 0,0 0-1 0 0,-1-2 1 0 0,27-17-1 0 0,-16 7-41 0 0,0-2 0 0 0,-1 0 0 0 0,-1-2-1 0 0,-1 0 1 0 0,36-46 0 0 0,-50 58-24 0 0,-1-1 0 0 0,0 0 0 0 0,-1 0 0 0 0,-1-1 0 0 0,1 0-1 0 0,-2 0 1 0 0,7-20 0 0 0,-12 31 52 0 0,1 1 0 0 0,-1-1 1 0 0,0 0-1 0 0,0 1 0 0 0,1-1 0 0 0,-1 0 0 0 0,0 1 0 0 0,0-1 0 0 0,0 0 0 0 0,0 0 0 0 0,0 1 0 0 0,0-1 1 0 0,0 0-1 0 0,0 1 0 0 0,-1-1 0 0 0,1 0 0 0 0,0 0 0 0 0,0 1 0 0 0,0-1 0 0 0,-1 0 0 0 0,1 1 0 0 0,0-1 1 0 0,-1 1-1 0 0,1-1 0 0 0,-1 0 0 0 0,1 1 0 0 0,-1-1 0 0 0,1 1 0 0 0,-1-1 0 0 0,0 0 0 0 0,0 1 9 0 0,0 0-1 0 0,-1 0 0 0 0,1 0 0 0 0,0 0 0 0 0,0 0 0 0 0,-1 0 1 0 0,1 0-1 0 0,0 0 0 0 0,0 0 0 0 0,-1 1 0 0 0,1-1 0 0 0,0 0 1 0 0,0 1-1 0 0,0-1 0 0 0,-2 2 0 0 0,-4 1 115 0 0,0 1 1 0 0,0 0-1 0 0,1 1 1 0 0,-8 5-1 0 0,-6 10 433 0 0,0 0 0 0 0,-21 30 0 0 0,33-39-447 0 0,1-1 1 0 0,1 1-1 0 0,0 0 1 0 0,0 0-1 0 0,1 1 0 0 0,0 0 1 0 0,-4 19-1 0 0,8-28-94 0 0,0 1 1 0 0,1-1-1 0 0,-1 1 1 0 0,1-1-1 0 0,0 1 1 0 0,0 0-1 0 0,0-1 1 0 0,0 1-1 0 0,0-1 0 0 0,1 1 1 0 0,0-1-1 0 0,0 1 1 0 0,0-1-1 0 0,0 0 1 0 0,0 1-1 0 0,1-1 1 0 0,-1 0-1 0 0,5 5 1 0 0,-3-4-30 0 0,0-1 1 0 0,0 0 0 0 0,0-1-1 0 0,1 1 1 0 0,-1-1 0 0 0,1 1 0 0 0,0-1-1 0 0,0 0 1 0 0,-1 0 0 0 0,2-1-1 0 0,-1 1 1 0 0,0-1 0 0 0,6 1-1 0 0,5 1-298 0 0,0-1 0 0 0,0-1-1 0 0,0-1 1 0 0,1 0-1 0 0,-1-1 1 0 0,0-1-1 0 0,25-5 1 0 0,-7-2-1837 0 0,1-2 1 0 0,-2-1-1 0 0,0-2 1 0 0,46-26-1 0 0,-30 11-3736 0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8:02.7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92 1560 0 0,'7'-19'6649'0'0,"-12"23"-6530"0"0,1 1 0 0 0,0-1-1 0 0,1 1 1 0 0,-1 0-1 0 0,1 1 1 0 0,0-1-1 0 0,-4 10 1 0 0,-16 47 267 0 0,15-39-294 0 0,-3 7-11 0 0,2 0 0 0 0,1 1 1 0 0,-8 54-1 0 0,15-75-54 0 0,1 1 1 0 0,0-1-1 0 0,0 1 1 0 0,1-1 0 0 0,1 1-1 0 0,4 16 1 0 0,-4-21 8 0 0,0-1-1 0 0,0 1 1 0 0,0-1 0 0 0,1 1 0 0 0,0-1 0 0 0,0 0 0 0 0,1 0 0 0 0,-1 0 0 0 0,1-1 0 0 0,0 1 0 0 0,1-1-1 0 0,7 7 1 0 0,-7-8 13 0 0,1 0 1 0 0,-1 0-1 0 0,1 0 0 0 0,0-1 0 0 0,0 0 0 0 0,0 0 0 0 0,0 0 0 0 0,0-1 0 0 0,0 0 0 0 0,0 0 1 0 0,0 0-1 0 0,1-1 0 0 0,-1 0 0 0 0,0 0 0 0 0,0-1 0 0 0,1 0 0 0 0,-1 0 0 0 0,0 0 1 0 0,6-3-1 0 0,-4 2 8 0 0,1-1 0 0 0,-1 0 0 0 0,0 0 0 0 0,0-1 0 0 0,-1-1 0 0 0,1 1 0 0 0,-1-1 0 0 0,0 0 0 0 0,0-1 0 0 0,-1 1 1 0 0,1-1-1 0 0,-1-1 0 0 0,5-6 0 0 0,-5 3-48 0 0,-1 0 0 0 0,0 0-1 0 0,0 0 1 0 0,-1-1 0 0 0,-1 1 0 0 0,0-1 0 0 0,0 0 0 0 0,-1 0 0 0 0,0 0 0 0 0,-1 0 0 0 0,-1-1 0 0 0,1 1-1 0 0,-2 0 1 0 0,-1-14 0 0 0,-3-10-101 0 0,-2 0-1 0 0,-1 0 0 0 0,-14-38 0 0 0,17 59 60 0 0,-1 0 0 0 0,0 0 0 0 0,-12-19 0 0 0,15 27 19 0 0,-1 1 0 0 0,0-1 0 0 0,0 1 0 0 0,-1 0 0 0 0,1 1 0 0 0,-1-1 0 0 0,0 1 0 0 0,0 0 0 0 0,0 0 0 0 0,-7-3 0 0 0,10 6 16 0 0,0 0-1 0 0,0 0 1 0 0,0 0-1 0 0,0 1 1 0 0,0-1-1 0 0,0 1 1 0 0,0-1-1 0 0,0 1 1 0 0,0 0-1 0 0,0 0 1 0 0,0 0-1 0 0,0 0 1 0 0,-1 0-1 0 0,1 0 1 0 0,0 1-1 0 0,0-1 1 0 0,0 1-1 0 0,0 0 1 0 0,0-1-1 0 0,0 1 1 0 0,0 0-1 0 0,1 0 1 0 0,-1 0-1 0 0,0 0 1 0 0,0 0-1 0 0,1 1 1 0 0,-1-1-1 0 0,0 1 1 0 0,1-1-1 0 0,0 1 1 0 0,-1-1-1 0 0,1 1 1 0 0,-2 2-1 0 0,1 0-43 0 0,-1 0-1 0 0,1-1 0 0 0,0 1 0 0 0,1 0 0 0 0,-1 0 0 0 0,1 0 0 0 0,-1 1 1 0 0,1-1-1 0 0,1 0 0 0 0,-1 0 0 0 0,0 1 0 0 0,1-1 0 0 0,0 0 0 0 0,0 0 1 0 0,1 5-1 0 0,0-5-242 0 0,0 0 0 0 0,1 0 1 0 0,0 0-1 0 0,0 0 0 0 0,0 0 1 0 0,0 0-1 0 0,1-1 1 0 0,-1 1-1 0 0,1-1 0 0 0,0 0 1 0 0,0 0-1 0 0,0 0 0 0 0,0 0 1 0 0,1 0-1 0 0,-1-1 0 0 0,1 0 1 0 0,-1 1-1 0 0,1-1 1 0 0,0 0-1 0 0,0-1 0 0 0,0 1 1 0 0,0-1-1 0 0,0 0 0 0 0,7 1 1 0 0,11 1-1440 0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8:03.0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26 652 0 0,'7'-21'4156'0'0,"-5"16"-2974"0"0,-5 13 1488 0 0,-21 59-2050 0 0,3 0 1 0 0,4 2-1 0 0,2 0 0 0 0,3 1 1 0 0,-3 93-1 0 0,15-69-3891 0 0,4-82 191 0 0,-2-10 2311 0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8:03.9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62 290 976 0 0,'-45'-6'5780'0'0,"42"6"-5071"0"0,0 0-450 0 0,3 0-228 0 0,-1 0 0 0 0,1 0 1 0 0,0 0-1 0 0,-1 0 0 0 0,1 0 0 0 0,-1 0 0 0 0,1 0 1 0 0,-1 0-1 0 0,1 0 0 0 0,0 0 0 0 0,-1 0 0 0 0,1 0 0 0 0,-1 1 1 0 0,1-1-1 0 0,0 0 0 0 0,-1 0 0 0 0,1 0 0 0 0,0 1 1 0 0,-1-1-1 0 0,1 0 0 0 0,0 0 0 0 0,-1 1 0 0 0,1-1 0 0 0,0 0 1 0 0,-1 1-1 0 0,1-1 0 0 0,0 0 0 0 0,-1 2 0 0 0,13 1 648 0 0,23 1-162 0 0,-10-5-386 0 0,1-1 0 0 0,-1-1 0 0 0,36-10 0 0 0,70-26-23 0 0,-114 34-94 0 0,40-15 35 0 0,74-35 0 0 0,-100 39-36 0 0,-1-2 1 0 0,0 0-1 0 0,48-41 0 0 0,-23 13-37 0 0,-53 44 13 0 0,-1 14-41 0 0,-49 211 791 0 0,18 56 541 0 0,24-188-1010 0 0,7-59 1187 0 0,-1-32-1440 0 0,0 0 1 0 0,0 0-1 0 0,0 0 1 0 0,0 0-1 0 0,0 1 1 0 0,0-1-1 0 0,0 0 0 0 0,0 0 1 0 0,0 0-1 0 0,0 0 1 0 0,0 0-1 0 0,1 1 0 0 0,-1-1 1 0 0,0 0-1 0 0,0 0 1 0 0,0 0-1 0 0,0 0 1 0 0,0 0-1 0 0,0 0 0 0 0,0 0 1 0 0,0 0-1 0 0,0 1 1 0 0,0-1-1 0 0,1 0 1 0 0,-1 0-1 0 0,0 0 0 0 0,0 0 1 0 0,0 0-1 0 0,0 0 1 0 0,0 0-1 0 0,0 0 1 0 0,1 0-1 0 0,-1 0 0 0 0,0 0 1 0 0,0 0-1 0 0,0 0 1 0 0,0 0-1 0 0,0 0 0 0 0,0 0 1 0 0,1 0-1 0 0,-1 0 1 0 0,0 0-1 0 0,0 0 1 0 0,0 0-1 0 0,0 0 0 0 0,0 0 1 0 0,1 0-1 0 0,-1 0 1 0 0,0 0-1 0 0,0 0 1 0 0,0 0-1 0 0,0-1 0 0 0,10-15 176 0 0,10-33-71 0 0,-5 10-166 0 0,29-50 0 0 0,-38 78 13 0 0,1 0 0 0 0,0 1-1 0 0,1 0 1 0 0,0 0 0 0 0,0 1 0 0 0,1 0-1 0 0,1 0 1 0 0,20-14 0 0 0,-28 21 33 0 0,0 1 1 0 0,0 0 0 0 0,1-1 0 0 0,-1 1-1 0 0,1 0 1 0 0,-1 0 0 0 0,1 0 0 0 0,-1 1-1 0 0,1-1 1 0 0,-1 1 0 0 0,1-1-1 0 0,0 1 1 0 0,-1 0 0 0 0,1 0 0 0 0,-1 0-1 0 0,1 0 1 0 0,0 0 0 0 0,-1 1 0 0 0,1-1-1 0 0,-1 1 1 0 0,1 0 0 0 0,0-1 0 0 0,-1 1-1 0 0,0 1 1 0 0,1-1 0 0 0,-1 0-1 0 0,0 0 1 0 0,0 1 0 0 0,1-1 0 0 0,-1 1-1 0 0,0 0 1 0 0,0 0 0 0 0,-1 0 0 0 0,1 0-1 0 0,0 0 1 0 0,-1 0 0 0 0,3 4-1 0 0,1 3 5 0 0,0-1-1 0 0,0 2 1 0 0,-1-1-1 0 0,0 0 0 0 0,-1 1 1 0 0,0 0-1 0 0,0-1 1 0 0,1 19-1 0 0,14 165 24 0 0,-17-190-22 0 0,-1 0-1 0 0,0 0 1 0 0,1 0-1 0 0,-1-1 1 0 0,1 1-1 0 0,0 0 1 0 0,0-1 0 0 0,0 1-1 0 0,0 0 1 0 0,1-1-1 0 0,-1 1 1 0 0,1-1-1 0 0,-1 0 1 0 0,1 1-1 0 0,0-1 1 0 0,0 0 0 0 0,0 0-1 0 0,0 0 1 0 0,3 2-1 0 0,-1-3 1 0 0,-1 1 1 0 0,1-1-1 0 0,0 0 0 0 0,0 0 0 0 0,-1 0 0 0 0,1-1 1 0 0,0 1-1 0 0,0-1 0 0 0,0 0 0 0 0,0 0 0 0 0,0 0 1 0 0,0-1-1 0 0,5-1 0 0 0,0 0 3 0 0,1 0-1 0 0,-1-1 0 0 0,1 0 1 0 0,-1-1-1 0 0,0 0 1 0 0,0-1-1 0 0,-1 1 0 0 0,1-2 1 0 0,-1 1-1 0 0,13-13 1 0 0,-3 2 5 0 0,0-2 0 0 0,29-39 0 0 0,-29 31-45 0 0,-1 0 1 0 0,-1 0-1 0 0,-1-2 0 0 0,-2 0 1 0 0,-1 0-1 0 0,13-47 1 0 0,-21 64-16 0 0,0-4 18 0 0,-5 15 27 0 0,1 0 0 0 0,0 0 0 0 0,0 0 0 0 0,0-1 0 0 0,-1 1 0 0 0,1 0 0 0 0,0 0 0 0 0,0 0 0 0 0,-1-1 0 0 0,1 1 0 0 0,0 0 0 0 0,0 0 0 0 0,-1 0 0 0 0,1 0 0 0 0,0 0 0 0 0,0 0 0 0 0,-1-1 0 0 0,1 1 0 0 0,0 0 0 0 0,-1 0 0 0 0,1 0 0 0 0,0 0 0 0 0,-1 0 0 0 0,1 0 0 0 0,0 0 0 0 0,0 0 0 0 0,-1 1 0 0 0,1-1 0 0 0,0 0 0 0 0,-1 0 0 0 0,1 0 0 0 0,0 0 0 0 0,0 0 0 0 0,-1 0 0 0 0,1 0 0 0 0,0 1 0 0 0,0-1 0 0 0,-1 0 0 0 0,1 0 0 0 0,0 0 0 0 0,0 1 0 0 0,-1-1 0 0 0,1 0 0 0 0,-3 3 7 0 0,0 0-1 0 0,0 0 0 0 0,0 0 0 0 0,0 0 0 0 0,1 0 1 0 0,-1 1-1 0 0,1-1 0 0 0,0 1 0 0 0,0-1 0 0 0,0 1 1 0 0,-2 5-1 0 0,0 0 6 0 0,-4 8 15 0 0,1 0 1 0 0,0 0 0 0 0,-6 31 0 0 0,11-40-13 0 0,0 1 1 0 0,1-1 0 0 0,0 1 0 0 0,1 0 0 0 0,0-1 0 0 0,0 1 0 0 0,0 0-1 0 0,2-1 1 0 0,3 18 0 0 0,-4-24-17 0 0,-1 0-1 0 0,1 0 1 0 0,0 0-1 0 0,0 0 1 0 0,0 0-1 0 0,1 0 1 0 0,-1 0 0 0 0,0-1-1 0 0,1 1 1 0 0,-1 0-1 0 0,1-1 1 0 0,0 1-1 0 0,-1-1 1 0 0,1 0 0 0 0,0 1-1 0 0,0-1 1 0 0,3 2-1 0 0,-1-2-119 0 0,0 0 0 0 0,0 0 0 0 0,0 0 0 0 0,0 0 0 0 0,0 0 0 0 0,0-1 0 0 0,1 1 0 0 0,7-2 0 0 0,-1 0-663 0 0,0-1 0 0 0,1 0 1 0 0,-1-1-1 0 0,0 0 0 0 0,21-9 1 0 0,13-10-3657 0 0,-21 8 1140 0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8:04.4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40 1204 0 0,'-1'-3'1770'0'0,"-16"-24"3192"0"0,16 26-4483 0 0,-4-8 1392 0 0,17 26-1371 0 0,-1 0-1 0 0,0 1 1 0 0,-1 0-1 0 0,-1 0 1 0 0,-1 1 0 0 0,0 0-1 0 0,-2 0 1 0 0,0 1-1 0 0,-1 0 1 0 0,-1 0-1 0 0,2 31 1 0 0,-5-23-240 0 0,-1-1-1 0 0,-2 0 1 0 0,-5 28 0 0 0,5-39 393 0 0,-2-1-1 0 0,0 1 1 0 0,-1 0-1 0 0,-1-1 0 0 0,0 0 1 0 0,-11 18-1 0 0,16-31-400 0 0,1-2-242 0 0,0 0 0 0 0,0 0 0 0 0,0 0 0 0 0,0 1 0 0 0,-1-1 0 0 0,1 0 0 0 0,0 0 0 0 0,0 0 0 0 0,0 0 0 0 0,0 0 0 0 0,0 0-1 0 0,0 1 1 0 0,0-1 0 0 0,0 0 0 0 0,-1 0 0 0 0,1 0 0 0 0,0 0 0 0 0,0 0 0 0 0,0 0 0 0 0,0 0 0 0 0,0 0 0 0 0,-1 0 0 0 0,1 0 0 0 0,0 1 0 0 0,0-1-1 0 0,0 0 1 0 0,0 0 0 0 0,-1 0 0 0 0,1 0 0 0 0,0 0 0 0 0,0 0 0 0 0,0 0 0 0 0,0 0 0 0 0,0 0 0 0 0,-1 0 0 0 0,1 0 0 0 0,0 0 0 0 0,0-1 0 0 0,0 1-1 0 0,0 0 1 0 0,-1 0 0 0 0,1 0 0 0 0,0 0 0 0 0,0 0 0 0 0,0 0 0 0 0,0 0 0 0 0,0 0 0 0 0,0 0 0 0 0,-1 0 0 0 0,1-1 0 0 0,0 1 0 0 0,0 0 0 0 0,-10-7 260 0 0,8 6-248 0 0,0-3-11 0 0,1 0-1 0 0,0 1 1 0 0,0-1-1 0 0,0 0 0 0 0,1 0 1 0 0,-1 0-1 0 0,1 0 1 0 0,0 0-1 0 0,0 0 1 0 0,0 0-1 0 0,1 1 1 0 0,-1-1-1 0 0,2-4 1 0 0,-1 5-16 0 0,3-14-24 0 0,0 0 0 0 0,2 0 0 0 0,0 0 0 0 0,0 1-1 0 0,2 0 1 0 0,0 0 0 0 0,1 1 0 0 0,1 0 0 0 0,0 0 0 0 0,18-19 0 0 0,-1 5-134 0 0,0 1 1 0 0,2 2-1 0 0,55-39 1 0 0,7 11-2829 0 0,-29 22-2942 0 0,-50 26 4167 0 0,4 1-3311 0 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8:04.7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2716 0 0,'0'0'10801'0'0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8:09.6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67 1212 0 0,'-1'-3'2096'0'0,"-7"-44"7635"0"0,7 39-7952 0 0,-1-1 972 0 0,8 17-1849 0 0,5 16-491 0 0,-1 0 0 0 0,-1 1 0 0 0,-1 0 0 0 0,-1 0 0 0 0,5 42 0 0 0,-5-28-288 0 0,66 335-800 0 0,-60-331-3877 0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8:09.8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66 1720 0 0,'25'-45'15262'0'0,"-17"25"-10497"0"0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7:06.7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24 2108 0 0,'54'-23'8466'0'0,"-51"22"-7603"0"0,0 2-80 0 0,-1 0-645 0 0,0-1 1 0 0,0 1-1 0 0,0 0 1 0 0,0 0-1 0 0,0 0 1 0 0,-1 0-1 0 0,1 0 1 0 0,0 0-1 0 0,-1 0 1 0 0,1 1-1 0 0,-1-1 1 0 0,1 1-1 0 0,-1-1 1 0 0,1 1-1 0 0,1 2 1 0 0,-1 1 61 0 0,0-1-1 0 0,0 0 1 0 0,0 1 0 0 0,0-1 0 0 0,-1 1 0 0 0,2 7 0 0 0,-1 8 230 0 0,0 0 1 0 0,-2 32 0 0 0,0-31-229 0 0,-5 72 234 0 0,-24 136 1 0 0,9-90-2255 0 0,18-122 714 0 0,-2 15-1609 0 0,-1-13-2834 0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7:07.2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11 142 2012 0 0,'-10'-83'8461'0'0,"9"81"-8379"0"0,1 0 1 0 0,0 1-1 0 0,0-1 1 0 0,1 0-1 0 0,-1 0 0 0 0,0 0 1 0 0,0 0-1 0 0,1 1 1 0 0,-1-1-1 0 0,1 0 0 0 0,0 0 1 0 0,-1 1-1 0 0,1-1 1 0 0,0 0-1 0 0,0 1 1 0 0,0-1-1 0 0,0 1 0 0 0,0-1 1 0 0,1 1-1 0 0,-1 0 1 0 0,0-1-1 0 0,1 1 0 0 0,-1 0 1 0 0,1 0-1 0 0,-1 0 1 0 0,1 0-1 0 0,-1 0 0 0 0,1 0 1 0 0,0 0-1 0 0,0 1 1 0 0,3-2-1 0 0,3 0 80 0 0,0-1 0 0 0,1 1 0 0 0,0 1 0 0 0,-1-1-1 0 0,11 1 1 0 0,3 1 7 0 0,0 0-1 0 0,0 1 1 0 0,0 2-1 0 0,32 7 1 0 0,-42-7-145 0 0,0 0 0 0 0,-1 1 0 0 0,1 1 0 0 0,-1 0 0 0 0,0 0 0 0 0,0 1 0 0 0,0 1 1 0 0,-1-1-1 0 0,14 13 0 0 0,-22-17-17 0 0,1 1 1 0 0,-1-1 0 0 0,0 1 0 0 0,0-1-1 0 0,0 1 1 0 0,0 0 0 0 0,0 0-1 0 0,0 0 1 0 0,-1 0 0 0 0,1 0-1 0 0,-1 1 1 0 0,0-1 0 0 0,0 0 0 0 0,-1 1-1 0 0,2 5 1 0 0,-2-3 5 0 0,0-1 0 0 0,-1 0 1 0 0,1 0-1 0 0,-1 0 0 0 0,0 0 0 0 0,0 0 0 0 0,-1 0 0 0 0,0 0 1 0 0,-3 7-1 0 0,-5 6 26 0 0,-1-1 0 0 0,-1 0-1 0 0,0-1 1 0 0,-19 18 0 0 0,22-24-28 0 0,-14 14 24 0 0,21-22-35 0 0,1 0-1 0 0,-1 0 0 0 0,0 0 1 0 0,1 0-1 0 0,-1 0 1 0 0,1 0-1 0 0,-1 1 0 0 0,1-1 1 0 0,0 0-1 0 0,0 1 1 0 0,-1 3-1 0 0,2-4 2 0 0,1 0 0 0 0,-1 0-1 0 0,1 0 1 0 0,-1-1 0 0 0,1 1 0 0 0,0 0 0 0 0,0 0 0 0 0,0-1-1 0 0,0 1 1 0 0,0-1 0 0 0,0 1 0 0 0,0-1 0 0 0,0 1-1 0 0,1-1 1 0 0,1 2 0 0 0,47 45 34 0 0,-39-38 24 0 0,0-1 1 0 0,-1 1-1 0 0,0 1 0 0 0,-1 0 1 0 0,0 0-1 0 0,-1 1 0 0 0,0 0 1 0 0,10 20-1 0 0,-16-26 69 0 0,0 0 1 0 0,0 0 0 0 0,-1 1-1 0 0,1-1 1 0 0,-1 0-1 0 0,-1 1 1 0 0,1-1 0 0 0,-1 1-1 0 0,0-1 1 0 0,0 1-1 0 0,-1-1 1 0 0,0 1 0 0 0,0-1-1 0 0,-1 0 1 0 0,-3 11-1 0 0,1-8 78 0 0,-1 0 0 0 0,1-1-1 0 0,-1 1 1 0 0,-1-1-1 0 0,1 0 1 0 0,-1-1 0 0 0,-1 1-1 0 0,0-1 1 0 0,0-1 0 0 0,-8 7-1 0 0,5-5 37 0 0,0-1-1 0 0,-1 0 1 0 0,0-1-1 0 0,0 0 1 0 0,0-1 0 0 0,-1 0-1 0 0,-20 5 1 0 0,24-7-145 0 0,-1-2 0 0 0,0 1 0 0 0,0-1 0 0 0,1 0 0 0 0,-1-1 0 0 0,0 0 0 0 0,0-1 0 0 0,0 0 1 0 0,1 0-1 0 0,-18-5 0 0 0,21 4-107 0 0,0 0 1 0 0,0 0-1 0 0,0-1 0 0 0,1 0 1 0 0,-1 0-1 0 0,0 0 0 0 0,1 0 1 0 0,0-1-1 0 0,0 0 0 0 0,-7-8 1 0 0,10 11-98 0 0,0-1 1 0 0,0 1-1 0 0,0-1 1 0 0,0 1-1 0 0,0-1 1 0 0,0 0-1 0 0,0 1 1 0 0,0-1-1 0 0,1 0 1 0 0,-1 0-1 0 0,1 0 1 0 0,-1 1-1 0 0,1-1 1 0 0,0 0-1 0 0,0 0 1 0 0,0 0-1 0 0,0 0 1 0 0,0 0-1 0 0,0 0 1 0 0,0 0-1 0 0,0 0 1 0 0,1 1-1 0 0,-1-1 1 0 0,1 0-1 0 0,0 0 1 0 0,-1 0-1 0 0,1 1 1 0 0,0-1-1 0 0,0 0 1 0 0,0 1-1 0 0,0-1 1 0 0,0 1-1 0 0,1-1 1 0 0,1-1-1 0 0,6-4-1650 0 0,0-1 0 0 0,0 1 0 0 0,1 1-1 0 0,1 0 1 0 0,-1 0 0 0 0,21-7 0 0 0,-11 5-3260 0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7:07.4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35 836 0 0,'36'-30'12809'0'0,"-36"30"-12718"0"0,0 0 0 0 0,0-1 0 0 0,1 1 0 0 0,-1 0 0 0 0,0 0 0 0 0,0-1 1 0 0,1 1-1 0 0,-1 0 0 0 0,0-1 0 0 0,1 1 0 0 0,-1 0 0 0 0,0 0 1 0 0,1 0-1 0 0,-1-1 0 0 0,0 1 0 0 0,1 0 0 0 0,-1 0 0 0 0,1 0 0 0 0,-1 0 1 0 0,0 0-1 0 0,1-1 0 0 0,-1 1 0 0 0,0 0 0 0 0,1 0 0 0 0,-1 0 0 0 0,1 0 1 0 0,-1 0-1 0 0,0 0 0 0 0,1 1 0 0 0,-1-1 0 0 0,1 0 0 0 0,-1 0 0 0 0,0 0 1 0 0,1 0-1 0 0,-1 0 0 0 0,1 0 0 0 0,-1 1 0 0 0,0-1 0 0 0,1 0 0 0 0,-1 0 1 0 0,0 1-1 0 0,0-1 0 0 0,1 0 0 0 0,-1 0 0 0 0,0 1 0 0 0,1-1 1 0 0,-1 0-1 0 0,0 1 0 0 0,0-1 0 0 0,0 0 0 0 0,1 1 0 0 0,-1-1 0 0 0,0 1 1 0 0,0 0-1 0 0,1 47 1539 0 0,10 62 0 0 0,-5-70-2308 0 0,24 77 1 0 0,-23-104-890 0 0,18-10-8916 0 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7:07.6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70 1476 0 0,'-7'-16'4009'0'0,"-14"-29"0"0"0,20 45-3974 0 0,1-1-1 0 0,0 1 1 0 0,0-1 0 0 0,0 1 0 0 0,0-1 0 0 0,0 1 0 0 0,-1 0 0 0 0,1-1 0 0 0,0 1 0 0 0,0 0 0 0 0,-1-1 0 0 0,1 1 0 0 0,0 0 0 0 0,-1-1 0 0 0,1 1 0 0 0,0 0 0 0 0,-1 0 0 0 0,1-1 0 0 0,0 1 0 0 0,-1 0 0 0 0,1 0 0 0 0,0 0 0 0 0,-1-1 0 0 0,1 1 0 0 0,-1 0 0 0 0,1 0 0 0 0,-1 0 0 0 0,1 0 0 0 0,0 0 0 0 0,-1 0 0 0 0,0 0 0 0 0,-5 11-215 0 0,3 20-1660 0 0,7-2-1653 0 0,-2-13 797 0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7:08.2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216 46 2408 0 0,'2'-1'1955'0'0,"1"1"-1497"0"0,-1-1 1 0 0,0 1-1 0 0,1-1 0 0 0,-1 0 0 0 0,0 0 1 0 0,1 0-1 0 0,-1 0 0 0 0,0 0 0 0 0,0-1 1 0 0,0 1-1 0 0,0-1 0 0 0,0 1 0 0 0,0-1 1 0 0,-1 0-1 0 0,3-3 0 0 0,-3 4 110 0 0,-1 0-460 0 0,0 0-1 0 0,0 0 1 0 0,-1 0 0 0 0,1 1-1 0 0,0-1 1 0 0,-1 0 0 0 0,1 0-1 0 0,-1 0 1 0 0,1 1 0 0 0,-1-1-1 0 0,1 0 1 0 0,-1 0-1 0 0,1 1 1 0 0,-1-1 0 0 0,0 0-1 0 0,1 1 1 0 0,-2-1 0 0 0,-1-2-2 0 0,2 2-42 0 0,-1 0 0 0 0,0 0-1 0 0,1 1 1 0 0,-1-1-1 0 0,0 1 1 0 0,0 0 0 0 0,0 0-1 0 0,1-1 1 0 0,-1 1-1 0 0,0 0 1 0 0,0 0 0 0 0,0 1-1 0 0,0-1 1 0 0,-1 1 0 0 0,-25 6 277 0 0,16-3-228 0 0,0 1-1 0 0,1 0 0 0 0,0 1 1 0 0,0 0-1 0 0,0 1 0 0 0,0 1 0 0 0,1-1 1 0 0,1 2-1 0 0,-1-1 0 0 0,1 1 1 0 0,-10 14-1 0 0,14-17-94 0 0,1 1 1 0 0,-1-1-1 0 0,1 1 1 0 0,1 1-1 0 0,-1-1 1 0 0,1 0-1 0 0,1 1 1 0 0,-3 10 0 0 0,4-12-13 0 0,0-1 0 0 0,0 0 0 0 0,1 1 0 0 0,0-1 1 0 0,0 1-1 0 0,1-1 0 0 0,-1 0 0 0 0,1 0 1 0 0,0 1-1 0 0,1-1 0 0 0,-1 0 0 0 0,1 0 1 0 0,3 7-1 0 0,-3-9-3 0 0,0 1 1 0 0,0-1-1 0 0,0 0 0 0 0,0 0 1 0 0,0 0-1 0 0,1 0 0 0 0,-1 0 1 0 0,1 0-1 0 0,0-1 0 0 0,0 0 1 0 0,0 1-1 0 0,0-1 0 0 0,0 0 1 0 0,0 0-1 0 0,1 0 0 0 0,5 2 1 0 0,-4-3 0 0 0,0 0 0 0 0,0 0 0 0 0,0-1 0 0 0,0 1 0 0 0,0-1 0 0 0,0 0 1 0 0,0 0-1 0 0,0-1 0 0 0,0 1 0 0 0,0-1 0 0 0,7-2 0 0 0,-2-1-1 0 0,0 0 0 0 0,1 0 0 0 0,-1-1 0 0 0,-1-1 0 0 0,1 1 0 0 0,-1-2 0 0 0,0 1 0 0 0,0-1 0 0 0,-1 0 0 0 0,14-15 0 0 0,0-8 16 0 0,30-51 1 0 0,-6 7-40 0 0,-46 74 27 0 0,0-1 1 0 0,0 1-1 0 0,0 0 0 0 0,0-1 0 0 0,0 1 1 0 0,0 0-1 0 0,1-1 0 0 0,-1 1 1 0 0,0 0-1 0 0,0 0 0 0 0,0-1 0 0 0,1 1 1 0 0,-1 0-1 0 0,0-1 0 0 0,0 1 1 0 0,1 0-1 0 0,-1 0 0 0 0,0 0 0 0 0,1-1 1 0 0,-1 1-1 0 0,0 0 0 0 0,1 0 1 0 0,-1 0-1 0 0,0 0 0 0 0,1 0 0 0 0,-1-1 1 0 0,0 1-1 0 0,1 0 0 0 0,-1 0 1 0 0,1 0-1 0 0,-1 0 0 0 0,0 0 0 0 0,1 0 1 0 0,-1 0-1 0 0,0 0 0 0 0,1 0 1 0 0,-1 1-1 0 0,6 13 354 0 0,-4 21 342 0 0,-18 224 1972 0 0,9-187-2320 0 0,4-40-224 0 0,-54 522 1095 0 0,57-547-1202 0 0,-22 132 154 0 0,17-120 242 0 0,0 1 1 0 0,-1-1-1 0 0,-1 0 0 0 0,-17 34 0 0 0,22-50-347 0 0,1-1-1 0 0,0 0 0 0 0,-1 1 0 0 0,0-1 1 0 0,1 0-1 0 0,-1 0 0 0 0,0 0 0 0 0,0 0 0 0 0,0 0 1 0 0,0 0-1 0 0,0-1 0 0 0,-1 1 0 0 0,1-1 1 0 0,0 1-1 0 0,-1-1 0 0 0,1 0 0 0 0,-1 0 1 0 0,0 0-1 0 0,1 0 0 0 0,-1 0 0 0 0,0-1 1 0 0,1 1-1 0 0,-6-1 0 0 0,4 0-35 0 0,-1-1 0 0 0,1 0 0 0 0,0 0 1 0 0,-1 0-1 0 0,1 0 0 0 0,0-1 0 0 0,0 0 0 0 0,0 0 0 0 0,0 0 0 0 0,0 0 0 0 0,0-1 1 0 0,0 1-1 0 0,-5-7 0 0 0,-4-2 18 0 0,2-1 1 0 0,0-1-1 0 0,0 0 1 0 0,1 0-1 0 0,1-1 1 0 0,0 0-1 0 0,1-1 1 0 0,1 0-1 0 0,0 0 1 0 0,1 0-1 0 0,0-1 1 0 0,2 0-1 0 0,-1 0 1 0 0,2-1-1 0 0,-3-31 1 0 0,5 25-167 0 0,1 1-1 0 0,1 0 1 0 0,1-1 0 0 0,0 1 0 0 0,2 0-1 0 0,1 0 1 0 0,0 1 0 0 0,2-1 0 0 0,0 1 0 0 0,2 0-1 0 0,15-27 1 0 0,-2 12-436 0 0,2 1 0 0 0,1 1 0 0 0,2 2 0 0 0,1 0 1 0 0,2 2-1 0 0,42-34 0 0 0,70-40-4100 0 0,6 14-5046 0 0,-109 69 3064 0 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7:08.9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49 739 1648 0 0,'-8'13'6249'0'0,"-33"77"4624"0"0,64-105-10323 0 0,3-13-403 0 0,-2-1 0 0 0,-1 0 0 0 0,23-40 0 0 0,49-103-27 0 0,20-79-14 0 0,-36 74-123 0 0,-69 154 0 0 0,-7 16-13 0 0,1-1-1 0 0,-1 1 0 0 0,1 0 0 0 0,7-11 1 0 0,-9 16 13 0 0,2 5-14 0 0,-3-3 29 0 0,-1 0 1 0 0,1 0-1 0 0,0 0 0 0 0,-1 0 0 0 0,1 0 1 0 0,-1 0-1 0 0,1 1 0 0 0,-1-1 1 0 0,1 0-1 0 0,0 0 0 0 0,-1 1 0 0 0,1-1 1 0 0,-1 0-1 0 0,1 1 0 0 0,-1-1 1 0 0,0 0-1 0 0,1 1 0 0 0,0 0 0 0 0,5 13-7 0 0,0 0-1 0 0,0 0 1 0 0,-2 0-1 0 0,0 1 1 0 0,-1 0-1 0 0,3 21 1 0 0,3 15-5 0 0,1-6 18 0 0,-5-17 4 0 0,1-1 1 0 0,2 0-1 0 0,0-1 0 0 0,2 0 1 0 0,15 30-1 0 0,-24-53-2 0 0,0-1 0 0 0,1 0 0 0 0,0 1 1 0 0,-1-1-1 0 0,1 0 0 0 0,0 0 0 0 0,0 0 1 0 0,0 0-1 0 0,1-1 0 0 0,-1 1 0 0 0,0-1 1 0 0,1 1-1 0 0,-1-1 0 0 0,1 0 0 0 0,-1 0 0 0 0,1 0 1 0 0,-1 0-1 0 0,4 1 0 0 0,-1-2 2 0 0,0 1 0 0 0,0-1 0 0 0,0 0 0 0 0,-1 0 0 0 0,1-1 0 0 0,0 1 0 0 0,0-1 0 0 0,-1 0 0 0 0,10-3 0 0 0,-1-2 5 0 0,1 0 1 0 0,-1-1 0 0 0,0-1 0 0 0,0 0 0 0 0,-1 0 0 0 0,11-11 0 0 0,21-23 143 0 0,-1-2 0 0 0,67-92 1 0 0,-58 71 494 0 0,-52 65-651 0 0,0 0 0 0 0,1 0 0 0 0,-1-1 0 0 0,0 1 0 0 0,0 0 0 0 0,0-1 0 0 0,0 1 0 0 0,0 0 1 0 0,0 0-1 0 0,1-1 0 0 0,-1 1 0 0 0,0 0 0 0 0,0 0 0 0 0,0 0 0 0 0,1-1 0 0 0,-1 1 0 0 0,0 0 0 0 0,0 0 1 0 0,1 0-1 0 0,-1 0 0 0 0,0-1 0 0 0,0 1 0 0 0,1 0 0 0 0,-1 0 0 0 0,0 0 0 0 0,0 0 0 0 0,1 0 0 0 0,-1 0 1 0 0,0 0-1 0 0,1 0 0 0 0,-1 0 0 0 0,0 0 0 0 0,0 0 0 0 0,1 0 0 0 0,0 11 7 0 0,-8 17 59 0 0,2-13-80 0 0,-8 23 206 0 0,1-1-1 0 0,2 2 0 0 0,-10 75 0 0 0,19-103-334 0 0,1 0-1 0 0,0 0 0 0 0,0 0 0 0 0,1 0 1 0 0,1 0-1 0 0,0 0 0 0 0,0 0 0 0 0,1 0 1 0 0,0-1-1 0 0,1 0 0 0 0,0 1 1 0 0,1-2-1 0 0,0 1 0 0 0,1 0 0 0 0,0-1 1 0 0,0 0-1 0 0,1 0 0 0 0,0-1 0 0 0,10 9 1 0 0,-5-5-1057 0 0,1-2 0 0 0,16 11 0 0 0,11 1-4313 0 0,-1-5-2249 0 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7:10.9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1201 2268 0 0,'1'-9'859'0'0,"1"1"1"0"0,-1-1-1 0 0,2 0 0 0 0,-1 1 0 0 0,1-1 0 0 0,0 1 0 0 0,1 0 0 0 0,7-13 1 0 0,-8 17-766 0 0,0 0 1 0 0,0 0-1 0 0,0 1 1 0 0,1-1-1 0 0,-1 1 1 0 0,1 0-1 0 0,0 0 1 0 0,0 0 0 0 0,0 1-1 0 0,0-1 1 0 0,1 1-1 0 0,-1 0 1 0 0,1 0-1 0 0,-1 1 1 0 0,1-1-1 0 0,-1 1 1 0 0,8-1-1 0 0,-3 1-44 0 0,0 0 0 0 0,0 1 0 0 0,-1 1-1 0 0,1-1 1 0 0,0 1 0 0 0,-1 1-1 0 0,1-1 1 0 0,-1 2 0 0 0,1-1 0 0 0,-1 1-1 0 0,0 0 1 0 0,0 1 0 0 0,0 0-1 0 0,-1 0 1 0 0,1 0 0 0 0,7 7-1 0 0,-9-7-19 0 0,-1 1 0 0 0,0-1-1 0 0,0 1 1 0 0,0 0-1 0 0,-1 0 1 0 0,0 1-1 0 0,0-1 1 0 0,0 1 0 0 0,0 0-1 0 0,-1 0 1 0 0,0 0-1 0 0,0 0 1 0 0,-1 1-1 0 0,0-1 1 0 0,0 1-1 0 0,0-1 1 0 0,-1 1 0 0 0,0 0-1 0 0,0 0 1 0 0,-1 0-1 0 0,0 7 1 0 0,0-8 68 0 0,0-2 26 0 0,0 0-1 0 0,-1 1 1 0 0,1-1-1 0 0,-1 1 1 0 0,0-1 0 0 0,0 0-1 0 0,-1 0 1 0 0,1 0-1 0 0,-4 7 1 0 0,4-9 83 0 0,-5 0 97 0 0,0-2-69 0 0,4-12-105 0 0,3-9-92 0 0,0 0 0 0 0,1 0 0 0 0,2 0 0 0 0,0 0-1 0 0,8-23 1 0 0,-8 31-43 0 0,1 0-1 0 0,1 1 0 0 0,0-1 0 0 0,0 1 1 0 0,1 0-1 0 0,1 1 0 0 0,0 0 1 0 0,0 0-1 0 0,13-12 0 0 0,-18 20 0 0 0,0 0 1 0 0,0 1-1 0 0,0 0 1 0 0,0 0-1 0 0,0 0 0 0 0,0 0 1 0 0,0 0-1 0 0,1 1 0 0 0,-1-1 1 0 0,1 1-1 0 0,-1 0 0 0 0,1 0 1 0 0,0 0-1 0 0,-1 1 0 0 0,1-1 1 0 0,0 1-1 0 0,0 0 0 0 0,-1 0 1 0 0,1 0-1 0 0,0 0 1 0 0,-1 1-1 0 0,1-1 0 0 0,6 3 1 0 0,-4 0 6 0 0,-1-1 1 0 0,1 1-1 0 0,-1 0 1 0 0,0 0 0 0 0,0 0-1 0 0,0 1 1 0 0,0 0-1 0 0,-1 0 1 0 0,0 0 0 0 0,0 1-1 0 0,0-1 1 0 0,0 1 0 0 0,0 0-1 0 0,3 7 1 0 0,-2-3 0 0 0,0 1 0 0 0,-1 0 0 0 0,0 1 0 0 0,-1-1 0 0 0,0 1 0 0 0,0-1 0 0 0,1 15 0 0 0,-2 7 174 0 0,-1 37 1 0 0,-1-40 163 0 0,0-28-159 0 0,10-28 42 0 0,3-6-212 0 0,2 1 0 0 0,19-29-1 0 0,-28 50-21 0 0,1 0-1 0 0,1 1 1 0 0,0 0-1 0 0,0 1 0 0 0,1-1 1 0 0,0 2-1 0 0,0-1 1 0 0,22-13-1 0 0,-29 20 7 0 0,0 1 0 0 0,1 0 0 0 0,-1 0 0 0 0,1 0-1 0 0,0 0 1 0 0,-1 0 0 0 0,1 0 0 0 0,0 1 0 0 0,-1-1 0 0 0,1 1 0 0 0,0 0-1 0 0,0-1 1 0 0,-1 1 0 0 0,1 1 0 0 0,0-1 0 0 0,0 0 0 0 0,-1 1-1 0 0,4 0 1 0 0,-2 1 5 0 0,-1-1 0 0 0,1 1-1 0 0,-1 0 1 0 0,1 0 0 0 0,-1 0 0 0 0,0 1-1 0 0,0-1 1 0 0,1 1 0 0 0,-2 0-1 0 0,1 0 1 0 0,3 4 0 0 0,0 2 6 0 0,1 1 0 0 0,-2 0-1 0 0,1 0 1 0 0,-1 0 0 0 0,-1 0 0 0 0,0 1 0 0 0,4 20 0 0 0,1 18 2 0 0,-6-30-7 0 0,0 0 0 0 0,1-1-1 0 0,1 1 1 0 0,0-1 0 0 0,2 0 0 0 0,11 24 0 0 0,-16-39 3 0 0,0 0 1 0 0,0 0-1 0 0,0 0 1 0 0,1-1 0 0 0,-1 1-1 0 0,0 0 1 0 0,1-1-1 0 0,0 0 1 0 0,0 0 0 0 0,0 0-1 0 0,0 0 1 0 0,0 0-1 0 0,0 0 1 0 0,0-1 0 0 0,0 0-1 0 0,1 1 1 0 0,3 0 0 0 0,-1-1 1 0 0,-1-1 0 0 0,0 0 0 0 0,0 0 0 0 0,0 0 0 0 0,0 0 0 0 0,1-1 1 0 0,-1 1-1 0 0,0-2 0 0 0,0 1 0 0 0,8-3 0 0 0,2-3 14 0 0,-2 1 1 0 0,1-2-1 0 0,0 0 0 0 0,-2-1 0 0 0,1 0 0 0 0,21-21 1 0 0,-13 8-19 0 0,-1-1 1 0 0,-1-1 0 0 0,-1-1-1 0 0,-1 0 1 0 0,-2-2 0 0 0,0 1 0 0 0,-2-2-1 0 0,-1 0 1 0 0,-1-1 0 0 0,10-42 0 0 0,-20 65 2 0 0,1 1-1 0 0,-1 0 1 0 0,0-1 0 0 0,0 1 0 0 0,-1-1 0 0 0,0 1 0 0 0,0-1 0 0 0,0 1 0 0 0,0-1 0 0 0,-1 1 0 0 0,0 0 0 0 0,0-1 0 0 0,-1 1 0 0 0,-3-9 0 0 0,5 13-4 0 0,-1 0-1 0 0,0 1 0 0 0,0-1 0 0 0,1 0 1 0 0,-1 1-1 0 0,0-1 0 0 0,0 1 1 0 0,0-1-1 0 0,0 1 0 0 0,0-1 1 0 0,0 1-1 0 0,0 0 0 0 0,0-1 1 0 0,0 1-1 0 0,0 0 0 0 0,0 0 1 0 0,0 0-1 0 0,0-1 0 0 0,0 1 1 0 0,0 0-1 0 0,0 1 0 0 0,0-1 0 0 0,0 0 1 0 0,-1 0-1 0 0,-25 9 34 0 0,15-1 16 0 0,1 0-1 0 0,0 0 1 0 0,1 1-1 0 0,0 0 1 0 0,0 1-1 0 0,1 0 0 0 0,1 1 1 0 0,-1 0-1 0 0,1 0 1 0 0,1 1-1 0 0,0 0 1 0 0,-7 19-1 0 0,9-19-28 0 0,0 0 0 0 0,0 1 0 0 0,2-1-1 0 0,-1 1 1 0 0,2 0 0 0 0,0 0 0 0 0,0 0 0 0 0,1 1-1 0 0,1-1 1 0 0,0 0 0 0 0,1 0 0 0 0,0 1 0 0 0,4 12-1 0 0,-4-21-14 0 0,1 1-1 0 0,0-1 0 0 0,0 1 1 0 0,1-1-1 0 0,-1 0 0 0 0,1 0 1 0 0,0 0-1 0 0,1 0 0 0 0,-1-1 1 0 0,1 1-1 0 0,0-1 1 0 0,0 0-1 0 0,9 7 0 0 0,-7-7 2 0 0,0 0-1 0 0,1 0 1 0 0,0-1-1 0 0,0 0 1 0 0,0-1-1 0 0,0 1 1 0 0,0-1-1 0 0,0-1 1 0 0,13 2-1 0 0,-2-2 0 0 0,0 0-1 0 0,0-2 1 0 0,0 0-1 0 0,0-2 1 0 0,-1 0-1 0 0,1 0 1 0 0,-1-2-1 0 0,23-8 1 0 0,-13 2-133 0 0,-1-2 0 0 0,0 0 0 0 0,-1-2 1 0 0,0-1-1 0 0,-1-1 0 0 0,-1-1 0 0 0,-1-1 1 0 0,0 0-1 0 0,-1-2 0 0 0,-2-1 0 0 0,0 0 0 0 0,-1-2 1 0 0,-2 0-1 0 0,23-42 0 0 0,-11 12-55 0 0,-3-2 0 0 0,-3-1 1 0 0,-2 0-1 0 0,-2-2 0 0 0,-3 0 0 0 0,-3-1 0 0 0,8-88 0 0 0,-19 140 177 0 0,-1 0 0 0 0,1 0 0 0 0,-1 0-1 0 0,-1 0 1 0 0,0 0 0 0 0,0-1-1 0 0,0 2 1 0 0,-1-1 0 0 0,-1 0 0 0 0,-4-12-1 0 0,7 19 4 0 0,-1 0 0 0 0,0 1 0 0 0,1-1 0 0 0,-1 0 0 0 0,1 1-1 0 0,-1-1 1 0 0,0 1 0 0 0,0-1 0 0 0,1 0 0 0 0,-1 1 0 0 0,0-1-1 0 0,0 1 1 0 0,0 0 0 0 0,1-1 0 0 0,-1 1 0 0 0,0 0 0 0 0,0 0-1 0 0,0-1 1 0 0,0 1 0 0 0,0 0 0 0 0,0 0 0 0 0,0 0 0 0 0,0 0-1 0 0,0 0 1 0 0,1 0 0 0 0,-1 0 0 0 0,0 0 0 0 0,0 1 0 0 0,0-1-1 0 0,0 0 1 0 0,0 0 0 0 0,0 1 0 0 0,0-1 0 0 0,1 1 0 0 0,-1-1-1 0 0,0 1 1 0 0,0-1 0 0 0,1 1 0 0 0,-2 1 0 0 0,-3 1-4 0 0,0 1 0 0 0,1 1 0 0 0,0-1 0 0 0,-6 8 0 0 0,-2 5 80 0 0,1 1 0 0 0,0 0-1 0 0,2 1 1 0 0,0 0 0 0 0,1 1 0 0 0,1-1 0 0 0,-8 40 0 0 0,8-22 116 0 0,1 1 0 0 0,2 0 1 0 0,2 56-1 0 0,2-74-142 0 0,2 1 0 0 0,0 0 1 0 0,2-1-1 0 0,0 1 1 0 0,1-1-1 0 0,1 0 0 0 0,16 37 1 0 0,-16-46-39 0 0,0-1-1 0 0,0 1 1 0 0,1-1 0 0 0,0 0 0 0 0,1-1 0 0 0,0 0 0 0 0,0 0 0 0 0,1-1 0 0 0,0 0 0 0 0,1 0 0 0 0,0-1 0 0 0,0 0 0 0 0,0-1 0 0 0,21 9 0 0 0,-19-9-93 0 0,0-2 0 0 0,0 0 1 0 0,1 0-1 0 0,-1-1 0 0 0,1-1 1 0 0,0 0-1 0 0,0 0 0 0 0,0-1 1 0 0,-1-1-1 0 0,1 0 0 0 0,0-1 1 0 0,0-1-1 0 0,0 0 0 0 0,0 0 1 0 0,-1-1-1 0 0,1-1 0 0 0,-1 0 1 0 0,0-1-1 0 0,0 0 0 0 0,-1-1 1 0 0,1 0-1 0 0,-1-1 0 0 0,-1 0 1 0 0,1-1-1 0 0,-1 0 0 0 0,0-1 1 0 0,13-14-1 0 0,0-6-296 0 0,0-1 1 0 0,-2-1-1 0 0,-2-1 1 0 0,-1-1-1 0 0,-1 0 1 0 0,-2-2-1 0 0,19-61 1 0 0,-2-21 149 0 0,16-122 1 0 0,-26 34 961 0 0,-9 67 463 0 0,-12 129 220 0 0,-4 23-769 0 0,-2 24 155 0 0,-31 365 3072 0 0,3-61-3097 0 0,31-317-743 0 0,-6 127 105 0 0,8-150-136 0 0,0 0 0 0 0,0 0 0 0 0,0 0 0 0 0,0 0 0 0 0,1-1 0 0 0,-1 1 1 0 0,1 0-1 0 0,-1 0 0 0 0,1 0 0 0 0,-1 0 0 0 0,1-1 0 0 0,0 1 0 0 0,0 0 1 0 0,0-1-1 0 0,1 3 0 0 0,-1-4-4 0 0,0 1 1 0 0,-1-1-1 0 0,1 1 0 0 0,0-1 1 0 0,0 0-1 0 0,0 1 0 0 0,-1-1 1 0 0,1 0-1 0 0,0 0 0 0 0,0 0 1 0 0,0 1-1 0 0,0-1 0 0 0,0 0 1 0 0,0 0-1 0 0,-1 0 0 0 0,1 0 1 0 0,0 0-1 0 0,0-1 0 0 0,0 1 1 0 0,0 0-1 0 0,0 0 0 0 0,-1-1 1 0 0,1 1-1 0 0,0 0 0 0 0,0-1 1 0 0,0 1-1 0 0,-1 0 0 0 0,1-1 1 0 0,0 0-1 0 0,-1 1 0 0 0,1-1 1 0 0,1-1-1 0 0,10-9-53 0 0,1-1-1 0 0,-2 0 1 0 0,0-1 0 0 0,17-25-1 0 0,-3 3-1 0 0,-19 28 38 0 0,-1-1-8 0 0,1 0-1 0 0,1 0 0 0 0,-1 0 1 0 0,1 1-1 0 0,1 0 1 0 0,-1 1-1 0 0,10-7 0 0 0,-15 12 20 0 0,0 1 0 0 0,0-1-1 0 0,0 0 1 0 0,0 0 0 0 0,0 1-1 0 0,0-1 1 0 0,0 1 0 0 0,0 0-1 0 0,0-1 1 0 0,0 1-1 0 0,0 0 1 0 0,0 0 0 0 0,0 0-1 0 0,0 1 1 0 0,0-1 0 0 0,0 0-1 0 0,0 1 1 0 0,0-1 0 0 0,3 3-1 0 0,-2-2 4 0 0,0 1 0 0 0,0 0 0 0 0,0 0 0 0 0,0 0 0 0 0,-1 1 0 0 0,1-1 0 0 0,-1 1 0 0 0,0 0 0 0 0,0-1 0 0 0,4 7 0 0 0,-1 1 14 0 0,0 0-1 0 0,0 1 1 0 0,-1 0-1 0 0,0 0 1 0 0,3 21-1 0 0,-4-10-31 0 0,1 30 0 0 0,-3-13-2885 0 0,0-37 2529 0 0,-1-1 0 0 0,0 0 1 0 0,1 0-1 0 0,-1 0 0 0 0,1 1 1 0 0,-1-1-1 0 0,1 0 0 0 0,-1 0 1 0 0,1 0-1 0 0,0 0 0 0 0,0 0 0 0 0,-1 0 1 0 0,1 0-1 0 0,0 0 0 0 0,0 0 1 0 0,0 0-1 0 0,0-1 0 0 0,0 1 0 0 0,0 0 1 0 0,2 0-1 0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7:11.3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1 183 2164 0 0,'0'0'4797'0'0,"0"0"-4587"0"0,1 0 0 0 0,0 1-1 0 0,-1-1 1 0 0,1 1 0 0 0,-1-1 0 0 0,1 1 0 0 0,0-1 0 0 0,-1 1 0 0 0,1-1 0 0 0,-1 1 0 0 0,0 0 0 0 0,1-1 0 0 0,-1 1 0 0 0,1 0 0 0 0,-1 0 0 0 0,1 16 1491 0 0,-1 0 1 0 0,-2 21-1 0 0,0-19-701 0 0,2 38 0 0 0,0-51-909 0 0,1-1-1 0 0,0 1 0 0 0,1 0 1 0 0,-1 0-1 0 0,1 0 0 0 0,0-1 1 0 0,0 1-1 0 0,1-1 1 0 0,-1 0-1 0 0,6 8 0 0 0,-5-10-64 0 0,-1 0 0 0 0,1-1 0 0 0,-1 0 0 0 0,1 1-1 0 0,0-1 1 0 0,0 0 0 0 0,0 0 0 0 0,0 0 0 0 0,0-1 0 0 0,0 1-1 0 0,1-1 1 0 0,-1 0 0 0 0,0 0 0 0 0,1 0 0 0 0,-1 0 0 0 0,1 0-1 0 0,-1-1 1 0 0,1 0 0 0 0,0 0 0 0 0,-1 0 0 0 0,1 0-1 0 0,-1 0 1 0 0,1-1 0 0 0,4 0 0 0 0,-1-1-1 0 0,1 0 0 0 0,-1 0 0 0 0,1 0 0 0 0,-1-1 0 0 0,0-1 0 0 0,0 1 0 0 0,0-1 0 0 0,0 0 0 0 0,-1 0-1 0 0,8-7 1 0 0,-2-1-15 0 0,0-1 0 0 0,-1 0 0 0 0,0-1 0 0 0,-1 0 0 0 0,0-1 0 0 0,-1 0 0 0 0,-1-1 0 0 0,-1 0-1 0 0,0 0 1 0 0,-1 0 0 0 0,-1-1 0 0 0,0 0 0 0 0,-1 0 0 0 0,-1 0 0 0 0,-1-1 0 0 0,1-17-1 0 0,-4 29-29 0 0,1 1 0 0 0,-1 0-1 0 0,0 0 1 0 0,0 0 0 0 0,0 0-1 0 0,-1 0 1 0 0,0 0 0 0 0,0 1-1 0 0,0-1 1 0 0,0 1 0 0 0,-1-1-1 0 0,0 1 1 0 0,0 0 0 0 0,0 0-1 0 0,0 0 1 0 0,-1 0 0 0 0,0 0-1 0 0,1 1 1 0 0,-1 0 0 0 0,-1-1-1 0 0,1 2 1 0 0,0-1 0 0 0,-1 0-1 0 0,1 1 1 0 0,-1 0 0 0 0,0 0-1 0 0,0 0 1 0 0,1 1 0 0 0,-1-1-1 0 0,-1 1 1 0 0,1 1 0 0 0,0-1-1 0 0,0 1 1 0 0,0-1 0 0 0,-7 2-1 0 0,-1 0-330 0 0,0 0-1 0 0,0 1 1 0 0,0 0-1 0 0,1 2 1 0 0,-1-1-1 0 0,-13 7 1 0 0,19-8-217 0 0,1 1 0 0 0,0 1-1 0 0,-1-1 1 0 0,1 1 0 0 0,0 0 0 0 0,1 0-1 0 0,-1 1 1 0 0,1 0 0 0 0,0 0 0 0 0,0 0-1 0 0,0 1 1 0 0,-6 10 0 0 0,5-4-2299 0 0,5-2-789 0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7:11.8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511 769 1444 0 0,'1'0'146'0'0,"-1"-1"0"0"0,1 0 0 0 0,-1 1 0 0 0,1-1 0 0 0,-1 0 0 0 0,1 0 1 0 0,-1 0-1 0 0,1 0 0 0 0,-1 1 0 0 0,0-1 0 0 0,0 0 0 0 0,1 0 0 0 0,-1 0 0 0 0,0 0 0 0 0,0 0 0 0 0,0 0 0 0 0,0 0 0 0 0,0 0 0 0 0,0 1 0 0 0,0-1 0 0 0,-1 0 0 0 0,1 0 0 0 0,0 0 0 0 0,0 0 1 0 0,-1 0-1 0 0,1 0 0 0 0,0 0 0 0 0,-1 1 0 0 0,1-1 0 0 0,-1 0 0 0 0,1 0 0 0 0,-1 1 0 0 0,1-1 0 0 0,-1 0 0 0 0,0 1 0 0 0,1-1 0 0 0,-1 0 0 0 0,0 1 0 0 0,0-1 0 0 0,1 1 0 0 0,-1-1 1 0 0,0 1-1 0 0,0 0 0 0 0,0-1 0 0 0,0 1 0 0 0,1 0 0 0 0,-1-1 0 0 0,0 1 0 0 0,0 0 0 0 0,0 0 0 0 0,-1 0 0 0 0,-6-1 126 0 0,0 0 0 0 0,1 0 0 0 0,-1 1 0 0 0,0 0-1 0 0,-9 1 1 0 0,-14 3-17 0 0,0 2-1 0 0,1 1 0 0 0,0 2 1 0 0,0 0-1 0 0,1 2 0 0 0,1 1 0 0 0,0 2 1 0 0,0 0-1 0 0,1 2 0 0 0,1 1 1 0 0,-33 28-1 0 0,51-37-198 0 0,0 0-1 0 0,1 0 1 0 0,-11 13 0 0 0,15-17-24 0 0,1 0-1 0 0,0-1 1 0 0,-1 1 0 0 0,1 0 0 0 0,1 0 0 0 0,-1 0 0 0 0,1 1 0 0 0,-1-1 0 0 0,1 0 0 0 0,0 0 0 0 0,0 7 0 0 0,1-9-9 0 0,0 0 1 0 0,1 0-1 0 0,-1 0 1 0 0,1 0-1 0 0,-1 0 1 0 0,1 0-1 0 0,0 0 1 0 0,0 0-1 0 0,-1-1 1 0 0,1 1-1 0 0,1 0 0 0 0,-1 0 1 0 0,0-1-1 0 0,0 1 1 0 0,1-1-1 0 0,-1 1 1 0 0,0-1-1 0 0,1 0 1 0 0,0 0-1 0 0,-1 1 1 0 0,1-1-1 0 0,0 0 0 0 0,-1 0 1 0 0,1 0-1 0 0,0-1 1 0 0,0 1-1 0 0,0 0 1 0 0,0-1-1 0 0,0 1 1 0 0,0-1-1 0 0,0 0 1 0 0,3 0-1 0 0,3 1 17 0 0,0 0 1 0 0,0-1 0 0 0,0 0-1 0 0,0 0 1 0 0,0-1-1 0 0,0 0 1 0 0,9-3-1 0 0,1-2-18 0 0,0-1 1 0 0,0-1-1 0 0,0-1 1 0 0,-1-1-1 0 0,0 0 0 0 0,-1-1 1 0 0,0-1-1 0 0,-1 0 0 0 0,0-1 1 0 0,22-26-1 0 0,0-6-2 0 0,-2-1 0 0 0,40-68 0 0 0,-27 27-9 0 0,-3-2-1 0 0,-5-1 1 0 0,-3-3-1 0 0,-4-1 1 0 0,24-120-1 0 0,-56 213-11 0 0,-1 0-1 0 0,0 0 1 0 0,1 0-1 0 0,-1 0 0 0 0,0 0 1 0 0,0 0-1 0 0,1 0 0 0 0,-1-1 1 0 0,0 1-1 0 0,0 0 0 0 0,0 0 1 0 0,-1 0-1 0 0,1 0 0 0 0,0 0 1 0 0,0-1-1 0 0,-1 1 0 0 0,1 0 1 0 0,0 0-1 0 0,-1 0 1 0 0,1 0-1 0 0,-2-1 0 0 0,-6 3-19 0 0,-2 13 11 0 0,-15 35 66 0 0,3 1 1 0 0,2 0-1 0 0,-21 84 0 0 0,26-83-24 0 0,-48 186 272 0 0,54-194-258 0 0,2 2 0 0 0,2-1 0 0 0,1 66 1 0 0,5-98-137 0 0,0-1 0 0 0,0 0 0 0 0,1 0 1 0 0,1 0-1 0 0,-1 0 0 0 0,6 12 1 0 0,-6-18-282 0 0,1 0 1 0 0,-1 0 0 0 0,1 0-1 0 0,0-1 1 0 0,0 1 0 0 0,5 4 0 0 0,-5-6-218 0 0,-1-1 1 0 0,1 1-1 0 0,0-1 1 0 0,0 0-1 0 0,0 0 1 0 0,0 0 0 0 0,0-1-1 0 0,0 1 1 0 0,0-1-1 0 0,6 2 1 0 0,4-1-3801 0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7:12.1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278 51 3660 0 0,'-101'-17'5376'0'0,"-72"-7"1112"0"0,170 24-5911 0 0,4 0-560 0 0,0 1 0 0 0,0 0 0 0 0,0 0 1 0 0,0 0-1 0 0,1-1 0 0 0,-1 1 0 0 0,0 0 0 0 0,0-1 1 0 0,1 1-1 0 0,-1-1 0 0 0,0 0 0 0 0,1 1 1 0 0,-1-1-1 0 0,0 0 0 0 0,1 0 0 0 0,2 0 0 0 0,-4 0-5 0 0,67 5-147 0 0,92-5-1 0 0,-46-7-2549 0 0,0-3-3671 0 0,-69 5 1667 0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8:11.1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41 137 1764 0 0,'0'0'3883'0'0,"-2"-12"-686"0"0,-9-15-268 0 0,-3-17 7 0 0,14 43-2911 0 0,0-1 0 0 0,0 0 0 0 0,0 1 0 0 0,0-1 0 0 0,0 1 0 0 0,0-1 0 0 0,0 1 0 0 0,1-1 0 0 0,-1 1 0 0 0,1-1 0 0 0,-1 1 0 0 0,1-1 1 0 0,0 1-1 0 0,-1-1 0 0 0,1 1 0 0 0,0 0 0 0 0,0-1 0 0 0,0 1 0 0 0,0 0 0 0 0,0 0 0 0 0,0 0 0 0 0,2-1 0 0 0,0-1-15 0 0,-1 1 0 0 0,1 0 0 0 0,0 1 0 0 0,0-1 0 0 0,0 0 0 0 0,0 1-1 0 0,0 0 1 0 0,1-1 0 0 0,-1 1 0 0 0,6-1 0 0 0,-4 2-8 0 0,0-1 1 0 0,1 1-1 0 0,-1-1 0 0 0,0 1 0 0 0,0 1 0 0 0,0-1 1 0 0,0 1-1 0 0,1 0 0 0 0,-1 0 0 0 0,0 1 1 0 0,0-1-1 0 0,-1 1 0 0 0,1 0 0 0 0,0 0 1 0 0,-1 1-1 0 0,1-1 0 0 0,-1 1 0 0 0,0 0 1 0 0,1 1-1 0 0,-2-1 0 0 0,1 0 0 0 0,0 1 0 0 0,-1 0 1 0 0,1 0-1 0 0,-1 0 0 0 0,0 1 0 0 0,-1-1 1 0 0,1 1-1 0 0,-1-1 0 0 0,0 1 0 0 0,0 0 1 0 0,0 0-1 0 0,0 0 0 0 0,-1 0 0 0 0,0 0 1 0 0,0 6-1 0 0,1 8 40 0 0,-2 0 0 0 0,0 0 1 0 0,-1 0-1 0 0,-1 0 0 0 0,-1-1 1 0 0,0 1-1 0 0,-2-1 1 0 0,0 0-1 0 0,-9 23 0 0 0,-9 10 557 0 0,-51 87 0 0 0,45-91-202 0 0,-15 26-14 0 0,43-72-369 0 0,0 0 1 0 0,1 0 0 0 0,-1 1-1 0 0,0-1 1 0 0,1 0 0 0 0,0 0-1 0 0,-1 0 1 0 0,1 1 0 0 0,0-1 0 0 0,0 0-1 0 0,-1 1 1 0 0,1-1 0 0 0,0 0-1 0 0,0 0 1 0 0,0 1 0 0 0,1-1-1 0 0,-1 0 1 0 0,0 0 0 0 0,0 1-1 0 0,1-1 1 0 0,0 1 0 0 0,-1-1-2 0 0,1 0 0 0 0,0 0 1 0 0,0 0-1 0 0,0 0 0 0 0,0 0 1 0 0,0 0-1 0 0,0-1 0 0 0,0 1 1 0 0,0 0-1 0 0,0-1 0 0 0,0 1 1 0 0,0-1-1 0 0,1 1 0 0 0,-1-1 1 0 0,0 0-1 0 0,0 1 0 0 0,2-1 1 0 0,5 1 31 0 0,0-1-1 0 0,1 1 1 0 0,-1-2 0 0 0,15-1 0 0 0,20-4 249 0 0,61-17 1 0 0,-84 16-1495 0 0,31-13 1 0 0,-39 14-1155 0 0,0-1 0 0 0,0 0 0 0 0,14-11 0 0 0,-12 7-2681 0 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8:11.3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24 816 0 0,'8'-19'16864'0'0,"-6"15"-16053"0"0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6:14.3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344 148 408 0 0,'2'-17'2771'0'0,"-1"0"0"0"0,0-19 0 0 0,-1 30-2301 0 0,-1-1-1 0 0,0 2 1 0 0,0-1-1 0 0,-1 0 1 0 0,1 0-1 0 0,-1 0 1 0 0,0 0 0 0 0,-1 1-1 0 0,-3-7 1 0 0,5 11-411 0 0,-1 0 1 0 0,1-1 0 0 0,-1 1-1 0 0,0 0 1 0 0,1 0 0 0 0,-1 0-1 0 0,0 1 1 0 0,0-1 0 0 0,0 0-1 0 0,0 1 1 0 0,0-1 0 0 0,0 1-1 0 0,0-1 1 0 0,0 1 0 0 0,0 0-1 0 0,0 0 1 0 0,0 0 0 0 0,0 0-1 0 0,0 0 1 0 0,0 1 0 0 0,0-1-1 0 0,0 0 1 0 0,-3 2 0 0 0,-4 2-1 0 0,1-1 0 0 0,-1 2-1 0 0,1-1 1 0 0,0 1 0 0 0,0 0 0 0 0,0 1 0 0 0,0 0 0 0 0,-9 11 0 0 0,-52 60 210 0 0,65-72-251 0 0,-16 20 66 0 0,1 0 0 0 0,-29 52 0 0 0,42-66-53 0 0,1 1 0 0 0,0-1-1 0 0,0 1 1 0 0,1 1 0 0 0,1-1 0 0 0,0 0 0 0 0,1 1-1 0 0,0-1 1 0 0,0 25 0 0 0,2-34-20 0 0,0-1-1 0 0,0 1 1 0 0,0 0-1 0 0,1-1 1 0 0,-1 1-1 0 0,1-1 1 0 0,-1 1-1 0 0,1-1 1 0 0,0 1-1 0 0,0-1 1 0 0,0 0-1 0 0,1 1 1 0 0,-1-1-1 0 0,0 0 1 0 0,1 0-1 0 0,0 0 1 0 0,-1 0-1 0 0,1 0 1 0 0,0 0-1 0 0,0 0 1 0 0,0-1-1 0 0,0 1 1 0 0,0-1 0 0 0,1 1-1 0 0,-1-1 1 0 0,0 0-1 0 0,4 1 1 0 0,-1-1 0 0 0,0 1 0 0 0,0-2 0 0 0,0 1 1 0 0,1-1-1 0 0,-1 1 0 0 0,0-2 0 0 0,0 1 1 0 0,1 0-1 0 0,-1-1 0 0 0,0 0 0 0 0,0 0 1 0 0,9-4-1 0 0,-4 1-11 0 0,-1 0 1 0 0,0 0-1 0 0,0-2 1 0 0,0 1-1 0 0,0-1 1 0 0,-1 0-1 0 0,0-1 1 0 0,0 1-1 0 0,-1-2 1 0 0,0 1-1 0 0,0-1 1 0 0,0 0-1 0 0,5-11 1 0 0,7-12 10 0 0,-2-1 0 0 0,18-49 1 0 0,1-1 446 0 0,-31 73-418 0 0,4-8 133 0 0,-6 19-90 0 0,-2 12-35 0 0,-1-11-68 0 0,0 23 176 0 0,0 0 1 0 0,2 0 0 0 0,1 0-1 0 0,9 43 1 0 0,-10-64-293 0 0,-1 1-1 0 0,1-1 1 0 0,0 1 0 0 0,0-1-1 0 0,1 0 1 0 0,0 0 0 0 0,0 0-1 0 0,0 0 1 0 0,0-1 0 0 0,1 1 0 0 0,0-1-1 0 0,-1 0 1 0 0,2 0 0 0 0,-1 0-1 0 0,0 0 1 0 0,1-1 0 0 0,0 0-1 0 0,0 1 1 0 0,0-2 0 0 0,0 1-1 0 0,0-1 1 0 0,0 0 0 0 0,1 0-1 0 0,-1 0 1 0 0,1-1 0 0 0,0 0-1 0 0,9 1 1 0 0,-4-1-1246 0 0,-1-1-1 0 0,1 0 1 0 0,0 0-1 0 0,16-4 1 0 0,-3-2-3758 0 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6:14.9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138 107 616 0 0,'62'-107'11778'0'0,"-59"109"-10891"0"0,-1 0-729 0 0,0 0 0 0 0,0 0 0 0 0,-1 0 0 0 0,1 0 0 0 0,0 0 0 0 0,-1 0 0 0 0,0 0 1 0 0,0 1-1 0 0,0-1 0 0 0,0 1 0 0 0,0-1 0 0 0,0 1 0 0 0,0-1 0 0 0,-1 1 1 0 0,1-1-1 0 0,-1 1 0 0 0,0-1 0 0 0,0 1 0 0 0,0 0 0 0 0,0 2 0 0 0,-1 18 753 0 0,-3 28-1 0 0,2-32-617 0 0,-9 61 567 0 0,-3 0 1 0 0,-28 94-1 0 0,-65 149-80 0 0,97-296-727 0 0,-20 51 287 0 0,29-76-302 0 0,1-6 23 0 0,7-27-122 0 0,0-1 1 0 0,2 1-1 0 0,2 0 0 0 0,16-34 1 0 0,-17 44 27 0 0,0 1 1 0 0,2 1 0 0 0,0 0 0 0 0,1 0-1 0 0,1 1 1 0 0,33-31 0 0 0,-41 43 17 0 0,0 1 1 0 0,1 0 0 0 0,0 0-1 0 0,1 0 1 0 0,-1 1 0 0 0,1 0-1 0 0,-1 1 1 0 0,1-1 0 0 0,0 2-1 0 0,0-1 1 0 0,12-1 0 0 0,-15 3 8 0 0,-1 1-1 0 0,0 0 1 0 0,1 0 0 0 0,-1 0-1 0 0,0 0 1 0 0,1 1 0 0 0,-1 0 0 0 0,0 0-1 0 0,0 0 1 0 0,0 0 0 0 0,0 1 0 0 0,0-1-1 0 0,0 1 1 0 0,0 0 0 0 0,0 1-1 0 0,0-1 1 0 0,-1 1 0 0 0,0-1 0 0 0,1 1-1 0 0,-1 0 1 0 0,0 0 0 0 0,0 0 0 0 0,0 1-1 0 0,2 4 1 0 0,1 1 43 0 0,0 1 0 0 0,-1 0 0 0 0,0 0 0 0 0,-1 0 0 0 0,0 1 0 0 0,0-1 0 0 0,-1 1 0 0 0,-1 0 0 0 0,0 0 0 0 0,0 0 0 0 0,-1 0 0 0 0,-1 0 1 0 0,0 0-1 0 0,0 0 0 0 0,-1 1 0 0 0,0-1 0 0 0,-5 18 0 0 0,3-21-9 0 0,1 0 1 0 0,-1 1-1 0 0,0-1 1 0 0,-1-1-1 0 0,1 1 0 0 0,-2 0 1 0 0,1-1-1 0 0,-1 0 1 0 0,0 0-1 0 0,0-1 1 0 0,-1 1-1 0 0,0-1 1 0 0,0 0-1 0 0,-1-1 0 0 0,0 1 1 0 0,0-1-1 0 0,0 0 1 0 0,0-1-1 0 0,-1 0 1 0 0,1 0-1 0 0,-1-1 1 0 0,0 0-1 0 0,-11 3 0 0 0,14-5-22 0 0,-9 2 14 0 0,-1 0 0 0 0,0-1 0 0 0,-1-1-1 0 0,1 0 1 0 0,-22-2 0 0 0,3-3-473 0 0,19 2-716 0 0,14 2 1073 0 0,1 0-1 0 0,-1 0 1 0 0,1 0 0 0 0,0 0-1 0 0,-1 0 1 0 0,1 0-1 0 0,-1 0 1 0 0,1-1 0 0 0,0 1-1 0 0,-1 0 1 0 0,1 0 0 0 0,0 0-1 0 0,-1 0 1 0 0,1 0 0 0 0,-1-1-1 0 0,1 1 1 0 0,0 0 0 0 0,-1 0-1 0 0,1-1 1 0 0,0 1 0 0 0,0 0-1 0 0,-1 0 1 0 0,1-1-1 0 0,0 1 1 0 0,0 0 0 0 0,-1-1-1 0 0,1 1 1 0 0,0 0 0 0 0,0-1-1 0 0,0 1 1 0 0,0-1 0 0 0,-1 1-1 0 0,1 0 1 0 0,0-1 0 0 0,0 1-1 0 0,0 0 1 0 0,0-1 0 0 0,0 1-1 0 0,0-1 1 0 0,0 1-1 0 0,0 0 1 0 0,0-1 0 0 0,0 1-1 0 0,0-1 1 0 0,1 1 0 0 0,-1 0-1 0 0,0-1 1 0 0,0 1 0 0 0,0 0-1 0 0,1-1 1 0 0,10-14-3365 0 0,13-1-2121 0 0,-10 7 381 0 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6:15.8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229 107 1220 0 0,'24'-17'5666'0'0,"40"-39"0"0"0,-63 55-5533 0 0,0 1 0 0 0,0-1 0 0 0,0 0 0 0 0,-1 0 0 0 0,1 0-1 0 0,0 1 1 0 0,-1-1 0 0 0,1 0 0 0 0,-1 0 0 0 0,1 0-1 0 0,-1 0 1 0 0,1 0 0 0 0,-1 0 0 0 0,1-2 0 0 0,-1 2-88 0 0,0 1 0 0 0,0 0 1 0 0,-1-1-1 0 0,1 1 1 0 0,0 0-1 0 0,0-1 0 0 0,0 1 1 0 0,0 0-1 0 0,0-1 1 0 0,-1 1-1 0 0,1 0 0 0 0,0-1 1 0 0,0 1-1 0 0,0 0 1 0 0,-1-1-1 0 0,1 1 0 0 0,0 0 1 0 0,0 0-1 0 0,-1-1 1 0 0,1 1-1 0 0,0 0 0 0 0,-1 0 1 0 0,1 0-1 0 0,0 0 1 0 0,-1-1-1 0 0,0 1 0 0 0,0 0 23 0 0,-1-1 0 0 0,0 1 0 0 0,0-1 0 0 0,0 1-1 0 0,0 0 1 0 0,1 0 0 0 0,-1 0 0 0 0,0 0 0 0 0,0 0 0 0 0,0 1-1 0 0,-3 0 1 0 0,-7 4 78 0 0,-1 1 0 0 0,1 0 0 0 0,0 1 0 0 0,0 1 0 0 0,1 0 0 0 0,0 0 0 0 0,-18 18 0 0 0,-61 77 185 0 0,84-95-294 0 0,-10 12 36 0 0,-22 38 1 0 0,33-48-47 0 0,0 0 0 0 0,0 0 0 0 0,1 0 0 0 0,0 1 0 0 0,1-1 0 0 0,-3 18 0 0 0,6-27-23 0 0,0 1 1 0 0,0 0 0 0 0,0 0 0 0 0,0 0-1 0 0,0 0 1 0 0,1 0 0 0 0,-1-1 0 0 0,0 1-1 0 0,1 0 1 0 0,0 0 0 0 0,-1-1 0 0 0,1 1-1 0 0,0 0 1 0 0,0-1 0 0 0,0 1-1 0 0,0 0 1 0 0,0-1 0 0 0,0 1 0 0 0,0-1-1 0 0,1 0 1 0 0,-1 1 0 0 0,0-1 0 0 0,1 0-1 0 0,-1 0 1 0 0,1 0 0 0 0,-1 0 0 0 0,1 0-1 0 0,0 0 1 0 0,-1 0 0 0 0,1-1 0 0 0,0 1-1 0 0,0-1 1 0 0,0 1 0 0 0,-1-1-1 0 0,1 0 1 0 0,0 1 0 0 0,0-1 0 0 0,3 0-1 0 0,4-2-34 0 0,1 1 0 0 0,0-2 0 0 0,-1 1 0 0 0,1-1 0 0 0,-1-1 0 0 0,0 0 0 0 0,0 0 0 0 0,-1-1 0 0 0,1 1 0 0 0,-1-2 0 0 0,0 0 0 0 0,0 0 0 0 0,0 0 0 0 0,11-13 0 0 0,8-12-108 0 0,-1 0 0 0 0,27-45 0 0 0,-39 57 130 0 0,40-62-70 0 0,-53 80 84 0 0,-1 25 116 0 0,-32 84 477 0 0,19-67-398 0 0,-13 65 1 0 0,26-102-198 0 0,-4 37 127 0 0,4-40-127 0 0,1 1-1 0 0,-1 0 1 0 0,0 0 0 0 0,1 0 0 0 0,-1-1 0 0 0,1 1 0 0 0,0 0 0 0 0,0 0 0 0 0,-1-1 0 0 0,1 1 0 0 0,0-1 0 0 0,0 1 0 0 0,1-1 0 0 0,-1 1-1 0 0,0-1 1 0 0,0 0 0 0 0,1 1 0 0 0,1 0 0 0 0,-1-1-12 0 0,0 0 0 0 0,0 0 0 0 0,0-1 0 0 0,0 1 0 0 0,0-1 1 0 0,0 1-1 0 0,0-1 0 0 0,1 0 0 0 0,-1 0 0 0 0,0 0 0 0 0,0 0 0 0 0,0 0 0 0 0,4-1 0 0 0,1 0-34 0 0,4 0-22 0 0,0-1 1 0 0,1 0-1 0 0,-1-1 0 0 0,-1 0 0 0 0,1-1 0 0 0,0 0 0 0 0,13-7 0 0 0,0-2-198 0 0,43-32 0 0 0,-25 12-224 0 0,72-74-1 0 0,-89 80 440 0 0,-2 0-1 0 0,-1-2 1 0 0,34-58 0 0 0,-55 85 64 0 0,1 0-1 0 0,-1 0 1 0 0,0-1 0 0 0,0 1-1 0 0,0-1 1 0 0,0 1 0 0 0,0-1-1 0 0,-1 1 1 0 0,1-1 0 0 0,-1 1-1 0 0,1-1 1 0 0,-1 0 0 0 0,0 1-1 0 0,0-1 1 0 0,0 0 0 0 0,0 1-1 0 0,-1-1 1 0 0,0-2 0 0 0,1 3 17 0 0,-7 0 17 0 0,6 2-47 0 0,1 0 0 0 0,0-1 0 0 0,-1 1 0 0 0,1 0-1 0 0,0 0 1 0 0,0-1 0 0 0,-1 1 0 0 0,1 0 0 0 0,-1 0 0 0 0,1 0-1 0 0,0 0 1 0 0,-1-1 0 0 0,1 1 0 0 0,0 0 0 0 0,-1 0 0 0 0,1 0-1 0 0,-1 0 1 0 0,1 0 0 0 0,0 0 0 0 0,-1 0 0 0 0,1 0 0 0 0,-1 0-1 0 0,1 0 1 0 0,0 0 0 0 0,-1 0 0 0 0,1 0 0 0 0,0 1 0 0 0,-1-1-1 0 0,0 0 1 0 0,-2 1 5 0 0,0 0 0 0 0,1 0 0 0 0,-1 0 0 0 0,0 0 0 0 0,0 1 0 0 0,1-1 0 0 0,-1 1 0 0 0,1-1 0 0 0,-1 1 0 0 0,1 0 0 0 0,0 0 0 0 0,-1 0 0 0 0,1 1 0 0 0,0-1 0 0 0,1 0 0 0 0,-1 1 0 0 0,0-1 0 0 0,1 1 0 0 0,-1-1 0 0 0,-1 6 0 0 0,2-4 6 0 0,0 1 0 0 0,0-1 0 0 0,1 1 0 0 0,-1-1 0 0 0,1 1 0 0 0,0-1 0 0 0,0 1 0 0 0,1-1 0 0 0,0 1 0 0 0,-1-1 0 0 0,1 0 0 0 0,1 1 0 0 0,-1-1 0 0 0,3 5 0 0 0,7 16 142 0 0,26 41 1 0 0,-24-46 164 0 0,-1 1 0 0 0,-2 0 0 0 0,10 25 0 0 0,-19-44-241 0 0,0 1-1 0 0,-1-1 1 0 0,1 1-1 0 0,0-1 1 0 0,-1 1-1 0 0,0-1 1 0 0,1 1 0 0 0,-1 0-1 0 0,0-1 1 0 0,-1 1-1 0 0,1-1 1 0 0,0 1-1 0 0,-1 0 1 0 0,1-1-1 0 0,-1 1 1 0 0,0-1-1 0 0,0 1 1 0 0,0-1 0 0 0,0 0-1 0 0,-2 4 1 0 0,1-3-20 0 0,-1-1 0 0 0,0 1 1 0 0,1 0-1 0 0,-1-1 1 0 0,0 1-1 0 0,-1-1 0 0 0,1 0 1 0 0,0 0-1 0 0,-1 0 0 0 0,1-1 1 0 0,-1 1-1 0 0,-5 1 0 0 0,-5 1-4 0 0,-1-1 0 0 0,0-1 0 0 0,0 0 0 0 0,-1-1 0 0 0,1 0 0 0 0,-18-3 0 0 0,20 2-551 0 0,0-2 1 0 0,0 1-1 0 0,1-2 0 0 0,-22-6 0 0 0,33 8 333 0 0,1 1 0 0 0,-1-1 0 0 0,1 1 0 0 0,-1-1 0 0 0,1 0 0 0 0,0 1 1 0 0,-1-1-1 0 0,1 1 0 0 0,0-1 0 0 0,0 0 0 0 0,-1 1 0 0 0,1-1 0 0 0,0 0 0 0 0,0 1 1 0 0,0-1-1 0 0,0 0 0 0 0,0 1 0 0 0,0-1 0 0 0,0 0 0 0 0,0 0 0 0 0,0 1 0 0 0,0-1 0 0 0,0 0 1 0 0,0 1-1 0 0,1-1 0 0 0,-1 0 0 0 0,0 1 0 0 0,1-1 0 0 0,-1 1 0 0 0,0-1 0 0 0,1 0 0 0 0,-1 1 1 0 0,0-1-1 0 0,1 1 0 0 0,-1-1 0 0 0,1 1 0 0 0,-1-1 0 0 0,2 0 0 0 0,21-20-5489 0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6:16.0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44 2128 0 0,'28'-36'12309'0'0,"-26"34"-11891"0"0,-2 2-352 0 0,0 0 0 0 0,0-1-1 0 0,1 1 1 0 0,-1 0-1 0 0,0-1 1 0 0,0 1-1 0 0,0 0 1 0 0,0 0-1 0 0,0-1 1 0 0,1 1-1 0 0,-1 0 1 0 0,0 0-1 0 0,0 0 1 0 0,0-1-1 0 0,1 1 1 0 0,-1 0-1 0 0,0 0 1 0 0,0 0-1 0 0,1 0 1 0 0,-1-1-1 0 0,0 1 1 0 0,1 0 0 0 0,-1 0-1 0 0,0 0 1 0 0,0 0-1 0 0,1 0 1 0 0,-1 0-1 0 0,0 0 1 0 0,1 0-1 0 0,-1 0 1 0 0,0 0-1 0 0,0 0 1 0 0,1 0-1 0 0,-1 0 1 0 0,0 0-1 0 0,1 0 1 0 0,-1 0-1 0 0,0 0 1 0 0,1 0-1 0 0,-1 0 1 0 0,0 1-1 0 0,0-1 1 0 0,1 0 0 0 0,-1 0-1 0 0,0 0 1 0 0,0 0-1 0 0,1 1 1 0 0,-1-1-1 0 0,0 0 1 0 0,0 0-1 0 0,0 1 1 0 0,0-1-1 0 0,1 0 1 0 0,-1 0-1 0 0,0 1 1 0 0,0-1-1 0 0,0 0 1 0 0,0 0-1 0 0,0 1 1 0 0,0-1-1 0 0,1 0 1 0 0,-1 1-1 0 0,0-1 1 0 0,0 0 0 0 0,0 0-1 0 0,0 1 1 0 0,0-1-1 0 0,2 41 569 0 0,-2-1 1 0 0,-1 1-1 0 0,-3-1 0 0 0,-11 59 1 0 0,2-16-927 0 0,13-82 251 0 0,-1 2-324 0 0,0 0 1 0 0,1 0-1 0 0,-1 1 0 0 0,1-1 0 0 0,0 0 1 0 0,0 0-1 0 0,0 0 0 0 0,0 0 1 0 0,1 0-1 0 0,-1 0 0 0 0,1 0 1 0 0,0 0-1 0 0,0 0 0 0 0,0 0 1 0 0,0 0-1 0 0,3 5 0 0 0,-3-7 7 0 0,0-1 0 0 0,1 1 0 0 0,-1-1-1 0 0,0 0 1 0 0,1 1 0 0 0,-1-1 0 0 0,1 0 0 0 0,-1 0-1 0 0,0 0 1 0 0,1 0 0 0 0,-1 0 0 0 0,1 0 0 0 0,-1 0-1 0 0,1 0 1 0 0,-1 0 0 0 0,0-1 0 0 0,1 1 0 0 0,-1-1-1 0 0,2 0 1 0 0,12-4-6024 0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6:16.3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178 90 520 0 0,'4'-6'1464'0'0,"1"0"1"0"0,-1-1-1 0 0,0 1 0 0 0,-1-1 1 0 0,1 0-1 0 0,-1 0 0 0 0,-1-1 1 0 0,1 1-1 0 0,1-9 0 0 0,-5 15-1387 0 0,1 1 0 0 0,0-1-1 0 0,-1 0 1 0 0,1 1-1 0 0,-1-1 1 0 0,1 0-1 0 0,0 1 1 0 0,-1-1-1 0 0,0 0 1 0 0,1 1 0 0 0,-1-1-1 0 0,1 1 1 0 0,-1-1-1 0 0,0 1 1 0 0,1-1-1 0 0,-1 1 1 0 0,0 0-1 0 0,1-1 1 0 0,-1 1 0 0 0,0 0-1 0 0,0 0 1 0 0,1-1-1 0 0,-1 1 1 0 0,0 0-1 0 0,0 0 1 0 0,0 0-1 0 0,1 0 1 0 0,-1 0 0 0 0,0 0-1 0 0,0 0 1 0 0,0 0-1 0 0,1 0 1 0 0,-1 0-1 0 0,0 1 1 0 0,0-1-1 0 0,1 0 1 0 0,-1 1 0 0 0,0-1-1 0 0,0 1 1 0 0,-8 2 86 0 0,1 1 1 0 0,1 0 0 0 0,-1 0 0 0 0,0 1 0 0 0,1 0-1 0 0,0 1 1 0 0,0-1 0 0 0,1 1 0 0 0,-1 1 0 0 0,1-1-1 0 0,1 1 1 0 0,-1 0 0 0 0,-6 12 0 0 0,0 0-8 0 0,2 0 0 0 0,0 1 0 0 0,1 0 0 0 0,-10 33 0 0 0,14-36-102 0 0,0 0 52 0 0,-7 34 0 0 0,12-47-91 0 0,-1 0 0 0 0,1 0-1 0 0,0 0 1 0 0,0 0 0 0 0,0 0-1 0 0,0 1 1 0 0,1-1 0 0 0,0 0-1 0 0,-1 0 1 0 0,2 0 0 0 0,-1 0-1 0 0,0 0 1 0 0,4 6 0 0 0,-3-8-100 0 0,-1 0 0 0 0,1 0 0 0 0,0-1 0 0 0,0 1 0 0 0,0-1 0 0 0,-1 1 0 0 0,1-1 0 0 0,1 0 0 0 0,-1 0 0 0 0,0 0 0 0 0,0 0 0 0 0,0 0 0 0 0,0 0 0 0 0,1-1 0 0 0,-1 1 0 0 0,0-1 0 0 0,1 0 0 0 0,-1 1 0 0 0,1-1 0 0 0,-1 0 0 0 0,0 0 0 0 0,4-1 0 0 0,2 0-546 0 0,0 0 0 0 0,0 0 0 0 0,0-1 1 0 0,-1 0-1 0 0,9-3 0 0 0,27-18-6186 0 0,-21 8 7 0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6:16.5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217 133 348 0 0,'-85'-66'10579'0'0,"61"49"-8162"0"0,-42-23-1 0 0,42 33-3418 0 0,24 6 816 0 0,-1 1-1 0 0,1 0 1 0 0,-1 0-1 0 0,1-1 0 0 0,0 1 1 0 0,-1 0-1 0 0,1 0 1 0 0,-1 0-1 0 0,1 0 0 0 0,-1 0 1 0 0,1 0-1 0 0,-1 0 0 0 0,0 0 1 0 0,1 0-1 0 0,-1 0 1 0 0,1 0-1 0 0,-1 0 0 0 0,1 0 1 0 0,-1 0-1 0 0,1 1 1 0 0,0-1-1 0 0,-1 0 0 0 0,1 0 1 0 0,-1 0-1 0 0,1 1 1 0 0,-5 6-2614 0 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6:18.7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397 1060 996 0 0,'-56'-11'8992'0'0,"55"11"-8953"0"0,1-1 1 0 0,-1 1-1 0 0,1 0 0 0 0,-1 0 0 0 0,1 0 0 0 0,0-1 0 0 0,-1 1 1 0 0,1 0-1 0 0,-1-1 0 0 0,1 1 0 0 0,0 0 0 0 0,-1-1 1 0 0,1 1-1 0 0,0 0 0 0 0,-1-1 0 0 0,1 1 0 0 0,0-1 0 0 0,0 1 1 0 0,0-1-1 0 0,-1 1 0 0 0,1-1 0 0 0,0 1 0 0 0,0-1 1 0 0,0 1-1 0 0,0 0 0 0 0,0-1 0 0 0,0 1 0 0 0,0-1 0 0 0,0 1 1 0 0,0-1-1 0 0,0 1 0 0 0,0-1 0 0 0,0 1 0 0 0,0-1 0 0 0,0 0 1 0 0,8-16 325 0 0,1 4-273 0 0,1 1 1 0 0,0 0-1 0 0,1 1 1 0 0,0 0-1 0 0,1 0 1 0 0,12-8-1 0 0,19-17 17 0 0,-12 7-12 0 0,-2-1-1 0 0,-1-1 0 0 0,-2-1 0 0 0,-1-1 1 0 0,-2-1-1 0 0,-1-2 0 0 0,-2 0 0 0 0,-1-1 1 0 0,-2-1-1 0 0,-1-1 0 0 0,10-40 0 0 0,-15 36 59 0 0,-2 1-1 0 0,-1-1 1 0 0,-3-1-1 0 0,-1 1 1 0 0,-2-1-1 0 0,-2 0 1 0 0,-8-61-1 0 0,8 103-150 0 0,0 1 0 0 0,-1 0-1 0 0,1-1 1 0 0,0 1 0 0 0,0-1-1 0 0,0 1 1 0 0,-1 0 0 0 0,1 0-1 0 0,-1-1 1 0 0,1 1-1 0 0,-1 0 1 0 0,0 0 0 0 0,1-1-1 0 0,-1 1 1 0 0,0 0 0 0 0,0 0-1 0 0,0 0 1 0 0,0 0 0 0 0,0 0-1 0 0,0 0 1 0 0,0 0 0 0 0,0 1-1 0 0,-1-2 1 0 0,0 2 0 0 0,1 0 0 0 0,0 0 0 0 0,-1 0-1 0 0,1 0 1 0 0,0 0 0 0 0,-1 0 0 0 0,1 0 0 0 0,0 1 0 0 0,-1-1 0 0 0,1 0 0 0 0,0 1 0 0 0,0-1-1 0 0,-1 1 1 0 0,1 0 0 0 0,0-1 0 0 0,0 1 0 0 0,0 0 0 0 0,-2 1 0 0 0,-5 5 20 0 0,1 0 0 0 0,0 1 0 0 0,0 0 0 0 0,-10 14 0 0 0,-1 9 20 0 0,1 0 1 0 0,1 1 0 0 0,2 0 0 0 0,-14 46 0 0 0,-28 141 307 0 0,-62 465 1753 0 0,45 6-1128 0 0,52-394-772 0 0,-6 62-67 0 0,8-219-117 0 0,15-118 239 0 0,-2-1 0 0 0,1 0 0 0 0,-2-1 0 0 0,-16 32 0 0 0,23-49-229 0 0,-1-1 0 0 0,0 0 0 0 0,1 0 0 0 0,-1 0 1 0 0,0 0-1 0 0,0-1 0 0 0,1 1 0 0 0,-1 0 1 0 0,0 0-1 0 0,0 0 0 0 0,0-1 0 0 0,0 1 0 0 0,0 0 1 0 0,0-1-1 0 0,0 1 0 0 0,0-1 0 0 0,-1 1 1 0 0,1-1-1 0 0,0 0 0 0 0,0 1 0 0 0,0-1 1 0 0,0 0-1 0 0,-1 0 0 0 0,1 0 0 0 0,0 0 0 0 0,0 0 1 0 0,0 0-1 0 0,-1 0 0 0 0,1 0 0 0 0,0 0 1 0 0,0-1-1 0 0,0 1 0 0 0,0 0 0 0 0,-1-1 0 0 0,1 1 1 0 0,0-1-1 0 0,0 1 0 0 0,0-1 0 0 0,0 0 1 0 0,0 1-1 0 0,-1-3 0 0 0,-5-1 9 0 0,1-1-1 0 0,0-1 1 0 0,0 1-1 0 0,-8-12 1 0 0,-2-4 11 0 0,1-1 1 0 0,1 0-1 0 0,2-1 1 0 0,-14-33-1 0 0,7 7-19 0 0,-15-61 0 0 0,26 74-45 0 0,2 0-1 0 0,1 0 1 0 0,1-1-1 0 0,3 0 1 0 0,1 0-1 0 0,1 0 1 0 0,2 1-1 0 0,2-1 1 0 0,1 1-1 0 0,14-43 1 0 0,-8 38-9 0 0,3 0 0 0 0,1 0 0 0 0,2 2 1 0 0,2 0-1 0 0,2 1 0 0 0,1 2 0 0 0,1 0 0 0 0,40-44 1 0 0,-33 48-11 0 0,2 2 1 0 0,1 1 0 0 0,1 1-1 0 0,2 2 1 0 0,0 1 0 0 0,2 3-1 0 0,61-28 1 0 0,22 1-200 0 0,158-41 0 0 0,-253 82 191 0 0,9-2-23 0 0,-1-1 0 0 0,68-32 1 0 0,-94 39 48 0 0,-1-1 1 0 0,1-1 0 0 0,-1 0 0 0 0,1 0 0 0 0,-2 0 0 0 0,1-1 0 0 0,-1 0-1 0 0,0-1 1 0 0,0 0 0 0 0,-1 0 0 0 0,0 0 0 0 0,-1 0 0 0 0,1-1 0 0 0,-2 0-1 0 0,7-17 1 0 0,-5 9-17 0 0,-2 0-1 0 0,5-31 1 0 0,-8 41 12 0 0,0 0 1 0 0,-1 0-1 0 0,0 0 0 0 0,0 0 1 0 0,-1-1-1 0 0,0 1 1 0 0,0 0-1 0 0,-1 0 0 0 0,-4-12 1 0 0,6 18 11 0 0,-1 0 1 0 0,1 0-1 0 0,-1-1 1 0 0,0 1 0 0 0,1 0-1 0 0,-1 0 1 0 0,0 0-1 0 0,0 0 1 0 0,0 0-1 0 0,0 0 1 0 0,0 0-1 0 0,0 0 1 0 0,0 0-1 0 0,0 0 1 0 0,0 0-1 0 0,0 1 1 0 0,0-1 0 0 0,-1 0-1 0 0,1 1 1 0 0,0-1-1 0 0,-1 1 1 0 0,1 0-1 0 0,0-1 1 0 0,-3 1-1 0 0,1 0-1 0 0,1 0-1 0 0,-1 0 1 0 0,0 1-1 0 0,0-1 1 0 0,0 1-1 0 0,1 0 0 0 0,-1 0 1 0 0,0 0-1 0 0,1 0 1 0 0,-1 1-1 0 0,-2 1 1 0 0,-6 5-12 0 0,0 0 1 0 0,0 0 0 0 0,-17 19-1 0 0,13-10 10 0 0,0 1 1 0 0,1 1-1 0 0,-15 25 0 0 0,23-35 6 0 0,1 1 0 0 0,1-1 0 0 0,0 0 0 0 0,0 1 0 0 0,1 0 0 0 0,0 0 0 0 0,1 0 0 0 0,0 1 0 0 0,-1 15 0 0 0,3-23-2 0 0,0-1 0 0 0,0 0 0 0 0,1 1 1 0 0,-1-1-1 0 0,1 0 0 0 0,0 0 0 0 0,-1 1 0 0 0,1-1 0 0 0,0 0 1 0 0,0 0-1 0 0,1 0 0 0 0,-1 0 0 0 0,0 0 0 0 0,1 0 0 0 0,-1 0 1 0 0,1-1-1 0 0,-1 1 0 0 0,1 0 0 0 0,0-1 0 0 0,0 0 1 0 0,0 1-1 0 0,0-1 0 0 0,0 0 0 0 0,0 0 0 0 0,0 0 0 0 0,0 0 1 0 0,0 0-1 0 0,0 0 0 0 0,1-1 0 0 0,-1 1 0 0 0,0-1 0 0 0,1 0 1 0 0,1 1-1 0 0,8 0-182 0 0,-1 0 1 0 0,1-1-1 0 0,-1 0 1 0 0,1-1 0 0 0,15-2-1 0 0,18-6-438 0 0,-2-2 0 0 0,0-2 0 0 0,0-2-1 0 0,-1-1 1 0 0,-1-2 0 0 0,-1-2 0 0 0,0-2 0 0 0,-2-2 0 0 0,0-1-1 0 0,-2-2 1 0 0,33-31 0 0 0,-53 42 580 0 0,0 0 1 0 0,17-25-1 0 0,-27 34 165 0 0,-2 0-1 0 0,1 0 0 0 0,-1-1 1 0 0,0 0-1 0 0,-1 0 0 0 0,0 0 1 0 0,0 0-1 0 0,3-17 0 0 0,-6 25-109 0 0,1-1 0 0 0,-1 1-1 0 0,0-1 1 0 0,0 1 0 0 0,0 0 0 0 0,0-1 0 0 0,0 1-1 0 0,0-1 1 0 0,0 1 0 0 0,0-1 0 0 0,0 1 0 0 0,0 0-1 0 0,0-1 1 0 0,0 1 0 0 0,0-1 0 0 0,0 1-1 0 0,0-1 1 0 0,0 1 0 0 0,0 0 0 0 0,-1-1 0 0 0,1 1-1 0 0,0-1 1 0 0,0 1 0 0 0,0 0 0 0 0,-1-1 0 0 0,1 1-1 0 0,0 0 1 0 0,-1-1 0 0 0,1 1 0 0 0,0 0-1 0 0,0-1 1 0 0,-1 1 0 0 0,1 0 0 0 0,-1 0 0 0 0,1 0-1 0 0,0-1 1 0 0,-1 1 0 0 0,1 0 0 0 0,-1 0 0 0 0,1 0-1 0 0,0 0 1 0 0,-1 0 0 0 0,1 0 0 0 0,-1-1-1 0 0,1 1 1 0 0,-1 0 0 0 0,1 0 0 0 0,0 0 0 0 0,-1 1-1 0 0,1-1 1 0 0,-1 0 0 0 0,1 0 0 0 0,0 0 0 0 0,-1 0-1 0 0,0 1 1 0 0,-19 8 233 0 0,8-1-110 0 0,1 1 1 0 0,0 0-1 0 0,0 1 0 0 0,1 1 0 0 0,0-1 1 0 0,1 2-1 0 0,-13 18 0 0 0,9-10 9 0 0,1 2-1 0 0,1-1 0 0 0,-14 39 0 0 0,22-51-93 0 0,0 0 0 0 0,1 1 0 0 0,0-1-1 0 0,0 1 1 0 0,1-1 0 0 0,0 1-1 0 0,0 0 1 0 0,3 19 0 0 0,-2-25-38 0 0,1-1 0 0 0,0 1 0 0 0,0-1 0 0 0,0 1 0 0 0,0-1 0 0 0,1 0 0 0 0,-1 1-1 0 0,1-1 1 0 0,0 0 0 0 0,0 0 0 0 0,0 0 0 0 0,0 0 0 0 0,0-1 0 0 0,1 1 0 0 0,-1 0 0 0 0,1-1 0 0 0,0 0 0 0 0,0 0 0 0 0,0 0 0 0 0,0 0 0 0 0,0 0 0 0 0,0 0 0 0 0,1-1 0 0 0,-1 1 0 0 0,0-1-1 0 0,7 1 1 0 0,-4-1-11 0 0,-1 0 0 0 0,1 0 0 0 0,0-1 0 0 0,-1 0 0 0 0,1 0-1 0 0,0-1 1 0 0,-1 0 0 0 0,1 1 0 0 0,0-2 0 0 0,-1 1-1 0 0,1-1 1 0 0,-1 0 0 0 0,0 0 0 0 0,0 0 0 0 0,0-1 0 0 0,0 0-1 0 0,0 0 1 0 0,0 0 0 0 0,0 0 0 0 0,5-6 0 0 0,4-5-1 0 0,0 0 0 0 0,-1-1 0 0 0,-1 0 0 0 0,17-26 0 0 0,11-33-12 0 0,1 0 44 0 0,-40 72-10 0 0,0 14 13 0 0,-8 30 23 0 0,-3 22 22 0 0,9-59-56 0 0,1 0 0 0 0,0 0 0 0 0,1 0-1 0 0,-1 0 1 0 0,1-1 0 0 0,0 1 0 0 0,0 0-1 0 0,0 0 1 0 0,1-1 0 0 0,3 9-1 0 0,-3-11-10 0 0,-1 0 0 0 0,1 0 0 0 0,0 0 0 0 0,0 0 0 0 0,0 0-1 0 0,1-1 1 0 0,-1 1 0 0 0,0-1 0 0 0,1 1 0 0 0,-1-1 0 0 0,1 0 0 0 0,-1 0-1 0 0,1 0 1 0 0,-1 0 0 0 0,1 0 0 0 0,0-1 0 0 0,0 1 0 0 0,-1-1-1 0 0,1 1 1 0 0,0-1 0 0 0,0 0 0 0 0,-1 0 0 0 0,1-1 0 0 0,0 1-1 0 0,5-2 1 0 0,2 0 3 0 0,-1 0 0 0 0,1 0 0 0 0,0-1 0 0 0,-1-1 0 0 0,18-8 0 0 0,-10 1-14 0 0,0 0 0 0 0,0-2 0 0 0,-2 0 0 0 0,19-18 0 0 0,52-66 519 0 0,-58 64 41 0 0,24-25 47 0 0,-51 57-601 0 0,0 0 0 0 0,1 0-1 0 0,-1 0 1 0 0,0 0 0 0 0,1 1 0 0 0,-1-1-1 0 0,1 0 1 0 0,-1 1 0 0 0,1-1 0 0 0,-1 1-1 0 0,1 0 1 0 0,-1 0 0 0 0,1-1 0 0 0,-1 1 0 0 0,1 0-1 0 0,-1 0 1 0 0,1 0 0 0 0,-1 1 0 0 0,1-1-1 0 0,-1 0 1 0 0,1 0 0 0 0,-1 1 0 0 0,1-1-1 0 0,-1 1 1 0 0,1 0 0 0 0,-1-1 0 0 0,0 1 0 0 0,1 0-1 0 0,-1 0 1 0 0,0 0 0 0 0,0 0 0 0 0,2 1-1 0 0,5 4 86 0 0,-1 0-1 0 0,0 1 0 0 0,9 11 0 0 0,-1 2 103 0 0,0-1 0 0 0,-2 2 0 0 0,15 27 0 0 0,-23-37-84 0 0,1 1-1 0 0,-2 0 1 0 0,0-1 0 0 0,0 1 0 0 0,-1 1-1 0 0,0-1 1 0 0,-1 0 0 0 0,0 16 0 0 0,-2-24-56 0 0,0 1 0 0 0,-1-1 0 0 0,1 0 0 0 0,-1 0 0 0 0,0 0 0 0 0,-1 0 0 0 0,1 0 0 0 0,-1 0 1 0 0,1 0-1 0 0,-1 0 0 0 0,0 0 0 0 0,-1-1 0 0 0,1 1 0 0 0,-1-1 0 0 0,1 0 0 0 0,-1 0 1 0 0,0 0-1 0 0,0 0 0 0 0,-1 0 0 0 0,1 0 0 0 0,0-1 0 0 0,-8 4 0 0 0,1 0-70 0 0,-1-1 0 0 0,0-1 0 0 0,0 0-1 0 0,0 0 1 0 0,-1-1 0 0 0,-21 3 0 0 0,31-5-264 0 0,-9-1-457 0 0,18-11-2765 0 0,2 3 2805 0 0,0 1-1 0 0,0-1 0 0 0,0 2 0 0 0,1-1 1 0 0,0 1-1 0 0,12-5 0 0 0,9-6-193 0 0,19-14-373 0 0,63-52 0 0 0,-41 16 2573 0 0,-54 47 1184 0 0,25-37 0 0 0,-42 55-2266 0 0,5-1 538 0 0,-9 12-462 0 0,-4 18 373 0 0,1 0 0 0 0,-4 51 0 0 0,9-62-591 0 0,0 0 1 0 0,2-1-1 0 0,0 1 1 0 0,1 0 0 0 0,0-1-1 0 0,8 26 1 0 0,-9-38-128 0 0,0 0 1 0 0,0 0 0 0 0,0 0 0 0 0,1 0-1 0 0,-1 0 1 0 0,1 0 0 0 0,0 0 0 0 0,-1-1-1 0 0,1 1 1 0 0,1-1 0 0 0,-1 0 0 0 0,0 1-1 0 0,1-1 1 0 0,-1 0 0 0 0,1 0 0 0 0,-1 0-1 0 0,1-1 1 0 0,0 1 0 0 0,0-1 0 0 0,0 1-1 0 0,5 0 1 0 0,-4-1-329 0 0,1 0-1 0 0,-1-1 1 0 0,0 0 0 0 0,1 0-1 0 0,-1 0 1 0 0,0 0 0 0 0,1-1-1 0 0,-1 1 1 0 0,0-1 0 0 0,1 0-1 0 0,-1-1 1 0 0,0 1 0 0 0,0-1-1 0 0,0 0 1 0 0,6-4-1 0 0,-6 4-392 0 0,0-1-1 0 0,0 1 1 0 0,-1-1-1 0 0,1 0 1 0 0,-1 0-1 0 0,4-5 1 0 0,7-9-3329 0 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6:18.8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97 2344 0 0,'-5'-10'1096'0'0,"-1"0"0"0"0,0 1 0 0 0,0 0 0 0 0,-1 0 0 0 0,0 0-1 0 0,-1 1 1 0 0,0 0 0 0 0,-13-10 0 0 0,19 17-1093 0 0,1 0 0 0 0,0 0-1 0 0,-1 1 1 0 0,1-1 0 0 0,0 1-1 0 0,-1-1 1 0 0,1 1 0 0 0,-1 0-1 0 0,1-1 1 0 0,-1 1 0 0 0,1 0 0 0 0,-1 0-1 0 0,1 0 1 0 0,-1 0 0 0 0,1 0-1 0 0,-1 0 1 0 0,1 1 0 0 0,-1-1-1 0 0,1 0 1 0 0,-1 1 0 0 0,1-1 0 0 0,-1 1-1 0 0,1-1 1 0 0,0 1 0 0 0,-1 0-1 0 0,1 0 1 0 0,0 0 0 0 0,0 0-1 0 0,-1 0 1 0 0,1 0 0 0 0,0 0 0 0 0,0 0-1 0 0,0 0 1 0 0,0 0 0 0 0,0 0-1 0 0,1 1 1 0 0,-1-1 0 0 0,-1 2-1 0 0,2-1-86 0 0,-1-1-1 0 0,1 0 0 0 0,0 1 1 0 0,0-1-1 0 0,-1 0 0 0 0,1 1 1 0 0,0-1-1 0 0,0 1 0 0 0,1-1 1 0 0,-1 0-1 0 0,0 1 0 0 0,0-1 1 0 0,0 0-1 0 0,1 1 0 0 0,-1-1 1 0 0,1 0-1 0 0,-1 0 0 0 0,1 1 1 0 0,0-1-1 0 0,-1 0 0 0 0,1 0 1 0 0,1 2-1 0 0,20 20-4510 0 0,-13-15 1229 0 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6:19.9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62 1012 0 0,'41'-25'9474'0'0,"-39"24"-8734"0"0,-2 1-678 0 0,1 0 0 0 0,-1 0 0 0 0,1 0 0 0 0,0 1 1 0 0,-1-1-1 0 0,1 0 0 0 0,-1 0 0 0 0,1 1 0 0 0,-1-1 1 0 0,1 0-1 0 0,-1 1 0 0 0,1-1 0 0 0,-1 1 0 0 0,1-1 1 0 0,-1 0-1 0 0,0 1 0 0 0,1-1 0 0 0,-1 1 0 0 0,0-1 1 0 0,1 2-1 0 0,14 203 5862 0 0,-16 107-3884 0 0,-2-270-1853 0 0,-1 0 0 0 0,-1 0 0 0 0,-16 55 0 0 0,20-95-169 0 0,1 0-1 0 0,-1-1 1 0 0,0 1-1 0 0,1 0 1 0 0,-1-1-1 0 0,0 1 1 0 0,0-1-1 0 0,0 1 1 0 0,0-1 0 0 0,-2 2-1 0 0,3-2-12 0 0,0-1 0 0 0,-1 0 0 0 0,1 0 1 0 0,0 1-1 0 0,-1-1 0 0 0,1 0 0 0 0,-1 0 0 0 0,1 0 0 0 0,0 0 0 0 0,-1 0 0 0 0,1 0 0 0 0,-1 1 0 0 0,1-1 0 0 0,0 0 0 0 0,-1 0 1 0 0,1 0-1 0 0,-1 0 0 0 0,1 0 0 0 0,-1-1 0 0 0,1 1 0 0 0,0 0 0 0 0,-1 0 0 0 0,1 0 0 0 0,-1 0 0 0 0,1 0 0 0 0,0-1 1 0 0,-1 1-1 0 0,1 0 0 0 0,0 0 0 0 0,-1 0 0 0 0,1-1 0 0 0,0 1 0 0 0,-1 0 0 0 0,1-1 0 0 0,0 1 0 0 0,0 0 0 0 0,-1-1 1 0 0,1 1-1 0 0,0-1 0 0 0,-2-1 1 0 0,2 1 0 0 0,-1-1 1 0 0,0 0-1 0 0,0 0 0 0 0,1 0 1 0 0,-1 0-1 0 0,1 0 0 0 0,-1 0 1 0 0,1 0-1 0 0,0 1 0 0 0,0-1 1 0 0,0 0-1 0 0,0-3 0 0 0,4-27 31 0 0,-3 25-34 0 0,1-7-11 0 0,1 0 0 0 0,1 0-1 0 0,0 0 1 0 0,1 0-1 0 0,1 1 1 0 0,0 0-1 0 0,0 0 1 0 0,1 0 0 0 0,16-19-1 0 0,-18 25-7 0 0,1 0 1 0 0,0 0-1 0 0,0 1 0 0 0,1 0 0 0 0,0 0 0 0 0,0 1 1 0 0,0 0-1 0 0,1 0 0 0 0,-1 1 0 0 0,1 0 0 0 0,0 0 1 0 0,1 0-1 0 0,-1 1 0 0 0,1 1 0 0 0,-1 0 0 0 0,15-3 1 0 0,-18 5 9 0 0,0 0 0 0 0,1 0 1 0 0,-1 0-1 0 0,1 1 0 0 0,-1-1 1 0 0,1 1-1 0 0,-1 1 1 0 0,0-1-1 0 0,1 1 0 0 0,-1 0 1 0 0,0 0-1 0 0,0 0 0 0 0,0 1 1 0 0,-1 0-1 0 0,1 0 1 0 0,0 0-1 0 0,-1 0 0 0 0,0 1 1 0 0,0-1-1 0 0,0 1 0 0 0,0 0 1 0 0,-1 1-1 0 0,0-1 1 0 0,1 1-1 0 0,4 8 0 0 0,-5-6 9 0 0,0 0 0 0 0,0-1-1 0 0,-1 1 1 0 0,1 0 0 0 0,-1 0-1 0 0,-1 0 1 0 0,1 1 0 0 0,-1-1-1 0 0,-1 0 1 0 0,1 1-1 0 0,-1-1 1 0 0,-1 0 0 0 0,1 0-1 0 0,-1 1 1 0 0,0-1 0 0 0,-1 0-1 0 0,0 0 1 0 0,-4 10 0 0 0,-1-4 14 0 0,0 0 0 0 0,-2 0 1 0 0,1-1-1 0 0,-2 0 1 0 0,0 0-1 0 0,0-1 0 0 0,-1-1 1 0 0,0 0-1 0 0,0 0 0 0 0,-2-1 1 0 0,1 0-1 0 0,-26 12 1 0 0,36-20 22 0 0,4-2-42 0 0,78-50-93 0 0,-24 16-159 0 0,-1-3 0 0 0,51-45 1 0 0,-53 31 4 0 0,-1-2 1 0 0,-4-2 0 0 0,-1-3-1 0 0,-3-1 1 0 0,67-125-1 0 0,-93 152 207 0 0,19-38-7 0 0,-33 63 38 0 0,-1 0 0 0 0,-1 0 1 0 0,0 0-1 0 0,0 0 0 0 0,0 0 1 0 0,-1 0-1 0 0,1-10 0 0 0,-2 18 9 0 0,0-1 0 0 0,0 0 0 0 0,0 1 0 0 0,0-1-1 0 0,-1 1 1 0 0,1-1 0 0 0,0 0 0 0 0,0 1 0 0 0,0-1 0 0 0,0 1 0 0 0,-1-1 0 0 0,1 1-1 0 0,0-1 1 0 0,-1 1 0 0 0,1-1 0 0 0,0 1 0 0 0,-1-1 0 0 0,1 1 0 0 0,0-1 0 0 0,-1 1-1 0 0,1 0 1 0 0,-1-1 0 0 0,1 1 0 0 0,-1 0 0 0 0,1-1 0 0 0,-1 1 0 0 0,1 0-1 0 0,-1 0 1 0 0,1-1 0 0 0,-1 1 0 0 0,0 0 0 0 0,1 0 0 0 0,-1 0 0 0 0,1 0 0 0 0,-1 0-1 0 0,1 0 1 0 0,-2 0 0 0 0,-18 4-21 0 0,14-1 22 0 0,1 1 0 0 0,-1 0 0 0 0,1 0-1 0 0,0 0 1 0 0,0 0 0 0 0,1 1 0 0 0,0 0 0 0 0,-1 0 0 0 0,-4 9-1 0 0,-4 7 32 0 0,-11 25 0 0 0,21-40-17 0 0,-7 18 129 0 0,0 0 0 0 0,1 0-1 0 0,2 1 1 0 0,0 0-1 0 0,2 0 1 0 0,-4 44 0 0 0,8-53-65 0 0,0 0 0 0 0,2-1 0 0 0,-1 1 1 0 0,2 0-1 0 0,0-1 0 0 0,1 1 0 0 0,1-1 1 0 0,0 0-1 0 0,1 0 0 0 0,1 0 0 0 0,0-1 1 0 0,10 17-1 0 0,-10-22-58 0 0,1 0 1 0 0,1-1-1 0 0,0 1 0 0 0,0-2 1 0 0,0 1-1 0 0,1-1 1 0 0,0-1-1 0 0,0 1 0 0 0,1-2 1 0 0,0 1-1 0 0,0-1 1 0 0,0-1-1 0 0,1 0 0 0 0,-1 0 1 0 0,1-1-1 0 0,0 0 1 0 0,15 1-1 0 0,-6-1 1 0 0,-1-1-1 0 0,1-1 1 0 0,-1-1 0 0 0,0-1-1 0 0,1 0 1 0 0,-1-2 0 0 0,0 0 0 0 0,0-1-1 0 0,24-8 1 0 0,-28 5-19 0 0,-1 1-1 0 0,0-2 1 0 0,-1 0-1 0 0,1 0 1 0 0,-2-1-1 0 0,1-1 1 0 0,-1 0-1 0 0,0-1 1 0 0,-1 0-1 0 0,15-21 1 0 0,-13 15-14 0 0,-1-1 0 0 0,0-1 0 0 0,-1 1 1 0 0,-1-2-1 0 0,-1 0 0 0 0,-1 0 0 0 0,6-25 0 0 0,-13 42 7 0 0,0 0-1 0 0,0 0 0 0 0,0 1 1 0 0,-1-1-1 0 0,1 0 1 0 0,-1 0-1 0 0,0 0 0 0 0,0 0 1 0 0,0 0-1 0 0,0 0 1 0 0,0 0-1 0 0,-1 0 0 0 0,0 0 1 0 0,1 0-1 0 0,-1 1 1 0 0,0-1-1 0 0,0 0 0 0 0,0 0 1 0 0,-1 1-1 0 0,1-1 1 0 0,-1 1-1 0 0,-2-3 0 0 0,3 4 6 0 0,0 0 0 0 0,0 1 1 0 0,0-1-1 0 0,0 1 0 0 0,0 0 0 0 0,0-1 0 0 0,0 1 0 0 0,0 0 0 0 0,0 0 0 0 0,-1-1 0 0 0,1 1 0 0 0,0 0 0 0 0,0 0 0 0 0,0 0 0 0 0,0 1 1 0 0,0-1-1 0 0,-1 0 0 0 0,1 0 0 0 0,0 1 0 0 0,0-1 0 0 0,0 0 0 0 0,-2 2 0 0 0,-23 11 4 0 0,17-6 1 0 0,0 1 0 0 0,1 0 0 0 0,0 0 1 0 0,0 0-1 0 0,1 1 0 0 0,0 0 1 0 0,-11 18-1 0 0,4 0 64 0 0,-20 49 0 0 0,32-69-37 0 0,-1 0-1 0 0,1 0 0 0 0,0 0 0 0 0,1 1 1 0 0,0-1-1 0 0,0 1 0 0 0,0-1 0 0 0,1 1 1 0 0,0-1-1 0 0,0 1 0 0 0,3 11 0 0 0,-2-15-19 0 0,0 0 0 0 0,0-1 0 0 0,1 1-1 0 0,-1 0 1 0 0,1-1 0 0 0,0 1-1 0 0,0-1 1 0 0,0 0 0 0 0,0 0 0 0 0,1 0-1 0 0,-1 0 1 0 0,1 0 0 0 0,0 0-1 0 0,0-1 1 0 0,0 1 0 0 0,0-1-1 0 0,0 0 1 0 0,1 0 0 0 0,-1 0 0 0 0,0 0-1 0 0,1 0 1 0 0,0-1 0 0 0,6 2-1 0 0,15 3-898 0 0,-1-1 0 0 0,1-2-1 0 0,46 2 1 0 0,-30-6-4337 0 0,65-10-1 0 0,-73 6-449 0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6:20.4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73 140 0 0,'1'-4'821'0'0,"0"0"0"0"0,0 1 0 0 0,0-1 0 0 0,0 0 0 0 0,1 1 0 0 0,0-1 0 0 0,-1 1 0 0 0,1 0 0 0 0,1-1 0 0 0,1-2 0 0 0,6-7 994 0 0,-10 11-1213 0 0,8-13 2731 0 0,-15 19-3373 0 0,5-2 43 0 0,0 1 0 0 0,0-1 0 0 0,0 1 0 0 0,1 0 0 0 0,-1-1 1 0 0,1 1-1 0 0,0 0 0 0 0,0 0 0 0 0,0 0 0 0 0,0 0 0 0 0,1 0 1 0 0,-1 0-1 0 0,1 1 0 0 0,-1 3 0 0 0,1 3 2 0 0,0-1 1 0 0,0 0-1 0 0,1 1 1 0 0,0-1-1 0 0,1 0 0 0 0,0 0 1 0 0,1 1-1 0 0,-1-1 0 0 0,7 12 1 0 0,4 6 15 0 0,28 41 0 0 0,-27-46 65 0 0,0 1 0 0 0,12 30 0 0 0,-25-51-11 0 0,0 0 0 0 0,0 0 0 0 0,0 0 0 0 0,-1 0 0 0 0,1 0 0 0 0,-1 0 0 0 0,0 0 0 0 0,0 0 0 0 0,0 0 0 0 0,0 1-1 0 0,0-1 1 0 0,0 0 0 0 0,0 0 0 0 0,0 0 0 0 0,-1 0 0 0 0,0 0 0 0 0,1 0 0 0 0,-1 0 0 0 0,0 0 0 0 0,-1 2 0 0 0,0-1-5 0 0,0 0 0 0 0,0-1 0 0 0,0 1 0 0 0,-1-1 0 0 0,1 0 1 0 0,-1 1-1 0 0,0-1 0 0 0,1-1 0 0 0,-1 1 0 0 0,0 0 0 0 0,-5 2 0 0 0,-7 1 38 0 0,0 0 0 0 0,-1-1 0 0 0,1 0 0 0 0,-20 1 0 0 0,31-4-91 0 0,-19 1 30 0 0,-42 1 0 0 0,8-8-3316 0 0,56 5 3018 0 0,1 0 0 0 0,-1-1 0 0 0,0 1 0 0 0,0 0-1 0 0,1-1 1 0 0,-1 1 0 0 0,0 0 0 0 0,1-1 0 0 0,-1 1 0 0 0,0-1 0 0 0,1 1 0 0 0,-1-1 0 0 0,0 1 0 0 0,1-1 0 0 0,-1 1 0 0 0,1-1 0 0 0,-1 0 0 0 0,1 1 0 0 0,-1-1 0 0 0,1 0 0 0 0,0 1 0 0 0,-1-1 0 0 0,1 0 0 0 0,0 0 0 0 0,-1 1 0 0 0,1-1 0 0 0,0 0-1 0 0,0 0 1 0 0,0 0 0 0 0,0 1 0 0 0,0-3 0 0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6:20.8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88 76 0 0,'22'-19'8773'0'0,"-22"19"-8686"0"0,0 0 1 0 0,1-1-1 0 0,-1 1 1 0 0,0 0-1 0 0,0 0 1 0 0,0 0-1 0 0,1 0 0 0 0,-1 0 1 0 0,0 0-1 0 0,0 0 1 0 0,1 0-1 0 0,-1 0 1 0 0,0 0-1 0 0,0 0 1 0 0,1 0-1 0 0,-1 0 0 0 0,0 0 1 0 0,0 0-1 0 0,1 0 1 0 0,-1 0-1 0 0,0 0 1 0 0,0 0-1 0 0,1 0 1 0 0,-1 0-1 0 0,2 12 1627 0 0,-8 20-134 0 0,5-28-1197 0 0,-6 27 793 0 0,2 1-1 0 0,-2 36 1 0 0,6-60-1085 0 0,1 0 1 0 0,0 0 0 0 0,1 0-1 0 0,0 1 1 0 0,0-1-1 0 0,0 0 1 0 0,1 0-1 0 0,0 0 1 0 0,1 0 0 0 0,0-1-1 0 0,0 1 1 0 0,1-1-1 0 0,0 1 1 0 0,5 5-1 0 0,-7-10-70 0 0,1 0-1 0 0,-1 0 1 0 0,1 0-1 0 0,0-1 1 0 0,0 0-1 0 0,0 1 0 0 0,0-1 1 0 0,0 0-1 0 0,1-1 1 0 0,-1 1-1 0 0,1 0 1 0 0,-1-1-1 0 0,1 0 0 0 0,0 0 1 0 0,-1 0-1 0 0,1 0 1 0 0,0-1-1 0 0,0 1 0 0 0,-1-1 1 0 0,1 0-1 0 0,0 0 1 0 0,7-2-1 0 0,-6 1 6 0 0,0 0 0 0 0,0 0-1 0 0,-1-1 1 0 0,1 0 0 0 0,0 0 0 0 0,-1 0-1 0 0,1 0 1 0 0,-1-1 0 0 0,0 1 0 0 0,0-1 0 0 0,0-1-1 0 0,0 1 1 0 0,-1 0 0 0 0,1-1 0 0 0,-1 0-1 0 0,0 1 1 0 0,4-6 0 0 0,1-5-33 0 0,-1 0 0 0 0,0-1 0 0 0,-1 0 0 0 0,0 0 0 0 0,-1 0 0 0 0,-1 0 0 0 0,4-33 0 0 0,-6 39-4 0 0,-1-1-1 0 0,-1 0 0 0 0,0 0 1 0 0,0 0-1 0 0,-1 0 1 0 0,-1 0-1 0 0,1 1 0 0 0,-1-1 1 0 0,-1 0-1 0 0,0 1 0 0 0,0-1 1 0 0,-1 1-1 0 0,0 0 1 0 0,-7-10-1 0 0,8 15-13 0 0,0 0 0 0 0,0 1-1 0 0,-1-1 1 0 0,1 1 0 0 0,-1 0 0 0 0,0 0 0 0 0,0 0 0 0 0,0 0-1 0 0,0 1 1 0 0,0-1 0 0 0,-1 1 0 0 0,1 0 0 0 0,-1 0 0 0 0,1 1-1 0 0,-1 0 1 0 0,0 0 0 0 0,1 0 0 0 0,-1 0 0 0 0,0 0 0 0 0,0 1-1 0 0,0 0 1 0 0,0 0 0 0 0,1 1 0 0 0,-1-1 0 0 0,0 1 0 0 0,-9 2-1 0 0,5 0-242 0 0,1 0-1 0 0,-1 0 1 0 0,1 0-1 0 0,-1 1 1 0 0,1 0-1 0 0,0 1 0 0 0,-11 8 1 0 0,13-8-190 0 0,0 0-1 0 0,0 1 1 0 0,1-1 0 0 0,0 1-1 0 0,-5 7 1 0 0,8-11 227 0 0,0 1 1 0 0,1-1-1 0 0,0 1 0 0 0,-1 0 1 0 0,1 0-1 0 0,0 0 1 0 0,0-1-1 0 0,0 1 0 0 0,1 0 1 0 0,-1 0-1 0 0,1 0 0 0 0,0 0 1 0 0,0 1-1 0 0,0 2 0 0 0,0-4-193 0 0,0 0 0 0 0,1 1-1 0 0,-1-1 1 0 0,1 0 0 0 0,0 0 0 0 0,0 0-1 0 0,0 0 1 0 0,0 0 0 0 0,0 0-1 0 0,0 0 1 0 0,0 0 0 0 0,3 2 0 0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6:21.2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138 145 1292 0 0,'5'-44'4625'0'0,"2"-48"3580"0"0,-7 92-8182 0 0,0 0 1 0 0,0 0-1 0 0,0-1 1 0 0,0 1-1 0 0,0 0 1 0 0,0-1-1 0 0,0 1 1 0 0,0 0-1 0 0,0 0 1 0 0,0-1-1 0 0,0 1 1 0 0,0 0-1 0 0,0 0 1 0 0,0-1-1 0 0,0 1 1 0 0,0 0-1 0 0,0-1 1 0 0,0 1-1 0 0,0 0 1 0 0,-1 0-1 0 0,1 0 1 0 0,0-1-1 0 0,0 1 1 0 0,0 0-1 0 0,0 0 1 0 0,0-1-1 0 0,-1 1 1 0 0,1 0-1 0 0,0 0 0 0 0,0 0 1 0 0,-1 0-1 0 0,1-1 1 0 0,0 1-1 0 0,0 0 1 0 0,-1 0-1 0 0,-7 6 419 0 0,-5 17-64 0 0,-1 22 375 0 0,2 0 0 0 0,-11 92 0 0 0,-24 230 843 0 0,40-286-1685 0 0,-5 41 392 0 0,3-43-5128 0 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6:21.7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0 158 1080 0 0,'4'-10'1999'0'0,"0"-1"0"0"0,0 1 0 0 0,1 1 0 0 0,0-1 0 0 0,10-13 1 0 0,-14 22-1502 0 0,4 2-99 0 0,-5-1-383 0 0,0 0 1 0 0,1 0 0 0 0,-1 0-1 0 0,0 0 1 0 0,1 0 0 0 0,-1 0-1 0 0,0-1 1 0 0,1 1-1 0 0,-1 0 1 0 0,0 1 0 0 0,1-1-1 0 0,-1 0 1 0 0,0 0 0 0 0,1 0-1 0 0,-1 0 1 0 0,0 0-1 0 0,1 0 1 0 0,-1 0 0 0 0,0 0-1 0 0,0 0 1 0 0,1 1 0 0 0,-1-1-1 0 0,0 0 1 0 0,1 0-1 0 0,-1 0 1 0 0,0 1 0 0 0,0-1-1 0 0,1 0 1 0 0,5 10 358 0 0,1 0 0 0 0,-2-1-1 0 0,1 2 1 0 0,-1-1 0 0 0,-1 1 0 0 0,0 0 0 0 0,3 13 0 0 0,-1 0 121 0 0,0 0 1 0 0,1 35 0 0 0,-6-39-139 0 0,-2-15-31 0 0,1 0-1 0 0,1 0 1 0 0,-1-1-1 0 0,1 1 1 0 0,-1 0-1 0 0,1-1 1 0 0,3 10-1 0 0,4-44-36 0 0,-7 26-292 0 0,14-34-76 0 0,1 0 0 0 0,1 2 0 0 0,3 0 1 0 0,0 1-1 0 0,33-41 0 0 0,-49 70 54 0 0,0 1 1 0 0,0-1-1 0 0,0 1 0 0 0,1 0 1 0 0,0 0-1 0 0,0 0 0 0 0,0 1 1 0 0,1 0-1 0 0,-1 0 1 0 0,1 0-1 0 0,0 1 0 0 0,7-3 1 0 0,-11 6 24 0 0,1-1 1 0 0,-1 1 0 0 0,1 0-1 0 0,0 0 1 0 0,-1 0 0 0 0,1 0-1 0 0,0 0 1 0 0,-1 0 0 0 0,1 1-1 0 0,-1 0 1 0 0,1-1 0 0 0,-1 1-1 0 0,1 0 1 0 0,-1 0 0 0 0,1 0-1 0 0,-1 0 1 0 0,0 1 0 0 0,0-1-1 0 0,0 1 1 0 0,0-1 0 0 0,0 1-1 0 0,0 0 1 0 0,0 0 0 0 0,0 0-1 0 0,0 0 1 0 0,-1 0 0 0 0,2 3-1 0 0,4 5 43 0 0,-1 0 1 0 0,0 1-1 0 0,-1-1 0 0 0,6 16 1 0 0,-3 1-7 0 0,-1 0 1 0 0,-1 1 0 0 0,-1-1-1 0 0,1 30 1 0 0,10 53-4019 0 0,-6-76 516 0 0,1-15-2377 0 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6:21.8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12 252 0 0,'80'-5'10957'0'0,"-3"1"-4510"0"0,-76 4-6620 0 0,21-3 1519 0 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1:59.9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0 260 0 0,'-15'0'820'0'0,"-9"4"-272"0"0,7-1-236 0 0,-1 2-108 0 0,6 0-136 0 0,0 0-84 0 0,4 2-420 0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8:29.3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424 226 936 0 0,'0'0'4919'0'0,"-16"1"-1294"0"0,-12 9-1899 0 0,23-7-1716 0 0,-1 0 0 0 0,1-1 0 0 0,-1 0 0 0 0,0-1 0 0 0,0 1 0 0 0,1-1-1 0 0,-1 0 1 0 0,0 0 0 0 0,0-1 0 0 0,-8 0 0 0 0,-22-6 38 0 0,-27-16-35 0 0,62 22-14 0 0,0 0 0 0 0,0 0 1 0 0,1-1-1 0 0,-1 1 0 0 0,0 0 0 0 0,1 0 0 0 0,-1-1 0 0 0,0 1 0 0 0,1-1 0 0 0,-1 1 0 0 0,0 0 0 0 0,1-1 0 0 0,-1 1 0 0 0,1-1 0 0 0,-1 0 0 0 0,1 1 0 0 0,-1-1 0 0 0,1 1 0 0 0,-1-1 0 0 0,1 0 0 0 0,-1 1 0 0 0,1-1 1 0 0,0 0-1 0 0,0 0 0 0 0,-1 1 0 0 0,1-2 0 0 0,0 1 0 0 0,0 0 0 0 0,1 0 1 0 0,-1 0-1 0 0,0 0 0 0 0,1 0 1 0 0,-1 0-1 0 0,1 0 0 0 0,-1 0 1 0 0,1 0-1 0 0,-1 0 0 0 0,1 1 1 0 0,0-1-1 0 0,-1 0 0 0 0,1 0 1 0 0,0 0-1 0 0,1 0 0 0 0,3-3 3 0 0,1 0-1 0 0,0 0 1 0 0,0 0-1 0 0,6-3 1 0 0,190-73 41 0 0,-59 25-437 0 0,-86 26 203 0 0,-55 29 136 0 0,3-8 53 0 0,-9 12 11 0 0,0-1 0 0 0,1 1 0 0 0,-1 0 1 0 0,1 0-1 0 0,0 0 0 0 0,0 0 1 0 0,0 1-1 0 0,1-1 0 0 0,-1 1 0 0 0,1-1 1 0 0,-2 9-1 0 0,-17 62 112 0 0,16-56-67 0 0,-44 243 418 0 0,33-162-141 0 0,-41 144 0 0 0,52-228-291 0 0,-1-1 0 0 0,0 1 0 0 0,-1-1 0 0 0,0-1 0 0 0,-1 0 0 0 0,-1 0 0 0 0,-15 18 0 0 0,19-26-31 0 0,0 0 0 0 0,-1-1 0 0 0,0 0-1 0 0,0 0 1 0 0,0-1 0 0 0,0 0-1 0 0,-1 0 1 0 0,0 0 0 0 0,1-1-1 0 0,-1 0 1 0 0,-1 0 0 0 0,1-1 0 0 0,0 1-1 0 0,-1-2 1 0 0,1 1 0 0 0,-1-1-1 0 0,1 0 1 0 0,-9-1 0 0 0,-16-2-3 0 0,1-1-1 0 0,-1-2 1 0 0,1 0 0 0 0,0-3 0 0 0,-58-21-1 0 0,87 28 9 0 0,-5-2-1412 0 0,20 3 496 0 0,-6 0 114 0 0,1 0-1 0 0,0 0 1 0 0,0-1 0 0 0,0 0-1 0 0,-1 0 1 0 0,12-4 0 0 0,-1-1-1692 0 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8:30.1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87 520 0 0,'3'-14'2612'0'0,"-1"1"-1"0"0,0 0 0 0 0,-2-26 1 0 0,0 33-2010 0 0,0 5 87 0 0,-5 18 288 0 0,-127 608 1206 0 0,120-580-1992 0 0,12-43-164 0 0,0-6-33 0 0,0 0 0 0 0,1 0 0 0 0,-1 0 1 0 0,1 0-1 0 0,0 1 0 0 0,0-1 0 0 0,0 0 0 0 0,2-3 1 0 0,-1 0-5 0 0,6-16-22 0 0,1 1 1 0 0,1 0-1 0 0,1 0 0 0 0,18-27 0 0 0,-21 38 20 0 0,0 1 0 0 0,1-1 0 0 0,-1 1 0 0 0,2 1 0 0 0,0 0 0 0 0,0 0-1 0 0,0 1 1 0 0,1 0 0 0 0,17-9 0 0 0,-25 15 5 0 0,0 1-1 0 0,0-1 1 0 0,0 1-1 0 0,0 0 1 0 0,0 0-1 0 0,0 0 1 0 0,0 1-1 0 0,0-1 1 0 0,1 1-1 0 0,-1 0 1 0 0,0 0 0 0 0,0 0-1 0 0,0 0 1 0 0,1 0-1 0 0,-1 1 1 0 0,0-1-1 0 0,0 1 1 0 0,0 0-1 0 0,0 0 1 0 0,3 1-1 0 0,-3 0 7 0 0,-1 0 1 0 0,0-1-1 0 0,1 1 0 0 0,-1 0 1 0 0,0 0-1 0 0,0 0 0 0 0,0 1 1 0 0,0-1-1 0 0,-1 0 0 0 0,1 1 0 0 0,-1-1 1 0 0,1 1-1 0 0,-1 0 0 0 0,0-1 1 0 0,0 1-1 0 0,0 0 0 0 0,0 0 1 0 0,0 0-1 0 0,-1 0 0 0 0,0-1 0 0 0,1 6 1 0 0,-1 16 21 0 0,-2 0-1 0 0,0-1 1 0 0,-2 1 0 0 0,-11 41 0 0 0,0 2 41 0 0,15-65-135 0 0,0 0 1 0 0,-1 0-1 0 0,1 0 0 0 0,0 0 0 0 0,0 1 0 0 0,0-1 0 0 0,0 0 0 0 0,0 0 0 0 0,1 0 0 0 0,-1 0 0 0 0,1 0 0 0 0,-1 0 0 0 0,2 3 0 0 0,-2-5-10 0 0,1 1 0 0 0,0 0 0 0 0,-1 0 0 0 0,1 0 0 0 0,0 0 0 0 0,-1 0 0 0 0,1-1 0 0 0,0 1 0 0 0,0 0 0 0 0,0 0-1 0 0,0-1 1 0 0,0 1 0 0 0,0-1 0 0 0,0 1 0 0 0,0-1 0 0 0,0 0 0 0 0,0 1 0 0 0,2-1 0 0 0,2 1-157 0 0,0-1 1 0 0,0 0-1 0 0,0 0 0 0 0,0-1 1 0 0,0 1-1 0 0,0-1 0 0 0,0 0 1 0 0,0-1-1 0 0,7-2 1 0 0,13-7-193 0 0,0-1 1 0 0,-1-1-1 0 0,-1-1 1 0 0,0-2-1 0 0,37-31 1 0 0,-46 34 772 0 0,0 0 0 0 0,-1 0 1 0 0,0-1-1 0 0,-1-1 1 0 0,-1 0-1 0 0,0-1 0 0 0,-1 0 1 0 0,10-22-1 0 0,-5 12 858 0 0,-10 21-180 0 0,-7 16-844 0 0,1 1 0 0 0,-1-1 0 0 0,-1 0 0 0 0,0 0 0 0 0,0 0 0 0 0,-6 11 0 0 0,-8 30-71 0 0,12-32-263 0 0,-2 5 371 0 0,-3 38 0 0 0,9-55-771 0 0,1 0 0 0 0,0 0 0 0 0,0 0 0 0 0,1 0 0 0 0,2 8 0 0 0,-3-15 285 0 0,0 0 0 0 0,1 1 0 0 0,-1-1 1 0 0,1 0-1 0 0,-1 0 0 0 0,1 0 0 0 0,0 0 0 0 0,-1 0 0 0 0,1 0 0 0 0,0 0 0 0 0,0 0 1 0 0,0 0-1 0 0,0 0 0 0 0,0 0 0 0 0,0-1 0 0 0,0 1 0 0 0,0 0 0 0 0,0-1 0 0 0,0 1 1 0 0,0 0-1 0 0,2 0 0 0 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8:30.6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63 1952 0 0,'3'-11'1962'0'0,"3"-35"3949"0"0,-6 46-5900 0 0,0 0 1 0 0,0-1-1 0 0,0 1 0 0 0,0 0 0 0 0,0 0 1 0 0,0 0-1 0 0,0-1 0 0 0,0 1 1 0 0,0 0-1 0 0,0 0 0 0 0,0 0 1 0 0,0-1-1 0 0,0 1 0 0 0,0 0 1 0 0,0 0-1 0 0,0 0 0 0 0,-1 0 1 0 0,1-1-1 0 0,0 1 0 0 0,0 0 1 0 0,0 0-1 0 0,0 0 0 0 0,0 0 1 0 0,0-1-1 0 0,-1 1 0 0 0,1 0 0 0 0,0 0 1 0 0,0 0-1 0 0,0 0 0 0 0,0 0 1 0 0,-1 0-1 0 0,1 0 0 0 0,0 0 1 0 0,0 0-1 0 0,0 0 0 0 0,-1-1 1 0 0,1 1-1 0 0,0 0 0 0 0,0 0 1 0 0,-1 0-1 0 0,-9 4 356 0 0,-7 8-41 0 0,6 0-261 0 0,0 1-1 0 0,1 0 1 0 0,1 0-1 0 0,0 1 1 0 0,1 0-1 0 0,0 0 1 0 0,1 1-1 0 0,1 0 1 0 0,0 1-1 0 0,-6 24 1 0 0,12-38-62 0 0,0 0 0 0 0,0-1 1 0 0,0 1-1 0 0,-1 0 0 0 0,2 0 1 0 0,-1 0-1 0 0,0-1 0 0 0,0 1 1 0 0,1 0-1 0 0,-1 0 0 0 0,0 0 1 0 0,1-1-1 0 0,0 1 0 0 0,-1 0 1 0 0,1-1-1 0 0,0 1 0 0 0,0 0 1 0 0,0-1-1 0 0,0 0 0 0 0,0 1 1 0 0,1-1-1 0 0,-1 1 0 0 0,0-1 1 0 0,0 0-1 0 0,1 0 0 0 0,-1 0 1 0 0,1 0-1 0 0,-1 0 0 0 0,1 0 1 0 0,0 0-1 0 0,-1 0 0 0 0,1-1 1 0 0,0 1-1 0 0,2 0 0 0 0,11 2 3 0 0,-1-1-1 0 0,25 2 0 0 0,-17-3-11 0 0,-1 1-1 0 0,0 1 1 0 0,29 8-1 0 0,-26-3-3 0 0,-21-5 9 0 0,-1 0 1 0 0,1 0 5 0 0,-2-1 2 0 0,0 0 1 0 0,0 0-1 0 0,0 1 1 0 0,0-1 0 0 0,-1 0-1 0 0,1 0 1 0 0,-1 1-1 0 0,0-1 1 0 0,1 0-1 0 0,-1 0 1 0 0,0 1-1 0 0,0-1 1 0 0,-1 0-1 0 0,1 1 1 0 0,0-1 0 0 0,-1 0-1 0 0,1 1 1 0 0,-1-1-1 0 0,0 0 1 0 0,0 0-1 0 0,0 0 1 0 0,0 0-1 0 0,0 0 1 0 0,0 0 0 0 0,-1 0-1 0 0,1 0 1 0 0,0 0-1 0 0,-1 0 1 0 0,-2 1-1 0 0,-1 3 20 0 0,-3 4 13 0 0,0-1 0 0 0,-1 0 0 0 0,-1-1 1 0 0,1 0-1 0 0,-1 0 0 0 0,0-1 0 0 0,-1 0 0 0 0,0-1 0 0 0,0 0 0 0 0,-13 4 0 0 0,22-9-65 0 0,0 0-1 0 0,-1 0 0 0 0,1-1 1 0 0,0 1-1 0 0,0-1 0 0 0,0 1 1 0 0,-1-1-1 0 0,1 0 0 0 0,0 0 1 0 0,0 0-1 0 0,-1 0 0 0 0,1 0 1 0 0,0-1-1 0 0,0 1 0 0 0,-1-1 1 0 0,1 1-1 0 0,0-1 0 0 0,0 0 0 0 0,0 0 1 0 0,0 0-1 0 0,0 0 0 0 0,-2-2 1 0 0,1 1-512 0 0,0-1-1 0 0,-1 0 1 0 0,2 1 0 0 0,-1-1 0 0 0,0-1 0 0 0,1 1-1 0 0,-1 0 1 0 0,1-1 0 0 0,0 1 0 0 0,-2-6 0 0 0,-3-6-3046 0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8:30.8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57 1320 0 0,'-1'-3'1650'0'0,"-26"-43"5117"0"0,26 45-6478 0 0,-3-6-69 0 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8:33.5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179 791 168 0 0,'-15'0'1279'0'0,"11"0"-239"0"0,2 1-179 0 0,-5 0-474 0 0,4-1-172 0 0,1 0 1 0 0,0 1-1 0 0,-1-1 1 0 0,1 1-1 0 0,-1-1 1 0 0,1 1-1 0 0,0 0 1 0 0,0 0-1 0 0,-1 0 1 0 0,1 0-1 0 0,0 1 1 0 0,0-1-1 0 0,0 0 1 0 0,0 1-1 0 0,0-1 1 0 0,-2 4-1 0 0,2-2-34 0 0,-1 1-1 0 0,1-1 1 0 0,0 1 0 0 0,0 0-1 0 0,1 0 1 0 0,-1 0 0 0 0,0 5-1 0 0,1-8-138 0 0,0 1-1 0 0,1-1 0 0 0,0 1 1 0 0,-1 0-1 0 0,1-1 0 0 0,0 1 1 0 0,0 0-1 0 0,0-1 0 0 0,0 1 1 0 0,0 0-1 0 0,0-1 0 0 0,1 1 1 0 0,-1 0-1 0 0,0-1 0 0 0,1 1 1 0 0,-1-1-1 0 0,1 1 0 0 0,0 0 1 0 0,-1-1-1 0 0,1 0 0 0 0,0 1 1 0 0,0-1-1 0 0,0 1 0 0 0,0-1 1 0 0,0 0-1 0 0,0 0 0 0 0,1 0 1 0 0,-1 1-1 0 0,0-1 0 0 0,1 0 1 0 0,1 1-1 0 0,0-1-12 0 0,0 0 0 0 0,1 1 1 0 0,-1-1-1 0 0,0-1 0 0 0,0 1 0 0 0,1 0 0 0 0,-1-1 1 0 0,0 0-1 0 0,1 1 0 0 0,-1-1 0 0 0,1-1 0 0 0,-1 1 0 0 0,0 0 1 0 0,1-1-1 0 0,3-1 0 0 0,3-1-36 0 0,-1-1 1 0 0,1-1-1 0 0,-1 1 0 0 0,0-1 1 0 0,-1-1-1 0 0,1 0 0 0 0,-1 0 1 0 0,0 0-1 0 0,7-9 0 0 0,3-3 7 0 0,-1-1-1 0 0,19-30 1 0 0,-17 21-11 0 0,-2-2 0 0 0,-2 1 0 0 0,0-2 0 0 0,-2 0 0 0 0,-1-1 0 0 0,-2 0 0 0 0,7-38 0 0 0,-9 25 19 0 0,-1-1 0 0 0,-3 0 0 0 0,-2-1 0 0 0,-5-76-1 0 0,0 88-58 0 0,-10-82-104 0 0,13 117 155 0 0,0-1 0 0 0,0 1 0 0 0,0-1 0 0 0,-1 1 0 0 0,1-1 0 0 0,0 1 0 0 0,0-1 0 0 0,0 1 0 0 0,0-1 0 0 0,0 1 0 0 0,0-1 0 0 0,-1 1 1 0 0,1 0-1 0 0,0-1 0 0 0,0 1 0 0 0,-1-1 0 0 0,1 1 0 0 0,0 0 0 0 0,-1-1 0 0 0,1 1 0 0 0,0 0 0 0 0,-1-1 0 0 0,1 1 0 0 0,-1 0 0 0 0,1 0 0 0 0,-1-1 0 0 0,-7 8 52 0 0,-4 17-40 0 0,-71 284 18 0 0,22 8 252 0 0,48-245-163 0 0,-58 375 489 0 0,7-36-157 0 0,6-54 192 0 0,58-353-635 0 0,-1 0 0 0 0,1-1 0 0 0,-1 1 0 0 0,1-1 0 0 0,-1 1 1 0 0,0-1-1 0 0,0 1 0 0 0,0-1 0 0 0,0 0 0 0 0,0 1 0 0 0,-1-1 0 0 0,1 0 1 0 0,-1 0-1 0 0,-2 3 0 0 0,3-4-11 0 0,1-1 0 0 0,-1 0 0 0 0,0 0-1 0 0,1 0 1 0 0,-1 0 0 0 0,1 0 0 0 0,-1 0 0 0 0,1 0 0 0 0,-1 0 0 0 0,1 0 0 0 0,-1 0 0 0 0,1 0 0 0 0,-1 0-1 0 0,1 0 1 0 0,-1 0 0 0 0,1 0 0 0 0,-1 0 0 0 0,0-1 0 0 0,1 1 0 0 0,0 0 0 0 0,-1 0 0 0 0,1-1 0 0 0,-1 1-1 0 0,1 0 1 0 0,-1-1 0 0 0,1 1 0 0 0,-1 0 0 0 0,1-1 0 0 0,0 1 0 0 0,-1-1 0 0 0,1 1 0 0 0,0 0 0 0 0,0-1 0 0 0,-1 0-1 0 0,-10-16-48 0 0,6 3 34 0 0,0-1-1 0 0,0 1 1 0 0,1-1-1 0 0,1 1 1 0 0,-2-25-1 0 0,0-80-83 0 0,5 93 97 0 0,0-76-80 0 0,4 0 1 0 0,4-1-1 0 0,33-148 0 0 0,-29 198 34 0 0,3 0 0 0 0,2 0 0 0 0,3 2 0 0 0,1 0 0 0 0,3 2 0 0 0,2 0 0 0 0,2 2 0 0 0,41-53 0 0 0,-52 79 41 0 0,1 0 0 0 0,1 2 0 0 0,1 0-1 0 0,43-31 1 0 0,-51 42 7 0 0,-1 1 0 0 0,2 0 1 0 0,-1 1-1 0 0,1 0 0 0 0,-1 1 0 0 0,2 1 0 0 0,-1 0 0 0 0,0 0 0 0 0,1 1 0 0 0,0 1 1 0 0,21-1-1 0 0,-28 3 4 0 0,-1 0 0 0 0,1 1 1 0 0,0 0-1 0 0,-1 0 0 0 0,1 1 0 0 0,-1-1 1 0 0,1 2-1 0 0,-1-1 0 0 0,0 1 1 0 0,0-1-1 0 0,0 2 0 0 0,0-1 0 0 0,0 1 1 0 0,-1 0-1 0 0,1 0 0 0 0,-1 0 1 0 0,0 1-1 0 0,-1 0 0 0 0,1 0 0 0 0,-1 0 1 0 0,0 0-1 0 0,0 1 0 0 0,6 11 0 0 0,-5-7 18 0 0,-1 0-1 0 0,0 1 0 0 0,-1 0 0 0 0,0-1 0 0 0,0 1 1 0 0,-1 0-1 0 0,0 0 0 0 0,-1 1 0 0 0,-1-1 0 0 0,0 0 1 0 0,0 0-1 0 0,-1 0 0 0 0,-4 19 0 0 0,0-9 19 0 0,-1-1 0 0 0,0 1 0 0 0,-2-2 1 0 0,0 1-1 0 0,-2-1 0 0 0,0 0 0 0 0,-1-1 0 0 0,-1-1 0 0 0,-26 32 0 0 0,34-44-30 0 0,0-1-1 0 0,-1 0 1 0 0,1 0-1 0 0,-1 0 1 0 0,0-1-1 0 0,0 0 1 0 0,0 0-1 0 0,0 0 1 0 0,-1 0-1 0 0,1-1 1 0 0,-11 3-1 0 0,13-4-11 0 0,-1-1-1 0 0,1 1 1 0 0,-1-1-1 0 0,0 0 1 0 0,1-1-1 0 0,-1 1 1 0 0,1 0-1 0 0,-1-1 1 0 0,1 0-1 0 0,0 0 1 0 0,-1 0-1 0 0,1 0 1 0 0,0 0-1 0 0,-1-1 0 0 0,1 1 1 0 0,0-1-1 0 0,0 0 1 0 0,0 0-1 0 0,1 0 1 0 0,-6-5-1 0 0,-3-6-49 0 0,0 0-1 0 0,1-1 1 0 0,0 0-1 0 0,1-1 0 0 0,1 0 1 0 0,-13-31-1 0 0,20 44 119 0 0,4 3-199 0 0,-1 0 13 0 0,0 1-1 0 0,0-1 1 0 0,0 1-1 0 0,0-1 1 0 0,0 1-1 0 0,0 0 1 0 0,0 0-1 0 0,-1 0 1 0 0,1 0-1 0 0,-1 0 1 0 0,1 0-1 0 0,-1 1 0 0 0,2 3 1 0 0,5 6-1179 0 0,12 7-2209 0 0,-11-9 933 0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8:34.8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252 587 556 0 0,'0'-6'720'0'0,"0"1"0"0"0,-1 0 0 0 0,1 0-1 0 0,-1 0 1 0 0,0-1 0 0 0,-4-7 0 0 0,2 6-332 0 0,0 2 1 0 0,0-1-1 0 0,-1 0 1 0 0,0 1-1 0 0,0-1 1 0 0,0 1-1 0 0,-8-7 1 0 0,11 11-359 0 0,-1 0 1 0 0,1 0 0 0 0,0 1-1 0 0,-1-1 1 0 0,1 0 0 0 0,-1 1-1 0 0,1-1 1 0 0,-1 1 0 0 0,1-1-1 0 0,-1 1 1 0 0,1 0 0 0 0,-1 0-1 0 0,1 0 1 0 0,-1 0 0 0 0,1 0-1 0 0,-1 0 1 0 0,0 0 0 0 0,1 0-1 0 0,-1 1 1 0 0,-1 0 0 0 0,-1 0 18 0 0,-1 0 1 0 0,1 0-1 0 0,0 1 0 0 0,0 0 1 0 0,-7 4-1 0 0,0 2 7 0 0,1 0 0 0 0,1 1 1 0 0,-1 0-1 0 0,2 1 0 0 0,-1 0 0 0 0,1 0 1 0 0,1 1-1 0 0,-9 16 0 0 0,6-9 16 0 0,1 0 1 0 0,1 0-1 0 0,1 1 0 0 0,-8 35 0 0 0,13-46-61 0 0,1-1 0 0 0,0 1 0 0 0,0 0 0 0 0,1 0 0 0 0,0-1 0 0 0,1 1 0 0 0,1 12 0 0 0,-1-18-9 0 0,-1 0 0 0 0,1 1 0 0 0,0-1 1 0 0,-1 0-1 0 0,1 1 0 0 0,0-1 0 0 0,1 0 1 0 0,-1 0-1 0 0,0 0 0 0 0,0 0 0 0 0,1 0 0 0 0,0 0 1 0 0,-1 0-1 0 0,1 0 0 0 0,0-1 0 0 0,0 1 0 0 0,0-1 1 0 0,0 1-1 0 0,0-1 0 0 0,0 0 0 0 0,0 0 1 0 0,0 0-1 0 0,0 0 0 0 0,1 0 0 0 0,-1 0 0 0 0,0-1 1 0 0,1 1-1 0 0,-1-1 0 0 0,5 1 0 0 0,0-1-13 0 0,1 0 0 0 0,0 0 0 0 0,-1-1 0 0 0,1 0 0 0 0,-1 0-1 0 0,1-1 1 0 0,-1 0 0 0 0,0 0 0 0 0,0 0 0 0 0,0-1 0 0 0,0-1 0 0 0,0 1 0 0 0,-1-1-1 0 0,1 0 1 0 0,-1 0 0 0 0,0-1 0 0 0,0 0 0 0 0,-1 0 0 0 0,1 0 0 0 0,-1-1-1 0 0,0 0 1 0 0,-1 0 0 0 0,1 0 0 0 0,-1 0 0 0 0,0-1 0 0 0,3-8 0 0 0,5-14-37 0 0,-1-1 1 0 0,13-62-1 0 0,-10 30-13 0 0,-13 60 82 0 0,-3 7-11 0 0,0 1 0 0 0,1-1 0 0 0,0 0 0 0 0,0 1 0 0 0,1-1 0 0 0,-1 11 0 0 0,0 5 21 0 0,-2-3 25 0 0,2-1 1 0 0,0 1 0 0 0,1 0 0 0 0,4 31 0 0 0,-3-44-50 0 0,0 0-1 0 0,0 0 1 0 0,0-1 0 0 0,0 1 0 0 0,1-1 0 0 0,-1 1 0 0 0,1-1-1 0 0,0 0 1 0 0,1 0 0 0 0,-1 0 0 0 0,1 0 0 0 0,0 0 0 0 0,-1 0-1 0 0,2 0 1 0 0,-1-1 0 0 0,0 0 0 0 0,1 0 0 0 0,0 0 0 0 0,-1 0-1 0 0,1 0 1 0 0,0-1 0 0 0,9 5 0 0 0,-8-6-10 0 0,1 0 0 0 0,-1 1 0 0 0,1-1 0 0 0,-1-1 0 0 0,1 1 0 0 0,0-1 0 0 0,-1 0 0 0 0,1-1 0 0 0,-1 1 0 0 0,1-1 0 0 0,-1 0-1 0 0,1 0 1 0 0,-1-1 0 0 0,1 0 0 0 0,-1 0 0 0 0,0 0 0 0 0,0 0 0 0 0,0-1 0 0 0,0 0 0 0 0,-1 0 0 0 0,1 0 0 0 0,-1-1 0 0 0,5-4 0 0 0,1-1-20 0 0,-1 0-1 0 0,-1 0 1 0 0,0-1 0 0 0,0-1-1 0 0,-1 1 1 0 0,0-1 0 0 0,-1-1 0 0 0,0 1-1 0 0,4-14 1 0 0,-2 6 5 0 0,-2-1 0 0 0,0 0 0 0 0,-2 0 0 0 0,0-1 0 0 0,-1 0 0 0 0,-1 1 0 0 0,-1-32 0 0 0,-1 50 15 0 0,0 0 0 0 0,0 0-1 0 0,0 0 1 0 0,-1 0 0 0 0,1 0 0 0 0,-1 0 0 0 0,1 1 0 0 0,-1-1-1 0 0,0 0 1 0 0,0 0 0 0 0,0 1 0 0 0,-1-3 0 0 0,2 3 3 0 0,-1 1 0 0 0,1 0 0 0 0,-1-1 0 0 0,1 1 0 0 0,-1-1 0 0 0,1 1 0 0 0,-1 0 0 0 0,1-1 0 0 0,-1 1 0 0 0,0 0 0 0 0,1 0 0 0 0,-1-1 0 0 0,1 1 0 0 0,-1 0 0 0 0,0 0 0 0 0,1 0 0 0 0,-1 0 0 0 0,1 0 0 0 0,-1 0 0 0 0,0 0 0 0 0,1 0 0 0 0,-1 0 0 0 0,0 0 0 0 0,0 0 1 0 0,-2 2 5 0 0,1-1 1 0 0,-1 0-1 0 0,1 0 1 0 0,0 1-1 0 0,0 0 1 0 0,-1-1-1 0 0,1 1 1 0 0,0 0 0 0 0,0 0-1 0 0,1 0 1 0 0,-1 0-1 0 0,0 0 1 0 0,1 1-1 0 0,-3 4 1 0 0,0 0 5 0 0,0 0-1 0 0,1 0 1 0 0,0 1 0 0 0,1-1-1 0 0,0 1 1 0 0,0 0 0 0 0,0-1 0 0 0,0 14-1 0 0,2-19-8 0 0,0 0 1 0 0,0 0-1 0 0,1 0 0 0 0,-1 0 0 0 0,0 0 0 0 0,1 0 0 0 0,0 0 0 0 0,-1 0 0 0 0,1 0 0 0 0,0 0 1 0 0,0 0-1 0 0,0 0 0 0 0,1-1 0 0 0,1 3 0 0 0,-2-2-2 0 0,1-1 1 0 0,-1 0-1 0 0,1 0 0 0 0,0 0 1 0 0,-1 0-1 0 0,1 0 0 0 0,0 0 1 0 0,0 0-1 0 0,-1-1 0 0 0,1 1 1 0 0,0 0-1 0 0,0-1 0 0 0,0 0 1 0 0,0 1-1 0 0,0-1 1 0 0,0 0-1 0 0,0 0 0 0 0,0 0 1 0 0,0 0-1 0 0,0-1 0 0 0,-1 1 1 0 0,1 0-1 0 0,0-1 0 0 0,0 0 1 0 0,3-1-1 0 0,-2 1 1 0 0,8-3-6 0 0,0-1 0 0 0,0-1 0 0 0,0 1 0 0 0,-1-2 0 0 0,13-10 0 0 0,5-3 12 0 0,-23 17-9 0 0,-1-1 0 0 0,1-1 0 0 0,-1 1 0 0 0,1-1 0 0 0,-1 0 0 0 0,0 0 0 0 0,3-6 0 0 0,7-8-8 0 0,-13 17 18 0 0,4-4-29 0 0,-11 24 83 0 0,-16 35 0 0 0,-3 8 91 0 0,16-32-42 0 0,3-16-77 0 0,2-1 0 0 0,0 1 0 0 0,1 0 0 0 0,0 1 0 0 0,1-1 0 0 0,0 0 0 0 0,1 19 0 0 0,1-30-35 0 0,0 0 1 0 0,0 0-1 0 0,0 1 1 0 0,1-1-1 0 0,-1 0 1 0 0,1 0-1 0 0,-1 0 1 0 0,1 0-1 0 0,0 0 1 0 0,0 0-1 0 0,0 0 0 0 0,0 0 1 0 0,0 0-1 0 0,0 0 1 0 0,0-1-1 0 0,1 1 1 0 0,-1 0-1 0 0,1-1 1 0 0,-1 1-1 0 0,1-1 1 0 0,0 1-1 0 0,-1-1 1 0 0,1 0-1 0 0,0 0 1 0 0,0 0-1 0 0,0 0 1 0 0,0 0-1 0 0,0 0 1 0 0,0-1-1 0 0,0 1 1 0 0,0 0-1 0 0,0-1 1 0 0,1 0-1 0 0,-1 1 1 0 0,0-1-1 0 0,0 0 1 0 0,0 0-1 0 0,4-1 0 0 0,2 0-70 0 0,-1 0-1 0 0,1-1 0 0 0,-1 0 0 0 0,0 0 0 0 0,1 0 0 0 0,-1-1 0 0 0,0 0 1 0 0,-1-1-1 0 0,1 0 0 0 0,6-4 0 0 0,5-7-148 0 0,0-1 0 0 0,-1 0 0 0 0,-1-2 0 0 0,0 0 0 0 0,-2-1 0 0 0,0 0-1 0 0,-1-1 1 0 0,-1 0 0 0 0,-1-1 0 0 0,0-1 0 0 0,-2 0 0 0 0,7-23 0 0 0,-2-3 249 0 0,-1-1-1 0 0,-3-1 1 0 0,-2 0 0 0 0,3-83-1 0 0,-10 95 1169 0 0,-8-76 0 0 0,7 112-1048 0 0,-1 2-132 0 0,1 0 1 0 0,-1 0-1 0 0,1 1 1 0 0,-1-1-1 0 0,1 0 1 0 0,-1 0-1 0 0,1 1 1 0 0,-1-1-1 0 0,1 0 0 0 0,-1 1 1 0 0,1-1-1 0 0,0 1 1 0 0,-1-1-1 0 0,1 0 1 0 0,-1 1-1 0 0,1-1 1 0 0,0 1-1 0 0,0-1 0 0 0,-1 1 1 0 0,1-1-1 0 0,0 1 1 0 0,0-1-1 0 0,0 1 1 0 0,-1 0-1 0 0,-5 15 143 0 0,6-16-154 0 0,-7 28 254 0 0,1 0-1 0 0,1 0 1 0 0,-1 44-1 0 0,1-17 52 0 0,-3 15 126 0 0,-18 282 939 0 0,29-279-1240 0 0,-2-65-136 0 0,0-1-1 0 0,1 1 0 0 0,-1-1 0 0 0,2 1 0 0 0,-1-1 1 0 0,1 0-1 0 0,4 8 0 0 0,-7-14-26 0 0,1-1-1 0 0,0 1 1 0 0,0 0 0 0 0,0-1 0 0 0,-1 1 0 0 0,1 0-1 0 0,0-1 1 0 0,0 1 0 0 0,0-1 0 0 0,0 0-1 0 0,0 1 1 0 0,0-1 0 0 0,0 0 0 0 0,0 1-1 0 0,0-1 1 0 0,0 0 0 0 0,0 0 0 0 0,0 0 0 0 0,0 0-1 0 0,0 0 1 0 0,0 0 0 0 0,0 0 0 0 0,0 0-1 0 0,0 0 1 0 0,0-1 0 0 0,2 0 0 0 0,26-9-943 0 0,-14 2-80 0 0,0 0 0 0 0,-1-1-1 0 0,0-1 1 0 0,0 0 0 0 0,-1-1 0 0 0,13-14-1 0 0,-3 0-1694 0 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8:35.0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 74 1880 0 0,'-140'20'8682'0'0,"172"-26"-8548"0"0,41-13 0 0 0,11-3-100 0 0,-9 5-351 0 0,45-8-4640 0 0,-92 20 1771 0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8:36.2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125 487 956 0 0,'-8'-41'3779'0'0,"8"34"-3109"0"0,-1 0-1 0 0,-1-1 1 0 0,-4-12-1 0 0,6 18-162 0 0,-2 4-415 0 0,-1 0 0 0 0,1 0 0 0 0,0 0 0 0 0,0 0 0 0 0,0 0 0 0 0,1 1 0 0 0,-1-1-1 0 0,0 0 1 0 0,1 1 0 0 0,0-1 0 0 0,-1 1 0 0 0,0 4 0 0 0,0-4-21 0 0,-14 30 258 0 0,2 1 0 0 0,1 1 0 0 0,1 0 1 0 0,-12 64-1 0 0,23-91-309 0 0,0 0 1 0 0,1 1 0 0 0,0-1 0 0 0,0 0-1 0 0,0 0 1 0 0,1 0 0 0 0,1 0 0 0 0,2 10-1 0 0,-4-17-18 0 0,1 0-1 0 0,-1 1 0 0 0,1-1 1 0 0,0 0-1 0 0,0 0 0 0 0,0 0 1 0 0,-1 0-1 0 0,1-1 0 0 0,0 1 1 0 0,0 0-1 0 0,0 0 0 0 0,0 0 1 0 0,0-1-1 0 0,0 1 0 0 0,1 0 1 0 0,-1-1-1 0 0,0 1 0 0 0,0-1 1 0 0,0 0-1 0 0,1 1 0 0 0,-1-1 1 0 0,0 0-1 0 0,0 0 0 0 0,1 0 1 0 0,-1 1-1 0 0,0-1 0 0 0,0-1 1 0 0,1 1-1 0 0,-1 0 0 0 0,0 0 1 0 0,1 0-1 0 0,1-1 0 0 0,3-1 1 0 0,1 1 0 0 0,-1-1 0 0 0,1-1-1 0 0,8-3 1 0 0,-5 0-18 0 0,0 0 0 0 0,-1 0 0 0 0,0-1 0 0 0,0-1 1 0 0,-1 1-1 0 0,0-1 0 0 0,0 0 0 0 0,-1-1 0 0 0,0 0 0 0 0,0 0 0 0 0,-1-1 0 0 0,0 1 1 0 0,-1-2-1 0 0,7-15 0 0 0,-7 13 9 0 0,-1 0 1 0 0,0 0-1 0 0,-1 0 1 0 0,0-1-1 0 0,-1 1 1 0 0,-1-1-1 0 0,0 0 0 0 0,-1 0 1 0 0,0 1-1 0 0,-1-1 1 0 0,-5-24-1 0 0,5 34 1 0 0,-1-1-1 0 0,0 0 0 0 0,0 1 0 0 0,0-1 1 0 0,0 1-1 0 0,-1 0 0 0 0,-6-8 0 0 0,5 10-2 0 0,1 1 8 0 0,0 0 1 0 0,0 0 0 0 0,1 1-1 0 0,-1-1 1 0 0,0 1-1 0 0,0 0 1 0 0,0 0-1 0 0,0 0 1 0 0,0 0-1 0 0,0 0 1 0 0,1 0-1 0 0,-1 1 1 0 0,0 0-1 0 0,0 0 1 0 0,0-1-1 0 0,1 1 1 0 0,-1 1-1 0 0,0-1 1 0 0,1 0-1 0 0,-1 1 1 0 0,1-1-1 0 0,0 1 1 0 0,-1 0-1 0 0,1 0 1 0 0,0 0-1 0 0,0 0 1 0 0,0 0-1 0 0,-2 4 1 0 0,-4 3 2 0 0,1-2 5 0 0,1 0 0 0 0,0 1 0 0 0,1 0 0 0 0,0 0 0 0 0,0 0 0 0 0,-4 12-1 0 0,7-17 3 0 0,1-1 1 0 0,-1 1-1 0 0,1 0 0 0 0,0 0 0 0 0,0 0 0 0 0,1 0 0 0 0,-1 0 0 0 0,1 0 0 0 0,-1 0 0 0 0,1 0 0 0 0,0 0 0 0 0,0 0 0 0 0,0 0 0 0 0,1 0 0 0 0,-1 0 0 0 0,1 0 0 0 0,0 0 0 0 0,-1 0 0 0 0,1 0 0 0 0,1 0 0 0 0,-1 0 0 0 0,0 0 0 0 0,3 3 0 0 0,-2-4-11 0 0,1 0 0 0 0,-1 0 0 0 0,1 0 0 0 0,0-1 0 0 0,-1 1 0 0 0,1-1 1 0 0,0 0-1 0 0,0 0 0 0 0,0 0 0 0 0,0 0 0 0 0,0 0 0 0 0,0-1 0 0 0,0 0 0 0 0,0 1 0 0 0,0-1 0 0 0,0 0 0 0 0,5-1 0 0 0,5 0-28 0 0,0 0 0 0 0,24-7 1 0 0,-12 1 16 0 0,-1-1 0 0 0,1-2 1 0 0,-1-1-1 0 0,-1 0 0 0 0,0-2 1 0 0,0 0-1 0 0,-2-2 1 0 0,0-1-1 0 0,0 0 0 0 0,-1-1 1 0 0,-2-1-1 0 0,0-1 0 0 0,19-25 1 0 0,-8 4 43 0 0,-1-2 1 0 0,-2-1 0 0 0,-2-1 0 0 0,-2-1-1 0 0,31-92 1 0 0,-52 135-23 0 0,-10 19-133 0 0,-8 28 152 0 0,-17 66 0 0 0,19-58 52 0 0,-122 497 1596 0 0,79-300-909 0 0,45-197-586 0 0,-160 572 1492 0 0,172-619-1620 0 0,-1 0 0 0 0,0 0 0 0 0,-1 0 0 0 0,1-1 0 0 0,-1 1 0 0 0,0-1 0 0 0,-1 0 0 0 0,1 0 0 0 0,-7 7 0 0 0,10-12-49 0 0,-1 1 0 0 0,1-1 0 0 0,-1 0-1 0 0,1 1 1 0 0,-1-1 0 0 0,0 1 0 0 0,1-1 0 0 0,-1 0 0 0 0,0 0 0 0 0,1 1 0 0 0,-1-1 0 0 0,0 0 0 0 0,1 0 0 0 0,-1 0 0 0 0,0 0-1 0 0,1 0 1 0 0,-1 0 0 0 0,0 0 0 0 0,1 0 0 0 0,-1 0 0 0 0,0 0 0 0 0,0 0 0 0 0,1 0 0 0 0,-1-1 0 0 0,0 1 0 0 0,0-1 0 0 0,0 1-4 0 0,-1-1 1 0 0,1 0 0 0 0,0 0 0 0 0,0-1-1 0 0,0 1 1 0 0,0 0 0 0 0,0 0 0 0 0,0 0-1 0 0,1-1 1 0 0,-1 1 0 0 0,-1-2 0 0 0,0-4-17 0 0,-1 0 1 0 0,1 1 0 0 0,-2-14 0 0 0,1-10-2 0 0,0-1 0 0 0,3 1 0 0 0,0 0 0 0 0,2-1 0 0 0,2 1 0 0 0,0 0 0 0 0,2 0 1 0 0,1 1-1 0 0,14-36 0 0 0,-10 34 6 0 0,2 0 0 0 0,2 1 1 0 0,0 1-1 0 0,2 1 0 0 0,2 0 1 0 0,0 1-1 0 0,1 0 0 0 0,31-28 0 0 0,-27 32 50 0 0,0 2-1 0 0,2 1 0 0 0,0 0 1 0 0,53-27-1 0 0,-58 37-714 0 0,0 1 0 0 0,39-12 0 0 0,-42 17-1294 0 0,-1 0 1 0 0,1 2-1 0 0,36-2 1 0 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8:37.6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13 694 948 0 0,'-9'10'3119'0'0,"8"-6"-2913"0"0,0-1 1 0 0,1 1-1 0 0,-1-1 0 0 0,1 1 0 0 0,0-1 1 0 0,0 1-1 0 0,0-1 0 0 0,1 1 1 0 0,-1-1-1 0 0,1 1 0 0 0,0-1 0 0 0,0 1 1 0 0,0-1-1 0 0,0 0 0 0 0,1 0 1 0 0,-1 1-1 0 0,3 2 0 0 0,0 0-101 0 0,-1-1 0 0 0,1 0-1 0 0,0-1 1 0 0,1 1-1 0 0,-1-1 1 0 0,1 0 0 0 0,0 0-1 0 0,10 7 1 0 0,-12-10-88 0 0,0 1 0 0 0,1-1 1 0 0,-1 0-1 0 0,0 0 0 0 0,1-1 0 0 0,-1 1 0 0 0,0-1 0 0 0,1 1 0 0 0,-1-1 1 0 0,1 0-1 0 0,-1 0 0 0 0,1-1 0 0 0,-1 1 0 0 0,1-1 0 0 0,-1 1 0 0 0,0-1 0 0 0,1 0 1 0 0,-1-1-1 0 0,5-1 0 0 0,6-4-25 0 0,-1 0 0 0 0,24-17 0 0 0,-20 11-5 0 0,-1-2-1 0 0,0 1 1 0 0,-1-2 0 0 0,0 0-1 0 0,-1-1 1 0 0,-1 0 0 0 0,-1-1-1 0 0,-1-1 1 0 0,0 0 0 0 0,13-34 0 0 0,-6 7-8 0 0,-3 0 0 0 0,-1-1 0 0 0,11-80 0 0 0,-16 52-28 0 0,0-116 0 0 0,-9 189 121 0 0,-3 6-60 0 0,1 0 0 0 0,1 0 1 0 0,-1 0-1 0 0,0 0 0 0 0,1 0 0 0 0,0 1 1 0 0,0-1-1 0 0,0 0 0 0 0,0 5 0 0 0,-2 7 34 0 0,-49 233 523 0 0,39-169-324 0 0,-2 94-1 0 0,14-153-198 0 0,2 1 0 0 0,3 29 0 0 0,-3-45-37 0 0,0 1 1 0 0,0-1-1 0 0,1 0 0 0 0,0 1 0 0 0,0-1 1 0 0,1 0-1 0 0,0 0 0 0 0,0-1 1 0 0,0 1-1 0 0,1-1 0 0 0,-1 1 0 0 0,7 5 1 0 0,-8-9-9 0 0,0 0 0 0 0,0 0 0 0 0,1 0 1 0 0,-1-1-1 0 0,1 1 0 0 0,-1-1 1 0 0,1 1-1 0 0,0-1 0 0 0,-1 0 0 0 0,1 0 1 0 0,0 0-1 0 0,0-1 0 0 0,0 1 0 0 0,6 0 1 0 0,-4-1-29 0 0,1 0 0 0 0,-1-1 0 0 0,1 1 0 0 0,-1-1 0 0 0,1 0 0 0 0,-1-1 0 0 0,9-2 0 0 0,-2-1-135 0 0,0-1-1 0 0,0-1 1 0 0,-1 1 0 0 0,0-2 0 0 0,20-16-1 0 0,-7 1-52 0 0,-2-2 0 0 0,0 0 0 0 0,-2-1 0 0 0,-1-1 0 0 0,-1-1 0 0 0,-1-1 0 0 0,-2 0 0 0 0,18-48 0 0 0,-6 1 261 0 0,-3-1-1 0 0,18-107 1 0 0,-28 93 640 0 0,-14 84-295 0 0,-5 13-266 0 0,-4 15 14 0 0,-96 452 1531 0 0,94-415-1533 0 0,-21 139 344 0 0,31-195-503 0 0,13-17-3 0 0,0-18-71 0 0,2 1 0 0 0,1 0 0 0 0,26-41 0 0 0,-33 61 85 0 0,1 0 0 0 0,0 0 1 0 0,1 0-1 0 0,0 1 0 0 0,1 1 0 0 0,0 0 0 0 0,1 0 0 0 0,0 1 0 0 0,0 1 0 0 0,20-11 1 0 0,-27 17 8 0 0,-1 0 1 0 0,1 0-1 0 0,-1 1 1 0 0,1 0 0 0 0,0-1-1 0 0,0 1 1 0 0,-1 1-1 0 0,1-1 1 0 0,0 1-1 0 0,0 0 1 0 0,0 0 0 0 0,0 0-1 0 0,0 1 1 0 0,0-1-1 0 0,0 1 1 0 0,-1 1 0 0 0,1-1-1 0 0,0 1 1 0 0,7 3-1 0 0,-8-3 5 0 0,-1 1 0 0 0,1-1 0 0 0,-1 1 0 0 0,0 0 0 0 0,0 0 0 0 0,0 0 0 0 0,0 0 0 0 0,0 0 0 0 0,-1 1 0 0 0,1-1 0 0 0,-1 1 0 0 0,0 0 0 0 0,0-1 0 0 0,-1 1 0 0 0,1 0 0 0 0,-1 0 0 0 0,1 0 0 0 0,-1 1-1 0 0,-1-1 1 0 0,1 0 0 0 0,-1 0 0 0 0,1 0 0 0 0,-1 5 0 0 0,-2 12 55 0 0,-1-1 0 0 0,0 0 0 0 0,-2 0 0 0 0,0 0 0 0 0,-1 0 0 0 0,-10 19 0 0 0,-6 27 28 0 0,21-65-85 0 0,1 0 1 0 0,-1 0 0 0 0,1-1 0 0 0,0 1 0 0 0,-1 0-1 0 0,1 0 1 0 0,0 0 0 0 0,0 0 0 0 0,0 0 0 0 0,0 0-1 0 0,0 0 1 0 0,0 0 0 0 0,0 0 0 0 0,0 0 0 0 0,0-1-1 0 0,0 1 1 0 0,0 0 0 0 0,1 0 0 0 0,-1 0 0 0 0,0 0-1 0 0,1 0 1 0 0,-1 0 0 0 0,0-1 0 0 0,1 1 0 0 0,-1 0-1 0 0,1 0 1 0 0,0 0 0 0 0,-1-1 0 0 0,1 1 0 0 0,0 0-1 0 0,-1-1 1 0 0,1 1 0 0 0,0-1 0 0 0,0 1 0 0 0,-1-1-1 0 0,1 1 1 0 0,0-1 0 0 0,0 1 0 0 0,0-1 0 0 0,0 0-1 0 0,-1 0 1 0 0,1 1 0 0 0,0-1 0 0 0,0 0 0 0 0,0 0-1 0 0,2 0 1 0 0,3 0-7 0 0,0 0-1 0 0,0 0 0 0 0,0-1 0 0 0,0 0 1 0 0,0 0-1 0 0,7-2 0 0 0,10-5-33 0 0,1-1 0 0 0,-1-1 1 0 0,-1-1-1 0 0,1-1 0 0 0,-2-1 0 0 0,29-22 0 0 0,-21 11 5 0 0,-1 0-1 0 0,0-2 1 0 0,38-49 0 0 0,-56 63 27 0 0,-1 0 0 0 0,0-1 0 0 0,0 0 0 0 0,-2 0 0 0 0,0 0 0 0 0,0-1 0 0 0,-1-1 0 0 0,5-17 0 0 0,-11 32 7 0 0,0-1-1 0 0,1 0 1 0 0,-1 1-1 0 0,0-1 1 0 0,0 0-1 0 0,1 0 1 0 0,-1 0-1 0 0,0 1 1 0 0,0-1 0 0 0,0 0-1 0 0,0 0 1 0 0,0 1-1 0 0,0-1 1 0 0,0 0-1 0 0,-1 0 1 0 0,1 0-1 0 0,0 1 1 0 0,0-1-1 0 0,0 0 1 0 0,-1 0-1 0 0,1 1 1 0 0,0-1-1 0 0,-1 0 1 0 0,1 1-1 0 0,-1-1 1 0 0,1 0-1 0 0,-1 1 1 0 0,1-1 0 0 0,-1 1-1 0 0,-1-2 1 0 0,2 2-1 0 0,-1 0 1 0 0,0 0 0 0 0,0-1 0 0 0,1 1 0 0 0,-1 0-1 0 0,0 0 1 0 0,0 0 0 0 0,1 0 0 0 0,-1 0-1 0 0,0 0 1 0 0,0 1 0 0 0,1-1 0 0 0,-1 0 0 0 0,0 0-1 0 0,1 0 1 0 0,-1 1 0 0 0,0-1 0 0 0,-1 1 0 0 0,-8 7 53 0 0,0 1 1 0 0,0 0-1 0 0,0 0 1 0 0,1 1-1 0 0,1 0 1 0 0,0 0-1 0 0,0 1 1 0 0,1 1-1 0 0,-11 21 1 0 0,11-18 18 0 0,1 0 0 0 0,1 0 1 0 0,0 0-1 0 0,0 1 0 0 0,2 0 1 0 0,0 0-1 0 0,-1 31 0 0 0,4-42-67 0 0,0-1 1 0 0,0 0-1 0 0,0 1 0 0 0,1-1 0 0 0,0 0 0 0 0,0 1 1 0 0,0-1-1 0 0,0 0 0 0 0,1 0 0 0 0,0 0 1 0 0,-1 0-1 0 0,2 0 0 0 0,-1 0 0 0 0,0 0 0 0 0,1-1 1 0 0,5 7-1 0 0,-4-7 10 0 0,0 0 0 0 0,0 0 0 0 0,0 0 1 0 0,1 0-1 0 0,-1-1 0 0 0,1 1 0 0 0,0-1 0 0 0,0-1 1 0 0,0 1-1 0 0,0 0 0 0 0,0-1 0 0 0,7 1 0 0 0,1-1-357 0 0,0-1 0 0 0,0 0-1 0 0,0 0 1 0 0,0-2 0 0 0,0 1-1 0 0,0-2 1 0 0,0 1-1 0 0,-1-2 1 0 0,1 0 0 0 0,17-8-1 0 0,-3-3-2172 0 0,-2 0-667 0 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8:37.8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158 164 268 0 0,'-136'-3'7830'0'0,"135"3"-7774"0"0,0 0-1 0 0,-1 0 1 0 0,1 0 0 0 0,0 0-1 0 0,0 0 1 0 0,0 0 0 0 0,0 0-1 0 0,0-1 1 0 0,0 1 0 0 0,-1 0 0 0 0,1 0-1 0 0,0-1 1 0 0,0 1 0 0 0,0-1-1 0 0,0 1 1 0 0,0-1 0 0 0,-1-1-1 0 0,1 2-41 0 0,1-1 1 0 0,0 1-1 0 0,0-1 0 0 0,0 1 0 0 0,0-1 0 0 0,0 1 0 0 0,0-1 0 0 0,0 1 0 0 0,0-1 1 0 0,0 1-1 0 0,0-1 0 0 0,0 1 0 0 0,1 0 0 0 0,-1-1 0 0 0,0 1 0 0 0,0-1 1 0 0,0 1-1 0 0,0-1 0 0 0,1 1 0 0 0,-1 0 0 0 0,0-1 0 0 0,1 1 0 0 0,-1-1 0 0 0,0 1 1 0 0,1 0-1 0 0,0-1 0 0 0,27-21 199 0 0,-1 8-206 0 0,0 1 0 0 0,1 2 0 0 0,39-12-1 0 0,91-15-3032 0 0,-119 30 1393 0 0,16-5-1026 0 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8:38.7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51 445 860 0 0,'-2'1'1149'0'0,"-1"1"-826"0"0,-31 26 3421 0 0,27-21-3148 0 0,3-2 610 0 0,17-10-725 0 0,6-5-460 0 0,-1 0 1 0 0,-1-1 0 0 0,0-1-1 0 0,-1-1 1 0 0,0 0 0 0 0,0-1-1 0 0,18-23 1 0 0,2-6-37 0 0,46-74 1 0 0,-70 98 9 0 0,-1-1 1 0 0,-1 0 0 0 0,-1 0 0 0 0,0-1-1 0 0,-2 0 1 0 0,8-34 0 0 0,-15 54 3 0 0,0 0 0 0 0,1 0 0 0 0,-1 0 0 0 0,0-1 0 0 0,0 1 0 0 0,0 0 0 0 0,0 0 0 0 0,0-1 0 0 0,0 1 0 0 0,0 0 0 0 0,0 0 0 0 0,-1 0 0 0 0,1-1 0 0 0,0 1 1 0 0,-1 0-1 0 0,1 0 0 0 0,-2-2 0 0 0,2 2 1 0 0,-1 1 0 0 0,1 0 1 0 0,-1-1-1 0 0,0 1 0 0 0,1 0 1 0 0,-1-1-1 0 0,1 1 1 0 0,-1 0-1 0 0,0 0 0 0 0,1 0 1 0 0,-1 0-1 0 0,0-1 0 0 0,1 1 1 0 0,-1 0-1 0 0,0 0 0 0 0,1 0 1 0 0,-1 0-1 0 0,0 0 1 0 0,1 1-1 0 0,-1-1 0 0 0,1 0 1 0 0,-1 0-1 0 0,-1 1 0 0 0,-3 1-4 0 0,-1 0 0 0 0,0 1 0 0 0,1 0 0 0 0,-1 1 0 0 0,-6 4 0 0 0,9-6 5 0 0,0 1 0 0 0,-1 0 0 0 0,1-1 0 0 0,0 1 1 0 0,0 0-1 0 0,1 1 0 0 0,-1-1 0 0 0,1 0 0 0 0,-1 1 0 0 0,1-1 0 0 0,0 1 0 0 0,0 0 0 0 0,1 0 0 0 0,-1 0 0 0 0,1 0 0 0 0,0 0 0 0 0,0 0 1 0 0,0 0-1 0 0,1 0 0 0 0,-1 0 0 0 0,1 9 0 0 0,1-8 3 0 0,0 1 0 0 0,0 0 0 0 0,0 0 0 0 0,1-1 0 0 0,0 1 0 0 0,0-1 0 0 0,1 0 0 0 0,-1 1 0 0 0,1-1 0 0 0,0 0 0 0 0,1 0 0 0 0,-1-1 0 0 0,1 1 0 0 0,0-1-1 0 0,6 5 1 0 0,12 10 25 0 0,27 17 0 0 0,-28-21 55 0 0,38 33 0 0 0,-58-46-25 0 0,1-1 1 0 0,-1 0-1 0 0,0 1 1 0 0,1-1-1 0 0,-1 0 1 0 0,0 1-1 0 0,0 0 0 0 0,0-1 1 0 0,0 1-1 0 0,0 0 1 0 0,0-1-1 0 0,0 1 1 0 0,0 0-1 0 0,-1 0 1 0 0,1 0-1 0 0,-1 0 1 0 0,0 0-1 0 0,1 0 1 0 0,-1-1-1 0 0,0 1 0 0 0,0 0 1 0 0,0 0-1 0 0,0 0 1 0 0,0 0-1 0 0,-1 0 1 0 0,1 0-1 0 0,-1 0 1 0 0,1 0-1 0 0,-1 0 1 0 0,0-1-1 0 0,-1 4 0 0 0,-1-1 58 0 0,-1 1 0 0 0,1-1 0 0 0,-1 0 0 0 0,0 0 0 0 0,-1-1-1 0 0,1 1 1 0 0,-1-1 0 0 0,1 0 0 0 0,-10 5 0 0 0,3-4-63 0 0,1 1 1 0 0,0-1 0 0 0,-1-1 0 0 0,0 0-1 0 0,0 0 1 0 0,0-1 0 0 0,0-1-1 0 0,0 0 1 0 0,0 0 0 0 0,0-1 0 0 0,0 0-1 0 0,-1-1 1 0 0,1-1 0 0 0,-13-3-1 0 0,22 5-88 0 0,1 0 0 0 0,0 0 0 0 0,-1-1 0 0 0,1 1 0 0 0,-1-1 0 0 0,1 1 0 0 0,0-1 0 0 0,-1 1 0 0 0,1-1 0 0 0,0 0 0 0 0,0 0-1 0 0,0 0 1 0 0,-1 1 0 0 0,1-1 0 0 0,0 0 0 0 0,0-1 0 0 0,0 1 0 0 0,1 0 0 0 0,-2-2 0 0 0,1 2-51 0 0,1 0 0 0 0,0 0 0 0 0,0 0 0 0 0,0 0 0 0 0,0 0 0 0 0,0-1 0 0 0,0 1 1 0 0,0 0-1 0 0,0 0 0 0 0,0 0 0 0 0,0 0 0 0 0,1 0 0 0 0,-1 0 0 0 0,0 0 0 0 0,1 0 0 0 0,-1 0 1 0 0,1 0-1 0 0,-1 0 0 0 0,2-1 0 0 0,3-5-960 0 0,0 1 0 0 0,0 0 1 0 0,1 0-1 0 0,12-10 0 0 0,-17 16 928 0 0,14-12-2403 0 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8:39.9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81 407 4 0 0,'9'-23'6801'0'0,"-11"12"-4940"0"0,-3 9-666 0 0,4 3-1096 0 0,-1 0 0 0 0,0 0 0 0 0,1 1 0 0 0,-1-1 0 0 0,1 0 0 0 0,0 1 0 0 0,-1-1 1 0 0,1 1-1 0 0,-1 2 0 0 0,-27 46 467 0 0,22-35-414 0 0,0 1 0 0 0,1 1-1 0 0,-6 28 1 0 0,10-38-133 0 0,0 0 1 0 0,1 1-1 0 0,1-1 0 0 0,-1 1 0 0 0,1-1 0 0 0,0 1 1 0 0,1-1-1 0 0,0 0 0 0 0,0 1 0 0 0,0-1 1 0 0,4 9-1 0 0,-4-13-14 0 0,1 0-1 0 0,-1 0 1 0 0,1 0 0 0 0,0-1 0 0 0,0 1-1 0 0,0 0 1 0 0,1-1 0 0 0,-1 0 0 0 0,0 1-1 0 0,1-1 1 0 0,0 0 0 0 0,-1 0 0 0 0,1 0-1 0 0,0-1 1 0 0,0 1 0 0 0,0-1 0 0 0,0 1-1 0 0,1-1 1 0 0,-1 0 0 0 0,0 0 0 0 0,0-1-1 0 0,1 1 1 0 0,-1-1 0 0 0,5 1 0 0 0,0-1-10 0 0,1 0 0 0 0,-1-1 0 0 0,0 0 0 0 0,1 0 0 0 0,-1 0 1 0 0,0-1-1 0 0,0-1 0 0 0,15-5 0 0 0,-14 3-14 0 0,0 0 0 0 0,0-1 0 0 0,-1 1 0 0 0,0-2 0 0 0,0 1 0 0 0,-1-1 0 0 0,0 0 1 0 0,0-1-1 0 0,0 0 0 0 0,-1 0 0 0 0,0 0 0 0 0,-1-1 0 0 0,0 0 0 0 0,0 0 0 0 0,-1 0 0 0 0,0-1 0 0 0,4-13 0 0 0,-3 7 7 0 0,-2 0 1 0 0,1 0-1 0 0,-2-1 0 0 0,0 1 1 0 0,-1-1-1 0 0,-1 1 0 0 0,0-1 1 0 0,-1 0-1 0 0,-1 1 0 0 0,-4-18 1 0 0,-8-7-6 0 0,13 39 15 0 0,-1-1 0 0 0,1 1-1 0 0,0 0 1 0 0,-1-1 0 0 0,1 1-1 0 0,-1 0 1 0 0,0 0-1 0 0,1 0 1 0 0,-1 0 0 0 0,0 1-1 0 0,0-1 1 0 0,0 0 0 0 0,-1 1-1 0 0,-1-2 1 0 0,-9 1 6 0 0,7 2-2 0 0,0 1 0 0 0,1 0-1 0 0,-1 1 1 0 0,0-1-1 0 0,1 1 1 0 0,-1 0 0 0 0,1 1-1 0 0,0-1 1 0 0,0 1 0 0 0,0 0-1 0 0,0 0 1 0 0,0 1-1 0 0,1-1 1 0 0,-1 1 0 0 0,1 0-1 0 0,0 0 1 0 0,0 1-1 0 0,1-1 1 0 0,-1 1 0 0 0,-4 9-1 0 0,1-3 16 0 0,1 0 0 0 0,1 0 0 0 0,0 0 0 0 0,0 1-1 0 0,1-1 1 0 0,1 1 0 0 0,0 0 0 0 0,0 1 0 0 0,0 12-1 0 0,2-21-11 0 0,1 0 0 0 0,0-1-1 0 0,0 1 1 0 0,1 0-1 0 0,-1 0 1 0 0,1-1-1 0 0,0 1 1 0 0,-1 0 0 0 0,2-1-1 0 0,-1 1 1 0 0,0-1-1 0 0,1 0 1 0 0,0 1 0 0 0,-1-1-1 0 0,1 0 1 0 0,0 0-1 0 0,1 0 1 0 0,-1 0-1 0 0,1 0 1 0 0,-1 0 0 0 0,1-1-1 0 0,0 1 1 0 0,0-1-1 0 0,0 0 1 0 0,0 0-1 0 0,0 0 1 0 0,1 0 0 0 0,-1-1-1 0 0,0 1 1 0 0,1-1-1 0 0,0 0 1 0 0,4 1 0 0 0,3 1-64 0 0,-1-2 1 0 0,1 1 0 0 0,0-2-1 0 0,-1 1 1 0 0,1-1 0 0 0,0-1 0 0 0,-1 0-1 0 0,1 0 1 0 0,0-1 0 0 0,13-5-1 0 0,-6 1-138 0 0,-1-1 0 0 0,1 0-1 0 0,-1-2 1 0 0,0 0 0 0 0,-1-1-1 0 0,0 0 1 0 0,-1-2 0 0 0,0 0-1 0 0,-1 0 1 0 0,23-25 0 0 0,-16 11 48 0 0,-1-1 0 0 0,-2-1 1 0 0,0 0-1 0 0,-2-2 0 0 0,16-39 0 0 0,-18 38 155 0 0,-1-1 0 0 0,-2-1 0 0 0,9-43 0 0 0,-20 65 522 0 0,-8 17-321 0 0,-6 21 59 0 0,-98 310 1243 0 0,104-311-1434 0 0,-27 118 372 0 0,32-125-414 0 0,0 0 1 0 0,2 0-1 0 0,0 0 0 0 0,2 0 1 0 0,3 32-1 0 0,-3-49-41 0 0,-1 1 0 0 0,0 0-1 0 0,1-1 1 0 0,-1 1 0 0 0,1 0-1 0 0,0-1 1 0 0,0 1 0 0 0,0-1 0 0 0,0 1-1 0 0,0-1 1 0 0,1 0 0 0 0,-1 0 0 0 0,1 1-1 0 0,0-1 1 0 0,-1 0 0 0 0,1 0-1 0 0,0 0 1 0 0,0-1 0 0 0,0 1 0 0 0,0 0-1 0 0,1-1 1 0 0,-1 1 0 0 0,0-1 0 0 0,1 0-1 0 0,-1 0 1 0 0,1 0 0 0 0,-1 0-1 0 0,1 0 1 0 0,-1 0 0 0 0,1-1 0 0 0,0 0-1 0 0,-1 1 1 0 0,1-1 0 0 0,0 0 0 0 0,-1 0-1 0 0,1 0 1 0 0,0 0 0 0 0,-1-1 0 0 0,1 1-1 0 0,0-1 1 0 0,2-1 0 0 0,8-1-250 0 0,1-2 0 0 0,-1 0 0 0 0,0-1 1 0 0,-1 0-1 0 0,1-1 0 0 0,17-13 1 0 0,-15 9 239 0 0,0 0 1 0 0,-1-2 0 0 0,-1 0-1 0 0,0 0 1 0 0,0-2 0 0 0,-1 1 0 0 0,-1-1-1 0 0,-1-1 1 0 0,0 0 0 0 0,-1-1-1 0 0,-1 1 1 0 0,10-28 0 0 0,-18 42 509 0 0,-8 40-75 0 0,4-24-364 0 0,-1 5 73 0 0,-4 36 0 0 0,8-50-107 0 0,1-1-1 0 0,-1 1 0 0 0,1 0 0 0 0,1-1 0 0 0,-1 1 0 0 0,1 0 0 0 0,0-1 0 0 0,0 1 0 0 0,0-1 0 0 0,0 1 0 0 0,1-1 0 0 0,0 1 0 0 0,3 5 0 0 0,-4-8-12 0 0,1 0-1 0 0,0 0 0 0 0,-1 0 0 0 0,1 0 1 0 0,0 0-1 0 0,0-1 0 0 0,0 1 0 0 0,1 0 1 0 0,-1-1-1 0 0,0 0 0 0 0,1 1 0 0 0,-1-1 1 0 0,1 0-1 0 0,-1 0 0 0 0,5 1 1 0 0,-1-1-44 0 0,-1-1 0 0 0,0 1 1 0 0,1-1-1 0 0,-1 0 0 0 0,1 0 1 0 0,-1-1-1 0 0,8-1 0 0 0,1-1-278 0 0,-1-1 0 0 0,0 0-1 0 0,0-1 1 0 0,0-1 0 0 0,15-9-1 0 0,-15 7 247 0 0,-1-1 0 0 0,-1 0 0 0 0,0 0 0 0 0,0-1 0 0 0,-1-1 0 0 0,0 0 0 0 0,-1 0 0 0 0,0-1 0 0 0,-1 0 0 0 0,0 0 0 0 0,-1-1 0 0 0,0 0 0 0 0,-1 0 0 0 0,-1-1 0 0 0,0 0 0 0 0,4-22 0 0 0,-8 34 119 0 0,-1 0 1 0 0,1 1 0 0 0,-1-1 0 0 0,0 0-1 0 0,0 0 1 0 0,1 0 0 0 0,-1 0-1 0 0,-1 0 1 0 0,1 0 0 0 0,0 1-1 0 0,0-1 1 0 0,-1 0 0 0 0,1 0 0 0 0,-1 0-1 0 0,0 0 1 0 0,1 1 0 0 0,-1-1-1 0 0,0 0 1 0 0,-1-1 0 0 0,1 2 112 0 0,-15 6 383 0 0,9 2-437 0 0,-1 1-1 0 0,2 0 1 0 0,-1 1-1 0 0,1 0 1 0 0,1 0-1 0 0,-1 0 1 0 0,1 0-1 0 0,-4 12 1 0 0,1 1 42 0 0,0 0 1 0 0,-7 41 0 0 0,13-58-141 0 0,2-1 0 0 0,-1 1 0 0 0,1 0 0 0 0,-1 0 0 0 0,1 0 0 0 0,0-1 0 0 0,1 1 0 0 0,-1 0 0 0 0,1 0 0 0 0,0 0 0 0 0,1-1 0 0 0,-1 1 0 0 0,1 0 0 0 0,-1-1 0 0 0,4 6 0 0 0,-3-9-39 0 0,-1 0-1 0 0,0 0 1 0 0,1 0-1 0 0,-1 0 1 0 0,1 0-1 0 0,-1 0 1 0 0,1 0-1 0 0,0-1 1 0 0,-1 1-1 0 0,1 0 1 0 0,0-1 0 0 0,-1 0-1 0 0,1 1 1 0 0,0-1-1 0 0,-1 0 1 0 0,1 0-1 0 0,3 0 1 0 0,28-3-874 0 0,-26 1 296 0 0,-1 1 1 0 0,1-1-1 0 0,0-1 1 0 0,0 1-1 0 0,-1-1 1 0 0,11-7-1 0 0,5-3-2096 0 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8:40.2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181 52 764 0 0,'0'-3'439'0'0,"1"-1"0"0"0,-1 0 0 0 0,0 0 0 0 0,0 1 0 0 0,0-1 0 0 0,0 0 0 0 0,0 0 0 0 0,-1 1 0 0 0,0-1 0 0 0,0 0 0 0 0,-2-5 0 0 0,2 8-3 0 0,-9 10 347 0 0,5-3-621 0 0,0 1 0 0 0,1 1 1 0 0,0-1-1 0 0,1 1 1 0 0,-1-1-1 0 0,1 1 0 0 0,1 0 1 0 0,-3 15-1 0 0,-3 5 127 0 0,-67 294 1070 0 0,69-289-1349 0 0,-9 40 75 0 0,3 0 1 0 0,-2 98-1 0 0,14-168-350 0 0,0-1 0 0 0,0 1 0 0 0,0 0-1 0 0,1-1 1 0 0,-1 1 0 0 0,1 0 0 0 0,-1-1-1 0 0,1 1 1 0 0,0-1 0 0 0,0 1 0 0 0,0-1 0 0 0,0 0-1 0 0,1 1 1 0 0,-1-1 0 0 0,1 0 0 0 0,-1 0-1 0 0,1 0 1 0 0,0 0 0 0 0,-1 0 0 0 0,5 3-1 0 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8:40.4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32 1760 0 0,'0'-2'68'0'0,"5"-28"8300"0"0,-11 46-8009 0 0,-17 42 589 0 0,12-33-843 0 0,2 1 0 0 0,0 0 0 0 0,2 0 0 0 0,-8 54 0 0 0,16-49-1728 0 0,6-19-2895 0 0,2-5 1035 0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8:41.2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39 191 2020 0 0,'9'-21'3432'0'0,"-7"14"-812"0"0,-7 15-356 0 0,-4 12-1683 0 0,0 1 0 0 0,-7 26 0 0 0,13-38-524 0 0,1 1 1 0 0,0 0-1 0 0,0 0 1 0 0,1 0-1 0 0,0 0 1 0 0,1 0 0 0 0,1 14-1 0 0,0-21-47 0 0,-1 0 0 0 0,0 0 0 0 0,1 0 0 0 0,0 0 0 0 0,0 0-1 0 0,0 0 1 0 0,0-1 0 0 0,0 1 0 0 0,1 0 0 0 0,-1-1 0 0 0,1 1 0 0 0,-1-1 0 0 0,3 3 0 0 0,-2-4-7 0 0,0 1 1 0 0,0-1-1 0 0,1 0 1 0 0,-1 0-1 0 0,0 0 1 0 0,0 0-1 0 0,0 0 1 0 0,1-1-1 0 0,-1 1 1 0 0,0-1-1 0 0,1 1 1 0 0,-1-1-1 0 0,1 0 1 0 0,-1 0-1 0 0,0 0 1 0 0,4 0-1 0 0,4-1-15 0 0,0-1-1 0 0,0 0 1 0 0,0 0-1 0 0,-1-1 1 0 0,1 0-1 0 0,-1-1 1 0 0,0 0-1 0 0,0-1 1 0 0,0 1 0 0 0,0-2-1 0 0,-1 1 1 0 0,11-10-1 0 0,-14 11-4 0 0,1-1 1 0 0,-2 1-1 0 0,1-1 0 0 0,-1 0 0 0 0,1 0 0 0 0,-1 0 1 0 0,-1-1-1 0 0,1 0 0 0 0,-1 1 0 0 0,0-1 0 0 0,0 0 1 0 0,-1-1-1 0 0,1 1 0 0 0,-2 0 0 0 0,1-1 0 0 0,-1 1 1 0 0,1-1-1 0 0,-2 1 0 0 0,1-10 0 0 0,-3 6 8 0 0,0-1-1 0 0,-1 1 1 0 0,0 0-1 0 0,0 0 1 0 0,-1 0-1 0 0,-1 1 1 0 0,0-1-1 0 0,0 1 1 0 0,-10-14 0 0 0,5 9 22 0 0,10 13-13 0 0,-1 0 0 0 0,1 0 0 0 0,-1 0 0 0 0,1 0 0 0 0,0 0 1 0 0,-1 0-1 0 0,1 0 0 0 0,0 0 0 0 0,0 0 0 0 0,0 0 0 0 0,0 0 0 0 0,0 0 1 0 0,0 0-1 0 0,0 0 0 0 0,0 0 0 0 0,0 0 0 0 0,0 0 0 0 0,0 0 0 0 0,1 0 0 0 0,-1 0 1 0 0,0 0-1 0 0,1 0 0 0 0,-1 0 0 0 0,2-2 0 0 0,0 1-3 0 0,0-1 0 0 0,0 1 0 0 0,1 0-1 0 0,-1 0 1 0 0,0 0 0 0 0,1 0 0 0 0,0 0 0 0 0,-1 0 0 0 0,1 1 0 0 0,0 0-1 0 0,0-1 1 0 0,0 1 0 0 0,0 0 0 0 0,0 0 0 0 0,0 1 0 0 0,0-1-1 0 0,6 0 1 0 0,-1 0 9 0 0,0 0-8 0 0,0 0-1 0 0,0 1 1 0 0,0 0 0 0 0,0 0-1 0 0,0 1 1 0 0,0 0 0 0 0,0 0 0 0 0,0 1-1 0 0,0 0 1 0 0,0 0 0 0 0,13 7-1 0 0,-12-5 9 0 0,-1 0-1 0 0,-1 1 1 0 0,1 0-1 0 0,-1 0 1 0 0,0 0-1 0 0,0 1 1 0 0,0 0-1 0 0,-1 1 0 0 0,0 0 1 0 0,0 0-1 0 0,-1 0 1 0 0,1 0-1 0 0,-2 1 1 0 0,1 0-1 0 0,-1 0 1 0 0,4 13-1 0 0,-4-11 24 0 0,-1 0 0 0 0,0 1 0 0 0,-1-1-1 0 0,0 1 1 0 0,-1-1 0 0 0,0 1 0 0 0,-1 0 0 0 0,0-1-1 0 0,-1 1 1 0 0,0 0 0 0 0,0-1 0 0 0,-1 1 0 0 0,-5 13-1 0 0,7-22-38 0 0,-2 0 34 0 0,-6 2-69 0 0,8-4 43 0 0,0 0-1 0 0,0-1 1 0 0,-1 1-1 0 0,1 0 1 0 0,0 0-1 0 0,0-1 1 0 0,0 1-1 0 0,0 0 1 0 0,0-1-1 0 0,-1 1 0 0 0,1 0 1 0 0,0 0-1 0 0,0-1 1 0 0,0 1-1 0 0,0 0 1 0 0,0-1-1 0 0,0 1 1 0 0,0 0-1 0 0,0 0 1 0 0,0-1-1 0 0,0 1 1 0 0,0 0-1 0 0,0-1 1 0 0,0 1-1 0 0,0 0 1 0 0,0-1-1 0 0,0 1 1 0 0,1 0-1 0 0,-1 0 1 0 0,0-1-1 0 0,0 1 1 0 0,0 0-1 0 0,0 0 1 0 0,0-1-1 0 0,1 1 1 0 0,-1 0-1 0 0,0 0 1 0 0,1-1-1 0 0,12-29-28 0 0,2 0 0 0 0,2 0 0 0 0,0 2-1 0 0,2 0 1 0 0,1 1 0 0 0,1 1 0 0 0,30-29 0 0 0,-41 46 22 0 0,-1 0 0 0 0,1 0-1 0 0,1 1 1 0 0,-1 0 0 0 0,1 1 0 0 0,1 1 0 0 0,-1 0 0 0 0,1 0 0 0 0,20-6-1 0 0,-31 11 14 0 0,1 1-1 0 0,-1-1 1 0 0,1 1-1 0 0,-1 0 0 0 0,1 0 1 0 0,-1 0-1 0 0,1-1 0 0 0,-1 1 1 0 0,1 1-1 0 0,-1-1 0 0 0,1 0 1 0 0,-1 0-1 0 0,1 1 0 0 0,-1-1 1 0 0,1 0-1 0 0,-1 1 0 0 0,1 0 1 0 0,-1-1-1 0 0,0 1 1 0 0,1 0-1 0 0,-1 0 0 0 0,2 1 1 0 0,-1 0 38 0 0,-1 0 1 0 0,0-1 0 0 0,0 1-1 0 0,1 0 1 0 0,-1 0 0 0 0,-1 0-1 0 0,1 1 1 0 0,0-1 0 0 0,0 0-1 0 0,-1 0 1 0 0,1 0 0 0 0,-1 0-1 0 0,0 4 1 0 0,1 3 138 0 0,-1 0-1 0 0,-1-1 1 0 0,0 1-1 0 0,0-1 1 0 0,-1 1-1 0 0,-3 12 1 0 0,-41 104 687 0 0,32-84-747 0 0,14-39-90 0 0,3-2-28 0 0,0 1 0 0 0,0-1 0 0 0,0 0-1 0 0,0 0 1 0 0,0 0 0 0 0,0-1 0 0 0,0 1-1 0 0,0-1 1 0 0,-1 0 0 0 0,1 1-1 0 0,0-1 1 0 0,0-1 0 0 0,0 1 0 0 0,-1 0-1 0 0,1-1 1 0 0,0 1 0 0 0,-1-1 0 0 0,1 0-1 0 0,3-3 1 0 0,2-2-436 0 0,-1 0-1 0 0,1-1 1 0 0,-1 1 0 0 0,11-17 0 0 0,-13 16-1011 0 0,-1 0 1 0 0,0 0 0 0 0,5-11 0 0 0,-4 0-3336 0 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8:41.4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19 1292 0 0,'-23'-2'1576'0'0,"6"1"-336"0"0,2-1 541 0 0,-7 0-665 0 0,1-1-476 0 0,4 1-272 0 0,1 2-416 0 0,-1-3-2116 0 0,3-1-1233 0 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8:41.6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40 764 0 0,'-94'30'7226'0'0,"83"-24"-6331"0"0,11-2-171 0 0,1-3-693 0 0,0 0 1 0 0,0-1 0 0 0,0 1-1 0 0,0-1 1 0 0,0 0 0 0 0,0 1 0 0 0,0-1-1 0 0,1 0 1 0 0,-1 0 0 0 0,0 0-1 0 0,0 1 1 0 0,0-1 0 0 0,1 0 0 0 0,1-1-1 0 0,258-36 686 0 0,1-1-4054 0 0,-221 34 1058 0 0,3 0-502 0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8:43.9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50 311 1340 0 0,'-1'-1'167'0'0,"0"1"-1"0"0,0-1 0 0 0,1 1 1 0 0,-1 0-1 0 0,0-1 0 0 0,0 1 1 0 0,0 0-1 0 0,0 0 1 0 0,0 0-1 0 0,0 0 0 0 0,0 0 1 0 0,0 0-1 0 0,0 0 1 0 0,0 0-1 0 0,1 0 0 0 0,-1 0 1 0 0,0 0-1 0 0,0 0 1 0 0,0 1-1 0 0,0-1 0 0 0,0 0 1 0 0,0 1-1 0 0,1-1 1 0 0,-1 1-1 0 0,0-1 0 0 0,0 1 1 0 0,0-1-1 0 0,0 2 0 0 0,-1 0-39 0 0,0 0 0 0 0,1 0 0 0 0,-1 1-1 0 0,0-1 1 0 0,1 0 0 0 0,0 1 0 0 0,-1 0-1 0 0,1-1 1 0 0,-1 5 0 0 0,0 0-79 0 0,0 0 0 0 0,1 0 0 0 0,0 1 0 0 0,0-1 1 0 0,1 0-1 0 0,0 0 0 0 0,1 10 0 0 0,-1-15-31 0 0,0 0-1 0 0,0 0 1 0 0,0-1-1 0 0,1 1 1 0 0,-1 0 0 0 0,1 0-1 0 0,-1 0 1 0 0,1-1-1 0 0,0 1 1 0 0,0 0-1 0 0,0-1 1 0 0,0 1 0 0 0,0 0-1 0 0,0-1 1 0 0,0 1-1 0 0,0-1 1 0 0,0 0 0 0 0,1 1-1 0 0,-1-1 1 0 0,1 0-1 0 0,-1 0 1 0 0,1 0-1 0 0,-1 0 1 0 0,1 0 0 0 0,0 0-1 0 0,0 0 1 0 0,-1-1-1 0 0,1 1 1 0 0,0-1 0 0 0,0 1-1 0 0,0-1 1 0 0,0 0-1 0 0,-1 1 1 0 0,1-1-1 0 0,0 0 1 0 0,0 0 0 0 0,0 0-1 0 0,2-1 1 0 0,12-2-20 0 0,0-1 0 0 0,0 0 1 0 0,0-1-1 0 0,-1-1 1 0 0,1 0-1 0 0,-1-1 0 0 0,-1-1 1 0 0,1 0-1 0 0,-2-1 0 0 0,1-1 1 0 0,-1 0-1 0 0,0-1 0 0 0,19-21 1 0 0,-13 10-14 0 0,0 0 1 0 0,-2-2-1 0 0,0 0 1 0 0,-2-1-1 0 0,-1-1 1 0 0,-1 0 0 0 0,12-32-1 0 0,-18 33 225 0 0,6-28 1 0 0,-10 39-31 0 0,-2 6-27 0 0,-7 16-105 0 0,-6 19-20 0 0,-5 20 54 0 0,3 0 0 0 0,1 1 0 0 0,3 1 0 0 0,-5 68 1 0 0,14-110-116 0 0,1 1 1 0 0,0-1-1 0 0,1 1 1 0 0,0-1-1 0 0,0 1 0 0 0,2 7 1 0 0,-2-12-256 0 0,0-1 1 0 0,0 1-1 0 0,1 0 0 0 0,-1 0 0 0 0,1-1 1 0 0,-1 1-1 0 0,1 0 0 0 0,0-1 1 0 0,0 0-1 0 0,0 1 0 0 0,0-1 1 0 0,0 0-1 0 0,0 0 0 0 0,1 0 0 0 0,-1 0 1 0 0,6 2-1 0 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8:44.4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52 1112 0 0,'0'-52'7127'0'0,"-10"83"-6584"0"0,3-17-399 0 0,-25 105 295 0 0,20-71-241 0 0,-21 55 1 0 0,26-79-24 0 0,6-16-43 0 0,5-13 15 0 0,12-26-223 0 0,2 0 0 0 0,32-43 1 0 0,-39 60 66 0 0,0 1 1 0 0,0 1 0 0 0,1 0-1 0 0,1 0 1 0 0,0 2 0 0 0,0-1 0 0 0,22-11-1 0 0,-32 20 14 0 0,-1 1-1 0 0,1 0 0 0 0,-1-1 0 0 0,1 1 1 0 0,0 0-1 0 0,0 1 0 0 0,-1-1 1 0 0,1 0-1 0 0,0 1 0 0 0,0-1 1 0 0,0 1-1 0 0,-1 0 0 0 0,1 0 0 0 0,0 0 1 0 0,0 0-1 0 0,0 1 0 0 0,0-1 1 0 0,-1 1-1 0 0,1 0 0 0 0,5 2 1 0 0,-6-2 23 0 0,1 1 1 0 0,-1 0 0 0 0,0 0-1 0 0,1 0 1 0 0,-1 0-1 0 0,0 0 1 0 0,0 1 0 0 0,0-1-1 0 0,0 1 1 0 0,-1 0 0 0 0,1-1-1 0 0,-1 1 1 0 0,1 0 0 0 0,-1 0-1 0 0,0 0 1 0 0,0 0 0 0 0,-1 0-1 0 0,1 0 1 0 0,0 3 0 0 0,1 11 122 0 0,-2 0 1 0 0,0-1-1 0 0,0 1 0 0 0,-2 0 1 0 0,0-1-1 0 0,-7 28 1 0 0,4-23-78 0 0,1 1 0 0 0,-1 34 0 0 0,4-55-70 0 0,1 0 1 0 0,0 0 0 0 0,0 0 0 0 0,0 0-1 0 0,1 0 1 0 0,-1 0 0 0 0,0 0-1 0 0,0 0 1 0 0,0 0 0 0 0,1 0-1 0 0,-1 0 1 0 0,0-1 0 0 0,1 1-1 0 0,-1 0 1 0 0,1 0 0 0 0,-1 0-1 0 0,1 0 1 0 0,0-1 0 0 0,-1 1 0 0 0,1 0-1 0 0,0 0 1 0 0,-1-1 0 0 0,1 1-1 0 0,0-1 1 0 0,0 1 0 0 0,0-1-1 0 0,-1 1 1 0 0,1-1 0 0 0,0 1-1 0 0,0-1 1 0 0,0 0 0 0 0,0 1 0 0 0,0-1-1 0 0,0 0 1 0 0,0 0 0 0 0,0 0-1 0 0,0 0 1 0 0,0 0 0 0 0,0 0-1 0 0,0 0 1 0 0,1 0 0 0 0,3 0-9 0 0,0-1 1 0 0,0 0-1 0 0,0-1 1 0 0,0 1-1 0 0,0-1 1 0 0,8-3-1 0 0,-2-1-238 0 0,1-1-1 0 0,-1 0 1 0 0,0-1-1 0 0,-1 0 0 0 0,1 0 1 0 0,10-13-1 0 0,-7 6-1122 0 0,-1-1 1 0 0,-1 0-1 0 0,14-25 0 0 0,-7 10-1114 0 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8:44.6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4 1536 0 0,'0'0'1356'0'0,"-26"-1"680"0"0,11-1-411 0 0,-6 4-1025 0 0,12 3-200 0 0,6 2-312 0 0,6 3-380 0 0,4 4-1160 0 0,7-6-2041 0 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8:46.4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76 364 1168 0 0,'19'-42'8241'0'0,"-19"44"-8158"0"0,0 1 1 0 0,-1 0 0 0 0,1-1-1 0 0,-1 1 1 0 0,0 0-1 0 0,0-1 1 0 0,-2 5 0 0 0,0 2 62 0 0,-27 75 551 0 0,18-55-595 0 0,2 0 1 0 0,1 1-1 0 0,1 0 1 0 0,-7 56-1 0 0,15-83-99 0 0,-1 0-1 0 0,1 1 1 0 0,0-1-1 0 0,0 0 1 0 0,0 0-1 0 0,1 0 1 0 0,-1 0-1 0 0,1 0 1 0 0,0 0-1 0 0,0 0 1 0 0,0 0-1 0 0,0 0 1 0 0,0 0 0 0 0,1 0-1 0 0,-1 0 1 0 0,1-1-1 0 0,0 1 1 0 0,-1-1-1 0 0,1 1 1 0 0,1-1-1 0 0,-1 0 1 0 0,0 0-1 0 0,0 0 1 0 0,1 0-1 0 0,-1 0 1 0 0,1 0 0 0 0,0 0-1 0 0,0-1 1 0 0,-1 0-1 0 0,1 1 1 0 0,0-1-1 0 0,0 0 1 0 0,0-1-1 0 0,0 1 1 0 0,5 0-1 0 0,-1 0-2 0 0,0 0 0 0 0,1-1 0 0 0,-1 0 0 0 0,0-1-1 0 0,1 0 1 0 0,-1 0 0 0 0,0 0 0 0 0,0-1 0 0 0,0 0 0 0 0,0 0-1 0 0,0-1 1 0 0,0 0 0 0 0,-1 0 0 0 0,9-6 0 0 0,-3 0-22 0 0,-1 0 1 0 0,-1-1-1 0 0,0 0 1 0 0,0 0-1 0 0,-1-1 1 0 0,0 0-1 0 0,-1-1 1 0 0,0 0-1 0 0,7-16 1 0 0,4-11-79 0 0,21-70 1 0 0,-39 108 84 0 0,1 14 0 0 0,-3 24 163 0 0,-1-22-110 0 0,2-1 0 0 0,0 1 1 0 0,1 0-1 0 0,0-1 0 0 0,6 23 1 0 0,-6-34-36 0 0,0 1 1 0 0,0-1-1 0 0,1 1 1 0 0,-1-1-1 0 0,1 1 1 0 0,0-1-1 0 0,0 0 0 0 0,0 0 1 0 0,0 0-1 0 0,1 0 1 0 0,-1 0-1 0 0,1 0 1 0 0,0-1-1 0 0,0 1 1 0 0,-1-1-1 0 0,2 0 1 0 0,-1 0-1 0 0,0 0 1 0 0,0 0-1 0 0,1-1 1 0 0,-1 1-1 0 0,1-1 1 0 0,-1 0-1 0 0,6 1 0 0 0,-4-1-4 0 0,1 0 0 0 0,0-1 0 0 0,-1 0 0 0 0,1 0 0 0 0,0-1 0 0 0,-1 1 0 0 0,1-1-1 0 0,-1 0 1 0 0,1-1 0 0 0,-1 1 0 0 0,1-1 0 0 0,-1 0 0 0 0,0-1 0 0 0,0 1 0 0 0,9-7-1 0 0,-6 3-12 0 0,-1 0 1 0 0,0 0-1 0 0,0-1 0 0 0,0-1 0 0 0,-1 1 0 0 0,1-1 0 0 0,-2 0 0 0 0,1 0 0 0 0,-2-1 0 0 0,1 0 0 0 0,-1 0 0 0 0,0 0 0 0 0,-1 0 1 0 0,0 0-1 0 0,0-1 0 0 0,2-15 0 0 0,-2 1-18 0 0,-1 0 0 0 0,0 0-1 0 0,-2 0 1 0 0,-1 1 0 0 0,-7-43 0 0 0,8 64 25 0 0,-1 0 0 0 0,1-1 0 0 0,-1 1 1 0 0,1 0-1 0 0,-1 0 0 0 0,0 0 0 0 0,0 0 0 0 0,0 0 0 0 0,0 0 0 0 0,0 0 1 0 0,0 0-1 0 0,-1 0 0 0 0,1 0 0 0 0,-1 1 0 0 0,1-1 0 0 0,-1 1 1 0 0,-2-3-1 0 0,3 3 1 0 0,-2 2 1 0 0,0 0 5 0 0,1 0 0 0 0,0 0 0 0 0,-1 0-1 0 0,1 0 1 0 0,0 1 0 0 0,-1-1 0 0 0,1 0 0 0 0,0 1 0 0 0,0 0 0 0 0,0-1 0 0 0,0 1-1 0 0,1 0 1 0 0,-1 0 0 0 0,0 0 0 0 0,1 0 0 0 0,0 1 0 0 0,-1-1 0 0 0,1 0 0 0 0,0 0-1 0 0,0 1 1 0 0,0-1 0 0 0,0 1 0 0 0,1-1 0 0 0,-1 1 0 0 0,0-1 0 0 0,1 5 0 0 0,-1-4 0 0 0,1 0 2 0 0,-1 0 0 0 0,1-1 0 0 0,0 1 0 0 0,-1 0 0 0 0,1 0-1 0 0,1 0 1 0 0,-1 0 0 0 0,0 0 0 0 0,1 0 0 0 0,0 0 0 0 0,-1 0-1 0 0,1 0 1 0 0,0 0 0 0 0,0-1 0 0 0,1 1 0 0 0,-1 0-1 0 0,1-1 1 0 0,2 5 0 0 0,-1-4-3 0 0,0 0 1 0 0,0-1-1 0 0,0 1 1 0 0,1-1-1 0 0,-1 0 0 0 0,1 0 1 0 0,-1 0-1 0 0,1 0 0 0 0,0-1 1 0 0,-1 1-1 0 0,1-1 0 0 0,5 1 1 0 0,4 1-9 0 0,1-2 0 0 0,-1 0 0 0 0,0 0 0 0 0,0-1 0 0 0,1-1 0 0 0,-1 0 0 0 0,21-5 0 0 0,-16 2-80 0 0,-1-1 0 0 0,0-1 0 0 0,0-1 0 0 0,0 0 0 0 0,-1-1 0 0 0,0-1 0 0 0,-1 0 0 0 0,0-1 1 0 0,0-1-1 0 0,-1 0 0 0 0,-1-1 0 0 0,0-1 0 0 0,0 0 0 0 0,-1-1 0 0 0,-1 0 0 0 0,0 0 0 0 0,-1-1 0 0 0,-1-1 0 0 0,12-24 0 0 0,-11 19 72 0 0,5-9-6 0 0,-2 0 1 0 0,11-36-1 0 0,-22 56 22 0 0,-1 7 0 0 0,-2 15 33 0 0,-18 54 281 0 0,-41 98-1 0 0,26-78-120 0 0,-97 262 780 0 0,130-347-964 0 0,2-5-17 0 0,0 0 11 0 0,1 1-1 0 0,-1-1 1 0 0,1 0-1 0 0,-1 1 1 0 0,1-1 0 0 0,3-4-1 0 0,1-2-56 0 0,8-15-16 0 0,1 0-1 0 0,1 1 1 0 0,1 0 0 0 0,23-22 0 0 0,-30 35 52 0 0,2 0 0 0 0,-1 0 0 0 0,2 1 0 0 0,-1 1 0 0 0,1 0 0 0 0,1 0 0 0 0,-1 2 0 0 0,1-1 0 0 0,19-5 0 0 0,-30 12 15 0 0,0-1 1 0 0,1 1-1 0 0,-1 1 0 0 0,1-1 1 0 0,-1 1-1 0 0,1-1 1 0 0,0 1-1 0 0,-1 0 0 0 0,1 0 1 0 0,-1 0-1 0 0,1 1 1 0 0,-1-1-1 0 0,1 1 0 0 0,-1 0 1 0 0,1 0-1 0 0,-1 0 1 0 0,0 1-1 0 0,1-1 0 0 0,-1 1 1 0 0,0-1-1 0 0,0 1 0 0 0,4 4 1 0 0,-3-3 15 0 0,-1 1 0 0 0,0-1 1 0 0,0 1-1 0 0,0 0 0 0 0,-1 0 0 0 0,1 0 0 0 0,-1 0 1 0 0,0 0-1 0 0,0 1 0 0 0,0-1 0 0 0,-1 1 1 0 0,0-1-1 0 0,1 1 0 0 0,-2 0 0 0 0,1-1 0 0 0,0 8 1 0 0,-2 5 125 0 0,0 0 0 0 0,-1 0 0 0 0,0-1 0 0 0,-2 1 0 0 0,-7 23 0 0 0,-5 28 44 0 0,11-50-151 0 0,4-17-29 0 0,1 1 0 0 0,-1 0 0 0 0,1-1 0 0 0,-1 1 0 0 0,1 0-1 0 0,0-1 1 0 0,0 1 0 0 0,-1 0 0 0 0,1 0 0 0 0,1-1 0 0 0,-1 4 0 0 0,0-5-2 0 0,1 1 0 0 0,-1-1 0 0 0,0 1 0 0 0,1-1 1 0 0,-1 1-1 0 0,1-1 0 0 0,-1 1 0 0 0,0-1 0 0 0,1 0 0 0 0,-1 1 0 0 0,1-1 1 0 0,-1 0-1 0 0,1 1 0 0 0,-1-1 0 0 0,1 0 0 0 0,-1 0 0 0 0,1 0 1 0 0,-1 1-1 0 0,1-1 0 0 0,0 0 0 0 0,-1 0 0 0 0,1 0 0 0 0,-1 0 0 0 0,1 0 1 0 0,0 0-1 0 0,18-1-1 0 0,-3-5-143 0 0,-1 0 0 0 0,0-1-1 0 0,0 0 1 0 0,0-1 0 0 0,-1-1 0 0 0,0 0-1 0 0,24-21 1 0 0,-20 13 52 0 0,-1 0 0 0 0,-1-1-1 0 0,0 0 1 0 0,-2-1 0 0 0,13-22 0 0 0,2-8 1092 0 0,-29 48-619 0 0,0 2-286 0 0,-14 33-19 0 0,-23 66 395 0 0,35-90-432 0 0,-1-1-1 0 0,2 1 1 0 0,-1 0-1 0 0,1 0 1 0 0,1 0-1 0 0,0 0 1 0 0,2 19-1 0 0,-2-27-50 0 0,1 1 1 0 0,-1-1-1 0 0,1 0 0 0 0,-1 0 0 0 0,1 1 1 0 0,0-1-1 0 0,0 0 0 0 0,0 0 0 0 0,0 0 1 0 0,0 0-1 0 0,1 0 0 0 0,-1 0 1 0 0,1 0-1 0 0,-1-1 0 0 0,1 1 0 0 0,-1 0 1 0 0,1-1-1 0 0,0 1 0 0 0,0-1 0 0 0,0 0 1 0 0,0 0-1 0 0,0 1 0 0 0,0-1 0 0 0,0 0 1 0 0,0-1-1 0 0,0 1 0 0 0,1 0 0 0 0,-1-1 1 0 0,0 1-1 0 0,1-1 0 0 0,-1 0 0 0 0,3 0 1 0 0,3-1-635 0 0,0 0 0 0 0,-1-1 0 0 0,1 0 1 0 0,-1 0-1 0 0,1-1 0 0 0,-1 0 0 0 0,0 0 0 0 0,0-1 1 0 0,11-8-1 0 0,-1-2-2198 0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8:46.5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12 792 0 0,'-16'-8'2084'0'0,"2"4"-840"0"0,-5 6-468 0 0,4 5-504 0 0,8 0-80 0 0,0-1-51 0 0,0 3-45 0 0,1 0-84 0 0,2 3-116 0 0,-1-2-225 0 0,3 5-3 0 0,1-3-316 0 0,1 1-672 0 0,1 0 848 0 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8:46.8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35 372 0 0,'3'-1'466'0'0,"1"-1"631"0"0,0 1 1 0 0,0-1-1 0 0,0 1 0 0 0,0-1 1 0 0,5-3-1 0 0,-7 3-550 0 0,-2-1 294 0 0,1 3-808 0 0,-1 0 0 0 0,0-1-1 0 0,0 1 1 0 0,0-1-1 0 0,1 1 1 0 0,-1 0-1 0 0,0-1 1 0 0,0 1-1 0 0,0-1 1 0 0,0 1-1 0 0,0 0 1 0 0,0-1-1 0 0,0 1 1 0 0,0-1-1 0 0,0 1 1 0 0,0-1 0 0 0,0 1-1 0 0,0 0 1 0 0,0-1-1 0 0,0 1 1 0 0,0-1-1 0 0,0 1 1 0 0,-1 0-1 0 0,1-1 1 0 0,0 1-1 0 0,0-1 1 0 0,0 1-1 0 0,-1 0 1 0 0,1-1-1 0 0,0 1 1 0 0,0 0-1 0 0,-1 0 1 0 0,1-1 0 0 0,0 1-1 0 0,-1 0 1 0 0,1-1-1 0 0,0 1 1 0 0,-1 0-1 0 0,1 0 1 0 0,-1-1-1 0 0,-4 1 6 0 0,0 0 0 0 0,0-1 0 0 0,1 1-1 0 0,-1 1 1 0 0,0-1 0 0 0,0 1 0 0 0,0 0 0 0 0,1 0-1 0 0,-1 0 1 0 0,0 1 0 0 0,1-1 0 0 0,0 1-1 0 0,-1 1 1 0 0,1-1 0 0 0,0 0 0 0 0,0 1 0 0 0,0 0-1 0 0,0 0 1 0 0,0 0 0 0 0,1 0 0 0 0,-5 5-1 0 0,-1 2 1 0 0,1 0 1 0 0,-1 0-1 0 0,1 1 0 0 0,1 0 0 0 0,0 0 0 0 0,-10 24 0 0 0,15-32-36 0 0,1 0 0 0 0,0 0 0 0 0,0 1 0 0 0,0-1 1 0 0,0 0-1 0 0,1 1 0 0 0,-1-1 0 0 0,1 0 0 0 0,0 1 1 0 0,0-1-1 0 0,0 1 0 0 0,0-1 0 0 0,1 0 0 0 0,-1 1 0 0 0,1-1 1 0 0,0 0-1 0 0,0 1 0 0 0,0-1 0 0 0,3 5 0 0 0,-2-5-19 0 0,0-1-1 0 0,0 0 0 0 0,0 1 0 0 0,0-1 0 0 0,1 0 1 0 0,-1 0-1 0 0,1-1 0 0 0,-1 1 0 0 0,1 0 0 0 0,0-1 1 0 0,0 1-1 0 0,0-1 0 0 0,0 0 0 0 0,0 0 0 0 0,0 0 0 0 0,0-1 1 0 0,0 1-1 0 0,0-1 0 0 0,0 1 0 0 0,0-1 0 0 0,6 0 1 0 0,9-1-688 0 0,1-1 0 0 0,0 0 0 0 0,-1-1 0 0 0,0-1 1 0 0,0-1-1 0 0,0-1 0 0 0,0 0 0 0 0,24-13 0 0 0,-9 2-1441 0 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8:47.4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190 51 1272 0 0,'0'-48'4603'0'0,"0"46"-3818"0"0,-3 4-488 0 0,0 0-225 0 0,0 1-1 0 0,0 0 0 0 0,0 0 1 0 0,1 0-1 0 0,-1 1 0 0 0,1-1 0 0 0,0 1 1 0 0,0-1-1 0 0,0 1 0 0 0,-3 7 1 0 0,-14 48 478 0 0,10-30-289 0 0,-29 91 772 0 0,-42 228-1 0 0,75-327-969 0 0,0 17 342 0 0,24-52-412 0 0,-16 10-11 0 0,101-112-249 0 0,-92 104 251 0 0,0 2-1 0 0,1-1 1 0 0,0 2-1 0 0,1 0 1 0 0,0 0 0 0 0,0 2-1 0 0,24-10 1 0 0,-36 16 18 0 0,1 0-1 0 0,0 0 1 0 0,0 0-1 0 0,0 1 1 0 0,0-1 0 0 0,0 1-1 0 0,-1 0 1 0 0,1 0-1 0 0,0 0 1 0 0,0 0 0 0 0,0 0-1 0 0,0 1 1 0 0,0 0 0 0 0,0-1-1 0 0,0 1 1 0 0,-1 0-1 0 0,1 0 1 0 0,0 0 0 0 0,-1 1-1 0 0,1-1 1 0 0,-1 1-1 0 0,1-1 1 0 0,-1 1 0 0 0,0 0-1 0 0,1 0 1 0 0,-1 0-1 0 0,0 0 1 0 0,3 4 0 0 0,-2 0 87 0 0,0-1 1 0 0,0 1 0 0 0,-1 0-1 0 0,1 0 1 0 0,-1 0-1 0 0,-1 0 1 0 0,1 0 0 0 0,-1 0-1 0 0,0 0 1 0 0,-1 1 0 0 0,1-1-1 0 0,-1 0 1 0 0,-1 7 0 0 0,-1 13 562 0 0,-10 45 1 0 0,9-57-567 0 0,1 28 317 0 0,2-40-317 0 0,1-1-76 0 0,-1 0 0 0 0,1-1 1 0 0,-1 1-1 0 0,1 0 0 0 0,0-1 1 0 0,0 1-1 0 0,-1-1 0 0 0,1 1 1 0 0,0-1-1 0 0,0 1 0 0 0,-1-1 1 0 0,1 0-1 0 0,0 1 1 0 0,0-1-1 0 0,0 0 0 0 0,1 1 1 0 0,18-4-84 0 0,-1-1-1 0 0,0 0 1 0 0,1-1 0 0 0,29-13 0 0 0,76-40-2872 0 0,-40 10-1639 0 0,-42 23 862 0 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8:48.6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28 151 1572 0 0,'8'-27'7008'0'0,"-9"53"-6452"0"0,-2-1 0 0 0,-10 43 0 0 0,6-38-310 0 0,-3 46 0 0 0,9-71-204 0 0,0 6 29 0 0,1 0 0 0 0,0-1 0 0 0,3 19 0 0 0,-3-27-63 0 0,1 1 0 0 0,-1-1 0 0 0,1 0 1 0 0,-1 1-1 0 0,1-1 0 0 0,0 0 0 0 0,0 0 0 0 0,0 1 0 0 0,0-1 1 0 0,1 0-1 0 0,-1 0 0 0 0,0 0 0 0 0,1 0 0 0 0,0-1 0 0 0,-1 1 0 0 0,1 0 1 0 0,0-1-1 0 0,0 1 0 0 0,0-1 0 0 0,0 1 0 0 0,0-1 0 0 0,0 0 1 0 0,3 1-1 0 0,0 0-8 0 0,0-1 0 0 0,0 0 0 0 0,1 0 0 0 0,-1 0 0 0 0,0 0 0 0 0,1-1 0 0 0,-1 0 0 0 0,1 0 0 0 0,-1-1 0 0 0,0 1 0 0 0,1-1 0 0 0,-1-1 0 0 0,0 1 0 0 0,7-3 0 0 0,-4 0-16 0 0,1 0 0 0 0,-2 0 1 0 0,1-1-1 0 0,0 0 0 0 0,-1-1 0 0 0,0 1 0 0 0,12-14 0 0 0,-2-1-41 0 0,-1-1 1 0 0,0 0-1 0 0,-2-1 0 0 0,-1-1 1 0 0,11-25-1 0 0,-8 14 24 0 0,21-40-46 0 0,-37 73 78 0 0,0 1 1 0 0,0-1-1 0 0,0 1 1 0 0,0 0-1 0 0,1-1 1 0 0,-1 1-1 0 0,0-1 1 0 0,0 1-1 0 0,1 0 1 0 0,-1-1-1 0 0,0 1 1 0 0,1 0-1 0 0,-1 0 1 0 0,0-1-1 0 0,1 1 0 0 0,-1 0 1 0 0,0 0-1 0 0,1-1 1 0 0,-1 1-1 0 0,0 0 1 0 0,1 0-1 0 0,-1 0 1 0 0,1-1-1 0 0,-1 1 1 0 0,0 0-1 0 0,1 0 1 0 0,-1 0-1 0 0,1 0 0 0 0,-1 0 1 0 0,1 0-1 0 0,-1 0 1 0 0,1 0-1 0 0,-1 0 1 0 0,0 0-1 0 0,1 0 1 0 0,0 1-1 0 0,0 0 2 0 0,0 0 0 0 0,0-1 0 0 0,0 2 0 0 0,0-1 0 0 0,0 0 0 0 0,0 0 0 0 0,0 0-1 0 0,0 0 1 0 0,-1 0 0 0 0,1 1 0 0 0,0 1 0 0 0,14 40 16 0 0,-14-41-22 0 0,1 7 49 0 0,0-1-1 0 0,1 0 1 0 0,0 0-1 0 0,0-1 1 0 0,8 14-1 0 0,-9-18-37 0 0,1 0 0 0 0,0 0 0 0 0,-1 0 0 0 0,1 0 0 0 0,0-1 0 0 0,0 1 1 0 0,1-1-1 0 0,-1 0 0 0 0,0 0 0 0 0,1 0 0 0 0,0-1 0 0 0,-1 1 0 0 0,1-1 0 0 0,5 2 0 0 0,-1-3-22 0 0,0 1 0 0 0,0-2 0 0 0,0 1 0 0 0,0-1 0 0 0,0 0 0 0 0,-1-1 1 0 0,1 1-1 0 0,13-6 0 0 0,-15 5 9 0 0,7-3 0 0 0,1-1-1 0 0,-1 0 1 0 0,0-1 0 0 0,0 0 0 0 0,-1-1 0 0 0,0-1 0 0 0,0 0 0 0 0,-1 0 0 0 0,12-14 0 0 0,12-15-29 0 0,35-51 0 0 0,-68 87 33 0 0,-2 1 2 0 0,0 0 1 0 0,1 1-1 0 0,-1-1 1 0 0,0 0-1 0 0,1 1 0 0 0,-1-1 1 0 0,1 0-1 0 0,-1 1 1 0 0,1-1-1 0 0,-1 1 1 0 0,1-1-1 0 0,-1 1 1 0 0,1-1-1 0 0,0 1 1 0 0,-1-1-1 0 0,1 1 1 0 0,0-1-1 0 0,-1 1 1 0 0,1 0-1 0 0,0 0 0 0 0,-1-1 1 0 0,1 1-1 0 0,0 0 1 0 0,0 0-1 0 0,-1 0 1 0 0,1 0-1 0 0,0 0 1 0 0,0-1-1 0 0,0 2 1 0 0,-1-1-1 0 0,1 0 1 0 0,0 0-1 0 0,0 0 1 0 0,-1 0-1 0 0,1 0 0 0 0,0 1 1 0 0,0-1-1 0 0,-1 0 1 0 0,1 1-1 0 0,0-1 1 0 0,-1 0-1 0 0,1 1 1 0 0,0-1-1 0 0,-1 1 1 0 0,1-1-1 0 0,-1 1 1 0 0,1-1-1 0 0,-1 1 1 0 0,1-1-1 0 0,-1 1 0 0 0,1 1 1 0 0,3 4 7 0 0,-1 0 0 0 0,0 0 0 0 0,0 1 0 0 0,4 10 0 0 0,-4-6-20 0 0,2 1 12 0 0,-4-8 4 0 0,0 0 0 0 0,0-1 0 0 0,0 1 0 0 0,1-1 0 0 0,-1 1 0 0 0,1-1 0 0 0,0 1 0 0 0,0-1 0 0 0,1 0-1 0 0,-1 0 1 0 0,1 0 0 0 0,-1 0 0 0 0,1-1 0 0 0,0 1 0 0 0,0 0 0 0 0,0-1 0 0 0,7 4 0 0 0,-7-5 2 0 0,0 1 0 0 0,1-1 0 0 0,-1 0 0 0 0,1-1 0 0 0,-1 1 0 0 0,1 0 0 0 0,-1-1 0 0 0,1 0 0 0 0,0 0 0 0 0,-1 0 0 0 0,1 0 0 0 0,-1 0 0 0 0,1-1 0 0 0,-1 0 0 0 0,5-1 0 0 0,-2 0-2 0 0,-1-1 0 0 0,1 1-1 0 0,-1-1 1 0 0,1 0 0 0 0,-1-1-1 0 0,0 1 1 0 0,0-1 0 0 0,5-6-1 0 0,1-1 8 0 0,-1-1 0 0 0,0 0 0 0 0,-1-1 0 0 0,0 0 0 0 0,-1 0 0 0 0,8-19 0 0 0,-5-4 268 0 0,-10 34-243 0 0,-1 2-31 0 0,0-1 0 0 0,0 1 0 0 0,0 0 0 0 0,0-1 1 0 0,0 1-1 0 0,0-1 0 0 0,-1 1 0 0 0,1 0 0 0 0,0-1 0 0 0,0 1 0 0 0,0 0 0 0 0,0-1 1 0 0,-1 1-1 0 0,1 0 0 0 0,0-1 0 0 0,0 1 0 0 0,-1 0 0 0 0,1 0 0 0 0,0-1 0 0 0,-1 1 0 0 0,1 0 1 0 0,-1-1-1 0 0,-8 8 8 0 0,0 0 1 0 0,0 0-1 0 0,1 1 1 0 0,-1 0-1 0 0,2 1 1 0 0,-1 0-1 0 0,1 0 1 0 0,-7 12-1 0 0,3-3 44 0 0,1 2-1 0 0,0-1 1 0 0,-10 31-1 0 0,19-45-42 0 0,-1-1-1 0 0,1 1 0 0 0,0 0 0 0 0,0 0 0 0 0,0 0 0 0 0,1 0 0 0 0,0 0 1 0 0,0 0-1 0 0,0 0 0 0 0,2 9 0 0 0,-1-11-6 0 0,0 0 0 0 0,0 0-1 0 0,0 0 1 0 0,0-1 0 0 0,1 1 0 0 0,-1 0-1 0 0,1-1 1 0 0,0 1 0 0 0,0-1 0 0 0,0 1 0 0 0,0-1-1 0 0,0 0 1 0 0,1 0 0 0 0,-1 0 0 0 0,1 0-1 0 0,-1 0 1 0 0,1-1 0 0 0,4 3 0 0 0,5 1-83 0 0,1 0 0 0 0,-1-1 0 0 0,1-1 0 0 0,0 0 0 0 0,0 0 0 0 0,0-1 1 0 0,0-1-1 0 0,0 0 0 0 0,19-2 0 0 0,-16 0-1057 0 0,0-1 0 0 0,1 0 0 0 0,-2-2 0 0 0,19-5 0 0 0,-11 1-1971 0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8:50.3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6 213 740 0 0,'-1'-3'280'0'0,"0"1"0"0"0,0-1 0 0 0,0 0 0 0 0,1 0 0 0 0,-1 0 0 0 0,1 0 0 0 0,0 0 0 0 0,0 0-1 0 0,0 0 1 0 0,0 0 0 0 0,0 0 0 0 0,1 0 0 0 0,-1 0 0 0 0,1 0 0 0 0,0 0 0 0 0,0 1 0 0 0,0-1 0 0 0,2-4 0 0 0,-2 5-190 0 0,1-1 1 0 0,0 0 0 0 0,0 0-1 0 0,0 1 1 0 0,1-1-1 0 0,-1 1 1 0 0,1 0 0 0 0,-1 0-1 0 0,1 0 1 0 0,0 0-1 0 0,0 0 1 0 0,0 0 0 0 0,0 1-1 0 0,0-1 1 0 0,0 1 0 0 0,0 0-1 0 0,0 0 1 0 0,0 0-1 0 0,1 1 1 0 0,-1-1 0 0 0,0 1-1 0 0,1-1 1 0 0,-1 1-1 0 0,7 1 1 0 0,8 2-6 0 0,-1 0 0 0 0,0 2-1 0 0,0 0 1 0 0,0 1 0 0 0,-1 0 0 0 0,0 2-1 0 0,0 0 1 0 0,-1 0 0 0 0,0 2 0 0 0,0 0-1 0 0,-1 0 1 0 0,0 1 0 0 0,-1 1 0 0 0,0 1-1 0 0,-1 0 1 0 0,12 16 0 0 0,-20-23-27 0 0,0 1 1 0 0,0-1-1 0 0,-1 1 1 0 0,0-1-1 0 0,0 1 1 0 0,0 0-1 0 0,-1 0 1 0 0,0 0-1 0 0,-1 0 1 0 0,0 1-1 0 0,0-1 1 0 0,0 12-1 0 0,-1-13 65 0 0,0-1-1 0 0,-1 1 1 0 0,1 0-1 0 0,-1 0 1 0 0,-1-1-1 0 0,1 1 1 0 0,-1 0-1 0 0,0-1 1 0 0,0 1-1 0 0,-1-1 1 0 0,0 0-1 0 0,0 0 1 0 0,0 0-1 0 0,0 0 1 0 0,-8 7-1 0 0,10-10-19 0 0,-4-3 47 0 0,5 1-148 0 0,-1 0 0 0 0,1 0 0 0 0,-1 0 0 0 0,0 0 1 0 0,1 0-1 0 0,-1 0 0 0 0,1 0 0 0 0,-1 0 0 0 0,1 0 0 0 0,-1 0 0 0 0,1 0 0 0 0,-1 0 0 0 0,1-1 0 0 0,-1 1 0 0 0,1 0 0 0 0,-1 0 0 0 0,1 0 1 0 0,-1-1-1 0 0,1 1 0 0 0,-1 0 0 0 0,0-1 0 0 0,-1-4-3 0 0,1 0 0 0 0,-1 1 1 0 0,1-1-1 0 0,0 0 0 0 0,0 0 0 0 0,0 0 0 0 0,1 0 1 0 0,0 0-1 0 0,0 0 0 0 0,0 0 0 0 0,0 0 1 0 0,1 0-1 0 0,0 0 0 0 0,0 0 0 0 0,0 1 0 0 0,1-1 1 0 0,0 0-1 0 0,2-4 0 0 0,2-6-45 0 0,1 1 0 0 0,0 0 1 0 0,2 0-1 0 0,14-19 0 0 0,-18 26 39 0 0,1 1 0 0 0,0-1 0 0 0,1 1 0 0 0,-1 1 0 0 0,1-1 0 0 0,0 1 1 0 0,0 0-1 0 0,1 1 0 0 0,0-1 0 0 0,0 1 0 0 0,0 1 0 0 0,0 0 0 0 0,0 0 0 0 0,16-3 1 0 0,1 3 49 0 0,0 1 1 0 0,0 0 0 0 0,43 5 0 0 0,-36-2-62 0 0,10 3 83 0 0,-30-2-77 0 0,-1-1-1 0 0,0 0 0 0 0,1-1 0 0 0,-1 0 0 0 0,19-3 0 0 0,-27 2-16 0 0,0 0 1 0 0,0 0-1 0 0,0 0 1 0 0,0 0-1 0 0,0-1 1 0 0,-1 1-1 0 0,1-1 1 0 0,0 0-1 0 0,-1 0 1 0 0,1 0 0 0 0,-1 0-1 0 0,0 0 1 0 0,1 0-1 0 0,-1 0 1 0 0,0-1-1 0 0,0 0 1 0 0,-1 1-1 0 0,1-1 1 0 0,-1 0-1 0 0,1 1 1 0 0,-1-1-1 0 0,0 0 1 0 0,0 0-1 0 0,1-6 1 0 0,1-2-26 0 0,0 1-1 0 0,-2-1 1 0 0,1 0 0 0 0,-1-14 0 0 0,-1 20 37 0 0,0 1 1 0 0,0-1 0 0 0,-1 0 0 0 0,0 1 0 0 0,0-1-1 0 0,0 1 1 0 0,-1-1 0 0 0,1 1 0 0 0,-1-1 0 0 0,0 1 0 0 0,-5-8-1 0 0,6 11 15 0 0,1 1 0 0 0,-1-1 0 0 0,1 0-1 0 0,-1 1 1 0 0,0-1 0 0 0,1 1 0 0 0,-1-1 0 0 0,0 1-1 0 0,1-1 1 0 0,-1 1 0 0 0,0-1 0 0 0,1 1-1 0 0,-1 0 1 0 0,0-1 0 0 0,0 1 0 0 0,0 0 0 0 0,1-1-1 0 0,-1 1 1 0 0,0 0 0 0 0,0 0 0 0 0,0 0-1 0 0,0 0 1 0 0,0 0 0 0 0,-4 0 10 0 0,1 0-1 0 0,0 1 1 0 0,0-1-1 0 0,0 1 1 0 0,0 0-1 0 0,0 0 1 0 0,0 1-1 0 0,0-1 1 0 0,1 1-1 0 0,-1-1 1 0 0,0 1 0 0 0,1 0-1 0 0,-1 1 1 0 0,1-1-1 0 0,0 1 1 0 0,0-1-1 0 0,0 1 1 0 0,0 0-1 0 0,0 0 1 0 0,-4 7-1 0 0,0-3 15 0 0,-5 8 4 0 0,1 0 0 0 0,1 0 0 0 0,0 1 0 0 0,0 1 0 0 0,2-1-1 0 0,0 1 1 0 0,1 1 0 0 0,1 0 0 0 0,0 0 0 0 0,2 0 0 0 0,-5 29 0 0 0,9-42-9 0 0,-1-1-1 0 0,1 1 1 0 0,0-1 0 0 0,0 1 0 0 0,1-1-1 0 0,-1 1 1 0 0,1-1 0 0 0,0 1 0 0 0,0-1-1 0 0,1 0 1 0 0,-1 1 0 0 0,1-1 0 0 0,0 0-1 0 0,0 0 1 0 0,0 0 0 0 0,5 6 0 0 0,-3-6-47 0 0,0 0 1 0 0,0-1-1 0 0,0 1 1 0 0,1-1-1 0 0,-1 0 1 0 0,1 0 0 0 0,0 0-1 0 0,-1 0 1 0 0,1-1-1 0 0,1 0 1 0 0,-1 0-1 0 0,6 1 1 0 0,2 0-287 0 0,0-1 1 0 0,0-1 0 0 0,1 0-1 0 0,-1 0 1 0 0,0-1-1 0 0,0-1 1 0 0,1 0-1 0 0,-1-1 1 0 0,0-1 0 0 0,21-6-1 0 0,-20 4-47 0 0,-1-1 0 0 0,1-1 0 0 0,-1-1-1 0 0,0 0 1 0 0,-1 0 0 0 0,0-1 0 0 0,0 0 0 0 0,-1-2 0 0 0,0 1-1 0 0,13-17 1 0 0,-3 0 850 0 0,-1-1-1 0 0,-2-1 1 0 0,22-44-1 0 0,-6 11 1397 0 0,-33 60-1803 0 0,-1 2-71 0 0,0-1 0 0 0,1 1 0 0 0,-1-1 0 0 0,0 1 0 0 0,1 0-1 0 0,-1-1 1 0 0,1 1 0 0 0,-1 0 0 0 0,1-1 0 0 0,-1 1 0 0 0,0 0 0 0 0,1 0 0 0 0,-1-1 0 0 0,1 1 0 0 0,-1 0 0 0 0,1 0-1 0 0,-1 0 1 0 0,1 0 0 0 0,1 0 0 0 0,-1 2 16 0 0,1 1-1 0 0,0 1 1 0 0,0-1 0 0 0,-1 0-1 0 0,0 0 1 0 0,0 1 0 0 0,0-1-1 0 0,0 0 1 0 0,0 1 0 0 0,-1-1 0 0 0,1 1-1 0 0,-1 5 1 0 0,-4 46 323 0 0,3-41-267 0 0,-3 3 117 0 0,0 0-1 0 0,-2 1 1 0 0,1-2-1 0 0,-2 1 1 0 0,0-1-1 0 0,-1 0 1 0 0,-13 19 0 0 0,17-28 38 0 0,4-6-227 0 0,0-1-1 0 0,0 0 1 0 0,0 1-1 0 0,-1-1 1 0 0,1 0-1 0 0,0 1 1 0 0,0-1-1 0 0,0 1 1 0 0,0-1-1 0 0,-1 0 1 0 0,1 1-1 0 0,0-1 1 0 0,0 0 0 0 0,-1 1-1 0 0,1-1 1 0 0,0 0-1 0 0,-1 0 1 0 0,1 1-1 0 0,0-1 1 0 0,-1 0-1 0 0,1 0 1 0 0,0 0-1 0 0,-1 1 1 0 0,1-1-1 0 0,0 0 1 0 0,-1 0-1 0 0,1 0 1 0 0,0 0 0 0 0,-1 0-1 0 0,1 0 1 0 0,-1 0-1 0 0,1 0 1 0 0,0 0-1 0 0,-1 0 1 0 0,1 0-1 0 0,-1 0 1 0 0,1 0-1 0 0,0 0 1 0 0,-1 0-1 0 0,1 0 1 0 0,-1 0 0 0 0,1 0-1 0 0,0 0 1 0 0,-1-1-1 0 0,1 1 1 0 0,0 0-1 0 0,-1 0 1 0 0,1-1-1 0 0,0 1 1 0 0,-1 0-1 0 0,1 0 1 0 0,-1-1-1 0 0,1 0-2 0 0,-1 0-1 0 0,0 0 0 0 0,0-1 1 0 0,1 1-1 0 0,-1 0 1 0 0,0-1-1 0 0,1 1 0 0 0,0 0 1 0 0,-1-1-1 0 0,1 1 0 0 0,-1-2 1 0 0,2-9-24 0 0,0 0 1 0 0,1 0-1 0 0,1 0 1 0 0,-1 1-1 0 0,2-1 1 0 0,0 1-1 0 0,0 0 1 0 0,1 0 0 0 0,0 0-1 0 0,1 1 1 0 0,0 0-1 0 0,1 0 1 0 0,0 0-1 0 0,0 1 1 0 0,1 0-1 0 0,0 1 1 0 0,1-1-1 0 0,0 2 1 0 0,0-1-1 0 0,20-11 1 0 0,-23 16 15 0 0,-1 1 1 0 0,1-1-1 0 0,0 1 0 0 0,0 0 0 0 0,0 1 1 0 0,0 0-1 0 0,0 0 0 0 0,0 0 1 0 0,0 0-1 0 0,0 1 0 0 0,0 0 0 0 0,0 1 1 0 0,0-1-1 0 0,1 1 0 0 0,-1 0 0 0 0,0 1 1 0 0,0-1-1 0 0,-1 1 0 0 0,12 5 1 0 0,-12-4 14 0 0,-1 0 0 0 0,0 0 0 0 0,1 0 0 0 0,-1 0 0 0 0,-1 1-1 0 0,1-1 1 0 0,0 1 0 0 0,-1 0 0 0 0,0 0 0 0 0,0 1 0 0 0,0-1 0 0 0,0 0 0 0 0,-1 1 0 0 0,0 0 0 0 0,0 0 0 0 0,0 0 0 0 0,0-1 0 0 0,-1 2 0 0 0,0-1 0 0 0,0 0 0 0 0,0 0 0 0 0,-1 0 0 0 0,0 8 0 0 0,0-3 84 0 0,0 0 0 0 0,-1 0 0 0 0,0 1 0 0 0,-5 15 0 0 0,6-25 48 0 0,-3 6 147 0 0,1-7-219 0 0,2-10-69 0 0,6-10-37 0 0,0 0 0 0 0,1 1 0 0 0,1-1 0 0 0,1 1 0 0 0,0 1 0 0 0,2 0 0 0 0,0 0 0 0 0,1 1 0 0 0,0 0 0 0 0,2 1 0 0 0,0 1 0 0 0,23-20 0 0 0,-33 31 29 0 0,0 1 1 0 0,1 0 0 0 0,0 0-1 0 0,-1 1 1 0 0,1-1 0 0 0,0 1-1 0 0,0 0 1 0 0,0 0 0 0 0,1 1-1 0 0,-1-1 1 0 0,0 1 0 0 0,1 0-1 0 0,-1 1 1 0 0,1-1 0 0 0,-1 1-1 0 0,0 0 1 0 0,9 1-1 0 0,-10 0 4 0 0,0 0 0 0 0,0 1-1 0 0,0-1 1 0 0,0 1 0 0 0,0-1-1 0 0,0 1 1 0 0,-1 0 0 0 0,1 1-1 0 0,-1-1 1 0 0,1 1-1 0 0,-1-1 1 0 0,0 1 0 0 0,0 0-1 0 0,0 0 1 0 0,0 0 0 0 0,-1 1-1 0 0,1-1 1 0 0,-1 1 0 0 0,0-1-1 0 0,0 1 1 0 0,0 0-1 0 0,2 7 1 0 0,-1-4 28 0 0,-2 0-1 0 0,1 1 1 0 0,-1-1-1 0 0,0 0 1 0 0,0 1 0 0 0,-1-1-1 0 0,0 15 1 0 0,-3 0 56 0 0,-7 27 0 0 0,6-32-242 0 0,0 0 1 0 0,1 1-1 0 0,0 19 0 0 0,3-36-21 0 0,0 1 0 0 0,0 0 0 0 0,0 0 0 0 0,0-1 0 0 0,1 1 0 0 0,-1 0 0 0 0,0-1 0 0 0,1 1 0 0 0,-1 0 0 0 0,1-1 0 0 0,0 1 0 0 0,-1-1 1 0 0,1 1-1 0 0,0-1 0 0 0,0 1 0 0 0,0-1 0 0 0,0 0 0 0 0,0 1 0 0 0,0-1 0 0 0,1 0 0 0 0,-1 0 0 0 0,0 0 0 0 0,1 0 0 0 0,-1 0 0 0 0,0 0 0 0 0,1 0 0 0 0,-1 0 0 0 0,1-1 0 0 0,0 1 0 0 0,-1 0 0 0 0,1-1 0 0 0,-1 0 0 0 0,1 1 0 0 0,0-1 0 0 0,0 0 0 0 0,-1 0 0 0 0,1 0 0 0 0,0 0 0 0 0,1 0 0 0 0,21-3-1877 0 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8:51.5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81 135 1212 0 0,'22'-32'8892'0'0,"-24"34"-8749"0"0,-9 13-33 0 0,0 0 1 0 0,0 1-1 0 0,2 0 0 0 0,0 1 1 0 0,1 0-1 0 0,0 0 1 0 0,1 1-1 0 0,2 0 0 0 0,-1 0 1 0 0,2 1-1 0 0,1 0 0 0 0,-3 30 1 0 0,6-47-97 0 0,0 1-1 0 0,0-1 1 0 0,0 1 0 0 0,1 0 0 0 0,-1-1 0 0 0,0 1 0 0 0,1-1 0 0 0,0 1-1 0 0,0-1 1 0 0,-1 1 0 0 0,2-1 0 0 0,-1 0 0 0 0,0 1 0 0 0,0-1 0 0 0,1 0 0 0 0,-1 0-1 0 0,1 0 1 0 0,-1 0 0 0 0,1 0 0 0 0,4 3 0 0 0,-5-4-7 0 0,1 0 0 0 0,0 0 0 0 0,0-1 0 0 0,0 1 0 0 0,-1-1 0 0 0,1 1 0 0 0,0-1 0 0 0,0 1 0 0 0,0-1 0 0 0,0 0 0 0 0,0 0 0 0 0,0 0 0 0 0,0 0 0 0 0,0-1 0 0 0,0 1 0 0 0,0 0 0 0 0,-1-1 0 0 0,1 1 0 0 0,0-1 0 0 0,0 0 0 0 0,0 0 0 0 0,-1 1-1 0 0,1-1 1 0 0,0 0 0 0 0,2-2 0 0 0,6-5-26 0 0,0 0-1 0 0,-1-1 1 0 0,0 0-1 0 0,0 0 0 0 0,-1-1 1 0 0,0 0-1 0 0,-1-1 0 0 0,0 0 1 0 0,0 0-1 0 0,-1 0 1 0 0,4-14-1 0 0,5-13-36 0 0,-1-2 0 0 0,7-42 1 0 0,-19 68 58 0 0,0-1 0 0 0,0 1 0 0 0,-2-23 0 0 0,0 26 3 0 0,0 10-8 0 0,0 0 0 0 0,0 0 0 0 0,0 0 0 0 0,-1 0 0 0 0,1 0 0 0 0,0 0 0 0 0,0 0 1 0 0,-1 0-1 0 0,1 0 0 0 0,-1 0 0 0 0,1 0 0 0 0,-1 0 0 0 0,1 1 0 0 0,-1-1 0 0 0,1 0 0 0 0,-1 0 0 0 0,0 0 0 0 0,0 1 1 0 0,1-1-1 0 0,-1 1 0 0 0,0-1 0 0 0,0 0 0 0 0,0 1 0 0 0,1-1 0 0 0,-1 1 0 0 0,0 0 0 0 0,0-1 0 0 0,0 1 1 0 0,0 0-1 0 0,0-1 0 0 0,0 1 0 0 0,0 0 0 0 0,0 0 0 0 0,0 0 0 0 0,0 0 0 0 0,-1 0 0 0 0,-3 0 2 0 0,1 0-1 0 0,0 0 1 0 0,0 1-1 0 0,0-1 0 0 0,-7 3 1 0 0,2 0-5 0 0,-1 1 0 0 0,1 0 0 0 0,1 1 1 0 0,-1 0-1 0 0,1 0 0 0 0,0 1 0 0 0,0 0 0 0 0,0 1 1 0 0,-10 11-1 0 0,7-6 14 0 0,1 1 0 0 0,0 0 1 0 0,1 0-1 0 0,1 1 0 0 0,-8 15 1 0 0,13-23 1 0 0,1 0 0 0 0,-1 0 0 0 0,1 0 0 0 0,1 0 0 0 0,-1 1 0 0 0,1-1 0 0 0,0 0 0 0 0,1 0 0 0 0,-1 1 0 0 0,1-1 0 0 0,0 1 0 0 0,1-1 0 0 0,0 0 0 0 0,0 1 0 0 0,0-1 0 0 0,2 7 0 0 0,-1-9-5 0 0,0 0 0 0 0,0 0 1 0 0,0 0-1 0 0,1 0 0 0 0,-1 0 0 0 0,1-1 0 0 0,0 1 0 0 0,0-1 0 0 0,0 0 0 0 0,1 1 1 0 0,-1-2-1 0 0,1 1 0 0 0,-1 0 0 0 0,1-1 0 0 0,0 1 0 0 0,0-1 0 0 0,0 0 1 0 0,0 0-1 0 0,1-1 0 0 0,-1 0 0 0 0,0 1 0 0 0,1-1 0 0 0,4 0 0 0 0,0 1-19 0 0,0-1 0 0 0,0-1-1 0 0,1 0 1 0 0,-1 0 0 0 0,0 0-1 0 0,0-1 1 0 0,0-1-1 0 0,0 0 1 0 0,0 0 0 0 0,0 0-1 0 0,0-1 1 0 0,0-1 0 0 0,-1 1-1 0 0,0-1 1 0 0,14-10-1 0 0,-9 5-10 0 0,-1-1 0 0 0,0 0 0 0 0,-1-1 0 0 0,0-1-1 0 0,-1 0 1 0 0,0 0 0 0 0,-1-1 0 0 0,12-20-1 0 0,-14 21 24 0 0,84-139-76 0 0,-90 149 63 0 0,0 2 11 0 0,0 1 3 0 0,0-1 0 0 0,-1 0-1 0 0,1 0 1 0 0,0 1 0 0 0,0-1 0 0 0,0 1 0 0 0,-1-1-1 0 0,1 1 1 0 0,0-1 0 0 0,0 1 0 0 0,-1-1 0 0 0,1 1 0 0 0,-1 0-1 0 0,1-1 1 0 0,0 1 0 0 0,-1 0 0 0 0,1 0 0 0 0,-1-1 0 0 0,0 1-1 0 0,1 0 1 0 0,-1 0 0 0 0,1 0 0 0 0,-1 0 0 0 0,0-1 0 0 0,0 1-1 0 0,0 0 1 0 0,0 0 0 0 0,1 0 0 0 0,-1 1 0 0 0,2 36 27 0 0,-2-26-10 0 0,-3 106 225 0 0,1-1-25 0 0,2-114-200 0 0,0 0 1 0 0,1 0-1 0 0,-1 0 0 0 0,1 0 1 0 0,0-1-1 0 0,0 1 0 0 0,0 0 1 0 0,0 0-1 0 0,2 3 0 0 0,-2-5-14 0 0,-1 0-1 0 0,1 0 0 0 0,0 0 1 0 0,0 0-1 0 0,0-1 1 0 0,-1 1-1 0 0,1 0 0 0 0,0-1 1 0 0,0 1-1 0 0,0-1 1 0 0,0 1-1 0 0,0-1 0 0 0,0 1 1 0 0,0-1-1 0 0,0 0 1 0 0,0 1-1 0 0,1-1 0 0 0,-1 0 1 0 0,0 0-1 0 0,0 0 0 0 0,0 0 1 0 0,0 0-1 0 0,0 0 1 0 0,0 0-1 0 0,0 0 0 0 0,1 0 1 0 0,-1-1-1 0 0,0 1 1 0 0,0 0-1 0 0,0-1 0 0 0,0 1 1 0 0,1-1-1 0 0,6-3-20 0 0,0 0-1 0 0,0 0 1 0 0,0 0 0 0 0,-1-1-1 0 0,0 0 1 0 0,0-1-1 0 0,10-9 1 0 0,40-51-94 0 0,-42 45 61 0 0,2 2 0 0 0,0 0 1 0 0,27-23-1 0 0,-43 41 50 0 0,0 1-1 0 0,0 0 1 0 0,0-1 0 0 0,1 1-1 0 0,-1 0 1 0 0,0 0-1 0 0,0 0 1 0 0,0 0 0 0 0,1 0-1 0 0,-1 0 1 0 0,0 0-1 0 0,0 0 1 0 0,0 1 0 0 0,0-1-1 0 0,1 0 1 0 0,-1 1-1 0 0,0-1 1 0 0,0 1 0 0 0,0-1-1 0 0,0 1 1 0 0,1 0-1 0 0,25 17-36 0 0,-12-5 51 0 0,0-1 1 0 0,32 19-1 0 0,-38-27 5 0 0,0 0 0 0 0,0 0 1 0 0,0-1-1 0 0,0 0 0 0 0,18 3 1 0 0,-23-5-16 0 0,-1-1-1 0 0,0 0 1 0 0,1 1 0 0 0,-1-1 0 0 0,0-1 0 0 0,0 1 0 0 0,1 0 0 0 0,-1-1 0 0 0,0 0-1 0 0,0 0 1 0 0,1 0 0 0 0,-1 0 0 0 0,0 0 0 0 0,0 0 0 0 0,0-1 0 0 0,-1 0-1 0 0,1 0 1 0 0,0 1 0 0 0,-1-1 0 0 0,1-1 0 0 0,-1 1 0 0 0,1 0 0 0 0,-1-1-1 0 0,0 1 1 0 0,0-1 0 0 0,2-3 0 0 0,1-2 36 0 0,-1 0 1 0 0,-1 1-1 0 0,1-1 1 0 0,-1-1-1 0 0,-1 1 1 0 0,1 0-1 0 0,-1-1 0 0 0,0-9 1 0 0,-2 18-34 0 0,1-1 0 0 0,-1 1 0 0 0,0-1 1 0 0,0 0-1 0 0,0 1 0 0 0,0-1 0 0 0,0 1 0 0 0,0-1 1 0 0,0 1-1 0 0,0-1 0 0 0,0 1 0 0 0,-1-1 0 0 0,1 0 1 0 0,0 1-1 0 0,0-1 0 0 0,0 1 0 0 0,-1-1 0 0 0,1 1 1 0 0,0-1-1 0 0,-1 1 0 0 0,1 0 0 0 0,0-1 0 0 0,-1 1 1 0 0,1-1-1 0 0,0 1 0 0 0,-1 0 0 0 0,1-1 0 0 0,-1 1 1 0 0,1 0-1 0 0,-1-1 0 0 0,1 1 0 0 0,-1 0 0 0 0,1 0 1 0 0,-1-1-1 0 0,1 1 0 0 0,-1 0 0 0 0,1 0 0 0 0,-1 0 1 0 0,1 0-1 0 0,-1 0 0 0 0,1 0 0 0 0,-1 0 0 0 0,0 0 1 0 0,1 0-1 0 0,-1 0 0 0 0,1 0 0 0 0,-1 0 0 0 0,0 0 1 0 0,-27 9 108 0 0,26-8-103 0 0,-8 3 33 0 0,1 2-1 0 0,-1-1 0 0 0,1 1 1 0 0,0 0-1 0 0,0 1 0 0 0,1 0 1 0 0,0 1-1 0 0,-11 11 1 0 0,4 0 85 0 0,0 1 0 0 0,-20 33 1 0 0,31-45-91 0 0,0-1 0 0 0,1 1 1 0 0,0 0-1 0 0,0-1 0 0 0,0 1 0 0 0,1 0 0 0 0,-2 15 1 0 0,4-21-27 0 0,0 1-1 0 0,-1-1 1 0 0,1 1 0 0 0,0-1 0 0 0,1 0 0 0 0,-1 1 0 0 0,0-1 0 0 0,1 1 0 0 0,-1-1 0 0 0,1 0 0 0 0,0 1 0 0 0,0-1-1 0 0,0 0 1 0 0,0 0 0 0 0,0 1 0 0 0,0-1 0 0 0,0 0 0 0 0,1 0 0 0 0,-1 0 0 0 0,1-1 0 0 0,0 1 0 0 0,-1 0-1 0 0,1-1 1 0 0,0 1 0 0 0,0-1 0 0 0,0 1 0 0 0,0-1 0 0 0,0 0 0 0 0,0 0 0 0 0,3 1 0 0 0,5 1-48 0 0,0 0 1 0 0,1-1-1 0 0,-1 0 1 0 0,0-1 0 0 0,1 0-1 0 0,-1-1 1 0 0,1 0-1 0 0,-1-1 1 0 0,0 0-1 0 0,18-4 1 0 0,-4-1-1646 0 0,1-1 1 0 0,-2-1-1 0 0,30-14 1 0 0,-17 5-3123 0 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8:53.0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122 758 508 0 0,'-17'-1'5057'0'0,"12"2"-4895"0"0,0 1 1 0 0,1 0-1 0 0,-1 0 0 0 0,0 1 0 0 0,1 0 0 0 0,-1-1 0 0 0,1 1 1 0 0,0 1-1 0 0,0-1 0 0 0,0 1 0 0 0,1-1 0 0 0,-1 1 1 0 0,1 0-1 0 0,0 1 0 0 0,0-1 0 0 0,0 0 0 0 0,-3 8 0 0 0,1-4-105 0 0,1 1 0 0 0,0 0 0 0 0,0 0 0 0 0,1 0-1 0 0,0 1 1 0 0,1-1 0 0 0,0 1 0 0 0,0 0-1 0 0,0 9 1 0 0,2-17-41 0 0,0 0-1 0 0,0-1 0 0 0,0 1 1 0 0,1-1-1 0 0,-1 1 1 0 0,0-1-1 0 0,0 1 1 0 0,1-1-1 0 0,-1 0 1 0 0,1 1-1 0 0,-1-1 0 0 0,1 1 1 0 0,0-1-1 0 0,0 0 1 0 0,-1 1-1 0 0,1-1 1 0 0,0 0-1 0 0,0 0 0 0 0,0 0 1 0 0,0 0-1 0 0,1 0 1 0 0,1 2-1 0 0,-1-2-2 0 0,0 0 0 0 0,1 0 0 0 0,-1 0 0 0 0,1 0 0 0 0,-1-1 0 0 0,1 1 0 0 0,0-1 0 0 0,-1 0 0 0 0,1 1 0 0 0,0-1 0 0 0,-1 0 0 0 0,4-1 0 0 0,6-1 13 0 0,1 0 0 0 0,-1-1 0 0 0,1 0 0 0 0,13-7 0 0 0,-6 2-24 0 0,-1-1-1 0 0,0 0 0 0 0,-1-2 0 0 0,0 0 1 0 0,-1-1-1 0 0,0-1 0 0 0,26-25 0 0 0,-22 16-28 0 0,-1-2-1 0 0,-1 0 0 0 0,-1-1 1 0 0,24-45-1 0 0,-9 2-36 0 0,-4-1 0 0 0,-3-1 0 0 0,26-110 0 0 0,4-90 17 0 0,-56 260 40 0 0,-6 13 3 0 0,-7 16 21 0 0,-39 103 91 0 0,-61 212-1 0 0,109-319-83 0 0,-23 105 130 0 0,25-108-136 0 0,1 1 1 0 0,0-1-1 0 0,1 0 0 0 0,0 1 0 0 0,1-1 0 0 0,0 1 0 0 0,6 19 1 0 0,-7-29-16 0 0,1 0 0 0 0,0 0 0 0 0,1-1 0 0 0,-1 1 0 0 0,0 0 0 0 0,1-1 0 0 0,0 1 0 0 0,-1 0 0 0 0,1-1 0 0 0,0 0 0 0 0,1 1 0 0 0,-1-1 0 0 0,0 0 0 0 0,0 0 0 0 0,1-1 0 0 0,5 4 0 0 0,-4-3 3 0 0,1 0 0 0 0,-1 0 0 0 0,1-1-1 0 0,0 0 1 0 0,0 0 0 0 0,-1 0 0 0 0,1 0 0 0 0,0-1-1 0 0,9 0 1 0 0,-2-1-18 0 0,1-1-1 0 0,-1 0 1 0 0,-1 0-1 0 0,1-2 1 0 0,0 1-1 0 0,-1-1 1 0 0,21-11 0 0 0,-11 2-28 0 0,-1 0 1 0 0,0-2-1 0 0,-1 0 1 0 0,0-2-1 0 0,-1 0 1 0 0,-1-1-1 0 0,-1 0 1 0 0,-1-1-1 0 0,0-1 1 0 0,-2-1-1 0 0,20-37 1 0 0,-2-11-53 0 0,-2-1 0 0 0,28-108 0 0 0,-49 140 63 0 0,-8 33 30 0 0,-6 24 4 0 0,-58 182 152 0 0,-46 130 403 0 0,90-260-136 0 0,20-70-383 0 0,1-1-40 0 0,1 0-1 0 0,0-1 1 0 0,0 0-1 0 0,0 1 1 0 0,-1-1 0 0 0,1 0-1 0 0,0 0 1 0 0,-1 1 0 0 0,1-1-1 0 0,-1-1 1 0 0,1 1-1 0 0,-1 0 1 0 0,0 0 0 0 0,2-2-1 0 0,22-24-59 0 0,-18 18 29 0 0,27-30-80 0 0,64-56 1 0 0,-88 86 99 0 0,2 0 0 0 0,-1 0 0 0 0,1 1-1 0 0,0 1 1 0 0,1 0 0 0 0,0 1 0 0 0,0 0 0 0 0,1 1 0 0 0,-1 1-1 0 0,28-6 1 0 0,-38 10 10 0 0,0 0 1 0 0,-1 0-1 0 0,1 0 0 0 0,0 0 0 0 0,0 0 1 0 0,0 1-1 0 0,0-1 0 0 0,-1 1 0 0 0,1 0 1 0 0,0 0-1 0 0,-1 0 0 0 0,1 0 0 0 0,0 0 1 0 0,-1 1-1 0 0,1-1 0 0 0,-1 1 0 0 0,0-1 0 0 0,0 1 1 0 0,1 0-1 0 0,-1 0 0 0 0,0 0 0 0 0,-1 0 1 0 0,1 1-1 0 0,0-1 0 0 0,-1 0 0 0 0,1 1 1 0 0,-1-1-1 0 0,0 1 0 0 0,2 4 0 0 0,0 1 16 0 0,0-1 0 0 0,-1 1 1 0 0,0 0-1 0 0,-1-1 0 0 0,0 1 0 0 0,0 0 0 0 0,0 0 0 0 0,-1 0 0 0 0,-1 9 0 0 0,-19 105 199 0 0,18-111-197 0 0,1-8-14 0 0,0-1-1 0 0,1 1 1 0 0,-1 0-1 0 0,1-1 1 0 0,0 1 0 0 0,0 0-1 0 0,0-1 1 0 0,0 1-1 0 0,0 0 1 0 0,1-1 0 0 0,-1 1-1 0 0,1-1 1 0 0,0 4 0 0 0,0-5-2 0 0,0 0-1 0 0,0 0 1 0 0,0 0 0 0 0,0-1 0 0 0,0 1 0 0 0,0 0 0 0 0,0-1 0 0 0,0 1 0 0 0,0-1 0 0 0,0 1 0 0 0,0-1 0 0 0,0 0 0 0 0,1 1 0 0 0,-1-1 0 0 0,0 0 0 0 0,0 0 0 0 0,0 0 0 0 0,1 0-1 0 0,-1 0 1 0 0,0 0 0 0 0,0 0 0 0 0,0 0 0 0 0,0 0 0 0 0,1 0 0 0 0,-1-1 0 0 0,2 0 0 0 0,-2 1-8 0 0,11-3-9 0 0,-1 0 1 0 0,1-1-1 0 0,-1 0 0 0 0,-1-1 1 0 0,1 0-1 0 0,0-1 1 0 0,-1 0-1 0 0,15-13 1 0 0,1-2-50 0 0,39-41 1 0 0,-49 44 49 0 0,-1 0-1 0 0,-1 0 1 0 0,0-2-1 0 0,-1 0 1 0 0,-2 0-1 0 0,0-1 1 0 0,16-42-1 0 0,-27 62 15 0 0,0 1 0 0 0,0 0 0 0 0,0 0-1 0 0,0 0 1 0 0,0-1 0 0 0,0 1 0 0 0,0 0-1 0 0,0 0 1 0 0,0-1 0 0 0,0 1 0 0 0,0 0-1 0 0,0 0 1 0 0,0 0 0 0 0,-1-1 0 0 0,1 1-1 0 0,0 0 1 0 0,0 0 0 0 0,0 0 0 0 0,0-1-1 0 0,0 1 1 0 0,-1 0 0 0 0,1 0 0 0 0,0 0-1 0 0,0 0 1 0 0,0 0 0 0 0,0-1 0 0 0,-1 1-1 0 0,1 0 1 0 0,0 0 0 0 0,0 0 0 0 0,-1 0-1 0 0,1 0 1 0 0,0 0 0 0 0,0 0 0 0 0,0 0-1 0 0,-1 0 1 0 0,1 0 0 0 0,0 0 0 0 0,0 0-1 0 0,-1 0 1 0 0,1 0 0 0 0,0 0 0 0 0,0 0-1 0 0,0 0 1 0 0,-1 0 0 0 0,-12 4-9 0 0,-3 11 40 0 0,0 1-1 0 0,2 0 1 0 0,0 1-1 0 0,1 1 1 0 0,0 0-1 0 0,2 1 1 0 0,0 0-1 0 0,1 0 1 0 0,1 1-1 0 0,-8 28 1 0 0,16-45-24 0 0,0 0 1 0 0,0 0 0 0 0,0 1 0 0 0,1-1 0 0 0,-1 0 0 0 0,1 1 0 0 0,0-1 0 0 0,0 1 0 0 0,0-1 0 0 0,0 0-1 0 0,1 1 1 0 0,-1-1 0 0 0,1 0 0 0 0,0 1 0 0 0,0-1 0 0 0,0 0 0 0 0,0 0 0 0 0,1 0 0 0 0,1 3-1 0 0,-1-3-1 0 0,1 0-1 0 0,-1-1 1 0 0,1 0-1 0 0,0 1 1 0 0,0-1-1 0 0,-1 0 1 0 0,1 0-1 0 0,0-1 1 0 0,1 1-1 0 0,-1-1 1 0 0,0 1-1 0 0,0-1 1 0 0,1 0-1 0 0,-1 0 1 0 0,1 0-1 0 0,-1-1 1 0 0,7 1-1 0 0,10 0-262 0 0,0 0-1 0 0,0-2 0 0 0,-1 0 1 0 0,29-6-1 0 0,-15 0-2097 0 0,56-21 0 0 0,-48 13 233 0 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8:53.2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203 21 1376 0 0,'-65'12'4322'0'0,"-70"16"1188"0"0,133-27-5188 0 0,5-1-272 0 0,32-5-1544 0 0,0-2 0 0 0,61-21 1 0 0,-66 19-256 0 0,13-4-1197 0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8:54.9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386 586 624 0 0,'0'0'1454'0'0,"-2"-14"1628"0"0,3-8-1321 0 0,0 17-1427 0 0,-1 0 0 0 0,1-1 0 0 0,-1 1 0 0 0,0-1-1 0 0,-1 1 1 0 0,1-1 0 0 0,-1 1 0 0 0,0-1-1 0 0,-1 1 1 0 0,1 0 0 0 0,-1 0 0 0 0,0-1-1 0 0,0 1 1 0 0,-1 1 0 0 0,-4-8 0 0 0,3 9-182 0 0,1 2-128 0 0,0 0 0 0 0,0 0 0 0 0,0 0 0 0 0,0 0 0 0 0,0 1 0 0 0,0-1 0 0 0,0 1 0 0 0,0 0 0 0 0,0 0 0 0 0,-1 0 0 0 0,1 0 0 0 0,0 0 0 0 0,0 1 0 0 0,0 0 0 0 0,0-1 0 0 0,0 1 0 0 0,0 0 0 0 0,0 1 0 0 0,0-1 0 0 0,0 0 0 0 0,-4 4 0 0 0,-4 0 8 0 0,-15 9-47 0 0,1 0 1 0 0,0 2 0 0 0,0 0-1 0 0,2 2 1 0 0,0 1-1 0 0,1 1 1 0 0,-36 43 0 0 0,52-57 33 0 0,1 1 0 0 0,-1-1 1 0 0,2 1-1 0 0,-1 1 0 0 0,1-1 1 0 0,0 1-1 0 0,1-1 0 0 0,-1 1 1 0 0,2 0-1 0 0,-1 0 0 0 0,1 1 1 0 0,-2 14-1 0 0,4-21-17 0 0,1 1 0 0 0,-1 0 0 0 0,1-1 0 0 0,0 1 0 0 0,-1-1 0 0 0,1 1 0 0 0,0-1 1 0 0,0 1-1 0 0,1-1 0 0 0,-1 0 0 0 0,0 1 0 0 0,1-1 0 0 0,0 0 0 0 0,-1 0 0 0 0,1 0 0 0 0,0 0 0 0 0,0 0 0 0 0,0-1 1 0 0,0 1-1 0 0,0-1 0 0 0,1 1 0 0 0,-1-1 0 0 0,0 0 0 0 0,1 0 0 0 0,-1 0 0 0 0,1 0 0 0 0,-1 0 0 0 0,1 0 0 0 0,4 0 1 0 0,1 1-13 0 0,1 0 0 0 0,0-1 0 0 0,0 0 1 0 0,0-1-1 0 0,-1 1 0 0 0,1-2 0 0 0,14-1 1 0 0,-11-1-17 0 0,0-1 1 0 0,0 0 0 0 0,-1 0 0 0 0,1-1 0 0 0,-1-1 0 0 0,-1 0 0 0 0,1 0-1 0 0,-1-1 1 0 0,0 0 0 0 0,0-1 0 0 0,-1 0 0 0 0,0-1 0 0 0,12-14 0 0 0,6-12 69 0 0,-1-2 0 0 0,29-54 0 0 0,-28 44 44 0 0,-26 46-87 0 0,10-14-98 0 0,-7 14-3 0 0,-2 11-19 0 0,-8 64 39 0 0,-2 7 140 0 0,8-72-35 0 0,0-1 1 0 0,1 1-1 0 0,0-1 1 0 0,0 0-1 0 0,1 1 1 0 0,0-1-1 0 0,4 11 1 0 0,-4-16-27 0 0,-1 1 1 0 0,1-1 0 0 0,0 1-1 0 0,1-1 1 0 0,-1 0 0 0 0,1 0-1 0 0,-1 0 1 0 0,1 0-1 0 0,0 0 1 0 0,0-1 0 0 0,0 1-1 0 0,0-1 1 0 0,1 0-1 0 0,-1 0 1 0 0,1 0 0 0 0,-1 0-1 0 0,1 0 1 0 0,0-1-1 0 0,0 0 1 0 0,-1 0 0 0 0,1 0-1 0 0,0 0 1 0 0,0 0 0 0 0,0-1-1 0 0,0 0 1 0 0,0 0-1 0 0,0 0 1 0 0,0 0 0 0 0,0-1-1 0 0,4 0 1 0 0,2-1-14 0 0,-1 0-1 0 0,0 0 1 0 0,0-1 0 0 0,1 0 0 0 0,-1-1 0 0 0,-1 0 0 0 0,1 0-1 0 0,-1-1 1 0 0,0 0 0 0 0,0 0 0 0 0,11-10 0 0 0,0-5 36 0 0,-1-1-1 0 0,-2-1 1 0 0,0 0 0 0 0,-1-1 0 0 0,-1-1-1 0 0,-2 0 1 0 0,0 0 0 0 0,-2-1 0 0 0,0-1-1 0 0,6-29 1 0 0,-15 51-24 0 0,0 1 1 0 0,-1-1-1 0 0,1 0 0 0 0,-1 0 1 0 0,0 1-1 0 0,0-1 0 0 0,0 0 0 0 0,-1 0 1 0 0,0-4-1 0 0,0 7-43 0 0,-3-2 54 0 0,4 3-12 0 0,0 0 1 0 0,0-1 0 0 0,-1 1 0 0 0,1 0 0 0 0,0 0 0 0 0,0-1 0 0 0,-1 1 0 0 0,1 0-1 0 0,0 0 1 0 0,0-1 0 0 0,-1 1 0 0 0,1 0 0 0 0,0 0 0 0 0,-1 0 0 0 0,1 0 0 0 0,0 0 0 0 0,-1-1-1 0 0,1 1 1 0 0,0 0 0 0 0,-1 0 0 0 0,1 0 0 0 0,0 0 0 0 0,-1 0 0 0 0,1 0 0 0 0,-1 0 0 0 0,0 0-1 0 0,-1 1 1 0 0,1-1-1 0 0,0 0 1 0 0,-1 1-1 0 0,1-1 1 0 0,0 1-1 0 0,0 0 1 0 0,0-1 0 0 0,-1 1-1 0 0,1 0 1 0 0,0 0-1 0 0,0-1 1 0 0,0 1-1 0 0,0 0 1 0 0,0 0 0 0 0,0 0-1 0 0,0 1 1 0 0,1-1-1 0 0,-1 0 1 0 0,0 0-1 0 0,1 0 1 0 0,-1 0-1 0 0,1 1 1 0 0,-1-1 0 0 0,1 0-1 0 0,-1 1 1 0 0,1-1-1 0 0,0 0 1 0 0,0 1-1 0 0,-1 1 1 0 0,1 0 3 0 0,0-1 0 0 0,0 0 0 0 0,0 0 0 0 0,1 0 0 0 0,-1 1 0 0 0,0-1 0 0 0,1 0 0 0 0,-1 0 0 0 0,1 0 0 0 0,0 0 0 0 0,0 0-1 0 0,0 0 1 0 0,0 0 0 0 0,0 0 0 0 0,0 0 0 0 0,0-1 0 0 0,1 1 0 0 0,2 3 0 0 0,2-1-4 0 0,-1-1-1 0 0,1 1 1 0 0,0-1-1 0 0,0 0 1 0 0,0-1-1 0 0,1 0 1 0 0,-1 0-1 0 0,0 0 1 0 0,1 0-1 0 0,0-1 1 0 0,12 0-1 0 0,-7 0-15 0 0,0-1-1 0 0,0-1 1 0 0,0 0-1 0 0,0 0 1 0 0,21-7-1 0 0,-20 3-2 0 0,-1 0-1 0 0,1-1 1 0 0,-1-1-1 0 0,-1 0 0 0 0,1 0 1 0 0,19-17-1 0 0,11-8-85 0 0,-41 31 86 0 0,-13 17-123 0 0,-21 20 67 0 0,2 1 1 0 0,1 2-1 0 0,-32 56 0 0 0,57-86 86 0 0,0-1-1 0 0,0 1 0 0 0,1-1 0 0 0,0 1 0 0 0,0 1 0 0 0,1-1 0 0 0,0 0 0 0 0,1 1 0 0 0,0-1 0 0 0,0 11 0 0 0,2-19-4 0 0,0 0 0 0 0,0-1 0 0 0,1 1 0 0 0,-1 0 0 0 0,0 0 0 0 0,1-1 0 0 0,-1 1 1 0 0,1 0-1 0 0,-1-1 0 0 0,1 1 0 0 0,-1 0 0 0 0,1-1 0 0 0,-1 1 0 0 0,1-1 0 0 0,0 1 0 0 0,-1-1 0 0 0,1 1 0 0 0,0-1 0 0 0,0 1 0 0 0,-1-1 0 0 0,1 0 0 0 0,0 1 0 0 0,0-1 0 0 0,-1 0 0 0 0,1 0 0 0 0,0 0 0 0 0,0 1 0 0 0,0-1 0 0 0,0 0 0 0 0,1 0 0 0 0,24 1 16 0 0,-25-1-19 0 0,9-2 6 0 0,1 1 0 0 0,-1-1 0 0 0,1-1 0 0 0,-1 0 0 0 0,0 0 1 0 0,0-1-1 0 0,0-1 0 0 0,14-7 0 0 0,0-3 5 0 0,44-35 0 0 0,-37 22-190 0 0,-1-1 0 0 0,-1-1 0 0 0,-2-1 0 0 0,44-68 0 0 0,-31 34-101 0 0,55-125 1 0 0,-86 171 248 0 0,5-11 13 0 0,-2-1 0 0 0,15-53 0 0 0,-27 84 17 0 0,0 0 1 0 0,0 0-1 0 0,0-1 1 0 0,1 1-1 0 0,-1 0 1 0 0,0 0-1 0 0,0-1 1 0 0,0 1-1 0 0,0 0 1 0 0,0-1-1 0 0,0 1 1 0 0,0 0-1 0 0,0 0 1 0 0,0-1-1 0 0,0 1 0 0 0,0 0 1 0 0,0 0-1 0 0,0-1 1 0 0,0 1-1 0 0,0 0 1 0 0,0-1-1 0 0,0 1 1 0 0,0 0-1 0 0,0 0 1 0 0,0-1-1 0 0,0 1 1 0 0,-1 0-1 0 0,1 0 1 0 0,0-1-1 0 0,0 1 0 0 0,0 0 1 0 0,0 0-1 0 0,-1-1 1 0 0,1 1-1 0 0,0 0 1 0 0,0 0-1 0 0,-1-1 1 0 0,-9 9 8 0 0,-9 17 19 0 0,-8 25 13 0 0,2 0 0 0 0,3 2 0 0 0,-19 65 0 0 0,33-93-17 0 0,-12 33 47 0 0,4 0 0 0 0,-18 108-1 0 0,33-158-53 0 0,0-1-1 0 0,1 1 0 0 0,0-1 0 0 0,0 1 0 0 0,1-1 0 0 0,1 10 1 0 0,-1-14-13 0 0,-1 0 1 0 0,1-1 0 0 0,0 1 0 0 0,-1 0 0 0 0,1 0 0 0 0,0-1 0 0 0,0 1 0 0 0,0 0-1 0 0,0-1 1 0 0,0 1 0 0 0,0-1 0 0 0,1 0 0 0 0,-1 1 0 0 0,0-1 0 0 0,1 0 0 0 0,-1 0-1 0 0,1 0 1 0 0,0 0 0 0 0,-1 0 0 0 0,1 0 0 0 0,0 0 0 0 0,-1 0 0 0 0,1-1 0 0 0,0 1-1 0 0,0-1 1 0 0,0 1 0 0 0,-1-1 0 0 0,4 1 0 0 0,3-1-3 0 0,-1-1 0 0 0,1 0 1 0 0,0 0-1 0 0,-1 0 0 0 0,1-1 0 0 0,-1 0 0 0 0,1 0 0 0 0,-1-1 1 0 0,0 0-1 0 0,0 0 0 0 0,0-1 0 0 0,-1 0 0 0 0,1 0 0 0 0,-1-1 1 0 0,0 1-1 0 0,7-8 0 0 0,12-12 10 0 0,-1-1-1 0 0,28-38 1 0 0,-38 46-24 0 0,76-109-63 0 0,-89 125 44 0 0,0 1 16 0 0,-1 1 16 0 0,0-1 1 0 0,1 1 0 0 0,-1-1-1 0 0,0 1 1 0 0,1-1 0 0 0,-1 1-1 0 0,0-1 1 0 0,0 1 0 0 0,0-1 0 0 0,1 1-1 0 0,-1-1 1 0 0,0 1 0 0 0,0-1-1 0 0,0 1 1 0 0,0 0 0 0 0,0-1-1 0 0,0 1 1 0 0,0-1 0 0 0,0 1-1 0 0,0-1 1 0 0,0 1 0 0 0,-1 0-1 0 0,-2 20-11 0 0,2-15 17 0 0,-14 64-20 0 0,-8 56 26 0 0,23-125-9 0 0,0-1 1 0 0,0 1-1 0 0,0 0 1 0 0,0-1 0 0 0,0 1-1 0 0,0-1 1 0 0,0 1-1 0 0,0 0 1 0 0,0-1 0 0 0,0 1-1 0 0,0-1 1 0 0,0 1-1 0 0,0 0 1 0 0,1-1 0 0 0,-1 1-1 0 0,0-1 1 0 0,0 1-1 0 0,1-1 1 0 0,-1 1 0 0 0,0-1-1 0 0,1 1 1 0 0,-1-1-1 0 0,0 1 1 0 0,1-1 0 0 0,-1 0-1 0 0,1 1 1 0 0,-1-1-1 0 0,2 1 1 0 0,-1-1-2 0 0,0 1 1 0 0,1-1-1 0 0,-1 1 0 0 0,1-1 0 0 0,-1 0 1 0 0,1 0-1 0 0,-1 0 0 0 0,1 0 0 0 0,-1 0 0 0 0,0 0 1 0 0,3-1-1 0 0,34-11-205 0 0,-26 6-641 0 0,0 0 1 0 0,0-1-1 0 0,0-1 0 0 0,-1 0 0 0 0,0 0 0 0 0,16-17 0 0 0,-6 3-1871 0 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8:55.1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61 1392 0 0,'-14'-18'4437'0'0,"-7"-6"-1931"0"0,20 23-2268 0 0,-7-8 71 0 0,-8 1-5449 0 0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8:55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0 504 0 0,'-61'37'6525'0'0,"60"-36"-6136"0"0,1 0-373 0 0,1 0 1 0 0,-1 0-1 0 0,1-1 0 0 0,-1 1 1 0 0,1 0-1 0 0,-1 0 0 0 0,1-1 1 0 0,-1 1-1 0 0,1 0 0 0 0,0-1 1 0 0,-1 1-1 0 0,1-1 0 0 0,0 1 1 0 0,0-1-1 0 0,-1 1 0 0 0,1-1 1 0 0,0 1-1 0 0,0-1 0 0 0,0 0 1 0 0,-1 1-1 0 0,1-1 0 0 0,0 0 0 0 0,0 0 1 0 0,0 0-1 0 0,0 1 0 0 0,0-1 1 0 0,0 0-1 0 0,1-1 0 0 0,0 2-10 0 0,17 1-85 0 0,0-1-1 0 0,0-1 0 0 0,0-1 1 0 0,21-3-1 0 0,76-17-2985 0 0,-104 18 2523 0 0,29-5-946 0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8:56.3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590 12 1376 0 0,'10'-8'7048'0'0,"-9"7"-6452"0"0,1 0 1 0 0,-1 1-1 0 0,3-1 1 0 0,-3 3-493 0 0,0 1 1 0 0,-1 0 0 0 0,1 0 0 0 0,0-1 0 0 0,-1 1-1 0 0,0 0 1 0 0,0 0 0 0 0,0 0 0 0 0,0 0-1 0 0,0-1 1 0 0,-1 4 0 0 0,-8 41 1027 0 0,5-27-770 0 0,-96 397 1730 0 0,72-314-2006 0 0,-45 149 449 0 0,-11-3 0 0 0,-119 241 0 0 0,97-256 629 0 0,106-233-1156 0 0,0-1 1 0 0,-1 1-1 0 0,1-1 0 0 0,0 1 1 0 0,-1-1-1 0 0,1 1 1 0 0,0-1-1 0 0,0 1 0 0 0,-1 0 1 0 0,1-1-1 0 0,0 1 1 0 0,0-1-1 0 0,0 1 1 0 0,0 0-1 0 0,0-1 0 0 0,0 1 1 0 0,0-1-1 0 0,0 1 1 0 0,0 0-1 0 0,0-1 1 0 0,0 1-1 0 0,1-1 0 0 0,-1 1 1 0 0,0-1-1 0 0,0 1 1 0 0,0-1-1 0 0,1 1 0 0 0,0 1 1 0 0,0-2-3 0 0,-1 0 1 0 0,1 1-1 0 0,0-1 1 0 0,0 1-1 0 0,0-1 1 0 0,0 0 0 0 0,0 1-1 0 0,0-1 1 0 0,0 0-1 0 0,0 0 1 0 0,0 0-1 0 0,0 0 1 0 0,0 0-1 0 0,0 0 1 0 0,1 0-1 0 0,4-1 7 0 0,0 0 0 0 0,0 0 0 0 0,-1-1 0 0 0,9-3-1 0 0,12-8 13 0 0,-2-2 0 0 0,0 0-1 0 0,0-1 1 0 0,-2-2 0 0 0,32-30-1 0 0,-21 14 54 0 0,-1-2-1 0 0,39-58 0 0 0,-59 76-105 0 0,0 0 0 0 0,-2-1 1 0 0,0-1-1 0 0,-2 1 1 0 0,0-1-1 0 0,-1-1 0 0 0,-1 0 1 0 0,-1 1-1 0 0,0-2 0 0 0,-2 1 1 0 0,1-34-1 0 0,-4 40-3 0 0,-1-1-1 0 0,0 1 1 0 0,-1 0 0 0 0,-1 0 0 0 0,0 0-1 0 0,-1 0 1 0 0,-1 1 0 0 0,0-1 0 0 0,-1 1-1 0 0,0 0 1 0 0,-1 1 0 0 0,-1 0-1 0 0,0 0 1 0 0,-1 0 0 0 0,-1 1 0 0 0,-21-22-1 0 0,8 14-13 0 0,-38-26 0 0 0,-12-8-44 0 0,63 45 11 0 0,8 8 21 0 0,0 0 0 0 0,0 0 0 0 0,1-1 0 0 0,-1 1 0 0 0,0-1 0 0 0,1 1 0 0 0,-1-1 0 0 0,1 0 0 0 0,0 1 0 0 0,0-1 0 0 0,0 0 0 0 0,-1-2 0 0 0,2 3 20 0 0,0 0 0 0 0,0 1 0 0 0,0-1-1 0 0,0 0 1 0 0,0 1 0 0 0,0-1 0 0 0,0 0 0 0 0,0 1-1 0 0,1-1 1 0 0,-1 0 0 0 0,0 1 0 0 0,0-1 0 0 0,1 1-1 0 0,-1-1 1 0 0,0 0 0 0 0,1 1 0 0 0,-1-1 0 0 0,1 1-1 0 0,-1-1 1 0 0,1 1 0 0 0,-1-1 0 0 0,1 1-1 0 0,-1 0 1 0 0,1-1 0 0 0,0 0 0 0 0,15-8-775 0 0,68-27-2645 0 0,105-49-2638 0 0,-162 71 5780 0 0,-1-2-1 0 0,-1 0 1 0 0,-1-1-1 0 0,41-39 1 0 0,-45 34 1528 0 0,-1-1 0 0 0,-1-1 0 0 0,-2-1 0 0 0,0-1 0 0 0,19-41 0 0 0,-35 65-723 0 0,-8 25-361 0 0,-7 19-174 0 0,-21 75-169 0 0,32-102 197 0 0,2 1 0 0 0,-1-1 0 0 0,2 0 0 0 0,0 1 0 0 0,2 27 0 0 0,-1-42-21 0 0,0 0 0 0 0,1 0 1 0 0,-1 0-1 0 0,0 1 0 0 0,0-1 0 0 0,1 0 1 0 0,-1 0-1 0 0,0 0 0 0 0,1 0 0 0 0,-1 0 1 0 0,1 0-1 0 0,-1 0 0 0 0,1 0 1 0 0,0 0-1 0 0,-1-1 0 0 0,1 1 0 0 0,0 0 1 0 0,0 0-1 0 0,0 0 0 0 0,-1-1 0 0 0,1 1 1 0 0,0 0-1 0 0,0-1 0 0 0,0 1 0 0 0,0-1 1 0 0,0 1-1 0 0,0-1 0 0 0,0 0 1 0 0,0 1-1 0 0,0-1 0 0 0,1 0 0 0 0,-1 0 1 0 0,0 0-1 0 0,0 1 0 0 0,0-1 0 0 0,0 0 1 0 0,0-1-1 0 0,0 1 0 0 0,0 0 0 0 0,1 0 1 0 0,-1 0-1 0 0,0-1 0 0 0,2 0 1 0 0,1 0-595 0 0,1-1 0 0 0,0 0 1 0 0,0 0-1 0 0,-1 0 1 0 0,1 0-1 0 0,-1-1 1 0 0,8-5-1 0 0,0-4-2317 0 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8:56.4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52 348 0 0,'-2'-5'808'0'0,"-1"-1"1"0"0,0 1-1 0 0,0 0 0 0 0,0 0 1 0 0,-7-8-1 0 0,9 12-787 0 0,0 0-1 0 0,1 0 1 0 0,-1 0 0 0 0,0 0-1 0 0,0 0 1 0 0,0 1-1 0 0,0-1 1 0 0,0 0 0 0 0,0 1-1 0 0,0-1 1 0 0,0 0-1 0 0,0 1 1 0 0,0-1 0 0 0,0 1-1 0 0,0 0 1 0 0,-1-1-1 0 0,1 1 1 0 0,0 0 0 0 0,0 0-1 0 0,0-1 1 0 0,-1 1-1 0 0,1 0 1 0 0,0 0 0 0 0,0 1-1 0 0,0-1 1 0 0,-1 0 0 0 0,1 0-1 0 0,0 0 1 0 0,0 1-1 0 0,0-1 1 0 0,0 1 0 0 0,0-1-1 0 0,-1 1 1 0 0,1-1-1 0 0,0 1 1 0 0,0 0 0 0 0,-1 0-1 0 0,-1 2-212 0 0,0 1 1 0 0,1-1-1 0 0,-1 1 0 0 0,1-1 0 0 0,-1 1 1 0 0,1 0-1 0 0,0 0 0 0 0,1 0 0 0 0,-1 0 0 0 0,1 0 1 0 0,0 1-1 0 0,0-1 0 0 0,0 0 0 0 0,0 1 0 0 0,1-1 1 0 0,-1 5-1 0 0,0 5-125 0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8:57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173 80 616 0 0,'14'3'4509'0'0,"-10"-3"-4024"0"0,-1-1-1 0 0,0 0 1 0 0,1 0-1 0 0,-1 0 1 0 0,0 0 0 0 0,1-1-1 0 0,-1 1 1 0 0,0-1-1 0 0,0 0 1 0 0,0 0-1 0 0,-1 0 1 0 0,1 0 0 0 0,0-1-1 0 0,-1 1 1 0 0,1-1-1 0 0,-1 1 1 0 0,0-1 0 0 0,0 0-1 0 0,3-6 1 0 0,-4 8-25 0 0,-1-1-350 0 0,0 1-1 0 0,0-1 1 0 0,0 1 0 0 0,0-1-1 0 0,0 1 1 0 0,0-1-1 0 0,-1 1 1 0 0,1-1-1 0 0,0 1 1 0 0,-1-1-1 0 0,1 1 1 0 0,-2-2 0 0 0,-4 3-100 0 0,0 0 1 0 0,1 1 0 0 0,-1-1 0 0 0,0 2 0 0 0,0-1 0 0 0,0 0 0 0 0,1 1 0 0 0,-1 0 0 0 0,1 0 0 0 0,0 1 0 0 0,-1 0 0 0 0,1 0 0 0 0,-7 5 0 0 0,-4 4-64 0 0,-1 0 0 0 0,-22 24 0 0 0,27-24 59 0 0,1 0 1 0 0,1 1 0 0 0,0 1-1 0 0,-9 16 1 0 0,16-25-44 0 0,-1 2 0 0 0,1-1 0 0 0,1 0 0 0 0,-1 1 0 0 0,1-1 0 0 0,0 1 1 0 0,0-1-1 0 0,1 1 0 0 0,0 0 0 0 0,0 0 0 0 0,1 0 0 0 0,0 11 0 0 0,1-15-19 0 0,-1-1 1 0 0,1 1-1 0 0,0 0 1 0 0,0-1-1 0 0,0 1 1 0 0,0-1-1 0 0,0 1 1 0 0,1-1-1 0 0,-1 1 1 0 0,1-1-1 0 0,-1 0 1 0 0,1 0-1 0 0,0 0 1 0 0,0 0-1 0 0,4 4 1 0 0,-1-3-126 0 0,-1 0 1 0 0,1 0-1 0 0,0-1 1 0 0,0 1 0 0 0,0-1-1 0 0,0 0 1 0 0,10 2 0 0 0,-2-2-312 0 0,0 0 1 0 0,0 0-1 0 0,0-1 1 0 0,0-1-1 0 0,1 0 0 0 0,14-3 1 0 0,-8-1-45 0 0,0 0 0 0 0,0-2 1 0 0,-1 0-1 0 0,1-1 0 0 0,-1-1 0 0 0,-1-1 0 0 0,1-1 1 0 0,-2 0-1 0 0,1-1 0 0 0,-2-1 0 0 0,19-16 1 0 0,-9 4 1015 0 0,43-50 0 0 0,12-35 4876 0 0,-69 87-3626 0 0,-10 16-1139 0 0,-9 13-361 0 0,-7 9-201 0 0,2 1 0 0 0,0 1 1 0 0,2-1-1 0 0,0 2 0 0 0,0-1 0 0 0,2 1 0 0 0,0 1 0 0 0,2 0 0 0 0,0 0 0 0 0,1 0 0 0 0,-4 34 1 0 0,8-52-23 0 0,1 1 1 0 0,0 0 0 0 0,0 0 0 0 0,0 0 0 0 0,0 0 0 0 0,0 0 0 0 0,1 0-1 0 0,-1-1 1 0 0,1 1 0 0 0,0 0 0 0 0,0 0 0 0 0,0 0 0 0 0,0-1 0 0 0,0 1 0 0 0,1-1-1 0 0,-1 1 1 0 0,1-1 0 0 0,-1 1 0 0 0,1-1 0 0 0,0 0 0 0 0,0 0 0 0 0,0 0-1 0 0,0 0 1 0 0,1 0 0 0 0,-1 0 0 0 0,0-1 0 0 0,1 1 0 0 0,-1-1 0 0 0,1 0 0 0 0,0 1-1 0 0,-1-1 1 0 0,1 0 0 0 0,0-1 0 0 0,3 2 0 0 0,0-1-325 0 0,0 0 0 0 0,0-1-1 0 0,0 0 1 0 0,1 0 0 0 0,-1 0 0 0 0,0-1 0 0 0,0 1 0 0 0,0-1 0 0 0,0-1-1 0 0,0 1 1 0 0,0-1 0 0 0,0 0 0 0 0,-1-1 0 0 0,1 1 0 0 0,6-5-1 0 0,5-6-2351 0 0,2-5-723 0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8:57.2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61 1484 0 0,'-3'-7'1079'0'0,"-1"0"0"0"0,0 1 0 0 0,0-1 0 0 0,0 1-1 0 0,-1 0 1 0 0,-9-10 0 0 0,13 16-892 0 0,0-1-179 0 0,1 1 0 0 0,0-1 0 0 0,-1 1 0 0 0,1 0 0 0 0,0-1 0 0 0,-1 1 0 0 0,1 0 0 0 0,0 0 0 0 0,-1-1 0 0 0,1 1 0 0 0,0 0 0 0 0,-1 0 0 0 0,1-1 0 0 0,-1 1 0 0 0,1 0 1 0 0,-1 0-1 0 0,1 0 0 0 0,-1 0 0 0 0,1 0 0 0 0,0 0 0 0 0,-1 0 0 0 0,1 0 0 0 0,-1 0 0 0 0,1 0 0 0 0,-1 0 0 0 0,1 0 0 0 0,-1 0 0 0 0,1 0 0 0 0,-1 0 0 0 0,1 0 0 0 0,0 1 0 0 0,-1-1 0 0 0,1 0 0 0 0,-1 0 0 0 0,1 0 0 0 0,0 1 0 0 0,-1-1 0 0 0,1 0 1 0 0,0 1-1 0 0,-1-1 0 0 0,1 0 0 0 0,0 1 0 0 0,-1-1 0 0 0,1 0 0 0 0,0 1 0 0 0,0-1 0 0 0,-1 0 0 0 0,1 1 0 0 0,0-1 0 0 0,0 1 0 0 0,-2 1-42 0 0,0 1 0 0 0,0-1 0 0 0,1 0 0 0 0,-1 1 0 0 0,1-1 0 0 0,0 1 0 0 0,-2 3 1 0 0,1 8-1327 0 0,0-1 1 0 0,1 1 0 0 0,1 22 0 0 0,2-22-162 0 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8:58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337 659 1892 0 0,'0'0'1746'0'0,"18"-13"4969"0"0,-35-5-4384 0 0,12 16-2250 0 0,0 0 0 0 0,0 0 0 0 0,0 0 0 0 0,0 1 0 0 0,0 0 0 0 0,0 0 0 0 0,-1 0 1 0 0,1 1-1 0 0,0-1 0 0 0,-1 1 0 0 0,1 1 0 0 0,0-1 0 0 0,-10 3 0 0 0,-36 11-3 0 0,20 0 22 0 0,18-8-96 0 0,0 1 1 0 0,0 1-1 0 0,1 0 0 0 0,0 0 0 0 0,0 1 0 0 0,0 1 1 0 0,2 0-1 0 0,-1 1 0 0 0,1 0 0 0 0,1 0 0 0 0,0 1 0 0 0,0 0 1 0 0,1 1-1 0 0,-10 23 0 0 0,17-34 1 0 0,1 0 0 0 0,-1 0 0 0 0,1 1 1 0 0,0-1-1 0 0,0 0 0 0 0,0 1 0 0 0,0-1 0 0 0,0 0 0 0 0,0 1 1 0 0,1-1-1 0 0,-1 0 0 0 0,1 0 0 0 0,-1 1 0 0 0,1-1 0 0 0,0 0 1 0 0,0 0-1 0 0,0 0 0 0 0,0 0 0 0 0,1 0 0 0 0,-1 0 0 0 0,0 0 1 0 0,1 0-1 0 0,-1-1 0 0 0,1 1 0 0 0,0 0 0 0 0,0-1 0 0 0,-1 1 1 0 0,1-1-1 0 0,0 0 0 0 0,0 0 0 0 0,4 2 0 0 0,0-1 13 0 0,0-1 0 0 0,0 1-1 0 0,1-1 1 0 0,-1-1 0 0 0,1 1-1 0 0,-1-1 1 0 0,1 0-1 0 0,-1-1 1 0 0,0 1 0 0 0,1-1-1 0 0,-1-1 1 0 0,0 1 0 0 0,1-1-1 0 0,-1 0 1 0 0,0 0 0 0 0,0-1-1 0 0,-1 0 1 0 0,7-4 0 0 0,10-5 5 0 0,-2-2 1 0 0,0-1 0 0 0,23-21 0 0 0,0-5-31 0 0,-25 23 163 0 0,33-26 0 0 0,-42 37-206 0 0,-9 7 48 0 0,0-1 0 0 0,0 1 0 0 0,1 0 1 0 0,-1 0-1 0 0,0-1 0 0 0,1 1 0 0 0,-1 0 1 0 0,0 0-1 0 0,1-1 0 0 0,-1 1 0 0 0,0 0 1 0 0,1 0-1 0 0,-1 0 0 0 0,0 0 0 0 0,1 0 1 0 0,-1 0-1 0 0,1 0 0 0 0,-1 0 0 0 0,0 0 1 0 0,1 0-1 0 0,-1 0 0 0 0,0 0 0 0 0,1 0 1 0 0,-1 0-1 0 0,1 0 0 0 0,-1 0 0 0 0,0 0 1 0 0,1 0-1 0 0,-1 0 0 0 0,0 0 0 0 0,1 1 1 0 0,0-1 0 0 0,-1 0 0 0 0,0 1 1 0 0,1-1-1 0 0,-1 1 0 0 0,0-1 0 0 0,1 0 1 0 0,-1 1-1 0 0,0-1 0 0 0,0 1 1 0 0,1-1-1 0 0,-1 0 0 0 0,0 1 0 0 0,0-1 1 0 0,0 1-1 0 0,1-1 0 0 0,-1 1 1 0 0,0-1-1 0 0,0 1 0 0 0,0-1 0 0 0,0 1 1 0 0,0-1-1 0 0,0 1 0 0 0,0-1 1 0 0,0 1-1 0 0,0-1 0 0 0,-1 2 0 0 0,1 0 1 0 0,-3 60 45 0 0,2-55-29 0 0,0 1-1 0 0,1-1 1 0 0,-1 1 0 0 0,1 0-1 0 0,1-1 1 0 0,0 1 0 0 0,0 0-1 0 0,0-1 1 0 0,1 0-1 0 0,5 14 1 0 0,-6-18 24 0 0,1-1-1 0 0,0 1 1 0 0,0-1 0 0 0,1 1 0 0 0,-1-1-1 0 0,0 0 1 0 0,1 1 0 0 0,0-1-1 0 0,-1-1 1 0 0,1 1 0 0 0,0 0-1 0 0,0-1 1 0 0,0 1 0 0 0,0-1-1 0 0,0 0 1 0 0,0 0 0 0 0,1 0 0 0 0,-1 0-1 0 0,0-1 1 0 0,0 1 0 0 0,5-1-1 0 0,2 1 96 0 0,0-1 0 0 0,1 0 0 0 0,-1-1 0 0 0,0 0 1 0 0,15-4-1 0 0,0-2-47 0 0,0-1 0 0 0,0-1 1 0 0,-1-1-1 0 0,0-1 1 0 0,35-22-1 0 0,-28 11-65 0 0,0 0 1 0 0,-1-2-1 0 0,32-35 1 0 0,-3-5-75 0 0,-4-3 0 0 0,75-119 0 0 0,-92 124-5 0 0,59-130 0 0 0,-93 185 56 0 0,-1-1 0 0 0,0 0 0 0 0,-1 0 0 0 0,0 0 1 0 0,0 0-1 0 0,1-12 0 0 0,-3 18 0 0 0,0 1 0 0 0,0-1 1 0 0,-1 1-1 0 0,1-1 0 0 0,0 0 1 0 0,0 1-1 0 0,-1-1 0 0 0,1 1 0 0 0,-1 0 1 0 0,0-1-1 0 0,1 1 0 0 0,-1-1 0 0 0,0 1 1 0 0,0 0-1 0 0,1-1 0 0 0,-3-1 1 0 0,1 2-1 0 0,1 0 1 0 0,-1 0-1 0 0,0 0 1 0 0,0 0 0 0 0,0 0-1 0 0,1 0 1 0 0,-1 1-1 0 0,0-1 1 0 0,0 1 0 0 0,0-1-1 0 0,0 1 1 0 0,0 0-1 0 0,0-1 1 0 0,0 1 0 0 0,0 0-1 0 0,-3 1 1 0 0,-9 0 18 0 0,0 1 1 0 0,1 1 0 0 0,-1 0-1 0 0,1 1 1 0 0,0 1-1 0 0,0 0 1 0 0,0 0-1 0 0,0 1 1 0 0,1 1 0 0 0,0 0-1 0 0,-13 11 1 0 0,-2 3 152 0 0,2 1 1 0 0,0 1 0 0 0,-31 38 0 0 0,38-39 81 0 0,1 1 0 0 0,1 1 0 0 0,1 0 1 0 0,1 1-1 0 0,1 0 0 0 0,-11 31 0 0 0,19-40-177 0 0,0 0 1 0 0,0 0-1 0 0,2 1 0 0 0,0 0 0 0 0,1-1 1 0 0,0 1-1 0 0,1 0 0 0 0,1 0 0 0 0,1 0 1 0 0,1 0-1 0 0,5 26 0 0 0,-3-31-202 0 0,1 0 0 0 0,0 0-1 0 0,1-1 1 0 0,0 0 0 0 0,0 0-1 0 0,1 0 1 0 0,1-1 0 0 0,0 0-1 0 0,0 0 1 0 0,1-1 0 0 0,0 0-1 0 0,15 10 1 0 0,7 4-1845 0 0,1-1 0 0 0,62 32-1 0 0,-38-27-2363 0 0,3-1-2131 0 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8:58.2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2644 0 0,'15'0'10057'0'0,"3"0"-8833"0"0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9:00.9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 1748 0 0,'0'0'4859'0'0,"-1"-1"-4526"0"0,1-1 1 0 0,0 1-1 0 0,0 0 1 0 0,1-1 0 0 0,-1 1-1 0 0,0 0 1 0 0,0-1 0 0 0,1 1-1 0 0,-1 0 1 0 0,0 0-1 0 0,1-1 1 0 0,0-1 0 0 0,2 5-331 0 0,0-1 1 0 0,-1 1 0 0 0,0 0 0 0 0,1 0 0 0 0,-1 0-1 0 0,0 0 1 0 0,0 0 0 0 0,0 0 0 0 0,0 0 0 0 0,0 1-1 0 0,0-1 1 0 0,-1 1 0 0 0,1-1 0 0 0,-1 1 0 0 0,0 0-1 0 0,2 4 1 0 0,19 51 53 0 0,0 14 152 0 0,24 141 0 0 0,-40-171-46 0 0,17 64 1 0 0,-22-105 33 0 0,-1-1-194 0 0,1 0-1 0 0,0 0 0 0 0,0 0 1 0 0,0-1-1 0 0,-1 1 1 0 0,1 0-1 0 0,0-1 1 0 0,-1 1-1 0 0,1-1 1 0 0,0 1-1 0 0,-1-1 1 0 0,1 1-1 0 0,-1-1 1 0 0,1 1-1 0 0,0-1 1 0 0,-1 1-1 0 0,0-1 0 0 0,1 0 1 0 0,-1 1-1 0 0,1-1 1 0 0,-1 0-1 0 0,1 0 1 0 0,7-21 14 0 0,-6 17-16 0 0,15-45-150 0 0,91-222-133 0 0,-107 270 279 0 0,0-1 0 0 0,1 1 0 0 0,-1 0 0 0 0,0-1 0 0 0,1 1 0 0 0,-1 0 0 0 0,1 0 0 0 0,-1 0 0 0 0,1 0 0 0 0,0 0 0 0 0,0 1 0 0 0,0-1 0 0 0,0 1 0 0 0,0-1 0 0 0,1 1 0 0 0,-1-1 0 0 0,0 1 0 0 0,1 0 0 0 0,-1 0 0 0 0,0 0 0 0 0,6 0 0 0 0,-5 1 2 0 0,0 0 0 0 0,0 0 0 0 0,0 1 0 0 0,0-1 0 0 0,0 1 1 0 0,0 0-1 0 0,0 0 0 0 0,0 0 0 0 0,0 1 0 0 0,0-1 0 0 0,0 1 0 0 0,-1-1 0 0 0,1 1 1 0 0,-1 0-1 0 0,1 0 0 0 0,-1 0 0 0 0,4 5 0 0 0,5 3-90 0 0,-3-1-682 0 0,1 0 0 0 0,20 15 1 0 0,-26-22 418 0 0,0 0 0 0 0,0 0 0 0 0,1-1 1 0 0,-1 1-1 0 0,0-1 0 0 0,1 1 0 0 0,-1-1 0 0 0,1 0 1 0 0,0 0-1 0 0,-1-1 0 0 0,1 1 0 0 0,0-1 0 0 0,0 0 1 0 0,-1 0-1 0 0,5 0 0 0 0,12-3-741 0 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9:02.1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211 89 1548 0 0,'1'-2'1286'0'0,"0"-3"-661"0"0,1 1 0 0 0,-1-1 0 0 0,0 0 0 0 0,0 0 0 0 0,0 1 0 0 0,-1-1 0 0 0,0-6 0 0 0,0 9-479 0 0,0-1 0 0 0,0 1 1 0 0,-1 0-1 0 0,1 0 1 0 0,-1-1-1 0 0,1 1 0 0 0,-1 0 1 0 0,0 0-1 0 0,0 0 1 0 0,0 0-1 0 0,0 0 0 0 0,0 0 1 0 0,-1 0-1 0 0,1 0 1 0 0,0 0-1 0 0,-1 0 1 0 0,-3-2-1 0 0,3 3-118 0 0,0 1 0 0 0,0-1 0 0 0,0 1 0 0 0,0 0 0 0 0,0 0 0 0 0,0-1 0 0 0,0 1 0 0 0,0 1 1 0 0,0-1-1 0 0,0 0 0 0 0,0 0 0 0 0,0 1 0 0 0,0 0 0 0 0,0-1 0 0 0,0 1 0 0 0,0 0 0 0 0,0 0 0 0 0,0 0 0 0 0,0 0 0 0 0,-2 2 0 0 0,-7 5 1 0 0,1 0 0 0 0,0 1 0 0 0,1 1 0 0 0,0-1 0 0 0,1 1 0 0 0,-1 1-1 0 0,2 0 1 0 0,0 0 0 0 0,0 0 0 0 0,-5 15 0 0 0,0 1 35 0 0,1 2-1 0 0,1-1 1 0 0,-8 42-1 0 0,16-61-53 0 0,1-1-1 0 0,0 1 0 0 0,0 0 0 0 0,1 0 1 0 0,0 0-1 0 0,0 0 0 0 0,1-1 0 0 0,0 1 0 0 0,1 0 1 0 0,0 0-1 0 0,3 9 0 0 0,-4-16-9 0 0,0-1 0 0 0,0 1 0 0 0,-1-1 1 0 0,1 0-1 0 0,0 0 0 0 0,1 1 0 0 0,-1-1 0 0 0,0 0 0 0 0,0 0 0 0 0,0 0 0 0 0,1 0 0 0 0,-1 0 1 0 0,0-1-1 0 0,1 1 0 0 0,-1 0 0 0 0,1-1 0 0 0,-1 1 0 0 0,1-1 0 0 0,-1 1 0 0 0,1-1 0 0 0,-1 1 1 0 0,1-1-1 0 0,0 0 0 0 0,-1 0 0 0 0,1 0 0 0 0,-1 0 0 0 0,1 0 0 0 0,0 0 0 0 0,-1-1 0 0 0,1 1 1 0 0,-1-1-1 0 0,1 1 0 0 0,2-2 0 0 0,1 1-4 0 0,1-2-1 0 0,-1 1 1 0 0,1 0 0 0 0,-1-1 0 0 0,0 0 0 0 0,0-1-1 0 0,7-5 1 0 0,-6 3-21 0 0,0-1 0 0 0,0-1 0 0 0,-1 1 0 0 0,0-1 0 0 0,0 0 0 0 0,0 0 0 0 0,-1-1 0 0 0,-1 1 0 0 0,1-1 0 0 0,-2 0 0 0 0,4-14 0 0 0,-1 0 162 0 0,-2-1 0 0 0,0 0-1 0 0,-1-29 1 0 0,-2 51-125 0 0,0-5 23 0 0,-2 12-7 0 0,2-2-18 0 0,-7 26 67 0 0,2 0 1 0 0,2 1-1 0 0,0 0 0 0 0,2 0 0 0 0,5 59 0 0 0,-3-82-71 0 0,-1-4-4 0 0,0-1 0 0 0,0 1 0 0 0,1-1 0 0 0,-1 1-1 0 0,1-1 1 0 0,-1 0 0 0 0,1 1 0 0 0,0-1 0 0 0,0 0 0 0 0,0 0-1 0 0,0 1 1 0 0,0-1 0 0 0,0 0 0 0 0,1 0 0 0 0,-1 0-1 0 0,1 0 1 0 0,-1-1 0 0 0,1 1 0 0 0,0 0 0 0 0,3 2-1 0 0,16 8-72 0 0,-15-11 60 0 0,-3-2-7 0 0,2 2-32 0 0,0-1-1 0 0,0 0 1 0 0,0 0-1 0 0,-1-1 1 0 0,1 1-1 0 0,0-1 1 0 0,0 0-1 0 0,0 0 1 0 0,-1-1-1 0 0,1 0 1 0 0,5-2-1 0 0,1-1-161 0 0,-1-1 0 0 0,1 0-1 0 0,11-9 1 0 0,-8 2 148 0 0,0 1 0 0 0,-1-2 0 0 0,-1 0-1 0 0,0 0 1 0 0,-1-1 0 0 0,0 0 0 0 0,-1-1 0 0 0,-1-1 0 0 0,-1 1 0 0 0,0-1 0 0 0,-1-1-1 0 0,-1 1 1 0 0,-1-1 0 0 0,0 0 0 0 0,4-32 0 0 0,-8-14 1382 0 0,-2 40-963 0 0,1 22-199 0 0,-1 3-150 0 0,-1-1-1 0 0,1 1 0 0 0,0-1 0 0 0,-1 1 1 0 0,1 0-1 0 0,0-1 0 0 0,0 1 0 0 0,0 0 1 0 0,-1 0-1 0 0,1 0 0 0 0,0 0 0 0 0,0 0 1 0 0,0 0-1 0 0,0 0 0 0 0,1 0 0 0 0,-1 1 1 0 0,0-1-1 0 0,0 0 0 0 0,1 0 0 0 0,-1 1 1 0 0,1-1-1 0 0,-1 1 0 0 0,0 1 0 0 0,-11 40 21 0 0,10-36-25 0 0,-1 8 13 0 0,0 1-1 0 0,1 0 1 0 0,0 24-1 0 0,2-38-11 0 0,0 0 0 0 0,1 0 0 0 0,-1 0 1 0 0,1 0-1 0 0,-1 0 0 0 0,1-1 0 0 0,-1 1 0 0 0,1 0 0 0 0,0 0 0 0 0,0 0 0 0 0,0 0 0 0 0,0-1 1 0 0,0 1-1 0 0,1-1 0 0 0,-1 1 0 0 0,0-1 0 0 0,1 1 0 0 0,-1-1 0 0 0,1 0 0 0 0,0 1 0 0 0,-1-1 1 0 0,1 0-1 0 0,0 0 0 0 0,-1 0 0 0 0,1 0 0 0 0,3 0 0 0 0,5 3 7 0 0,-1-2 0 0 0,0 1 1 0 0,1-2-1 0 0,9 2 0 0 0,-8-1-19 0 0,-1-2 13 0 0,-1 2-1 0 0,0-1 1 0 0,0 1-1 0 0,0 1 1 0 0,-1 0-1 0 0,1 0 0 0 0,-1 0 1 0 0,1 1-1 0 0,-1 1 1 0 0,9 5-1 0 0,-15-6 9 0 0,0-1 0 0 0,0 1-1 0 0,-1-1 1 0 0,1 1 0 0 0,-1 0 0 0 0,0-1 0 0 0,0 1-1 0 0,0 0 1 0 0,-1 0 0 0 0,1 0 0 0 0,-1 0-1 0 0,0 7 1 0 0,-1 5 147 0 0,-1 1 0 0 0,-1-1-1 0 0,-1 0 1 0 0,-10 31 0 0 0,5-19-41 0 0,8-24-109 0 0,-6 26 51 0 0,7-29-55 0 0,0 0 0 0 0,0 0 0 0 0,0 0 0 0 0,0 0 0 0 0,0 1 0 0 0,1-1 0 0 0,-1 0 0 0 0,0 0 0 0 0,1 0 0 0 0,-1 0 0 0 0,0 0 1 0 0,1 0-1 0 0,-1 0 0 0 0,1 0 0 0 0,0 0 0 0 0,-1 0 0 0 0,1 0 0 0 0,0 0 0 0 0,0 0 0 0 0,-1 0 0 0 0,3 1 0 0 0,-2-1 13 0 0,16-2-7 0 0,-14 1-9 0 0,5-1-41 0 0,0-1 0 0 0,0 0 0 0 0,0 0 0 0 0,-1-1 0 0 0,1 0 0 0 0,-1 0 0 0 0,11-6 1 0 0,-1-2-184 0 0,26-21 0 0 0,-27 19 35 0 0,-1-1 0 0 0,0-1-1 0 0,-1 0 1 0 0,-1-1-1 0 0,12-17 1 0 0,-17 20 182 0 0,0 0 0 0 0,-2 0-1 0 0,1-1 1 0 0,-2 1 0 0 0,0-1 0 0 0,0-1 0 0 0,3-23-1 0 0,-7 31 192 0 0,3-36 936 0 0,-4 41-1046 0 0,0-2 117 0 0,0 1-73 0 0,-4 12-94 0 0,-2 19 53 0 0,1 0 0 0 0,1 0-1 0 0,1 0 1 0 0,2 0 0 0 0,1 1 0 0 0,5 44-1 0 0,-3-63-21 0 0,0 0 1 0 0,1 0-1 0 0,7 18 0 0 0,-9-27-51 0 0,-1 0-3 0 0,1 0-1 0 0,0 0 1 0 0,-1 0 0 0 0,1 0 0 0 0,0 0 0 0 0,0 0 0 0 0,0 0 0 0 0,0-1 0 0 0,-1 1 0 0 0,1 0 0 0 0,0 0 0 0 0,0-1 0 0 0,1 1 0 0 0,-1-1 0 0 0,0 1 0 0 0,0-1 0 0 0,0 1 0 0 0,0-1 0 0 0,0 0-1 0 0,0 0 1 0 0,2 1 0 0 0,22-1-348 0 0,-18-2-302 0 0,0 0-1 0 0,0 0 1 0 0,0-1-1 0 0,-1 1 1 0 0,1-2-1 0 0,-1 1 0 0 0,0-1 1 0 0,0 0-1 0 0,0 0 1 0 0,10-9-1 0 0,2-4-3410 0 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9:02.3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28 1464 0 0,'-5'-4'706'0'0,"-1"0"0"0"0,0 1-1 0 0,0 0 1 0 0,0 0 0 0 0,0 1 0 0 0,0 0-1 0 0,-1 0 1 0 0,1 0 0 0 0,0 1 0 0 0,-9-1 0 0 0,13 2-685 0 0,1 0 0 0 0,-1 1 0 0 0,1-1 0 0 0,0 0 1 0 0,-1 1-1 0 0,1-1 0 0 0,0 1 0 0 0,0 0 0 0 0,-1-1 1 0 0,1 1-1 0 0,0 0 0 0 0,0 0 0 0 0,0 0 0 0 0,0 0 1 0 0,0 0-1 0 0,0 0 0 0 0,0 0 0 0 0,0 0 1 0 0,0 0-1 0 0,0 0 0 0 0,1 0 0 0 0,-2 2 0 0 0,-9 29-615 0 0,8-18-911 0 0,2 0 0 0 0,0 18 0 0 0,1-16-697 0 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9:02.9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331 91 1860 0 0,'5'-23'6419'0'0,"-6"20"-6170"0"0,0 0 0 0 0,0 0 0 0 0,-1-1 0 0 0,1 1 0 0 0,-1 0 0 0 0,1 0 0 0 0,-1 0 0 0 0,0 1 0 0 0,0-1-1 0 0,-1 0 1 0 0,1 1 0 0 0,0 0 0 0 0,-1-1 0 0 0,1 1 0 0 0,-1 0 0 0 0,0 0 0 0 0,0 0 0 0 0,0 1 0 0 0,0-1-1 0 0,0 1 1 0 0,-6-3 0 0 0,2 2-93 0 0,-1-1 0 0 0,1 1 0 0 0,-1 1 0 0 0,0-1 0 0 0,1 1 0 0 0,-1 1 0 0 0,0-1 0 0 0,-12 2 0 0 0,12 0-131 0 0,1 1-1 0 0,0 0 0 0 0,0 1 0 0 0,0-1 0 0 0,0 1 0 0 0,0 1 1 0 0,1-1-1 0 0,-1 1 0 0 0,1 0 0 0 0,0 1 0 0 0,0-1 0 0 0,0 1 1 0 0,-6 8-1 0 0,-2 3 10 0 0,-1 1 1 0 0,2 0 0 0 0,-13 23-1 0 0,21-32-23 0 0,1 0-1 0 0,0 0 1 0 0,0 1 0 0 0,0 0 0 0 0,1-1-1 0 0,1 1 1 0 0,0 0 0 0 0,0 0-1 0 0,0 1 1 0 0,1 10 0 0 0,0-17-9 0 0,2 1 0 0 0,-1-1 1 0 0,0 1-1 0 0,0-1 0 0 0,1 0 1 0 0,0 1-1 0 0,0-1 0 0 0,0 0 1 0 0,0 1-1 0 0,0-1 0 0 0,1 0 1 0 0,-1 0-1 0 0,1 0 1 0 0,0 0-1 0 0,0 0 0 0 0,0-1 1 0 0,0 1-1 0 0,1-1 0 0 0,-1 1 1 0 0,1-1-1 0 0,-1 0 0 0 0,1 0 1 0 0,0 0-1 0 0,0 0 0 0 0,0 0 1 0 0,0 0-1 0 0,0-1 0 0 0,0 0 1 0 0,7 2-1 0 0,-2-1-11 0 0,0 0 0 0 0,0-1-1 0 0,0 0 1 0 0,0 0 0 0 0,0-1-1 0 0,0 0 1 0 0,0-1 0 0 0,0 0-1 0 0,0 0 1 0 0,0 0 0 0 0,0-1 0 0 0,0-1-1 0 0,-1 1 1 0 0,1-1 0 0 0,-1 0-1 0 0,0-1 1 0 0,1 0 0 0 0,-2 0-1 0 0,1 0 1 0 0,0-1 0 0 0,-1 0 0 0 0,0 0-1 0 0,0-1 1 0 0,0 0 0 0 0,-1 0-1 0 0,0 0 1 0 0,0-1 0 0 0,-1 1-1 0 0,1-1 1 0 0,-1 0 0 0 0,-1-1 0 0 0,0 1-1 0 0,0 0 1 0 0,0-1 0 0 0,-1 0-1 0 0,0 0 1 0 0,1-8 0 0 0,4-67 34 0 0,-6 61-55 0 0,1 35 22 0 0,2 35 81 0 0,-4-24-32 0 0,2 0 0 0 0,0 0 0 0 0,7 24 0 0 0,-6-35-62 0 0,0-1 1 0 0,1 1-1 0 0,0-1 1 0 0,1-1-1 0 0,1 1 1 0 0,0-1-1 0 0,10 16 1 0 0,-13-24-146 0 0,0 0 1 0 0,0 0-1 0 0,-1 0 0 0 0,2-1 1 0 0,-1 0-1 0 0,0 1 1 0 0,0-1-1 0 0,1 0 1 0 0,-1-1-1 0 0,1 1 0 0 0,0 0 1 0 0,-1-1-1 0 0,1 0 1 0 0,0 0-1 0 0,0 0 1 0 0,0-1-1 0 0,0 1 0 0 0,0-1 1 0 0,0 0-1 0 0,4 0 1 0 0,0 0-502 0 0,0-1 0 0 0,-1 0 1 0 0,1-1-1 0 0,-1 1 0 0 0,0-1 1 0 0,1-1-1 0 0,-1 0 0 0 0,0 0 1 0 0,11-6-1 0 0,-1-4-2316 0 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9:03.9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3 335 224 0 0,'15'-60'3953'0'0,"-3"-1"1"0"0,7-89-1 0 0,-18 134-3227 0 0,1-16 863 0 0,-2 32-1577 0 0,0 0 0 0 0,0 0 0 0 0,0 0 1 0 0,0 0-1 0 0,0 0 0 0 0,-1 0 0 0 0,1 0 0 0 0,0 0 0 0 0,0 0 0 0 0,0 0 1 0 0,0 0-1 0 0,0 0 0 0 0,0 0 0 0 0,0 0 0 0 0,0 0 0 0 0,0 0 0 0 0,0 0 1 0 0,0 0-1 0 0,0 0 0 0 0,0 0 0 0 0,0 0 0 0 0,0 0 0 0 0,0 0 0 0 0,-1 0 1 0 0,1 0-1 0 0,0 0 0 0 0,0-1 0 0 0,0 1 0 0 0,0 0 0 0 0,0 0 0 0 0,0 0 1 0 0,0 0-1 0 0,0 0 0 0 0,0 0 0 0 0,0 0 0 0 0,0 0 0 0 0,0 0 0 0 0,0 0 1 0 0,0 0-1 0 0,0 0 0 0 0,0 0 0 0 0,0 0 0 0 0,0 0 0 0 0,-5 18 134 0 0,-6 37 269 0 0,-5 76 1 0 0,11-83-260 0 0,-3 26 69 0 0,3 0-1 0 0,7 101 1 0 0,-1-163-203 0 0,0 1 1 0 0,1-1 0 0 0,1 1-1 0 0,0-1 1 0 0,8 20 0 0 0,-10-29-19 0 0,0 0 0 0 0,1 0 1 0 0,-1 0-1 0 0,1 0 0 0 0,0 0 1 0 0,0 0-1 0 0,0-1 0 0 0,0 1 1 0 0,1-1-1 0 0,-1 1 0 0 0,1-1 1 0 0,-1 0-1 0 0,1 0 0 0 0,0 0 1 0 0,0 0-1 0 0,0-1 0 0 0,0 1 1 0 0,0-1-1 0 0,0 0 0 0 0,0 0 1 0 0,0 0-1 0 0,1 0 0 0 0,-1 0 1 0 0,0-1-1 0 0,1 1 0 0 0,-1-1 1 0 0,6 0-1 0 0,-3 0-13 0 0,1-1-1 0 0,-1 0 1 0 0,1 0-1 0 0,-1 0 1 0 0,0 0 0 0 0,1-1-1 0 0,-1 0 1 0 0,0 0 0 0 0,0-1-1 0 0,0 0 1 0 0,0 0 0 0 0,-1 0-1 0 0,1-1 1 0 0,-1 0-1 0 0,0 0 1 0 0,0 0 0 0 0,0-1-1 0 0,-1 1 1 0 0,0-1 0 0 0,1 0-1 0 0,-2 0 1 0 0,1-1 0 0 0,0 1-1 0 0,3-11 1 0 0,-4 10-9 0 0,-1 0-1 0 0,0-1 1 0 0,0 1 0 0 0,0-1-1 0 0,-1 1 1 0 0,0-1 0 0 0,0 0 0 0 0,-1 1-1 0 0,0-1 1 0 0,0 0 0 0 0,-1 1 0 0 0,0-1-1 0 0,0 0 1 0 0,0 1 0 0 0,-1-1-1 0 0,0 1 1 0 0,0-1 0 0 0,0 1 0 0 0,-1 0-1 0 0,0 0 1 0 0,-1 0 0 0 0,1 0 0 0 0,-1 1-1 0 0,0 0 1 0 0,0-1 0 0 0,-1 1-1 0 0,1 1 1 0 0,-1-1 0 0 0,0 1 0 0 0,-1-1-1 0 0,1 2 1 0 0,-1-1 0 0 0,-7-4-1 0 0,11 6 5 0 0,-16-4-78 0 0,16 5 61 0 0,1 1 28 0 0,0 1 1 0 0,0-1-1 0 0,0 0 0 0 0,0 1 0 0 0,0-1 0 0 0,0 1 1 0 0,0-1-1 0 0,0 1 0 0 0,0-1 0 0 0,0 1 1 0 0,0-1-1 0 0,1 1 0 0 0,-1 0 0 0 0,-1 1 0 0 0,2-2 3 0 0,0 0 0 0 0,0 0 0 0 0,0 0-1 0 0,0 1 1 0 0,0-1 0 0 0,0 0 0 0 0,-1 0-1 0 0,1 1 1 0 0,0-1 0 0 0,0 0 0 0 0,0 0-1 0 0,0 0 1 0 0,0 1 0 0 0,0-1 0 0 0,0 0-1 0 0,0 0 1 0 0,0 0 0 0 0,0 1 0 0 0,1-1-1 0 0,-1 0 1 0 0,0 0 0 0 0,0 1 0 0 0,0-1-1 0 0,0 0 1 0 0,0 0 0 0 0,0 0 0 0 0,0 0-1 0 0,0 1 1 0 0,1-1 0 0 0,-1 0 0 0 0,0 0-1 0 0,0 0 1 0 0,0 0 0 0 0,0 1 0 0 0,1-1 0 0 0,-1 0-1 0 0,20 6-15 0 0,-10-5 16 0 0,-1-1 0 0 0,0 0 0 0 0,1 0 0 0 0,-1-1-1 0 0,0-1 1 0 0,1 0 0 0 0,-1 0 0 0 0,15-6 0 0 0,8-4-133 0 0,31-17-1 0 0,-39 17-89 0 0,-1-2-1 0 0,0 0 0 0 0,-1-1 1 0 0,25-23-1 0 0,-34 26 136 0 0,0-1 0 0 0,-2 0 1 0 0,1 0-1 0 0,-2-2 0 0 0,0 1 0 0 0,0-1 0 0 0,10-25 1 0 0,-10 18 51 0 0,0-2 0 0 0,-2 1 1 0 0,10-48-1 0 0,-17 69 39 0 0,-1 0-1 0 0,0 0 1 0 0,0 0 0 0 0,0 0-1 0 0,0 0 1 0 0,0 0 0 0 0,0 0-1 0 0,-1 0 1 0 0,1 0 0 0 0,-1 0-1 0 0,1 0 1 0 0,-1 0 0 0 0,1 1-1 0 0,-3-4 1 0 0,1 6 1 0 0,1 0 1 0 0,-1 0-1 0 0,0 1 1 0 0,1-1-1 0 0,-1 0 0 0 0,1 1 1 0 0,-1 0-1 0 0,1-1 1 0 0,-2 3-1 0 0,-7 13 125 0 0,1 0 0 0 0,1 0 1 0 0,0 1-1 0 0,1 0 0 0 0,1 1 0 0 0,-4 22 1 0 0,1-10 144 0 0,-38 171 1025 0 0,40-160-1121 0 0,2 1 0 0 0,1 78 1 0 0,4-110-163 0 0,1-1 0 0 0,0 1 1 0 0,1-1-1 0 0,0 1 0 0 0,1-1 0 0 0,0 0 0 0 0,0 0 1 0 0,10 19-1 0 0,-10-25-11 0 0,0 1 1 0 0,0-1 0 0 0,0 1-1 0 0,1-1 1 0 0,0 0-1 0 0,0 0 1 0 0,0-1 0 0 0,0 1-1 0 0,0-1 1 0 0,1 0-1 0 0,0 0 1 0 0,-1 0 0 0 0,1-1-1 0 0,0 0 1 0 0,0 0-1 0 0,0 0 1 0 0,1 0 0 0 0,-1-1-1 0 0,6 1 1 0 0,4 0-7 0 0,-1-1-1 0 0,1-1 1 0 0,-1 0 0 0 0,0-1-1 0 0,1-1 1 0 0,-1 0 0 0 0,0-1-1 0 0,1 0 1 0 0,-2-1 0 0 0,1-1-1 0 0,0 0 1 0 0,18-11 0 0 0,-13 6-37 0 0,-1-1-1 0 0,-1 0 1 0 0,0-1 0 0 0,0-1 0 0 0,-2-1 0 0 0,1 0 0 0 0,-2-1-1 0 0,14-18 1 0 0,-20 22 30 0 0,-1 0-1 0 0,1-1 0 0 0,-2 0 1 0 0,0 0-1 0 0,0 0 0 0 0,-1-1 1 0 0,0 0-1 0 0,-1 0 0 0 0,-1-1 1 0 0,0 1-1 0 0,-1 0 0 0 0,1-20 1 0 0,-3 32 14 0 0,0-1 0 0 0,0 1 1 0 0,0 0-1 0 0,0 0 1 0 0,0 0-1 0 0,0 0 1 0 0,-1-1-1 0 0,1 1 1 0 0,0 0-1 0 0,0 0 1 0 0,-1 0-1 0 0,1 0 1 0 0,-1 0-1 0 0,1 0 1 0 0,-1 0-1 0 0,0 0 1 0 0,1 0-1 0 0,-1 0 1 0 0,0 0-1 0 0,0 0 1 0 0,0-1-1 0 0,0 2-2 0 0,0-1 0 0 0,0 1 0 0 0,-1 0-1 0 0,1-1 1 0 0,0 1 0 0 0,0 0 0 0 0,0 0 0 0 0,0 0 0 0 0,0 0 0 0 0,0 0-1 0 0,0 0 1 0 0,0 0 0 0 0,-1 0 0 0 0,1 0 0 0 0,0 0 0 0 0,0 1 0 0 0,-2 0-1 0 0,-2 1 5 0 0,1 0 0 0 0,-1 0-1 0 0,0 1 1 0 0,1 0 0 0 0,-1 0-1 0 0,1 0 1 0 0,-6 5 0 0 0,-3 6 22 0 0,1 0 0 0 0,1 1 1 0 0,0 0-1 0 0,0 1 0 0 0,2 0 1 0 0,-10 23-1 0 0,13-26-16 0 0,1 0 0 0 0,0 0 0 0 0,2 0-1 0 0,-1 1 1 0 0,1 0 0 0 0,1-1 0 0 0,1 1 0 0 0,0 0 0 0 0,1 17 0 0 0,0-28-16 0 0,1-1 0 0 0,0 1 1 0 0,-1 0-1 0 0,1 0 0 0 0,0 0 1 0 0,1-1-1 0 0,-1 1 0 0 0,0-1 1 0 0,1 1-1 0 0,-1-1 0 0 0,1 1 1 0 0,0-1-1 0 0,0 0 0 0 0,0 0 1 0 0,0 0-1 0 0,0 0 0 0 0,0 0 1 0 0,1 0-1 0 0,-1-1 0 0 0,0 1 1 0 0,1-1-1 0 0,0 1 0 0 0,-1-1 1 0 0,1 0-1 0 0,0 0 0 0 0,-1 0 1 0 0,5 0-1 0 0,8 2-303 0 0,1 0-1 0 0,-1-1 1 0 0,29 0-1 0 0,-42-1 218 0 0,36-3-1749 0 0,-1-1 1 0 0,0-1 0 0 0,-1-2 0 0 0,61-18-1 0 0,-53 10-2432 0 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9:04.4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303 69 848 0 0,'1'-3'512'0'0,"0"0"-1"0"0,0 0 1 0 0,0-1-1 0 0,-1 1 1 0 0,1 0-1 0 0,-1 0 1 0 0,0 0-1 0 0,1-1 0 0 0,-1 1 1 0 0,-1 0-1 0 0,1 0 1 0 0,0 0-1 0 0,-1-1 1 0 0,0 1-1 0 0,0 0 1 0 0,0 0-1 0 0,-1-4 1 0 0,1 7-428 0 0,0-1 0 0 0,1 0 0 0 0,-1 1 0 0 0,0-1 0 0 0,0 1-1 0 0,1-1 1 0 0,-1 1 0 0 0,0-1 0 0 0,0 1 0 0 0,0-1 0 0 0,0 1 0 0 0,0 0 0 0 0,0 0 0 0 0,0-1 0 0 0,0 1 0 0 0,0 0 0 0 0,0 0-1 0 0,0 0 1 0 0,0 0 0 0 0,1 0 0 0 0,-1 0 0 0 0,0 0 0 0 0,0 0 0 0 0,-1 1 0 0 0,-21 5 981 0 0,17-3-940 0 0,-1 0-1 0 0,1 0 1 0 0,0 0 0 0 0,0 1 0 0 0,0 0-1 0 0,1 0 1 0 0,-1 1 0 0 0,1-1 0 0 0,0 1-1 0 0,1 1 1 0 0,-1-1 0 0 0,1 0 0 0 0,0 1-1 0 0,0 0 1 0 0,0 0 0 0 0,1 0 0 0 0,0 1-1 0 0,-3 9 1 0 0,5-14-109 0 0,1 1 0 0 0,0-1 0 0 0,0 0 0 0 0,0 0 0 0 0,0 1-1 0 0,0-1 1 0 0,0 0 0 0 0,1 0 0 0 0,-1 1 0 0 0,1-1 0 0 0,0 0 0 0 0,-1 0 0 0 0,1 0 0 0 0,0 0 0 0 0,0 0-1 0 0,0 0 1 0 0,1 0 0 0 0,-1 0 0 0 0,0 0 0 0 0,1 0 0 0 0,-1-1 0 0 0,1 1 0 0 0,3 2 0 0 0,2 2 15 0 0,0 0-1 0 0,0 0 1 0 0,1-1 0 0 0,13 7 0 0 0,-9-7 44 0 0,-1 1-1 0 0,0 0 1 0 0,0 1 0 0 0,0 0-1 0 0,-1 1 1 0 0,0 0-1 0 0,14 16 1 0 0,-23-23 40 0 0,0 1-1 0 0,0 0 1 0 0,0 0 0 0 0,0-1 0 0 0,0 1 0 0 0,-1 0-1 0 0,1 0 1 0 0,0 0 0 0 0,-1 0 0 0 0,0 0-1 0 0,1 0 1 0 0,-1 0 0 0 0,0 0 0 0 0,0 0 0 0 0,0-1-1 0 0,0 1 1 0 0,0 0 0 0 0,-1 0 0 0 0,1 0-1 0 0,-1 0 1 0 0,1 0 0 0 0,-1 0 0 0 0,0 0 0 0 0,1 0-1 0 0,-1-1 1 0 0,0 1 0 0 0,0 0 0 0 0,-1-1-1 0 0,1 1 1 0 0,0-1 0 0 0,0 1 0 0 0,-1-1 0 0 0,1 1-1 0 0,-1-1 1 0 0,1 0 0 0 0,-2 1 0 0 0,-5 5 228 0 0,0-2 0 0 0,0 1 0 0 0,-1-1 0 0 0,0 0 1 0 0,-16 6-1 0 0,11-6-94 0 0,-1 0 1 0 0,-1-1-1 0 0,1 0 1 0 0,-1-1-1 0 0,0-1 0 0 0,-30 1 1 0 0,41-3-266 0 0,0 0-1 0 0,0-1 1 0 0,0 1 0 0 0,0-1-1 0 0,0 0 1 0 0,0 0 0 0 0,1 0 0 0 0,-1-1-1 0 0,0 0 1 0 0,1 0 0 0 0,0 0 0 0 0,-1 0-1 0 0,1-1 1 0 0,0 0 0 0 0,0 1 0 0 0,0-2-1 0 0,0 1 1 0 0,1 0 0 0 0,-1-1-1 0 0,1 1 1 0 0,0-1 0 0 0,0 0 0 0 0,0 0-1 0 0,1-1 1 0 0,0 1 0 0 0,-3-6 0 0 0,4 7-209 0 0,0 0-1 0 0,1 1 1 0 0,-1-1 0 0 0,1 0 0 0 0,-1 0 0 0 0,1 0 0 0 0,0 0 0 0 0,0 0 0 0 0,1 0 0 0 0,-1 0 0 0 0,1 0 0 0 0,-1 0 0 0 0,1 0 0 0 0,0 0 0 0 0,0 0 0 0 0,0 1-1 0 0,0-1 1 0 0,1 0 0 0 0,-1 1 0 0 0,3-4 0 0 0,3-3-2490 0 0,0 0-1 0 0,1 0 0 0 0,15-14 1 0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9:04.9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60 1096 0 0,'6'-32'5768'0'0,"-4"16"-3967"0"0,-2 14-1344 0 0,1-7 1430 0 0,-4 16-1432 0 0,-39 176 2250 0 0,38-167-2813 0 0,-6 24 422 0 0,-6 55-1 0 0,15-85-764 0 0,0 1 0 0 0,1-1 0 0 0,0 1-1 0 0,1 0 1 0 0,0-1 0 0 0,0 1 0 0 0,1-1 0 0 0,1 0-1 0 0,-1 1 1 0 0,8 14 0 0 0,-3-13-2626 0 0,5-5-1167 0 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9:05.2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85 660 0 0,'2'-8'1609'0'0,"-1"0"0"0"0,0 0 0 0 0,-1 1 0 0 0,0-13 0 0 0,0 6 163 0 0,0 13-1718 0 0,0 0 0 0 0,0 1-1 0 0,-1-1 1 0 0,1 0 0 0 0,0 0 0 0 0,0 0 0 0 0,0 1 0 0 0,0-1-1 0 0,-1 0 1 0 0,1 0 0 0 0,0 1 0 0 0,-1-1 0 0 0,1 0 0 0 0,0 1-1 0 0,-1-1 1 0 0,1 0 0 0 0,-1 1 0 0 0,1-1 0 0 0,-1 0 0 0 0,0 1-1 0 0,1-1 1 0 0,-1 1 0 0 0,1-1 0 0 0,-1 1 0 0 0,0 0 0 0 0,0-1-1 0 0,1 1 1 0 0,-1 0 0 0 0,0-1 0 0 0,1 1 0 0 0,-1 0 0 0 0,0 0-1 0 0,0 0 1 0 0,0-1 0 0 0,1 1 0 0 0,-1 0 0 0 0,0 0 0 0 0,0 0-1 0 0,0 0 1 0 0,1 1 0 0 0,-1-1 0 0 0,-1 0 0 0 0,-27 8 363 0 0,24-6-379 0 0,0 1 0 0 0,0 0 0 0 0,0 0 0 0 0,0 0 0 0 0,1 1 0 0 0,-1-1 0 0 0,1 1 0 0 0,0 0 1 0 0,0 0-1 0 0,0 1 0 0 0,1-1 0 0 0,-5 8 0 0 0,6-9-28 0 0,1-1 0 0 0,-1 1-1 0 0,1 0 1 0 0,0 0 0 0 0,0 0 0 0 0,0 0 0 0 0,1 0 0 0 0,-1 0-1 0 0,1 0 1 0 0,0 0 0 0 0,0 0 0 0 0,0 1 0 0 0,0-1 0 0 0,0 0-1 0 0,0 0 1 0 0,1 0 0 0 0,0 0 0 0 0,-1 0 0 0 0,1 0 0 0 0,0 0-1 0 0,1 0 1 0 0,-1 0 0 0 0,3 3 0 0 0,0 0-2 0 0,0-1-1 0 0,0 1 1 0 0,1-1 0 0 0,0 0 0 0 0,0 0 0 0 0,0-1-1 0 0,0 1 1 0 0,7 3 0 0 0,52 26-3 0 0,-50-27-12 0 0,1 0 0 0 0,-2 0-1 0 0,1 2 1 0 0,17 14 0 0 0,-28-21 40 0 0,0 0 0 0 0,0 1 0 0 0,-1 0 0 0 0,0-1 0 0 0,1 1 0 0 0,-1 0 0 0 0,0 0 0 0 0,0 1 0 0 0,2 4 0 0 0,-4-6 29 0 0,1 0-1 0 0,-1 0 1 0 0,0 0-1 0 0,0 0 0 0 0,0 0 1 0 0,0 0-1 0 0,0 0 1 0 0,0 0-1 0 0,0 0 0 0 0,-1 1 1 0 0,1-1-1 0 0,-1 0 1 0 0,1 0-1 0 0,-1 0 0 0 0,0-1 1 0 0,0 1-1 0 0,0 0 1 0 0,-1 2-1 0 0,-3 3 63 0 0,1-1-1 0 0,-1 0 1 0 0,0 0 0 0 0,0 0-1 0 0,-1-1 1 0 0,0 0-1 0 0,0 0 1 0 0,0 0 0 0 0,0-1-1 0 0,-1 0 1 0 0,0 0 0 0 0,0-1-1 0 0,-11 5 1 0 0,14-7-176 0 0,0 1 1 0 0,0-1 0 0 0,0 0-1 0 0,0 0 1 0 0,0 0 0 0 0,0-1-1 0 0,0 0 1 0 0,-1 0 0 0 0,1 0-1 0 0,0 0 1 0 0,0 0 0 0 0,0-1-1 0 0,-1 0 1 0 0,1 0-1 0 0,0 0 1 0 0,0 0 0 0 0,0-1-1 0 0,0 1 1 0 0,1-1 0 0 0,-1 0-1 0 0,0 0 1 0 0,1-1 0 0 0,-1 1-1 0 0,1-1 1 0 0,0 1-1 0 0,-4-6 1 0 0,-1-1-1288 0 0,2-1-1 0 0,-1 0 0 0 0,1 0 1 0 0,1 0-1 0 0,-7-18 1 0 0,2 1-4040 0 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9:05.4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75 320 0 0,'-23'-69'10509'0'0,"22"68"-10270"0"0,1-2 5 0 0,0 4-251 0 0,0-1 1 0 0,0 0-1 0 0,0 0 0 0 0,1 0 1 0 0,-1 0-1 0 0,0 0 1 0 0,0 0-1 0 0,0 0 1 0 0,0 0-1 0 0,0 0 1 0 0,0 0-1 0 0,1 0 1 0 0,-1 0-1 0 0,0 1 1 0 0,0-1-1 0 0,0 0 0 0 0,0 0 1 0 0,0 0-1 0 0,0 0 1 0 0,1 0-1 0 0,-1 0 1 0 0,0 0-1 0 0,0 0 1 0 0,0 0-1 0 0,0 0 1 0 0,0-1-1 0 0,0 1 1 0 0,1 0-1 0 0,-1 0 1 0 0,0 0-1 0 0,0 0 0 0 0,0 0 1 0 0,0 0-1 0 0,0 0 1 0 0,0 0-1 0 0,1 0 1 0 0,-1 0-1 0 0,0 0 1 0 0,0 0-1 0 0,0-1 1 0 0,0 1-1 0 0,0 0 1 0 0,0 0-1 0 0,0 0 0 0 0,0 0 1 0 0,0 0-1 0 0,0 0 1 0 0,0 0-1 0 0,0-1 1 0 0,0 1-1 0 0,1 0 1 0 0,-1 0-1 0 0,0 0 1 0 0,0 0-1 0 0,0 0 1 0 0,0-1-1 0 0,41 18-5527 0 0,-26-11 2533 0 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9:05.9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401 67 1720 0 0,'-4'-51'7496'0'0,"3"50"-7441"0"0,1 0-1 0 0,0 1 1 0 0,0-1-1 0 0,0 0 1 0 0,0 0-1 0 0,-1 1 0 0 0,1-1 1 0 0,0 0-1 0 0,-1 1 1 0 0,1-1-1 0 0,-1 1 1 0 0,1-1-1 0 0,-1 0 1 0 0,1 1-1 0 0,-1-1 1 0 0,1 1-1 0 0,-1-1 1 0 0,1 1-1 0 0,-1-1 1 0 0,1 1-1 0 0,-1 0 0 0 0,0-1 1 0 0,1 1-1 0 0,-1 0 1 0 0,0-1-1 0 0,0 1 1 0 0,1 0-1 0 0,-1 0 1 0 0,0 0-1 0 0,1-1 1 0 0,-1 1-1 0 0,0 0 1 0 0,0 0-1 0 0,1 0 0 0 0,-1 0 1 0 0,0 1-1 0 0,0-1 1 0 0,1 0-1 0 0,-1 0 1 0 0,0 0-1 0 0,0 0 1 0 0,1 1-1 0 0,-1-1 1 0 0,0 0-1 0 0,1 1 1 0 0,-2 0-1 0 0,-32 18 283 0 0,32-18-228 0 0,-40 32 283 0 0,2 1 1 0 0,1 1 0 0 0,2 3 0 0 0,-37 47-1 0 0,13-5-115 0 0,55-72-255 0 0,1 1 0 0 0,0 0 0 0 0,1 0 0 0 0,-1 1 0 0 0,2-1-1 0 0,-1 1 1 0 0,-2 16 0 0 0,5-23-14 0 0,1 0 0 0 0,0-1 0 0 0,0 1 0 0 0,0 0 0 0 0,0 0 0 0 0,0-1-1 0 0,0 1 1 0 0,1 0 0 0 0,-1-1 0 0 0,1 1 0 0 0,0-1 0 0 0,0 1 0 0 0,0-1-1 0 0,0 1 1 0 0,0-1 0 0 0,1 1 0 0 0,-1-1 0 0 0,4 4 0 0 0,-2-3 0 0 0,1 0 1 0 0,-1 0 0 0 0,1 0 0 0 0,0 0-1 0 0,0-1 1 0 0,0 1 0 0 0,0-1-1 0 0,1 0 1 0 0,-1-1 0 0 0,5 2-1 0 0,11 2 9 0 0,0-1 0 0 0,0 0 0 0 0,40 0 0 0 0,-55-4-17 0 0,19 0-577 0 0,1 0 0 0 0,49-9-1 0 0,-50 5-2960 0 0,31-12-1 0 0,-36 11-198 0 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9:07.2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308 508 1364 0 0,'2'-3'640'0'0,"18"-43"6967"0"0,-19 43-7192 0 0,-1 0 0 0 0,1 0 1 0 0,0 0-1 0 0,-1 0 1 0 0,1 0-1 0 0,-1-1 1 0 0,0 1-1 0 0,0 0 1 0 0,0 0-1 0 0,-1-1 0 0 0,1 1 1 0 0,-2-4-1 0 0,2 6-377 0 0,-1 0-1 0 0,1 1 1 0 0,-1-1-1 0 0,0 0 0 0 0,1 1 1 0 0,-1-1-1 0 0,1 1 1 0 0,-1-1-1 0 0,0 1 1 0 0,0-1-1 0 0,1 1 0 0 0,-1-1 1 0 0,0 1-1 0 0,0-1 1 0 0,1 1-1 0 0,-1 0 1 0 0,0 0-1 0 0,0-1 0 0 0,0 1 1 0 0,0 0-1 0 0,0 0 1 0 0,1 0-1 0 0,-1 0 1 0 0,-1 0-1 0 0,-21 2 215 0 0,-1 6-178 0 0,0 1 0 0 0,1 1 0 0 0,0 1 0 0 0,1 1 0 0 0,0 1-1 0 0,1 1 1 0 0,0 1 0 0 0,1 0 0 0 0,-22 23 0 0 0,37-33-64 0 0,0 0 0 0 0,1 0 0 0 0,-1 1 0 0 0,1-1 0 0 0,0 1 0 0 0,0 0 0 0 0,1 0 0 0 0,0 0 0 0 0,-3 7 0 0 0,5-11-9 0 0,1 0 0 0 0,-1 0 0 0 0,1 0 0 0 0,-1 0 0 0 0,1 0 0 0 0,0 0 0 0 0,0 0 0 0 0,0 0 0 0 0,0 0 0 0 0,0 1 0 0 0,0-1 1 0 0,1 0-1 0 0,-1 0 0 0 0,1 0 0 0 0,-1 0 0 0 0,1 0 0 0 0,0-1 0 0 0,0 1 0 0 0,0 0 0 0 0,0 0 0 0 0,0 0 0 0 0,0-1 0 0 0,0 1 0 0 0,1 0 1 0 0,-1-1-1 0 0,1 1 0 0 0,-1-1 0 0 0,1 0 0 0 0,-1 1 0 0 0,1-1 0 0 0,0 0 0 0 0,-1 0 0 0 0,4 1 0 0 0,3 2-13 0 0,0-1 1 0 0,1 0-1 0 0,-1-1 0 0 0,1 0 1 0 0,0 0-1 0 0,-1-1 0 0 0,1 0 0 0 0,0 0 1 0 0,0-1-1 0 0,0-1 0 0 0,-1 1 0 0 0,12-3 1 0 0,-7 1-22 0 0,0-1 0 0 0,-1 0 0 0 0,1-1 0 0 0,-1 0 0 0 0,0-1 1 0 0,-1 0-1 0 0,22-13 0 0 0,-26 12 19 0 0,0 1 1 0 0,-1-1-1 0 0,1 0 1 0 0,-1 0-1 0 0,0 0 1 0 0,-1-1-1 0 0,0 0 1 0 0,0 0-1 0 0,8-15 0 0 0,-3-1-12 0 0,-2 0-1 0 0,8-27 0 0 0,-10 30 29 0 0,-5 16 1 0 0,7-23-8 0 0,-9 22 0 0 0,-3 8 15 0 0,1 2 0 0 0,1 0 1 0 0,-1-1-1 0 0,1 1 0 0 0,0 0 0 0 0,1 0 0 0 0,-1 0 1 0 0,-1 10-1 0 0,-1 5 20 0 0,0-8-9 0 0,1 0 1 0 0,0 0-1 0 0,1 0 1 0 0,1 0 0 0 0,0 0-1 0 0,0 0 1 0 0,1 1-1 0 0,1-1 1 0 0,3 19-1 0 0,-3-27-40 0 0,0 0 0 0 0,0 0 0 0 0,0 0 0 0 0,1 0 0 0 0,-1 0 0 0 0,1 0-1 0 0,0 0 1 0 0,0 0 0 0 0,1-1 0 0 0,-1 1 0 0 0,1-1 0 0 0,0 0-1 0 0,0 1 1 0 0,0-1 0 0 0,0-1 0 0 0,0 1 0 0 0,1 0 0 0 0,-1-1-1 0 0,1 0 1 0 0,0 1 0 0 0,-1-1 0 0 0,1-1 0 0 0,0 1 0 0 0,0-1-1 0 0,0 1 1 0 0,1-1 0 0 0,-1 0 0 0 0,0-1 0 0 0,0 1 0 0 0,7-1-1 0 0,-1 1-327 0 0,1-1 0 0 0,-1-1-1 0 0,0 0 1 0 0,0 0-1 0 0,0-1 1 0 0,0 0-1 0 0,0-1 1 0 0,0 0-1 0 0,-1-1 1 0 0,1 0-1 0 0,-1 0 1 0 0,14-10-1 0 0,-11 6-62 0 0,0-1-1 0 0,-1-1 1 0 0,0 0-1 0 0,-1 0 1 0 0,0-1-1 0 0,-1-1 1 0 0,16-24-1 0 0,-7 3 228 0 0,-2-1-1 0 0,-1-1 1 0 0,-1-1 0 0 0,-2 0-1 0 0,14-73 1 0 0,-16 51 1438 0 0,-3 0 0 0 0,1-74 0 0 0,-8 131-1238 0 0,0 0 0 0 0,0 1 0 0 0,0-1 0 0 0,0 1 0 0 0,0-1 0 0 0,0 1 0 0 0,0-1 0 0 0,0 1 0 0 0,0-1 0 0 0,0 1 0 0 0,0-1 0 0 0,-1 1 0 0 0,1-1 0 0 0,0 1 0 0 0,0-1 0 0 0,0 1 0 0 0,-1-1 0 0 0,1 1 0 0 0,0-1 0 0 0,-1 1 0 0 0,1-1 0 0 0,0 1 0 0 0,-1 0 0 0 0,1-1 0 0 0,0 1 0 0 0,-1-1 0 0 0,1 1 0 0 0,-1-1 0 0 0,0 1-6 0 0,0 0 0 0 0,0 0 1 0 0,0 0-1 0 0,0 1 0 0 0,1-1 0 0 0,-1 0 1 0 0,0 0-1 0 0,0 0 0 0 0,0 1 0 0 0,1-1 1 0 0,-1 0-1 0 0,0 1 0 0 0,1-1 0 0 0,-1 0 0 0 0,0 1 1 0 0,0 0-1 0 0,-24 22 239 0 0,11-2 70 0 0,0 1 0 0 0,1 0 0 0 0,2 1 0 0 0,0 0 0 0 0,-12 40 0 0 0,-25 126 992 0 0,41-155-1152 0 0,1 0 0 0 0,-1 46 0 0 0,6-69-137 0 0,1 1 1 0 0,1 0 0 0 0,0-1 0 0 0,0 1 0 0 0,1-1-1 0 0,1 0 1 0 0,0 1 0 0 0,0-1 0 0 0,1 0-1 0 0,10 19 1 0 0,-11-25-28 0 0,1 0 1 0 0,0 0-1 0 0,1-1 0 0 0,-1 1 0 0 0,1-1 0 0 0,0 0 0 0 0,0 0 1 0 0,1 0-1 0 0,-1-1 0 0 0,1 0 0 0 0,0 0 0 0 0,-1 0 1 0 0,1-1-1 0 0,0 1 0 0 0,1-2 0 0 0,-1 1 0 0 0,0-1 1 0 0,0 0-1 0 0,1 0 0 0 0,-1 0 0 0 0,11-1 0 0 0,4-1-154 0 0,0 0 0 0 0,0-2-1 0 0,0 0 1 0 0,-1-1-1 0 0,28-10 1 0 0,-28 7-35 0 0,-1 0 0 0 0,1-2 0 0 0,-2 0 0 0 0,1-2 1 0 0,-1 0-1 0 0,-1 0 0 0 0,28-26 0 0 0,-23 17 23 0 0,-2-1 1 0 0,0-1-1 0 0,-2-1 1 0 0,31-50-1 0 0,-23 24 188 0 0,-1-2 1 0 0,-3 0-1 0 0,-3-2 0 0 0,-1 0 0 0 0,14-78 0 0 0,-27 100 371 0 0,-3 20-206 0 0,0 0 0 0 0,0 0 0 0 0,4-11 0 0 0,-6 23-178 0 0,0-1 0 0 0,-1 0 1 0 0,1 0-1 0 0,0 0 1 0 0,0 0-1 0 0,0 0 0 0 0,-1 0 1 0 0,1 0-1 0 0,0 0 1 0 0,0 0-1 0 0,0 0 0 0 0,-1 0 1 0 0,1 0-1 0 0,0 0 1 0 0,0 0-1 0 0,-1 0 0 0 0,1 0 1 0 0,0 0-1 0 0,0 0 1 0 0,0 0-1 0 0,-1 0 0 0 0,1 0 1 0 0,0-1-1 0 0,0 1 1 0 0,0 0-1 0 0,0 0 0 0 0,-1 0 1 0 0,1 0-1 0 0,0 0 1 0 0,0 0-1 0 0,0-1 0 0 0,0 1 1 0 0,0 0-1 0 0,-1 0 1 0 0,1 0-1 0 0,0-1 0 0 0,0 1 1 0 0,0 0-1 0 0,0 0 1 0 0,0 0-1 0 0,0-1 0 0 0,0 1 1 0 0,0 0-1 0 0,0 0 1 0 0,0 0-1 0 0,0-1 0 0 0,0 1 1 0 0,0 0-1 0 0,0 0 1 0 0,0 0-1 0 0,0-1 1 0 0,0 1-1 0 0,0 0 0 0 0,0-1 1 0 0,-16 16 73 0 0,-4 17 143 0 0,1 1-1 0 0,-17 44 1 0 0,-21 75 863 0 0,42-112-799 0 0,-31 104 482 0 0,40-123-689 0 0,2 1 1 0 0,0 0-1 0 0,2 0 1 0 0,0 40-1 0 0,2-58-70 0 0,0 0-1 0 0,0 0 0 0 0,0 0 1 0 0,1 0-1 0 0,0-1 0 0 0,0 1 0 0 0,0 0 1 0 0,0-1-1 0 0,1 1 0 0 0,-1-1 1 0 0,1 1-1 0 0,0-1 0 0 0,0 0 1 0 0,0 0-1 0 0,1 1 0 0 0,-1-2 1 0 0,1 1-1 0 0,-1 0 0 0 0,1 0 1 0 0,0-1-1 0 0,0 0 0 0 0,0 1 1 0 0,0-1-1 0 0,1 0 0 0 0,-1-1 0 0 0,1 1 1 0 0,-1 0-1 0 0,1-1 0 0 0,-1 0 1 0 0,1 0-1 0 0,4 1 0 0 0,2-1-7 0 0,0 0 1 0 0,0 0-1 0 0,0-1 0 0 0,1-1 0 0 0,-1 0 0 0 0,0 0 0 0 0,0-1 1 0 0,0 0-1 0 0,0 0 0 0 0,16-8 0 0 0,-2 0-28 0 0,0-2 0 0 0,-2 0 0 0 0,1-2 0 0 0,-2 0 0 0 0,0-2 1 0 0,-1 0-1 0 0,0-1 0 0 0,-1-1 0 0 0,-1-1 0 0 0,-1-1 0 0 0,-1 0 0 0 0,0-1 0 0 0,-2 0 0 0 0,19-38 1 0 0,-29 51 108 0 0,-1 0 0 0 0,1 0 1 0 0,3-14-1 0 0,-7 22-81 0 0,0 0-1 0 0,0 0 1 0 0,-1-1 0 0 0,1 1 0 0 0,0 0 0 0 0,0 0-1 0 0,0-1 1 0 0,0 1 0 0 0,0 0 0 0 0,0 0-1 0 0,0 0 1 0 0,-1-1 0 0 0,1 1 0 0 0,0 0 0 0 0,0 0-1 0 0,0 0 1 0 0,-1 0 0 0 0,1-1 0 0 0,0 1-1 0 0,0 0 1 0 0,0 0 0 0 0,-1 0 0 0 0,1 0-1 0 0,0 0 1 0 0,0 0 0 0 0,-1 0 0 0 0,1 0 0 0 0,0 0-1 0 0,0 0 1 0 0,-1 0 0 0 0,1 0 0 0 0,0 0-1 0 0,0 0 1 0 0,-1 0 0 0 0,1 0 0 0 0,0 0-1 0 0,0 0 1 0 0,-1 0 0 0 0,1 0 0 0 0,0 0 0 0 0,0 0-1 0 0,0 0 1 0 0,-1 0 0 0 0,1 0 0 0 0,0 0-1 0 0,0 1 1 0 0,-1-1 0 0 0,-11 6 10 0 0,11-6-10 0 0,-7 8 11 0 0,0 0 0 0 0,0 1 0 0 0,1 0 0 0 0,1 0-1 0 0,-1 0 1 0 0,1 1 0 0 0,1-1 0 0 0,0 2 0 0 0,0-1 0 0 0,1 0-1 0 0,1 1 1 0 0,-1 0 0 0 0,2 0 0 0 0,0 0 0 0 0,-2 16 0 0 0,4-24-71 0 0,1 0 1 0 0,-1 0 0 0 0,1 0 0 0 0,-1 0 0 0 0,1-1 0 0 0,0 1-1 0 0,0 0 1 0 0,0 0 0 0 0,1 0 0 0 0,-1-1 0 0 0,1 1 0 0 0,-1 0 0 0 0,1-1-1 0 0,0 0 1 0 0,0 1 0 0 0,0-1 0 0 0,0 0 0 0 0,0 0 0 0 0,1 0-1 0 0,-1 0 1 0 0,1 0 0 0 0,-1-1 0 0 0,1 1 0 0 0,-1-1 0 0 0,1 0-1 0 0,0 0 1 0 0,0 0 0 0 0,0 0 0 0 0,4 1 0 0 0,9 2-539 0 0,-1-1 0 0 0,2-1 0 0 0,-1 0 0 0 0,18-1 0 0 0,10-1-1888 0 0,0-2 1 0 0,66-11-1 0 0,-65 5-705 0 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9:07.7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348 564 92 0 0,'28'-27'5243'0'0,"-26"26"-4986"0"0,-1-1 0 0 0,0 1 0 0 0,0-1-1 0 0,0 0 1 0 0,0 1 0 0 0,0-1 0 0 0,0 0 0 0 0,-1 0-1 0 0,1 0 1 0 0,0 1 0 0 0,-1-1 0 0 0,0 0 0 0 0,1 0-1 0 0,-1 0 1 0 0,0 0 0 0 0,0-3 0 0 0,0 4-188 0 0,-1 0 1 0 0,1 0-1 0 0,0 1 1 0 0,-1-1-1 0 0,1 0 0 0 0,-1 0 1 0 0,1 0-1 0 0,-1 1 1 0 0,1-1-1 0 0,-1 0 0 0 0,0 0 1 0 0,1 1-1 0 0,-1-1 1 0 0,0 1-1 0 0,0-1 1 0 0,1 0-1 0 0,-1 1 0 0 0,0-1 1 0 0,0 1-1 0 0,0 0 1 0 0,0-1-1 0 0,0 1 0 0 0,1 0 1 0 0,-1 0-1 0 0,0-1 1 0 0,0 1-1 0 0,0 0 1 0 0,-2 0-1 0 0,-27 0 1115 0 0,27 0-1143 0 0,-9 2 219 0 0,0 0 1 0 0,1 0 0 0 0,-1 1-1 0 0,1 1 1 0 0,0 0 0 0 0,0 0-1 0 0,-12 7 1 0 0,-5 5 263 0 0,-33 24 0 0 0,45-28-373 0 0,1 1 0 0 0,0 0 0 0 0,1 0 1 0 0,-13 17-1 0 0,21-22-104 0 0,-1 0 0 0 0,2 0 1 0 0,-1 1-1 0 0,1 0 0 0 0,0 0 1 0 0,1 0-1 0 0,0 0 0 0 0,1 1 1 0 0,-4 16-1 0 0,6-25-39 0 0,1 1 0 0 0,0 0 1 0 0,0-1-1 0 0,-1 1 0 0 0,1 0 1 0 0,1 0-1 0 0,-1-1 0 0 0,0 1 0 0 0,0 0 1 0 0,1 0-1 0 0,-1-1 0 0 0,1 1 1 0 0,-1 0-1 0 0,1-1 0 0 0,0 1 0 0 0,-1-1 1 0 0,1 1-1 0 0,0-1 0 0 0,0 1 1 0 0,0-1-1 0 0,2 2 0 0 0,-1-1-1 0 0,0 0 0 0 0,1-1 1 0 0,-1 1-1 0 0,1-1 0 0 0,0 1 0 0 0,-1-1 0 0 0,1 0 0 0 0,0 0 0 0 0,0 0 1 0 0,0 0-1 0 0,4 0 0 0 0,4 0-3 0 0,0 0 1 0 0,0 0 0 0 0,-1-1-1 0 0,1-1 1 0 0,19-3-1 0 0,-12 0-16 0 0,0-1-1 0 0,-1 0 1 0 0,0-1-1 0 0,0-1 1 0 0,-1 0-1 0 0,1-2 1 0 0,-2 0-1 0 0,1 0 1 0 0,14-13-1 0 0,-11 6-39 0 0,-1-1-1 0 0,0-1 1 0 0,-1 0-1 0 0,-1-2 1 0 0,25-39-1 0 0,-13 10-19 0 0,-3-2 1 0 0,-1-1-1 0 0,-3 0 0 0 0,-3-2 1 0 0,13-61-1 0 0,8-73 268 0 0,-38 176-178 0 0,-2 4-4 0 0,-15 15 20 0 0,9 2 31 0 0,-1 0-1 0 0,1 0 1 0 0,0 1 0 0 0,1 0-1 0 0,0 0 1 0 0,1 0-1 0 0,-5 14 1 0 0,3-9 83 0 0,-19 42 731 0 0,-31 99 0 0 0,49-126-714 0 0,1 1 0 0 0,1 0 0 0 0,1 0 0 0 0,2 0 0 0 0,1 40 0 0 0,3-64-143 0 0,-1 0 0 0 0,1 1 0 0 0,0-1 0 0 0,0 0 0 0 0,1 0 0 0 0,0 0 0 0 0,0-1 0 0 0,1 1 0 0 0,0 0 0 0 0,0-1 0 0 0,0 0 0 0 0,8 12 0 0 0,-7-14-91 0 0,0 0 0 0 0,0 0 1 0 0,1 0-1 0 0,-1-1 0 0 0,1 1 0 0 0,0-1 0 0 0,0 0 0 0 0,0 0 0 0 0,0-1 0 0 0,0 0 0 0 0,1 0 0 0 0,-1 0 0 0 0,1 0 1 0 0,0-1-1 0 0,-1 0 0 0 0,9 1 0 0 0,3-1-768 0 0,0-1-1 0 0,-1 0 1 0 0,1-1 0 0 0,22-5 0 0 0,29-9-5265 0 0,-25 3-722 0 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9:11.0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30 796 1576 0 0,'0'0'2176'0'0,"-15"5"220"0"0,13-4-2250 0 0,1 1 0 0 0,0-1 0 0 0,0 0 0 0 0,0 1 0 0 0,0-1 0 0 0,0 1 0 0 0,0-1 0 0 0,0 1 0 0 0,0 0 0 0 0,0-1 0 0 0,1 1-1 0 0,-1 0 1 0 0,0 3 0 0 0,1-4 87 0 0,0 4 69 0 0,0-4-269 0 0,0-1 0 0 0,0 1 1 0 0,0 0-1 0 0,0-1 0 0 0,-1 1 0 0 0,1 0 1 0 0,0-1-1 0 0,0 1 0 0 0,1-1 1 0 0,-1 1-1 0 0,0 0 0 0 0,0-1 0 0 0,0 1 1 0 0,0 0-1 0 0,0-1 0 0 0,1 1 1 0 0,-1-1-1 0 0,0 1 0 0 0,1-1 0 0 0,-1 1 1 0 0,0 0-1 0 0,1-1 0 0 0,-1 1 1 0 0,1-1-1 0 0,-1 0 0 0 0,0 1 0 0 0,1-1 1 0 0,-1 1-1 0 0,1-1 0 0 0,1 1 1 0 0,4-1 18 0 0,0 1 0 0 0,1-1 1 0 0,-1-1-1 0 0,0 1 0 0 0,0-1 1 0 0,1 0-1 0 0,-1 0 1 0 0,0-1-1 0 0,0 0 0 0 0,8-4 1 0 0,64-31 117 0 0,-72 34-130 0 0,9-5 21 0 0,-1 0-1 0 0,0-2 1 0 0,0 0 0 0 0,-1 0-1 0 0,-1-1 1 0 0,0-1-1 0 0,0 0 1 0 0,15-20-1 0 0,-14 13-54 0 0,-1-1 0 0 0,-1 0 0 0 0,0 0 0 0 0,-2-1 0 0 0,12-37 0 0 0,-1-7 300 0 0,19-112 1 0 0,-38 150-198 0 0,-1 27-109 0 0,0 0 1 0 0,0 0 0 0 0,0-1-1 0 0,0 1 1 0 0,0 0 0 0 0,0 0-1 0 0,0 0 1 0 0,0 0 0 0 0,0 0-1 0 0,0 0 1 0 0,0 0 0 0 0,0 0-1 0 0,0 0 1 0 0,0-1 0 0 0,0 1-1 0 0,0 0 1 0 0,0 0 0 0 0,0 0-1 0 0,0 0 1 0 0,0 0 0 0 0,0 0-1 0 0,0 0 1 0 0,0 0 0 0 0,0 0-1 0 0,0 0 1 0 0,0 0 0 0 0,-1 0-1 0 0,1-1 1 0 0,0 1 0 0 0,0 0-1 0 0,0 0 1 0 0,0 0 0 0 0,0 0-1 0 0,0 0 1 0 0,0 0 0 0 0,0 0-1 0 0,0 0 1 0 0,0 0 0 0 0,-1 0-1 0 0,1 0 1 0 0,0 0-1 0 0,0 0 1 0 0,0 0 0 0 0,0 0-1 0 0,0 0 1 0 0,0 0 0 0 0,0 0-1 0 0,0 0 1 0 0,0 0 0 0 0,-1 0-1 0 0,1 0 1 0 0,0 0 0 0 0,0 0-1 0 0,0 0 1 0 0,0 0 0 0 0,0 1-1 0 0,0-1 1 0 0,0 0 0 0 0,0 0-1 0 0,0 0 1 0 0,0 0 0 0 0,-1 0-1 0 0,-6 15-6 0 0,-11 35 152 0 0,-21 94 0 0 0,2 58 164 0 0,24-122-208 0 0,-53 415 745 0 0,10-66-175 0 0,44-353 240 0 0,11-74-705 0 0,-1-3-131 0 0,0 0-71 0 0,0-1 0 0 0,0 0 1 0 0,0 0-1 0 0,0 1 0 0 0,1-1 0 0 0,-1 0 0 0 0,0 0 1 0 0,1 0-1 0 0,0-1 0 0 0,-1 1 0 0 0,1 0 0 0 0,0-1 1 0 0,0 1-1 0 0,0 0 0 0 0,1-1 0 0 0,-1 1 0 0 0,0-1 1 0 0,1 1-1 0 0,-1-5 0 0 0,-4-60-55 0 0,4 56 45 0 0,0-67-121 0 0,13-129 1 0 0,33-76-92 0 0,-30 207 71 0 0,49-140 0 0 0,-43 164 93 0 0,1 1 1 0 0,2 1 0 0 0,45-66 0 0 0,-54 95 27 0 0,0 1 0 0 0,34-35 0 0 0,-43 49 17 0 0,1 0 0 0 0,0 0 1 0 0,0 0-1 0 0,0 1 0 0 0,1 0 0 0 0,0 1 0 0 0,0 0 1 0 0,0 0-1 0 0,0 1 0 0 0,1-1 0 0 0,13-2 0 0 0,-16 6 9 0 0,0 0-1 0 0,-1 0 0 0 0,1 0 1 0 0,0 0-1 0 0,0 1 0 0 0,-1 0 1 0 0,1 1-1 0 0,-1-1 0 0 0,1 1 1 0 0,-1 0-1 0 0,1 0 0 0 0,-1 1 1 0 0,0-1-1 0 0,0 1 0 0 0,0 0 1 0 0,-1 1-1 0 0,1-1 0 0 0,-1 1 1 0 0,1 0-1 0 0,-1 0 0 0 0,-1 0 1 0 0,1 1-1 0 0,4 6 0 0 0,-1-2 23 0 0,0 2 0 0 0,-1-1 1 0 0,0 1-1 0 0,-1 0 0 0 0,0 0 0 0 0,-1 1 0 0 0,0-1 0 0 0,-1 1 0 0 0,0 0 0 0 0,1 13 0 0 0,-3-14 9 0 0,-1 0-1 0 0,0 0 1 0 0,-1 0-1 0 0,0 0 0 0 0,-1-1 1 0 0,0 1-1 0 0,-1 0 1 0 0,0 0-1 0 0,0-1 1 0 0,-1 0-1 0 0,-1 0 1 0 0,-7 14-1 0 0,8-17 42 0 0,-1 0-1 0 0,0-1 1 0 0,0 1 0 0 0,0-1 0 0 0,-1 0-1 0 0,0 0 1 0 0,0 0 0 0 0,-1-1 0 0 0,1 0 0 0 0,-1 0-1 0 0,0-1 1 0 0,-1 0 0 0 0,1 0 0 0 0,-1-1-1 0 0,1 0 1 0 0,-14 4 0 0 0,15-6-48 0 0,0 0 0 0 0,0-1 0 0 0,1 1 0 0 0,-1-1-1 0 0,0-1 1 0 0,0 1 0 0 0,0-1 0 0 0,1 0 0 0 0,-1 0 0 0 0,0 0 0 0 0,1-1 0 0 0,-1 0 0 0 0,1 0 0 0 0,-1 0 0 0 0,1-1 0 0 0,0 0 0 0 0,-8-5 0 0 0,-8-9-34 0 0,17 8-15 0 0,3 5 20 0 0,1 2 2 0 0,0 1 1 0 0,0-1-1 0 0,0 1 1 0 0,0 0-1 0 0,0-1 1 0 0,0 1-1 0 0,0 0 1 0 0,0-1-1 0 0,1 1 0 0 0,-1 0 1 0 0,0-1-1 0 0,1 1 1 0 0,-1 0-1 0 0,1-1 1 0 0,0 1-1 0 0,-1 0 1 0 0,1 0-1 0 0,0 0 1 0 0,0 0-1 0 0,0 0 0 0 0,0 0 1 0 0,1-2-1 0 0,26-18-88 0 0,-22 17 60 0 0,36-21-740 0 0,1 1-1 0 0,87-33 1 0 0,21-10-1116 0 0,-130 56 1625 0 0,-1-1 1 0 0,0-1-1 0 0,-1-1 1 0 0,34-31-1 0 0,-43 34 215 0 0,-1 0-1 0 0,-1 0 1 0 0,0-1 0 0 0,0 0 0 0 0,-1-1-1 0 0,-1 0 1 0 0,0 0 0 0 0,-1 0 0 0 0,0-1-1 0 0,-1 1 1 0 0,4-27 0 0 0,-4 15 144 0 0,-1-1 1 0 0,-2 0-1 0 0,0 0 0 0 0,-2 1 1 0 0,-7-45-1 0 0,9 69-88 0 0,-1-1 0 0 0,0 1 0 0 0,-1 0-1 0 0,1 0 1 0 0,0-1 0 0 0,0 1 0 0 0,-1 0 0 0 0,1 0-1 0 0,0 0 1 0 0,-1 0 0 0 0,1 0 0 0 0,-1 0-1 0 0,1-1 1 0 0,-1 1 0 0 0,0 0 0 0 0,0 0 0 0 0,1 1-1 0 0,-1-1 1 0 0,0 0 0 0 0,-2-2 0 0 0,3 4-6 0 0,-1-1 1 0 0,0 0-1 0 0,0 0 1 0 0,0 0 0 0 0,1 1-1 0 0,-1-1 1 0 0,0 0 0 0 0,1 1-1 0 0,-1-1 1 0 0,0 0-1 0 0,1 1 1 0 0,-1-1 0 0 0,0 1-1 0 0,1-1 1 0 0,-1 1-1 0 0,1-1 1 0 0,-1 1 0 0 0,1 0-1 0 0,-1-1 1 0 0,1 1-1 0 0,0 0 1 0 0,-1 1 0 0 0,-5 8 9 0 0,0 1 0 0 0,-6 21 0 0 0,-13 53 217 0 0,3 2 0 0 0,5 0 0 0 0,-10 124 0 0 0,15-91 286 0 0,12-118-439 0 0,2 7 67 0 0,3-15-154 0 0,0-1 1 0 0,-1 0-1 0 0,1 0 0 0 0,-2 0 0 0 0,1-1 1 0 0,4-15-1 0 0,7-14-99 0 0,-1 11 62 0 0,1 0 1 0 0,32-41-1 0 0,-40 58 32 0 0,1 0 1 0 0,1 0-1 0 0,-1 1 0 0 0,1 0 1 0 0,1 0-1 0 0,0 1 0 0 0,0 1 1 0 0,0-1-1 0 0,18-7 0 0 0,-24 13 14 0 0,0-1 0 0 0,0 1-1 0 0,0 0 1 0 0,0 0 0 0 0,-1 1 0 0 0,1-1-1 0 0,0 1 1 0 0,1-1 0 0 0,-1 1-1 0 0,0 1 1 0 0,0-1 0 0 0,0 1 0 0 0,0-1-1 0 0,-1 1 1 0 0,1 0 0 0 0,0 0 0 0 0,0 1-1 0 0,0-1 1 0 0,-1 1 0 0 0,1 0-1 0 0,-1 0 1 0 0,1 0 0 0 0,4 4 0 0 0,-3-2 15 0 0,-1 1 0 0 0,0-1 0 0 0,0 1 0 0 0,0 0 0 0 0,-1 0 0 0 0,0 0 0 0 0,0 0 0 0 0,0 0 0 0 0,0 1 0 0 0,-1-1 0 0 0,0 1 0 0 0,0 0 0 0 0,0 0 0 0 0,-1 0 0 0 0,1 7 0 0 0,-1 9 55 0 0,-1-1 0 0 0,0 1-1 0 0,-5 24 1 0 0,0 28-270 0 0,5-74 157 0 0,0 1 0 0 0,0 0-1 0 0,0 0 1 0 0,0-1 0 0 0,0 1 0 0 0,0 0 0 0 0,0 0 0 0 0,1-1-1 0 0,-1 1 1 0 0,0 0 0 0 0,1 0 0 0 0,-1-1 0 0 0,0 1 0 0 0,1 0-1 0 0,-1-1 1 0 0,1 1 0 0 0,-1-1 0 0 0,1 1 0 0 0,-1 0 0 0 0,1-1-1 0 0,0 1 1 0 0,-1-1 0 0 0,1 0 0 0 0,0 1 0 0 0,0 0 0 0 0,2 0-81 0 0,-1-1 1 0 0,0 1 0 0 0,1 0-1 0 0,-1-1 1 0 0,0 1 0 0 0,1-1-1 0 0,-1 0 1 0 0,5 0 0 0 0,3-1-481 0 0,1-1 1 0 0,19-4 0 0 0,-28 6 497 0 0,23-8-616 0 0,0 0-1 0 0,-1-2 1 0 0,0 0-1 0 0,36-23 1 0 0,-26 12 1021 0 0,-2-1 0 0 0,41-37 1 0 0,-56 43 642 0 0,0-1-1 0 0,24-32 1 0 0,-34 41-389 0 0,-2 0-1 0 0,1-1 1 0 0,-1 0-1 0 0,-1 0 0 0 0,0 0 1 0 0,0-1-1 0 0,0 0 1 0 0,2-15-1 0 0,-6 24-539 0 0,0 1 0 0 0,0 0 0 0 0,0-1 0 0 0,0 1 0 0 0,0-1 0 0 0,0 1 0 0 0,0 0 1 0 0,0-1-1 0 0,0 1 0 0 0,0 0 0 0 0,0-1 0 0 0,0 1 0 0 0,0 0 0 0 0,0-1 0 0 0,0 1 0 0 0,-1 0 0 0 0,1-1 0 0 0,0 1 0 0 0,0 0 0 0 0,0-1 0 0 0,-1 1 0 0 0,1 0 0 0 0,0 0 0 0 0,-1-1 0 0 0,1 1 0 0 0,0 0 0 0 0,0 0 0 0 0,-1-1 0 0 0,1 1 0 0 0,0 0 0 0 0,-1 0 0 0 0,1 0 0 0 0,0 0 0 0 0,-1 0 0 0 0,1-1 0 0 0,-1 1 0 0 0,1 0 0 0 0,0 0 0 0 0,-1 0 0 0 0,1 0 1 0 0,0 0-1 0 0,-1 0 0 0 0,1 0 0 0 0,0 0 0 0 0,-1 0 0 0 0,1 1 0 0 0,-1-1 0 0 0,1 0 0 0 0,-1 0 0 0 0,-18 7 142 0 0,-7 11-88 0 0,1 2 0 0 0,1 0 0 0 0,0 2 0 0 0,2 1 0 0 0,0 0 0 0 0,-35 53 0 0 0,50-65-53 0 0,0-1-1 0 0,1 2 0 0 0,0-1 1 0 0,1 1-1 0 0,0 0 0 0 0,1 0 1 0 0,0 0-1 0 0,-2 16 0 0 0,6-27-12 0 0,0 0-1 0 0,0 0 1 0 0,0-1-1 0 0,0 1 1 0 0,0 0-1 0 0,0-1 1 0 0,0 1-1 0 0,0 0 1 0 0,0-1-1 0 0,0 1 1 0 0,0 0-1 0 0,1-1 1 0 0,-1 1-1 0 0,0 0 1 0 0,1-1-1 0 0,-1 1 1 0 0,0 0 0 0 0,1-1-1 0 0,-1 1 1 0 0,1-1-1 0 0,-1 1 1 0 0,1-1-1 0 0,-1 1 1 0 0,2 0-1 0 0,2 3 5 0 0,-3-3-4 0 0,0 0-1 0 0,-1-1 0 0 0,1 1 1 0 0,0 0-1 0 0,-1 0 1 0 0,1-1-1 0 0,0 1 1 0 0,0-1-1 0 0,0 1 1 0 0,0-1-1 0 0,0 1 0 0 0,0-1 1 0 0,-1 1-1 0 0,1-1 1 0 0,0 0-1 0 0,0 1 1 0 0,0-1-1 0 0,0 0 0 0 0,2 0 1 0 0,3 0-6 0 0,20 1-32 0 0,-18-4 36 0 0,-3 1-3 0 0,4-1-4 0 0,-1 0-1 0 0,0 0 0 0 0,0-1 1 0 0,-1 0-1 0 0,1 0 0 0 0,-1-1 1 0 0,0 0-1 0 0,0 0 1 0 0,0-1-1 0 0,-1 0 0 0 0,0 0 1 0 0,0 0-1 0 0,8-12 0 0 0,2-6-35 0 0,-1 0-1 0 0,19-46 0 0 0,-13 26 32 0 0,-15 28 8 0 0,-5 11-13 0 0,1 1 0 0 0,-1 0 0 0 0,1 0 0 0 0,0 0 0 0 0,0 0 0 0 0,4-5 0 0 0,-5 8-19 0 0,-1 2 31 0 0,-22 77 45 0 0,14-55 22 0 0,-6 32 0 0 0,13-48-52 0 0,0 0-1 0 0,0 0 1 0 0,1 1-1 0 0,0-1 1 0 0,0 0-1 0 0,1 0 1 0 0,0 0-1 0 0,3 12 1 0 0,-4-17-7 0 0,1 0 1 0 0,0-1-1 0 0,-1 1 1 0 0,1 0 0 0 0,0-1-1 0 0,0 1 1 0 0,0-1-1 0 0,0 1 1 0 0,0-1-1 0 0,0 1 1 0 0,1-1 0 0 0,-1 0-1 0 0,0 0 1 0 0,1 0-1 0 0,-1 1 1 0 0,1-1-1 0 0,-1-1 1 0 0,3 3 0 0 0,0-2-3 0 0,-1 0 0 0 0,1 0 0 0 0,-1 0 0 0 0,0-1 1 0 0,1 1-1 0 0,0-1 0 0 0,-1 0 0 0 0,1 0 1 0 0,3 0-1 0 0,5-2-7 0 0,-1 0 0 0 0,0-1 1 0 0,1 0-1 0 0,-1 0 0 0 0,11-6 0 0 0,7-5-21 0 0,0-1 0 0 0,-1-1 0 0 0,-1-1 0 0 0,0-2-1 0 0,29-27 1 0 0,-4-3 35 0 0,59-71-1 0 0,-106 114 84 0 0,0-1 0 0 0,0 0-1 0 0,-1 0 1 0 0,1 0 0 0 0,4-14-1 0 0,-8 19-51 0 0,-2 2-35 0 0,1-1 1 0 0,-1 1-1 0 0,0-1 0 0 0,0 0 1 0 0,1 1-1 0 0,-1-1 1 0 0,0 1-1 0 0,0 0 1 0 0,0-1-1 0 0,0 1 0 0 0,0 0 1 0 0,1-1-1 0 0,-3 1 1 0 0,-4 2-8 0 0,0 1 1 0 0,0-1 0 0 0,0 1-1 0 0,0 1 1 0 0,1-1 0 0 0,-1 1-1 0 0,1 0 1 0 0,0 1 0 0 0,0-1-1 0 0,1 1 1 0 0,-1 0 0 0 0,1 1-1 0 0,0-1 1 0 0,1 1 0 0 0,-1 0-1 0 0,1 0 1 0 0,0 1 0 0 0,-5 12-1 0 0,8-16 6 0 0,1 1-1 0 0,-1-1 1 0 0,1 1 0 0 0,0 0-1 0 0,0-1 1 0 0,1 1-1 0 0,-1-1 1 0 0,1 1-1 0 0,0-1 1 0 0,0 1-1 0 0,0-1 1 0 0,0 1-1 0 0,1-1 1 0 0,-1 0-1 0 0,1 0 1 0 0,3 6-1 0 0,5 2 10 0 0,1 0 0 0 0,0-1 0 0 0,0-1 0 0 0,1 1 0 0 0,0-2 0 0 0,21 12 0 0 0,-21-13 0 0 0,1 1 1 0 0,-1 0-1 0 0,0 1 0 0 0,-1 0 1 0 0,0 1-1 0 0,15 17 0 0 0,-25-26-2 0 0,0 1-1 0 0,0-1 1 0 0,0 1 0 0 0,0-1-1 0 0,0 1 1 0 0,0 0-1 0 0,-1 0 1 0 0,1-1-1 0 0,-1 1 1 0 0,1 0-1 0 0,-1 0 1 0 0,0 0-1 0 0,0-1 1 0 0,1 1-1 0 0,-1 0 1 0 0,0 0-1 0 0,-1 0 1 0 0,1 0-1 0 0,-1 1 1 0 0,0 0 9 0 0,0 1 0 0 0,0-1 1 0 0,0 0-1 0 0,-1-1 0 0 0,1 1 0 0 0,-1 0 1 0 0,0 0-1 0 0,0-1 0 0 0,0 1 1 0 0,-3 2-1 0 0,-2 2 49 0 0,-1-1-1 0 0,0 0 1 0 0,0 0 0 0 0,-1 0 0 0 0,-15 7-1 0 0,12-8 77 0 0,1-1-1 0 0,-1 0 0 0 0,0 0 0 0 0,-1-1 0 0 0,1-1 0 0 0,0 0 1 0 0,-1 0-1 0 0,1-2 0 0 0,-14 0 0 0 0,22-1-113 0 0,-2-2-7 0 0,6 2-21 0 0,-1 1 1 0 0,1 0-1 0 0,0-1 0 0 0,0 1 0 0 0,-1 0 0 0 0,1 0 0 0 0,0-1 0 0 0,0 1 0 0 0,0-1 1 0 0,0 1-1 0 0,0 0 0 0 0,0-1 0 0 0,-1 1 0 0 0,1 0 0 0 0,0-1 0 0 0,0 1 0 0 0,0-1 1 0 0,0 1-1 0 0,0 0 0 0 0,0-1 0 0 0,0 1 0 0 0,1 0 0 0 0,-1-1 0 0 0,0 1 0 0 0,0-1 1 0 0,0 1-1 0 0,0 0 0 0 0,0-1 0 0 0,0 1 0 0 0,1 0 0 0 0,-1-1 0 0 0,0 1 0 0 0,0 0 1 0 0,1 0-1 0 0,-1-1 0 0 0,0 1 0 0 0,0 0 0 0 0,1-1 0 0 0,12-11-8 0 0,-13 11 6 0 0,13-10-7 0 0,1 1 0 0 0,0 1 0 0 0,0 0 0 0 0,20-8 0 0 0,65-25-30 0 0,-64 28 16 0 0,126-42-48 0 0,-100 37 18 0 0,0-3 1 0 0,104-54-1 0 0,-152 68 50 0 0,0 0 0 0 0,0-1 0 0 0,17-17 0 0 0,-25 21 2 0 0,0 0-1 0 0,0-1 1 0 0,0 0-1 0 0,-1 0 1 0 0,0 0 0 0 0,0-1-1 0 0,0 1 1 0 0,5-15 0 0 0,-9 20-2 0 0,0-1 1 0 0,-1 1-1 0 0,1 0 0 0 0,0-1 1 0 0,0 1-1 0 0,-1-1 1 0 0,1 1-1 0 0,0 0 1 0 0,-1-1-1 0 0,1 1 1 0 0,-1 0-1 0 0,0-1 1 0 0,1 1-1 0 0,-1 0 1 0 0,0 0-1 0 0,0 0 1 0 0,0 0-1 0 0,0 0 0 0 0,0 0 1 0 0,0 0-1 0 0,0 0 1 0 0,0 0-1 0 0,0 0 1 0 0,-1 0-1 0 0,1 1 1 0 0,0-1-1 0 0,-1 0 1 0 0,1 1-1 0 0,0-1 1 0 0,-1 1-1 0 0,1 0 0 0 0,-3-1 1 0 0,-7 2 2 0 0,-1 1 1 0 0,1 0-1 0 0,-1 0 0 0 0,1 1 1 0 0,0 1-1 0 0,0 0 1 0 0,1 1-1 0 0,-1 0 0 0 0,1 0 1 0 0,0 1-1 0 0,-12 9 1 0 0,1 1 9 0 0,0 0 1 0 0,1 2-1 0 0,-36 39 1 0 0,49-48-6 0 0,0 0 0 0 0,1 1 0 0 0,0-1 1 0 0,0 1-1 0 0,1 0 0 0 0,0 1 0 0 0,1 0 1 0 0,-6 21-1 0 0,9-29-2 0 0,1 1 0 0 0,-1-1-1 0 0,1 0 1 0 0,-1 0 0 0 0,1 0 0 0 0,0 1 0 0 0,0-1 0 0 0,1 0 0 0 0,-1 0 0 0 0,1 0-1 0 0,-1 1 1 0 0,1-1 0 0 0,0 0 0 0 0,0 0 0 0 0,0 0 0 0 0,1 0 0 0 0,-1 0-1 0 0,1-1 1 0 0,0 1 0 0 0,-1 0 0 0 0,1-1 0 0 0,0 1 0 0 0,1-1 0 0 0,-1 0 0 0 0,0 1-1 0 0,1-1 1 0 0,-1 0 0 0 0,1 0 0 0 0,0-1 0 0 0,-1 1 0 0 0,1-1 0 0 0,0 1-1 0 0,0-1 1 0 0,0 0 0 0 0,0 0 0 0 0,4 1 0 0 0,12 2-456 0 0,0 0 1 0 0,0-1-1 0 0,0-1 1 0 0,1-1-1 0 0,37-2 0 0 0,-23-2-3244 0 0,34-8 0 0 0,-32 3-1455 0 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9:11.3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95 133 2472 0 0,'-79'-46'14054'0'0,"77"45"-13854"0"0,1 0 0 0 0,-1 0-1 0 0,1 0 1 0 0,0 0 0 0 0,-1 0 0 0 0,1 0 0 0 0,0 0 0 0 0,-1-1 0 0 0,-1-2-1 0 0,6 2-173 0 0,-1 0 0 0 0,1 0 0 0 0,-1 1 0 0 0,1-1 0 0 0,0 0 0 0 0,0 1 0 0 0,0 0 1 0 0,0-1-1 0 0,0 1 0 0 0,0 0 0 0 0,5 0 0 0 0,46-8 42 0 0,-29 5-33 0 0,319-35-673 0 0,-331 38-197 0 0,3 0-1344 0 0,0 1-1 0 0,18 1 0 0 0,-12 1-6344 0 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9:11.6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185 0 552 0 0,'-12'7'5649'0'0,"8"-4"-5289"0"0,-1 0 1 0 0,2 1 0 0 0,-1-1 0 0 0,0 1-1 0 0,1 0 1 0 0,-1 0 0 0 0,1 0 0 0 0,0 1-1 0 0,1-1 1 0 0,-1 1 0 0 0,-2 6 0 0 0,-22 61 2385 0 0,22-56-2117 0 0,-26 85 917 0 0,-29 168 0 0 0,58-251-5181 0 0,0 32 1 0 0,-1-39-405 0 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9:12.0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192 0 2216 0 0,'-74'28'7137'0'0,"46"-18"-3226"0"0,-29 13 1 0 0,54-22-3396 0 0,-22 10 732 0 0,21-5-661 0 0,16-4 159 0 0,452-21 168 0 0,-362 11-708 0 0,-99 8-185 0 0,1-1 8 0 0,24-2 61 0 0,-25 3-74 0 0,0 0 21 0 0,-2 0-143 0 0,1 0 0 0 0,0 0 0 0 0,0 0 1 0 0,-1 0-1 0 0,1-1 0 0 0,0 1 0 0 0,0-1 0 0 0,-1 1 1 0 0,1-1-1 0 0,0 1 0 0 0,-1-1 0 0 0,1 0 0 0 0,2-2 0 0 0,13-17-7313 0 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9:12.2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 3636 0 0,'29'5'8921'0'0,"0"-1"-1928"0"0,0-1-2354 0 0,-12-6-4218 0 0,-17 2-660 0 0,1-1 0 0 0,-1 0 0 0 0,1 1 1 0 0,-1-1-1 0 0,1 0 0 0 0,-1 0 0 0 0,0 1 1 0 0,0-1-1 0 0,0 0 0 0 0,0 0 1 0 0,0-3-1 0 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9:16.8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556 114 196 0 0,'4'-15'3646'0'0,"1"-4"1272"0"0,-5 36-3570 0 0,-79 506 2194 0 0,51-388-2938 0 0,-82 238 1 0 0,62-258 40 0 0,41-100-350 0 0,-1 0 0 0 0,-1-1 1 0 0,-1 0-1 0 0,1 0 0 0 0,-16 15 1 0 0,23-27-256 0 0,0 0 0 0 0,0 0 0 0 0,-1 0 0 0 0,1 0 1 0 0,0-1-1 0 0,-1 1 0 0 0,1-1 0 0 0,-1 1 0 0 0,1-1 1 0 0,-1 0-1 0 0,0 0 0 0 0,0 0 0 0 0,1 0 0 0 0,-1-1 1 0 0,0 1-1 0 0,0-1 0 0 0,0 1 0 0 0,0-1 0 0 0,0 0 1 0 0,-3 0-1 0 0,2-1-21 0 0,-1-1-1 0 0,1 1 1 0 0,0 0 0 0 0,0-1 0 0 0,0 0-1 0 0,0 0 1 0 0,0 0 0 0 0,1-1 0 0 0,-1 1-1 0 0,1-1 1 0 0,-1 0 0 0 0,-2-3 0 0 0,-4-5-17 0 0,1 1 1 0 0,1-1-1 0 0,-1-1 1 0 0,2 0-1 0 0,0 0 1 0 0,0 0-1 0 0,-6-19 1 0 0,1-7-6 0 0,1 0 1 0 0,2 0 0 0 0,2-1 0 0 0,2 0 0 0 0,1-1-1 0 0,2 1 1 0 0,1-1 0 0 0,3 1 0 0 0,9-63-1 0 0,-2 53-12 0 0,3 1-1 0 0,1 0 1 0 0,2 1-1 0 0,3 0 1 0 0,1 1-1 0 0,2 1 1 0 0,33-50-1 0 0,-30 59-13 0 0,1 1-1 0 0,2 1 1 0 0,1 1-1 0 0,35-31 1 0 0,-43 46 7 0 0,0 1 0 0 0,1 2-1 0 0,0 0 1 0 0,2 1 0 0 0,-1 1 0 0 0,2 1 0 0 0,46-17 0 0 0,-57 25 17 0 0,-1 1 0 0 0,1 1-1 0 0,1 0 1 0 0,-1 1 0 0 0,0 0 0 0 0,0 1-1 0 0,0 0 1 0 0,1 1 0 0 0,-1 1 0 0 0,0 0 0 0 0,0 1-1 0 0,0 0 1 0 0,-1 1 0 0 0,1 1 0 0 0,-1-1-1 0 0,22 13 1 0 0,-26-12 11 0 0,-1 0 0 0 0,1 0 1 0 0,-1 1-1 0 0,0 0 0 0 0,0 0 0 0 0,-1 0 0 0 0,1 1 0 0 0,-1 0 0 0 0,-1 0 1 0 0,0 1-1 0 0,0-1 0 0 0,0 1 0 0 0,-1 0 0 0 0,0 1 0 0 0,0-1 0 0 0,-1 1 1 0 0,0 0-1 0 0,-1-1 0 0 0,0 1 0 0 0,0 0 0 0 0,-1 0 0 0 0,0 1 0 0 0,-1-1 1 0 0,-1 17-1 0 0,0-16 0 0 0,-1 1 1 0 0,0 0 0 0 0,-1-1-1 0 0,0 0 1 0 0,0 1 0 0 0,-1-1 0 0 0,-1-1-1 0 0,1 1 1 0 0,-2-1 0 0 0,-8 14-1 0 0,4-11-3 0 0,-1 1 0 0 0,0-2 0 0 0,-1 1 0 0 0,0-2 1 0 0,-1 1-1 0 0,-17 10 0 0 0,-8 1-1 0 0,-2-2 0 0 0,0-1 0 0 0,-1-2 0 0 0,-48 12 1 0 0,7-2-575 0 0,79-26 292 0 0,80-21-4121 0 0,109-43 1743 0 0,-92 29 1116 0 0,-58 21 1043 0 0,167-62-1525 0 0,-158 55 1762 0 0,-1-1 0 0 0,58-37 0 0 0,-95 53 495 0 0,1 0-1 0 0,-1 0 1 0 0,0-1 0 0 0,-1 0-1 0 0,1 0 1 0 0,-1 0 0 0 0,-1-1-1 0 0,1 0 1 0 0,-1 0 0 0 0,0-1-1 0 0,-1 1 1 0 0,0-1 0 0 0,0 0-1 0 0,0 0 1 0 0,-1 0 0 0 0,0-1 0 0 0,-1 1-1 0 0,0-1 1 0 0,0 0 0 0 0,-1 1-1 0 0,0-1 1 0 0,-1 0 0 0 0,0 0-1 0 0,0 0 1 0 0,-2-13 0 0 0,2 20-132 0 0,-1 0 1 0 0,1 1-1 0 0,0-1 0 0 0,0 1 1 0 0,-1-1-1 0 0,1 0 1 0 0,-1 1-1 0 0,0-1 1 0 0,1 1-1 0 0,-1-1 0 0 0,0 1 1 0 0,0 0-1 0 0,0-1 1 0 0,-1-1-1 0 0,2 3-87 0 0,-1 0-1 0 0,1 0 1 0 0,0 0 0 0 0,-1 0-1 0 0,1 0 1 0 0,0 0-1 0 0,0 0 1 0 0,-1 0 0 0 0,1 0-1 0 0,0 0 1 0 0,-1 0 0 0 0,1 0-1 0 0,0 0 1 0 0,0 0-1 0 0,-1 0 1 0 0,1 0 0 0 0,0 0-1 0 0,-1 0 1 0 0,1 0-1 0 0,0 0 1 0 0,0 0 0 0 0,-1 1-1 0 0,1-1 1 0 0,0 0 0 0 0,0 0-1 0 0,-1 0 1 0 0,1 1-1 0 0,-11 13-38 0 0,-11 36 220 0 0,2 1 1 0 0,2 0 0 0 0,-15 73-1 0 0,14-51-107 0 0,-27 97-2 0 0,-63 213 343 0 0,106-371-381 0 0,1-5 61 0 0,-1 0-1 0 0,1-1 1 0 0,-8 14 0 0 0,9-19 10 0 0,-1-1-71 0 0,2 0-47 0 0,0 0 0 0 0,-1 0 0 0 0,1 0 0 0 0,0 0 0 0 0,-1 0 0 0 0,1 0 0 0 0,0 0-1 0 0,-1-1 1 0 0,1 1 0 0 0,0 0 0 0 0,-1 0 0 0 0,1 0 0 0 0,0 0 0 0 0,-1 0 0 0 0,1-1 0 0 0,0 1 0 0 0,0 0 0 0 0,-1 0 0 0 0,1 0 0 0 0,0-1-1 0 0,0 1 1 0 0,-1 0 0 0 0,1-1 0 0 0,0 1 0 0 0,0 0 0 0 0,0 0 0 0 0,-1-1 0 0 0,1 1 0 0 0,0 0 0 0 0,0-1 0 0 0,1-12 2 0 0,0 1 1 0 0,1-1-1 0 0,1 1 1 0 0,0 0-1 0 0,1 0 1 0 0,0 0-1 0 0,0 0 1 0 0,9-15-1 0 0,6-6 0 0 0,34-49-1 0 0,-45 72-7 0 0,0 0-1 0 0,1 0 0 0 0,0 1 0 0 0,1 0 1 0 0,0 1-1 0 0,0 0 0 0 0,1 1 1 0 0,0 0-1 0 0,0 0 0 0 0,1 1 0 0 0,0 0 1 0 0,0 1-1 0 0,21-5 0 0 0,-26 8 1 0 0,0 0 0 0 0,-1 1 0 0 0,1 0 0 0 0,0 1 0 0 0,1-1 0 0 0,-1 1 0 0 0,0 1 0 0 0,0-1 0 0 0,0 1 0 0 0,0 1 0 0 0,-1-1 0 0 0,1 1 0 0 0,0 0 0 0 0,0 0 0 0 0,-1 1 1 0 0,0 0-1 0 0,1 0 0 0 0,-1 1 0 0 0,0 0 0 0 0,-1 0 0 0 0,1 0 0 0 0,-1 1 0 0 0,1-1 0 0 0,-1 1 0 0 0,-1 1 0 0 0,9 10 0 0 0,-8-8 4 0 0,0 1 1 0 0,-1-1-1 0 0,0 1 1 0 0,0 0-1 0 0,-1 0 1 0 0,0 1-1 0 0,-1-1 1 0 0,0 1-1 0 0,-1-1 1 0 0,1 1-1 0 0,-2 15 1 0 0,0 6 38 0 0,-2 1 1 0 0,-8 37-1 0 0,8-61-407 0 0,1 0 0 0 0,1 0 0 0 0,-1 0 0 0 0,2 15 0 0 0,0-22 289 0 0,-1-1 0 0 0,0 1 0 0 0,1 0 0 0 0,-1-1 0 0 0,1 1 0 0 0,-1-1 0 0 0,1 1 0 0 0,0-1 0 0 0,-1 1 0 0 0,1-1 0 0 0,-1 1 0 0 0,1-1 0 0 0,0 1 0 0 0,-1-1 0 0 0,1 0 0 0 0,0 1 0 0 0,0-1 0 0 0,-1 0 0 0 0,1 0 0 0 0,0 0 0 0 0,0 1 0 0 0,-1-1 0 0 0,1 0 0 0 0,0 0 1 0 0,0 0-1 0 0,0 0 0 0 0,-1 0 0 0 0,1-1 0 0 0,0 1 0 0 0,0 0 0 0 0,1-1 0 0 0,-1 1 66 0 0,13-2-736 0 0,0-1 1 0 0,-1-1-1 0 0,1 0 1 0 0,-1-1-1 0 0,24-11 1 0 0,61-42-971 0 0,-86 50 1574 0 0,12-7 568 0 0,0-2 0 0 0,-2-1 1 0 0,38-38-1 0 0,-49 44 182 0 0,-1 1-1 0 0,-1-1 1 0 0,0-1 0 0 0,0 0 0 0 0,-1 0-1 0 0,-1-1 1 0 0,0 0 0 0 0,8-27 0 0 0,-14 38-394 0 0,0 0 0 0 0,0 0 0 0 0,-1 1 0 0 0,1-1 0 0 0,-1 0 0 0 0,1 0 0 0 0,-1 0 0 0 0,0 0 0 0 0,0 1 0 0 0,-1-1 0 0 0,1 0 0 0 0,-1 0 0 0 0,1 0 0 0 0,-1 0 0 0 0,-2-4 0 0 0,3 6-190 0 0,-1 0-1 0 0,0 1 1 0 0,1-1 0 0 0,-1 1-1 0 0,0 0 1 0 0,1-1 0 0 0,-1 1-1 0 0,0-1 1 0 0,1 1 0 0 0,-1 0-1 0 0,0 0 1 0 0,0-1 0 0 0,1 1-1 0 0,-1 0 1 0 0,0 0 0 0 0,0 0-1 0 0,0 0 1 0 0,1 0 0 0 0,-1 0-1 0 0,0 0 1 0 0,0 0 0 0 0,0 0-1 0 0,1 0 1 0 0,-1 1 0 0 0,0-1-1 0 0,0 0 1 0 0,1 0 0 0 0,-1 1-1 0 0,0-1 1 0 0,0 0 0 0 0,1 1-1 0 0,-2 0 1 0 0,1-1-16 0 0,-9 6 37 0 0,1-1 0 0 0,-1 2 0 0 0,1-1 0 0 0,0 1 0 0 0,-13 13 0 0 0,-37 46 9 0 0,38-41-26 0 0,-6 7-5 0 0,-25 39-1 0 0,42-56-3 0 0,0 1-1 0 0,2 1 0 0 0,0-1 1 0 0,-11 35-1 0 0,17-46-11 0 0,1 1-1 0 0,0-1 1 0 0,0 1 0 0 0,1-1-1 0 0,-1 1 1 0 0,1-1 0 0 0,2 11-1 0 0,-2-14-1 0 0,0-1-1 0 0,0 1 1 0 0,1-1-1 0 0,-1 1 1 0 0,1 0-1 0 0,0-1 1 0 0,-1 0-1 0 0,1 1 1 0 0,0-1-1 0 0,0 1 0 0 0,0-1 1 0 0,0 0-1 0 0,0 0 1 0 0,0 1-1 0 0,0-1 1 0 0,0 0-1 0 0,1 0 1 0 0,-1 0-1 0 0,0 0 0 0 0,1 0 1 0 0,-1-1-1 0 0,1 1 1 0 0,-1 0-1 0 0,1-1 1 0 0,-1 1-1 0 0,1-1 1 0 0,-1 1-1 0 0,1-1 1 0 0,-1 0-1 0 0,1 1 0 0 0,0-1 1 0 0,-1 0-1 0 0,3 0 1 0 0,7-1-8 0 0,-1 0 0 0 0,1-1 1 0 0,-1 1-1 0 0,0-2 0 0 0,1 0 1 0 0,-1 0-1 0 0,0-1 0 0 0,-1 0 1 0 0,1 0-1 0 0,-1-1 0 0 0,0-1 1 0 0,0 1-1 0 0,0-2 0 0 0,-1 1 1 0 0,0-1-1 0 0,7-8 0 0 0,5-6-6 0 0,-1-1 0 0 0,-2 0 1 0 0,0-2-1 0 0,25-47 0 0 0,-19 31-1 0 0,-23 40 11 0 0,0 0 1 0 0,0-1-1 0 0,0 1 0 0 0,0 0 1 0 0,0 0-1 0 0,0 0 0 0 0,0-1 1 0 0,0 1-1 0 0,0 0 0 0 0,0 0 1 0 0,0 0-1 0 0,0-1 0 0 0,0 1 1 0 0,0 0-1 0 0,0 0 1 0 0,0 0-1 0 0,0-1 0 0 0,0 1 1 0 0,1 0-1 0 0,-1 0 0 0 0,0 0 1 0 0,0 0-1 0 0,0 0 0 0 0,0-1 1 0 0,0 1-1 0 0,1 0 0 0 0,-1 0 1 0 0,0 0-1 0 0,0 0 1 0 0,0 0-1 0 0,0 0 0 0 0,1 0 1 0 0,-1 0-1 0 0,0 0 0 0 0,0 0 1 0 0,0-1-1 0 0,1 1 0 0 0,-1 0 1 0 0,0 0-1 0 0,0 0 0 0 0,0 0 1 0 0,1 0-1 0 0,-1 0 1 0 0,0 0-1 0 0,0 1 0 0 0,0-1 1 0 0,1 0-1 0 0,-1 13-49 0 0,-7 30 41 0 0,6-34-1 0 0,-2 6 10 0 0,-1 1 15 0 0,2 1-1 0 0,-1-1 1 0 0,2 1 0 0 0,0-1 0 0 0,1 1-1 0 0,1 0 1 0 0,4 22 0 0 0,-5-37-11 0 0,0 0 1 0 0,1 0 0 0 0,0-1 0 0 0,-1 1-1 0 0,1 0 1 0 0,0-1 0 0 0,0 1-1 0 0,0-1 1 0 0,0 1 0 0 0,0-1 0 0 0,0 1-1 0 0,0-1 1 0 0,1 0 0 0 0,-1 0-1 0 0,0 1 1 0 0,1-1 0 0 0,-1 0-1 0 0,1 0 1 0 0,0 0 0 0 0,1 0 0 0 0,0 0-2 0 0,0 0 0 0 0,0 0 1 0 0,1-1-1 0 0,-1 1 0 0 0,0-1 1 0 0,0 0-1 0 0,0 0 0 0 0,0 0 1 0 0,0 0-1 0 0,6-2 0 0 0,4-1 2 0 0,0-1 0 0 0,-1-1 0 0 0,0 0 0 0 0,18-10 0 0 0,-12 4-2 0 0,-1 0 0 0 0,-1-1 1 0 0,0-1-1 0 0,-1-1 0 0 0,0 0 1 0 0,-1-1-1 0 0,-1-1 0 0 0,0 0 1 0 0,-1-1-1 0 0,-1 0 0 0 0,0 0 1 0 0,-2-1-1 0 0,0-1 0 0 0,-1 0 1 0 0,0 0-1 0 0,6-31 0 0 0,-12 43 6 0 0,-2-24 30 0 0,0 29-35 0 0,1 0-1 0 0,-1 1-1 0 0,0 0-1 0 0,0 1 1 0 0,0-1 0 0 0,0 0 0 0 0,0 1-1 0 0,0-1 1 0 0,0 1 0 0 0,0-1 0 0 0,0 0-1 0 0,0 1 1 0 0,-1-1 0 0 0,1 0 0 0 0,0 1-1 0 0,0-1 1 0 0,0 1 0 0 0,-1-1 0 0 0,1 1-1 0 0,0-1 1 0 0,-1 1 0 0 0,1-1 0 0 0,0 1-1 0 0,-1-1 1 0 0,1 1 0 0 0,-1-1 0 0 0,1 1-1 0 0,-1-1 1 0 0,1 1 0 0 0,-1 0-1 0 0,1-1 1 0 0,-1 1 0 0 0,1 0 0 0 0,-2-1-1 0 0,2 1 0 0 0,-1 0 0 0 0,0-1 0 0 0,0 1-1 0 0,0 0 1 0 0,1 0 0 0 0,-1 0 0 0 0,0-1-1 0 0,0 1 1 0 0,0 0 0 0 0,0 0 0 0 0,1 0-1 0 0,-1 0 1 0 0,0 1 0 0 0,0-1 0 0 0,0 0-1 0 0,1 0 1 0 0,-1 0 0 0 0,0 1 0 0 0,0-1-1 0 0,0 0 1 0 0,1 1 0 0 0,-1-1 0 0 0,0 1-1 0 0,1-1 1 0 0,-1 1 0 0 0,0-1 0 0 0,1 1-1 0 0,-1-1 1 0 0,1 1 0 0 0,-2 1-1 0 0,-16 22-27 0 0,16-19 27 0 0,0 0 1 0 0,0 1-1 0 0,0-1 1 0 0,1 1-1 0 0,-1 0 1 0 0,1 0-1 0 0,1-1 1 0 0,-1 1-1 0 0,1 0 1 0 0,0 0-1 0 0,1 0 1 0 0,-1-1-1 0 0,1 1 1 0 0,0 0-1 0 0,1 0 1 0 0,-1-1-1 0 0,1 1 1 0 0,4 8-1 0 0,5 7 11 0 0,1 1 0 0 0,1-2 0 0 0,19 25 0 0 0,4 5 8 0 0,-34-47-12 0 0,0 1 0 0 0,0-1 0 0 0,0 0 0 0 0,-1 1 0 0 0,1 0 0 0 0,-1-1 0 0 0,0 1 0 0 0,0 0 0 0 0,0-1 0 0 0,0 1 0 0 0,0 5 0 0 0,-2-7 0 0 0,1 1-1 0 0,0-1 1 0 0,-1 1-1 0 0,0-1 1 0 0,1 1-1 0 0,-1-1 0 0 0,0 0 1 0 0,0 1-1 0 0,0-1 1 0 0,-1 0-1 0 0,1 0 1 0 0,0 0-1 0 0,-1 0 1 0 0,1 0-1 0 0,-1 0 0 0 0,0 0 1 0 0,0 0-1 0 0,0 0 1 0 0,-2 1-1 0 0,-9 5 168 0 0,1 0-1 0 0,-2-1 1 0 0,1 0-1 0 0,-1-1 1 0 0,0 0-1 0 0,-16 3 1 0 0,21-6-31 0 0,8-2-79 0 0,-6-1 14 0 0,7 0-74 0 0,0 0 0 0 0,1 0 0 0 0,-1 0 0 0 0,0 0 0 0 0,0-1 0 0 0,0 1 0 0 0,0 0 0 0 0,0 0 0 0 0,0 0 0 0 0,0 0 0 0 0,0-1 0 0 0,0 1 0 0 0,0 0 1 0 0,0 0-1 0 0,0 0 0 0 0,0-1 0 0 0,0 1 0 0 0,0 0 0 0 0,0 0 0 0 0,0 0 0 0 0,0 0 0 0 0,0-1 0 0 0,0 1 0 0 0,0 0 0 0 0,0 0 0 0 0,0 0 0 0 0,0 0 0 0 0,0-1 0 0 0,0 1 0 0 0,0 0 0 0 0,0 0 0 0 0,-1 0 0 0 0,1 0 0 0 0,0 0 0 0 0,0-1 0 0 0,0 1 0 0 0,0 0 0 0 0,0 0 1 0 0,-1 0-1 0 0,1 0 0 0 0,0 0 0 0 0,0 0 0 0 0,0 0 0 0 0,0 0 0 0 0,0 0 0 0 0,-1 0 0 0 0,1-1 0 0 0,0 1 0 0 0,0 0 0 0 0,0 0 0 0 0,-1 0 0 0 0,1 0 0 0 0,0 0 0 0 0,0 0 0 0 0,0 0 0 0 0,0 0 0 0 0,-1 0 0 0 0,1 0 0 0 0,0 1 0 0 0,2-4-1 0 0,1 0-1 0 0,-1 1 1 0 0,1-1-1 0 0,0 1 1 0 0,0 0-1 0 0,-1 0 0 0 0,2 0 1 0 0,-1 0-1 0 0,6-2 1 0 0,1-1 0 0 0,60-33-65 0 0,112-43 0 0 0,31-15-43 0 0,-189 83 88 0 0,-1-1 1 0 0,38-29 0 0 0,-53 36 17 0 0,0 1 1 0 0,-1-2-1 0 0,0 1 1 0 0,-1-1 0 0 0,0 0-1 0 0,0 0 1 0 0,-1 0 0 0 0,0-1-1 0 0,0 0 1 0 0,5-15 0 0 0,-9 23-1 0 0,-1 0 1 0 0,1 0-1 0 0,-1 0 1 0 0,0 1 0 0 0,0-1-1 0 0,0 0 1 0 0,1 0 0 0 0,-1 0-1 0 0,0 0 1 0 0,0 0 0 0 0,0 0-1 0 0,-1 0 1 0 0,1 0-1 0 0,0 0 1 0 0,0 0 0 0 0,0 0-1 0 0,-1 0 1 0 0,1 0 0 0 0,-1 0-1 0 0,-4-10 0 0 0,-5 2 2 0 0,8 8-1 0 0,1 0 1 0 0,-1 1-1 0 0,0-1 0 0 0,0 1 0 0 0,0-1 0 0 0,0 1 0 0 0,1 0 0 0 0,-1-1 0 0 0,0 1 1 0 0,0 0-1 0 0,0 0 0 0 0,0 0 0 0 0,0 1 0 0 0,0-1 0 0 0,0 0 0 0 0,-2 1 1 0 0,-1 1-1 0 0,0 0 1 0 0,0 0 0 0 0,-1 1 0 0 0,1-1-1 0 0,-6 6 1 0 0,-3 2 1 0 0,1 0 0 0 0,-21 23-1 0 0,19-17 1 0 0,1 1 0 0 0,0 0-1 0 0,1 1 1 0 0,1 1 0 0 0,-16 33-1 0 0,24-43 7 0 0,0 0 0 0 0,0 0 0 0 0,1 0 0 0 0,1 1 0 0 0,0 0 0 0 0,0-1 0 0 0,0 1 0 0 0,1 0 0 0 0,1 0 0 0 0,0-1 0 0 0,0 1 0 0 0,1 0 0 0 0,0 0 0 0 0,1 0 0 0 0,3 10 0 0 0,-3-16-22 0 0,0 0 0 0 0,0 1 1 0 0,0-2-1 0 0,0 1 1 0 0,1 0-1 0 0,0 0 1 0 0,0-1-1 0 0,0 1 0 0 0,0-1 1 0 0,0 0-1 0 0,1 0 1 0 0,-1 0-1 0 0,1-1 1 0 0,0 1-1 0 0,0-1 0 0 0,0 0 1 0 0,0 0-1 0 0,0 0 1 0 0,1 0-1 0 0,-1-1 1 0 0,0 0-1 0 0,1 0 0 0 0,-1 0 1 0 0,7 0-1 0 0,10 1-835 0 0,0-1-1 0 0,1-1 1 0 0,37-4-1 0 0,-58 4 765 0 0,33-5-3265 0 0,51-13 0 0 0,-42 6-1201 0 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9:17.2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189 89 1864 0 0,'27'-79'14114'0'0,"-26"78"-13567"0"0,0-7 577 0 0,2 14 260 0 0,1 17-308 0 0,-8 82-336 0 0,-4-1 0 0 0,-5 1 0 0 0,-40 154 0 0 0,22-150-566 0 0,26-93-115 0 0,-1-1-1 0 0,-1 0 1 0 0,0-1 0 0 0,-18 26-1 0 0,-16 23 860 0 0,40-62-853 0 0,1-1-75 0 0,0 0-1 0 0,-1 1 1 0 0,1-1 0 0 0,0 0-1 0 0,-1 0 1 0 0,1 0 0 0 0,0 0-1 0 0,-1 0 1 0 0,1 1 0 0 0,0-1 0 0 0,-1 0-1 0 0,1 0 1 0 0,0 1 0 0 0,0-1-1 0 0,-1 0 1 0 0,1 0 0 0 0,0 1-1 0 0,0-1 1 0 0,-1 0 0 0 0,1 1-1 0 0,0-1 1 0 0,0 0 0 0 0,0 1 0 0 0,0 0-1 0 0,0-1-47 0 0,-1 0 0 0 0,1 0 0 0 0,0 1 0 0 0,0-1 0 0 0,0 0-1 0 0,0 0 1 0 0,0 1 0 0 0,0-1 0 0 0,0 0 0 0 0,0 0 0 0 0,-1 1 0 0 0,1-1 0 0 0,0 0 0 0 0,0 0-1 0 0,0 0 1 0 0,0 1 0 0 0,-1-1 0 0 0,1 0 0 0 0,0 0 0 0 0,0 0 0 0 0,0 0 0 0 0,-1 0-1 0 0,1 1 1 0 0,0-1 0 0 0,0 0 0 0 0,-1 0 0 0 0,1 0 0 0 0,0 0 0 0 0,0 0 0 0 0,-1 0-1 0 0,1 0 1 0 0,0 0 0 0 0,-1 0 0 0 0,1 0 0 0 0,0 0 0 0 0,0 0 0 0 0,-1 0 0 0 0,1 0-1 0 0,0 0 1 0 0,0 0 0 0 0,-1 0 0 0 0,1 0 0 0 0,0 0 0 0 0,0 0 0 0 0,-1-1 0 0 0,1 1-1 0 0,0 0 1 0 0,0 0 0 0 0,0 0 0 0 0,-1 0 0 0 0,1-1 0 0 0,0 1 0 0 0,0 0 0 0 0,-7-14-5176 0 0,10-16-2732 0 0,-1 16 2447 0 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9:17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1 288 0 0,'53'2'20391'0'0,"-52"-2"-20353"0"0,0 0-1 0 0,-1 1 1 0 0,1-1 0 0 0,-1 0-1 0 0,1 1 1 0 0,-1-1 0 0 0,0 0-1 0 0,1 1 1 0 0,-1-1-1 0 0,1 1 1 0 0,-1-1 0 0 0,0 1-1 0 0,1-1 1 0 0,-1 1 0 0 0,0-1-1 0 0,1 1 1 0 0,-1-1-1 0 0,0 1 1 0 0,0-1 0 0 0,1 1-1 0 0,-1 0 1 0 0,0-1 0 0 0,0 1-1 0 0,0-1 1 0 0,0 1-1 0 0,0 0 1 0 0,0-1 0 0 0,0 1-1 0 0,0-1 1 0 0,0 1 0 0 0,0-1-1 0 0,0 1 1 0 0,-1 0-1 0 0,1-1 1 0 0,0 1 0 0 0,0-1-1 0 0,-1 1 1 0 0,1 0 0 0 0,-13 36 50 0 0,5-14 54 0 0,-50 234 1297 0 0,-45 161-1153 0 0,88-368-4025 0 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9:18.0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55 312 1892 0 0,'-13'-20'2605'0'0,"6"9"-1383"0"0,0 0-1 0 0,1-1 0 0 0,0 0 0 0 0,-5-13 0 0 0,10 21-1101 0 0,0 1 0 0 0,0 0 0 0 0,1-1-1 0 0,-1 1 1 0 0,1 0 0 0 0,0-1 0 0 0,-1 1-1 0 0,2-1 1 0 0,-1 1 0 0 0,0 0 0 0 0,1-1-1 0 0,-1 1 1 0 0,1 0 0 0 0,0-1-1 0 0,0 1 1 0 0,0 0 0 0 0,1 0 0 0 0,-1 0-1 0 0,1 0 1 0 0,3-5 0 0 0,5-4-35 0 0,0 1 1 0 0,1 1 0 0 0,0 0-1 0 0,1 0 1 0 0,0 1-1 0 0,0 1 1 0 0,1 0 0 0 0,0 1-1 0 0,0 0 1 0 0,18-6-1 0 0,-6 4-45 0 0,0 1 0 0 0,0 1 0 0 0,0 1-1 0 0,1 1 1 0 0,30-1 0 0 0,-42 5-24 0 0,-1 1-1 0 0,1 1 1 0 0,0 0-1 0 0,0 0 1 0 0,-1 2 0 0 0,1 0-1 0 0,-1 0 1 0 0,0 1 0 0 0,0 1-1 0 0,0 0 1 0 0,15 8-1 0 0,-20-8-26 0 0,0 0-1 0 0,-1 0 0 0 0,0 1 0 0 0,0 0 0 0 0,0 0 0 0 0,0 1 0 0 0,-1 0 0 0 0,-1 0 0 0 0,1 0 0 0 0,-1 1 1 0 0,0-1-1 0 0,0 1 0 0 0,-1 0 0 0 0,0 1 0 0 0,-1-1 0 0 0,0 1 0 0 0,4 16 0 0 0,-5-12-399 0 0,-1 1 0 0 0,0 0 0 0 0,0-1 0 0 0,-1 1 1 0 0,-1 0-1 0 0,-4 21 0 0 0,1-16-1345 0 0,0-1 1 0 0,-9 21 0 0 0,2-13-1970 0 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9:18.5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1 400 0 0,'-9'1'1606'0'0,"0"1"0"0"0,-1 1 0 0 0,1 0 0 0 0,0 0 0 0 0,-12 7 0 0 0,19-8-1440 0 0,-1-1 0 0 0,1 1 0 0 0,0 0-1 0 0,-1 0 1 0 0,1 0 0 0 0,0 0 0 0 0,0 1-1 0 0,1-1 1 0 0,-1 1 0 0 0,0-1 0 0 0,1 1-1 0 0,-1-1 1 0 0,1 1 0 0 0,0 0-1 0 0,0 0 1 0 0,0-1 0 0 0,0 1 0 0 0,1 0-1 0 0,-1 0 1 0 0,1 0 0 0 0,-1 4 0 0 0,1 11 191 0 0,1 0 0 0 0,0 0 0 0 0,2-1 0 0 0,0 1 1 0 0,0-1-1 0 0,2 0 0 0 0,0 0 0 0 0,1 0 0 0 0,13 26 1 0 0,-10-26-280 0 0,1 1 0 0 0,1-1 0 0 0,0 0 0 0 0,1-1 0 0 0,1-1 0 0 0,0 0 0 0 0,2 0 0 0 0,20 16 0 0 0,-23-23-47 0 0,2 0 0 0 0,-1-1-1 0 0,1 0 1 0 0,0-1 0 0 0,1 0 0 0 0,-1-2-1 0 0,1 1 1 0 0,0-2 0 0 0,0 0 0 0 0,0-1-1 0 0,1 0 1 0 0,-1-2 0 0 0,19 0 0 0 0,1-2 7 0 0,-1-1-1 0 0,1-2 1 0 0,-1-2 0 0 0,60-18 0 0 0,-70 16-26 0 0,-1 0 0 0 0,0-2 0 0 0,0 0 1 0 0,28-20-1 0 0,-41 24-10 0 0,0 0 1 0 0,-1 0 0 0 0,0-1 0 0 0,0-1-1 0 0,-1 1 1 0 0,0-1 0 0 0,-1-1-1 0 0,1 1 1 0 0,-2-1 0 0 0,0 0 0 0 0,7-14-1 0 0,-10 17 14 0 0,-2 6-14 0 0,0-1-1 0 0,-1 0 1 0 0,1 0-1 0 0,0 0 0 0 0,-1 0 1 0 0,1 0-1 0 0,-1 0 1 0 0,0 0-1 0 0,1 0 0 0 0,-1 0 1 0 0,0-1-1 0 0,0 1 1 0 0,-1 0-1 0 0,1 0 1 0 0,0 0-1 0 0,-1-3 0 0 0,0 3-124 0 0,1 0 0 0 0,-1 1 0 0 0,1-1 0 0 0,-1 0-1 0 0,1 0 1 0 0,-1 1 0 0 0,0-1 0 0 0,0 0 0 0 0,0 1-1 0 0,0-1 1 0 0,0 1 0 0 0,0-1 0 0 0,-3-1 0 0 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9:18.7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1 106 1368 0 0,'1'-3'694'0'0,"36"-75"16898"0"0,-36 77-17099 0 0,4-15 1591 0 0,-3 9-4318 0 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9:18.9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0 1244 0 0,'0'25'15890'0'0,"-1"-7"-13181"0"0,1-16-2566 0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9:19.2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1 100 1184 0 0,'7'-15'13660'0'0,"-5"12"-12578"0"0,135-50 732 0 0,-89 38-4549 0 0,0 2-4299 0 0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9:21.7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26 584 1648 0 0,'-14'3'3524'0'0,"12"1"-3315"0"0,0-1 1 0 0,1 1-1 0 0,-1-1 0 0 0,1 1 0 0 0,0-1 0 0 0,0 1 0 0 0,0 0 0 0 0,1-1 0 0 0,-1 1 0 0 0,1 0 0 0 0,0 0 0 0 0,1 6 0 0 0,6 52 878 0 0,-5-54-888 0 0,23 101 1021 0 0,-14-65-562 0 0,-10-44-632 0 0,-1 1-1 0 0,0 0 0 0 0,0 0 0 0 0,0-1 1 0 0,0 1-1 0 0,0 0 0 0 0,1-1 0 0 0,-1 1 1 0 0,0 0-1 0 0,0-1 0 0 0,1 1 0 0 0,-1-1 1 0 0,1 1-1 0 0,-1-1 0 0 0,0 1 0 0 0,1 0 1 0 0,-1-1-1 0 0,1 0 0 0 0,-1 1 0 0 0,1-1 1 0 0,0 1-1 0 0,-1-1 0 0 0,1 0 0 0 0,-1 1 1 0 0,1-1-1 0 0,0 0 0 0 0,-1 1 1 0 0,1-1-1 0 0,0 0 0 0 0,-1 0 0 0 0,1 0 1 0 0,1 0-1 0 0,0 0 3 0 0,0 0 1 0 0,0-1-1 0 0,0 0 0 0 0,-1 1 1 0 0,1-1-1 0 0,0 0 1 0 0,0 0-1 0 0,-1 0 0 0 0,1 0 1 0 0,0 0-1 0 0,1-3 0 0 0,5-3 23 0 0,-1-1 0 0 0,0 1 0 0 0,8-13 0 0 0,30-58 54 0 0,-3-2 0 0 0,33-90-1 0 0,4-7 1 0 0,-56 129-114 0 0,-3 3-21 0 0,2 0 0 0 0,3 1 0 0 0,47-64 0 0 0,-71 106 30 0 0,1-1 0 0 0,0 1 0 0 0,0 0 0 0 0,1 0 0 0 0,-1 0 0 0 0,0 0 0 0 0,1 0 0 0 0,-1 1 0 0 0,1-1-1 0 0,-1 1 1 0 0,1-1 0 0 0,0 1 0 0 0,-1 0 0 0 0,1 0 0 0 0,0 0 0 0 0,0 0 0 0 0,0 1 0 0 0,0-1 0 0 0,5 1-1 0 0,-5 0 4 0 0,0 1 0 0 0,0-1 0 0 0,-1 1-1 0 0,1 0 1 0 0,0 0 0 0 0,-1 0-1 0 0,1 0 1 0 0,0 1 0 0 0,-1-1-1 0 0,0 1 1 0 0,1-1 0 0 0,-1 1 0 0 0,0 0-1 0 0,0 0 1 0 0,0 0 0 0 0,0 0-1 0 0,0 0 1 0 0,0 1 0 0 0,-1-1-1 0 0,3 3 1 0 0,2 7-3 0 0,-1-1-1 0 0,0 1 1 0 0,0-1-1 0 0,-1 1 1 0 0,-1 1-1 0 0,0-1 1 0 0,0 0-1 0 0,1 25 1 0 0,-3 11 17 0 0,-3 46 0 0 0,1-76-5 0 0,-32 238 236 0 0,8-87-1438 0 0,24-161 655 0 0,1-4 20 0 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9:23.5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234 590 1332 0 0,'-25'-17'1642'0'0,"-39"-24"1859"0"0,57 38-3209 0 0,0 0 1 0 0,0 0-1 0 0,-1 0 1 0 0,1 1-1 0 0,-1 0 0 0 0,0 0 1 0 0,-10-1-1 0 0,15 4-253 0 0,0-1 0 0 0,-1 0 0 0 0,1 0-1 0 0,0 1 1 0 0,0 0 0 0 0,0 0 0 0 0,0 0 0 0 0,0 0 0 0 0,0 0-1 0 0,0 0 1 0 0,0 1 0 0 0,1-1 0 0 0,-1 1 0 0 0,1 0 0 0 0,-1 0-1 0 0,1 0 1 0 0,-1 0 0 0 0,1 1 0 0 0,0-1 0 0 0,0 0 0 0 0,0 1-1 0 0,-3 4 1 0 0,4-5-26 0 0,0 0 0 0 0,0 0 0 0 0,0 0 0 0 0,0 0 0 0 0,0 0 0 0 0,0 0 0 0 0,0 0 0 0 0,1 1-1 0 0,-1-1 1 0 0,1 0 0 0 0,-1 0 0 0 0,1 0 0 0 0,0 1 0 0 0,0-1 0 0 0,0 0 0 0 0,0 0 0 0 0,1 1 0 0 0,-1-1 0 0 0,1 0 0 0 0,-1 0-1 0 0,1 0 1 0 0,0 1 0 0 0,-1-1 0 0 0,1 0 0 0 0,0 0 0 0 0,0 0 0 0 0,1 0 0 0 0,-1-1 0 0 0,0 1 0 0 0,3 2 0 0 0,0-1 0 0 0,1 1 0 0 0,-1-2 0 0 0,1 1 0 0 0,0 0 0 0 0,0-1 0 0 0,1 0 0 0 0,-1 0 0 0 0,0 0 0 0 0,1-1 0 0 0,-1 0 1 0 0,1 0-1 0 0,-1 0 0 0 0,1-1 0 0 0,-1 0 0 0 0,11-1 0 0 0,10-1 6 0 0,-1-1-1 0 0,30-9 1 0 0,-37 8-12 0 0,79-18 4 0 0,174-65 0 0 0,-231 71-33 0 0,0-3-1 0 0,-1-1 1 0 0,-1-1-1 0 0,-1-3 0 0 0,-1-1 1 0 0,59-52-1 0 0,-80 62 32 0 0,-1-1 0 0 0,0 0 0 0 0,-1-2 0 0 0,-1 1 0 0 0,0-1 0 0 0,-2-1 0 0 0,0 0 0 0 0,-1-1 0 0 0,-1 1 0 0 0,-1-2-1 0 0,0 1 1 0 0,3-23 0 0 0,-2 2 343 0 0,-21 56-258 0 0,-1 18 0 0 0,2 0 0 0 0,1 1 1 0 0,-10 54-1 0 0,10-37-39 0 0,-109 532 523 0 0,59-267-294 0 0,-81 429 143 0 0,139-726-405 0 0,0-8-16 0 0,1 0 0 0 0,0 0 0 0 0,1 0 0 0 0,1 0 0 0 0,0 13-1 0 0,0-23-4 0 0,1-1-1 0 0,-1 1 0 0 0,0-1 0 0 0,0 1 0 0 0,1-1 0 0 0,-1 1 0 0 0,0-1 0 0 0,1 1 1 0 0,-1-1-1 0 0,0 1 0 0 0,1-1 0 0 0,-1 1 0 0 0,1-1 0 0 0,-1 0 0 0 0,1 1 0 0 0,-1-1 1 0 0,1 0-1 0 0,-1 1 0 0 0,1-1 0 0 0,-1 0 0 0 0,1 0 0 0 0,-1 1 0 0 0,1-1 0 0 0,0 0 1 0 0,-1 0-1 0 0,1 0 0 0 0,-1 0 0 0 0,1 0 0 0 0,0 0 0 0 0,-1 0 0 0 0,1 0 0 0 0,-1 0 0 0 0,1 0 1 0 0,0 0-1 0 0,-1 0 0 0 0,1-1 0 0 0,0 1 0 0 0,22-8-26 0 0,-11 2 16 0 0,-1 0 1 0 0,-1-1-1 0 0,1 0 0 0 0,-1-1 1 0 0,0 0-1 0 0,15-17 0 0 0,47-63-29 0 0,-57 67 59 0 0,-1 0 1 0 0,-1-1 0 0 0,-1 0-1 0 0,0-1 1 0 0,-2 0 0 0 0,-1-1 0 0 0,-1 0-1 0 0,-1 0 1 0 0,-1-1 0 0 0,4-40-1 0 0,-8 50 37 0 0,-2-1 0 0 0,0 0 1 0 0,0 1-1 0 0,-2-1 0 0 0,0 1 0 0 0,0 0 0 0 0,-2-1 0 0 0,0 1 0 0 0,0 0 0 0 0,-2 1 1 0 0,1-1-1 0 0,-2 1 0 0 0,0 1 0 0 0,-1-1 0 0 0,0 1 0 0 0,-1 0 0 0 0,-1 1 0 0 0,-15-16 1 0 0,8 12-25 0 0,0 0 0 0 0,-2 2 0 0 0,-33-21 0 0 0,-64-26-21 0 0,8 5 8 0 0,107 56-20 0 0,0 0-1 0 0,1 0 0 0 0,-1-1 1 0 0,0 1-1 0 0,1 0 0 0 0,-1-1 1 0 0,1 1-1 0 0,-1-1 0 0 0,1 1 0 0 0,-1 0 1 0 0,1-1-1 0 0,-1 1 0 0 0,1-1 1 0 0,-1 0-1 0 0,1 1 0 0 0,0-1 1 0 0,-1 1-1 0 0,1-1 0 0 0,0 0 1 0 0,-1 1-1 0 0,1-1 0 0 0,0 0 1 0 0,0 1-1 0 0,0-1 0 0 0,0 0 1 0 0,0 1-1 0 0,-1-1 0 0 0,1 0 1 0 0,0 1-1 0 0,1-1 0 0 0,-1 0 1 0 0,0 1-1 0 0,0-1 0 0 0,0 0 1 0 0,0 1-1 0 0,0-1 0 0 0,1 0 0 0 0,-1 1 1 0 0,0-1-1 0 0,1 1 0 0 0,-1-1 1 0 0,0 0-1 0 0,1 1 0 0 0,-1-1 1 0 0,1 1-1 0 0,-1-1 0 0 0,1 0 1 0 0,0 0-6 0 0,6-8-6 0 0,1 1 0 0 0,0 0 0 0 0,0 1 0 0 0,0 0 0 0 0,1 0 0 0 0,15-8 0 0 0,2-3-31 0 0,153-105-535 0 0,50-37-834 0 0,-169 112 680 0 0,-4-2-1 0 0,57-63 0 0 0,-90 87 648 0 0,-1-2 1 0 0,-1 0-1 0 0,-2-1 0 0 0,0-1 0 0 0,-2-1 0 0 0,23-61 0 0 0,-31 65 568 0 0,-2 0 0 0 0,-1 0-1 0 0,-2-1 1 0 0,0 0 0 0 0,-1-38-1 0 0,-29 178 482 0 0,-39 227 399 0 0,47-213-1187 0 0,16-105-137 0 0,1 0 0 0 0,1 0 0 0 0,6 42 0 0 0,-6-60-38 0 0,1 0 0 0 0,-1 0-1 0 0,1 0 1 0 0,0 0 0 0 0,0 0-1 0 0,0 0 1 0 0,1 0 0 0 0,-1 0-1 0 0,1-1 1 0 0,-1 1-1 0 0,1-1 1 0 0,0 1 0 0 0,0-1-1 0 0,0 1 1 0 0,0-1 0 0 0,0 0-1 0 0,1 0 1 0 0,-1 0 0 0 0,1-1-1 0 0,-1 1 1 0 0,1 0 0 0 0,-1-1-1 0 0,1 0 1 0 0,0 1 0 0 0,0-1-1 0 0,0 0 1 0 0,0-1-1 0 0,0 1 1 0 0,0 0 0 0 0,0-1-1 0 0,0 0 1 0 0,0 1 0 0 0,4-2-1 0 0,2 1 1 0 0,-1-1 0 0 0,1 0 0 0 0,-1-1 0 0 0,0 0 0 0 0,0 0 0 0 0,1-1 0 0 0,-1 0 0 0 0,-1 0 0 0 0,1-1-1 0 0,14-8 1 0 0,-5 0-1 0 0,-1-1-1 0 0,0-1 0 0 0,-1 0 0 0 0,-1-1 0 0 0,0 0 0 0 0,-1-1 1 0 0,0 0-1 0 0,-1-1 0 0 0,-1-1 0 0 0,-1 0 0 0 0,-1 0 0 0 0,0-1 1 0 0,-2 0-1 0 0,0-1 0 0 0,6-27 0 0 0,-13 35-20 0 0,-6 9-5 0 0,5 3 24 0 0,0 0 1 0 0,0 1-1 0 0,0-1 0 0 0,0 0 0 0 0,0 1 1 0 0,0-1-1 0 0,0 1 0 0 0,0 0 1 0 0,0-1-1 0 0,0 1 0 0 0,0 0 1 0 0,0 0-1 0 0,-1 1 0 0 0,-8 12 3 0 0,1 0 0 0 0,1 1 0 0 0,0 0 0 0 0,1 0 0 0 0,1 1 0 0 0,0 0 0 0 0,1 0 0 0 0,1 1 0 0 0,1 0 0 0 0,-3 25 0 0 0,5-33 1 0 0,0 0 0 0 0,1 1 0 0 0,0-1 0 0 0,1 0 1 0 0,0 0-1 0 0,0 1 0 0 0,1-1 0 0 0,4 12 0 0 0,-5-18-1 0 0,0 1-1 0 0,1-1 1 0 0,-1 0 0 0 0,1 0-1 0 0,0 0 1 0 0,0 0 0 0 0,0 0-1 0 0,0 0 1 0 0,0-1 0 0 0,1 1-1 0 0,-1-1 1 0 0,1 1 0 0 0,-1-1 0 0 0,1 0-1 0 0,0 0 1 0 0,0 0 0 0 0,0 0-1 0 0,0-1 1 0 0,1 1 0 0 0,-1-1-1 0 0,0 0 1 0 0,0 0 0 0 0,1 0-1 0 0,4 0 1 0 0,2 0-2 0 0,1 0 0 0 0,-1-1 0 0 0,1 0 0 0 0,-1-1 0 0 0,0 0 0 0 0,0-1 1 0 0,1 0-1 0 0,-1 0 0 0 0,0-1 0 0 0,10-5 0 0 0,-6 2-1 0 0,-1-1 1 0 0,-1 0-1 0 0,1-1 0 0 0,-1-1 1 0 0,-1 0-1 0 0,18-16 0 0 0,-12 7 4 0 0,0-2 0 0 0,-2 0 0 0 0,0 0 0 0 0,-1-2 1 0 0,-1 0-1 0 0,-1 0 0 0 0,18-46 0 0 0,-26 57-4 0 0,-1 5 4 0 0,-1 0 0 0 0,0 0 0 0 0,0 0-1 0 0,-1-1 1 0 0,1 1 0 0 0,-1-1 0 0 0,-1 1 0 0 0,1 0 0 0 0,-1-1 0 0 0,0 1-1 0 0,-2-8 1 0 0,2 12-1 0 0,0 0-1 0 0,0 0 0 0 0,-1 0 0 0 0,1 0 0 0 0,-1 0 1 0 0,1 0-1 0 0,-1 0 0 0 0,0 0 0 0 0,0 1 0 0 0,0-1 1 0 0,0 0-1 0 0,0 1 0 0 0,-2-3 0 0 0,2 3 0 0 0,0 0-1 0 0,0 0 0 0 0,0 1 1 0 0,0-1-1 0 0,0 1 1 0 0,0-1-1 0 0,0 1 0 0 0,0-1 1 0 0,0 1-1 0 0,0 0 0 0 0,0-1 1 0 0,0 1-1 0 0,0 0 1 0 0,-1 0-1 0 0,1 0 0 0 0,0 0 1 0 0,-1 0-1 0 0,-1 1-3 0 0,0-1-1 0 0,0 1 1 0 0,0 0 0 0 0,0 0 0 0 0,0 0-1 0 0,1 0 1 0 0,-1 0 0 0 0,1 1-1 0 0,-1-1 1 0 0,1 1 0 0 0,-1 0 0 0 0,-3 3-1 0 0,2-2 0 0 0,3-2 4 0 0,-1 1 1 0 0,0-1-1 0 0,1 1 1 0 0,-1 0-1 0 0,1 0 1 0 0,0 0 0 0 0,-1-1-1 0 0,1 1 1 0 0,0 0-1 0 0,0 0 1 0 0,0 1-1 0 0,-1 3 1 0 0,2-5 0 0 0,-1 0 1 0 0,0 0-1 0 0,1 1 0 0 0,-1-1 1 0 0,1 0-1 0 0,-1 0 0 0 0,1 1 1 0 0,0-1-1 0 0,-1 0 1 0 0,1 1-1 0 0,0-1 0 0 0,0 0 1 0 0,0 1-1 0 0,0-1 0 0 0,0 1 1 0 0,0-1-1 0 0,1 0 0 0 0,-1 1 1 0 0,0-1-1 0 0,1 0 0 0 0,-1 0 1 0 0,1 1-1 0 0,-1-1 1 0 0,1 0-1 0 0,-1 0 0 0 0,1 0 1 0 0,1 2-1 0 0,3 0 4 0 0,0-1-1 0 0,0 1 1 0 0,0-1 0 0 0,0-1 0 0 0,0 1-1 0 0,1-1 1 0 0,-1 0 0 0 0,1 0-1 0 0,-1 0 1 0 0,1-1 0 0 0,6 0 0 0 0,73-5 10 0 0,-39 1 1 0 0,-32 3-14 0 0,1 0-5 0 0,-1 0 0 0 0,1 1 0 0 0,22 4 0 0 0,-36-4 5 0 0,1 0-1 0 0,-1 1 1 0 0,1 0-1 0 0,-1-1 0 0 0,1 1 1 0 0,-1 0-1 0 0,0 0 1 0 0,1 0-1 0 0,-1 0 0 0 0,0 0 1 0 0,0 0-1 0 0,0 0 1 0 0,0 0-1 0 0,0 0 0 0 0,0 1 1 0 0,0-1-1 0 0,0 0 1 0 0,0 1-1 0 0,-1-1 0 0 0,1 0 1 0 0,-1 1-1 0 0,1-1 1 0 0,-1 1-1 0 0,1-1 0 0 0,-1 1 1 0 0,0-1-1 0 0,0 1 1 0 0,1 0-1 0 0,-1-1 0 0 0,0 1 1 0 0,-1-1-1 0 0,1 3 1 0 0,-1 5 19 0 0,0 0 1 0 0,0 1-1 0 0,-5 15 1 0 0,5-24-17 0 0,-44 122 653 0 0,4-15-285 0 0,40-105-361 0 0,0 0 0 0 0,0-1 0 0 0,0 1 0 0 0,1 0 0 0 0,0 0 0 0 0,-1 0 0 0 0,1 0 0 0 0,0 0 0 0 0,0-1 0 0 0,1 1 0 0 0,-1 0 0 0 0,1 0 0 0 0,0 4 0 0 0,0-6-7 0 0,0 0 0 0 0,0-1 0 0 0,-1 1-1 0 0,1 0 1 0 0,0 0 0 0 0,0-1 0 0 0,0 1 0 0 0,0-1-1 0 0,0 1 1 0 0,0-1 0 0 0,0 1 0 0 0,0-1 0 0 0,0 0 0 0 0,0 1-1 0 0,0-1 1 0 0,0 0 0 0 0,0 0 0 0 0,0 0 0 0 0,0 0 0 0 0,2 0-1 0 0,23-1 12 0 0,-7-4-300 0 0,-1 0 0 0 0,0-1 0 0 0,-1 0 0 0 0,1-2 0 0 0,-1 0 0 0 0,-1-1 0 0 0,24-16 0 0 0,-1-4-3558 0 0,61-57 0 0 0,-66 55 290 0 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9:23.7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231 28 2292 0 0,'-52'7'2095'0'0,"10"-1"-166"0"0,0 1 0 0 0,-44 14 0 0 0,78-16-1488 0 0,14-2-214 0 0,18-3-85 0 0,226-36-1292 0 0,-83 6-3436 0 0,-99 19 1742 0 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9:25.1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65 821 880 0 0,'-3'1'1802'0'0,"-35"10"2744"0"0,36-10-4466 0 0,1-1-1 0 0,-1 1 1 0 0,1 0-1 0 0,0 0 1 0 0,-1-1-1 0 0,1 1 1 0 0,0 0-1 0 0,0 1 1 0 0,0-1 0 0 0,-1 0-1 0 0,1 0 1 0 0,0 0-1 0 0,1 1 1 0 0,-1-1-1 0 0,0 0 1 0 0,0 1-1 0 0,0-1 1 0 0,1 1 0 0 0,-1-1-1 0 0,1 1 1 0 0,-1-1-1 0 0,1 1 1 0 0,0-1-1 0 0,-1 1 1 0 0,1-1-1 0 0,0 1 1 0 0,0 0 0 0 0,0-1-1 0 0,0 1 1 0 0,1-1-1 0 0,-1 1 1 0 0,0-1-1 0 0,2 4 1 0 0,-2-4-55 0 0,1-1 1 0 0,0 1-1 0 0,0 0 0 0 0,0 0 1 0 0,0-1-1 0 0,0 1 0 0 0,0-1 1 0 0,0 1-1 0 0,0-1 0 0 0,0 1 1 0 0,0-1-1 0 0,0 0 0 0 0,0 1 1 0 0,0-1-1 0 0,0 0 0 0 0,0 0 1 0 0,0 0-1 0 0,0 0 0 0 0,1 0 1 0 0,-1 0-1 0 0,0 0 0 0 0,0 0 1 0 0,0 0-1 0 0,0-1 0 0 0,0 1 1 0 0,1-1-1 0 0,15-2 24 0 0,-1-1 0 0 0,0-1 0 0 0,-1 0 1 0 0,1-1-1 0 0,21-12 0 0 0,-6 1-5 0 0,48-35 0 0 0,-52 31-39 0 0,0-2-1 0 0,-2-1 0 0 0,-1-1 0 0 0,0-2 0 0 0,-2 0 0 0 0,-1-1 1 0 0,-2-1-1 0 0,30-57 0 0 0,-35 56 16 0 0,-1 0-1 0 0,-2-1 1 0 0,-1 0 0 0 0,-1-1-1 0 0,-2-1 1 0 0,-1 1 0 0 0,-1-1 0 0 0,-2 0-1 0 0,-2-49 1 0 0,-2 71 30 0 0,0 0-1 0 0,-1 0 1 0 0,-5-20-1 0 0,7 31-47 0 0,-1-1-1 0 0,1 0 1 0 0,0 1 0 0 0,0-1-1 0 0,-1 1 1 0 0,1-1 0 0 0,0 1-1 0 0,-1-1 1 0 0,1 0 0 0 0,-1 1 0 0 0,1 0-1 0 0,-1-1 1 0 0,1 1 0 0 0,-1-1-1 0 0,1 1 1 0 0,-1-1 0 0 0,1 1-1 0 0,-1 0 1 0 0,0 0 0 0 0,1-1-1 0 0,-1 1 1 0 0,1 0 0 0 0,-1 0-1 0 0,0 0 1 0 0,1-1 0 0 0,-1 1-1 0 0,0 0 1 0 0,1 0 0 0 0,-1 0-1 0 0,0 0 1 0 0,1 0 0 0 0,-1 0-1 0 0,0 0 1 0 0,1 1 0 0 0,-1-1-1 0 0,0 0 1 0 0,1 0 0 0 0,-1 0 0 0 0,0 1-1 0 0,-2 0 6 0 0,1 0 0 0 0,-1 1-1 0 0,1-1 1 0 0,-1 0 0 0 0,1 1-1 0 0,0 0 1 0 0,0 0 0 0 0,-3 2-1 0 0,-3 6 16 0 0,0 1 0 0 0,0 0 0 0 0,1 1 0 0 0,0 0 0 0 0,1 0-1 0 0,-9 25 1 0 0,-18 81 39 0 0,24-80-38 0 0,2 0 0 0 0,2 1-1 0 0,-2 54 1 0 0,7-79-18 0 0,1 0 0 0 0,0 0 0 0 0,0 0 0 0 0,2 0 0 0 0,0 0 0 0 0,0-1 0 0 0,1 0 0 0 0,1 1 0 0 0,0-1 0 0 0,1-1 0 0 0,0 1 0 0 0,15 20 0 0 0,-16-26-1 0 0,1 0 0 0 0,0-1 1 0 0,0 0-1 0 0,1 0 0 0 0,0 0 0 0 0,-1-1 0 0 0,2 0 0 0 0,-1-1 0 0 0,1 0 0 0 0,-1 0 0 0 0,18 6 0 0 0,-14-7-128 0 0,1 0 0 0 0,1 0 0 0 0,-1-1 0 0 0,0-1 1 0 0,0 0-1 0 0,1-1 0 0 0,22-2 0 0 0,-15-1-301 0 0,0-1-1 0 0,0-1 1 0 0,0-1-1 0 0,0 0 1 0 0,-1-2 0 0 0,0 0-1 0 0,-1-1 1 0 0,0-1-1 0 0,34-24 1 0 0,-30 15 53 0 0,0-1-1 0 0,-1-1 1 0 0,-1-1-1 0 0,-2-1 1 0 0,0 0 0 0 0,-1-2-1 0 0,-1 0 1 0 0,-1-1-1 0 0,13-33 1 0 0,-7 9 1441 0 0,-3-1 0 0 0,-2-1 0 0 0,-3 0 0 0 0,9-64 0 0 0,-17 90-205 0 0,3-37 627 0 0,-8 60-1281 0 0,-13 22 168 0 0,-21 79 263 0 0,3 2 0 0 0,-22 128 0 0 0,29-75-454 0 0,24-149-174 0 0,1 5 5 0 0,0-6-17 0 0,1-4 0 0 0,0 1-1 0 0,0 0 1 0 0,-1-1 0 0 0,1 0 0 0 0,0 1-1 0 0,0-1 1 0 0,0 0 0 0 0,0 0-1 0 0,-1 0 1 0 0,1 0 0 0 0,-1 0 0 0 0,1 0-1 0 0,0 0 1 0 0,-1-1 0 0 0,0 1-1 0 0,1-1 1 0 0,1-2 0 0 0,22-33-22 0 0,-14 18 26 0 0,10-10-6 0 0,47-49 0 0 0,-67 77-2 0 0,0 0 1 0 0,0 0 0 0 0,-1 0 0 0 0,1 0 0 0 0,1 0 0 0 0,-1 0 0 0 0,0 0-1 0 0,0 1 1 0 0,0-1 0 0 0,0 0 0 0 0,0 1 0 0 0,1-1 0 0 0,-1 1-1 0 0,0-1 1 0 0,0 1 0 0 0,1 0 0 0 0,-1 0 0 0 0,0-1 0 0 0,1 1 0 0 0,-1 0-1 0 0,0 0 1 0 0,1 0 0 0 0,-1 0 0 0 0,3 1 0 0 0,-2 0-1 0 0,-1 0 1 0 0,1 0 0 0 0,0 0-1 0 0,0 0 1 0 0,-1 1 0 0 0,1-1-1 0 0,-1 0 1 0 0,1 1 0 0 0,-1-1-1 0 0,1 1 1 0 0,-1 0-1 0 0,0-1 1 0 0,0 1 0 0 0,1 2-1 0 0,2 4-2 0 0,-1-1-1 0 0,0 1 1 0 0,0-1 0 0 0,-1 1-1 0 0,0 0 1 0 0,2 15-1 0 0,-2 119 138 0 0,-2-97-92 0 0,0-41-36 0 0,0 0 0 0 0,0 0 1 0 0,1 0-1 0 0,0 1 0 0 0,-1-1 1 0 0,1 0-1 0 0,1 0 0 0 0,-1 0 1 0 0,0-1-1 0 0,4 7 1 0 0,5 0-7 0 0,5-1 12 0 0,-11-8-12 0 0,1 0 0 0 0,-1 0 1 0 0,1 0-1 0 0,0-1 1 0 0,-1 0-1 0 0,1 0 1 0 0,-1 0-1 0 0,1 0 1 0 0,0-1-1 0 0,-1 0 1 0 0,1 0-1 0 0,-1 0 1 0 0,1 0-1 0 0,-1-1 0 0 0,0 1 1 0 0,0-1-1 0 0,1-1 1 0 0,4-2-1 0 0,4-3-4 0 0,-1-1-1 0 0,0 0 0 0 0,0 0 1 0 0,15-17-1 0 0,-11 9 27 0 0,-1-1 1 0 0,-1 0-1 0 0,0-1 1 0 0,-2-1-1 0 0,0 0 1 0 0,-1-1-1 0 0,-1 0 0 0 0,13-38 1 0 0,-20 50 83 0 0,2-10 115 0 0,-5 19-217 0 0,0 0-1 0 0,0 0 1 0 0,0 0 0 0 0,0-1 0 0 0,0 1-1 0 0,0 0 1 0 0,0 0 0 0 0,0 0 0 0 0,0-1-1 0 0,0 1 1 0 0,0 0 0 0 0,0 0 0 0 0,0 0-1 0 0,0-1 1 0 0,0 1 0 0 0,0 0 0 0 0,0 0-1 0 0,-1 0 1 0 0,1 0 0 0 0,0 0 0 0 0,0-1-1 0 0,0 1 1 0 0,0 0 0 0 0,0 0 0 0 0,-1 0-1 0 0,1 0 1 0 0,0 0 0 0 0,0 0 0 0 0,0-1-1 0 0,0 1 1 0 0,-1 0 0 0 0,1 0 0 0 0,0 0-1 0 0,0 0 1 0 0,0 0 0 0 0,-1 0 0 0 0,1 0-1 0 0,0 0 1 0 0,0 0 0 0 0,0 0 0 0 0,-1 0-1 0 0,1 0 1 0 0,0 0 0 0 0,0 0-1 0 0,0 0 1 0 0,-1 0 0 0 0,1 0 0 0 0,0 0-1 0 0,0 0 1 0 0,0 1 0 0 0,-1-1 0 0 0,1 0-1 0 0,0 0 1 0 0,0 0 0 0 0,0 0 0 0 0,0 0-1 0 0,0 0 1 0 0,-1 1 0 0 0,1-1 0 0 0,0 0-1 0 0,0 0 1 0 0,0 0 0 0 0,0 0 0 0 0,0 1-1 0 0,0-1 1 0 0,-1 0 0 0 0,-2 3 4 0 0,0 1 1 0 0,0-1-1 0 0,0 1 0 0 0,1 0 1 0 0,-1 0-1 0 0,1 0 0 0 0,0 0 1 0 0,0 0-1 0 0,0 0 0 0 0,-2 7 1 0 0,0 0 11 0 0,0-1 2 0 0,0 1 0 0 0,1-1 0 0 0,0 1 0 0 0,0 0 0 0 0,1 0 0 0 0,1 0 1 0 0,0 0-1 0 0,1 0 0 0 0,0 0 0 0 0,0 0 0 0 0,4 19 0 0 0,-3-26-9 0 0,0 1 0 0 0,0-1 0 0 0,0 1 0 0 0,1-1 0 0 0,0 0 0 0 0,0 0 0 0 0,0 0 1 0 0,0 0-1 0 0,0 0 0 0 0,1 0 0 0 0,0 0 0 0 0,0-1 0 0 0,0 1 0 0 0,0-1 0 0 0,0 0 0 0 0,1 0 0 0 0,0 0 0 0 0,-1-1 0 0 0,1 1 0 0 0,0-1 0 0 0,0 0 0 0 0,0 0 0 0 0,1 0 1 0 0,-1 0-1 0 0,0-1 0 0 0,1 0 0 0 0,-1 0 0 0 0,1 0 0 0 0,-1 0 0 0 0,7-1 0 0 0,2 1-123 0 0,1-2 0 0 0,-1 1 0 0 0,0-2 0 0 0,0 0-1 0 0,1 0 1 0 0,-1-2 0 0 0,-1 1 0 0 0,1-2 0 0 0,0 1 0 0 0,16-10 0 0 0,-19 8-760 0 0,0 0 0 0 0,0-1 1 0 0,-1 0-1 0 0,0 0 0 0 0,0-1 1 0 0,-1 0-1 0 0,11-14 0 0 0,-2-3-3285 0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9:25.4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396 53 688 0 0,'-246'40'8484'0'0,"152"-23"-5856"0"0,89-16-2500 0 0,0-1 0 0 0,1 1 0 0 0,-1 1 0 0 0,1-1 0 0 0,-1 1 0 0 0,1-1 0 0 0,0 1 0 0 0,0 0 0 0 0,-1 1 0 0 0,-4 3 0 0 0,8-5 17 0 0,20 3 59 0 0,1-3-154 0 0,0-2 1 0 0,1 0 0 0 0,34-8 0 0 0,-25 4-32 0 0,381-61-1870 0 0,-173 27-3722 0 0,-142 23 1622 0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9:27.9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30 819 1632 0 0,'-10'12'4527'0'0,"5"-7"-3632"0"0,4-4-680 0 0,0 1-1 0 0,-1-1 1 0 0,1 0-1 0 0,0 0 1 0 0,0 1-1 0 0,0-1 1 0 0,0 0-1 0 0,0 1 1 0 0,0-1-1 0 0,1 1 1 0 0,-1-1-1 0 0,0 1 1 0 0,1-1-1 0 0,-1 1 1 0 0,1 0-1 0 0,0-1 1 0 0,-1 3-1 0 0,2-3-17 0 0,8-2-62 0 0,1-2 1 0 0,-1 1 0 0 0,0-1 0 0 0,13-6 0 0 0,-16 7-101 0 0,8-5-14 0 0,1-1 0 0 0,-1 0 1 0 0,0-1-1 0 0,-1 0 0 0 0,0-1 0 0 0,-1-1 0 0 0,0 0 0 0 0,0-1 0 0 0,-1 0 0 0 0,-1 0 0 0 0,0-1 0 0 0,0-1 0 0 0,-2 0 0 0 0,0 0 0 0 0,0 0 0 0 0,-1-1 0 0 0,-1 0 0 0 0,-1-1 0 0 0,0 1 0 0 0,-1-1 0 0 0,0 0 0 0 0,-1 0 0 0 0,0-20 0 0 0,-2 29-16 0 0,-1 0 1 0 0,-1 1-1 0 0,1-1 0 0 0,-1 0 1 0 0,-1 1-1 0 0,1-1 0 0 0,-5-11 0 0 0,6 16-5 0 0,-1 0-1 0 0,0 0 0 0 0,0 0 1 0 0,-1 0-1 0 0,1 0 0 0 0,0 0 0 0 0,-1 0 1 0 0,1 0-1 0 0,-1 0 0 0 0,1 1 0 0 0,-1-1 1 0 0,0 1-1 0 0,0-1 0 0 0,0 1 1 0 0,0-1-1 0 0,0 1 0 0 0,0 0 0 0 0,0 0 1 0 0,0 0-1 0 0,0 0 0 0 0,0 1 0 0 0,-1-1 1 0 0,1 1-1 0 0,0-1 0 0 0,-1 1 1 0 0,-3-1-1 0 0,3 1-1 0 0,-13 1-7 0 0,12 0 3 0 0,0 0-1 0 0,0 1 1 0 0,0-1-1 0 0,0 1 1 0 0,0 0 0 0 0,-6 4-1 0 0,3-2-6 0 0,6-4 14 0 0,0 1 0 0 0,0-1 1 0 0,0 1-1 0 0,0-1 0 0 0,0 1 0 0 0,0-1 0 0 0,0 1 0 0 0,0 0 1 0 0,0 0-1 0 0,1-1 0 0 0,-1 1 0 0 0,0 0 0 0 0,0 0 0 0 0,1 0 1 0 0,-1 0-1 0 0,0 0 0 0 0,1 0 0 0 0,-1 0 0 0 0,1 0 0 0 0,0 0 0 0 0,-1 0 1 0 0,1 0-1 0 0,0 0 0 0 0,-1 0 0 0 0,1 0 0 0 0,0 1 0 0 0,0-1 1 0 0,0 0-1 0 0,0 0 0 0 0,0 0 0 0 0,1 2 0 0 0,-1-1 0 0 0,1 0 0 0 0,0-1 1 0 0,0 1-1 0 0,-1-1 0 0 0,1 1 0 0 0,0-1 0 0 0,1 0 0 0 0,-1 1 1 0 0,0-1-1 0 0,0 0 0 0 0,0 0 0 0 0,1 0 0 0 0,-1 0 0 0 0,1 0 1 0 0,-1 0-1 0 0,1 0 0 0 0,-1 0 0 0 0,1-1 0 0 0,-1 1 0 0 0,4 0 0 0 0,15 4 7 0 0,65 22-10 0 0,-77-24-5 0 0,0 0 0 0 0,0 1 0 0 0,-1 0 1 0 0,0 0-1 0 0,1 1 0 0 0,-2 0 0 0 0,1 0 0 0 0,8 9 0 0 0,-12-11 11 0 0,-1 0 0 0 0,1 1 0 0 0,-1-1 0 0 0,0 1 0 0 0,0 0 0 0 0,0 0 0 0 0,-1 0 0 0 0,1 0 0 0 0,-1 0 0 0 0,0 0 0 0 0,0 0 0 0 0,0 0 0 0 0,-1 1 0 0 0,0-1-1 0 0,0 5 1 0 0,-1 7 34 0 0,0-1-1 0 0,-8 28 1 0 0,1 2-6 0 0,6-38-25 0 0,0 10 8 0 0,2-16-16 0 0,0 0-1 0 0,0-1 1 0 0,0 1 0 0 0,0 0-1 0 0,1-1 1 0 0,-1 1 0 0 0,0 0 0 0 0,0-1-1 0 0,0 1 1 0 0,0 0 0 0 0,1-1 0 0 0,-1 1-1 0 0,0-1 1 0 0,1 1 0 0 0,-1 0-1 0 0,1-1 1 0 0,-1 1 0 0 0,0-1 0 0 0,1 1-1 0 0,-1-1 1 0 0,1 0 0 0 0,-1 1 0 0 0,1-1-1 0 0,0 1 1 0 0,-1-1 0 0 0,2 1-1 0 0,-1-1 3 0 0,1 1 0 0 0,0-1 0 0 0,0 1 0 0 0,0-1 0 0 0,0 0 0 0 0,0 0 0 0 0,0 0 0 0 0,0 0 0 0 0,2 0 0 0 0,41-10 16 0 0,-43 9-19 0 0,22-8 2 0 0,1 0 0 0 0,-1-2 0 0 0,-1-1 0 0 0,0-1 0 0 0,0-1 0 0 0,-2-1 0 0 0,0-1 0 0 0,0-1 0 0 0,-2 0 0 0 0,22-26 0 0 0,-34 35 0 0 0,-1 1 0 0 0,0-2 0 0 0,-1 1 0 0 0,0-1-1 0 0,0 0 1 0 0,0 0 0 0 0,-1 0 0 0 0,-1 0-1 0 0,0-1 1 0 0,0 0 0 0 0,-1 0 0 0 0,0 1 0 0 0,0-1-1 0 0,-1-12 1 0 0,-2 18-4 0 0,1 2 5 0 0,0 0-1 0 0,-1 1 0 0 0,0-1 1 0 0,1 1-1 0 0,-1 0 1 0 0,0-1-1 0 0,1 1 1 0 0,-1 0-1 0 0,0-1 1 0 0,0 1-1 0 0,0 0 1 0 0,-1 0-1 0 0,-1-2 0 0 0,-8 1 3 0 0,8 2-6 0 0,0 0 3 0 0,1 0-1 0 0,0 0 1 0 0,0 0-1 0 0,-1 1 1 0 0,1-1 0 0 0,0 1-1 0 0,0 0 1 0 0,0-1-1 0 0,0 1 1 0 0,0 0 0 0 0,0 0-1 0 0,0 1 1 0 0,0-1-1 0 0,0 0 1 0 0,-3 3 0 0 0,-23 24 4 0 0,27-26-5 0 0,-9 9 4 0 0,1 0 0 0 0,1 0-1 0 0,0 1 1 0 0,1 0 0 0 0,0 1-1 0 0,1 0 1 0 0,0 0-1 0 0,1 0 1 0 0,0 1 0 0 0,1-1-1 0 0,-3 21 1 0 0,6-29-1 0 0,1-1-1 0 0,0 0 1 0 0,0 1 0 0 0,0-1 0 0 0,0 1 0 0 0,1-1-1 0 0,-1 0 1 0 0,1 1 0 0 0,0-1 0 0 0,1 0 0 0 0,-1 0-1 0 0,1 0 1 0 0,-1 0 0 0 0,1 0 0 0 0,1 0-1 0 0,-1 0 1 0 0,0-1 0 0 0,1 1 0 0 0,0-1 0 0 0,0 0-1 0 0,0 1 1 0 0,0-1 0 0 0,0-1 0 0 0,1 1 0 0 0,-1 0-1 0 0,1-1 1 0 0,0 0 0 0 0,0 0 0 0 0,0 0 0 0 0,0 0-1 0 0,0 0 1 0 0,0-1 0 0 0,7 2 0 0 0,1-1-3 0 0,1 0 0 0 0,-1 0 0 0 0,0-1 0 0 0,0-1 0 0 0,1 0 0 0 0,-1 0 0 0 0,0-1 0 0 0,1-1 0 0 0,-1 0 0 0 0,0-1 0 0 0,12-4 0 0 0,-10 2-10 0 0,-1-1-1 0 0,-1-1 1 0 0,1 1-1 0 0,-1-2 1 0 0,0 0-1 0 0,-1 0 1 0 0,0-1 0 0 0,0-1-1 0 0,-1 0 1 0 0,17-21-1 0 0,-7 5-25 0 0,-2-1-1 0 0,-2-1 1 0 0,23-51-1 0 0,-28 54 11 0 0,-7 13 22 0 0,1 0-1 0 0,1 1 1 0 0,0-1-1 0 0,0 1 1 0 0,15-18-1 0 0,-20 28 7 0 0,-1 0-2 0 0,1 1 1 0 0,-1-1 0 0 0,1 0 0 0 0,-1 1 0 0 0,1-1 0 0 0,0 0 0 0 0,-1 1-1 0 0,1-1 1 0 0,0 1 0 0 0,-1-1 0 0 0,1 1 0 0 0,0-1 0 0 0,-1 1 0 0 0,1 0-1 0 0,0-1 1 0 0,0 1 0 0 0,0 0 0 0 0,0 0 0 0 0,-1 0 0 0 0,1 0 0 0 0,0-1-1 0 0,0 1 1 0 0,0 0 0 0 0,0 0 0 0 0,-1 0 0 0 0,1 1 0 0 0,0-1 0 0 0,0 0-1 0 0,0 0 1 0 0,0 0 0 0 0,-1 1 0 0 0,1-1 0 0 0,0 0 0 0 0,0 1 0 0 0,-1-1-1 0 0,1 1 1 0 0,0-1 0 0 0,0 1 0 0 0,-1-1 0 0 0,1 1 0 0 0,-1-1 0 0 0,1 1-1 0 0,0 0 1 0 0,0 0 0 0 0,3 6-2 0 0,1-1 0 0 0,-1 1 0 0 0,-1 1 1 0 0,1-1-1 0 0,-1 0 0 0 0,0 1 0 0 0,-1 0 0 0 0,0-1 0 0 0,0 1 0 0 0,-1 0 0 0 0,2 13 0 0 0,-3-9 37 0 0,0 0-1 0 0,0 0 0 0 0,-1-1 0 0 0,0 1 1 0 0,-1 0-1 0 0,0 0 0 0 0,-6 15 0 0 0,7-24 0 0 0,0-1 0 0 0,-1 1-1 0 0,1 0 1 0 0,-1-1-1 0 0,1 0 1 0 0,-1 1-1 0 0,0-1 1 0 0,0 0-1 0 0,0 0 1 0 0,0 0-1 0 0,-3 3 1 0 0,4-5-29 0 0,1 1 1 0 0,-1-1 0 0 0,1 0-1 0 0,-1 1 1 0 0,0-1 0 0 0,1 0-1 0 0,-1 1 1 0 0,0-1-1 0 0,1 0 1 0 0,-1 0 0 0 0,0 0-1 0 0,1 1 1 0 0,-1-1 0 0 0,0 0-1 0 0,1 0 1 0 0,-1 0 0 0 0,0 0-1 0 0,1 0 1 0 0,-1-1 0 0 0,0 1-1 0 0,1 0 1 0 0,-1 0-1 0 0,0 0 1 0 0,1 0 0 0 0,-1-1-1 0 0,0 1 1 0 0,1 0 0 0 0,-1-1-1 0 0,1 1 1 0 0,-1-1 0 0 0,0 1-1 0 0,1 0 1 0 0,-1-1 0 0 0,1 1-1 0 0,-1-1 1 0 0,1 1-1 0 0,0-1 1 0 0,-1 0 0 0 0,1 1-1 0 0,-1-1 1 0 0,1 1 0 0 0,0-1-1 0 0,0 0 1 0 0,-1 1 0 0 0,1-1-1 0 0,0-1 1 0 0,-1-2-2 0 0,0 0 1 0 0,0 0 0 0 0,0 0-1 0 0,1 0 1 0 0,-1 0-1 0 0,1 0 1 0 0,0 0 0 0 0,0 0-1 0 0,2-8 1 0 0,9-37 13 0 0,-10 44-15 0 0,4-11-2 0 0,0 0 1 0 0,1-1-1 0 0,1 2 1 0 0,1-1 0 0 0,16-25-1 0 0,-20 35-6 0 0,0 1-1 0 0,0 0 0 0 0,0-1 0 0 0,1 2 0 0 0,0-1 0 0 0,0 0 0 0 0,0 1 0 0 0,0 0 0 0 0,1 0 1 0 0,-1 1-1 0 0,1-1 0 0 0,0 1 0 0 0,0 1 0 0 0,1-1 0 0 0,-1 1 0 0 0,0 0 0 0 0,9-2 1 0 0,-11 4-1 0 0,0 0 1 0 0,1 0 0 0 0,-1 0 0 0 0,-1 1 0 0 0,1-1 0 0 0,0 1 0 0 0,0 0 0 0 0,0 0 0 0 0,0 0 0 0 0,0 1 0 0 0,-1 0 0 0 0,1-1 0 0 0,-1 1-1 0 0,1 0 1 0 0,-1 1 0 0 0,1-1 0 0 0,-1 0 0 0 0,0 1 0 0 0,0 0 0 0 0,5 6 0 0 0,0 1 5 0 0,0 1-1 0 0,-1 1 1 0 0,0-1-1 0 0,9 20 1 0 0,-11-16 17 0 0,0 0-1 0 0,-1-1 1 0 0,3 27 0 0 0,-6-32 3 0 0,0-8 24 0 0,-1 7-10 0 0,5-28-36 0 0,1 0 0 0 0,1 0-1 0 0,1 1 1 0 0,0 0 0 0 0,2 0 0 0 0,0 1 0 0 0,1 0-1 0 0,1 1 1 0 0,0 0 0 0 0,1 1 0 0 0,1 1-1 0 0,1 0 1 0 0,29-24 0 0 0,-41 37-1 0 0,1-1 0 0 0,0 1 1 0 0,-1 0-1 0 0,1 0 0 0 0,0 0 0 0 0,0 1 0 0 0,0-1 1 0 0,1 1-1 0 0,-1 0 0 0 0,0 0 0 0 0,0 0 0 0 0,1 1 1 0 0,-1 0-1 0 0,0-1 0 0 0,8 2 0 0 0,-9 0 1 0 0,0-1 0 0 0,0 1 0 0 0,0 0 0 0 0,0 0 0 0 0,0 0 0 0 0,0 1-1 0 0,-1-1 1 0 0,1 1 0 0 0,0 0 0 0 0,-1-1 0 0 0,1 1 0 0 0,-1 0 0 0 0,0 1 0 0 0,1-1-1 0 0,-1 0 1 0 0,0 1 0 0 0,0-1 0 0 0,-1 1 0 0 0,1-1 0 0 0,0 1 0 0 0,1 4 0 0 0,0 2 8 0 0,-1 0 1 0 0,0 0 0 0 0,0 1 0 0 0,-1-1 0 0 0,0 0-1 0 0,0 1 1 0 0,-1-1 0 0 0,-1 1 0 0 0,0-1-1 0 0,0 1 1 0 0,-3 12 0 0 0,1-7-78 0 0,1 0-1 0 0,1 0 0 0 0,0 20 1 0 0,2-33 25 0 0,-1 0 0 0 0,0-1 0 0 0,0 1 1 0 0,1 0-1 0 0,-1-1 0 0 0,1 1 0 0 0,-1-1 0 0 0,1 1 0 0 0,0-1 1 0 0,-1 1-1 0 0,1-1 0 0 0,0 1 0 0 0,0-1 0 0 0,0 0 0 0 0,0 1 1 0 0,1-1-1 0 0,-1 0 0 0 0,0 0 0 0 0,3 2 0 0 0,-2-2-67 0 0,1 1-1 0 0,0-1 1 0 0,0 0 0 0 0,0 0-1 0 0,0 0 1 0 0,0 0-1 0 0,0-1 1 0 0,0 1 0 0 0,0-1-1 0 0,3 1 1 0 0,3-1-193 0 0,1-1-1 0 0,-1 0 1 0 0,0 0 0 0 0,0 0 0 0 0,0-1 0 0 0,11-5 0 0 0,-9 3 176 0 0,-1-1 1 0 0,-1-1 0 0 0,1 1-1 0 0,-1-2 1 0 0,0 1 0 0 0,0-1-1 0 0,-1-1 1 0 0,0 1 0 0 0,0-1-1 0 0,-1-1 1 0 0,0 1 0 0 0,11-19-1 0 0,-1-3 1477 0 0,-1 0-1 0 0,21-59 670 0 0,-39 97-1613 0 0,-18 69 78 0 0,19-68-439 0 0,0 1 0 0 0,0-1 0 0 0,1 1 0 0 0,0-1 0 0 0,0 1 0 0 0,1-1 1 0 0,1 1-1 0 0,0-1 0 0 0,0 1 0 0 0,0-1 0 0 0,1 0 0 0 0,1 0 0 0 0,5 10 0 0 0,-8-18-28 0 0,0 0 0 0 0,0 1 0 0 0,1-1-1 0 0,-1 0 1 0 0,0 0 0 0 0,1 0 0 0 0,-1 0 0 0 0,1 0 0 0 0,-1 0-1 0 0,1-1 1 0 0,0 1 0 0 0,-1 0 0 0 0,1-1 0 0 0,0 1-1 0 0,-1-1 1 0 0,1 0 0 0 0,0 0 0 0 0,0 1 0 0 0,-1-1 0 0 0,1 0-1 0 0,0 0 1 0 0,2-1 0 0 0,31-5 130 0 0,-30 4-129 0 0,0-1 1 0 0,0 1-1 0 0,0-1 0 0 0,0 0 0 0 0,0-1 1 0 0,-1 1-1 0 0,1-1 0 0 0,-1 0 0 0 0,0 0 1 0 0,0 0-1 0 0,0 0 0 0 0,-1-1 0 0 0,1 0 1 0 0,3-8-1 0 0,1-1 14 0 0,-1-1 1 0 0,0 0-1 0 0,8-29 0 0 0,-11 29-9 0 0,0-1 0 0 0,-2 0 0 0 0,0 0-1 0 0,1-25 1 0 0,-3 36-19 0 0,0-1-1 0 0,-1 1 0 0 0,1-1 1 0 0,-1 1-1 0 0,0-1 0 0 0,0 1 1 0 0,-1 0-1 0 0,0 0 0 0 0,0-1 1 0 0,0 1-1 0 0,0 0 0 0 0,-1 1 1 0 0,0-1-1 0 0,0 0 0 0 0,0 1 1 0 0,-6-7-1 0 0,6 8 0 0 0,0 1 0 0 0,0 0 0 0 0,0-1 0 0 0,-1 2 0 0 0,1-1 0 0 0,0 0 0 0 0,-1 1 0 0 0,1-1 0 0 0,-1 1 0 0 0,1 0-1 0 0,-1 0 1 0 0,1 0 0 0 0,-1 1 0 0 0,0-1 0 0 0,-4 1 0 0 0,1 0-3 0 0,1 1 0 0 0,-1 0-1 0 0,1 0 1 0 0,-1 1 0 0 0,1-1 0 0 0,-1 1-1 0 0,-11 6 1 0 0,4-1-10 0 0,0 2 0 0 0,0-1 0 0 0,1 2 0 0 0,0-1 0 0 0,1 2 1 0 0,-14 13-1 0 0,18-15 4 0 0,0 1 1 0 0,1 0-1 0 0,-1 0 1 0 0,-9 19-1 0 0,16-26 8 0 0,-1 0 1 0 0,0 1-1 0 0,1-1 0 0 0,0 1 0 0 0,-1-1 1 0 0,1 1-1 0 0,1-1 0 0 0,-1 1 0 0 0,1 0 1 0 0,-1-1-1 0 0,1 1 0 0 0,0 0 0 0 0,0 0 1 0 0,1-1-1 0 0,-1 1 0 0 0,1 0 0 0 0,0-1 1 0 0,0 1-1 0 0,2 6 0 0 0,-1-7 2 0 0,0 0 0 0 0,1-1 0 0 0,-1 1-1 0 0,0-1 1 0 0,1 1 0 0 0,-1-1 0 0 0,1 0-1 0 0,0 0 1 0 0,0 0 0 0 0,0-1 0 0 0,0 1 0 0 0,0-1-1 0 0,0 1 1 0 0,0-1 0 0 0,1 0 0 0 0,-1 0-1 0 0,0-1 1 0 0,1 1 0 0 0,-1-1 0 0 0,0 1 0 0 0,1-1-1 0 0,5-1 1 0 0,2 1-21 0 0,1-1-1 0 0,-1 0 1 0 0,1-1-1 0 0,-1 0 1 0 0,15-5 0 0 0,-9 0-17 0 0,-1 0 1 0 0,0-1-1 0 0,-1-1 0 0 0,0 0 1 0 0,0-1-1 0 0,-1-1 1 0 0,0 0-1 0 0,17-18 1 0 0,11-16 70 0 0,37-53 0 0 0,-71 88-19 0 0,-6 8-17 0 0,-1 0 0 0 0,1 0-1 0 0,0 1 1 0 0,0-1 0 0 0,0 0-1 0 0,0 1 1 0 0,0-1 0 0 0,2 0-1 0 0,-3 1 2 0 0,-1 1 0 0 0,1 0 0 0 0,0-1 0 0 0,-1 1 0 0 0,1 0 0 0 0,0 0-1 0 0,0 0 1 0 0,-1 0 0 0 0,1-1 0 0 0,0 1 0 0 0,0 0 0 0 0,-1 0 0 0 0,1 0-1 0 0,0 1 1 0 0,0-1 0 0 0,-1 0 0 0 0,1 0 0 0 0,0 0 0 0 0,-1 0 0 0 0,1 1-1 0 0,0-1 1 0 0,-1 0 0 0 0,1 1 0 0 0,0-1 0 0 0,-1 0 0 0 0,1 1 0 0 0,0-1-1 0 0,-1 1 1 0 0,1-1 0 0 0,-1 1 0 0 0,1 0 0 0 0,6 10-5 0 0,0-1 1 0 0,-1 1 0 0 0,-1 1-1 0 0,0-1 1 0 0,0 1-1 0 0,4 20 1 0 0,10 23-9 0 0,-11-36 32 0 0,-6-13 1 0 0,1 1 0 0 0,-1 0 0 0 0,1-1 0 0 0,0 0 1 0 0,1 0-1 0 0,0 0 0 0 0,0 0 0 0 0,0 0 0 0 0,0-1 0 0 0,1 0 0 0 0,0 0 0 0 0,7 6 1 0 0,-11-10-15 0 0,1-1-1 0 0,0 1 1 0 0,0-1 0 0 0,-1 1 0 0 0,1-1 0 0 0,0 1 0 0 0,0-1 0 0 0,0 0 0 0 0,-1 0 0 0 0,1 0 0 0 0,0 0 0 0 0,0 0 0 0 0,0-1 0 0 0,-1 1 0 0 0,1 0 0 0 0,0-1-1 0 0,0 0 1 0 0,-1 1 0 0 0,1-1 0 0 0,0 0 0 0 0,-1 0 0 0 0,1 0 0 0 0,1-1 0 0 0,5-3 14 0 0,-1 0 1 0 0,0-1-1 0 0,7-7 0 0 0,-11 10-8 0 0,24-25 30 0 0,-1-2 1 0 0,34-52 0 0 0,-14 18 119 0 0,-16 26-9 0 0,39-39 0 0 0,-68 75-151 0 0,1 0 0 0 0,0 1-1 0 0,0-1 1 0 0,0 1-1 0 0,0-1 1 0 0,0 1 0 0 0,0 0-1 0 0,0 0 1 0 0,0 0 0 0 0,0 0-1 0 0,1 0 1 0 0,-1 0-1 0 0,0 1 1 0 0,1-1 0 0 0,-1 1-1 0 0,0-1 1 0 0,1 1 0 0 0,-1 0-1 0 0,1 0 1 0 0,-1 0-1 0 0,1 0 1 0 0,-1 1 0 0 0,0-1-1 0 0,5 2 1 0 0,-3 0-8 0 0,1 0 1 0 0,-1 0-1 0 0,0 0 1 0 0,0 1-1 0 0,-1-1 0 0 0,1 1 1 0 0,0 0-1 0 0,-1 0 1 0 0,0 0-1 0 0,0 1 0 0 0,0-1 1 0 0,4 6-1 0 0,5 10-1114 0 0,2-2 0 0 0,17 20 1 0 0,-24-30-9 0 0,1-1 1 0 0,0 1 0 0 0,0-1-1 0 0,10 5 1 0 0,-1-1-1793 0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9:28.7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331 682 432 0 0,'4'-45'8183'0'0,"-5"40"-7652"0"0,1 1 0 0 0,-1-1 0 0 0,1 1 0 0 0,-1 0 0 0 0,0-1 0 0 0,-4-7 0 0 0,4 11-465 0 0,0-1 0 0 0,-1 1-1 0 0,1 0 1 0 0,0 0 0 0 0,-1 0-1 0 0,1 0 1 0 0,-1 0-1 0 0,1 0 1 0 0,-1 0 0 0 0,0 1-1 0 0,1-1 1 0 0,-1 0 0 0 0,0 1-1 0 0,0-1 1 0 0,1 1 0 0 0,-1 0-1 0 0,0 0 1 0 0,0 0-1 0 0,0 0 1 0 0,1 0 0 0 0,-1 0-1 0 0,-3 1 1 0 0,-9 1 32 0 0,0 1 1 0 0,0 1-1 0 0,0 0 0 0 0,0 1 1 0 0,0 1-1 0 0,1 0 1 0 0,0 0-1 0 0,1 2 0 0 0,-1-1 1 0 0,-15 14-1 0 0,15-10-76 0 0,1 0-1 0 0,0 0 0 0 0,1 1 1 0 0,0 1-1 0 0,0 0 0 0 0,1 1 1 0 0,1 0-1 0 0,1 0 1 0 0,-9 18-1 0 0,16-30-20 0 0,0 1 0 0 0,0-1 0 0 0,0 0 0 0 0,0 1 0 0 0,0-1-1 0 0,1 1 1 0 0,-1-1 0 0 0,1 1 0 0 0,-1-1 0 0 0,1 1 0 0 0,0-1 0 0 0,0 1 0 0 0,0-1 0 0 0,0 1 0 0 0,1-1 0 0 0,-1 1-1 0 0,1-1 1 0 0,-1 1 0 0 0,1-1 0 0 0,0 1 0 0 0,0-1 0 0 0,0 0 0 0 0,0 0 0 0 0,0 1 0 0 0,1-1 0 0 0,-1 0-1 0 0,1 0 1 0 0,0 0 0 0 0,-1 0 0 0 0,4 2 0 0 0,-2-2-4 0 0,-1-1 1 0 0,0 0-1 0 0,1 0 1 0 0,-1 0-1 0 0,1 0 1 0 0,-1 0-1 0 0,1-1 0 0 0,-1 1 1 0 0,1-1-1 0 0,-1 0 1 0 0,1 0-1 0 0,-1 0 0 0 0,1 0 1 0 0,0 0-1 0 0,3-1 1 0 0,0 0-18 0 0,0 0 1 0 0,0 0-1 0 0,0-1 1 0 0,0 1-1 0 0,8-5 1 0 0,-3-1-18 0 0,0 0 0 0 0,0 0 0 0 0,-1-1 0 0 0,0 0 0 0 0,-1-1 0 0 0,0 0 0 0 0,11-14 0 0 0,2-8 29 0 0,21-37 1 0 0,-36 57 19 0 0,9-14 16 0 0,-10 20-28 0 0,-5 14 6 0 0,-6 22 9 0 0,4-25-12 0 0,-4 19 10 0 0,-5 44 4 0 0,9-63-5 0 0,1 1 0 0 0,0-1 0 0 0,0 1 0 0 0,1-1 0 0 0,0 0 0 0 0,0 1 0 0 0,0-1 0 0 0,3 7 0 0 0,-3-11-1 0 0,-1 0 0 0 0,1 0 0 0 0,0 1 0 0 0,0-1-1 0 0,0 0 1 0 0,1-1 0 0 0,-1 1 0 0 0,0 0 0 0 0,1 0-1 0 0,-1-1 1 0 0,1 1 0 0 0,0 0 0 0 0,-1-1 0 0 0,1 0-1 0 0,0 1 1 0 0,0-1 0 0 0,0 0 0 0 0,0 0 0 0 0,0 0-1 0 0,0 0 1 0 0,0 0 0 0 0,0-1 0 0 0,1 1 0 0 0,-1-1 0 0 0,0 1-1 0 0,0-1 1 0 0,1 0 0 0 0,3 0 0 0 0,13-3 2 0 0,-1-2 0 0 0,0 0 1 0 0,0 0-1 0 0,-1-2 0 0 0,0 0 0 0 0,0-1 1 0 0,0-1-1 0 0,16-12 0 0 0,10-9 3 0 0,67-60-1 0 0,-79 60-46 0 0,-1-2 0 0 0,-2 0 0 0 0,-1-2 0 0 0,-1-1 0 0 0,39-72 0 0 0,-41 58 3 0 0,-1-1 1 0 0,-3-1-1 0 0,-2-1 0 0 0,14-65 1 0 0,-28 101 27 0 0,6-33 130 0 0,-9 45-107 0 0,-1 0 1 0 0,0 0-1 0 0,1 0 0 0 0,-1 0 0 0 0,-1 0 0 0 0,1 0 0 0 0,-1 0 0 0 0,1 0 1 0 0,-2-4-1 0 0,0 5-3 0 0,-8-2 10 0 0,7 5-27 0 0,-1 1 1 0 0,1-1 0 0 0,-1 1-1 0 0,1 0 1 0 0,0-1-1 0 0,0 1 1 0 0,-1 1-1 0 0,1-1 1 0 0,0 1 0 0 0,0-1-1 0 0,0 1 1 0 0,0 0-1 0 0,1 0 1 0 0,-1 0 0 0 0,-3 3-1 0 0,-40 39 28 0 0,15-8 7 0 0,1 0 0 0 0,2 2 0 0 0,1 2-1 0 0,3 0 1 0 0,-29 61 0 0 0,39-67-4 0 0,0 0 0 0 0,3 1 0 0 0,0 0 0 0 0,3 0 0 0 0,0 1 0 0 0,3 0 0 0 0,-2 58-1 0 0,7-82-16 0 0,0-1 0 0 0,1 1 0 0 0,1-1 0 0 0,0 1 0 0 0,0-1 0 0 0,1 0-1 0 0,6 16 1 0 0,-6-21-9 0 0,0 0-1 0 0,0-1 0 0 0,1 1 0 0 0,-1-1 0 0 0,1 1 1 0 0,1-1-1 0 0,-1 0 0 0 0,1-1 0 0 0,-1 1 1 0 0,1-1-1 0 0,0 0 0 0 0,1 0 0 0 0,-1 0 1 0 0,10 4-1 0 0,1-1-116 0 0,0-1 0 0 0,0-1 0 0 0,0 0 1 0 0,0-1-1 0 0,1-1 0 0 0,-1 0 0 0 0,1-2 0 0 0,31 1 0 0 0,-25-4-1352 0 0,-1 0 1 0 0,1-1-1 0 0,0-1 0 0 0,-1-1 0 0 0,43-16 0 0 0,-35 8-2671 0 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9:30.1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150 342 1444 0 0,'-9'-26'5735'0'0,"5"11"-4091"0"0,3 13-1189 0 0,-1-1 37 0 0,2 2-473 0 0,0 1 1 0 0,0 0-1 0 0,0 0 1 0 0,0 0-1 0 0,0-1 1 0 0,0 1-1 0 0,0 0 1 0 0,0 0-1 0 0,0 0 1 0 0,0 0-1 0 0,0-1 1 0 0,0 1-1 0 0,0 0 1 0 0,0 0-1 0 0,-1 0 1 0 0,1-1-1 0 0,0 1 1 0 0,0 0-1 0 0,0 0 1 0 0,0 0-1 0 0,0 0 1 0 0,0 0-1 0 0,-1-1 1 0 0,1 1 0 0 0,0 0-1 0 0,0 0 1 0 0,0 0-1 0 0,0 0 1 0 0,-1 0-1 0 0,1 0 1 0 0,0 0-1 0 0,0 0 1 0 0,0 0-1 0 0,-1 0 1 0 0,1 0-1 0 0,0 0 1 0 0,0 0-1 0 0,0 0 1 0 0,-1 0-1 0 0,-1 1 13 0 0,-1 0 0 0 0,1 0-1 0 0,-1 0 1 0 0,1 0 0 0 0,0 1 0 0 0,0-1-1 0 0,0 1 1 0 0,0-1 0 0 0,0 1-1 0 0,0 0 1 0 0,0 0 0 0 0,1 0-1 0 0,-1 0 1 0 0,1 0 0 0 0,-1 0 0 0 0,1 1-1 0 0,-2 4 1 0 0,-22 50 235 0 0,20-44-216 0 0,-11 29 60 0 0,-16 67 0 0 0,27-88-93 0 0,2 1 0 0 0,0-1 0 0 0,1 1 0 0 0,1 0 0 0 0,2 27 0 0 0,0-46-12 0 0,-1 1 1 0 0,0-1-1 0 0,1-1 0 0 0,0 1 1 0 0,-1 0-1 0 0,1 0 0 0 0,0 0 0 0 0,1 0 1 0 0,-1 0-1 0 0,0-1 0 0 0,1 1 1 0 0,0-1-1 0 0,-1 1 0 0 0,1-1 1 0 0,0 1-1 0 0,0-1 0 0 0,0 0 0 0 0,1 0 1 0 0,-1 0-1 0 0,0 0 0 0 0,5 2 1 0 0,-3-2-2 0 0,1-1 1 0 0,-1 1 0 0 0,0-1 0 0 0,0 0 0 0 0,1 0 0 0 0,-1-1-1 0 0,0 1 1 0 0,1-1 0 0 0,-1 0 0 0 0,1 0 0 0 0,-1 0 0 0 0,1-1-1 0 0,-1 0 1 0 0,7-1 0 0 0,5-3 2 0 0,0 0 1 0 0,0 0-1 0 0,-1-2 0 0 0,0 0 0 0 0,0 0 1 0 0,0-2-1 0 0,-1 0 0 0 0,0 0 0 0 0,-1-1 0 0 0,0-1 1 0 0,18-19-1 0 0,-21 19-6 0 0,-1-1-1 0 0,0 0 1 0 0,-1-1-1 0 0,0 0 1 0 0,-1 0-1 0 0,-1 0 1 0 0,0-1-1 0 0,-1 0 1 0 0,0 0 0 0 0,-1 0-1 0 0,0-1 1 0 0,-2 1-1 0 0,2-20 1 0 0,-2 13-22 0 0,-2-1-1 0 0,0 1 1 0 0,-8-43 0 0 0,7 55 16 0 0,-1 0 0 0 0,-1 0 0 0 0,1 0 0 0 0,-2 0-1 0 0,1 0 1 0 0,-1 0 0 0 0,-1 1 0 0 0,1 0 0 0 0,-1 0 0 0 0,-1 0 0 0 0,-9-10 0 0 0,13 15 4 0 0,-1 1 0 0 0,1 0 0 0 0,-1 0 0 0 0,0 0 0 0 0,1 0 0 0 0,-1 0 0 0 0,0 1 0 0 0,0-1 0 0 0,0 1 1 0 0,-1 0-1 0 0,1 0 0 0 0,0 0 0 0 0,0 1 0 0 0,-1-1 0 0 0,1 1 0 0 0,0-1 0 0 0,-1 1 0 0 0,1 0 0 0 0,0 0 0 0 0,-1 1 0 0 0,1-1 1 0 0,0 1-1 0 0,-1-1 0 0 0,1 1 0 0 0,0 0 0 0 0,0 1 0 0 0,0-1 0 0 0,0 0 0 0 0,0 1 0 0 0,0 0 0 0 0,0-1 0 0 0,-3 4 0 0 0,-3 1 11 0 0,1 1 0 0 0,0 0 0 0 0,1 0-1 0 0,-1 1 1 0 0,2 0 0 0 0,-1 0 0 0 0,1 0-1 0 0,0 1 1 0 0,-5 10 0 0 0,7-12-8 0 0,1 1 1 0 0,0-1-1 0 0,0 1 1 0 0,1 0-1 0 0,0 0 1 0 0,1 0-1 0 0,-1 0 1 0 0,1 0-1 0 0,1 0 1 0 0,0 0-1 0 0,0 1 0 0 0,0-1 1 0 0,1 0-1 0 0,0 0 1 0 0,3 9-1 0 0,-2-13-3 0 0,-1 1 1 0 0,1 0-1 0 0,1 0 0 0 0,-1-1 0 0 0,1 1 0 0 0,0-1 0 0 0,0 0 0 0 0,0 1 0 0 0,0-1 1 0 0,1-1-1 0 0,-1 1 0 0 0,1-1 0 0 0,0 1 0 0 0,0-1 0 0 0,0 0 0 0 0,1 0 0 0 0,-1-1 1 0 0,1 1-1 0 0,0-1 0 0 0,-1 0 0 0 0,1-1 0 0 0,0 1 0 0 0,0-1 0 0 0,9 2 0 0 0,7-1 0 0 0,0 0 0 0 0,0-1-1 0 0,1-2 1 0 0,-1 0-1 0 0,0-1 1 0 0,26-6-1 0 0,-8-1 17 0 0,-2-2 0 0 0,56-22 0 0 0,-71 23-25 0 0,-1-1 0 0 0,0-1 0 0 0,-1-1 0 0 0,0-1 0 0 0,-1 0 0 0 0,0-2 0 0 0,-1 0 0 0 0,-1-1 0 0 0,-1-1 1 0 0,0 0-1 0 0,-1-1 0 0 0,-2-1 0 0 0,0 0 0 0 0,0-1 0 0 0,14-36 0 0 0,-8 14 37 0 0,30-64 100 0 0,-48 105-114 0 0,0 3-12 0 0,-1 0 1 0 0,1 1-1 0 0,-1-1 0 0 0,1 0 0 0 0,-1 1 0 0 0,0-1 0 0 0,0 0 0 0 0,1 1 0 0 0,-1-1 0 0 0,0 0 0 0 0,0 1 0 0 0,0 1 0 0 0,0-2-1 0 0,-4 47 76 0 0,-1 0 0 0 0,-16 66 0 0 0,14-82-58 0 0,-34 151 542 0 0,-9-1 0 0 0,-8-3 0 0 0,-154 327 0 0 0,185-449 29 0 0,-3-1-1 0 0,-2-2 1 0 0,-3-1 0 0 0,-51 60-1 0 0,81-108-451 0 0,0 0 1 0 0,0 0-1 0 0,0-1 0 0 0,-1 1 0 0 0,0-1 0 0 0,1-1 0 0 0,-1 1 1 0 0,-8 2-1 0 0,12-5-118 0 0,1-1 0 0 0,-1 1 0 0 0,0-1 0 0 0,1 0 0 0 0,-1 0 0 0 0,0 0 0 0 0,0 0 0 0 0,0 0 0 0 0,1 0 0 0 0,-1-1 0 0 0,0 1 0 0 0,1 0 0 0 0,-1-1 0 0 0,0 1-1 0 0,0-1 1 0 0,1 0 0 0 0,-1 0 0 0 0,1 1 0 0 0,-1-1 0 0 0,1 0 0 0 0,-1 0 0 0 0,1 0 0 0 0,0-1 0 0 0,-1 1 0 0 0,1 0 0 0 0,0-1 0 0 0,0 1 0 0 0,0 0 0 0 0,0-1 0 0 0,0 1 0 0 0,0-1 0 0 0,-1-2 0 0 0,-1-3 11 0 0,-1 0 0 0 0,1-1 0 0 0,0 1 1 0 0,1-1-1 0 0,-3-13 0 0 0,3 3-19 0 0,0-1 0 0 0,2 1 1 0 0,0-1-1 0 0,1 1 1 0 0,1-1-1 0 0,1 1 0 0 0,6-23 1 0 0,1 2-23 0 0,3 1 1 0 0,22-47-1 0 0,-20 53-3 0 0,2 1 0 0 0,2 0 0 0 0,0 2 0 0 0,2 0 0 0 0,1 1 0 0 0,32-30 0 0 0,-33 37-5 0 0,1 2 1 0 0,1 0-1 0 0,0 2 0 0 0,2 0 0 0 0,0 2 1 0 0,0 1-1 0 0,53-21 0 0 0,-55 28-218 0 0,0 0-1 0 0,0 2 0 0 0,1 1 1 0 0,-1 1-1 0 0,1 0 1 0 0,0 2-1 0 0,29 2 1 0 0,10 5-3039 0 0,91 21 1 0 0,-86-18-1539 0 0,-33-4 848 0 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9:31.1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383 222 1672 0 0,'13'-23'2195'0'0,"1"-3"224"0"0,0-1 0 0 0,10-29 0 0 0,-24 56-2398 0 0,0-1 0 0 0,0 1-1 0 0,1-1 1 0 0,-1 1 0 0 0,0-1 0 0 0,0 1 0 0 0,0-1 0 0 0,1 1 0 0 0,-1-1 0 0 0,0 1 0 0 0,0-1 0 0 0,0 1 0 0 0,0-1 0 0 0,0 1 0 0 0,0-1 0 0 0,0 1 0 0 0,0-1 0 0 0,0 1-1 0 0,-1-1 1 0 0,1 1 0 0 0,0-1 0 0 0,0 1 0 0 0,0-1 0 0 0,0 1 0 0 0,-1 0 0 0 0,1-1 0 0 0,0 1 0 0 0,0-1 0 0 0,-1 1 0 0 0,1-1 0 0 0,0 1 0 0 0,-1 0 0 0 0,1-1-1 0 0,-1 1 1 0 0,1 0 0 0 0,0-1 0 0 0,-1 1 0 0 0,1 0 0 0 0,-1 0 0 0 0,1-1 0 0 0,-1 1 0 0 0,1 0 0 0 0,-1 0 0 0 0,1 0 0 0 0,-1 0 0 0 0,1 0 0 0 0,-1 0 0 0 0,1-1-1 0 0,-1 1 1 0 0,1 0 0 0 0,-1 0 0 0 0,1 1 0 0 0,-1-1 0 0 0,1 0 0 0 0,-1 0 0 0 0,1 0 0 0 0,-1 0 0 0 0,1 0 0 0 0,-1 0 0 0 0,1 1 0 0 0,-1-1 0 0 0,-34 13 374 0 0,33-12-320 0 0,-21 10 137 0 0,1 2 1 0 0,1 0-1 0 0,0 2 1 0 0,1 0-1 0 0,-34 33 1 0 0,-78 99 201 0 0,111-122-370 0 0,-20 33 0 0 0,35-48-35 0 0,0 0 1 0 0,1 1 0 0 0,0-1 0 0 0,1 1 0 0 0,0 0 0 0 0,-4 21-1 0 0,7-30-7 0 0,1-1-2 0 0,0 0 1 0 0,0-1-1 0 0,0 1 1 0 0,0 0 0 0 0,-1 0-1 0 0,1 0 1 0 0,0 0-1 0 0,1 0 1 0 0,-1 0-1 0 0,0 0 1 0 0,0 0-1 0 0,0 0 1 0 0,0 0-1 0 0,1 0 1 0 0,-1 0 0 0 0,1 0-1 0 0,-1-1 1 0 0,0 1-1 0 0,1 0 1 0 0,-1 0-1 0 0,1 0 1 0 0,0-1-1 0 0,-1 1 1 0 0,1 0 0 0 0,0-1-1 0 0,-1 1 1 0 0,1 0-1 0 0,1 0 1 0 0,0 1 0 0 0,1-1 0 0 0,-1 0 1 0 0,1 1-1 0 0,-1-1 0 0 0,1 0 0 0 0,-1 0 1 0 0,1 0-1 0 0,-1-1 0 0 0,1 1 1 0 0,0-1-1 0 0,-1 1 0 0 0,1-1 1 0 0,0 0-1 0 0,0 0 0 0 0,-1 0 0 0 0,1 0 1 0 0,0-1-1 0 0,-1 1 0 0 0,1-1 1 0 0,0 1-1 0 0,-1-1 0 0 0,1 0 1 0 0,2-1-1 0 0,10-4 7 0 0,-1 0 0 0 0,22-13 0 0 0,-22 10-9 0 0,-1-1 0 0 0,1 0 0 0 0,-2-1 0 0 0,1 0 0 0 0,12-16 0 0 0,51-68-10 0 0,-62 75 10 0 0,43-65-54 0 0,5-7-9 0 0,-59 88 59 0 0,9-11-48 0 0,-7 15 28 0 0,-2 11 16 0 0,-5 23 44 0 0,-2-1 0 0 0,-9 42 0 0 0,-4 32-40 0 0,15-91 14 0 0,2-1 0 0 0,-1 1 0 0 0,2 0 0 0 0,4 27 0 0 0,-4-41-7 0 0,-1 1-1 0 0,1-1 1 0 0,-1 1-1 0 0,1-1 1 0 0,0 1 0 0 0,0-1-1 0 0,0 0 1 0 0,1 1-1 0 0,-1-1 1 0 0,0 0 0 0 0,1 0-1 0 0,-1 0 1 0 0,1 0-1 0 0,0 0 1 0 0,0 0 0 0 0,0 0-1 0 0,0-1 1 0 0,0 1-1 0 0,0-1 1 0 0,4 3 0 0 0,-2-3 3 0 0,-1 0 0 0 0,1 0 0 0 0,0 0 0 0 0,0 0 0 0 0,0 0 1 0 0,0-1-1 0 0,1 0 0 0 0,-1 0 0 0 0,0 0 0 0 0,0 0 0 0 0,8-2 1 0 0,0-1 4 0 0,0-1 1 0 0,0 0 0 0 0,0-1 0 0 0,0 0 0 0 0,0 0-1 0 0,-1-2 1 0 0,14-9 0 0 0,-5 0-18 0 0,-1 0 0 0 0,-1-2-1 0 0,-1 0 1 0 0,0-1 0 0 0,-1-1 0 0 0,22-36 0 0 0,-18 21-6 0 0,-2-1 0 0 0,-1 0 0 0 0,18-57 0 0 0,-5-14 326 0 0,-30 106-310 0 0,0-1 1 0 0,1 1-1 0 0,-1 0 0 0 0,0 0 0 0 0,0 0 0 0 0,0-1 0 0 0,0 1 0 0 0,0 0 0 0 0,0 0 0 0 0,0-1 0 0 0,0 1 1 0 0,0 0-1 0 0,-1 0 0 0 0,1-1 0 0 0,0 1 0 0 0,-1 0 0 0 0,1 0 0 0 0,-1 0 0 0 0,0 0 0 0 0,1 0 0 0 0,-1 0 1 0 0,0-1-1 0 0,1 2 0 0 0,-1-1 0 0 0,0 0 0 0 0,0 0 0 0 0,0 0 0 0 0,0 0 0 0 0,0 0 0 0 0,-2 0 0 0 0,2 0 0 0 0,0 1-1 0 0,0 0 0 0 0,0 0 1 0 0,0 0-1 0 0,-1 0 0 0 0,1 0 0 0 0,0 0 1 0 0,0 0-1 0 0,0 0 0 0 0,0 0 1 0 0,0 0-1 0 0,0 1 0 0 0,0-1 1 0 0,0 0-1 0 0,0 1 0 0 0,0-1 0 0 0,0 1 1 0 0,0 0-1 0 0,-2 0 0 0 0,-21 16-2 0 0,20-13-6 0 0,-1-1 10 0 0,1 0 1 0 0,0 0-1 0 0,1 1 0 0 0,-1 0 1 0 0,1 0-1 0 0,-1 0 1 0 0,1 0-1 0 0,0 1 1 0 0,1-1-1 0 0,-1 1 1 0 0,1 0-1 0 0,0-1 0 0 0,0 1 1 0 0,0 0-1 0 0,-1 8 1 0 0,3-10-3 0 0,-1 0-1 0 0,1 0 1 0 0,0-1 0 0 0,0 1 0 0 0,0 0 0 0 0,1 0 0 0 0,-1-1 0 0 0,1 1 0 0 0,-1 0 0 0 0,1-1-1 0 0,0 1 1 0 0,0-1 0 0 0,0 1 0 0 0,1-1 0 0 0,-1 1 0 0 0,0-1 0 0 0,1 0 0 0 0,0 0 0 0 0,-1 0-1 0 0,1 0 1 0 0,0 0 0 0 0,0 0 0 0 0,0 0 0 0 0,0 0 0 0 0,0-1 0 0 0,1 1 0 0 0,-1-1 0 0 0,1 0-1 0 0,-1 1 1 0 0,0-1 0 0 0,4 1 0 0 0,13 4 1 0 0,0-1 1 0 0,0-1-1 0 0,1 0 0 0 0,-1-1 0 0 0,1-1 0 0 0,26-1 1 0 0,27 3-18 0 0,-66-4 18 0 0,43 3 3 0 0,-50-3-7 0 0,1 0 0 0 0,0 0-1 0 0,-1 0 1 0 0,1 0 0 0 0,0 0 0 0 0,-1 0-1 0 0,1 1 1 0 0,0-1 0 0 0,-1 0-1 0 0,1 0 1 0 0,0 0 0 0 0,-1 1 0 0 0,1-1-1 0 0,-1 0 1 0 0,1 1 0 0 0,0-1 0 0 0,-1 0-1 0 0,1 1 1 0 0,-1-1 0 0 0,1 1 0 0 0,-1-1-1 0 0,0 1 1 0 0,1-1 0 0 0,-1 1 0 0 0,1-1-1 0 0,-1 1 1 0 0,1 0 0 0 0,-1 1 2 0 0,0-1 0 0 0,1 1 0 0 0,-1 0 1 0 0,0-1-1 0 0,0 1 0 0 0,0-1 0 0 0,0 1 1 0 0,0 0-1 0 0,0-1 0 0 0,-1 1 0 0 0,0 1 0 0 0,-2 7 23 0 0,0-1-1 0 0,-1 0 1 0 0,-4 8-1 0 0,6-13-9 0 0,-26 48 77 0 0,12-23-48 0 0,-19 47-1 0 0,34-74-37 0 0,0 1-1 0 0,1-1 0 0 0,-1 1 0 0 0,1-1 0 0 0,-1 1 0 0 0,1 0 0 0 0,0-1 0 0 0,0 5 0 0 0,0-6-4 0 0,0 0 0 0 0,1 0-1 0 0,-1-1 1 0 0,0 1 0 0 0,0 0 0 0 0,1 0-1 0 0,-1 0 1 0 0,0-1 0 0 0,1 1 0 0 0,-1 0 0 0 0,1 0-1 0 0,-1-1 1 0 0,1 1 0 0 0,-1 0 0 0 0,1-1-1 0 0,-1 1 1 0 0,1-1 0 0 0,0 1 0 0 0,-1-1-1 0 0,1 1 1 0 0,0-1 0 0 0,-1 1 0 0 0,1-1 0 0 0,0 0-1 0 0,0 1 1 0 0,0-1 0 0 0,-1 0 0 0 0,3 1-1 0 0,5 0-138 0 0,1-1-1 0 0,0 0 1 0 0,-1 0-1 0 0,1-1 1 0 0,0 0-1 0 0,-1 0 1 0 0,1-1-1 0 0,-1 0 1 0 0,0 0-1 0 0,1-1 1 0 0,14-8-1 0 0,7-4-1511 0 0,48-33-1 0 0,-52 29-104 0 0,-1 0 0 0 0,23-24 0 0 0,-14 7-1398 0 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9:31.6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258 209 172 0 0,'58'-198'10517'0'0,"-56"188"-10086"0"0,-7 12-152 0 0,-9 15-28 0 0,-197 473 3679 0 0,202-465-3862 0 0,8-23-61 0 0,-51 147 358 0 0,45-126-355 0 0,1 1 1 0 0,2 0-1 0 0,0 0 0 0 0,0 34 0 0 0,3-54-96 0 0,1-1 0 0 0,1 1 0 0 0,-1-1 0 0 0,0 1-1 0 0,1-1 1 0 0,0 1 0 0 0,0-1 0 0 0,0 1 0 0 0,0-1 0 0 0,0 0 0 0 0,1 0 0 0 0,0 1 0 0 0,-1-1 0 0 0,1 0 0 0 0,0 0 0 0 0,1-1 0 0 0,-1 1-1 0 0,5 4 1 0 0,-3-4-140 0 0,0 0 0 0 0,1-1 0 0 0,-1 1 0 0 0,1-1 0 0 0,0 0 0 0 0,-1 0 0 0 0,1 0 0 0 0,0-1 0 0 0,0 0-1 0 0,0 0 1 0 0,9 1 0 0 0,1-2-290 0 0,0 0 0 0 0,-1 0 0 0 0,1-2 0 0 0,-1 0 0 0 0,1 0 0 0 0,-1-2 0 0 0,0 0-1 0 0,18-7 1 0 0,-11 1 338 0 0,0-1 1 0 0,-1 0-1 0 0,-1-2 0 0 0,0 0 0 0 0,32-29 0 0 0,-17 8 2640 0 0,54-68-1 0 0,-84 96-2075 0 0,0 1 0 0 0,1 0 0 0 0,0 0 0 0 0,7-6 0 0 0,-11 10-230 0 0,3-2 14 0 0,2-1 85 0 0,-4 13 82 0 0,-9 93 557 0 0,3-70-777 0 0,2 0 1 0 0,2 49 0 0 0,0-78-131 0 0,0-1-1 0 0,0 1 1 0 0,0-1-1 0 0,1 1 1 0 0,-1-1 0 0 0,1 0-1 0 0,-1 1 1 0 0,1-1-1 0 0,0 1 1 0 0,0-1-1 0 0,2 3 1 0 0,-1-1-95 0 0,-1-4 30 0 0,0 1-1 0 0,-1 0 1 0 0,1-1-1 0 0,-1 1 1 0 0,1-1-1 0 0,0 1 1 0 0,0-1-1 0 0,-1 1 1 0 0,1-1-1 0 0,0 1 1 0 0,0-1-1 0 0,0 0 1 0 0,0 1-1 0 0,-1-1 0 0 0,1 0 1 0 0,0 0-1 0 0,0 0 1 0 0,0 0-1 0 0,0 0 1 0 0,0 0-1 0 0,0 0 1 0 0,0 0-1 0 0,-1 0 1 0 0,1 0-1 0 0,1 0 1 0 0,20-7-2043 0 0,4-9-2625 0 0,-12 5 1299 0 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9:31.8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136 117 1264 0 0,'0'-6'1114'0'0,"0"0"0"0"0,-1 0 0 0 0,0 0 0 0 0,0 0 0 0 0,-1 0 0 0 0,-2-5 0 0 0,2 4-756 0 0,-2 0-1 0 0,1 0 1 0 0,-1 0 0 0 0,1 1-1 0 0,-2 0 1 0 0,1 0-1 0 0,-8-9 1 0 0,10 14-445 0 0,1 0 0 0 0,0 0 0 0 0,-1 1 1 0 0,1-1-1 0 0,0 0 0 0 0,-1 0 0 0 0,1 1 0 0 0,-1-1 0 0 0,1 1 0 0 0,-1-1 0 0 0,1 1 0 0 0,-1 0 0 0 0,0-1 1 0 0,1 1-1 0 0,-1 0 0 0 0,1 0 0 0 0,-4 0 0 0 0,-27 7-2666 0 0,21-4 612 0 0,-5 0-920 0 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9:32.0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16 1056 0 0,'-101'31'9059'0'0,"99"-31"-8802"0"0,-6 4 64 0 0,6-2 86 0 0,15-1-395 0 0,0 0 0 0 0,1-1 0 0 0,-1 0 0 0 0,0-1 0 0 0,0-1 0 0 0,15-3-1 0 0,3 0-319 0 0,10-2-2276 0 0,51-16 0 0 0,-54 12-719 0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9:32.5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1084 68 2308 0 0,'0'-3'1897'0'0,"-1"-5"-607"0"0,1 1 1 0 0,-1-1-1 0 0,-1 1 0 0 0,-2-10 0 0 0,3 16-1205 0 0,1 0 0 0 0,-1 0 0 0 0,1 0 0 0 0,-1 0 0 0 0,0 0-1 0 0,0 0 1 0 0,1 0 0 0 0,-1 0 0 0 0,0 0 0 0 0,0 0 0 0 0,0 0-1 0 0,0 1 1 0 0,0-1 0 0 0,0 0 0 0 0,0 1 0 0 0,0-1 0 0 0,0 1-1 0 0,0-1 1 0 0,-1 1 0 0 0,1-1 0 0 0,0 1 0 0 0,0 0 0 0 0,0 0-1 0 0,-1 0 1 0 0,1-1 0 0 0,0 1 0 0 0,0 0 0 0 0,-1 1 0 0 0,1-1 0 0 0,0 0-1 0 0,-2 0 1 0 0,-2 1 74 0 0,-1 0 1 0 0,1 0-1 0 0,0 1 0 0 0,0-1 0 0 0,-10 5 1 0 0,-1 3 11 0 0,0 0 0 0 0,0 2 1 0 0,1-1-1 0 0,1 2 0 0 0,0 0 1 0 0,-22 24-1 0 0,18-14 19 0 0,1 0 1 0 0,1 1-1 0 0,-24 46 0 0 0,9 2 348 0 0,2 2 1 0 0,-23 92-1 0 0,11-4 366 0 0,-24 182 0 0 0,27 20-447 0 0,-23 122 84 0 0,56-460-397 0 0,-1 0 1 0 0,-2-1-1 0 0,0 0 1 0 0,-2 0-1 0 0,-1-1 1 0 0,-14 23-1 0 0,19-35-91 0 0,-1-1-1 0 0,0 0 0 0 0,-1 0 0 0 0,0-1 1 0 0,0 0-1 0 0,-1 0 0 0 0,-1-1 1 0 0,1 0-1 0 0,-1-1 0 0 0,0 0 0 0 0,-1 0 1 0 0,0-1-1 0 0,0 0 0 0 0,-17 5 0 0 0,21-9-156 0 0,1 0-1 0 0,-1-1 0 0 0,0 0 0 0 0,1 0 0 0 0,-1 0 0 0 0,0-1 0 0 0,0 0 0 0 0,1 0 1 0 0,-1-1-1 0 0,0 0 0 0 0,0 0 0 0 0,1-1 0 0 0,-1 0 0 0 0,1 0 0 0 0,0 0 0 0 0,-1-1 1 0 0,1 0-1 0 0,0 0 0 0 0,0 0 0 0 0,1-1 0 0 0,-1 0 0 0 0,1 0 0 0 0,0-1 1 0 0,0 1-1 0 0,0-1 0 0 0,-5-7 0 0 0,2 2-374 0 0,0-1-1 0 0,1 0 1 0 0,1-1 0 0 0,-1 1 0 0 0,2-1-1 0 0,0-1 1 0 0,0 1 0 0 0,1-1-1 0 0,1 1 1 0 0,0-1 0 0 0,0 0 0 0 0,0-21-1 0 0,3 3-995 0 0,2 0-1 0 0,1 0 1 0 0,2 0-1 0 0,12-45 1 0 0,-2 21-2185 0 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9:32.6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0 243 392 0 0,'20'-19'2199'0'0,"1"1"0"0"0,0 0-1 0 0,38-22 1 0 0,-36 27-1685 0 0,0 1-1 0 0,1 1 0 0 0,0 1 0 0 0,0 1 0 0 0,1 2 1 0 0,49-9-1 0 0,-32 9-392 0 0,105-19-1709 0 0,-52-1-4206 0 0,-71 18 2679 0 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9:32.9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37 76 0 0,'5'-16'5437'0'0,"-2"10"-4469"0"0,5-9 3243 0 0,-11 33-2003 0 0,-11 27-1492 0 0,3 1 0 0 0,2 1 0 0 0,1 0 1 0 0,0 48-1 0 0,8-88-1033 0 0,0 1 1 0 0,0-1-1 0 0,1 1 1 0 0,1-1-1 0 0,-1 0 1 0 0,1 0-1 0 0,5 12 1 0 0,4-14-3133 0 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9:33.4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1 114 1516 0 0,'5'-64'7139'0'0,"-5"23"-5318"0"0,0 39-1739 0 0,-1-4-231 0 0,-1 5-112 0 0,0 11-25 0 0,2-1 8 0 0,0 0 0 0 0,0 0 0 0 0,1 0 1 0 0,1-1-1 0 0,0 1 0 0 0,0 0 0 0 0,0-1 0 0 0,1 1 0 0 0,0-1 0 0 0,1 0 0 0 0,0 0 0 0 0,0 0 0 0 0,9 12 0 0 0,-2-4-88 0 0,1-1-1 0 0,0 0 1 0 0,1-1 0 0 0,1 0-1 0 0,21 17 1 0 0,-19-20 522 0 0,1 0 0 0 0,21 11-1 0 0,35 11 4456 0 0,-69-32-4214 0 0,-2 0 85 0 0,6 0 480 0 0,1 1 0 0 0,-1-1-1 0 0,0 1 1 0 0,9 4 0 0 0,-15-6-883 0 0,-24 22 172 0 0,2-6-201 0 0,0 0-1 0 0,2 2 0 0 0,0 0 0 0 0,2 1 1 0 0,-1 1-1 0 0,2 0 0 0 0,1 1 1 0 0,1 0-1 0 0,-20 44 0 0 0,31-60-44 0 0,0-1 0 0 0,1 1 0 0 0,0 0 0 0 0,0 0 0 0 0,0 0 0 0 0,0-1 0 0 0,1 1 1 0 0,0 0-1 0 0,0 0 0 0 0,0 0 0 0 0,0 0 0 0 0,2 5 0 0 0,-1-7-9 0 0,0 0 0 0 0,0 0 0 0 0,1 0 1 0 0,-1-1-1 0 0,0 1 0 0 0,1 0 0 0 0,0-1 0 0 0,0 0 0 0 0,0 1 1 0 0,0-1-1 0 0,0 0 0 0 0,0 0 0 0 0,0 0 0 0 0,1 0 0 0 0,-1 0 1 0 0,1-1-1 0 0,0 1 0 0 0,-1-1 0 0 0,1 1 0 0 0,4 0 0 0 0,5 2-384 0 0,1 0 1 0 0,0-1-1 0 0,0 0 0 0 0,0-1 0 0 0,0-1 0 0 0,1 0 0 0 0,-1-1 0 0 0,23-2 0 0 0,-9-2-1233 0 0,-1 0 0 0 0,1-2 0 0 0,31-12 0 0 0,-20 4-1347 0 0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9:33.7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82 1752 0 0,'53'-68'9173'0'0,"-41"54"-7100"0"0,-19 25 187 0 0,-8 13-1141 0 0,0 3-838 0 0,2 1 1 0 0,1 1-1 0 0,2 0 0 0 0,0 0 1 0 0,2 1-1 0 0,-6 47 0 0 0,13-76-370 0 0,1 0-1 0 0,0-1 1 0 0,0 1-1 0 0,0-1 1 0 0,-1 1-1 0 0,1 0 1 0 0,0-1-1 0 0,0 1 1 0 0,0 0-1 0 0,0-1 1 0 0,0 1-1 0 0,0 0 1 0 0,0-1-1 0 0,1 1 1 0 0,-1 0-1 0 0,0-1 0 0 0,0 1 1 0 0,0-1-1 0 0,1 1 1 0 0,-1 0-1 0 0,0-1 1 0 0,1 1-1 0 0,-1-1 1 0 0,0 1-1 0 0,1-1 1 0 0,-1 1-1 0 0,1-1 1 0 0,-1 1-1 0 0,1-1 1 0 0,-1 1-1 0 0,1-1 1 0 0,-1 0-1 0 0,1 1 1 0 0,-1-1-1 0 0,1 0 1 0 0,0 1-1 0 0,-1-1 0 0 0,1 0 1 0 0,-1 0-1 0 0,1 0 1 0 0,1 1-1 0 0,-1-1-385 0 0,1-1 0 0 0,-1 1 0 0 0,1 0 0 0 0,-1 0 0 0 0,1-1 0 0 0,-1 1 0 0 0,1-1-1 0 0,-1 1 1 0 0,0-1 0 0 0,1 0 0 0 0,-1 1 0 0 0,0-1 0 0 0,2-2 0 0 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9:33.9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70 105 1176 0 0,'-12'-45'7011'0'0,"5"22"-4510"0"0,6 20-2365 0 0,0 0 0 0 0,0 1-1 0 0,0-1 1 0 0,-1 0 0 0 0,1 1 0 0 0,-1-1-1 0 0,0 1 1 0 0,0-1 0 0 0,0 1 0 0 0,0 0-1 0 0,0 0 1 0 0,0 0 0 0 0,-3-2-1 0 0,3 3-155 0 0,-14 12-718 0 0,15-7 448 0 0,0-1 1 0 0,-1 1 0 0 0,2 0-1 0 0,-1 0 1 0 0,0 0 0 0 0,1 0-1 0 0,-1 0 1 0 0,1-1 0 0 0,0 1-1 0 0,1 0 1 0 0,0 6-1 0 0,-1-5-186 0 0,4 19-2847 0 0,0-11 1169 0 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9:34.7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262 475 892 0 0,'13'-9'11531'0'0,"-9"5"-10561"0"0,-4 3-908 0 0,-1 0 0 0 0,1 0 1 0 0,-1 0-1 0 0,1 0 1 0 0,-1 1-1 0 0,1-1 1 0 0,-1 0-1 0 0,0 0 1 0 0,1 1-1 0 0,-1-1 1 0 0,0 0-1 0 0,1 1 0 0 0,-1-1 1 0 0,0 1-1 0 0,0-1 1 0 0,0 1-1 0 0,-1-1 1 0 0,0 0 102 0 0,-2 1-19 0 0,-7 2-94 0 0,-1 0 0 0 0,0 1 0 0 0,1 0 0 0 0,0 1 0 0 0,0 0 0 0 0,0 0 0 0 0,0 1 0 0 0,1 1 0 0 0,-1 0 0 0 0,1 1 0 0 0,-11 9 0 0 0,8-6-29 0 0,1 1 0 0 0,0 1 0 0 0,1 0 0 0 0,0 0 0 0 0,1 1 0 0 0,0 1 0 0 0,-14 25 0 0 0,22-34-20 0 0,0 0 0 0 0,0-1-1 0 0,0 1 1 0 0,1 0 0 0 0,-1 0 0 0 0,1 0-1 0 0,0 0 1 0 0,1 0 0 0 0,-1 1 0 0 0,1-1 0 0 0,0 0-1 0 0,1 10 1 0 0,0-13-2 0 0,-1 1 0 0 0,1-1 0 0 0,0 0 0 0 0,0 0 0 0 0,0 0 0 0 0,0 0 0 0 0,0 0 0 0 0,1 0 0 0 0,-1 0 0 0 0,1 0 0 0 0,-1 0 0 0 0,1-1 1 0 0,0 1-1 0 0,-1 0 0 0 0,1-1 0 0 0,0 0 0 0 0,0 1 0 0 0,0-1 0 0 0,0 0 0 0 0,0 0 0 0 0,0 0 0 0 0,1 0 0 0 0,-1 0 0 0 0,0-1 0 0 0,0 1 0 0 0,1-1 0 0 0,-1 1 0 0 0,0-1 0 0 0,1 0 0 0 0,2 0 0 0 0,7 0-2 0 0,0 0 0 0 0,-1-1 0 0 0,1 0 0 0 0,0-1 0 0 0,-1-1 0 0 0,0 1 0 0 0,1-2 0 0 0,-1 0-1 0 0,0 0 1 0 0,15-9 0 0 0,7-6-4 0 0,56-44 0 0 0,-77 54 6 0 0,34-23-41 0 0,-44 31 20 0 0,-2 2 21 0 0,1-1-1 0 0,-1 0 1 0 0,1 1-1 0 0,-1-1 0 0 0,1 0 1 0 0,-1 1-1 0 0,1-1 1 0 0,-1 1-1 0 0,0-1 1 0 0,1 1-1 0 0,-1-1 0 0 0,0 1 1 0 0,1-1-1 0 0,-1 1 1 0 0,0-1-1 0 0,0 1 0 0 0,1 0 1 0 0,-5 17 182 0 0,0 0 0 0 0,-9 23 1 0 0,8-28-82 0 0,1 1 0 0 0,0 0 1 0 0,1 0-1 0 0,0 0 1 0 0,0 17-1 0 0,3-29-79 0 0,0 0 1 0 0,0 0 0 0 0,0 0-1 0 0,1 0 1 0 0,-1 0 0 0 0,1-1-1 0 0,-1 1 1 0 0,1 0-1 0 0,0 0 1 0 0,0 0 0 0 0,-1-1-1 0 0,1 1 1 0 0,0-1-1 0 0,1 1 1 0 0,-1 0 0 0 0,0-1-1 0 0,0 0 1 0 0,1 1-1 0 0,-1-1 1 0 0,0 0 0 0 0,1 0-1 0 0,0 0 1 0 0,-1 0-1 0 0,1 0 1 0 0,-1 0 0 0 0,1 0-1 0 0,2 1 1 0 0,1-1 14 0 0,0 1 0 0 0,1-1 1 0 0,-1 0-1 0 0,0 0 0 0 0,0-1 0 0 0,0 1 1 0 0,1-1-1 0 0,6-1 0 0 0,9-2 4 0 0,0-1 0 0 0,0-1 1 0 0,-1-1-1 0 0,1 0 0 0 0,-2-2 0 0 0,23-11 0 0 0,0-3-1 0 0,64-46 0 0 0,-58 32-48 0 0,-1-3 0 0 0,-2-1 0 0 0,-2-3 0 0 0,55-69 0 0 0,-49 46 52 0 0,-2-2 1 0 0,65-128-1 0 0,-75 120 257 0 0,-36 72-304 0 0,-7-2 0 0 0,1 7 5 0 0,1 0-1 0 0,0 0 1 0 0,-1 0-1 0 0,1 0 1 0 0,0 1-1 0 0,-1 0 0 0 0,1-1 1 0 0,0 2-1 0 0,0-1 1 0 0,0 0-1 0 0,-3 4 1 0 0,-4 1 1 0 0,-26 16 119 0 0,1 2 1 0 0,2 2 0 0 0,0 1-1 0 0,2 1 1 0 0,1 2-1 0 0,2 1 1 0 0,1 1 0 0 0,1 2-1 0 0,2 0 1 0 0,2 2 0 0 0,-21 44-1 0 0,38-69-78 0 0,0 1-1 0 0,2 0 1 0 0,-1 0 0 0 0,2 0-1 0 0,-1 1 1 0 0,-1 18-1 0 0,5-27-52 0 0,0 0-1 0 0,0 1 0 0 0,0-1 0 0 0,0 0 0 0 0,1 0 0 0 0,0 0 0 0 0,0-1 0 0 0,0 1 1 0 0,1 0-1 0 0,0 0 0 0 0,0-1 0 0 0,0 1 0 0 0,0-1 0 0 0,1 1 0 0 0,-1-1 1 0 0,1 0-1 0 0,0 0 0 0 0,1 0 0 0 0,-1 0 0 0 0,7 4 0 0 0,6 5-653 0 0,0-2 1 0 0,1 0-1 0 0,1-1 0 0 0,35 15 0 0 0,81 20-7152 0 0,-75-29 1122 0 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9:37.1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1 255 1072 0 0,'14'-27'3017'0'0,"-10"18"-2334"0"0,0 1 0 0 0,1-1 0 0 0,0 1 0 0 0,0 1 0 0 0,11-12 0 0 0,-11 13-460 0 0,-4 4-164 0 0,1 1-1 0 0,-1-1 1 0 0,1 0 0 0 0,0 0 0 0 0,0 1 0 0 0,-1-1-1 0 0,1 1 1 0 0,0-1 0 0 0,0 1 0 0 0,1 0 0 0 0,-1 0 0 0 0,0 0-1 0 0,0 0 1 0 0,1 0 0 0 0,-1 0 0 0 0,0 1 0 0 0,1-1-1 0 0,-1 1 1 0 0,0-1 0 0 0,4 1 0 0 0,-4 0-38 0 0,1 1 1 0 0,-1-1 0 0 0,1 1-1 0 0,-1 0 1 0 0,1-1-1 0 0,-1 1 1 0 0,0 0-1 0 0,1 0 1 0 0,-1 1 0 0 0,0-1-1 0 0,0 0 1 0 0,0 1-1 0 0,0 0 1 0 0,0-1 0 0 0,0 1-1 0 0,0 0 1 0 0,2 3-1 0 0,24 36 106 0 0,-27-39-131 0 0,24 44 208 0 0,-2 1-1 0 0,-3 1 0 0 0,25 86 1 0 0,-37-116 679 0 0,-6-17-554 0 0,-1 1 0 0 0,0 0 0 0 0,0 0 0 0 0,0 0 0 0 0,0 0-1 0 0,-1 1 1 0 0,1-1 0 0 0,-1 0 0 0 0,1 0 0 0 0,0 5 0 0 0,2-10 126 0 0,-3 3-442 0 0,1-1 1 0 0,-1 1 0 0 0,1 0-1 0 0,-1 0 1 0 0,1 0 0 0 0,-1 0-1 0 0,0 0 1 0 0,1-1-1 0 0,-1 1 1 0 0,0 0 0 0 0,1 0-1 0 0,-1-1 1 0 0,0 1 0 0 0,1 0-1 0 0,-1-1 1 0 0,0 1-1 0 0,1 0 1 0 0,-1-1 0 0 0,0 1-1 0 0,0 0 1 0 0,1-1 0 0 0,-1 1-1 0 0,0-1 1 0 0,26-66 492 0 0,72-167-165 0 0,-86 207-386 0 0,-5 9-114 0 0,2 0 0 0 0,21-33 0 0 0,-30 50 116 0 0,0 1-1 0 0,1-1 0 0 0,-1 1 1 0 0,0 0-1 0 0,1-1 0 0 0,-1 1 1 0 0,0 0-1 0 0,1-1 1 0 0,-1 1-1 0 0,0 0 0 0 0,1-1 1 0 0,-1 1-1 0 0,1 0 1 0 0,-1 0-1 0 0,1-1 0 0 0,-1 1 1 0 0,0 0-1 0 0,1 0 0 0 0,-1 0 1 0 0,1 0-1 0 0,-1 0 1 0 0,1 0-1 0 0,-1 0 0 0 0,1 0 1 0 0,-1 0-1 0 0,1 0 1 0 0,-1 0-1 0 0,1 0 0 0 0,-1 0 1 0 0,1 0-1 0 0,-1 0 0 0 0,1 0 1 0 0,-1 0-1 0 0,1 1 1 0 0,-1-1-1 0 0,0 0 0 0 0,1 0 1 0 0,-1 1-1 0 0,1-1 1 0 0,-1 0-1 0 0,0 1 0 0 0,1-1 1 0 0,-1 0-1 0 0,0 1 0 0 0,1-1 1 0 0,-1 0-1 0 0,0 1 1 0 0,1-1-1 0 0,-1 1 0 0 0,0-1 1 0 0,0 0-1 0 0,0 1 1 0 0,1-1-1 0 0,-1 1 0 0 0,0-1 1 0 0,0 1-1 0 0,13 33-1359 0 0,-12-28 987 0 0,3 4 76 0 0,1 6-637 0 0,1-1 0 0 0,13 25 0 0 0,-16-35 799 0 0,0 0 0 0 0,1-1 0 0 0,-1 1 0 0 0,1-1 1 0 0,0 0-1 0 0,0 0 0 0 0,0 0 0 0 0,1 0 0 0 0,-1-1 0 0 0,1 0 0 0 0,9 5 0 0 0,-7-4 166 0 0,0-1 1 0 0,-1 0 0 0 0,1 0 0 0 0,0-1-1 0 0,1 0 1 0 0,-1 0 0 0 0,0-1 0 0 0,0 0-1 0 0,1 0 1 0 0,-1 0 0 0 0,1-1 0 0 0,-1 0-1 0 0,0-1 1 0 0,1 0 0 0 0,-1 0 0 0 0,0 0-1 0 0,1-1 1 0 0,-1 0 0 0 0,0-1 0 0 0,0 1 0 0 0,12-8-1 0 0,-10 3 343 0 0,0 1 1 0 0,0-2-1 0 0,-1 1 0 0 0,0-1 0 0 0,0-1 0 0 0,-1 1 0 0 0,0-1 1 0 0,0 0-1 0 0,-1-1 0 0 0,-1 0 0 0 0,0 0 0 0 0,6-13 0 0 0,-11 21-280 0 0,1 1-1 0 0,-1 0 1 0 0,1-1-1 0 0,-1 1 1 0 0,0 0 0 0 0,0-1-1 0 0,1 1 1 0 0,-1-1-1 0 0,0 1 1 0 0,0-1-1 0 0,-1 1 1 0 0,1 0-1 0 0,0-1 1 0 0,0 1-1 0 0,-1-1 1 0 0,1 1-1 0 0,-1 0 1 0 0,1-1-1 0 0,-1 1 1 0 0,1 0 0 0 0,-1 0-1 0 0,0-1 1 0 0,-1 0-1 0 0,1 0 44 0 0,-17 6 43 0 0,10 0-121 0 0,1-1-1 0 0,-1 1 0 0 0,1 0 0 0 0,-1 0 0 0 0,1 1 0 0 0,-9 8 0 0 0,-38 39 5 0 0,34-31-12 0 0,-2 1-17 0 0,-24 32-1 0 0,40-46 11 0 0,1-1 0 0 0,0 1-1 0 0,0 0 1 0 0,1 0-1 0 0,0 0 1 0 0,0 0-1 0 0,1 1 1 0 0,-4 17-1 0 0,7-24 2 0 0,0 0-1 0 0,0-1 0 0 0,0 1 0 0 0,0 0 0 0 0,0 0 0 0 0,0-1 0 0 0,1 1 0 0 0,-1 0 0 0 0,1-1 0 0 0,-1 1 0 0 0,1 0 0 0 0,0-1 0 0 0,0 1 0 0 0,0-1 0 0 0,-1 1 0 0 0,2-1 0 0 0,-1 0 0 0 0,0 1 0 0 0,0-1 0 0 0,0 0 0 0 0,0 0 0 0 0,1 0 0 0 0,-1 0 0 0 0,1 0 1 0 0,-1 0-1 0 0,1 0 0 0 0,-1 0 0 0 0,1 0 0 0 0,-1-1 0 0 0,1 1 0 0 0,0-1 0 0 0,-1 1 0 0 0,4 0 0 0 0,3 1 0 0 0,0-1 0 0 0,1 1 0 0 0,-1-1 0 0 0,1-1 0 0 0,10 0 0 0 0,-7-1-4 0 0,0 0 0 0 0,0-1-1 0 0,-1 0 1 0 0,1-1 0 0 0,-1 0-1 0 0,1-1 1 0 0,-1 0 0 0 0,0-1-1 0 0,0 0 1 0 0,-1-1 0 0 0,15-10-1 0 0,-11 5 22 0 0,0-1-1 0 0,-1 0 0 0 0,-1-1 1 0 0,0 0-1 0 0,0-1 0 0 0,18-30 1 0 0,17-29 30 0 0,-46 72-72 0 0,-7 13-148 0 0,-4 8 132 0 0,-1 0 37 0 0,1 0 0 0 0,1 1 0 0 0,1 1 0 0 0,-9 36 0 0 0,16-56 3 0 0,1 0-1 0 0,0 0 1 0 0,-1-1-1 0 0,1 1 1 0 0,0 0-1 0 0,0 0 0 0 0,0 0 1 0 0,1-1-1 0 0,-1 1 1 0 0,0 0-1 0 0,1 0 1 0 0,-1 0-1 0 0,1-1 1 0 0,-1 1-1 0 0,1 0 1 0 0,0-1-1 0 0,0 1 1 0 0,0 0-1 0 0,0-1 1 0 0,0 0-1 0 0,0 1 1 0 0,0-1-1 0 0,1 1 1 0 0,-1-1-1 0 0,0 0 1 0 0,1 0-1 0 0,-1 0 0 0 0,1 0 1 0 0,-1 0-1 0 0,1 0 1 0 0,0 0-1 0 0,-1 0 1 0 0,1-1-1 0 0,0 1 1 0 0,0-1-1 0 0,-1 1 1 0 0,1-1-1 0 0,0 0 1 0 0,0 1-1 0 0,2-1 1 0 0,3 0 0 0 0,0 0 1 0 0,0 0-1 0 0,0 0 1 0 0,0-1-1 0 0,-1 0 1 0 0,1 0-1 0 0,0-1 1 0 0,-1 1-1 0 0,13-6 0 0 0,-6-1-11 0 0,1 1 0 0 0,-2-2 0 0 0,1 0 0 0 0,-1 0 0 0 0,-1-1 0 0 0,0-1 0 0 0,0 1 0 0 0,-1-2 0 0 0,0 0 0 0 0,-1 0 0 0 0,13-23 0 0 0,-3 0-49 0 0,-2-1-1 0 0,-2-1 1 0 0,14-48-1 0 0,-25 73 32 0 0,-1 0 0 0 0,0 0 0 0 0,-1 0 0 0 0,1-13-1 0 0,-3 24 8 0 0,-7-1 37 0 0,7 2-12 0 0,-1 0 0 0 0,1-1-1 0 0,-1 1 1 0 0,1 0 0 0 0,0 0 0 0 0,-1 0 0 0 0,1 0 0 0 0,-1-1 0 0 0,1 1 0 0 0,-1 0 0 0 0,1 0 0 0 0,0 0-1 0 0,-1 0 1 0 0,1 0 0 0 0,-1 0 0 0 0,1 0 0 0 0,-1 0 0 0 0,1 0 0 0 0,-1 0 0 0 0,1 0 0 0 0,0 1 0 0 0,-1-1-1 0 0,1 0 1 0 0,-1 0 0 0 0,1 0 0 0 0,-1 1 0 0 0,1-1 0 0 0,0 0 0 0 0,-1 0 0 0 0,1 1 0 0 0,0-1-1 0 0,-1 0 1 0 0,1 1 0 0 0,0-1 0 0 0,0 0 0 0 0,-1 1 0 0 0,1-1 0 0 0,-1 1 0 0 0,-1 3-6 0 0,-1 0 1 0 0,1 0-1 0 0,-1 0 1 0 0,1 0 0 0 0,1 0-1 0 0,-1 1 1 0 0,0-1-1 0 0,1 1 1 0 0,0-1-1 0 0,0 1 1 0 0,0-1-1 0 0,1 1 1 0 0,0 0 0 0 0,0-1-1 0 0,0 1 1 0 0,1 9-1 0 0,0-10 0 0 0,1 0-1 0 0,-1 0 1 0 0,0 0-1 0 0,1-1 1 0 0,0 1-1 0 0,0 0 1 0 0,0-1-1 0 0,0 1 1 0 0,1-1-1 0 0,0 0 1 0 0,-1 0-1 0 0,1 0 1 0 0,0 0-1 0 0,0-1 1 0 0,1 1-1 0 0,-1-1 0 0 0,0 1 1 0 0,1-1-1 0 0,0 0 1 0 0,5 2-1 0 0,1 0-3 0 0,1-1 0 0 0,1 0 0 0 0,-1 0 0 0 0,0-1 0 0 0,1-1 0 0 0,-1 0 0 0 0,1 0 0 0 0,0-1 0 0 0,20-3 0 0 0,-13 0 42 0 0,1 0-1 0 0,-1-2 0 0 0,1 0 0 0 0,33-15 1 0 0,-43 15 49 0 0,1-2 0 0 0,-1 1 0 0 0,0-1 0 0 0,0-1 1 0 0,-1 0-1 0 0,0 0 0 0 0,0-1 0 0 0,13-19 0 0 0,-20 27 62 0 0,-6 2-78 0 0,-4 4-58 0 0,1 0 1 0 0,-1 0-1 0 0,1 1 0 0 0,0 0 1 0 0,0 0-1 0 0,0 1 0 0 0,1 0 1 0 0,-7 9-1 0 0,-44 68-12 0 0,51-75 9 0 0,-15 24-4 0 0,-19 41 0 0 0,36-65 6 0 0,0 1 0 0 0,0 0 1 0 0,1 0-1 0 0,0 0 0 0 0,1 0 0 0 0,0 0 1 0 0,0 1-1 0 0,1-1 0 0 0,1 17 0 0 0,0-25-2 0 0,0 0 1 0 0,0 0-1 0 0,1 0 0 0 0,-1 1 0 0 0,1-1 0 0 0,0 0 1 0 0,-1 0-1 0 0,1 0 0 0 0,0 0 0 0 0,0 0 0 0 0,1 0 1 0 0,-1 0-1 0 0,0 0 0 0 0,1-1 0 0 0,-1 1 0 0 0,1 0 1 0 0,2 2-1 0 0,0-2 0 0 0,-1 0 0 0 0,0 0 0 0 0,0-1 0 0 0,1 1 0 0 0,-1-1 0 0 0,1 0-1 0 0,-1 0 1 0 0,1 0 0 0 0,7 1 0 0 0,0-1-2 0 0,0-1-1 0 0,1 0 1 0 0,-1-1-1 0 0,0 0 0 0 0,0-1 1 0 0,12-3-1 0 0,2-2-24 0 0,-1-1 0 0 0,1-2 0 0 0,-1 0 0 0 0,-1-1 0 0 0,0-2 0 0 0,27-18 0 0 0,-22 10 12 0 0,-1-2 0 0 0,0-1 0 0 0,-2 0 0 0 0,24-31 0 0 0,-41 46 23 0 0,10-13 82 0 0,0-2-1 0 0,20-33 0 0 0,-38 55-91 0 0,-16 22-97 0 0,4-3 135 0 0,1 0 1 0 0,0 1-1 0 0,2 0 1 0 0,0 1-1 0 0,1 0 1 0 0,0 0-1 0 0,2 1 0 0 0,0 0 1 0 0,2 0-1 0 0,0 0 1 0 0,-1 21-1 0 0,4-37-30 0 0,1 0 1 0 0,0 0-1 0 0,0-1 0 0 0,1 1 0 0 0,-1 0 0 0 0,1 0 1 0 0,-1 0-1 0 0,1-1 0 0 0,0 1 0 0 0,1-1 0 0 0,-1 1 1 0 0,1-1-1 0 0,-1 1 0 0 0,1-1 0 0 0,0 0 0 0 0,3 4 0 0 0,-2-4-30 0 0,-1-1-1 0 0,1 0 0 0 0,0 0 1 0 0,-1 0-1 0 0,1 0 0 0 0,0 0 1 0 0,0-1-1 0 0,0 1 0 0 0,0-1 1 0 0,0 0-1 0 0,1 0 0 0 0,-1 0 1 0 0,0 0-1 0 0,0-1 0 0 0,1 1 1 0 0,-1-1-1 0 0,7 0 0 0 0,-2-1-640 0 0,0 0-1 0 0,0 0 0 0 0,0-1 0 0 0,0 0 1 0 0,0 0-1 0 0,0-1 0 0 0,0 0 0 0 0,-1 0 1 0 0,1-1-1 0 0,13-9 0 0 0,4-1-3516 0 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9:37.3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26 2000 0 0,'-2'-2'373'0'0,"-1"-1"-1"0"0,0 1 0 0 0,0 0 0 0 0,1 0 1 0 0,-1 0-1 0 0,-1 0 0 0 0,1 0 1 0 0,0 1-1 0 0,0-1 0 0 0,-1 1 1 0 0,1 0-1 0 0,-1 0 0 0 0,-6-1 1 0 0,8 2-309 0 0,-1 0 0 0 0,1 0 0 0 0,-1 0 1 0 0,1 0-1 0 0,-1 1 0 0 0,1-1 0 0 0,-1 1 0 0 0,1-1 0 0 0,-1 1 1 0 0,1 0-1 0 0,0 0 0 0 0,0 0 0 0 0,-1 1 0 0 0,1-1 1 0 0,0 0-1 0 0,0 1 0 0 0,0 0 0 0 0,0-1 0 0 0,1 1 1 0 0,-4 3-1 0 0,1 0-143 0 0,1 0 0 0 0,0 0 0 0 0,0 0 0 0 0,0 0 0 0 0,1 0 0 0 0,0 0 0 0 0,-1 1 0 0 0,2-1 0 0 0,-1 1 0 0 0,-1 8 0 0 0,3-8-418 0 0,-1 0-1 0 0,1 0 1 0 0,0 0 0 0 0,0 0 0 0 0,1 0-1 0 0,1 7 1 0 0,1 2-1310 0 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9:37.9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256 30 1024 0 0,'3'0'3499'0'0,"8"-1"-2236"0"0,-8 0-202 0 0,0 1-65 0 0,0-1-957 0 0,-2 1 159 0 0,0 0-1 0 0,0 0 0 0 0,-1 0 0 0 0,1 0 1 0 0,0 0-1 0 0,0 0 0 0 0,0 0 1 0 0,0-1-1 0 0,0 1 0 0 0,0 0 0 0 0,0-1 1 0 0,0 1-1 0 0,0 0 0 0 0,-1-1 0 0 0,1 1 1 0 0,0-1-1 0 0,0 0 0 0 0,-1 1 1 0 0,1-1-1 0 0,0 0 0 0 0,-1 1 0 0 0,1-1 1 0 0,0 0-1 0 0,-1 0 0 0 0,1 1 0 0 0,-1-1 1 0 0,1 0-1 0 0,-1 0 0 0 0,0 0 0 0 0,1 0 1 0 0,-1 0-1 0 0,0 1 0 0 0,0-1 1 0 0,1 0-1 0 0,-1-2 0 0 0,-1 3-174 0 0,1-1 1 0 0,0 1-1 0 0,-1-1 1 0 0,1 1-1 0 0,0 0 0 0 0,-1-1 1 0 0,1 1-1 0 0,-1 0 1 0 0,1-1-1 0 0,0 1 0 0 0,-1 0 1 0 0,1 0-1 0 0,-1-1 0 0 0,1 1 1 0 0,-1 0-1 0 0,1 0 1 0 0,-1 0-1 0 0,1 0 0 0 0,-1-1 1 0 0,1 1-1 0 0,-1 0 0 0 0,1 0 1 0 0,-1 0-1 0 0,-1 1 1 0 0,-16 0 188 0 0,0 4-194 0 0,0 0 0 0 0,0 2 0 0 0,1 0 0 0 0,0 2 0 0 0,0-1-1 0 0,1 2 1 0 0,0 0 0 0 0,1 1 0 0 0,0 1 0 0 0,0 0 0 0 0,2 1-1 0 0,-1 0 1 0 0,2 1 0 0 0,-19 27 0 0 0,28-38-23 0 0,1 0 0 0 0,0 1 0 0 0,0-1 1 0 0,0 1-1 0 0,0 0 0 0 0,1 0 0 0 0,0 0 1 0 0,0-1-1 0 0,0 1 0 0 0,0 0 0 0 0,0 0 0 0 0,1 1 1 0 0,0-1-1 0 0,-1 0 0 0 0,2 5 0 0 0,0-7 5 0 0,-1 1-1 0 0,1-1 1 0 0,0 1-1 0 0,0-1 0 0 0,0 1 1 0 0,1-1-1 0 0,-1 0 1 0 0,1 1-1 0 0,-1-1 0 0 0,1 0 1 0 0,-1 0-1 0 0,1 0 1 0 0,0-1-1 0 0,0 1 0 0 0,0 0 1 0 0,0-1-1 0 0,1 1 1 0 0,-1-1-1 0 0,0 1 0 0 0,1-1 1 0 0,-1 0-1 0 0,1 0 1 0 0,4 1-1 0 0,-3-1 0 0 0,1 1 1 0 0,0-1-1 0 0,0 0 0 0 0,0-1 0 0 0,0 1 1 0 0,0-1-1 0 0,0 0 0 0 0,0 0 1 0 0,-1-1-1 0 0,1 1 0 0 0,0-1 0 0 0,0 0 1 0 0,9-3-1 0 0,-7 1-9 0 0,0-1 0 0 0,0 0 0 0 0,0 0 0 0 0,0 0 0 0 0,0-1 0 0 0,-1 0 0 0 0,11-10 0 0 0,-1-4 0 0 0,0 0 0 0 0,-2-1 0 0 0,0 0 0 0 0,17-33 0 0 0,-26 44 5 0 0,27-45-111 0 0,-31 53 64 0 0,-2 18-76 0 0,-1 1 95 0 0,-6 27-1 0 0,4-29 35 0 0,1 0-1 0 0,1-1 1 0 0,1 1-1 0 0,0 20 1 0 0,1-32-6 0 0,0 0 0 0 0,1 0 0 0 0,-1 0 0 0 0,1 0 0 0 0,0-1 0 0 0,0 1 0 0 0,0 0 0 0 0,1 0 0 0 0,-1-1 0 0 0,1 1 0 0 0,0 0 0 0 0,0-1 1 0 0,0 0-1 0 0,4 5 0 0 0,-3-6-92 0 0,0 0 0 0 0,0 1 0 0 0,0-1 1 0 0,0-1-1 0 0,0 1 0 0 0,0 0 0 0 0,1-1 0 0 0,-1 1 1 0 0,0-1-1 0 0,1 0 0 0 0,-1 0 0 0 0,1-1 0 0 0,0 1 1 0 0,-1-1-1 0 0,1 0 0 0 0,5 0 0 0 0,2-1-451 0 0,-1 0-1 0 0,1-1 1 0 0,-1 0-1 0 0,0-1 0 0 0,0 0 1 0 0,0-1-1 0 0,0 0 1 0 0,0 0-1 0 0,-1-1 0 0 0,0 0 1 0 0,0-1-1 0 0,0 0 1 0 0,-1-1-1 0 0,10-9 1 0 0,6-9-2553 0 0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9:38.8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52 189 1880 0 0,'53'-187'9572'0'0,"-53"185"-9463"0"0,-2 4-78 0 0,0-1 0 0 0,1 0 0 0 0,-1 1 0 0 0,1-1 0 0 0,0 1 0 0 0,-1 0 0 0 0,1 0 0 0 0,0-1 0 0 0,0 1 0 0 0,0 0 0 0 0,0 0 0 0 0,-1 3 0 0 0,1-2 20 0 0,-13 25 297 0 0,2 1 0 0 0,1 0-1 0 0,1 1 1 0 0,-9 46 0 0 0,11-32 24 0 0,2 1 0 0 0,0 69 1 0 0,6-86-290 0 0,1 0-1 0 0,6 30 1 0 0,-5-48-60 0 0,0 0 1 0 0,1 0-1 0 0,0-1 0 0 0,0 1 0 0 0,1-1 0 0 0,0 0 1 0 0,1 0-1 0 0,0 0 0 0 0,8 10 0 0 0,-12-17-16 0 0,0-1 0 0 0,0 1-1 0 0,0-1 1 0 0,0 1-1 0 0,1-1 1 0 0,-1 1-1 0 0,0-1 1 0 0,1 0 0 0 0,-1 0-1 0 0,1 0 1 0 0,0 0-1 0 0,-1 0 1 0 0,1 0-1 0 0,0 0 1 0 0,0 0 0 0 0,0-1-1 0 0,-1 1 1 0 0,1-1-1 0 0,0 1 1 0 0,0-1-1 0 0,0 0 1 0 0,0 0 0 0 0,0 0-1 0 0,0 0 1 0 0,0 0-1 0 0,0 0 1 0 0,-1 0-1 0 0,1-1 1 0 0,0 1 0 0 0,0-1-1 0 0,0 1 1 0 0,0-1-1 0 0,0 0 1 0 0,-1 0-1 0 0,3-1 1 0 0,0-1 4 0 0,0 0 0 0 0,0 0 0 0 0,0-1 0 0 0,-1 0 0 0 0,1 0 0 0 0,-1 0 0 0 0,0 0 0 0 0,0 0 0 0 0,0-1 0 0 0,-1 1 0 0 0,5-10 0 0 0,1-8 234 0 0,0 0-1 0 0,-2 0 1 0 0,0 0-1 0 0,-1-1 1 0 0,-2 0-1 0 0,0 0 1 0 0,-1-39-1 0 0,-2 61-285 0 0,3 1-163 0 0,52 10 94 0 0,-41-6 100 0 0,1-1 0 0 0,-1-1 0 0 0,22 1 1 0 0,-15-3 1 0 0,1 0 0 0 0,-1-2-1 0 0,0-1 1 0 0,0 0 0 0 0,0-2 0 0 0,0 0 0 0 0,-1-1 0 0 0,0-1 0 0 0,0-1 0 0 0,-1-1 0 0 0,0-1 0 0 0,0 0 0 0 0,-1-2 0 0 0,-1 0 0 0 0,29-25 0 0 0,-11 2-55 0 0,-1-2 1 0 0,-2-2-1 0 0,34-54 0 0 0,-65 91 17 0 0,-2 4-11 0 0,-10 7 63 0 0,1 2 0 0 0,1-1 0 0 0,0 1 0 0 0,-11 17 0 0 0,-28 53 91 0 0,45-76-95 0 0,-45 91 46 0 0,43-85-28 0 0,1 0 0 0 0,0 1 0 0 0,1-1 0 0 0,0 1 0 0 0,1 0 0 0 0,-1 22 0 0 0,3-31-13 0 0,0 0 0 0 0,0 0 1 0 0,1 1-1 0 0,-1-1 0 0 0,1 0 0 0 0,0 0 1 0 0,0 0-1 0 0,0 0 0 0 0,0 0 1 0 0,0 0-1 0 0,1 0 0 0 0,-1 0 1 0 0,1-1-1 0 0,0 1 0 0 0,0 0 1 0 0,0-1-1 0 0,3 3 0 0 0,-1-1-1 0 0,0-1 0 0 0,0 0 0 0 0,1 0-1 0 0,-1 0 1 0 0,1-1 0 0 0,0 0 0 0 0,0 0-1 0 0,0 0 1 0 0,8 2 0 0 0,5-1 4 0 0,1-1 0 0 0,-1 0 0 0 0,0-1 0 0 0,36-3 0 0 0,-24-1-10 0 0,0-2-1 0 0,0 0 1 0 0,-1-2 0 0 0,0-2 0 0 0,-1 0-1 0 0,0-2 1 0 0,0-1 0 0 0,34-20 0 0 0,-27 10 86 0 0,-1-1-1 0 0,-1-2 1 0 0,-1-2 0 0 0,-1 0 0 0 0,41-48 0 0 0,-65 61-4 0 0,-7 14-80 0 0,0-1 0 0 0,0 1 0 0 0,0 0-1 0 0,0 0 1 0 0,0-1 0 0 0,0 1 0 0 0,0 0 0 0 0,-1 0-1 0 0,1 0 1 0 0,0-1 0 0 0,0 1 0 0 0,0 0-1 0 0,-1 0 1 0 0,1 0 0 0 0,0-1 0 0 0,0 1 0 0 0,0 0-1 0 0,-1 0 1 0 0,1 0 0 0 0,0 0 0 0 0,0 0 0 0 0,-1 0-1 0 0,1 0 1 0 0,0-1 0 0 0,-1 1 0 0 0,1 0 0 0 0,0 0-1 0 0,0 0 1 0 0,-1 0 0 0 0,1 0 0 0 0,-1 0-1 0 0,-28 5 47 0 0,27-5-47 0 0,-20 7 90 0 0,0 0 0 0 0,1 1 0 0 0,0 1 0 0 0,1 1 0 0 0,0 1 1 0 0,1 1-1 0 0,0 0 0 0 0,0 2 0 0 0,-19 18 0 0 0,32-27-72 0 0,1 0-1 0 0,0 0 1 0 0,1 0-1 0 0,-1 1 0 0 0,1-1 1 0 0,0 1-1 0 0,0 0 1 0 0,1 0-1 0 0,0 1 1 0 0,0-1-1 0 0,0 0 1 0 0,1 1-1 0 0,-2 8 1 0 0,4-13-15 0 0,0 0 1 0 0,0 0 0 0 0,0-1 0 0 0,0 1-1 0 0,1 0 1 0 0,-1-1 0 0 0,1 1-1 0 0,-1 0 1 0 0,1-1 0 0 0,0 1-1 0 0,-1-1 1 0 0,1 1 0 0 0,0-1 0 0 0,0 1-1 0 0,0-1 1 0 0,0 1 0 0 0,0-1-1 0 0,1 0 1 0 0,-1 0 0 0 0,0 1-1 0 0,1-1 1 0 0,-1 0 0 0 0,1 0 0 0 0,1 1-1 0 0,5 2 3 0 0,-1 0 0 0 0,1-1 0 0 0,13 5 0 0 0,-13-5-2 0 0,33 9-293 0 0,0-2 0 0 0,0-2 0 0 0,50 4 1 0 0,-48-6-486 0 0,79 11-2149 0 0,31 4-4895 0 0,-114-16 3508 0 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9:41.0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266 590 1548 0 0,'0'0'11233'0'0,"8"-6"-8375"0"0,16-14-2313 0 0,0 0 0 0 0,49-28 0 0 0,-30 20-455 0 0,-22 15-94 0 0,216-152 168 0 0,-179 121-42 0 0,100-101 0 0 0,-154 140-132 0 0,1 0-1 0 0,-1 0 0 0 0,0 0 1 0 0,0 0-1 0 0,0-1 1 0 0,-1 1-1 0 0,0-1 0 0 0,0 0 1 0 0,-1 0-1 0 0,3-9 1 0 0,-5 14 5 0 0,0 0 0 0 0,0 0-1 0 0,0 0 1 0 0,0 0 0 0 0,0 0 0 0 0,0 0 0 0 0,0 0 0 0 0,-1 0 0 0 0,1 0 0 0 0,0 0 0 0 0,-1 0 0 0 0,1 0 0 0 0,-1 0 0 0 0,1 0 0 0 0,-1 0 0 0 0,1 0 0 0 0,-1 1 0 0 0,0-1 0 0 0,0 0 0 0 0,1 0 0 0 0,-1 1 0 0 0,0-1-1 0 0,0 0 1 0 0,0 1 0 0 0,1-1 0 0 0,-1 1 0 0 0,0-1 0 0 0,0 1 0 0 0,0 0 0 0 0,0-1 0 0 0,0 1 0 0 0,-1-1 0 0 0,-27-4-7 0 0,28 5 1 0 0,-7 0-8 0 0,1-1 1 0 0,-1 2-1 0 0,0-1 1 0 0,0 1-1 0 0,0 0 1 0 0,0 1-1 0 0,-12 4 1 0 0,-4 0-60 0 0,23-5 75 0 0,0-1-1 0 0,0 0 0 0 0,0 1 0 0 0,0-1 1 0 0,0 1-1 0 0,0-1 0 0 0,0 1 1 0 0,0-1-1 0 0,0 1 0 0 0,1-1 1 0 0,-1 1-1 0 0,0 0 0 0 0,0 0 1 0 0,1-1-1 0 0,-1 1 0 0 0,0 0 1 0 0,1 0-1 0 0,-1 0 0 0 0,1 0 0 0 0,-1 0 1 0 0,1 0-1 0 0,-1 0 0 0 0,1 0 1 0 0,0 0-1 0 0,-1 0 0 0 0,1 0 1 0 0,0 0-1 0 0,0 0 0 0 0,0 0 1 0 0,0 0-1 0 0,0 0 0 0 0,0 0 1 0 0,0 0-1 0 0,0 0 0 0 0,0 0 0 0 0,0 0 1 0 0,1 2-1 0 0,1 5-49 0 0,1 0 1 0 0,-1-1-1 0 0,8 15 0 0 0,-6-14 43 0 0,16 35-53 0 0,-8-18 55 0 0,14 36 1 0 0,-24-54 21 0 0,0 0-1 0 0,0 0 1 0 0,-1 0-1 0 0,0 1 1 0 0,0-1 0 0 0,-1 0-1 0 0,1 1 1 0 0,-2-1-1 0 0,1 0 1 0 0,-2 10-1 0 0,0-14 10 0 0,1 1-1 0 0,-1-1 1 0 0,1 0-1 0 0,-1 0 1 0 0,0 0-1 0 0,-1 0 1 0 0,1 0-1 0 0,0 0 1 0 0,-1 0-1 0 0,1-1 1 0 0,-1 1-1 0 0,0-1 1 0 0,0 0-1 0 0,0 0 1 0 0,0 0-1 0 0,0 0 1 0 0,-1 0-1 0 0,1-1 1 0 0,0 1-1 0 0,-1-1 1 0 0,-4 1-1 0 0,-8 3 17 0 0,-1-1 0 0 0,0-1 0 0 0,-21 2 1 0 0,-30 0-470 0 0,-117-6 1 0 0,-70-23-3558 0 0,251 24 3881 0 0,-101-13-3988 0 0,-1-3-2054 0 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9:48.5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69 668 0 0,'32'-42'8293'0'0,"-31"41"-7834"0"0,0 1-350 0 0,0 0 1 0 0,0-1 0 0 0,-1 1-1 0 0,1-1 1 0 0,0 1 0 0 0,0 0-1 0 0,-1-1 1 0 0,1 0 0 0 0,0 1-1 0 0,-1-1 1 0 0,1 1 0 0 0,-1-1-1 0 0,1 0 1 0 0,-1 1 0 0 0,1-1-1 0 0,0-1 1 0 0,13-14 808 0 0,-15 18-918 0 0,0-1 0 0 0,3 22 8 0 0,-46 314 982 0 0,5-64-591 0 0,38-237-63 0 0,16-43-292 0 0,-6-3-35 0 0,0 0 0 0 0,-1-1 1 0 0,-1 0-1 0 0,0 0 1 0 0,7-14-1 0 0,26-69 8 0 0,-12 28-6 0 0,-10 26-2 0 0,23-46-40 0 0,-40 85 29 0 0,-1 1 0 0 0,0-1 0 0 0,0 1 0 0 0,1-1 0 0 0,-1 1 0 0 0,0-1 0 0 0,1 1 0 0 0,-1-1 1 0 0,0 1-1 0 0,1-1 0 0 0,-1 1 0 0 0,1 0 0 0 0,-1-1 0 0 0,1 1 0 0 0,-1 0 0 0 0,1-1 0 0 0,-1 1 1 0 0,1 0-1 0 0,-1-1 0 0 0,1 1 0 0 0,-1 0 0 0 0,1 0 0 0 0,-1 0 0 0 0,1 0 0 0 0,0 0 0 0 0,-1 0 0 0 0,1-1 1 0 0,-1 1-1 0 0,1 0 0 0 0,0 1 0 0 0,1-1 1 0 0,-1 1 0 0 0,0 0 0 0 0,0-1 0 0 0,0 1 0 0 0,0 0 0 0 0,0 0 0 0 0,0 0 0 0 0,0 0 0 0 0,0-1-1 0 0,-1 2 1 0 0,1-1 0 0 0,0 0 0 0 0,0 1 0 0 0,16 38 13 0 0,-8-10 6 0 0,24 66-23 0 0,-28-84 18 0 0,1 0 0 0 0,0 0 0 0 0,0 0 0 0 0,2-1 0 0 0,11 16 0 0 0,-17-26-7 0 0,-1 1 0 0 0,0-1-1 0 0,1 1 1 0 0,0-1 0 0 0,-1 1 0 0 0,1-1 0 0 0,0 0 0 0 0,-1 0 0 0 0,1 1-1 0 0,0-1 1 0 0,0-1 0 0 0,0 1 0 0 0,0 0 0 0 0,0 0 0 0 0,0-1-1 0 0,0 1 1 0 0,0-1 0 0 0,0 0 0 0 0,1 1 0 0 0,-1-1 0 0 0,0 0-1 0 0,0 0 1 0 0,0-1 0 0 0,0 1 0 0 0,0 0 0 0 0,0-1 0 0 0,0 1-1 0 0,0-1 1 0 0,0 0 0 0 0,0 1 0 0 0,0-1 0 0 0,0 0 0 0 0,0 0 0 0 0,0-1-1 0 0,0 1 1 0 0,-1 0 0 0 0,1 0 0 0 0,0-1 0 0 0,1-1 0 0 0,2-2 2 0 0,-1 0 1 0 0,1 0-1 0 0,-1-1 1 0 0,0 1 0 0 0,0-1-1 0 0,0 0 1 0 0,-1 0-1 0 0,0 0 1 0 0,0 0-1 0 0,-1-1 1 0 0,2-7 0 0 0,0-6 3 0 0,-1-1 1 0 0,-1 1-1 0 0,-2-1 1 0 0,0-20-1 0 0,-13-82 87 0 0,13 121-98 0 0,-4-17 30 0 0,2-3-230 0 0,7 24 97 0 0,6 13 75 0 0,-7-8 26 0 0,1 0-1 0 0,0 0 1 0 0,0-1 0 0 0,1 0-1 0 0,0 0 1 0 0,0 0 0 0 0,0-1 0 0 0,1 0-1 0 0,14 9 1 0 0,-15-11 11 0 0,0-1 0 0 0,0 1 0 0 0,1-1 0 0 0,-1 0 0 0 0,1-1 0 0 0,-1 0-1 0 0,1 0 1 0 0,0 0 0 0 0,-1-1 0 0 0,1 0 0 0 0,0 0 0 0 0,12-2 0 0 0,-3-1 5 0 0,-1-1-1 0 0,1-1 1 0 0,-1 0 0 0 0,0-1-1 0 0,-1 0 1 0 0,21-13 0 0 0,-25 13 4 0 0,1 0 1 0 0,-1-2 0 0 0,-1 1 0 0 0,1-1 0 0 0,-2 0-1 0 0,1-1 1 0 0,-1 0 0 0 0,14-19 0 0 0,-19 22-8 0 0,0-1-9 0 0,-2-1-4 0 0,-1 6 8 0 0,-3 4 2 0 0,-5 2-17 0 0,1-1 1 0 0,0 2-1 0 0,0-1 0 0 0,1 1 0 0 0,-1 0 0 0 0,1 1 0 0 0,0-1 0 0 0,-9 13 0 0 0,-44 61 232 0 0,43-55-39 0 0,6-9-84 0 0,-47 74 305 0 0,52-81-366 0 0,1 0 0 0 0,0 1 0 0 0,1-1 0 0 0,0 1 0 0 0,0 0 0 0 0,1 0 0 0 0,0 0 0 0 0,-1 19 0 0 0,3-26-29 0 0,0 0-1 0 0,0 0 1 0 0,0 1-1 0 0,1-1 0 0 0,-1 0 1 0 0,0 0-1 0 0,1 0 1 0 0,0 0-1 0 0,-1 0 1 0 0,1 0-1 0 0,0 0 1 0 0,0 0-1 0 0,0 0 1 0 0,0 0-1 0 0,1-1 0 0 0,-1 1 1 0 0,0 0-1 0 0,1-1 1 0 0,-1 1-1 0 0,3 1 1 0 0,0-1 1 0 0,-1 0 1 0 0,0 0 0 0 0,1 0 0 0 0,0-1-1 0 0,-1 0 1 0 0,1 1 0 0 0,0-1 0 0 0,0 0-1 0 0,0-1 1 0 0,5 1 0 0 0,8-1-47 0 0,1 0-1 0 0,-1-1 1 0 0,33-7 0 0 0,-49 8 27 0 0,26-5-1646 0 0,44-16 0 0 0,-9-6-4350 0 0,-31 10 1596 0 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9:49.7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1 214 652 0 0,'0'0'5797'0'0,"0"-7"-3546"0"0,0 10-2156 0 0,1-1-1 0 0,-1 1 1 0 0,1 0-1 0 0,-1 0 0 0 0,1 0 1 0 0,0-1-1 0 0,0 1 1 0 0,1 0-1 0 0,1 2 1 0 0,-2-3-47 0 0,0-1 0 0 0,-1 1 0 0 0,1-1 0 0 0,1 1 0 0 0,-1-1 0 0 0,0 0 0 0 0,0 0 0 0 0,0 1 0 0 0,1-1 0 0 0,-1 0 0 0 0,1 0 0 0 0,-1 0 0 0 0,1-1 0 0 0,-1 1 0 0 0,1 0 0 0 0,-1 0 0 0 0,1-1 0 0 0,0 1 0 0 0,2 0 0 0 0,0-1-27 0 0,0 0 1 0 0,0 1-1 0 0,0-1 0 0 0,-1-1 1 0 0,1 1-1 0 0,0 0 1 0 0,0-1-1 0 0,0 0 0 0 0,-1 0 1 0 0,1 0-1 0 0,0 0 0 0 0,-1-1 1 0 0,1 0-1 0 0,4-2 1 0 0,5-3 4 0 0,1 2 6 0 0,-2 0 1 0 0,1-1 0 0 0,0-1-1 0 0,-1 0 1 0 0,0 0-1 0 0,-1-2 1 0 0,0 1 0 0 0,0-1-1 0 0,-1-1 1 0 0,0 0 0 0 0,-1 0-1 0 0,0-1 1 0 0,0 0-1 0 0,-1-1 1 0 0,-1 0 0 0 0,11-21-1 0 0,-17 30-180 0 0,-1 0-1 0 0,1 0 0 0 0,-1 0 1 0 0,0 0-1 0 0,0 0 1 0 0,0 0-1 0 0,0-1 0 0 0,0 1 1 0 0,-1 0-1 0 0,1 0 0 0 0,-1 0 1 0 0,0 0-1 0 0,0 0 0 0 0,0 0 1 0 0,0 0-1 0 0,-3-4 0 0 0,3 6-271 0 0,-14-8-5735 0 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9:50.8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315 203 932 0 0,'0'0'2374'0'0,"-14"-24"2126"0"0,13 17-4280 0 0,0 0 0 0 0,1 0 0 0 0,-1 0 0 0 0,1 0 0 0 0,1-8 0 0 0,0 13-202 0 0,-3-22 448 0 0,2 7-88 0 0,0 15-308 0 0,-9-29 400 0 0,-7-5-94 0 0,15 34-336 0 0,-5-7 26 0 0,3 8-66 0 0,1 0 1 0 0,-1 0 0 0 0,1 0 0 0 0,-1 1 0 0 0,0-1 0 0 0,1 1-1 0 0,-1-1 1 0 0,0 1 0 0 0,1 0 0 0 0,-1 0 0 0 0,0 0-1 0 0,1 1 1 0 0,-1-1 0 0 0,0 1 0 0 0,1-1 0 0 0,-1 1-1 0 0,1 0 1 0 0,-1 0 0 0 0,1 0 0 0 0,-1 0 0 0 0,1 0-1 0 0,0 1 1 0 0,-1-1 0 0 0,1 1 0 0 0,0 0 0 0 0,-3 2-1 0 0,-8 8-1 0 0,0 0 0 0 0,-22 28 0 0 0,25-28 2 0 0,-7 10-184 0 0,0 1 0 0 0,1 0 0 0 0,-16 33 0 0 0,21-35-1597 0 0,2 1 0 0 0,-8 26 1 0 0,13-32-775 0 0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9:52.0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139 1082 224 0 0,'-47'11'6833'0'0,"46"-10"-6609"0"0,-11 9 467 0 0,6-1-3 0 0,6-9-666 0 0,0 0 0 0 0,0 0-1 0 0,0 0 1 0 0,0 0 0 0 0,0 0 0 0 0,0 0 0 0 0,0 0 0 0 0,0 0 0 0 0,0 0 0 0 0,0 0 0 0 0,0 0-1 0 0,0 0 1 0 0,0 0 0 0 0,0 0 0 0 0,0 0 0 0 0,0 0 0 0 0,0 1 0 0 0,0-1 0 0 0,-1 0 0 0 0,1 0-1 0 0,0 0 1 0 0,0 0 0 0 0,0 0 0 0 0,0 0 0 0 0,0 0 0 0 0,0 0 0 0 0,0 0 0 0 0,0 0 0 0 0,0 0-1 0 0,0 0 1 0 0,0 1 0 0 0,0-1 0 0 0,1 0 0 0 0,-1 0 0 0 0,0 0 0 0 0,0 0 0 0 0,0 0 0 0 0,0 0-1 0 0,0 0 1 0 0,0 0 0 0 0,0 0 0 0 0,0 0 0 0 0,0 0 0 0 0,0 0 0 0 0,0 0 0 0 0,0 0 0 0 0,0 1-1 0 0,0-1 1 0 0,0 0 0 0 0,0 0 0 0 0,0 0 0 0 0,0 0 0 0 0,1 0 0 0 0,-1 0 0 0 0,0 0 0 0 0,0 0-1 0 0,0 0 1 0 0,0 0 0 0 0,0 0 0 0 0,0 0 0 0 0,0 0 0 0 0,0 0 0 0 0,0 0 0 0 0,0 0 0 0 0,0 0-1 0 0,1 0 1 0 0,3-2 31 0 0,1 0 0 0 0,0 0 0 0 0,0 0 0 0 0,-1-1-1 0 0,1 1 1 0 0,-1-1 0 0 0,0 0 0 0 0,7-7 0 0 0,35-35 155 0 0,-38 36-167 0 0,25-28-28 0 0,-2 0-1 0 0,-1-3 1 0 0,-3 0 0 0 0,-1-2-1 0 0,-2-1 1 0 0,-2-1 0 0 0,-2 0-1 0 0,18-59 1 0 0,-16 28 0 0 0,-3 0 0 0 0,-4-1 0 0 0,-3-1 0 0 0,3-115 0 0 0,-10 94-61 0 0,-7 89 34 0 0,-4 11 4 0 0,-4 14-16 0 0,-3 20 55 0 0,1 1 1 0 0,-11 60-1 0 0,-3 81 165 0 0,22-141-174 0 0,-72 801 283 0 0,47-462-7 0 0,16-196-288 0 0,-44 354 265 0 0,53-511-269 0 0,3-13 130 0 0,0-1 1 0 0,-1 1 0 0 0,0 0 0 0 0,-1-1 0 0 0,0 1 0 0 0,0-1 0 0 0,-1 0-1 0 0,-9 15 1 0 0,13-23-123 0 0,-1 0-1 0 0,0 0 1 0 0,0-1 0 0 0,1 1-1 0 0,-1-1 1 0 0,0 1 0 0 0,0 0-1 0 0,0-1 1 0 0,0 1 0 0 0,0-1-1 0 0,0 0 1 0 0,0 1-1 0 0,0-1 1 0 0,0 0 0 0 0,0 0-1 0 0,0 1 1 0 0,0-1 0 0 0,0 0-1 0 0,0 0 1 0 0,0 0 0 0 0,0 0-1 0 0,0-1 1 0 0,0 1-1 0 0,0 0 1 0 0,0 0 0 0 0,0 0-1 0 0,0-1 1 0 0,0 1 0 0 0,-2-1-1 0 0,0-1 3 0 0,-1 0-1 0 0,1 0 1 0 0,0 0-1 0 0,0 0 1 0 0,0 0-1 0 0,-5-5 1 0 0,-1-3-9 0 0,0 0 1 0 0,1-1-1 0 0,1-1 0 0 0,0 1 1 0 0,0-1-1 0 0,1 0 1 0 0,-5-14-1 0 0,-26-91 29 0 0,22 55-62 0 0,2 0 0 0 0,4-1 0 0 0,2 0 0 0 0,2 0 0 0 0,4 0-1 0 0,2 0 1 0 0,18-112 0 0 0,-10 123 6 0 0,2 0 0 0 0,3 0 0 0 0,2 1 0 0 0,2 1 0 0 0,2 1 0 0 0,2 1 0 0 0,3 0 0 0 0,2 2 0 0 0,50-68 0 0 0,-64 98 15 0 0,1 1 1 0 0,0-1 0 0 0,1 2 0 0 0,0 0 0 0 0,1 1 0 0 0,1 1 0 0 0,34-20 0 0 0,-44 29-4 0 0,0-1 0 0 0,0 1 0 0 0,0 1-1 0 0,0-1 1 0 0,1 1 0 0 0,-1 1 0 0 0,1-1 0 0 0,-1 1 0 0 0,1 1 0 0 0,0-1 0 0 0,-1 1 0 0 0,1 0-1 0 0,0 1 1 0 0,-1 0 0 0 0,1 0 0 0 0,-1 1 0 0 0,1 0 0 0 0,-1 0 0 0 0,0 1 0 0 0,0 0 0 0 0,0 0 0 0 0,0 0-1 0 0,0 1 1 0 0,7 5 0 0 0,-8-4 5 0 0,0 0-1 0 0,0 0 1 0 0,-1 0-1 0 0,1 0 1 0 0,-1 1-1 0 0,-1 0 1 0 0,1 0-1 0 0,-1 0 1 0 0,0 1-1 0 0,0-1 1 0 0,-1 1-1 0 0,1 0 1 0 0,-2 0-1 0 0,1 0 1 0 0,-1 1-1 0 0,0-1 1 0 0,0 0-1 0 0,-1 1 1 0 0,0-1-1 0 0,-1 1 1 0 0,0 8-1 0 0,0-5 29 0 0,-2-1 0 0 0,1 0 1 0 0,-1 0-1 0 0,-1 0 0 0 0,0 0 0 0 0,0 0 0 0 0,-1-1 0 0 0,-1 1 0 0 0,1-1 0 0 0,-1 0 0 0 0,-1 0 0 0 0,0-1 1 0 0,0 0-1 0 0,0 0 0 0 0,-9 8 0 0 0,9-10 83 0 0,-1 0 0 0 0,0 0 1 0 0,0-1-1 0 0,-1 1 0 0 0,1-2 0 0 0,-1 1 1 0 0,0-1-1 0 0,0 0 0 0 0,0-1 0 0 0,-1 0 0 0 0,-15 3 1 0 0,12-4-43 0 0,0 0 0 0 0,-1-1 0 0 0,1-1 0 0 0,-1 0 1 0 0,1-1-1 0 0,0-1 0 0 0,-23-5 0 0 0,19 5-53 0 0,10 1-10 0 0,1 0 0 0 0,0 0 0 0 0,0-1 1 0 0,0 0-1 0 0,0 1 0 0 0,1-2 0 0 0,-1 1 0 0 0,0 0 0 0 0,1-1 0 0 0,-8-6 0 0 0,12 9-35 0 0,-1-1-1 0 0,0 1 1 0 0,0-1 0 0 0,1 1 0 0 0,-1-1-1 0 0,0 1 1 0 0,1-1 0 0 0,-1 0 0 0 0,0 0 0 0 0,1 1-1 0 0,-1-1 1 0 0,1 0 0 0 0,-1 0 0 0 0,1 1-1 0 0,0-1 1 0 0,-1 0 0 0 0,1 0 0 0 0,0 0 0 0 0,0 0-1 0 0,-1 0 1 0 0,1 1 0 0 0,0-1 0 0 0,0 0-1 0 0,0 0 1 0 0,0 0 0 0 0,0 0 0 0 0,0 0 0 0 0,0 0-1 0 0,0 0 1 0 0,1 0 0 0 0,-1 0 0 0 0,0 1 0 0 0,1-1-1 0 0,-1 0 1 0 0,0 0 0 0 0,1 0 0 0 0,-1 1-1 0 0,1-1 1 0 0,-1 0 0 0 0,1 0 0 0 0,-1 1 0 0 0,1-1-1 0 0,0 0 1 0 0,-1 1 0 0 0,1-1 0 0 0,0 1-1 0 0,1-2 1 0 0,2-1-411 0 0,1-1 0 0 0,0 0 0 0 0,0 1 0 0 0,0 0 0 0 0,0 0 0 0 0,7-2 0 0 0,23-10-3869 0 0,-18 8 625 0 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9:52.7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14 203 1784 0 0,'-3'-6'2262'0'0,"0"0"-1"0"0,1-1 1 0 0,-4-11-1 0 0,10 19-2251 0 0,0 1 1 0 0,-1 0-1 0 0,0 0 0 0 0,1 0 0 0 0,-1 1 0 0 0,0-1 0 0 0,0 1 0 0 0,0 0 0 0 0,0-1 0 0 0,-1 1 0 0 0,5 6 0 0 0,26 44 147 0 0,-27-43-101 0 0,0 1 49 0 0,-1 0-1 0 0,0 1 0 0 0,-1-1 0 0 0,-1 1 1 0 0,1 0-1 0 0,-2 1 0 0 0,0-1 1 0 0,0 0-1 0 0,-1 1 0 0 0,-1-1 0 0 0,0 1 1 0 0,0-1-1 0 0,-1 1 0 0 0,-6 23 1 0 0,7-33 104 0 0,-1 1 0 0 0,1-1 0 0 0,-1 1 1 0 0,0-1-1 0 0,0 1 0 0 0,0-1 1 0 0,-1 0-1 0 0,1 0 0 0 0,-1 0 0 0 0,-2 5 1 0 0,2-7-104 0 0,-11-24 154 0 0,12 10-241 0 0,-1 0 0 0 0,2 1 0 0 0,0-1 0 0 0,0 0 1 0 0,2 0-1 0 0,-1 0 0 0 0,6-19 0 0 0,-1 11-12 0 0,1 0-1 0 0,0 0 1 0 0,17-30-1 0 0,-21 46-9 0 0,0 0 0 0 0,0 0-1 0 0,1 1 1 0 0,0-1 0 0 0,0 1 0 0 0,0 0-1 0 0,0 0 1 0 0,0 0 0 0 0,1 1-1 0 0,0-1 1 0 0,0 1 0 0 0,0 0 0 0 0,0 1-1 0 0,0-1 1 0 0,10-2 0 0 0,-12 4-4 0 0,1 0 1 0 0,-1 0-1 0 0,1 0 0 0 0,0 1 1 0 0,-1-1-1 0 0,1 1 0 0 0,0 0 1 0 0,-1 0-1 0 0,1 1 1 0 0,0-1-1 0 0,-1 1 0 0 0,1-1 1 0 0,-1 1-1 0 0,1 0 0 0 0,-1 1 1 0 0,1-1-1 0 0,-1 0 0 0 0,0 1 1 0 0,1 0-1 0 0,-1 0 1 0 0,0 0-1 0 0,0 0 0 0 0,-1 0 1 0 0,6 6-1 0 0,-1 2-2 0 0,0 0 0 0 0,-1 0 1 0 0,0 0-1 0 0,-1 1 0 0 0,0 0 0 0 0,-1 0 0 0 0,4 14 1 0 0,15 35-11 0 0,-22-57 20 0 0,1-1 0 0 0,-1 1-1 0 0,1-1 1 0 0,0 1 0 0 0,0-1 0 0 0,0 1-1 0 0,0-1 1 0 0,0 0 0 0 0,0 0-1 0 0,1 0 1 0 0,-1 0 0 0 0,1-1-1 0 0,-1 1 1 0 0,1-1 0 0 0,0 1-1 0 0,0-1 1 0 0,-1 0 0 0 0,1 0 0 0 0,0 0-1 0 0,0-1 1 0 0,0 1 0 0 0,0 0-1 0 0,0-1 1 0 0,0 0 0 0 0,0 0-1 0 0,0 0 1 0 0,0 0 0 0 0,0-1-1 0 0,0 1 1 0 0,0-1 0 0 0,0 1-1 0 0,5-3 1 0 0,-1 1 0 0 0,1-1 0 0 0,0 0-1 0 0,-1-1 1 0 0,0 0-1 0 0,0 0 1 0 0,0 0 0 0 0,0-1-1 0 0,-1 0 1 0 0,0 0 0 0 0,0-1-1 0 0,6-6 1 0 0,-3 0 10 0 0,-1 0 0 0 0,0-1 0 0 0,0 0 1 0 0,-1 0-1 0 0,-1 0 0 0 0,0-1 0 0 0,-1 0 0 0 0,6-25 0 0 0,-9 29-6 0 0,0 0-1 0 0,-1 1 0 0 0,0-1 0 0 0,-1 0 1 0 0,0 0-1 0 0,0 0 0 0 0,-1 0 1 0 0,0 0-1 0 0,-1 0 0 0 0,0 0 1 0 0,-1 1-1 0 0,0-1 0 0 0,0 1 0 0 0,-5-10 1 0 0,6 15-4 0 0,0 1 1 0 0,-1 0-1 0 0,1 0 1 0 0,-1 0 0 0 0,0 0-1 0 0,0 0 1 0 0,0 0-1 0 0,0 0 1 0 0,0 1-1 0 0,-1 0 1 0 0,1 0 0 0 0,-1 0-1 0 0,-6-3 1 0 0,6 4-3 0 0,0 0 0 0 0,0 0-1 0 0,0 0 1 0 0,0 0 0 0 0,0 0 0 0 0,0 1 0 0 0,-1 0 0 0 0,1 0 0 0 0,0 0 0 0 0,0 1 0 0 0,0-1 0 0 0,-1 1-1 0 0,1 0 1 0 0,0 0 0 0 0,0 0 0 0 0,0 1 0 0 0,1-1 0 0 0,-1 1 0 0 0,-4 3 0 0 0,-1 0-4 0 0,2 1 1 0 0,-1 0 0 0 0,1 1-1 0 0,0 0 1 0 0,-11 13 0 0 0,14-14-89 0 0,-1 0 1 0 0,1 0 0 0 0,0 0 0 0 0,1 1-1 0 0,0-1 1 0 0,0 1 0 0 0,0 0 0 0 0,1-1-1 0 0,0 1 1 0 0,0 1 0 0 0,0-1-1 0 0,0 8 1 0 0,2-12-217 0 0,0 1 0 0 0,0-1 0 0 0,0 1 0 0 0,1-1 0 0 0,-1 1 0 0 0,1-1 0 0 0,0 1 0 0 0,0-1 0 0 0,0 1 0 0 0,0-1 0 0 0,0 0-1 0 0,1 0 1 0 0,0 0 0 0 0,0 0 0 0 0,0 0 0 0 0,0 0 0 0 0,0 0 0 0 0,0 0 0 0 0,1-1 0 0 0,-1 1 0 0 0,1-1 0 0 0,0 0 0 0 0,0 0 0 0 0,-1 0 0 0 0,1 0 0 0 0,5 2 0 0 0,7 3-3182 0 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9:53.0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224 40 968 0 0,'0'0'164'0'0,"0"-24"4940"0"0,0 23-4996 0 0,0 1-1 0 0,0-1 1 0 0,0 0-1 0 0,0 1 1 0 0,0-1-1 0 0,0 1 1 0 0,0-1-1 0 0,0 0 1 0 0,0 1-1 0 0,-1-1 1 0 0,1 1-1 0 0,0-1 1 0 0,-1 0-1 0 0,1 1 1 0 0,0-1-1 0 0,-1 1 1 0 0,1-1-1 0 0,-1 1 1 0 0,1-1-1 0 0,0 1 0 0 0,-1 0 1 0 0,1-1-1 0 0,-1 1 1 0 0,1 0-1 0 0,-1-1 1 0 0,0 1-1 0 0,1 0 1 0 0,-1-1-1 0 0,1 1 1 0 0,-1 0-1 0 0,0 0 1 0 0,1 0-1 0 0,-1 0 1 0 0,1-1-1 0 0,-1 1 1 0 0,0 0-1 0 0,0 0 1 0 0,-6 2 98 0 0,1 0 0 0 0,0 0 0 0 0,-1 0 0 0 0,1 1 0 0 0,0-1 0 0 0,1 2-1 0 0,-1-1 1 0 0,0 1 0 0 0,1-1 0 0 0,0 2 0 0 0,0-1 0 0 0,-6 7 0 0 0,-10 10 474 0 0,-24 33-1 0 0,37-44-616 0 0,1 0 0 0 0,0 1 0 0 0,1 0-1 0 0,0 0 1 0 0,1 0 0 0 0,0 0 0 0 0,1 1 0 0 0,0 0-1 0 0,-3 15 1 0 0,6-23-54 0 0,1 0-1 0 0,-1 0 1 0 0,1 1-1 0 0,0-1 1 0 0,0 0 0 0 0,0 1-1 0 0,1-1 1 0 0,0 0 0 0 0,-1 0-1 0 0,1 0 1 0 0,1 0-1 0 0,-1 0 1 0 0,1 0 0 0 0,-1 0-1 0 0,1 0 1 0 0,0 0-1 0 0,1 0 1 0 0,-1-1 0 0 0,1 0-1 0 0,-1 1 1 0 0,1-1 0 0 0,0 0-1 0 0,0 0 1 0 0,1 0-1 0 0,-1-1 1 0 0,0 1 0 0 0,1-1-1 0 0,0 0 1 0 0,-1 1-1 0 0,5 0 1 0 0,2 1-178 0 0,0-1 0 0 0,0 0 0 0 0,0-1 0 0 0,0 0-1 0 0,0 0 1 0 0,1-1 0 0 0,-1 0 0 0 0,0-1 0 0 0,1 0 0 0 0,-1-1 0 0 0,11-2-1 0 0,1-1-1300 0 0,-1-1 0 0 0,1 0 0 0 0,-1-2 0 0 0,23-10 0 0 0,-17 5-1998 0 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9:53.5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145 127 624 0 0,'-10'-20'7037'0'0,"9"19"-6939"0"0,0 1-1 0 0,1-1 1 0 0,-1 0 0 0 0,0 1 0 0 0,0-1 0 0 0,0 1 0 0 0,0 0-1 0 0,0-1 1 0 0,0 1 0 0 0,0 0 0 0 0,0-1 0 0 0,0 1 0 0 0,0 0-1 0 0,0 0 1 0 0,0 0 0 0 0,0 0 0 0 0,0 0 0 0 0,0 0 0 0 0,0 0 0 0 0,0 0-1 0 0,0 0 1 0 0,0 1 0 0 0,0-1 0 0 0,0 0 0 0 0,0 1 0 0 0,0-1-1 0 0,0 0 1 0 0,0 1 0 0 0,0 0 0 0 0,1-1 0 0 0,-1 1 0 0 0,0-1 0 0 0,0 1-1 0 0,0 0 1 0 0,0 1 0 0 0,-2-1-57 0 0,1 1 0 0 0,0-1 0 0 0,0 1 0 0 0,0 0 0 0 0,1 0 0 0 0,-1 0 0 0 0,0 0 1 0 0,1 0-1 0 0,-1 0 0 0 0,1 0 0 0 0,-1 1 0 0 0,1-1 0 0 0,0 0 0 0 0,0 1 0 0 0,0-1 0 0 0,1 1 0 0 0,-1-1 0 0 0,0 1 0 0 0,1 0 0 0 0,0-1 0 0 0,0 1 0 0 0,-1 0 1 0 0,2-1-1 0 0,-1 1 0 0 0,0-1 0 0 0,1 6 0 0 0,0-7-30 0 0,0 0 1 0 0,0 0 0 0 0,-1 0-1 0 0,1 0 1 0 0,0 0-1 0 0,0 0 1 0 0,0 0 0 0 0,0 0-1 0 0,1-1 1 0 0,-1 1-1 0 0,0 0 1 0 0,0-1-1 0 0,0 1 1 0 0,0 0 0 0 0,1-1-1 0 0,-1 0 1 0 0,0 1-1 0 0,1-1 1 0 0,-1 0 0 0 0,0 1-1 0 0,1-1 1 0 0,-1 0-1 0 0,0 0 1 0 0,1 0 0 0 0,-1 0-1 0 0,3-1 1 0 0,35-7 75 0 0,-32 6-79 0 0,0-1-1 0 0,0 0 1 0 0,0 0-1 0 0,-1-1 0 0 0,0 0 1 0 0,0 0-1 0 0,0 0 0 0 0,0-1 1 0 0,10-11-1 0 0,-13 13-7 0 0,0-1 1 0 0,0 1 0 0 0,0-1-1 0 0,0 0 1 0 0,-1-1-1 0 0,0 1 1 0 0,0 0-1 0 0,0-1 1 0 0,0 1-1 0 0,-1-1 1 0 0,0 1-1 0 0,1-1 1 0 0,-2 0-1 0 0,1 1 1 0 0,0-1-1 0 0,-1 0 1 0 0,0-6-1 0 0,0 9 1 0 0,0 0 0 0 0,0 0 0 0 0,0 0 1 0 0,-1 0-1 0 0,1-1 0 0 0,0 1 0 0 0,-1 0 0 0 0,1 0 0 0 0,-1 0 0 0 0,0 0 0 0 0,0 0 0 0 0,0 0 0 0 0,0 0 1 0 0,0 0-1 0 0,-2-2 0 0 0,0 0 1 0 0,2 3-2 0 0,1 0-1 0 0,0 1 1 0 0,-1-1-1 0 0,1 1 1 0 0,-1-1 0 0 0,1 1-1 0 0,0-1 1 0 0,-1 1-1 0 0,0-1 1 0 0,1 1-1 0 0,-1-1 1 0 0,1 1 0 0 0,-1 0-1 0 0,1-1 1 0 0,-1 1-1 0 0,0 0 1 0 0,1-1-1 0 0,-1 1 1 0 0,0 0-1 0 0,0 0 1 0 0,1 0 0 0 0,-2 0-1 0 0,-1-1 1 0 0,0 1-1 0 0,1 0 0 0 0,-1 0 1 0 0,0 0-1 0 0,1 1 0 0 0,-1-1 1 0 0,0 0-1 0 0,1 1 0 0 0,-1 0 1 0 0,1 0-1 0 0,-1 0 0 0 0,1 0 1 0 0,-1 0-1 0 0,1 0 0 0 0,0 1 1 0 0,-1-1-1 0 0,1 1 0 0 0,0-1 1 0 0,0 1-1 0 0,-3 3 0 0 0,-1 1 15 0 0,-12 10 152 0 0,0 0 0 0 0,2 1 0 0 0,0 1 0 0 0,2 1 0 0 0,-1 0 0 0 0,2 1 0 0 0,1 0 0 0 0,1 1 0 0 0,-11 25 0 0 0,21-42-152 0 0,0-1-1 0 0,-1 1 1 0 0,1 0-1 0 0,0-1 0 0 0,1 1 1 0 0,-1 0-1 0 0,1 0 1 0 0,-1 0-1 0 0,1-1 0 0 0,0 1 1 0 0,1 0-1 0 0,-1 0 1 0 0,1 0-1 0 0,0-1 1 0 0,-1 1-1 0 0,3 5 0 0 0,-1-6-14 0 0,-1-1 0 0 0,1 1 0 0 0,0-1 0 0 0,0 1 0 0 0,-1-1 0 0 0,2 0 0 0 0,-1 0 0 0 0,0 0 0 0 0,0 0 0 0 0,1 0 0 0 0,-1 0 0 0 0,1-1 0 0 0,-1 1 0 0 0,1-1 0 0 0,0 0 0 0 0,-1 1 0 0 0,1-1 0 0 0,0-1 0 0 0,0 1 0 0 0,0 0 0 0 0,4 0 0 0 0,8 0-832 0 0,0-1 0 0 0,0 0 0 0 0,0-1 0 0 0,0-1 0 0 0,0 0 0 0 0,0-1 1 0 0,0-1-1 0 0,-1 0 0 0 0,1-1 0 0 0,22-11 0 0 0,-7 2-2252 0 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9:53.9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170 117 2004 0 0,'6'-15'8260'0'0,"-7"19"-7879"0"0,0 2-59 0 0,0-1-1 0 0,1 1 1 0 0,-1-1-1 0 0,1 1 1 0 0,1 8-1 0 0,-1-12-279 0 0,0-1-1 0 0,1 0 1 0 0,-1 1-1 0 0,1-1 1 0 0,-1 1 0 0 0,1-1-1 0 0,-1 0 1 0 0,1 1-1 0 0,0-1 1 0 0,-1 0 0 0 0,1 1-1 0 0,0-1 1 0 0,0 0-1 0 0,0 0 1 0 0,0 0-1 0 0,0 0 1 0 0,1 0 0 0 0,-1 0-1 0 0,0 0 1 0 0,0-1-1 0 0,0 1 1 0 0,1 0 0 0 0,-1 0-1 0 0,1-1 1 0 0,-1 1-1 0 0,0-1 1 0 0,3 1 0 0 0,1 0 10 0 0,0 0 1 0 0,0-1 0 0 0,0 0-1 0 0,0 0 1 0 0,0 0 0 0 0,0 0 0 0 0,0-1-1 0 0,0 0 1 0 0,0 0 0 0 0,0 0 0 0 0,0 0-1 0 0,-1-1 1 0 0,1 0 0 0 0,0 0-1 0 0,-1 0 1 0 0,0-1 0 0 0,9-5 0 0 0,-8 4-24 0 0,0-1 0 0 0,0 1 0 0 0,0-1 0 0 0,-1 0 0 0 0,1-1 0 0 0,-1 1 0 0 0,-1-1 0 0 0,1 0 0 0 0,-1 1 0 0 0,0-2 0 0 0,0 1 1 0 0,0 0-1 0 0,1-7 0 0 0,-3 10-23 0 0,0-1 0 0 0,0 1 1 0 0,0 0-1 0 0,0 0 0 0 0,-1-1 0 0 0,1 1 1 0 0,-1 0-1 0 0,0-1 0 0 0,0 1 1 0 0,0 0-1 0 0,-1-1 0 0 0,1 1 0 0 0,-1-1 1 0 0,0 1-1 0 0,1 0 0 0 0,-2 0 0 0 0,1 0 1 0 0,-2-4-1 0 0,3 7-6 0 0,-1-1 1 0 0,0 0-1 0 0,1 1 0 0 0,-1-1 1 0 0,0 1-1 0 0,0-1 0 0 0,1 1 0 0 0,-1-1 1 0 0,0 1-1 0 0,0 0 0 0 0,0-1 1 0 0,0 1-1 0 0,0 0 0 0 0,1 0 0 0 0,-1 0 1 0 0,0-1-1 0 0,0 1 0 0 0,0 0 1 0 0,0 0-1 0 0,0 0 0 0 0,0 1 1 0 0,0-1-1 0 0,0 0 0 0 0,1 0 0 0 0,-1 0 1 0 0,-2 1-1 0 0,-22 9 7 0 0,25-9-7 0 0,-20 10 14 0 0,0 1-1 0 0,1 0 0 0 0,1 2 1 0 0,-26 24-1 0 0,-58 72 62 0 0,90-94-63 0 0,0 0-1 0 0,-13 23 1 0 0,21-31-10 0 0,0-1 0 0 0,0 1-1 0 0,1 1 1 0 0,0-1 0 0 0,1 0 0 0 0,-1 1 0 0 0,-1 13 0 0 0,4-20-16 0 0,0 1 1 0 0,0-1 0 0 0,0 0 0 0 0,0 0 0 0 0,0 0-1 0 0,1 1 1 0 0,-1-1 0 0 0,0 0 0 0 0,1 0-1 0 0,0 0 1 0 0,0 0 0 0 0,-1 0 0 0 0,1 0-1 0 0,0 0 1 0 0,1 0 0 0 0,-1 0 0 0 0,0 0-1 0 0,0-1 1 0 0,1 1 0 0 0,2 2 0 0 0,-1-2-119 0 0,0 0 0 0 0,0 0 1 0 0,0 0-1 0 0,0-1 0 0 0,0 0 1 0 0,1 1-1 0 0,-1-1 0 0 0,0 0 1 0 0,1-1-1 0 0,-1 1 0 0 0,7 0 1 0 0,4-1-761 0 0,-1 0 0 0 0,1-1 0 0 0,-1 0 0 0 0,1-1 0 0 0,19-6 0 0 0,-1-2-1722 0 0,3-2-579 0 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9:54.4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230 612 2024 0 0,'10'-15'3548'0'0,"-6"5"-1182"0"0,-4 10-2340 0 0,0 0 0 0 0,0 0 1 0 0,0 0-1 0 0,0 0 0 0 0,0 0 1 0 0,0 0-1 0 0,0-1 0 0 0,0 1 1 0 0,0 0-1 0 0,0 0 0 0 0,0 0 1 0 0,0 0-1 0 0,0 0 0 0 0,0-1 0 0 0,0 1 1 0 0,0 0-1 0 0,0 0 0 0 0,0 0 1 0 0,0 0-1 0 0,0 0 0 0 0,0 0 1 0 0,0-1-1 0 0,0 1 0 0 0,-1 0 1 0 0,1 0-1 0 0,0 0 0 0 0,0 0 1 0 0,0 0-1 0 0,0 0 0 0 0,0 0 0 0 0,0 0 1 0 0,0-1-1 0 0,-1 1 0 0 0,1 0 1 0 0,0 0-1 0 0,0 0 0 0 0,0 0 1 0 0,0 0-1 0 0,0 0 0 0 0,0 0 1 0 0,-1 0-1 0 0,1 0 0 0 0,0 0 1 0 0,0 0-1 0 0,0 0 0 0 0,-4 1 202 0 0,0-1 0 0 0,1 1 0 0 0,-1 0 0 0 0,1 0 0 0 0,-1 1 0 0 0,1-1 0 0 0,-1 1 0 0 0,1 0 0 0 0,0 0 0 0 0,0 0 0 0 0,0 0 0 0 0,-4 4 0 0 0,-37 35 952 0 0,34-30-827 0 0,-65 72 688 0 0,66-72-967 0 0,1 1 0 0 0,0 0-1 0 0,1 0 1 0 0,1 0 0 0 0,-11 27 0 0 0,15-31-40 0 0,0 0 1 0 0,0 0 0 0 0,1 0-1 0 0,0 0 1 0 0,1 1 0 0 0,0 14-1 0 0,0-21-24 0 0,0 0 0 0 0,0 0 0 0 0,0 0-1 0 0,1 0 1 0 0,-1 0 0 0 0,1 0 0 0 0,-1 0-1 0 0,1 0 1 0 0,0 0 0 0 0,0 0 0 0 0,0 0-1 0 0,0 0 1 0 0,0-1 0 0 0,0 1 0 0 0,0 0-1 0 0,0-1 1 0 0,1 1 0 0 0,-1-1 0 0 0,1 1 0 0 0,-1-1-1 0 0,1 0 1 0 0,0 0 0 0 0,-1 0 0 0 0,1 0-1 0 0,0 0 1 0 0,0 0 0 0 0,0 0 0 0 0,0 0-1 0 0,-1-1 1 0 0,1 1 0 0 0,0-1 0 0 0,0 1-1 0 0,0-1 1 0 0,1 0 0 0 0,1 0 0 0 0,8-1-4 0 0,0 0 0 0 0,0-1 0 0 0,0-1 0 0 0,0 0 0 0 0,-1-1 0 0 0,1 0 0 0 0,-1-1 0 0 0,0 0 0 0 0,-1-1 0 0 0,1 0 0 0 0,-1 0 0 0 0,0-1-1 0 0,0 0 1 0 0,12-14 0 0 0,3-2 10 0 0,-2-2-1 0 0,-1 0 0 0 0,-2-2 0 0 0,22-33 0 0 0,-14 13-39 0 0,-2-1 0 0 0,-2-2-1 0 0,-2 0 1 0 0,-3-1 0 0 0,-1-1 0 0 0,-3-1-1 0 0,-3 0 1 0 0,-1-1 0 0 0,-3 0 0 0 0,2-98-1 0 0,-10 147 24 0 0,0 0-1 0 0,-1 0 1 0 0,1 0-1 0 0,-1 0 1 0 0,0 0-1 0 0,-1 0 1 0 0,-1-7-1 0 0,2 11 3 0 0,1 1-1 0 0,-1-1 0 0 0,0 1 0 0 0,1-1 0 0 0,-1 1 1 0 0,0-1-1 0 0,1 1 0 0 0,-1 0 0 0 0,0-1 0 0 0,0 1 0 0 0,1 0 1 0 0,-1-1-1 0 0,0 1 0 0 0,0 0 0 0 0,1 0 0 0 0,-1 0 1 0 0,0 0-1 0 0,0 0 0 0 0,0 0 0 0 0,1 0 0 0 0,-1 0 1 0 0,0 0-1 0 0,0 0 0 0 0,0 0 0 0 0,1 0 0 0 0,-1 0 0 0 0,0 1 1 0 0,0-1-1 0 0,1 0 0 0 0,-1 1 0 0 0,0-1 0 0 0,0 1 1 0 0,1-1-1 0 0,-2 1 0 0 0,-24 16 100 0 0,10-1 73 0 0,0 0 0 0 0,1 1 0 0 0,1 0 1 0 0,1 1-1 0 0,0 1 0 0 0,1 0 0 0 0,-10 24 0 0 0,2 1 133 0 0,1 2-1 0 0,-14 57 1 0 0,25-77-223 0 0,2 1 0 0 0,1 0 1 0 0,1 0-1 0 0,1 0 0 0 0,2 1 0 0 0,1-1 1 0 0,4 41-1 0 0,-2-55-219 0 0,1 0 0 0 0,0 0-1 0 0,1 0 1 0 0,0-1 0 0 0,1 1 0 0 0,0-1-1 0 0,11 16 1 0 0,-11-19-302 0 0,1-1-1 0 0,1 1 1 0 0,0-2-1 0 0,0 1 1 0 0,0-1-1 0 0,1 0 1 0 0,0 0 0 0 0,1-1-1 0 0,-1 0 1 0 0,15 6-1 0 0,14 5-3700 0 0,6-6-2089 0 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9:55.5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180 775 936 0 0,'-21'5'1238'0'0,"1"0"0"0"0,0 2-1 0 0,1 0 1 0 0,-1 1 0 0 0,1 1-1 0 0,-34 21 1 0 0,46-22-538 0 0,9-5 111 0 0,15-6-287 0 0,10-13-457 0 0,0-1 0 0 0,-2-1 1 0 0,0-2-1 0 0,-1 0 0 0 0,-1-2 0 0 0,-1 0 0 0 0,-1-2 0 0 0,-1 0 0 0 0,-1-1 1 0 0,-1-1-1 0 0,-1-1 0 0 0,18-39 0 0 0,-14 17-69 0 0,-1 0-1 0 0,-3-2 0 0 0,-2 0 1 0 0,-2-1-1 0 0,-2 0 1 0 0,5-81-1 0 0,-11 46-113 0 0,-5 85 87 0 0,-109 603 109 0 0,48 6 121 0 0,18-159-126 0 0,0-56 757 0 0,42-381-453 0 0,1-9-326 0 0,0-1-1 0 0,0 0 1 0 0,0 1-1 0 0,0-1 1 0 0,0 0-1 0 0,-1 1 1 0 0,1-1-1 0 0,0 0 1 0 0,-1 0-1 0 0,1 1 1 0 0,0-1-1 0 0,-1 0 1 0 0,0 0-1 0 0,1 0 1 0 0,-1 0-1 0 0,0 1 1 0 0,1-1-1 0 0,-1 0 1 0 0,0 0-1 0 0,0 0 1 0 0,0-1 0 0 0,-2 3-1 0 0,2-3-44 0 0,1 0-1 0 0,-1 0 1 0 0,1 0-1 0 0,-1 0 1 0 0,1 0-1 0 0,-1 0 1 0 0,1 0-1 0 0,-1 0 1 0 0,1-1-1 0 0,-1 1 1 0 0,1 0-1 0 0,-1 0 1 0 0,1 0-1 0 0,0-1 1 0 0,-1 1-1 0 0,1 0 1 0 0,-1 0-1 0 0,1-1 1 0 0,-1 1-1 0 0,1 0 1 0 0,0-1-1 0 0,-1 1 1 0 0,1 0-1 0 0,0-1 1 0 0,0 1-1 0 0,-1-1 1 0 0,1 1 0 0 0,0-1-1 0 0,0 1 1 0 0,-1-1-1 0 0,-6-14 52 0 0,5 7-54 0 0,0 1 0 0 0,1 0 0 0 0,0-1 0 0 0,0 1 0 0 0,1-1 0 0 0,0 1 0 0 0,0-1-1 0 0,1 1 1 0 0,0-1 0 0 0,2-6 0 0 0,0 1-4 0 0,1 1 0 0 0,1 0 0 0 0,0 1-1 0 0,0-1 1 0 0,10-14 0 0 0,2 0-6 0 0,2 2-1 0 0,1 0 1 0 0,0 0-1 0 0,25-19 1 0 0,82-62-30 0 0,20-20-6 0 0,-139 117 34 0 0,-1 0 0 0 0,1 0 0 0 0,-2-1 0 0 0,1 0-1 0 0,-1 0 1 0 0,0-1 0 0 0,5-13 0 0 0,-8 17 3 0 0,-2 0-1 0 0,1 0 1 0 0,-1 0-1 0 0,1 0 1 0 0,-2-1-1 0 0,1 1 1 0 0,-1 0-1 0 0,0 0 1 0 0,0 0-1 0 0,-1 0 1 0 0,1-1-1 0 0,-1 1 1 0 0,-1 0 0 0 0,-2-8-1 0 0,-2-1-4 0 0,-1 1 0 0 0,0 1 0 0 0,0-1 0 0 0,-2 1 0 0 0,1 1 0 0 0,-2 0-1 0 0,0 0 1 0 0,0 1 0 0 0,-1 0 0 0 0,0 0 0 0 0,-1 1 0 0 0,-25-16 0 0 0,-12-3-11 0 0,0 1 0 0 0,-58-22 1 0 0,-79-28-219 0 0,184 77 194 0 0,4 0-745 0 0,8-4 254 0 0,0 0 0 0 0,0 1 1 0 0,1 0-1 0 0,0 0 0 0 0,20-3 1 0 0,12-4-1017 0 0,70-27-3529 0 0,-84 26 3327 0 0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9:56.2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218 201 1104 0 0,'1'-7'463'0'0,"-1"1"1"0"0,0-1-1 0 0,0 1 1 0 0,-1-1-1 0 0,0 1 0 0 0,0-1 1 0 0,0 1-1 0 0,-1-1 0 0 0,0 1 1 0 0,0 0-1 0 0,-1 0 1 0 0,1 0-1 0 0,-1 0 0 0 0,-1 1 1 0 0,1-1-1 0 0,-1 1 0 0 0,0 0 1 0 0,-9-9-1 0 0,12 12-415 0 0,0 1-1 0 0,0 0 0 0 0,-1 0 1 0 0,1 0-1 0 0,-1 0 0 0 0,1 0 1 0 0,-1 0-1 0 0,1 0 0 0 0,-1 0 1 0 0,1 1-1 0 0,-1-1 1 0 0,0 0-1 0 0,1 1 0 0 0,-1 0 1 0 0,0-1-1 0 0,1 1 0 0 0,-1 0 1 0 0,0 0-1 0 0,0 0 0 0 0,-2 0 1 0 0,1 1-16 0 0,1 0 0 0 0,-1-1 1 0 0,0 1-1 0 0,1 1 0 0 0,-1-1 0 0 0,1 0 1 0 0,-1 1-1 0 0,1-1 0 0 0,0 1 1 0 0,-1 0-1 0 0,-2 2 0 0 0,-2 4 23 0 0,0 0 0 0 0,0 1 0 0 0,1-1 0 0 0,0 1 0 0 0,-6 12 0 0 0,2 0 13 0 0,0 0 0 0 0,1 0 0 0 0,1 1 0 0 0,2 1-1 0 0,-6 27 1 0 0,10-41-53 0 0,1 1 0 0 0,0-1-1 0 0,0 0 1 0 0,1 1 0 0 0,0-1-1 0 0,1 1 1 0 0,0-1 0 0 0,1 0-1 0 0,0 0 1 0 0,0 1-1 0 0,1-1 1 0 0,0 0 0 0 0,0-1-1 0 0,1 1 1 0 0,8 13 0 0 0,-9-19-7 0 0,-1 0 1 0 0,1 0-1 0 0,0 0 1 0 0,0 0-1 0 0,0 0 1 0 0,1 0-1 0 0,-1-1 1 0 0,1 0-1 0 0,-1 1 1 0 0,1-2-1 0 0,0 1 1 0 0,-1 0-1 0 0,1-1 1 0 0,0 1-1 0 0,0-1 1 0 0,0 0-1 0 0,1 0 1 0 0,-1-1-1 0 0,0 1 1 0 0,0-1-1 0 0,0 0 1 0 0,1 0-1 0 0,-1-1 1 0 0,0 1-1 0 0,0-1 1 0 0,0 0-1 0 0,8-2 1 0 0,-7 1 1 0 0,1 0 1 0 0,-1 0-1 0 0,0 0 0 0 0,0-1 1 0 0,0 1-1 0 0,-1-1 0 0 0,1 0 1 0 0,-1-1-1 0 0,1 1 0 0 0,-1-1 1 0 0,0 0-1 0 0,0 0 0 0 0,-1 0 1 0 0,1-1-1 0 0,-1 1 0 0 0,0-1 1 0 0,0 0-1 0 0,-1 0 0 0 0,1 0 1 0 0,2-9-1 0 0,-1-3 12 0 0,-1 0 0 0 0,-1 0 0 0 0,0 0-1 0 0,-1 0 1 0 0,-3-31 0 0 0,1 35-5 0 0,-1 0-1 0 0,-1 0 1 0 0,0 0 0 0 0,0 1 0 0 0,-1-1-1 0 0,-1 1 1 0 0,0 0 0 0 0,-8-15 0 0 0,12 25-13 0 0,0 1-1 0 0,0-1 1 0 0,0 1 0 0 0,0-1 0 0 0,-1 1 0 0 0,1-1 0 0 0,0 1 0 0 0,-1 0 0 0 0,1-1 0 0 0,-1 1 0 0 0,1 0 0 0 0,-1 0 0 0 0,0 0 0 0 0,1 0 0 0 0,-1 0 0 0 0,0 1 0 0 0,0-1 0 0 0,0 1 0 0 0,1-1 0 0 0,-1 1 0 0 0,0-1 0 0 0,0 1 0 0 0,-2 0 0 0 0,0 0-1 0 0,1 1-1 0 0,-1 0 1 0 0,0-1-1 0 0,1 1 1 0 0,-1 1 0 0 0,1-1-1 0 0,0 0 1 0 0,-1 1 0 0 0,1 0-1 0 0,0-1 1 0 0,-5 5-1 0 0,1 0 2 0 0,-1 0-1 0 0,1 1 1 0 0,0 0 0 0 0,0 1-1 0 0,1-1 1 0 0,-1 1-1 0 0,2 0 1 0 0,-7 12-1 0 0,11-18-1 0 0,0 0-1 0 0,0 0 1 0 0,0 0-1 0 0,0 0 1 0 0,1 0-1 0 0,-1 1 0 0 0,1-1 1 0 0,-1 0-1 0 0,1 0 1 0 0,0 0-1 0 0,0 1 1 0 0,0-1-1 0 0,0 0 1 0 0,0 0-1 0 0,1 3 1 0 0,0-4-1 0 0,1 0 0 0 0,-1 1 0 0 0,0-1 0 0 0,1 0 0 0 0,-1 0 0 0 0,1 0 0 0 0,-1 0 0 0 0,1 0 0 0 0,0 0 0 0 0,-1 0 0 0 0,1 0 0 0 0,0-1 0 0 0,-1 1 1 0 0,1-1-1 0 0,0 1 0 0 0,0-1 0 0 0,0 0 0 0 0,0 0 0 0 0,0 0 0 0 0,-1 0 0 0 0,1 0 0 0 0,0 0 0 0 0,0 0 0 0 0,0-1 0 0 0,0 1 0 0 0,-1 0 1 0 0,1-1-1 0 0,0 0 0 0 0,2-1 0 0 0,-1 2-1 0 0,9-4 1 0 0,0-1 0 0 0,-1 0 0 0 0,0-1 0 0 0,0 0 0 0 0,0 0 0 0 0,0-1 0 0 0,9-8-1 0 0,63-65 16 0 0,-10 10-4 0 0,-63 61-12 0 0,1 0 1 0 0,1 1-1 0 0,0 1 1 0 0,0 0 0 0 0,14-6-1 0 0,-22 11-4 0 0,1 0 0 0 0,-1 0 0 0 0,1 1 0 0 0,-1 0 0 0 0,1 0 0 0 0,0 0 0 0 0,0 1 0 0 0,-1-1 0 0 0,1 1 0 0 0,0 0 0 0 0,0 1 0 0 0,-1-1 0 0 0,1 1 0 0 0,0 0 0 0 0,0 0 0 0 0,-1 0 0 0 0,1 1 0 0 0,-1-1 0 0 0,1 1 0 0 0,-1 0 0 0 0,0 1 0 0 0,0-1 0 0 0,0 1 0 0 0,0 0 0 0 0,4 4 0 0 0,-1-1 9 0 0,-1 1 0 0 0,0 0 0 0 0,-1 0 0 0 0,1 0 0 0 0,-1 1 0 0 0,-1 0 0 0 0,0 0 0 0 0,0 0 0 0 0,0 1 0 0 0,-1-1 0 0 0,0 1 0 0 0,2 13 1 0 0,-3-9 339 0 0,0 0 1 0 0,0 0-1 0 0,-2 1 1 0 0,1-1 0 0 0,-2 0-1 0 0,0 0 1 0 0,0 1-1 0 0,-2-1 1 0 0,1 0 0 0 0,-2 0-1 0 0,1-1 1 0 0,-2 1-1 0 0,0-1 1 0 0,0 0 0 0 0,-1 0-1 0 0,-11 16 1 0 0,16-27-284 0 0,-15 17 1231 0 0,15-17-931 0 0,-1-2-236 0 0,1 0-112 0 0,0 0-1 0 0,0 0 0 0 0,0 0 1 0 0,0 0-1 0 0,0 0 0 0 0,0 0 1 0 0,1 0-1 0 0,-1-1 0 0 0,0 1 1 0 0,1 0-1 0 0,-1 0 1 0 0,1-1-1 0 0,-1 1 0 0 0,1 0 1 0 0,0-1-1 0 0,0 1 0 0 0,-1-3 1 0 0,1-1 1 0 0,0 0 1 0 0,0 0-1 0 0,1 0 1 0 0,-1 0 0 0 0,3-5-1 0 0,-1 0-24 0 0,1 0-1 0 0,1 0 0 0 0,0 0 1 0 0,8-15-1 0 0,-2 10-436 0 0,0 0 0 0 0,1 1 1 0 0,0 0-1 0 0,1 1 0 0 0,0 0 0 0 0,1 1 0 0 0,28-20 0 0 0,-26 22-1491 0 0,1 2-1 0 0,0-1 1 0 0,0 2-1 0 0,30-10 1 0 0,-24 10-3622 0 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9:56.8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131 589 480 0 0,'-11'5'855'0'0,"1"-1"0"0"0,0 2-1 0 0,-1-1 1 0 0,2 1 0 0 0,-1 1 0 0 0,1 0-1 0 0,-11 10 1 0 0,16-13-729 0 0,0 0 1 0 0,0 1-1 0 0,1-1 1 0 0,-1 1-1 0 0,1 0 1 0 0,0 0-1 0 0,1 0 1 0 0,-1 0-1 0 0,1 0 1 0 0,0 1-1 0 0,1-1 1 0 0,-1 1-1 0 0,1-1 1 0 0,0 1-1 0 0,0-1 1 0 0,1 9-1 0 0,0-13-103 0 0,0 0 0 0 0,0 1 0 0 0,0-1 0 0 0,0 0 1 0 0,0 1-1 0 0,1-1 0 0 0,-1 0 0 0 0,0 0 0 0 0,1 1 0 0 0,-1-1 0 0 0,1 0 0 0 0,0 0 0 0 0,-1 0 0 0 0,1 0 0 0 0,0 0 0 0 0,0 0 0 0 0,-1 0 0 0 0,1 0 0 0 0,0 0 1 0 0,0 0-1 0 0,0 0 0 0 0,0 0 0 0 0,0-1 0 0 0,0 1 0 0 0,1 0 0 0 0,-1-1 0 0 0,0 1 0 0 0,0-1 0 0 0,0 1 0 0 0,1-1 0 0 0,-1 0 0 0 0,0 1 0 0 0,1-1 0 0 0,-1 0 0 0 0,2 0 1 0 0,4 0 20 0 0,0 0 0 0 0,0 0 0 0 0,-1 0 1 0 0,1-1-1 0 0,10-3 0 0 0,0 0-14 0 0,-1-1-1 0 0,1-1 1 0 0,-1-1 0 0 0,0 0-1 0 0,0-1 1 0 0,-1-1-1 0 0,0 0 1 0 0,-1-1 0 0 0,27-23-1 0 0,-24 16-29 0 0,-1 0 1 0 0,-1-2-1 0 0,-1 1 0 0 0,0-2 0 0 0,-1 0 1 0 0,17-36-1 0 0,-12 12 83 0 0,-2 0 1 0 0,-2-1 0 0 0,-2-1-1 0 0,-2 0 1 0 0,-2-1-1 0 0,5-88 1 0 0,-12 109 177 0 0,0-39 213 0 0,-1 62-400 0 0,-4 4-33 0 0,2 0-31 0 0,-1 0-1 0 0,0 0 0 0 0,1 1 1 0 0,-1-1-1 0 0,1 1 0 0 0,0-1 1 0 0,-1 1-1 0 0,1 0 1 0 0,0 0-1 0 0,0 0 0 0 0,0 0 1 0 0,0 1-1 0 0,1-1 0 0 0,-1 0 1 0 0,0 1-1 0 0,1-1 1 0 0,-2 4-1 0 0,-23 55 56 0 0,19-45-46 0 0,-65 188 83 0 0,60-161-81 0 0,2 0 0 0 0,-8 83 1 0 0,17-113-40 0 0,1 0-1 0 0,0 0 1 0 0,1 0 0 0 0,0 0 0 0 0,1-1-1 0 0,0 1 1 0 0,1 0 0 0 0,5 13 0 0 0,-7-22-132 0 0,1-1 0 0 0,0 1 1 0 0,0 0-1 0 0,0-1 0 0 0,0 0 1 0 0,0 1-1 0 0,1-1 0 0 0,0 0 1 0 0,-1 0-1 0 0,1 0 0 0 0,0 0 1 0 0,0-1-1 0 0,1 1 1 0 0,-1-1-1 0 0,0 0 0 0 0,1 0 1 0 0,0 0-1 0 0,-1 0 0 0 0,1-1 1 0 0,0 1-1 0 0,0-1 0 0 0,0 0 1 0 0,0 0-1 0 0,0-1 0 0 0,0 1 1 0 0,0-1-1 0 0,0 0 0 0 0,0 0 1 0 0,7-1-1 0 0,-4 0-535 0 0,0 0-1 0 0,1 0 1 0 0,-1-1-1 0 0,8-3 1 0 0,9-5-1546 0 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9:57.6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157 152 1612 0 0,'5'-45'3800'0'0,"0"-49"1"0"0,-6 83-3064 0 0,-3 9-255 0 0,-7 15-53 0 0,-7 27-69 0 0,-26 101 267 0 0,-32 195 0 0 0,64-268-445 0 0,11-66-138 0 0,2-2-42 0 0,-1 0 0 0 0,0 0 0 0 0,0 0 0 0 0,0 1-1 0 0,1-1 1 0 0,-1 0 0 0 0,0 0 0 0 0,0 0 0 0 0,0 0 0 0 0,0 0-1 0 0,1 0 1 0 0,-1 0 0 0 0,0 0 0 0 0,0 0 0 0 0,0 1 0 0 0,0-1-1 0 0,0 0 1 0 0,0 0 0 0 0,1 0 0 0 0,-1 0 0 0 0,0 1 0 0 0,0-1 0 0 0,0 0-1 0 0,0 0 1 0 0,0 0 0 0 0,0 0 0 0 0,0 1 0 0 0,0-1 0 0 0,0 0-1 0 0,0 0 1 0 0,0 0 0 0 0,0 1 0 0 0,0-1 0 0 0,0 0 0 0 0,2 3 7 0 0,4-7-3 0 0,5-9 13 0 0,0-1 1 0 0,-1 1-1 0 0,15-29 1 0 0,13-17 12 0 0,-28 46-28 0 0,0-1-12 0 0,2 0-1 0 0,17-17 1 0 0,-26 28 1 0 0,1-1 1 0 0,1 1-1 0 0,-1 0 1 0 0,0 0-1 0 0,1 0 1 0 0,-1 1-1 0 0,1 0 1 0 0,0 0-1 0 0,0 0 1 0 0,0 0-1 0 0,0 1 1 0 0,0 0-1 0 0,5-1 1 0 0,14 2-8 0 0,-18 4 9 0 0,-4-2 5 0 0,1 0 1 0 0,0 1 0 0 0,0-1 0 0 0,0 0 1 0 0,-1 1-1 0 0,1 0 0 0 0,-1-1 0 0 0,1 1 0 0 0,-1 0 1 0 0,0 0-1 0 0,0 1 0 0 0,-1-1 0 0 0,1 0 0 0 0,-1 0 0 0 0,1 1 1 0 0,-1-1-1 0 0,0 1 0 0 0,0 0 0 0 0,0-1 0 0 0,-1 1 1 0 0,0-1-1 0 0,1 8 0 0 0,-2 7 10 0 0,0 0 0 0 0,-1-1 0 0 0,-5 24-1 0 0,3-16 0 0 0,-17 97 86 0 0,21-121-93 0 0,0-1 0 0 0,0 1 0 0 0,0 0 0 0 0,0-1-1 0 0,0 1 1 0 0,0-1 0 0 0,0 1 0 0 0,0 0 0 0 0,0-1 0 0 0,0 1 0 0 0,1-1 0 0 0,-1 1-1 0 0,0-1 1 0 0,0 1 0 0 0,1 0 0 0 0,-1-1 0 0 0,0 1 0 0 0,1-1 0 0 0,-1 1-1 0 0,0-1 1 0 0,1 0 0 0 0,-1 1 0 0 0,1-1 0 0 0,-1 1 0 0 0,1-1 0 0 0,-1 0-1 0 0,1 1 1 0 0,-1-1 0 0 0,1 0 0 0 0,-1 1 0 0 0,1-1 0 0 0,-1 0 0 0 0,1 0-1 0 0,-1 0 1 0 0,1 0 0 0 0,0 1 0 0 0,-1-1 0 0 0,1 0 0 0 0,-1 0 0 0 0,1 0-1 0 0,0 0 1 0 0,-1 0 0 0 0,1 0 0 0 0,-1-1 0 0 0,1 1 0 0 0,0 0 0 0 0,0 0-1 0 0,29-9 17 0 0,-19 4-26 0 0,-1-1-1 0 0,0 0 1 0 0,0 0 0 0 0,0-1-1 0 0,15-15 1 0 0,43-48 7 0 0,-53 53 12 0 0,-10 12-11 0 0,17-18 7 0 0,0-1 0 0 0,-2-1 0 0 0,-1 0 0 0 0,32-56 0 0 0,-49 78-6 0 0,5-18 4 0 0,-4 9-16 0 0,-3 10-2 0 0,-2 3-11 0 0,-3 1 20 0 0,0 0-1 0 0,1 1 1 0 0,0-1-1 0 0,0 1 1 0 0,-1 0-1 0 0,2 0 1 0 0,-1 1-1 0 0,0-1 1 0 0,1 1-1 0 0,-1 0 1 0 0,1 0-1 0 0,0 0 1 0 0,-4 8-1 0 0,-1 1-28 0 0,1 1 1 0 0,0 0-1 0 0,-7 20 1 0 0,11-25 30 0 0,0-1 1 0 0,1 1 0 0 0,0 0-1 0 0,1 0 1 0 0,0 0 0 0 0,0 1-1 0 0,1-1 1 0 0,0 0 0 0 0,1 0-1 0 0,2 16 1 0 0,-2-21 2 0 0,1 0-1 0 0,-1-1 1 0 0,0 1 0 0 0,1 0-1 0 0,0-1 1 0 0,0 0-1 0 0,0 1 1 0 0,0-1 0 0 0,0 0-1 0 0,1 0 1 0 0,0 0 0 0 0,-1 0-1 0 0,1-1 1 0 0,0 1 0 0 0,0-1-1 0 0,1 1 1 0 0,-1-1-1 0 0,0 0 1 0 0,1-1 0 0 0,-1 1-1 0 0,1 0 1 0 0,0-1 0 0 0,-1 0-1 0 0,1 0 1 0 0,0 0 0 0 0,0 0-1 0 0,7 0 1 0 0,2 0-190 0 0,1-1 0 0 0,-1 0 0 0 0,0-1 0 0 0,1 0 0 0 0,-1-1 0 0 0,0-1 0 0 0,0 0 0 0 0,20-8 0 0 0,-18 5-1243 0 0,0-1 1 0 0,0 0-1 0 0,23-17 1 0 0,-15 7-1682 0 0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9:57.8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285 69 200 0 0,'-236'29'9569'0'0,"190"-21"-8108"0"0,43-7-1259 0 0,5-3-162 0 0,1 1 0 0 0,-1-1 0 0 0,1 1 1 0 0,-1 0-1 0 0,1-1 0 0 0,0 2 0 0 0,-1-1 1 0 0,5-1-1 0 0,-5 1-16 0 0,131-38-884 0 0,-5 1-3794 0 0,-71 21 754 0 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9:58.7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171 385 992 0 0,'0'0'2552'0'0,"-14"4"3438"0"0,13-4-5969 0 0,1 0 0 0 0,0 0 1 0 0,0 1-1 0 0,0-1 0 0 0,0 0 1 0 0,0 0-1 0 0,-1 0 0 0 0,1 0 1 0 0,0 0-1 0 0,0 0 1 0 0,0 0-1 0 0,-1 0 0 0 0,1 0 1 0 0,0 0-1 0 0,0 0 0 0 0,0 0 1 0 0,0 0-1 0 0,-1 0 1 0 0,1 0-1 0 0,0 0 0 0 0,0 0 1 0 0,0 0-1 0 0,0 0 0 0 0,-1 0 1 0 0,1 0-1 0 0,0 0 0 0 0,0-1 1 0 0,0 1-1 0 0,0 0 1 0 0,-1 0-1 0 0,1 0 0 0 0,0 0 1 0 0,0 0-1 0 0,0 0 0 0 0,0 0 1 0 0,0-1-1 0 0,0 1 1 0 0,-1 0-1 0 0,1 0 0 0 0,0 0 1 0 0,0 0-1 0 0,0-1 0 0 0,0 1 1 0 0,0 0-1 0 0,0 0 0 0 0,0 0 1 0 0,0 0-1 0 0,0-1 1 0 0,0 1-1 0 0,0 0 0 0 0,0 0 1 0 0,0 0-1 0 0,0 0 0 0 0,0-1 1 0 0,0 1-1 0 0,0 0 0 0 0,0 0 1 0 0,0 0-1 0 0,0-1 1 0 0,0 1-1 0 0,0 0 0 0 0,0 0 1 0 0,0 0-1 0 0,1 0 0 0 0,-1-1 1 0 0,14-16 439 0 0,25-17-266 0 0,-28 25-151 0 0,142-116 308 0 0,-130 103-316 0 0,-1-1 0 0 0,0-1-1 0 0,-2-1 1 0 0,21-32 0 0 0,-39 50-22 0 0,1 1-1 0 0,-1-1 1 0 0,3-14-1 0 0,-6 21-13 0 0,1-1-1 0 0,0 1 1 0 0,-1 0-1 0 0,1-1 1 0 0,-1 1 0 0 0,1-1-1 0 0,0 1 1 0 0,-1 0-1 0 0,1-1 1 0 0,-1 1 0 0 0,1 0-1 0 0,-1 0 1 0 0,1-1-1 0 0,-1 1 1 0 0,0 0-1 0 0,1 0 1 0 0,-1 0 0 0 0,1 0-1 0 0,-1-1 1 0 0,1 1-1 0 0,-1 0 1 0 0,1 0-1 0 0,-1 0 1 0 0,0 0 0 0 0,1 0-1 0 0,-1 1 1 0 0,1-1-1 0 0,-1 0 1 0 0,1 0 0 0 0,-1 0-1 0 0,0 0 1 0 0,0 1-1 0 0,-17 3 2 0 0,5 1 15 0 0,0 1-1 0 0,0 0 1 0 0,0 1 0 0 0,-22 15 0 0 0,-44 42 22 0 0,58-47-45 0 0,-27 23-15 0 0,2 3 0 0 0,1 1 0 0 0,-41 54 0 0 0,81-91 20 0 0,0 0 1 0 0,0 0-1 0 0,1 1 1 0 0,0-1-1 0 0,0 1 1 0 0,-3 13-1 0 0,6-19 2 0 0,0 0-1 0 0,1 0 1 0 0,-1 0-1 0 0,1 0 1 0 0,0 0-1 0 0,0 0 1 0 0,0 0-1 0 0,0 0 1 0 0,0 0-1 0 0,0 0 1 0 0,0 0-1 0 0,1 1 1 0 0,-1-1-1 0 0,1 0 1 0 0,0-1-1 0 0,-1 1 1 0 0,1 0-1 0 0,0 0 1 0 0,0 0-1 0 0,0 0 1 0 0,0-1-1 0 0,1 1 1 0 0,-1 0-1 0 0,0-1 1 0 0,1 1-1 0 0,-1-1 0 0 0,1 1 1 0 0,-1-1-1 0 0,1 0 1 0 0,0 0-1 0 0,-1 0 1 0 0,4 2-1 0 0,18 6 18 0 0,0 0-1 0 0,1-2 0 0 0,44 9 0 0 0,10 2-128 0 0,-75-17 109 0 0,114 38-104 0 0,-104-33 106 0 0,-1 0 1 0 0,1 0 0 0 0,-1 1 0 0 0,0 0 0 0 0,-1 1-1 0 0,19 17 1 0 0,-28-24 2 0 0,-1 1 1 0 0,0-1-1 0 0,1 1 0 0 0,-1-1 1 0 0,0 1-1 0 0,0-1 0 0 0,0 1 1 0 0,0 0-1 0 0,-1 0 0 0 0,1-1 0 0 0,0 1 1 0 0,-1 0-1 0 0,1 0 0 0 0,-1 0 1 0 0,1 0-1 0 0,-1 0 0 0 0,0 0 1 0 0,0 0-1 0 0,0 0 0 0 0,0 2 1 0 0,-1-1 29 0 0,0 1 0 0 0,0-1 1 0 0,0 0-1 0 0,0 0 1 0 0,-1 1-1 0 0,1-1 1 0 0,-1 0-1 0 0,0-1 1 0 0,0 1-1 0 0,-4 5 1 0 0,-1-1 117 0 0,-1 0 0 0 0,1 0 0 0 0,-1 0 0 0 0,-1-1 0 0 0,1 0 0 0 0,-17 8 0 0 0,7-7 50 0 0,0 0 0 0 0,0-1 0 0 0,-1 0 0 0 0,1-2 0 0 0,-1 0 0 0 0,0-2 0 0 0,-1 0 0 0 0,-20 0 0 0 0,25-2-150 0 0,1-1 1 0 0,-1 0-1 0 0,1-1 0 0 0,0-1 0 0 0,0 0 0 0 0,0-1 0 0 0,0 0 0 0 0,0-1 0 0 0,1-1 1 0 0,0 0-1 0 0,-18-11 0 0 0,27 14-47 0 0,0 0-1 0 0,1-1 1 0 0,-1 1 0 0 0,1 0-1 0 0,-1-1 1 0 0,1 0 0 0 0,-5-7 0 0 0,8 9-39 0 0,-1 1 1 0 0,0 0 0 0 0,1 0-1 0 0,-1 0 1 0 0,1-1 0 0 0,-1 1-1 0 0,1 0 1 0 0,0 0 0 0 0,-1-1 0 0 0,1 1-1 0 0,0 0 1 0 0,0-1 0 0 0,0 1-1 0 0,0 0 1 0 0,0-1 0 0 0,0 1-1 0 0,0 0 1 0 0,0-1 0 0 0,1 1-1 0 0,-1 0 1 0 0,1 0 0 0 0,-1-1-1 0 0,1 1 1 0 0,-1 0 0 0 0,1 0-1 0 0,-1 0 1 0 0,1 0 0 0 0,0-1 0 0 0,0 1-1 0 0,0 0 1 0 0,0 0 0 0 0,-1 0-1 0 0,1 1 1 0 0,1-1 0 0 0,0-1-1 0 0,3-1-356 0 0,1-1 1 0 0,0 1-1 0 0,0 1 0 0 0,0-1 0 0 0,0 1 0 0 0,0 0 0 0 0,0 1 1 0 0,1-1-1 0 0,-1 1 0 0 0,1 0 0 0 0,8 1 0 0 0,25-5-4005 0 0,-22 1 1241 0 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9:59.0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52 696 0 0,'52'-45'9446'0'0,"-51"43"-9120"0"0,-1 2-280 0 0,1 0 0 0 0,-1 0 0 0 0,0-1-1 0 0,0 1 1 0 0,0 0 0 0 0,0-1 0 0 0,0 1-1 0 0,0 0 1 0 0,1 0 0 0 0,-1-1 0 0 0,0 1-1 0 0,0 0 1 0 0,0 0 0 0 0,1 0 0 0 0,-1-1 0 0 0,0 1-1 0 0,0 0 1 0 0,1 0 0 0 0,-1 0 0 0 0,0 0-1 0 0,1 0 1 0 0,-1-1 0 0 0,0 1 0 0 0,0 0-1 0 0,1 0 1 0 0,-1 0 0 0 0,1 0 0 0 0,-1 2 19 0 0,1-1 0 0 0,0 1 0 0 0,0-1 0 0 0,-1 1 0 0 0,1 0 0 0 0,-1 0 0 0 0,0-1 0 0 0,1 1 0 0 0,-1 0 0 0 0,0-1 0 0 0,0 1 0 0 0,0 0 0 0 0,-1 3 0 0 0,-4 30 270 0 0,2-24-211 0 0,-1 12 8 0 0,-25 173 460 0 0,28-193-627 0 0,1-1 0 0 0,0 0 0 0 0,-1 0 0 0 0,1 1 0 0 0,0-1 0 0 0,0 0 0 0 0,1 1 0 0 0,-1-1 0 0 0,0 0 0 0 0,1 0 0 0 0,-1 0 0 0 0,1 1 0 0 0,0-1 0 0 0,0 0 0 0 0,0 0 0 0 0,0 0 0 0 0,0 0 1 0 0,0 0-1 0 0,1 0 0 0 0,-1 0 0 0 0,0-1 0 0 0,1 1 0 0 0,1 1 0 0 0,-1-2-244 0 0,0-1 0 0 0,0 1 0 0 0,0-1-1 0 0,0 0 1 0 0,-1 1 0 0 0,1-1 0 0 0,0 0 0 0 0,0 0 0 0 0,0-1 0 0 0,0 1 0 0 0,0 0 0 0 0,0 0 0 0 0,-1-1 0 0 0,1 1-1 0 0,0-1 1 0 0,0 0 0 0 0,0 0 0 0 0,-1 1 0 0 0,1-1 0 0 0,-1 0 0 0 0,1 0 0 0 0,0-1 0 0 0,-1 1 0 0 0,2-2 0 0 0,5-7-3344 0 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9:59.2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 66 1648 0 0,'-1'0'94'0'0,"-5"-9"977"0"0,-1 0 0 0 0,0 1 0 0 0,0 0 0 0 0,-13-10 0 0 0,18 17-996 0 0,1-1 0 0 0,-1 1 0 0 0,0 0 0 0 0,0-1 0 0 0,0 1 0 0 0,0 0 0 0 0,0 1 0 0 0,0-1 0 0 0,0 0 0 0 0,0 0 0 0 0,-1 1 0 0 0,1-1 0 0 0,0 1 0 0 0,0 0 0 0 0,0 0 0 0 0,-1 0 0 0 0,1 0 0 0 0,0 0 0 0 0,0 0 0 0 0,-1 1 0 0 0,1-1 0 0 0,0 1 0 0 0,0-1 0 0 0,0 1 0 0 0,0 0 0 0 0,0 0 0 0 0,0 0 0 0 0,-3 1 0 0 0,4 0-111 0 0,-1-1 1 0 0,1 1 0 0 0,0-1 0 0 0,-1 1 0 0 0,1 0 0 0 0,0-1 0 0 0,0 1 0 0 0,0 0 0 0 0,1 0 0 0 0,-1-1 0 0 0,0 1 0 0 0,1 0 0 0 0,-1 0 0 0 0,1 0 0 0 0,-1 0 0 0 0,1 0 0 0 0,0 0 0 0 0,0 0 0 0 0,0 0 0 0 0,0 0 0 0 0,0 0 0 0 0,1 0-1 0 0,-1 0 1 0 0,1 3 0 0 0,1 3-840 0 0,0 0 0 0 0,1 1 0 0 0,0-1-1 0 0,5 10 1 0 0,0-6-740 0 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49:59.8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52 764 0 0,'7'11'1460'0'0,"-2"-1"0"0"0,1 1 1 0 0,-1 1-1 0 0,-1-1 0 0 0,5 20 0 0 0,9 63-524 0 0,-12-57-364 0 0,0 12-428 0 0,-5-32 1217 0 0,6 32 1 0 0,-7-49-1347 0 0,0 0-1 0 0,0 0 1 0 0,0 0-1 0 0,0 0 1 0 0,0 1-1 0 0,0-1 1 0 0,0 0 0 0 0,0 0-1 0 0,0 0 1 0 0,0 0-1 0 0,0 0 1 0 0,0 1 0 0 0,0-1-1 0 0,0 0 1 0 0,0 0-1 0 0,0 0 1 0 0,0 0 0 0 0,0 0-1 0 0,0 1 1 0 0,0-1-1 0 0,0 0 1 0 0,-1 0-1 0 0,1 0 1 0 0,0 0 0 0 0,0 0-1 0 0,0 0 1 0 0,0 1-1 0 0,0-1 1 0 0,0 0 0 0 0,-1 0-1 0 0,1 0 1 0 0,0 0-1 0 0,0 0 1 0 0,0 0 0 0 0,0 0-1 0 0,0 0 1 0 0,-1 0-1 0 0,1 0 1 0 0,0 0-1 0 0,0 0 1 0 0,0 0 0 0 0,0 0-1 0 0,-1 0 1 0 0,1 0-1 0 0,0 0 1 0 0,0 0 0 0 0,0 0-1 0 0,0 0 1 0 0,0 0-1 0 0,-1 0 1 0 0,1 0-5 0 0,-1-1-1 0 0,0 1 1 0 0,1 0 0 0 0,-1 0-1 0 0,1-1 1 0 0,-1 1 0 0 0,1 0 0 0 0,-1-1-1 0 0,1 1 1 0 0,-1 0 0 0 0,1-1-1 0 0,-1 1 1 0 0,1-1 0 0 0,-1 1 0 0 0,1-1-1 0 0,0 1 1 0 0,-1-1 0 0 0,1 1-1 0 0,-1-2 1 0 0,-1-5 0 0 0,0-1 0 0 0,0 1 0 0 0,1-1 1 0 0,0 1-1 0 0,0-1 0 0 0,1 0 0 0 0,-1 1 0 0 0,2-1 0 0 0,-1 0 0 0 0,1 1 1 0 0,1-1-1 0 0,1-8 0 0 0,1 0-21 0 0,1 1 0 0 0,0 0 0 0 0,1 0 0 0 0,1 0-1 0 0,9-14 1 0 0,-13 23 3 0 0,1 1-1 0 0,0-1 0 0 0,0 1 0 0 0,1 0 0 0 0,-1 0 1 0 0,1 0-1 0 0,1 0 0 0 0,-1 1 0 0 0,0 0 1 0 0,1 0-1 0 0,0 1 0 0 0,0-1 0 0 0,0 1 0 0 0,10-3 1 0 0,-12 5 3 0 0,2-1 0 0 0,-1 2 0 0 0,0-1 0 0 0,0 0 0 0 0,0 1 0 0 0,0 0 0 0 0,0 0 0 0 0,0 1 0 0 0,1-1 0 0 0,-1 1 0 0 0,0 0 0 0 0,0 0 0 0 0,0 1 1 0 0,-1 0-1 0 0,1 0 0 0 0,0 0 0 0 0,-1 0 0 0 0,1 1 0 0 0,-1-1 0 0 0,5 5 0 0 0,-1-2 6 0 0,-1 1 0 0 0,0 0 1 0 0,0 0-1 0 0,0 1 0 0 0,-1-1 0 0 0,0 2 0 0 0,0-1 1 0 0,-1 1-1 0 0,0 0 0 0 0,0 0 0 0 0,0 0 0 0 0,-1 0 1 0 0,-1 1-1 0 0,6 18 0 0 0,-9-24 10 0 0,1 0-1 0 0,0 0 1 0 0,-1 0-1 0 0,1 1 1 0 0,-1-1-1 0 0,0 0 1 0 0,0 0-1 0 0,-1 0 1 0 0,1 1 0 0 0,-1-1-1 0 0,1 0 1 0 0,-1 0-1 0 0,0 0 1 0 0,0 0-1 0 0,0 0 1 0 0,-1 0-1 0 0,-1 4 1 0 0,1-6 10 0 0,2-1-20 0 0,0 1-1 0 0,1-1 1 0 0,-1 0-1 0 0,0 0 1 0 0,-1 0-1 0 0,1 0 1 0 0,0 1-1 0 0,0-1 1 0 0,0 0-1 0 0,0 0 1 0 0,0 0-1 0 0,0 0 1 0 0,0 1-1 0 0,0-1 1 0 0,0 0-1 0 0,0 0 1 0 0,0 0-1 0 0,0 0 1 0 0,0 0-1 0 0,-1 1 1 0 0,1-1-1 0 0,0 0 1 0 0,0 0-1 0 0,0 0 1 0 0,0 0-1 0 0,0 0 1 0 0,0 0-1 0 0,-1 0 1 0 0,1 0-1 0 0,0 1 1 0 0,0-1-1 0 0,0 0 1 0 0,0 0-1 0 0,-1 0 1 0 0,1 0-1 0 0,0 0 1 0 0,0 0-1 0 0,0 0 1 0 0,0 0-1 0 0,-1 0 1 0 0,1 0-1 0 0,0 0 1 0 0,0 0-1 0 0,0 0 1 0 0,0 0-1 0 0,-1 0 1 0 0,1 0-1 0 0,0-1 1 0 0,0 1-1 0 0,0 0 1 0 0,0 0-1 0 0,-1 0 1 0 0,1 0-1 0 0,0 0 1 0 0,0 0-1 0 0,-10-6 30 0 0,9 5-25 0 0,0-1-5 0 0,-1 0-1 0 0,1-1 1 0 0,0 1-1 0 0,0 0 1 0 0,0-1-1 0 0,0 1 1 0 0,0 0-1 0 0,1-1 1 0 0,-1 1-1 0 0,1-1 1 0 0,-1 1-1 0 0,1-1 1 0 0,0 1-1 0 0,0-6 1 0 0,8-35-11 0 0,-6 32 10 0 0,1-1-6 0 0,1-1 0 0 0,0 1 0 0 0,1 0 0 0 0,0 1 0 0 0,1-1 0 0 0,0 1 0 0 0,1 0 0 0 0,0 1 0 0 0,14-17 0 0 0,-14 20 1 0 0,-1 0 1 0 0,1 0-1 0 0,1 1 1 0 0,-1 0-1 0 0,1 0 0 0 0,0 1 1 0 0,0 0-1 0 0,1 0 1 0 0,0 1-1 0 0,-1 0 0 0 0,1 0 1 0 0,1 1-1 0 0,12-3 1 0 0,-18 6 0 0 0,1-1 1 0 0,-1 1 0 0 0,1-1 0 0 0,-1 1 0 0 0,1 1-1 0 0,-1-1 1 0 0,1 1 0 0 0,-1-1 0 0 0,1 1-1 0 0,-1 0 1 0 0,1 1 0 0 0,-1-1 0 0 0,0 1-1 0 0,0 0 1 0 0,0 0 0 0 0,0 0 0 0 0,0 1-1 0 0,0-1 1 0 0,-1 1 0 0 0,1 0 0 0 0,-1 0-1 0 0,5 5 1 0 0,-4-2 3 0 0,0-1-1 0 0,0 1 1 0 0,-1 0-1 0 0,1 0 1 0 0,-1 0-1 0 0,-1 1 0 0 0,1-1 1 0 0,-1 1-1 0 0,0-1 1 0 0,-1 1-1 0 0,0 0 1 0 0,0 0-1 0 0,0 0 1 0 0,-1 7-1 0 0,-1 4 13 0 0,-1 0 0 0 0,-1 0 1 0 0,-8 31-1 0 0,-4 22 28 0 0,15-70-75 0 0,0 0-1 0 0,0 0 1 0 0,-1 0 0 0 0,1 0-1 0 0,0-1 1 0 0,0 1-1 0 0,0 0 1 0 0,0 0 0 0 0,1 0-1 0 0,-1 0 1 0 0,0 0 0 0 0,0 0-1 0 0,1 0 1 0 0,-1 0 0 0 0,0-1-1 0 0,1 1 1 0 0,-1 0 0 0 0,1 0-1 0 0,-1 0 1 0 0,1-1-1 0 0,-1 1 1 0 0,1 0 0 0 0,-1 0-1 0 0,1-1 1 0 0,0 1 0 0 0,-1-1-1 0 0,1 1 1 0 0,0-1 0 0 0,0 1-1 0 0,0-1 1 0 0,-1 1-1 0 0,1-1 1 0 0,0 1 0 0 0,0-1-1 0 0,0 0 1 0 0,1 1 0 0 0,2-1-252 0 0,0 0 0 0 0,1 1 0 0 0,-1-1 0 0 0,0-1 1 0 0,1 1-1 0 0,3-1 0 0 0,-3 0 184 0 0,6-1-874 0 0,0 0 0 0 0,0-1-1 0 0,11-4 1 0 0,-12 3-466 0 0,15-4-2087 0 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0:00.2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430 107 1176 0 0,'5'-10'1485'0'0,"-1"-1"1"0"0,0 1-1 0 0,-1-1 1 0 0,3-11-1 0 0,6-21 3368 0 0,-12 44-4788 0 0,-1 0-1 0 0,0-1 1 0 0,0 1 0 0 0,0 0-1 0 0,1 0 1 0 0,-1-1-1 0 0,0 1 1 0 0,1 0 0 0 0,-1 0-1 0 0,1 0 1 0 0,-1 0 0 0 0,1 0-1 0 0,-1 0 1 0 0,1 0 0 0 0,0 0-1 0 0,-1 0 1 0 0,1 2 0 0 0,-6 20 624 0 0,5-21-609 0 0,-71 467 4311 0 0,29-151-3556 0 0,27-230-710 0 0,-4-2-1 0 0,-4 0 1 0 0,-41 99-1 0 0,61-176-237 0 0,-1 1 0 0 0,0 0 0 0 0,0-1-1 0 0,-1 0 1 0 0,0 0 0 0 0,-1-1 0 0 0,0 0 0 0 0,-12 11-1 0 0,17-16-166 0 0,-1-1 0 0 0,0 0 0 0 0,0 0 0 0 0,0 0 0 0 0,0 0 0 0 0,0 0 0 0 0,0-1 0 0 0,-1 1 0 0 0,1-1 0 0 0,-1 0 0 0 0,1 0 0 0 0,-1 0 0 0 0,1 0 0 0 0,-1-1 0 0 0,1 0 0 0 0,-1 1 0 0 0,0-1 0 0 0,1-1 0 0 0,-1 1-1 0 0,0 0 1 0 0,1-1 0 0 0,-1 0 0 0 0,1 0 0 0 0,-1 0 0 0 0,1 0 0 0 0,0 0 0 0 0,-1-1 0 0 0,-3-2 0 0 0,-14-11-3604 0 0,1-3-1801 0 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0:01.5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1 617 1836 0 0,'6'-15'609'0'0,"0"1"0"0"0,1 0-1 0 0,1 0 1 0 0,0 0 0 0 0,1 1-1 0 0,0 0 1 0 0,1 1 0 0 0,1 0-1 0 0,18-17 1 0 0,-19 21-445 0 0,1 0 1 0 0,-1 0-1 0 0,1 2 1 0 0,1-1-1 0 0,-1 1 1 0 0,1 1-1 0 0,0 0 1 0 0,1 1 0 0 0,-1 0-1 0 0,1 0 1 0 0,0 2-1 0 0,13-2 1 0 0,-10 3-50 0 0,0 0 0 0 0,0 1 1 0 0,0 1-1 0 0,0 1 0 0 0,0 0 1 0 0,0 1-1 0 0,0 1 0 0 0,-1 0 0 0 0,21 9 1 0 0,-27-9-34 0 0,0 0 0 0 0,-1 0 1 0 0,0 1-1 0 0,0 0 1 0 0,0 1-1 0 0,0 0 0 0 0,-1 0 1 0 0,0 0-1 0 0,0 1 0 0 0,-1 0 1 0 0,1 0-1 0 0,-2 1 0 0 0,1 0 1 0 0,-1 0-1 0 0,0 0 0 0 0,-1 1 1 0 0,4 8-1 0 0,-6-12 48 0 0,-1 0 0 0 0,0 0 0 0 0,0 0 0 0 0,0 1 0 0 0,-1-1 0 0 0,1 0 0 0 0,-1 0 0 0 0,0 0 0 0 0,-1 1 0 0 0,1-1 0 0 0,-1 0 0 0 0,0 0 0 0 0,-1 0 0 0 0,1 0 0 0 0,-1 0 0 0 0,0 0 0 0 0,0 0-1 0 0,-5 7 1 0 0,-4 4 251 0 0,0 0-1 0 0,-1-2 0 0 0,-25 25 0 0 0,-5 6 757 0 0,40-43-954 0 0,5-3-173 0 0,-1 0 1 0 0,0-1-1 0 0,0 1 1 0 0,0-1-1 0 0,0 1 1 0 0,0-1-1 0 0,3-3 1 0 0,5-4 6 0 0,177-153 1 0 0,-14-15-8 0 0,-142 145-10 0 0,-1 2 1 0 0,-1-1 0 0 0,-2-2 0 0 0,-1-1 0 0 0,-2 0 0 0 0,24-46 0 0 0,-44 71-6 0 0,0 0 0 0 0,-1 0 0 0 0,0 0 1 0 0,-1 0-1 0 0,0-1 0 0 0,1-12 0 0 0,-3 19 3 0 0,1 1 1 0 0,-1-1 0 0 0,0 0-1 0 0,0 0 1 0 0,0 1 0 0 0,0-1-1 0 0,-1 0 1 0 0,1 0-1 0 0,-1 1 1 0 0,0-1 0 0 0,0 1-1 0 0,0-1 1 0 0,0 1 0 0 0,0-1-1 0 0,0 1 1 0 0,0-1 0 0 0,-1 1-1 0 0,0 0 1 0 0,1 0-1 0 0,-1 0 1 0 0,0 0 0 0 0,0 0-1 0 0,0 0 1 0 0,0 0 0 0 0,-4-2-1 0 0,3 3 2 0 0,0 0 0 0 0,1 0 1 0 0,-1 1-1 0 0,0-1 0 0 0,1 1 0 0 0,-1 0 0 0 0,0 0 0 0 0,0 0 0 0 0,1 0 0 0 0,-1 0 0 0 0,0 0 0 0 0,1 1 0 0 0,-1-1 0 0 0,0 1 1 0 0,1 0-1 0 0,-1 0 0 0 0,-3 2 0 0 0,0-1 6 0 0,0 1 0 0 0,0 1 1 0 0,1-1-1 0 0,-1 1 0 0 0,-8 7 1 0 0,1 2-5 0 0,1 0 1 0 0,1 1 0 0 0,0 0-1 0 0,1 1 1 0 0,1 0 0 0 0,0 1-1 0 0,-9 22 1 0 0,5-7 0 0 0,3 0 0 0 0,0 1 1 0 0,-4 35-1 0 0,8-40 1 0 0,2 1 1 0 0,1 0 0 0 0,2 1 0 0 0,0-1-1 0 0,2 0 1 0 0,1 0 0 0 0,2 0 0 0 0,12 52-1 0 0,-14-75 5 0 0,0 0-1 0 0,0 0 0 0 0,0 0 1 0 0,1 0-1 0 0,-1 0 0 0 0,1 0 0 0 0,1-1 1 0 0,-1 1-1 0 0,0-1 0 0 0,1 0 1 0 0,0 0-1 0 0,0 0 0 0 0,0-1 1 0 0,1 1-1 0 0,6 3 0 0 0,-5-4 0 0 0,1 0-1 0 0,0 0 0 0 0,1 0 1 0 0,-1-1-1 0 0,0 0 0 0 0,1-1 0 0 0,-1 1 1 0 0,1-1-1 0 0,-1-1 0 0 0,15 0 1 0 0,-7-1-7 0 0,0-1 0 0 0,1 0 0 0 0,-1-1 0 0 0,0-1 0 0 0,-1 0 0 0 0,1-1 0 0 0,-1-1 0 0 0,0 0 0 0 0,0-1 1 0 0,0-1-1 0 0,12-9 0 0 0,-11 7-4 0 0,-1-2 0 0 0,0 0 0 0 0,0 0 0 0 0,-2-2 0 0 0,0 1 1 0 0,0-2-1 0 0,-1 1 0 0 0,17-33 0 0 0,-23 38 5 0 0,0-1 0 0 0,-1 0 0 0 0,0 0 0 0 0,-1 0 0 0 0,0 0 0 0 0,-1 0 0 0 0,0-1 1 0 0,-1 1-1 0 0,0-1 0 0 0,0-13 0 0 0,-3 19-1 0 0,2 4-1 0 0,-1 0 0 0 0,0 1 0 0 0,1-1-1 0 0,-1 0 1 0 0,0 0 0 0 0,0 0 0 0 0,0 0 0 0 0,0 1 0 0 0,0-1-1 0 0,0 0 1 0 0,0 1 0 0 0,0-1 0 0 0,0 1 0 0 0,0-1 0 0 0,0 1 0 0 0,0-1-1 0 0,-1 1 1 0 0,1 0 0 0 0,0 0 0 0 0,0-1 0 0 0,0 1 0 0 0,-1 0-1 0 0,1 0 1 0 0,0 0 0 0 0,0 0 0 0 0,0 1 0 0 0,-1-1 0 0 0,1 0-1 0 0,0 0 1 0 0,0 1 0 0 0,0-1 0 0 0,0 1 0 0 0,0-1 0 0 0,0 1 0 0 0,0-1-1 0 0,0 1 1 0 0,0 0 0 0 0,0-1 0 0 0,0 1 0 0 0,0 0 0 0 0,0 0-1 0 0,-1 1 1 0 0,0-1 2 0 0,-7 7 0 0 0,1-1 0 0 0,-1 1 0 0 0,1 0 0 0 0,1 1 0 0 0,0 0 1 0 0,0 0-1 0 0,0 1 0 0 0,1 0 0 0 0,1 0 0 0 0,0 0 0 0 0,-6 16 0 0 0,6-12 11 0 0,1 0 0 0 0,0 1 0 0 0,0 0 0 0 0,2-1 0 0 0,0 1 0 0 0,0 0 0 0 0,2 0 0 0 0,1 20 0 0 0,-1-31 1 0 0,1 0 0 0 0,-1 1 0 0 0,1-1-1 0 0,0 0 1 0 0,1 0 0 0 0,-1 0 0 0 0,1 0 0 0 0,-1 0 0 0 0,1 0 0 0 0,1-1 0 0 0,-1 1 0 0 0,0 0 0 0 0,1-1 0 0 0,0 0 0 0 0,0 1 0 0 0,0-1 0 0 0,3 3 0 0 0,-1-3-71 0 0,0 0 0 0 0,1 0 0 0 0,-1 0 0 0 0,0-1 0 0 0,1 0 0 0 0,-1 0 0 0 0,1 0 0 0 0,0 0 0 0 0,0-1 0 0 0,0 0 0 0 0,6 0 0 0 0,3-1-439 0 0,0 0 1 0 0,0 0-1 0 0,0-2 1 0 0,-1 0-1 0 0,1-1 1 0 0,-1 0-1 0 0,1-1 1 0 0,-1-1-1 0 0,14-6 1 0 0,-18 6 35 0 0,0 0-1 0 0,-1-1 1 0 0,0 0-1 0 0,0-1 1 0 0,0 0 0 0 0,-1 0-1 0 0,0-1 1 0 0,0 0 0 0 0,0 0-1 0 0,9-15 1 0 0,-9 9 437 0 0,0 1 0 0 0,-1-2 0 0 0,-1 1 0 0 0,0-1 0 0 0,0 0 0 0 0,5-27 0 0 0,-7 19 811 0 0,-2 11-80 0 0,1 1 1 0 0,6-21-1 0 0,-8 31-606 0 0,-1 0-71 0 0,1 1 0 0 0,0 0 1 0 0,-1-1-1 0 0,1 1 0 0 0,0 0 0 0 0,0 0 0 0 0,-1-1 0 0 0,1 1 0 0 0,0 0 0 0 0,0 0 0 0 0,-1 0 0 0 0,1 0 0 0 0,0 0 0 0 0,0 0 0 0 0,-1 0 0 0 0,2 0 0 0 0,5 3 110 0 0,-1 0 1 0 0,0 0-1 0 0,0 1 0 0 0,0 0 0 0 0,0 0 0 0 0,0 0 0 0 0,-1 1 0 0 0,0-1 0 0 0,0 1 0 0 0,0 0 0 0 0,-1 1 0 0 0,0-1 0 0 0,0 1 1 0 0,0 0-1 0 0,0 0 0 0 0,-1 0 0 0 0,0 1 0 0 0,3 9 0 0 0,-3-7 141 0 0,0 1 0 0 0,-1-1 0 0 0,-1 0-1 0 0,1 1 1 0 0,-1 0 0 0 0,-1-1 0 0 0,0 1 0 0 0,0 0 0 0 0,-1-1 0 0 0,0 1-1 0 0,-1-1 1 0 0,0 1 0 0 0,-4 11 0 0 0,-18 42 2831 0 0,22-56-2530 0 0,2-10-178 0 0,4-11-208 0 0,42-50-237 0 0,2 3-1 0 0,72-72 0 0 0,-16 19-3 0 0,-85 94 41 0 0,-13 14-38 0 0,0-1 0 0 0,0 0-1 0 0,0-1 1 0 0,6-10-1 0 0,-11 16 5 0 0,-3 2-36 0 0,-14 0 43 0 0,5 6 20 0 0,0 1 1 0 0,1 1 0 0 0,0 0 0 0 0,0 0-1 0 0,1 1 1 0 0,0 0 0 0 0,1 1-1 0 0,0 0 1 0 0,-11 18 0 0 0,9-12 9 0 0,0 0 1 0 0,2 1-1 0 0,0 0 0 0 0,0 1 1 0 0,-8 37-1 0 0,14-51 4 0 0,2 1 0 0 0,-1 0 0 0 0,0-1 0 0 0,1 1 0 0 0,0 0 0 0 0,0 0 0 0 0,0 0 0 0 0,1-1 0 0 0,-1 1 0 0 0,1 0 0 0 0,0-1 0 0 0,1 1 0 0 0,-1 0 0 0 0,1-1 0 0 0,0 1 0 0 0,0-1 0 0 0,0 0 0 0 0,1 0 0 0 0,0 0 0 0 0,-1 0 0 0 0,1 0 0 0 0,1-1 0 0 0,-1 1 0 0 0,0-1 0 0 0,1 0 0 0 0,0 0 0 0 0,0 0 0 0 0,-1 0-1 0 0,2-1 1 0 0,-1 1 0 0 0,0-1 0 0 0,0 0 0 0 0,1 0 0 0 0,8 2 0 0 0,17 3-283 0 0,0 0 0 0 0,0-2 0 0 0,1-1 1 0 0,-1-2-1 0 0,1-1 0 0 0,0-1 0 0 0,-1-1 0 0 0,60-12 0 0 0,-58 6-2000 0 0,1-1 0 0 0,-1-2 0 0 0,-1-1-1 0 0,51-25 1 0 0,-49 17-3348 0 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0:03.9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53 865 720 0 0,'-4'-3'538'0'0,"-1"0"0"0"0,1 0-1 0 0,0 0 1 0 0,1-1 0 0 0,-1 0 0 0 0,1 0 0 0 0,-1 0 0 0 0,1 0-1 0 0,0 0 1 0 0,0 0 0 0 0,1-1 0 0 0,0 0 0 0 0,-4-9-1 0 0,5 12-472 0 0,1 0 0 0 0,-1 0 0 0 0,1 0 0 0 0,-1 0 1 0 0,1 0-1 0 0,0 0 0 0 0,0 0 0 0 0,0 0 0 0 0,0 0 0 0 0,1 0 0 0 0,-1 0 0 0 0,0 0 0 0 0,1 0 0 0 0,-1 0 0 0 0,1 0 0 0 0,0 0 0 0 0,0 0 0 0 0,-1 0 0 0 0,1 0 0 0 0,1 1 0 0 0,-1-1 0 0 0,0 0 0 0 0,0 1 0 0 0,1-1 0 0 0,-1 1 0 0 0,1-1 0 0 0,-1 1 0 0 0,1 0 0 0 0,-1-1 0 0 0,1 1 0 0 0,0 0 0 0 0,0 0 0 0 0,-1 0 0 0 0,1 0 0 0 0,0 1 0 0 0,0-1 0 0 0,3 0 0 0 0,2-1-15 0 0,-1 1 0 0 0,0 0 0 0 0,1 0 0 0 0,-1 1 0 0 0,1 0 0 0 0,-1 0 0 0 0,1 1 0 0 0,-1-1 0 0 0,1 1 0 0 0,-1 1 0 0 0,0-1 0 0 0,0 1 0 0 0,1 0 0 0 0,-1 1 0 0 0,11 5 0 0 0,-5-1-11 0 0,0 0 0 0 0,0 1 0 0 0,0 1 0 0 0,-1 0 0 0 0,0 0 0 0 0,11 14 0 0 0,-16-16 49 0 0,0 0 0 0 0,0 1 0 0 0,-1-1 0 0 0,0 1 0 0 0,-1 0 0 0 0,0 1 1 0 0,0-1-1 0 0,-1 1 0 0 0,0 0 0 0 0,0 0 0 0 0,-1 0 0 0 0,0 0 0 0 0,-1 0 0 0 0,0 0 0 0 0,0 1 0 0 0,-1-1 0 0 0,0 0 0 0 0,-3 18 0 0 0,1-16 57 0 0,-1 0 0 0 0,0 0 0 0 0,0-1 0 0 0,-2 0 0 0 0,1 1 0 0 0,-1-1 0 0 0,0-1 0 0 0,-1 1-1 0 0,0-1 1 0 0,-1 0 0 0 0,0 0 0 0 0,0-1 0 0 0,-1 0 0 0 0,0 0 0 0 0,-12 9 0 0 0,19-17-138 0 0,1 1-1 0 0,-1-1 1 0 0,1 1 0 0 0,-1-1 0 0 0,1 1-1 0 0,-1-1 1 0 0,0 1 0 0 0,1-1 0 0 0,-1 1 0 0 0,0-1-1 0 0,1 0 1 0 0,-1 1 0 0 0,0-1 0 0 0,1 0 0 0 0,-1 0-1 0 0,0 1 1 0 0,0-1 0 0 0,1 0 0 0 0,-1 0-1 0 0,0 0 1 0 0,0 0 0 0 0,1 0 0 0 0,-1 0 0 0 0,0 0-1 0 0,0 0 1 0 0,1 0 0 0 0,-1-1 0 0 0,0 1-1 0 0,1 0 1 0 0,-1 0 0 0 0,0-1 0 0 0,0 1 0 0 0,1 0-1 0 0,-1-1 1 0 0,0 1 0 0 0,1-1 0 0 0,-1 1 0 0 0,1 0-1 0 0,-1-1 1 0 0,1 0 0 0 0,-1 1 0 0 0,1-1-1 0 0,-1 1 1 0 0,1-1 0 0 0,-1 0 0 0 0,1 1 0 0 0,0-1-1 0 0,-1-1 1 0 0,0-1-6 0 0,0 1 1 0 0,0-1-1 0 0,1 0 0 0 0,-1 0 0 0 0,1 0 0 0 0,0 0 0 0 0,0-1 1 0 0,0 1-1 0 0,0 0 0 0 0,1-4 0 0 0,4-13-1 0 0,1 1 0 0 0,1-1 0 0 0,1 1 1 0 0,0 1-1 0 0,2-1 0 0 0,0 2 0 0 0,1-1 0 0 0,15-18 0 0 0,-8 14-8 0 0,0 1 1 0 0,2 1-1 0 0,0 1 1 0 0,1 1-1 0 0,36-24 0 0 0,-54 40 5 0 0,0-1-1 0 0,1 1 0 0 0,-1 0 1 0 0,0 1-1 0 0,1-1 1 0 0,-1 1-1 0 0,1-1 0 0 0,-1 1 1 0 0,1 0-1 0 0,4 0 0 0 0,9-1-6 0 0,3 5 14 0 0,-18-1-3 0 0,1-1-1 0 0,0 1 0 0 0,-1-1 0 0 0,1 1 0 0 0,-1 0 1 0 0,0 0-1 0 0,0 0 0 0 0,0 0 0 0 0,0 1 0 0 0,0-1 1 0 0,0 1-1 0 0,0-1 0 0 0,-1 1 0 0 0,1-1 0 0 0,-1 1 0 0 0,0 0 1 0 0,0 0-1 0 0,0 0 0 0 0,0-1 0 0 0,0 1 0 0 0,0 5 1 0 0,1 7 1 0 0,0 0 1 0 0,-1 31-1 0 0,-1-33-6 0 0,-1-5 5 0 0,1-1-1 0 0,1 1 0 0 0,0-1 1 0 0,0 0-1 0 0,0 0 0 0 0,1 1 0 0 0,0-1 1 0 0,5 12-1 0 0,-5-15-3 0 0,0-1 1 0 0,0 0-1 0 0,0 0 1 0 0,1 0-1 0 0,-1 0 1 0 0,1 0-1 0 0,0-1 0 0 0,0 1 1 0 0,0-1-1 0 0,0 0 1 0 0,0 1-1 0 0,1-2 0 0 0,-1 1 1 0 0,1 0-1 0 0,-1-1 1 0 0,1 1-1 0 0,-1-1 0 0 0,8 1 1 0 0,3 1-98 0 0,1-1 0 0 0,0 0 1 0 0,-1-1-1 0 0,1-1 0 0 0,0-1 1 0 0,0 0-1 0 0,-1-1 0 0 0,18-3 0 0 0,-28 4 85 0 0,0 0 0 0 0,1-1-1 0 0,-1 1 1 0 0,0-1-1 0 0,0 0 1 0 0,0 0-1 0 0,0 0 1 0 0,-1 0 0 0 0,1 0-1 0 0,0-1 1 0 0,-1 0-1 0 0,0 0 1 0 0,0 0 0 0 0,1 0-1 0 0,-2 0 1 0 0,5-6-1 0 0,-4 3 10 0 0,0 1-1 0 0,-1-1 1 0 0,1 0-1 0 0,-1 0 1 0 0,0 0-1 0 0,-1 0 1 0 0,0 0-1 0 0,0 0 1 0 0,0 0-1 0 0,0-10 1 0 0,-2 1 7 0 0,0 0 1 0 0,-1 1-1 0 0,0-1 0 0 0,-1 1 1 0 0,-1-1-1 0 0,0 1 0 0 0,-1 0 1 0 0,0 1-1 0 0,-9-15 0 0 0,11 21-2 0 0,-1 1-1 0 0,0 0 0 0 0,0 1 1 0 0,-1-1-1 0 0,1 1 0 0 0,-1 0 1 0 0,-1 0-1 0 0,1 0 0 0 0,0 1 1 0 0,-1 0-1 0 0,0 0 1 0 0,0 0-1 0 0,0 1 0 0 0,-1 0 1 0 0,1 0-1 0 0,-1 1 0 0 0,1-1 1 0 0,-1 1-1 0 0,0 1 0 0 0,-8-2 1 0 0,13 3-1 0 0,0-1 0 0 0,0 1 1 0 0,0-1-1 0 0,0 1 0 0 0,0 0 0 0 0,0 0 1 0 0,0 0-1 0 0,0 0 0 0 0,0 0 1 0 0,0 0-1 0 0,0 0 0 0 0,0 1 1 0 0,0-1-1 0 0,0 1 0 0 0,-2 1 0 0 0,-2 0-2 0 0,1 0-5 0 0,0-1 0 0 0,0 1-1 0 0,0 0 1 0 0,1 0 0 0 0,-1 0-1 0 0,1 1 1 0 0,-1-1 0 0 0,1 1-1 0 0,0 0 1 0 0,0 0 0 0 0,0 1-1 0 0,1-1 1 0 0,-1 1 0 0 0,1 0-1 0 0,0 0 1 0 0,0 0 0 0 0,0 0-1 0 0,0 0 1 0 0,1 1 0 0 0,0-1 0 0 0,0 1-1 0 0,-2 7 1 0 0,3-9-59 0 0,0 0-1 0 0,0 1 1 0 0,0-1 0 0 0,1 1-1 0 0,0-1 1 0 0,0 1 0 0 0,0-1-1 0 0,0 1 1 0 0,0-1 0 0 0,0 1-1 0 0,1-1 1 0 0,0 0-1 0 0,0 1 1 0 0,0-1 0 0 0,0 0-1 0 0,0 1 1 0 0,1-1 0 0 0,-1 0-1 0 0,1 0 1 0 0,0 0 0 0 0,0 0-1 0 0,0-1 1 0 0,0 1 0 0 0,1 0-1 0 0,-1-1 1 0 0,1 0 0 0 0,-1 1-1 0 0,1-1 1 0 0,0 0 0 0 0,0 0-1 0 0,0-1 1 0 0,4 3 0 0 0,5 1-355 0 0,0-1 1 0 0,1 0-1 0 0,-1-1 1 0 0,1 0-1 0 0,0-1 1 0 0,-1-1 0 0 0,1 0-1 0 0,0 0 1 0 0,18-3-1 0 0,-13 1 92 0 0,0-2-1 0 0,0 0 1 0 0,0-1-1 0 0,0 0 1 0 0,-1-2 0 0 0,19-8-1 0 0,-23 8 367 0 0,0-1 1 0 0,-1-1-1 0 0,0 0 0 0 0,0-1 1 0 0,-1 0-1 0 0,0-1 0 0 0,13-14 1 0 0,-15 13 479 0 0,1-1 0 0 0,-2 0 0 0 0,0 0 0 0 0,0 0 0 0 0,-1-1 0 0 0,-1-1 0 0 0,6-15 0 0 0,-11 27 195 0 0,-2 6-599 0 0,0 1 1 0 0,0-1-1 0 0,0 1 1 0 0,-1-1-1 0 0,1 0 1 0 0,-1 1 0 0 0,0-1-1 0 0,-4 7 1 0 0,-7 14 264 0 0,0 8-49 0 0,3-8-91 0 0,-13 48 1 0 0,22-67-223 0 0,-1 1 1 0 0,1-1 0 0 0,1 1 0 0 0,-1 0 0 0 0,1-1 0 0 0,0 1 0 0 0,0 0 0 0 0,1-1 0 0 0,0 1 0 0 0,0-1 0 0 0,1 1 0 0 0,4 10 0 0 0,-4-14-10 0 0,-1 0 0 0 0,1 0 0 0 0,0 0 0 0 0,1 0 0 0 0,-1-1 0 0 0,0 1 0 0 0,1-1 0 0 0,0 0 0 0 0,-1 0 0 0 0,1 0 0 0 0,0 0 0 0 0,0 0-1 0 0,0 0 1 0 0,0-1 0 0 0,0 0 0 0 0,1 1 0 0 0,-1-1 0 0 0,0-1 0 0 0,1 1 0 0 0,-1 0 0 0 0,0-1 0 0 0,1 1 0 0 0,-1-1 0 0 0,1 0 0 0 0,-1 0 0 0 0,5-1 0 0 0,2 0-7 0 0,0 0 0 0 0,0-1-1 0 0,0 0 1 0 0,-1-1 0 0 0,1 0 0 0 0,-1 0 0 0 0,17-9 0 0 0,-16 6 3 0 0,-1 0 0 0 0,-1 0 0 0 0,1-1 0 0 0,-1 0 0 0 0,0-1 1 0 0,-1 0-1 0 0,0 0 0 0 0,0-1 0 0 0,0 0 0 0 0,-1 0 1 0 0,5-12-1 0 0,1-4 18 0 0,-1-1 0 0 0,-1 0 0 0 0,8-33 0 0 0,-6 16-12 0 0,-12 41-11 0 0,-5 32-53 0 0,-2-5 50 0 0,2 1 0 0 0,-2 27 0 0 0,6-42 7 0 0,0-1 0 0 0,1 1 0 0 0,1-1 0 0 0,0 1 0 0 0,0-1 0 0 0,1 0-1 0 0,6 20 1 0 0,-7-27 1 0 0,0 0 1 0 0,0-1-1 0 0,0 1 0 0 0,1-1 0 0 0,-1 1 1 0 0,1-1-1 0 0,0 1 0 0 0,0-1 1 0 0,0 0-1 0 0,0 0 0 0 0,0 0 0 0 0,0 0 1 0 0,1 0-1 0 0,-1 0 0 0 0,1-1 0 0 0,-1 1 1 0 0,5 1-1 0 0,-3-2-12 0 0,0 0 0 0 0,1 0 1 0 0,-1 0-1 0 0,0 0 0 0 0,1-1 1 0 0,-1 1-1 0 0,1-1 0 0 0,-1 0 1 0 0,0-1-1 0 0,8-1 0 0 0,-2 0-113 0 0,-2 0 0 0 0,1-1 0 0 0,0 0 0 0 0,0 0 0 0 0,-1-1 0 0 0,0-1 0 0 0,0 1 0 0 0,0-1 0 0 0,0 0 0 0 0,11-12 0 0 0,-2-1-191 0 0,-1-1 1 0 0,-1-1-1 0 0,0 0 1 0 0,-2-2-1 0 0,-1 1 1 0 0,15-35-1 0 0,-8 9 116 0 0,-3-1-1 0 0,14-60 1 0 0,-14 33 594 0 0,-2-1 1 0 0,-4 0-1 0 0,-4-1 0 0 0,-4-113 0 0 0,-2 188-369 0 0,0-3 74 0 0,-1 0-1 0 0,1-1 0 0 0,-1 1 0 0 0,0 0 1 0 0,-2-6-1 0 0,2 10-11 0 0,-1 3-8 0 0,-2 2-35 0 0,1 0 0 0 0,0 0 0 0 0,-1 0-1 0 0,1 1 1 0 0,1 0 0 0 0,-1-1 0 0 0,1 1 0 0 0,0 0-1 0 0,0 0 1 0 0,-2 7 0 0 0,-12 62 520 0 0,10-40-256 0 0,-20 105 1101 0 0,-14 222-1 0 0,40-347-1418 0 0,-2 18 84 0 0,3 49-1 0 0,0-73-135 0 0,0 1 0 0 0,0-1 0 0 0,1 0 0 0 0,0 0 0 0 0,0 0 1 0 0,1 0-1 0 0,0 0 0 0 0,1 0 0 0 0,0-1 0 0 0,0 0 0 0 0,5 8 0 0 0,-6-11-65 0 0,0-1-1 0 0,0 0 0 0 0,0-1 0 0 0,0 1 1 0 0,0 0-1 0 0,0-1 0 0 0,1 0 0 0 0,-1 1 1 0 0,1-1-1 0 0,0-1 0 0 0,-1 1 0 0 0,1 0 1 0 0,0-1-1 0 0,0 0 0 0 0,5 1 0 0 0,-3-1-111 0 0,1-1 0 0 0,-1 0 0 0 0,1 0 0 0 0,-1 0 0 0 0,1-1-1 0 0,-1 0 1 0 0,1 0 0 0 0,11-4 0 0 0,-5 0-52 0 0,0 0 1 0 0,0-1 0 0 0,-1 0-1 0 0,0-1 1 0 0,0-1-1 0 0,0 0 1 0 0,-1-1-1 0 0,13-12 1 0 0,-9 4 503 0 0,-1-1 0 0 0,-1 0 0 0 0,-1-1 0 0 0,0 0 0 0 0,16-41 1 0 0,-2-16 3840 0 0,-25 75-3830 0 0,2-6 235 0 0,-1 7-83 0 0,-5 9-27 0 0,-4 17-211 0 0,1 0 0 0 0,0 1-1 0 0,3 0 1 0 0,0-1 0 0 0,1 53-1 0 0,2-76-244 0 0,1 1 0 0 0,-1 0-1 0 0,1-1 1 0 0,-1 1 0 0 0,1-1-1 0 0,0 1 1 0 0,0-1 0 0 0,0 0-1 0 0,1 1 1 0 0,0-1-1 0 0,-1 0 1 0 0,1 0 0 0 0,0 0-1 0 0,0 0 1 0 0,5 4 0 0 0,-5-5-96 0 0,1 0 0 0 0,-1 0 1 0 0,1 0-1 0 0,0-1 0 0 0,0 0 1 0 0,0 1-1 0 0,0-1 0 0 0,0 0 1 0 0,0 0-1 0 0,0 0 0 0 0,0-1 1 0 0,1 1-1 0 0,-1-1 0 0 0,0 0 1 0 0,0 0-1 0 0,0 0 0 0 0,6-1 1 0 0,1 0-669 0 0,0-1 1 0 0,-1 0 0 0 0,1-1 0 0 0,-1 0 0 0 0,1-1-1 0 0,16-8 1 0 0,-3-2-1542 0 0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0:04.6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49 167 556 0 0,'10'-28'4119'0'0,"-7"22"-3082"0"0,0 0-1 0 0,-1-1 0 0 0,0 1 0 0 0,0-1 0 0 0,1-12 0 0 0,-8 65 1675 0 0,-31 100-1869 0 0,29-115-718 0 0,-11 31 720 0 0,17-61-527 0 0,-5-12-158 0 0,6-1-147 0 0,1-1 0 0 0,1 1 0 0 0,0 0 0 0 0,1-1 0 0 0,0 1 0 0 0,1 0 0 0 0,0 1 1 0 0,1-1-1 0 0,0 1 0 0 0,1 0 0 0 0,7-11 0 0 0,-4 8-17 0 0,1 1-1 0 0,0 1 1 0 0,1 0 0 0 0,0 0-1 0 0,1 1 1 0 0,0 1 0 0 0,0 0-1 0 0,20-11 1 0 0,-29 19 3 0 0,0 0 0 0 0,0 0 0 0 0,1 0 0 0 0,-1 1 0 0 0,1-1 0 0 0,-1 1 0 0 0,1 0 0 0 0,0 0 0 0 0,0 1 0 0 0,-1-1 0 0 0,1 1 0 0 0,0 0 0 0 0,0 0 0 0 0,-1 0 0 0 0,1 0 0 0 0,0 0 0 0 0,0 1 0 0 0,-1 0 0 0 0,1 0 0 0 0,0 0 0 0 0,-1 0-1 0 0,1 1 1 0 0,5 2 0 0 0,-5-1 2 0 0,-1-1 0 0 0,1 1 0 0 0,-1 0 0 0 0,1 1-1 0 0,-1-1 1 0 0,0 0 0 0 0,0 1 0 0 0,-1 0 0 0 0,1-1-1 0 0,-1 1 1 0 0,0 0 0 0 0,0 1 0 0 0,0-1 0 0 0,0 0-1 0 0,-1 0 1 0 0,1 1 0 0 0,-1-1 0 0 0,1 9-1 0 0,-1 10 0 0 0,-1-1 0 0 0,-1 1-1 0 0,-1 0 1 0 0,-9 42 0 0 0,9-52 7 0 0,-3 25-14 0 0,5-33 0 0 0,0-4 9 0 0,1 1 0 0 0,-1-1 0 0 0,1 0 0 0 0,-1 1 0 0 0,1-1 0 0 0,-1 1 0 0 0,1-1 0 0 0,0 0 0 0 0,0 0 0 0 0,0 1 0 0 0,-1-1 0 0 0,1 0 0 0 0,2 1 0 0 0,10 1 8 0 0,-10-3-8 0 0,10-1-13 0 0,-1-1 1 0 0,1 0 0 0 0,-1-1-1 0 0,1 0 1 0 0,-1-1-1 0 0,0 0 1 0 0,0-1 0 0 0,19-10-1 0 0,90-62-162 0 0,-111 71 165 0 0,14-11-2 0 0,0-1 0 0 0,-1-1 0 0 0,-1-1 0 0 0,-1-1 0 0 0,-1 0 0 0 0,-1-2-1 0 0,-1 0 1 0 0,-1-1 0 0 0,20-38 0 0 0,-36 61 9 0 0,0-1 0 0 0,0 0 0 0 0,0 0 0 0 0,-1 0 0 0 0,1 0 0 0 0,-1 0 0 0 0,1 0 0 0 0,-1 0 0 0 0,0-3 0 0 0,0 5 3 0 0,0-1-1 0 0,0 1 1 0 0,0-1 0 0 0,0 1 0 0 0,0-1 0 0 0,0 1-1 0 0,0-1 1 0 0,-1 1 0 0 0,1-1 0 0 0,0 1 0 0 0,0-1-1 0 0,0 1 1 0 0,-1-1 0 0 0,1 1 0 0 0,0 0 0 0 0,-1-1-1 0 0,1 1 1 0 0,0-1 0 0 0,-1 1 0 0 0,1 0 0 0 0,-1-1-1 0 0,1 1 1 0 0,0 0 0 0 0,-1 0 0 0 0,1-1 0 0 0,-1 1-1 0 0,1 0 1 0 0,-1 0 0 0 0,1 0 0 0 0,-1 0-1 0 0,1-1 1 0 0,-2 1 0 0 0,1 0 1 0 0,-1 0 0 0 0,1 1 0 0 0,-1-1 0 0 0,1 0-1 0 0,-1 1 1 0 0,1-1 0 0 0,-1 1 0 0 0,1-1 0 0 0,-1 1 0 0 0,1 0 0 0 0,0 0 0 0 0,-1-1 0 0 0,1 1-1 0 0,0 0 1 0 0,0 0 0 0 0,-2 2 0 0 0,-18 19 39 0 0,19-19-25 0 0,-10 11 5 0 0,0 1 1 0 0,2 0 0 0 0,0 0 0 0 0,0 1-1 0 0,2 1 1 0 0,0-1 0 0 0,0 2-1 0 0,2-1 1 0 0,0 1 0 0 0,-5 28-1 0 0,10-39-11 0 0,0 1 0 0 0,1 0 0 0 0,0 0 0 0 0,0 0 0 0 0,0 0 0 0 0,1 0 0 0 0,0 0 0 0 0,1 0 0 0 0,4 14 0 0 0,-5-19-2 0 0,1 0 0 0 0,-1 0 0 0 0,1-1 0 0 0,0 1 0 0 0,0 0 1 0 0,0-1-1 0 0,0 0 0 0 0,0 1 0 0 0,1-1 0 0 0,-1 0 0 0 0,1 0 0 0 0,-1 0 0 0 0,1 0 1 0 0,0-1-1 0 0,0 1 0 0 0,-1-1 0 0 0,1 0 0 0 0,0 1 0 0 0,0-1 0 0 0,1-1 0 0 0,-1 1 1 0 0,0 0-1 0 0,0-1 0 0 0,0 0 0 0 0,0 1 0 0 0,7-2 0 0 0,4 1-87 0 0,1-1 1 0 0,0-1-1 0 0,-1-1 0 0 0,0 0 1 0 0,1-1-1 0 0,-1 0 0 0 0,0-1 0 0 0,-1-1 1 0 0,16-8-1 0 0,-17 8-676 0 0,-1-1 0 0 0,0-1 0 0 0,-1 1 1 0 0,0-2-1 0 0,0 1 0 0 0,11-15 0 0 0,-9 6-2477 0 0,-4 2-1257 0 0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0:04.8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167 45 2616 0 0,'-27'-3'3792'0'0,"-37"-8"0"0"0,4-6-3392 0 0,59 16-870 0 0,-1 1 1 0 0,1-1 0 0 0,-1 0 0 0 0,1 0-1 0 0,0 0 1 0 0,0-1 0 0 0,-1 1 0 0 0,1 0-1 0 0,0 0 1 0 0,-1-2 0 0 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0:05.0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93 376 0 0,'-58'11'4623'0'0,"-18"5"167"0"0,74-15-4535 0 0,6-2-179 0 0,0 1-1 0 0,-1-1 0 0 0,1 0 1 0 0,0 0-1 0 0,-1 0 1 0 0,5-2-1 0 0,12-3 11 0 0,281-54-336 0 0,-99 27-4200 0 0,-181 30 3625 0 0,44-8-1904 0 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0:06.1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41 758 40 0 0,'-3'2'1717'0'0,"1"0"-1390"0"0,-1 0 0 0 0,0 0 0 0 0,1 1 0 0 0,-1-1 0 0 0,1 1 0 0 0,0-1 0 0 0,-1 1 0 0 0,1 0 0 0 0,1 0 0 0 0,-1 0 0 0 0,0 0 0 0 0,1 0 0 0 0,0 0 0 0 0,-1 1 0 0 0,0 3 0 0 0,1 3 67 0 0,-1 0-1 0 0,1 1 0 0 0,1-1 1 0 0,0 1-1 0 0,0 0 1 0 0,1-1-1 0 0,1 1 0 0 0,3 14 1 0 0,-4-23-364 0 0,-1-1 1 0 0,1 0 0 0 0,0 1 0 0 0,-1-1 0 0 0,1 0-1 0 0,0 0 1 0 0,0 0 0 0 0,0 0 0 0 0,0 0 0 0 0,0 1-1 0 0,0-2 1 0 0,0 1 0 0 0,0 0 0 0 0,0 0 0 0 0,1 0-1 0 0,-1 0 1 0 0,0-1 0 0 0,1 1 0 0 0,-1-1-1 0 0,0 1 1 0 0,1-1 0 0 0,-1 1 0 0 0,1-1 0 0 0,-1 0-1 0 0,0 0 1 0 0,1 0 0 0 0,-1 1 0 0 0,1-2 0 0 0,-1 1-1 0 0,1 0 1 0 0,2-1 0 0 0,3 0 2 0 0,1-1-1 0 0,-1 0 1 0 0,0 0 0 0 0,12-6-1 0 0,-19 8-32 0 0,22-12 37 0 0,1-1-1 0 0,-2 0 1 0 0,0-2 0 0 0,0 0-1 0 0,-1-1 1 0 0,-1-1-1 0 0,-1-1 1 0 0,22-28-1 0 0,-9 6-17 0 0,-3 0 0 0 0,-1-2 0 0 0,30-62 0 0 0,-32 49-74 0 0,-2-1 1 0 0,-2-2-1 0 0,-3 0 0 0 0,-3 0 0 0 0,-2-2 1 0 0,9-107-1 0 0,-22 166 51 0 0,0 0 0 0 0,0 0 1 0 0,0 0-1 0 0,0 0 0 0 0,0 0 0 0 0,0 0 1 0 0,0 0-1 0 0,0 1 0 0 0,0-1 0 0 0,0 0 1 0 0,-1 0-1 0 0,1 0 0 0 0,0 0 0 0 0,0 0 1 0 0,-1 1-1 0 0,1-1 0 0 0,-1 0 0 0 0,0-1 1 0 0,1 2 3 0 0,-1 0-1 0 0,1 0 1 0 0,-1-1 0 0 0,1 1 0 0 0,-1 0 0 0 0,1 0 0 0 0,-1 0 0 0 0,1 0 0 0 0,-1 0-1 0 0,1 0 1 0 0,-1 0 0 0 0,1 0 0 0 0,0 0 0 0 0,-1 0 0 0 0,1 0 0 0 0,-1 0 0 0 0,1 0-1 0 0,-1 0 1 0 0,1 0 0 0 0,-1 0 0 0 0,1 1 0 0 0,-1-1 0 0 0,0 1 0 0 0,-2 0 13 0 0,0 1 0 0 0,0 0-1 0 0,0 1 1 0 0,1-1 0 0 0,-1 0 0 0 0,1 1 0 0 0,-4 4 0 0 0,-13 20 87 0 0,2 1 0 0 0,-25 54-1 0 0,-16 63 189 0 0,42-99-241 0 0,2 0 0 0 0,1 0-1 0 0,3 1 1 0 0,2 0 0 0 0,-4 88 0 0 0,12-120-35 0 0,1-1 0 0 0,0 1 0 0 0,1-1 0 0 0,0 1-1 0 0,10 26 1 0 0,-10-33-10 0 0,1-2-1 0 0,0 1 1 0 0,1 0-1 0 0,-1-1 1 0 0,1 1 0 0 0,1-1-1 0 0,-1 0 1 0 0,1 0-1 0 0,0-1 1 0 0,0 1-1 0 0,1-1 1 0 0,0 0-1 0 0,8 5 1 0 0,-2-3-23 0 0,-1-1 1 0 0,1 0-1 0 0,0-1 1 0 0,1-1 0 0 0,-1 0-1 0 0,1 0 1 0 0,0-1-1 0 0,0-1 1 0 0,0 0-1 0 0,0-1 1 0 0,0 0-1 0 0,0-1 1 0 0,0 0-1 0 0,1-1 1 0 0,-1-1-1 0 0,0 0 1 0 0,15-5-1 0 0,-12 2 3 0 0,-1 0 1 0 0,1-1-1 0 0,-2-1 0 0 0,1 0 0 0 0,-1-1 0 0 0,0-1 0 0 0,-1 0 0 0 0,1-1 0 0 0,-2 0 0 0 0,0-1 0 0 0,0 0 0 0 0,-1-1 0 0 0,15-21 0 0 0,-16 20 47 0 0,-1 0 0 0 0,0-1-1 0 0,-2-1 1 0 0,1 0 0 0 0,-2 0 0 0 0,0 0 0 0 0,0 0 0 0 0,5-30 0 0 0,-11 44-21 0 0,1 1 1 0 0,-1-1-1 0 0,0 1 1 0 0,0-1-1 0 0,0 1 0 0 0,0-1 1 0 0,0 1-1 0 0,0-1 1 0 0,0 1-1 0 0,0 0 1 0 0,0-1-1 0 0,0 1 0 0 0,0-1 1 0 0,0 1-1 0 0,0-1 1 0 0,-1 1-1 0 0,1-1 1 0 0,0 1-1 0 0,0-1 0 0 0,0 1 1 0 0,-1 0-1 0 0,1-1 1 0 0,0 1-1 0 0,0-1 1 0 0,-1 1-1 0 0,1 0 0 0 0,0-1 1 0 0,-1 1-1 0 0,1 0 1 0 0,-1-1-1 0 0,1 1 1 0 0,0 0-1 0 0,-1 0 0 0 0,1-1 1 0 0,-1 1-1 0 0,1 0 1 0 0,-1 0-1 0 0,1 0 1 0 0,0 0-1 0 0,-1 0 1 0 0,1 0-1 0 0,-1-1 0 0 0,1 1 1 0 0,-1 0-1 0 0,1 0 1 0 0,-1 0-1 0 0,1 1 1 0 0,-1-1-1 0 0,1 0 0 0 0,-1 0 1 0 0,1 0-1 0 0,-1 0 1 0 0,1 0-1 0 0,-1 0 1 0 0,1 1-1 0 0,0-1 0 0 0,-1 0 1 0 0,-22 13 245 0 0,15-5-165 0 0,0 1 0 0 0,0-1 0 0 0,1 1 0 0 0,0 1 0 0 0,1-1 0 0 0,0 1 0 0 0,-7 16 0 0 0,10-21-75 0 0,1 1-1 0 0,0-1 1 0 0,0 1-1 0 0,0 0 1 0 0,1-1-1 0 0,0 1 1 0 0,0 0-1 0 0,1 0 1 0 0,-1 0-1 0 0,1 0 1 0 0,1 0-1 0 0,-1 0 1 0 0,1-1-1 0 0,0 1 1 0 0,0 0-1 0 0,3 8 1 0 0,-2-11 0 0 0,-1 0 0 0 0,1 0 1 0 0,0 0-1 0 0,0 0 0 0 0,0 0 1 0 0,0 0-1 0 0,0-1 0 0 0,1 1 1 0 0,-1-1-1 0 0,1 0 0 0 0,0 0 1 0 0,0 0-1 0 0,-1 0 0 0 0,7 3 1 0 0,-3-3 4 0 0,0 0 1 0 0,0 0-1 0 0,0 0 0 0 0,0 0 1 0 0,1-1-1 0 0,-1 0 1 0 0,10 0-1 0 0,-4-1 11 0 0,0-1 0 0 0,-1 0 0 0 0,1 0 0 0 0,-1-1 0 0 0,0 0 0 0 0,1-1 0 0 0,-1-1 0 0 0,16-7 0 0 0,-19 7 22 0 0,1-1 0 0 0,-1 0 0 0 0,0-1-1 0 0,-1 0 1 0 0,1 0 0 0 0,-1-1 0 0 0,0 0-1 0 0,-1 0 1 0 0,0-1 0 0 0,0 1 0 0 0,0-1-1 0 0,-1-1 1 0 0,5-10 0 0 0,-7 14-25 0 0,-1 0 0 0 0,-1 0-1 0 0,1 0 1 0 0,-1 0 0 0 0,1 0 0 0 0,-2 0 0 0 0,1-1 0 0 0,0 1-1 0 0,-1 0 1 0 0,0 0 0 0 0,0-1 0 0 0,-1 1 0 0 0,0 0-1 0 0,0 0 1 0 0,0 0 0 0 0,0-1 0 0 0,-1 1 0 0 0,1 0 0 0 0,-1 1-1 0 0,-1-1 1 0 0,1 0 0 0 0,-1 1 0 0 0,0-1 0 0 0,0 1 0 0 0,0 0-1 0 0,-4-4 1 0 0,-10-10-140 0 0,-1 2 1 0 0,-1 0-1 0 0,-34-22 0 0 0,13 13-2792 0 0,0 2-3618 0 0,28 16 2702 0 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0:06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119 112 1368 0 0,'-119'-10'9971'0'0,"144"-3"-9592"0"0,48-6-273 0 0,1 2 1 0 0,135-11 0 0 0,-177 24-113 0 0,274-13-3425 0 0,-257 15 1001 0 0,1 0-1337 0 0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0:07.8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593 604 656 0 0,'2'-7'781'0'0,"1"0"-1"0"0,-1 0 1 0 0,0 0 0 0 0,-1 0 0 0 0,0-1-1 0 0,0 1 1 0 0,0 0 0 0 0,-1-1 0 0 0,-1-8-1 0 0,1 14-713 0 0,-1-1 0 0 0,1 1 1 0 0,-1 0-1 0 0,0-1 0 0 0,0 1 0 0 0,0-1 0 0 0,0 1 0 0 0,0 0 0 0 0,0 0 0 0 0,-1 0 0 0 0,1 0 0 0 0,-1 0 0 0 0,1 0 0 0 0,-1 0 1 0 0,0 0-1 0 0,0 1 0 0 0,0-1 0 0 0,0 1 0 0 0,0-1 0 0 0,0 1 0 0 0,0 0 0 0 0,0 0 0 0 0,-1 0 0 0 0,1 0 0 0 0,0 0 1 0 0,-1 0-1 0 0,1 0 0 0 0,-1 1 0 0 0,1 0 0 0 0,-5-1 0 0 0,1 1-10 0 0,-1 0 0 0 0,0 0 0 0 0,0 1 1 0 0,0 0-1 0 0,0 0 0 0 0,0 0 0 0 0,1 1 0 0 0,-1 0 0 0 0,1 1 1 0 0,-1-1-1 0 0,1 1 0 0 0,-8 5 0 0 0,-8 6 49 0 0,2 0-1 0 0,-21 17 1 0 0,7-3 41 0 0,-55 58-1 0 0,80-77-147 0 0,1 1 0 0 0,1-1-1 0 0,-1 2 1 0 0,2-1 0 0 0,-1 1 0 0 0,2 0 0 0 0,-1 1-1 0 0,2-1 1 0 0,-1 1 0 0 0,1 0 0 0 0,-2 16 0 0 0,5-24 2 0 0,1 0 1 0 0,-1 0-1 0 0,1 0 1 0 0,0 0 0 0 0,0 0-1 0 0,1-1 1 0 0,-1 1-1 0 0,1 0 1 0 0,0 0-1 0 0,0 0 1 0 0,0 0-1 0 0,0-1 1 0 0,1 1 0 0 0,0-1-1 0 0,0 1 1 0 0,-1-1-1 0 0,2 1 1 0 0,-1-1-1 0 0,0 0 1 0 0,1 0-1 0 0,0 0 1 0 0,-1 0 0 0 0,1-1-1 0 0,0 1 1 0 0,0-1-1 0 0,1 0 1 0 0,-1 0-1 0 0,0 0 1 0 0,1 0-1 0 0,-1 0 1 0 0,1-1 0 0 0,0 1-1 0 0,-1-1 1 0 0,6 1-1 0 0,2 0 16 0 0,0 0 1 0 0,-1 0-1 0 0,1-1 0 0 0,0-1 0 0 0,0 1 0 0 0,0-2 1 0 0,0 0-1 0 0,0 0 0 0 0,0-1 0 0 0,0 0 0 0 0,13-5 0 0 0,-14 3-2 0 0,0 0-1 0 0,1-1 1 0 0,-1-1-1 0 0,-1 1 0 0 0,1-2 1 0 0,-1 1-1 0 0,-1-1 0 0 0,1-1 1 0 0,-1 1-1 0 0,0-1 1 0 0,10-14-1 0 0,-7 6 113 0 0,-1 0 0 0 0,-1 0 0 0 0,0-1 0 0 0,-2 0 0 0 0,0 0 0 0 0,5-21 0 0 0,-3 13 326 0 0,-6 18-266 0 0,0-1 0 0 0,0 0 0 0 0,-1-1 0 0 0,0 1 0 0 0,1-13 57 0 0,-8 32-161 0 0,-49 204 72 0 0,-15 48 515 0 0,60-232-532 0 0,-72 212 979 0 0,55-173-242 0 0,-52 95 1 0 0,75-159-795 0 0,-1 0 0 0 0,0 1 1 0 0,0-2-1 0 0,0 1 0 0 0,-1 0 1 0 0,0-1-1 0 0,0 0 0 0 0,0 0 1 0 0,-1 0-1 0 0,1-1 0 0 0,-1 0 1 0 0,0 0-1 0 0,-1 0 0 0 0,1-1 1 0 0,0 0-1 0 0,-1 0 1 0 0,0-1-1 0 0,0 0 0 0 0,0 0 1 0 0,0 0-1 0 0,0-1 0 0 0,0 0 1 0 0,0 0-1 0 0,0-1 0 0 0,0 0 1 0 0,-1 0-1 0 0,1-1 0 0 0,0 0 1 0 0,-13-3-1 0 0,15 3-79 0 0,1-1 0 0 0,-1 1-1 0 0,1-1 1 0 0,0 1 0 0 0,0-1 0 0 0,0 0-1 0 0,0-1 1 0 0,0 1 0 0 0,0-1 0 0 0,1 0 0 0 0,-1 0-1 0 0,1 0 1 0 0,-1 0 0 0 0,1-1 0 0 0,0 1 0 0 0,1-1-1 0 0,-1 0 1 0 0,1 1 0 0 0,-1-1 0 0 0,1-1-1 0 0,0 1 1 0 0,1 0 0 0 0,-1 0 0 0 0,1-1 0 0 0,-2-5-1 0 0,3 3-6 0 0,-1-1 0 0 0,1 1 0 0 0,0 0 0 0 0,0-1 0 0 0,1 1 0 0 0,0 0 0 0 0,1-1 0 0 0,-1 1 0 0 0,1 0 0 0 0,1 0 0 0 0,-1 0 0 0 0,1 0 0 0 0,0 1 0 0 0,8-12 0 0 0,4-4-39 0 0,2 1 0 0 0,0 1 1 0 0,1 0-1 0 0,1 1 1 0 0,29-22-1 0 0,114-73-467 0 0,-139 100 427 0 0,229-130-898 0 0,-45 29 253 0 0,-161 86 578 0 0,0-2 0 0 0,52-47 0 0 0,-81 63 123 0 0,-1-1-1 0 0,-1-1 1 0 0,-1 0 0 0 0,16-24-1 0 0,-26 36 29 0 0,0-1 0 0 0,0 0 0 0 0,-1-1 0 0 0,0 1 0 0 0,-1-1 0 0 0,1 1 0 0 0,-1-1 0 0 0,0 0 0 0 0,-1 0-1 0 0,0 0 1 0 0,0 1 0 0 0,0-1 0 0 0,-1-1 0 0 0,0 1 0 0 0,-1 0 0 0 0,1 0 0 0 0,-4-11 0 0 0,4 15-1 0 0,-1 0 1 0 0,0 1-1 0 0,0-1 0 0 0,0 1 0 0 0,-1 0 1 0 0,1-1-1 0 0,-1 1 0 0 0,1 0 0 0 0,-1 0 1 0 0,0 0-1 0 0,0 0 0 0 0,0 0 1 0 0,0 0-1 0 0,0 0 0 0 0,0 1 0 0 0,0-1 1 0 0,0 1-1 0 0,-1 0 0 0 0,1-1 0 0 0,-1 1 1 0 0,-3-1-1 0 0,4 1 1 0 0,-1 0 0 0 0,1 1 0 0 0,-1-1 0 0 0,1 1 0 0 0,-1 0 1 0 0,1-1-1 0 0,-1 1 0 0 0,1 0 0 0 0,-1 0 0 0 0,1 1 0 0 0,-1-1 0 0 0,1 1 0 0 0,-1-1 0 0 0,1 1 0 0 0,-1 0 1 0 0,-2 1-1 0 0,-2 1-1 0 0,-1 1-1 0 0,0 0 0 0 0,0 1 0 0 0,0 0 0 0 0,1 0 0 0 0,-1 1-1 0 0,1 0 1 0 0,1 0 0 0 0,-1 1 0 0 0,1 0 0 0 0,0 0 0 0 0,1 0-1 0 0,0 1 1 0 0,0 0 0 0 0,0 0 0 0 0,1 0 0 0 0,0 1 0 0 0,-5 16-1 0 0,7-17 1 0 0,0 0-1 0 0,0 0 0 0 0,1 0 0 0 0,0 1 0 0 0,0-1 0 0 0,1 0 0 0 0,0 0 1 0 0,1 1-1 0 0,1 8 0 0 0,-1-11 2 0 0,0-1 0 0 0,1 1 0 0 0,0-1 0 0 0,0 0 0 0 0,0 0 1 0 0,1 0-1 0 0,-1 0 0 0 0,1 0 0 0 0,0 0 0 0 0,1-1 0 0 0,-1 0 0 0 0,1 1 0 0 0,0-1 0 0 0,5 4 1 0 0,-2-3-84 0 0,1 0 1 0 0,-1-1 0 0 0,1 0-1 0 0,1 0 1 0 0,-1-1 0 0 0,0 0-1 0 0,1 0 1 0 0,0-1 0 0 0,-1 0-1 0 0,1 0 1 0 0,0-1 0 0 0,0 0-1 0 0,0-1 1 0 0,0 0 0 0 0,0 0-1 0 0,12-3 1 0 0,-3 1-122 0 0,-1-2 0 0 0,1 0-1 0 0,-1-1 1 0 0,0 0 0 0 0,-1-2-1 0 0,1 0 1 0 0,20-12 0 0 0,-21 8-49 0 0,0-1 0 0 0,0 0 0 0 0,-1-2 0 0 0,-1 1 0 0 0,0-2 0 0 0,-1 0 0 0 0,-1 0-1 0 0,0-1 1 0 0,18-34 0 0 0,-7 5-63 0 0,-2-2 0 0 0,25-79 0 0 0,-25 44 393 0 0,-3-1 0 0 0,11-130 0 0 0,-29 211-64 0 0,3-50 389 0 0,-3 49-301 0 0,-1 3-88 0 0,0 0 0 0 0,-1 0 0 0 0,1 1 0 0 0,0-1 0 0 0,0 1 0 0 0,0-1 0 0 0,0 1 0 0 0,-1-1 0 0 0,1 1 0 0 0,0 0 1 0 0,0-1-1 0 0,0 1 0 0 0,0 0 0 0 0,0 0 0 0 0,1 0 0 0 0,-1 0 0 0 0,0 0 0 0 0,0 0 0 0 0,1 0 0 0 0,-1 0 0 0 0,0 0 0 0 0,0 1 0 0 0,-13 32 270 0 0,10-22-152 0 0,-15 41 447 0 0,2 0 1 0 0,-13 75 0 0 0,-4 112 603 0 0,33-226-1134 0 0,-9 104 232 0 0,10-99-227 0 0,0 0 0 0 0,1-1-1 0 0,1 1 1 0 0,5 21 0 0 0,-6-37-58 0 0,-1 0 0 0 0,1-1 0 0 0,0 1 0 0 0,0-1 0 0 0,0 1 0 0 0,0-1 0 0 0,0 1 0 0 0,0-1 0 0 0,1 0 0 0 0,-1 1 0 0 0,1-1 0 0 0,0 0 0 0 0,-1 0 0 0 0,1 0 0 0 0,0 0 0 0 0,0 0 0 0 0,1-1 0 0 0,-1 1 0 0 0,0-1 0 0 0,0 1 1 0 0,1-1-1 0 0,-1 0 0 0 0,1 0 0 0 0,-1 0 0 0 0,1 0 0 0 0,-1 0 0 0 0,1-1 0 0 0,0 1 0 0 0,0-1 0 0 0,-1 0 0 0 0,1 1 0 0 0,0-1 0 0 0,-1-1 0 0 0,1 1 0 0 0,0 0 0 0 0,-1 0 0 0 0,1-1 0 0 0,5-1 0 0 0,1-1-485 0 0,0 0 0 0 0,0-1 0 0 0,-1 0 0 0 0,1 0 0 0 0,-1-1 0 0 0,0 0-1 0 0,0 0 1 0 0,0-1 0 0 0,13-13 0 0 0,12-20-4384 0 0,-17 16 1018 0 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0:08.1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122 122 1896 0 0,'-62'-14'7715'0'0,"4"1"-3374"0"0,56 13-3948 0 0,32-15-59 0 0,35-3-203 0 0,95-14 0 0 0,-8 11-3230 0 0,-100 14-2504 0 0,-38 5 1768 0 0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0:09.6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49 717 1252 0 0,'-7'10'1186'0'0,"1"-1"1"0"0,-1 1-1 0 0,2 1 0 0 0,-1-1 0 0 0,-4 15 0 0 0,8-21-1091 0 0,1 1-1 0 0,0-1 0 0 0,0 1 0 0 0,0 0 1 0 0,0-1-1 0 0,1 1 0 0 0,0 0 0 0 0,0 0 1 0 0,0 0-1 0 0,1-1 0 0 0,-1 1 1 0 0,1 0-1 0 0,0 0 0 0 0,0-1 0 0 0,3 7 1 0 0,-2-9-64 0 0,-1 0 1 0 0,0 1-1 0 0,1-1 1 0 0,0-1-1 0 0,-1 1 0 0 0,1 0 1 0 0,0 0-1 0 0,0-1 1 0 0,0 1-1 0 0,0-1 1 0 0,0 1-1 0 0,0-1 1 0 0,0 0-1 0 0,0 0 1 0 0,1 0-1 0 0,-1 0 1 0 0,0 0-1 0 0,1-1 1 0 0,-1 1-1 0 0,1-1 1 0 0,-1 1-1 0 0,1-1 1 0 0,-1 0-1 0 0,1 0 1 0 0,-1 0-1 0 0,1 0 1 0 0,2-1-1 0 0,9-1 41 0 0,0 0 1 0 0,-1-1-1 0 0,21-7 0 0 0,-31 9-60 0 0,19-7 41 0 0,-1-1 0 0 0,0 0 0 0 0,-1-1 0 0 0,0-1 0 0 0,0-1 0 0 0,-2-1 0 0 0,20-17 0 0 0,-15 9-44 0 0,0-1-1 0 0,-2-1 1 0 0,-1-1-1 0 0,28-42 1 0 0,-18 16 39 0 0,-3-2 0 0 0,-2 0 0 0 0,-2-2 0 0 0,-2 0 1 0 0,15-66-1 0 0,-27 87 158 0 0,-4 18-84 0 0,0 0-1 0 0,-2-1 0 0 0,0 1 1 0 0,2-19-1 0 0,-5 33-119 0 0,0 1 1 0 0,0 0-1 0 0,0 0 0 0 0,0-1 0 0 0,0 1 0 0 0,0 0 0 0 0,0 0 1 0 0,0-1-1 0 0,0 1 0 0 0,0 0 0 0 0,0 0 0 0 0,0-1 1 0 0,0 1-1 0 0,0 0 0 0 0,0 0 0 0 0,0-1 0 0 0,0 1 1 0 0,-1 0-1 0 0,1 0 0 0 0,0 0 0 0 0,0-1 0 0 0,0 1 1 0 0,0 0-1 0 0,0 0 0 0 0,-1 0 0 0 0,1-1 0 0 0,0 1 0 0 0,0 0 1 0 0,0 0-1 0 0,-1 0 0 0 0,1 0 0 0 0,0 0 0 0 0,0-1 1 0 0,0 1-1 0 0,-1 0 0 0 0,1 0 0 0 0,0 0 0 0 0,0 0 1 0 0,-1 0-1 0 0,1 0 0 0 0,0 0 0 0 0,0 0 0 0 0,-1 0 1 0 0,1 0-1 0 0,0 0 0 0 0,-1 0 0 0 0,-13 9 30 0 0,-12 16-28 0 0,6 3 72 0 0,1 1 0 0 0,2 0-1 0 0,-22 50 1 0 0,16-24 74 0 0,-18 70 0 0 0,14-10-138 0 0,24-97-4 0 0,1-1-1 0 0,1 1 1 0 0,1 0 0 0 0,2 29-1 0 0,-1-43 0 0 0,0 1 0 0 0,-1-1 0 0 0,1 0-1 0 0,1 0 1 0 0,-1 1 0 0 0,1-1 0 0 0,-1 0-1 0 0,1 0 1 0 0,0 0 0 0 0,1-1 0 0 0,-1 1-1 0 0,1 0 1 0 0,-1-1 0 0 0,1 0 0 0 0,0 0 0 0 0,0 0-1 0 0,7 6 1 0 0,-4-6-27 0 0,0 0 0 0 0,0 0 0 0 0,-1-1 0 0 0,1 0 0 0 0,1 0 0 0 0,-1 0 1 0 0,0-1-1 0 0,0 1 0 0 0,1-1 0 0 0,-1-1 0 0 0,8 0 0 0 0,6 0-145 0 0,0-2 0 0 0,1-1 1 0 0,-1-1-1 0 0,0 0 0 0 0,0-1 1 0 0,31-14-1 0 0,-24 8 29 0 0,0-3-1 0 0,-1 0 1 0 0,-1-1-1 0 0,0-2 1 0 0,-1 0 0 0 0,-1-2-1 0 0,-1 0 1 0 0,0-2-1 0 0,-1 0 1 0 0,18-26 0 0 0,-17 17 141 0 0,-1-2 0 0 0,-1 0 0 0 0,-2-2 0 0 0,-2 0 1 0 0,0-1-1 0 0,-3 0 0 0 0,13-52 0 0 0,-15 46 757 0 0,-2-1-1 0 0,-1 0 0 0 0,2-68 0 0 0,-10 110-753 0 0,0 0 0 0 0,0-1-1 0 0,0 1 1 0 0,0 0 0 0 0,0 0 0 0 0,0-1-1 0 0,0 1 1 0 0,0 0 0 0 0,0-1 0 0 0,0 1-1 0 0,0 0 1 0 0,0-1 0 0 0,0 1 0 0 0,0 0-1 0 0,0 0 1 0 0,0-1 0 0 0,-1 1 0 0 0,1 0-1 0 0,0-1 1 0 0,0 1 0 0 0,0 0 0 0 0,0 0-1 0 0,-1-1 1 0 0,1 1 0 0 0,0 0-1 0 0,0 0 1 0 0,-1 0 0 0 0,1-1 0 0 0,0 1-1 0 0,0 0 1 0 0,-1 0 0 0 0,1 0 0 0 0,-1 0-1 0 0,-9 4 81 0 0,-8 15-27 0 0,4 2 103 0 0,1 1 1 0 0,1 0-1 0 0,0 1 1 0 0,-14 43 0 0 0,-20 102 874 0 0,-15 169-221 0 0,51-276-196 0 0,10-59 133 0 0,10-24-565 0 0,2-11-148 0 0,1 0 0 0 0,33-57 0 0 0,-39 79-50 0 0,0 0 1 0 0,1 0-1 0 0,0 1 0 0 0,1 0 0 0 0,0 1 1 0 0,0 0-1 0 0,1 0 0 0 0,0 1 0 0 0,1 0 1 0 0,-1 1-1 0 0,15-7 0 0 0,-18 11-2 0 0,-1 0 1 0 0,1 0-1 0 0,0 1 1 0 0,0 0-1 0 0,0 1 0 0 0,0-1 1 0 0,0 1-1 0 0,0 1 1 0 0,0-1-1 0 0,8 2 1 0 0,-12-1 5 0 0,1 1 0 0 0,-1-1 1 0 0,1 1-1 0 0,-1 0 0 0 0,0 0 1 0 0,1 0-1 0 0,-1 1 0 0 0,0-1 1 0 0,0 1-1 0 0,0 0 0 0 0,0-1 1 0 0,0 1-1 0 0,0 1 0 0 0,-1-1 1 0 0,1 0-1 0 0,-1 1 0 0 0,1-1 1 0 0,-1 1-1 0 0,0 0 0 0 0,0 0 1 0 0,0 0-1 0 0,-1 0 0 0 0,2 3 1 0 0,2 5 9 0 0,-1 0 1 0 0,0 0 0 0 0,-1 0 0 0 0,-1 1-1 0 0,0-1 1 0 0,1 19 0 0 0,-4 70 9 0 0,-1-36 33 0 0,2-62-38 0 0,2 1 9 0 0,-2-3-19 0 0,0 0-1 0 0,1 1 1 0 0,-1-1 0 0 0,0 0-1 0 0,0 0 1 0 0,0 1 0 0 0,0-1-1 0 0,0 0 1 0 0,0 0 0 0 0,0 0-1 0 0,0 1 1 0 0,0-1 0 0 0,1 0-1 0 0,-1 0 1 0 0,0 0 0 0 0,0 1-1 0 0,0-1 1 0 0,0 0 0 0 0,1 0-1 0 0,-1 0 1 0 0,0 0 0 0 0,0 0-1 0 0,0 1 1 0 0,1-1 0 0 0,-1 0-1 0 0,0 0 1 0 0,0 0 0 0 0,0 0-1 0 0,1 0 1 0 0,-1 0 0 0 0,0 0-1 0 0,0 0 1 0 0,1 0 0 0 0,-1 0-1 0 0,0 0 1 0 0,0 0 0 0 0,1 0-1 0 0,-1 0 1 0 0,0 0 0 0 0,0 0-1 0 0,0 0 1 0 0,1 0 0 0 0,8-3 1 0 0,0 1 1 0 0,0-1-1 0 0,-1-1 1 0 0,1 0 0 0 0,-1 0-1 0 0,0 0 1 0 0,0-1-1 0 0,0-1 1 0 0,8-6 0 0 0,64-62-17 0 0,-74 68 12 0 0,14-16-16 0 0,-2 0 0 0 0,-1-2 0 0 0,0 0 0 0 0,-2 0 0 0 0,-1-2 0 0 0,17-39 0 0 0,-30 62-19 0 0,-15 9-111 0 0,10-4 146 0 0,0 1 1 0 0,1 0-1 0 0,-1 0 1 0 0,1 0-1 0 0,0 0 1 0 0,0 1-1 0 0,0-1 1 0 0,-4 8-1 0 0,-18 34 30 0 0,23-41-27 0 0,-10 21-5 0 0,-18 51-1 0 0,27-68 6 0 0,1 0-1 0 0,0-1 0 0 0,1 1 1 0 0,-1 0-1 0 0,2 0 0 0 0,-1 0 0 0 0,1 0 1 0 0,0 0-1 0 0,1-1 0 0 0,0 1 1 0 0,3 14-1 0 0,-3-20 1 0 0,0 1 0 0 0,0 0-1 0 0,0-1 1 0 0,1 0 0 0 0,-1 1 0 0 0,1-1 0 0 0,-1 0-1 0 0,1 0 1 0 0,0 1 0 0 0,0-1 0 0 0,0-1 0 0 0,0 1-1 0 0,0 0 1 0 0,0 0 0 0 0,5 1 0 0 0,-2 0-5 0 0,0-1 0 0 0,0 0 1 0 0,1 0-1 0 0,-1-1 0 0 0,0 0 1 0 0,1 0-1 0 0,7 1 0 0 0,7-2-168 0 0,1 0 1 0 0,-1-1-1 0 0,26-5 0 0 0,-40 5 62 0 0,40-7-1014 0 0,-1-2 0 0 0,48-16-1 0 0,-68 17-230 0 0,-1 0-1 0 0,0-2 0 0 0,-1-1 1 0 0,0 0-1 0 0,26-20 1 0 0,-28 15-2038 0 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0:09.8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88 2856 0 0,'-30'-2'2576'0'0,"6"2"-615"0"0,5 0-385 0 0,2-1-376 0 0,0 1 500 0 0,2-4-232 0 0,28-4-1184 0 0,3 2-96 0 0,11 1-188 0 0,4 0-292 0 0,14-3-308 0 0,3-1-320 0 0,12-1-460 0 0,0-4-1968 0 0,4-2-1517 0 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0:12.2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105 490 1084 0 0,'-16'-39'4053'0'0,"15"37"-3673"0"0,1 0-65 0 0,0 0 1 0 0,-1 1-1 0 0,1-1 0 0 0,-1 0 1 0 0,1 1-1 0 0,-1-1 0 0 0,0 0 0 0 0,1 1 1 0 0,-1-1-1 0 0,0 1 0 0 0,0-1 1 0 0,0 1-1 0 0,0 0 0 0 0,-1-1 0 0 0,-1-1 1 0 0,0 6-204 0 0,0-1 0 0 0,0 1 0 0 0,0 0 1 0 0,0 0-1 0 0,1 0 0 0 0,0 0 0 0 0,-1 1 1 0 0,1-1-1 0 0,0 1 0 0 0,1-1 0 0 0,-1 1 1 0 0,0 0-1 0 0,1 0 0 0 0,-1 5 0 0 0,-16 61 178 0 0,16-58-253 0 0,1 0-1 0 0,0 0 1 0 0,0 0-1 0 0,1 0 1 0 0,1 0 0 0 0,0 0-1 0 0,1 0 1 0 0,0 0-1 0 0,5 17 1 0 0,-5-25-26 0 0,-1 1 0 0 0,1-1 0 0 0,0 0 0 0 0,0 0 0 0 0,0 0 0 0 0,1 0 0 0 0,0-1 0 0 0,-1 1 1 0 0,1-1-1 0 0,0 1 0 0 0,1-1 0 0 0,-1 0 0 0 0,1 0 0 0 0,-1 0 0 0 0,1-1 0 0 0,0 1 0 0 0,0-1 0 0 0,0 0 0 0 0,0 0 0 0 0,0-1 0 0 0,1 1 0 0 0,-1-1 0 0 0,0 0 1 0 0,1 0-1 0 0,-1 0 0 0 0,1 0 0 0 0,-1-1 0 0 0,7 0 0 0 0,0-1 2 0 0,1 0-1 0 0,-1-1 1 0 0,0 0-1 0 0,0 0 1 0 0,0-2 0 0 0,0 1-1 0 0,0-1 1 0 0,0-1 0 0 0,-1 0-1 0 0,0-1 1 0 0,0 0-1 0 0,-1 0 1 0 0,1-1 0 0 0,-1 0-1 0 0,14-14 1 0 0,-12 9-2 0 0,0 0 0 0 0,-1 0-1 0 0,0-1 1 0 0,-1 0 0 0 0,-1-1 0 0 0,0 0-1 0 0,-1 0 1 0 0,0-1 0 0 0,-1 0 0 0 0,7-26 0 0 0,-10 23 14 0 0,0 0 0 0 0,-1 1 0 0 0,-1-1 0 0 0,-1 0 0 0 0,0 0 1 0 0,-1 0-1 0 0,-6-30 0 0 0,5 40-20 0 0,0-1 0 0 0,0 1 0 0 0,-1 0 0 0 0,0 0 0 0 0,0 0 0 0 0,-1 0 0 0 0,0 0 0 0 0,0 1 0 0 0,-1 0 0 0 0,0 0 0 0 0,0 0 0 0 0,-1 0-1 0 0,1 1 1 0 0,-2 0 0 0 0,1 0 0 0 0,-1 1 0 0 0,-13-10 0 0 0,15 13-7 0 0,0 1 0 0 0,1-1-1 0 0,-1 1 1 0 0,0 0-1 0 0,0 0 1 0 0,0 0 0 0 0,0 1-1 0 0,0 0 1 0 0,0 0 0 0 0,1 0-1 0 0,-1 1 1 0 0,0-1 0 0 0,0 1-1 0 0,0 0 1 0 0,0 1-1 0 0,0-1 1 0 0,1 1 0 0 0,-9 4-1 0 0,-1 1-11 0 0,0 0 0 0 0,1 2 0 0 0,0-1 1 0 0,-20 19-1 0 0,13-9-20 0 0,1 1 0 0 0,-30 37 0 0 0,43-48 29 0 0,1 0 0 0 0,-1 0-1 0 0,1 1 1 0 0,1-1 0 0 0,0 1-1 0 0,0 0 1 0 0,0 0 0 0 0,1 1 0 0 0,1-1-1 0 0,-3 20 1 0 0,5-27 8 0 0,0 1 0 0 0,0-1-1 0 0,0 1 1 0 0,0-1 0 0 0,0 1 0 0 0,1-1-1 0 0,-1 1 1 0 0,1-1 0 0 0,0 1 0 0 0,0-1-1 0 0,0 0 1 0 0,0 0 0 0 0,0 1 0 0 0,0-1-1 0 0,1 0 1 0 0,-1 0 0 0 0,1 0 0 0 0,-1 0-1 0 0,1-1 1 0 0,0 1 0 0 0,0 0-1 0 0,0-1 1 0 0,0 1 0 0 0,0-1 0 0 0,0 0-1 0 0,0 1 1 0 0,0-1 0 0 0,1 0 0 0 0,-1 0-1 0 0,0-1 1 0 0,1 1 0 0 0,-1 0 0 0 0,1-1-1 0 0,3 1 1 0 0,4 0 3 0 0,1 0-1 0 0,-1 0 1 0 0,1-1 0 0 0,-1 0-1 0 0,0-1 1 0 0,1 0-1 0 0,9-3 1 0 0,3-2 10 0 0,-2 0 0 0 0,1-2 0 0 0,-1 0 0 0 0,0-1 0 0 0,0-2 1 0 0,-1 0-1 0 0,-1-1 0 0 0,0-1 0 0 0,0 0 0 0 0,-2-2 0 0 0,23-22 0 0 0,-20 15 5 0 0,-1 0-1 0 0,-2-1 1 0 0,0-1 0 0 0,-2-1-1 0 0,0 0 1 0 0,-2-1-1 0 0,-1 0 1 0 0,14-44 0 0 0,3-36-80 0 0,-29 103 66 0 0,2 7-10 0 0,0 1 1 0 0,0-1 0 0 0,-1 0-1 0 0,1 0 1 0 0,-1 1-1 0 0,0-1 1 0 0,0 0 0 0 0,-1 1-1 0 0,0-1 1 0 0,1 1 0 0 0,-1-1-1 0 0,-1 7 1 0 0,1 1 3 0 0,1 428 1235 0 0,-58 454-1 0 0,48-798-931 0 0,-4-1-1 0 0,-32 118 0 0 0,44-210-252 0 0,0 0 0 0 0,0 0 0 0 0,0 1 1 0 0,-1-1-1 0 0,1 0 0 0 0,-1 0 0 0 0,1 0 0 0 0,-1 0 0 0 0,0-1 0 0 0,0 1 0 0 0,-1 0 0 0 0,1-1 0 0 0,0 1 0 0 0,-1-1 0 0 0,0 0 0 0 0,-4 3 0 0 0,6-5-42 0 0,0 1-1 0 0,0-1 0 0 0,0 0 0 0 0,0 1 1 0 0,0-1-1 0 0,0 0 0 0 0,0 0 0 0 0,0 0 1 0 0,0 0-1 0 0,0 0 0 0 0,0 0 1 0 0,-1 0-1 0 0,1 0 0 0 0,0-1 0 0 0,0 1 1 0 0,0 0-1 0 0,0-1 0 0 0,0 1 0 0 0,0 0 1 0 0,0-1-1 0 0,1 1 0 0 0,-1-1 0 0 0,0 0 1 0 0,0 1-1 0 0,-1-2 0 0 0,-18-18 61 0 0,11 4-63 0 0,0 1-1 0 0,2-1 1 0 0,-1-1-1 0 0,2 1 0 0 0,0-1 1 0 0,-6-31-1 0 0,-10-109-117 0 0,15 67-2 0 0,5-1-1 0 0,3 0 0 0 0,4 1 1 0 0,5-1-1 0 0,3 2 0 0 0,4 0 1 0 0,4 0-1 0 0,38-100 0 0 0,-39 135 74 0 0,50-96 0 0 0,-61 134 32 0 0,1 0 1 0 0,1 0 0 0 0,0 1 0 0 0,1 1-1 0 0,0 0 1 0 0,1 1 0 0 0,0 0-1 0 0,2 1 1 0 0,27-19 0 0 0,-35 27 10 0 0,0 0 1 0 0,0 1-1 0 0,0 0 1 0 0,0 1-1 0 0,0 0 0 0 0,1 0 1 0 0,-1 0-1 0 0,1 1 1 0 0,-1 0-1 0 0,1 0 1 0 0,-1 1-1 0 0,1 0 0 0 0,0 1 1 0 0,-1-1-1 0 0,1 2 1 0 0,-1-1-1 0 0,1 1 1 0 0,-1 0-1 0 0,1 0 0 0 0,-1 1 1 0 0,0 0-1 0 0,0 0 1 0 0,-1 1-1 0 0,1 0 1 0 0,-1 0-1 0 0,1 0 0 0 0,-1 1 1 0 0,-1 0-1 0 0,1 0 1 0 0,-1 1-1 0 0,1-1 0 0 0,-2 1 1 0 0,1 0-1 0 0,-1 1 1 0 0,0-1-1 0 0,0 1 1 0 0,0 0-1 0 0,-1 0 0 0 0,0 0 1 0 0,-1 0-1 0 0,0 0 1 0 0,0 1-1 0 0,2 10 1 0 0,-4-7 95 0 0,0 1 0 0 0,0 0 0 0 0,-1-1 0 0 0,0 1 1 0 0,-1-1-1 0 0,0 1 0 0 0,-1-1 0 0 0,0 0 0 0 0,-1 0 1 0 0,-1 0-1 0 0,-10 19 0 0 0,11-22 14 0 0,-1 0 1 0 0,0-1 0 0 0,0 0-1 0 0,-1 0 1 0 0,0 0-1 0 0,-1-1 1 0 0,1 0-1 0 0,-1 0 1 0 0,0 0-1 0 0,-1-1 1 0 0,1 0-1 0 0,-1-1 1 0 0,0 1-1 0 0,0-1 1 0 0,-14 4 0 0 0,18-7-102 0 0,-1 0 0 0 0,0-1 1 0 0,0 1-1 0 0,1-1 0 0 0,-1 0 1 0 0,0 0-1 0 0,0-1 1 0 0,1 1-1 0 0,-1-1 0 0 0,0 0 1 0 0,1 0-1 0 0,-1-1 1 0 0,1 1-1 0 0,-6-4 0 0 0,7 4-205 0 0,1 0 0 0 0,0 0 0 0 0,1 0 0 0 0,-1 0 0 0 0,0-1 0 0 0,0 1 0 0 0,0-1-1 0 0,1 1 1 0 0,-1-1 0 0 0,1 0 0 0 0,-1 1 0 0 0,1-1 0 0 0,0 0 0 0 0,0 0 0 0 0,-1 0 0 0 0,1 0 0 0 0,1 0-1 0 0,-1 0 1 0 0,0 0 0 0 0,0-1 0 0 0,1 1 0 0 0,-1 0 0 0 0,1 0 0 0 0,0 0 0 0 0,0-1 0 0 0,0 1-1 0 0,0 0 1 0 0,0 0 0 0 0,0-1 0 0 0,1 1 0 0 0,0-4 0 0 0,17-39-7115 0 0,-8 27 2718 0 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0:12.5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86 2296 0 0,'4'-86'11957'0'0,"1"107"-11490"0"0,4 76 379 0 0,-6 174 0 0 0,-5-71-635 0 0,2-198-212 0 0,8 109-130 0 0,-7-101-113 0 0,1 0 1 0 0,0-1 0 0 0,1 1 0 0 0,0-1 0 0 0,0 1 0 0 0,1-1 0 0 0,0 0 0 0 0,11 17 0 0 0,-13-24-27 0 0,0 1 0 0 0,0-1 0 0 0,0 0 0 0 0,1 0 1 0 0,-1 1-1 0 0,1-1 0 0 0,-1-1 0 0 0,1 1 0 0 0,0 0 1 0 0,0-1-1 0 0,5 3 0 0 0,-5-3-341 0 0,0-1-1 0 0,0 1 1 0 0,0 0-1 0 0,0-1 1 0 0,0 0 0 0 0,0 0-1 0 0,6 0 1 0 0,6-3-3159 0 0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0:12.8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69 2176 0 0,'2'-67'10987'0'0,"-2"65"-10353"0"0,-7 23 163 0 0,0 21-104 0 0,-2-1-403 0 0,2 1 1 0 0,2 0-1 0 0,0 60 1 0 0,6-96-277 0 0,-1 5 18 0 0,1-1 0 0 0,0 1 0 0 0,3 11 1 0 0,-3-20-27 0 0,0 1 0 0 0,0 0 1 0 0,0-1-1 0 0,0 1 0 0 0,0-1 1 0 0,1 1-1 0 0,-1-1 1 0 0,1 1-1 0 0,0-1 0 0 0,0 0 1 0 0,-1 0-1 0 0,1 0 0 0 0,1 0 1 0 0,-1 0-1 0 0,5 3 1 0 0,-5-5-83 0 0,0 1 0 0 0,1 0 0 0 0,-1 0 0 0 0,1-1 0 0 0,-1 1 1 0 0,1-1-1 0 0,-1 0 0 0 0,1 0 0 0 0,-1 0 0 0 0,1 0 1 0 0,-1 0-1 0 0,1-1 0 0 0,-1 1 0 0 0,1-1 0 0 0,-1 0 0 0 0,0 1 1 0 0,5-3-1 0 0,3-1-1089 0 0,-1-1 1 0 0,17-10 0 0 0,-4-1-2657 0 0,1-7-1790 0 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0:13.0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44 1628 0 0,'-47'-10'6486'0'0,"-14"-2"-1667"0"0,59 11-4489 0 0,24-9-3392 0 0,-9 5-170 0 0,-1 0-1333 0 0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0:13.2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47 3608 0 0,'-128'62'12191'0'0,"123"-59"-11506"0"0,7-2-274 0 0,13-1-156 0 0,25-7-227 0 0,47-12-627 0 0,90-21-2460 0 0,-1 5-3806 0 0,-119 23 2614 0 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0:14.4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42 185 244 0 0,'-22'-42'7295'0'0,"18"33"-6747"0"0,1 1 1 0 0,0 0-1 0 0,0-1 0 0 0,1 0 0 0 0,-2-9 0 0 0,4 17-528 0 0,0-1 1 0 0,0 1-1 0 0,0-1 1 0 0,0 1 0 0 0,0-1-1 0 0,0 1 1 0 0,0 0-1 0 0,1-1 1 0 0,-1 1-1 0 0,0-1 1 0 0,1 1 0 0 0,0-1-1 0 0,-1 1 1 0 0,1 0-1 0 0,0 0 1 0 0,-1-1 0 0 0,1 1-1 0 0,0 0 1 0 0,0 0-1 0 0,0 0 1 0 0,0 0-1 0 0,0 0 1 0 0,0 0 0 0 0,0 0-1 0 0,1 0 1 0 0,-1 0-1 0 0,0 0 1 0 0,1 1 0 0 0,-1-1-1 0 0,2 0 1 0 0,-1 0-17 0 0,1 0 1 0 0,0 0-1 0 0,0 0 1 0 0,-1 1-1 0 0,1-1 1 0 0,0 1-1 0 0,0 0 1 0 0,0 0-1 0 0,-1 0 0 0 0,1 0 1 0 0,0 0-1 0 0,0 1 1 0 0,4 1-1 0 0,3 2 2 0 0,0 0-1 0 0,0 2 0 0 0,-1-1 0 0 0,1 1 0 0 0,-1 0 0 0 0,-1 1 1 0 0,1 0-1 0 0,-1 1 0 0 0,0-1 0 0 0,-1 2 0 0 0,0-1 1 0 0,0 1-1 0 0,10 17 0 0 0,-12-18 82 0 0,-1 0 0 0 0,0 0 0 0 0,-1 0 1 0 0,0 0-1 0 0,0 1 0 0 0,-1-1 0 0 0,0 1 0 0 0,0-1 0 0 0,-1 1 1 0 0,0 0-1 0 0,-1 0 0 0 0,0 0 0 0 0,0 0 0 0 0,-1-1 0 0 0,0 1 1 0 0,0 0-1 0 0,-5 13 0 0 0,4-15 90 0 0,-1 0-1 0 0,-1 0 1 0 0,1 0-1 0 0,-1 0 1 0 0,-1-1 0 0 0,1 0-1 0 0,-1 1 1 0 0,0-2 0 0 0,0 1-1 0 0,-1-1 1 0 0,1 1-1 0 0,-1-2 1 0 0,-8 6 0 0 0,13-9-163 0 0,0-1 0 0 0,0 1 0 0 0,0-1 1 0 0,0 1-1 0 0,0-1 0 0 0,-1 1 0 0 0,1-1 1 0 0,0 0-1 0 0,0 0 0 0 0,0 1 0 0 0,-1-1 1 0 0,1 0-1 0 0,0 0 0 0 0,0 0 0 0 0,0 0 0 0 0,-1-1 1 0 0,1 1-1 0 0,0 0 0 0 0,0 0 0 0 0,0-1 1 0 0,-1 1-1 0 0,1-1 0 0 0,0 1 0 0 0,0-1 0 0 0,0 1 1 0 0,0-1-1 0 0,0 0 0 0 0,0 1 0 0 0,0-1 1 0 0,0 0-1 0 0,0 0 0 0 0,1 0 0 0 0,-1 0 1 0 0,0 0-1 0 0,0 0 0 0 0,1 0 0 0 0,-1 0 0 0 0,0 0 1 0 0,0-2-1 0 0,-1-2-4 0 0,-1-1 0 0 0,1 1 0 0 0,1-1 0 0 0,-1 1 0 0 0,1-1 0 0 0,-1-8 0 0 0,1-3-9 0 0,1 1 0 0 0,0-1 0 0 0,2 1-1 0 0,0-1 1 0 0,0 1 0 0 0,2 0 0 0 0,0-1 0 0 0,1 2-1 0 0,0-1 1 0 0,2 0 0 0 0,-1 1 0 0 0,2 1 0 0 0,10-16 0 0 0,-13 22-8 0 0,1 0 1 0 0,1 0-1 0 0,-1 0 1 0 0,1 1-1 0 0,1 0 1 0 0,-1 1 0 0 0,1 0-1 0 0,0 0 1 0 0,0 0-1 0 0,11-4 1 0 0,-12 7 0 0 0,0 0 0 0 0,1 0 0 0 0,-1 1 0 0 0,1 0 0 0 0,-1 1 0 0 0,1 0-1 0 0,0 0 1 0 0,0 0 0 0 0,-1 1 0 0 0,1 0 0 0 0,0 1 0 0 0,0-1 0 0 0,0 2 0 0 0,8 1 0 0 0,-5 0-4 0 0,-1 0-1 0 0,0 1 1 0 0,0 0-1 0 0,0 1 1 0 0,0 0-1 0 0,-1 0 1 0 0,0 1 0 0 0,0 0-1 0 0,0 1 1 0 0,-1 0-1 0 0,8 8 1 0 0,-11-9 8 0 0,0-1 1 0 0,0 1-1 0 0,-1 0 1 0 0,0 1 0 0 0,0-1-1 0 0,-1 1 1 0 0,0-1-1 0 0,0 1 1 0 0,0 0-1 0 0,-1 0 1 0 0,0 1-1 0 0,0-1 1 0 0,-1 0-1 0 0,0 1 1 0 0,0-1 0 0 0,-1 14-1 0 0,-1-11 19 0 0,0 0 0 0 0,-1 0-1 0 0,0 0 1 0 0,-4 9 0 0 0,5-15-2 0 0,0 0-1 0 0,-1 0 1 0 0,0 0 0 0 0,0 0 0 0 0,0 0-1 0 0,0-1 1 0 0,-1 1 0 0 0,1-1 0 0 0,-1 1-1 0 0,0-1 1 0 0,-4 4 0 0 0,6-7 7 0 0,-2-1-19 0 0,2 1-3 0 0,0 0-1 0 0,1-1 0 0 0,-1 1 1 0 0,0-1-1 0 0,0 1 1 0 0,1-1-1 0 0,-1 0 0 0 0,0 1 1 0 0,1-1-1 0 0,-1 0 1 0 0,0 1-1 0 0,1-1 0 0 0,-1 0 1 0 0,1 0-1 0 0,0 1 1 0 0,-1-1-1 0 0,1 0 0 0 0,-1 0 1 0 0,1 0-1 0 0,0 0 1 0 0,0 0-1 0 0,-1-24-13 0 0,1 25 14 0 0,1-12 0 0 0,1-1 0 0 0,0 1-1 0 0,1 0 1 0 0,1 0 0 0 0,0 1 0 0 0,0-1 0 0 0,1 1 0 0 0,0 0 0 0 0,10-14 0 0 0,-4 8-2 0 0,1 0 0 0 0,1 0 0 0 0,1 2 0 0 0,25-25-1 0 0,-33 35-5 0 0,1 0 0 0 0,1 0 0 0 0,-1 0 0 0 0,0 0 0 0 0,1 1-1 0 0,0 1 1 0 0,0-1 0 0 0,0 1 0 0 0,1 1 0 0 0,-1 0 0 0 0,12-2-1 0 0,-17 3 7 0 0,1 1 0 0 0,-1 0 0 0 0,0 0 0 0 0,0 0 0 0 0,0 0 0 0 0,0 0-1 0 0,0 1 1 0 0,0 0 0 0 0,0-1 0 0 0,0 1 0 0 0,0 0 0 0 0,0 1-1 0 0,0-1 1 0 0,-1 0 0 0 0,1 1 0 0 0,0-1 0 0 0,-1 1 0 0 0,1 0-1 0 0,-1 0 1 0 0,1 0 0 0 0,-1 0 0 0 0,0 1 0 0 0,0-1 0 0 0,0 0-1 0 0,0 1 1 0 0,-1 0 0 0 0,3 3 0 0 0,0 3-5 0 0,0 0 0 0 0,0 1 0 0 0,-1-1 0 0 0,0 1 0 0 0,-1-1 0 0 0,3 19-1 0 0,-4-10-298 0 0,-1 0-1 0 0,-3 30 1 0 0,1-35 45 0 0,1 1 1 0 0,0-1-1 0 0,1 1 0 0 0,1-1 1 0 0,0 1-1 0 0,4 17 0 0 0,-4-29-32 0 0,0 0-1 0 0,0 0 0 0 0,0 0 0 0 0,0 0 1 0 0,0 0-1 0 0,0 0 0 0 0,1 0 1 0 0,-1-1-1 0 0,1 1 0 0 0,-1 0 1 0 0,1-1-1 0 0,0 1 0 0 0,-1-1 1 0 0,1 1-1 0 0,0-1 0 0 0,0 0 1 0 0,0 0-1 0 0,0 0 0 0 0,0 0 1 0 0,0 0-1 0 0,1 0 0 0 0,-1-1 1 0 0,0 1-1 0 0,4 0 0 0 0,9 0-3237 0 0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0:15.1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366 594 2508 0 0,'1'-3'568'0'0,"1"-1"0"0"0,-1 1 0 0 0,1-1 0 0 0,-1 1-1 0 0,0-1 1 0 0,0 0 0 0 0,-1 1 0 0 0,1-1 0 0 0,-1 0 0 0 0,0 0 0 0 0,0 1-1 0 0,0-1 1 0 0,0 0 0 0 0,-1 0 0 0 0,-1-6 0 0 0,1 9-475 0 0,0 0 0 0 0,0 0 1 0 0,-1 0-1 0 0,1 0 0 0 0,0 0 0 0 0,-1 0 1 0 0,1 1-1 0 0,-1-1 0 0 0,1 0 1 0 0,-1 1-1 0 0,1-1 0 0 0,-1 1 0 0 0,1-1 1 0 0,-1 1-1 0 0,1 0 0 0 0,-1 0 1 0 0,0 0-1 0 0,1 0 0 0 0,-1 0 0 0 0,0 0 1 0 0,1 0-1 0 0,-1 0 0 0 0,-2 1 1 0 0,-13 2 66 0 0,1 1 1 0 0,-1 1 0 0 0,1 0 0 0 0,0 1 0 0 0,0 1 0 0 0,1 1 0 0 0,-1 0 0 0 0,2 1 0 0 0,-1 0 0 0 0,-15 14-1 0 0,14-10-125 0 0,1 0 0 0 0,1 1 0 0 0,0 0 0 0 0,1 2 0 0 0,1-1 0 0 0,0 1 0 0 0,1 1 0 0 0,-15 32 0 0 0,23-44-32 0 0,1 0 1 0 0,0 1 0 0 0,1-1 0 0 0,-1 1-1 0 0,1 0 1 0 0,0-1 0 0 0,0 1-1 0 0,1 0 1 0 0,0 0 0 0 0,0-1-1 0 0,1 9 1 0 0,0-11-3 0 0,-1-1 0 0 0,1 0 0 0 0,0 1 0 0 0,0-1 0 0 0,0 0 0 0 0,0 0 0 0 0,0 0 1 0 0,0 1-1 0 0,0-1 0 0 0,1 0 0 0 0,-1-1 0 0 0,1 1 0 0 0,0 0 0 0 0,0 0 0 0 0,-1-1 0 0 0,1 1 0 0 0,0-1 0 0 0,0 1 0 0 0,0-1 0 0 0,1 0 1 0 0,-1 0-1 0 0,0 0 0 0 0,0 0 0 0 0,1 0 0 0 0,-1-1 0 0 0,0 1 0 0 0,1 0 0 0 0,4-1 0 0 0,2 1 0 0 0,-1 0-1 0 0,1-1 0 0 0,0 0 1 0 0,0-1-1 0 0,0 0 0 0 0,0 0 1 0 0,-1-1-1 0 0,1 0 0 0 0,-1-1 1 0 0,1 0-1 0 0,-1 0 1 0 0,0 0-1 0 0,0-1 0 0 0,0-1 1 0 0,-1 1-1 0 0,1-1 0 0 0,11-10 1 0 0,-6 2 0 0 0,0 0 0 0 0,-1-1 0 0 0,0 0 0 0 0,-1-1 1 0 0,-1 0-1 0 0,0 0 0 0 0,11-27 0 0 0,-13 27-5 0 0,28-70 73 0 0,-35 83-74 0 0,0 9 2 0 0,-1 0 7 0 0,0 0 0 0 0,0 0 1 0 0,-1 1-1 0 0,1-1 1 0 0,-1 0-1 0 0,-3 9 0 0 0,-2 16 70 0 0,4-8 32 0 0,-3 92 350 0 0,5-103-401 0 0,1 0 0 0 0,1 0 1 0 0,0 0-1 0 0,1 0 0 0 0,0 0 0 0 0,9 22 0 0 0,-10-32-42 0 0,-1 0 1 0 0,1 0-1 0 0,0 0 0 0 0,0 0 1 0 0,0 0-1 0 0,0 0 1 0 0,1 0-1 0 0,-1 0 0 0 0,1-1 1 0 0,-1 1-1 0 0,1-1 0 0 0,0 0 1 0 0,0 0-1 0 0,0 0 1 0 0,6 3-1 0 0,-3-4-2 0 0,-1 1 0 0 0,0 0 1 0 0,1-1-1 0 0,0 0 0 0 0,-1 0 0 0 0,1-1 1 0 0,0 0-1 0 0,-1 0 0 0 0,8-1 0 0 0,5-2 3 0 0,0 0 0 0 0,0-2-1 0 0,-1 0 1 0 0,1-1 0 0 0,20-10 0 0 0,-12 3-7 0 0,-1-1 1 0 0,0-2-1 0 0,-1 0 1 0 0,0-2-1 0 0,-2 0 0 0 0,39-41 1 0 0,-23 15 5 0 0,-1-1 0 0 0,45-74-1 0 0,-51 67-15 0 0,-1-2 0 0 0,27-69 0 0 0,-46 95-13 0 0,-1 0 1 0 0,-2-1 0 0 0,-1-1-1 0 0,-1 1 1 0 0,-1-1-1 0 0,1-45 1 0 0,-6 66 8 0 0,0 0 1 0 0,-1 0-1 0 0,0 1 1 0 0,-1-1-1 0 0,0 0 1 0 0,0 1-1 0 0,0 0 1 0 0,-8-16-1 0 0,9 22 7 0 0,0 0-1 0 0,0 0 1 0 0,-1 0-1 0 0,1 0 1 0 0,-1 0-1 0 0,1 0 1 0 0,-1 0-1 0 0,0 1 1 0 0,1-1-1 0 0,-1 0 1 0 0,0 1-1 0 0,0 0 1 0 0,0-1-1 0 0,0 1 1 0 0,-1 0-1 0 0,1 0 1 0 0,0 0-1 0 0,0 0 1 0 0,-1 1-1 0 0,1-1 1 0 0,0 1-1 0 0,-1-1 1 0 0,1 1-1 0 0,-1 0 1 0 0,1 0-1 0 0,-1 0 1 0 0,1 0-1 0 0,0 0 1 0 0,-1 0-1 0 0,1 1 1 0 0,-1-1-1 0 0,1 1 1 0 0,0 0-1 0 0,0 0 1 0 0,-4 1-1 0 0,-7 5 8 0 0,1-1-1 0 0,0 1 0 0 0,1 1 0 0 0,0 0 0 0 0,0 1 1 0 0,1 0-1 0 0,0 0 0 0 0,-17 21 0 0 0,6-3 27 0 0,1 0 1 0 0,-22 44-1 0 0,28-45 30 0 0,2 1 0 0 0,0 0 0 0 0,2 1 0 0 0,1 0 0 0 0,2 0 0 0 0,-6 37 0 0 0,11-46-34 0 0,0 0 0 0 0,1 0 1 0 0,1 0-1 0 0,0 0 1 0 0,2 0-1 0 0,0 0 0 0 0,2 0 1 0 0,0 0-1 0 0,0-1 0 0 0,13 31 1 0 0,-11-38-117 0 0,0 0 0 0 0,1-1 0 0 0,0 0 1 0 0,0 0-1 0 0,1 0 0 0 0,0-1 0 0 0,1 0 1 0 0,0-1-1 0 0,0 0 0 0 0,1 0 0 0 0,0-1 0 0 0,1 0 1 0 0,-1-1-1 0 0,1 0 0 0 0,19 7 0 0 0,6 0-1451 0 0,0-2-1 0 0,1-1 1 0 0,65 8-1 0 0,-51-12-1987 0 0,1-4-1343 0 0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0:16.0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292 382 468 0 0,'3'-11'1678'0'0,"-1"1"-1"0"0,1-1 1 0 0,8-16-1 0 0,36-59 691 0 0,-40 74-2130 0 0,130-189 1333 0 0,-125 181-1251 0 0,-12 16-240 0 0,-8 10-65 0 0,-196 196-47 0 0,44-41 179 0 0,141-143-117 0 0,10-10-12 0 0,0 0 0 0 0,0 0 0 0 0,1 1 0 0 0,1 0-1 0 0,-13 18 1 0 0,20-26-15 0 0,-1-1-1 0 0,1 1 1 0 0,0 0-1 0 0,-1 0 0 0 0,1-1 1 0 0,0 1-1 0 0,0 0 1 0 0,0 0-1 0 0,0-1 1 0 0,0 1-1 0 0,-1 0 0 0 0,1 0 1 0 0,1 0-1 0 0,-1-1 1 0 0,0 1-1 0 0,0 0 0 0 0,0 0 1 0 0,0-1-1 0 0,0 1 1 0 0,1 0-1 0 0,-1 0 0 0 0,0-1 1 0 0,1 1-1 0 0,-1 0 1 0 0,0 0-1 0 0,1-1 0 0 0,-1 1 1 0 0,1-1-1 0 0,-1 1 1 0 0,1 0-1 0 0,0-1 0 0 0,-1 1 1 0 0,1-1-1 0 0,-1 1 1 0 0,1-1-1 0 0,0 0 1 0 0,1 1-1 0 0,1 1 7 0 0,1 0 1 0 0,-1-1-1 0 0,1 0 0 0 0,0 0 0 0 0,7 1 1 0 0,25 3 11 0 0,1-3 0 0 0,47-2 1 0 0,22 1 15 0 0,-52 0-10 0 0,-36-1-5 0 0,-1 0 0 0 0,1 1 0 0 0,-1 1 0 0 0,30 7 0 0 0,-46-9 29 0 0,0 0-1 0 0,0 1 0 0 0,0-1 1 0 0,0 0-1 0 0,0 1 0 0 0,0-1 1 0 0,0 0-1 0 0,0 1 0 0 0,-1-1 1 0 0,1 1-1 0 0,0-1 0 0 0,0 1 1 0 0,0 0-1 0 0,0-1 0 0 0,-1 1 0 0 0,1 0 1 0 0,0 0-1 0 0,-1 0 0 0 0,1-1 1 0 0,-1 1-1 0 0,1 0 0 0 0,-1 0 1 0 0,1 0-1 0 0,-1 0 0 0 0,1 0 1 0 0,-1 2-1 0 0,0-2 4 0 0,0 1 1 0 0,-1-1 0 0 0,1 0-1 0 0,0 1 1 0 0,-1-1-1 0 0,0 1 1 0 0,1-1-1 0 0,-1 0 1 0 0,0 1 0 0 0,1-1-1 0 0,-1 0 1 0 0,0 0-1 0 0,0 0 1 0 0,0 0-1 0 0,-2 2 1 0 0,-5 4 207 0 0,0-1 0 0 0,-1 0 0 0 0,-16 9-1 0 0,-6-1 15 0 0,-2-2 0 0 0,0-1 1 0 0,0-1-1 0 0,0-2 0 0 0,-1-1 0 0 0,-38 2 0 0 0,29-4-139 0 0,-1-2 1 0 0,-67-3 0 0 0,110 0-176 0 0,0 0 1 0 0,1 0-1 0 0,-1 0 0 0 0,0 0 1 0 0,0 0-1 0 0,0 0 0 0 0,0 0 1 0 0,0-1-1 0 0,0 1 0 0 0,0 0 1 0 0,0 0-1 0 0,1-1 0 0 0,-1 1 1 0 0,0-1-1 0 0,0 1 0 0 0,0 0 1 0 0,1-1-1 0 0,-1 0 0 0 0,0 1 1 0 0,1-1-1 0 0,-1 1 0 0 0,0-1 1 0 0,1 0-1 0 0,-1 1 0 0 0,1-1 1 0 0,-1 0-1 0 0,1 0 0 0 0,-1 0 1 0 0,1 1-1 0 0,0-1 0 0 0,-1 0 1 0 0,1-1-1 0 0,0 1-81 0 0,0 0-1 0 0,0-1 1 0 0,0 1-1 0 0,1 0 0 0 0,-1 0 1 0 0,1-1-1 0 0,-1 1 1 0 0,1 0-1 0 0,-1 0 1 0 0,1 0-1 0 0,0 0 1 0 0,-1 0-1 0 0,1 0 0 0 0,0 0 1 0 0,0 0-1 0 0,0 0 1 0 0,0 0-1 0 0,0 0 1 0 0,0 1-1 0 0,0-1 1 0 0,2-1-1 0 0,66-34-7569 0 0,-50 27 3622 0 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0:17.3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76 394 2092 0 0,'9'-12'2680'0'0,"0"-1"0"0"0,13-23 1 0 0,-9 14 633 0 0,-32 53-2592 0 0,17-27-669 0 0,-54 141 1146 0 0,50-126-1139 0 0,1 0 1 0 0,1 1 0 0 0,1-1-1 0 0,1 1 1 0 0,-1 36 0 0 0,4-48-42 0 0,-1 0-1 0 0,1 0 1 0 0,1 0 0 0 0,-1 0-1 0 0,1 0 1 0 0,1-1 0 0 0,-1 1 0 0 0,1-1-1 0 0,4 8 1 0 0,-5-12-11 0 0,1 1 1 0 0,-1-1-1 0 0,0 0 0 0 0,1 0 1 0 0,0 0-1 0 0,0 0 0 0 0,0 0 0 0 0,0-1 1 0 0,0 0-1 0 0,1 1 0 0 0,-1-1 0 0 0,0 0 1 0 0,1 0-1 0 0,0-1 0 0 0,-1 1 0 0 0,1-1 1 0 0,0 0-1 0 0,0 0 0 0 0,8 1 0 0 0,-7-1-3 0 0,1-1 0 0 0,-1 1-1 0 0,1-1 1 0 0,0-1-1 0 0,-1 1 1 0 0,1-1-1 0 0,-1 0 1 0 0,1 0-1 0 0,-1 0 1 0 0,1-1-1 0 0,-1 0 1 0 0,0 0 0 0 0,0 0-1 0 0,0-1 1 0 0,0 0-1 0 0,0 0 1 0 0,8-6-1 0 0,-8 4-4 0 0,0 0 0 0 0,-1 0 0 0 0,0-1 0 0 0,1 0 0 0 0,-2 1 0 0 0,1-1 0 0 0,-1-1 0 0 0,0 1 0 0 0,0 0 0 0 0,0-1 0 0 0,-1 1 0 0 0,0-1 0 0 0,-1 0 0 0 0,2-7 0 0 0,-1-6 1 0 0,0-1-1 0 0,-2 1 1 0 0,0-1-1 0 0,-1 1 1 0 0,-1-1-1 0 0,-1 1 1 0 0,-1 0-1 0 0,0 0 1 0 0,-2 0-1 0 0,0 1 1 0 0,-2 0-1 0 0,0 0 1 0 0,-1 0-1 0 0,-12-18 1 0 0,18 32-3 0 0,0 1 1 0 0,-1 0 0 0 0,1 0-1 0 0,-1 0 1 0 0,0 0-1 0 0,0 1 1 0 0,-1-1-1 0 0,1 1 1 0 0,-1 0-1 0 0,0 0 1 0 0,1 1 0 0 0,-1-1-1 0 0,0 1 1 0 0,-1 0-1 0 0,-7-2 1 0 0,9 4-2 0 0,0-1 1 0 0,1 1-1 0 0,-1 0 1 0 0,0 0 0 0 0,0 0-1 0 0,0 0 1 0 0,1 1-1 0 0,-1-1 1 0 0,0 1-1 0 0,0 0 1 0 0,1 0-1 0 0,-1 1 1 0 0,0-1-1 0 0,1 1 1 0 0,0-1-1 0 0,-1 1 1 0 0,1 0 0 0 0,0 1-1 0 0,0-1 1 0 0,0 0-1 0 0,0 1 1 0 0,0 0-1 0 0,-2 3 1 0 0,0-1 1 0 0,1 1 1 0 0,-1 0-1 0 0,1 0 0 0 0,0 0 1 0 0,1 0-1 0 0,-1 1 0 0 0,1-1 1 0 0,1 1-1 0 0,-1 0 0 0 0,1 0 1 0 0,0 0-1 0 0,1 0 1 0 0,0 0-1 0 0,0 1 0 0 0,0-1 1 0 0,1 0-1 0 0,0 1 0 0 0,0-1 1 0 0,1 0-1 0 0,0 0 1 0 0,0 0-1 0 0,1 1 0 0 0,0-1 1 0 0,0 0-1 0 0,1-1 0 0 0,0 1 1 0 0,0 0-1 0 0,0-1 0 0 0,1 0 1 0 0,0 1-1 0 0,0-2 1 0 0,1 1-1 0 0,0 0 0 0 0,0-1 1 0 0,0 0-1 0 0,0 0 0 0 0,1 0 1 0 0,0-1-1 0 0,10 7 0 0 0,-3-6-3 0 0,0 0 0 0 0,1 0-1 0 0,-1-1 1 0 0,1-1-1 0 0,0 0 1 0 0,0-1-1 0 0,0-1 1 0 0,0 0-1 0 0,0 0 1 0 0,1-2-1 0 0,21-2 1 0 0,-5-2-53 0 0,0-1 0 0 0,0-2-1 0 0,-1-1 1 0 0,32-14 0 0 0,-38 13-16 0 0,0-2 0 0 0,-2 0 1 0 0,1-2-1 0 0,-2-1 0 0 0,0 0 0 0 0,0-1 0 0 0,-2-2 1 0 0,34-38-1 0 0,-31 29 22 0 0,-1-1 0 0 0,-2-1-1 0 0,-1-1 1 0 0,-1 0 0 0 0,-2-1 0 0 0,14-41 0 0 0,-18 43 146 0 0,-2 0 1 0 0,8-42 0 0 0,-17 69-87 0 0,-2 4 18 0 0,-3 2-20 0 0,1 0-1 0 0,1 0 1 0 0,-1 0 0 0 0,1 1-1 0 0,-1-1 1 0 0,1 1 0 0 0,1 0-1 0 0,-4 8 1 0 0,-19 50 73 0 0,17-42-25 0 0,-31 87 442 0 0,5 0 0 0 0,-25 137 0 0 0,57-233-477 0 0,0 1-1 0 0,1-1 0 0 0,1 0 1 0 0,0 1-1 0 0,1-1 0 0 0,3 22 1 0 0,-3-28-14 0 0,0-1 1 0 0,1 0-1 0 0,0 0 1 0 0,0 0 0 0 0,0 0-1 0 0,0 0 1 0 0,1 0 0 0 0,0-1-1 0 0,0 1 1 0 0,0-1-1 0 0,0 0 1 0 0,1 0 0 0 0,0 0-1 0 0,0 0 1 0 0,0 0 0 0 0,0-1-1 0 0,9 6 1 0 0,-5-5-69 0 0,0-1 1 0 0,0 1-1 0 0,0-1 1 0 0,1-1-1 0 0,-1 1 0 0 0,1-2 1 0 0,-1 1-1 0 0,1-1 1 0 0,0 0-1 0 0,0-1 1 0 0,-1 0-1 0 0,1 0 0 0 0,0-1 1 0 0,0 0-1 0 0,-1-1 1 0 0,1 0-1 0 0,9-3 1 0 0,-6 1-36 0 0,-1-1 0 0 0,1-1 1 0 0,0 0-1 0 0,-1 0 1 0 0,-1-1-1 0 0,1 0 0 0 0,-1-1 1 0 0,0 0-1 0 0,0-1 1 0 0,-1 0-1 0 0,9-12 0 0 0,8-12 124 0 0,-2-2-1 0 0,37-69 0 0 0,-60 101 12 0 0,14-22 181 0 0,-15 25-218 0 0,0 0 1 0 0,0 0-1 0 0,0 0 0 0 0,1 0 0 0 0,-1 0 0 0 0,0 0 0 0 0,0 0 0 0 0,0-1 0 0 0,0 1 1 0 0,0 0-1 0 0,0 0 0 0 0,0 0 0 0 0,1 0 0 0 0,-1 0 0 0 0,0 0 0 0 0,0 0 0 0 0,0 0 1 0 0,0 0-1 0 0,0 0 0 0 0,1 0 0 0 0,-1 0 0 0 0,0 0 0 0 0,0 0 0 0 0,0 0 0 0 0,0 0 1 0 0,0 0-1 0 0,1 0 0 0 0,-1 0 0 0 0,0 0 0 0 0,0 0 0 0 0,0 0 0 0 0,0 0 0 0 0,0 0 1 0 0,1 0-1 0 0,-1 0 0 0 0,0 0 0 0 0,0 0 0 0 0,0 0 0 0 0,0 0 0 0 0,0 0 0 0 0,0 0 1 0 0,1 1-1 0 0,-1-1 0 0 0,0 0 0 0 0,0 0 0 0 0,0 0 0 0 0,0 0 0 0 0,0 0 0 0 0,3 19 42 0 0,-3-16-38 0 0,-1 11 25 0 0,2 1-1 0 0,0-1 1 0 0,0 0 0 0 0,4 14 0 0 0,-4-24-23 0 0,0-1 1 0 0,0 0 0 0 0,0 1-1 0 0,1-1 1 0 0,-1 0 0 0 0,1 1-1 0 0,0-1 1 0 0,0 0 0 0 0,0 0-1 0 0,0 0 1 0 0,0 0 0 0 0,1-1 0 0 0,-1 1-1 0 0,1-1 1 0 0,0 1 0 0 0,-1-1-1 0 0,1 0 1 0 0,0 0 0 0 0,0 0-1 0 0,1-1 1 0 0,-1 1 0 0 0,4 1-1 0 0,6 0-31 0 0,1 0 0 0 0,-1 0 0 0 0,1-1 0 0 0,-1-1 0 0 0,1 0 0 0 0,0-1 0 0 0,-1-1 0 0 0,1 0 0 0 0,-1-1 0 0 0,1 0 0 0 0,-1-1 0 0 0,1 0 0 0 0,24-11 0 0 0,-28 10-47 0 0,1-1 0 0 0,-1 0 0 0 0,0-1 0 0 0,-1-1 0 0 0,1 1 0 0 0,-1-1 0 0 0,0-1 0 0 0,-1 0 0 0 0,0 0 0 0 0,0-1 0 0 0,-1 1 0 0 0,0-2 0 0 0,0 1 0 0 0,-1-1 0 0 0,-1 0 0 0 0,8-18 0 0 0,0-13 206 0 0,-2-1 0 0 0,9-62 0 0 0,-17 85 82 0 0,-3 18-105 0 0,-1 3-28 0 0,-5 7 40 0 0,0 1 1 0 0,1 0-1 0 0,0 1 0 0 0,1-1 0 0 0,0 1 1 0 0,-3 13-1 0 0,-12 73 376 0 0,11-50-360 0 0,6-38-114 0 0,1-1 0 0 0,0 1 0 0 0,1 0 0 0 0,-1-1 0 0 0,2 1 0 0 0,-1 0 0 0 0,3 10 0 0 0,-3-17-30 0 0,1 1 0 0 0,0-1 0 0 0,-1 1 0 0 0,1 0 0 0 0,0-1 0 0 0,1 0 0 0 0,-1 1 0 0 0,0-1-1 0 0,1 0 1 0 0,-1 1 0 0 0,1-1 0 0 0,0 0 0 0 0,0 0 0 0 0,-1 0 0 0 0,2 0 0 0 0,-1-1 0 0 0,0 1 0 0 0,0-1 0 0 0,0 1 0 0 0,1-1 0 0 0,-1 0 0 0 0,1 1 0 0 0,-1-1 0 0 0,1-1 0 0 0,-1 1 0 0 0,6 1 0 0 0,2-1-319 0 0,1 0 1 0 0,-1-1-1 0 0,1 0 1 0 0,0-1-1 0 0,-1 0 1 0 0,1 0-1 0 0,18-6 1 0 0,-12 2-1281 0 0,0-1 1 0 0,-1 0-1 0 0,31-18 1 0 0,-14 3-3415 0 0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0:17.6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242 96 1044 0 0,'-1'-18'2150'0'0,"0"6"-635"0"0,0 0 1 0 0,-1 0-1 0 0,0 1 1 0 0,-5-18-1 0 0,6 27-772 0 0,-2 3-404 0 0,-1 1-218 0 0,0 0 0 0 0,1 0 0 0 0,0 0 1 0 0,-1 0-1 0 0,1 1 0 0 0,0-1 0 0 0,0 1 0 0 0,0 0 0 0 0,0 0 0 0 0,1 0 0 0 0,-1 0 0 0 0,1 1 1 0 0,0-1-1 0 0,0 1 0 0 0,0-1 0 0 0,-2 8 0 0 0,-6 12 776 0 0,-9 36 0 0 0,15-47-661 0 0,-87 400 4251 0 0,71-299-4039 0 0,12-76-398 0 0,-11 76 273 0 0,18-99-426 0 0,0-1 0 0 0,1 1 0 0 0,0-1 0 0 0,1 1 0 0 0,0-1 0 0 0,5 16 0 0 0,-6-27-31 0 0,1 0-1 0 0,0 1 0 0 0,0-1 1 0 0,0 0-1 0 0,0 0 1 0 0,0 0-1 0 0,0 0 0 0 0,0 0 1 0 0,1 0-1 0 0,-1 0 0 0 0,1 0 1 0 0,0 0-1 0 0,-1 0 1 0 0,1-1-1 0 0,0 1 0 0 0,0-1 1 0 0,4 3-1 0 0,-2-3-133 0 0,-1 1 0 0 0,1-1 0 0 0,-1 0-1 0 0,1 0 1 0 0,0 0 0 0 0,-1-1 0 0 0,1 0 0 0 0,0 1 0 0 0,0-1-1 0 0,5-1 1 0 0,3-1-585 0 0,0 0-1 0 0,0-1 1 0 0,-1 0-1 0 0,1-1 1 0 0,-1 0-1 0 0,13-7 1 0 0,4-4-2112 0 0,2-4-848 0 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0:18.7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1 275 2212 0 0,'8'-17'4881'0'0,"14"-36"0"0"0,-21 51-4429 0 0,2-4 1459 0 0,-3 7-1856 0 0,0-1 1 0 0,1 0-1 0 0,-1 1 0 0 0,0-1 0 0 0,0 1 0 0 0,0-1 0 0 0,0 1 0 0 0,0-1 0 0 0,0 1 0 0 0,0-1 0 0 0,0 1 0 0 0,0-1 0 0 0,0 1 0 0 0,0-1 0 0 0,0 1 0 0 0,0-1 1 0 0,0 1-1 0 0,0-1 0 0 0,0 1 0 0 0,-1-1 0 0 0,1 0 0 0 0,0 1 0 0 0,0-1 0 0 0,-1 1 0 0 0,-5 21 393 0 0,0 1 0 0 0,2-1 0 0 0,0 1 0 0 0,2 0 0 0 0,0 0 0 0 0,2 0 0 0 0,3 39 0 0 0,-2-59-513 0 0,-1 0 0 0 0,1 1 0 0 0,0-1 0 0 0,-1 0 0 0 0,2 0 1 0 0,-1 1-1 0 0,0-1 0 0 0,1 0 0 0 0,-1 0 0 0 0,1 0 0 0 0,0 0 0 0 0,0-1 0 0 0,0 1 1 0 0,0 0-1 0 0,0-1 0 0 0,1 0 0 0 0,-1 1 0 0 0,1-1 0 0 0,0 0 0 0 0,0 0 1 0 0,-1-1-1 0 0,1 1 0 0 0,4 1 0 0 0,-3-2-150 0 0,-1 0 0 0 0,0 0 0 0 0,1-1 0 0 0,-1 0 1 0 0,0 0-1 0 0,1 0 0 0 0,-1 0 0 0 0,0 0 0 0 0,1 0 0 0 0,-1-1 0 0 0,6-1 0 0 0,36-12-1809 0 0,-30 7 1490 0 0,-1 0-1 0 0,0 0 1 0 0,0-2 0 0 0,-1 1-1 0 0,0-2 1 0 0,0 0 0 0 0,13-13 0 0 0,73-87 818 0 0,-82 88 574 0 0,-2 1 158 0 0,-12 17-700 0 0,0-1 1 0 0,0 1-1 0 0,1 0 1 0 0,-1-1-1 0 0,8-5 699 0 0,-21 47 671 0 0,5-18-1173 0 0,-2 9 249 0 0,-6 39-1 0 0,12-59-691 0 0,1-1 1 0 0,-1 0-1 0 0,1 0 1 0 0,1 1-1 0 0,-1-1 1 0 0,1 0-1 0 0,0 0 1 0 0,1 0-1 0 0,0 0 1 0 0,5 13-1 0 0,-6-18-61 0 0,0-1 1 0 0,1 1-1 0 0,-1 0 0 0 0,0-1 0 0 0,1 1 0 0 0,-1-1 0 0 0,1 0 0 0 0,0 1 0 0 0,-1-1 0 0 0,1 0 1 0 0,0 0-1 0 0,0 0 0 0 0,0 0 0 0 0,0-1 0 0 0,0 1 0 0 0,0 0 0 0 0,0-1 0 0 0,0 1 1 0 0,0-1-1 0 0,0 0 0 0 0,0 0 0 0 0,0 1 0 0 0,0-1 0 0 0,4-1 0 0 0,1 0 1 0 0,0 1 0 0 0,0-1-1 0 0,-1-1 1 0 0,1 0 0 0 0,-1 0 0 0 0,9-3-1 0 0,-4 0-7 0 0,0-1-1 0 0,-1 0 0 0 0,0-1 0 0 0,1 0 1 0 0,-2-1-1 0 0,1 0 0 0 0,-1 0 0 0 0,-1-1 1 0 0,1 0-1 0 0,-2 0 0 0 0,1-1 0 0 0,-1 0 1 0 0,11-22-1 0 0,-14 23-10 0 0,0 0 1 0 0,-1 0-1 0 0,0 0 0 0 0,0 0 1 0 0,-1 0-1 0 0,-1-1 0 0 0,1 1 1 0 0,-1-1-1 0 0,-1 1 0 0 0,0-1 1 0 0,0 1-1 0 0,-1-1 1 0 0,0 1-1 0 0,-1-1 0 0 0,0 1 1 0 0,0 0-1 0 0,-1 0 0 0 0,-6-14 1 0 0,-51-90-14 0 0,59 112 21 0 0,1 1 1 0 0,0-1-1 0 0,-1 1 1 0 0,1-1-1 0 0,0 1 1 0 0,0-1-1 0 0,-1 0 1 0 0,1 1-1 0 0,0-1 1 0 0,0 1-1 0 0,0-1 1 0 0,0 0-1 0 0,0 1 1 0 0,0-1-1 0 0,0 1 1 0 0,0-1-1 0 0,0 0 1 0 0,0 1-1 0 0,0-1 1 0 0,0 0-1 0 0,0 1 1 0 0,0-1-1 0 0,1 1 1 0 0,-1-1-1 0 0,0 0 1 0 0,0 1-1 0 0,1-1 1 0 0,-1 1-1 0 0,1-1 1 0 0,0 0-3 0 0,0 0 0 0 0,1 0 0 0 0,-1 0 1 0 0,0 0-1 0 0,1 0 0 0 0,-1 1 0 0 0,0-1 1 0 0,1 1-1 0 0,-1-1 0 0 0,1 1 1 0 0,2-1-1 0 0,2 0-7 0 0,1 0-1 0 0,-1 0 1 0 0,1 1 0 0 0,9 1-1 0 0,-8 0 1 0 0,0 1-1 0 0,-1 0 1 0 0,1 0-1 0 0,-1 1 1 0 0,1 0 0 0 0,-1 0-1 0 0,0 1 1 0 0,-1-1-1 0 0,1 2 1 0 0,10 7-1 0 0,-8-4 3 0 0,0 0 1 0 0,-1 1-1 0 0,1 1 0 0 0,-2-1 0 0 0,1 1 0 0 0,8 16 1 0 0,-8-12 12 0 0,-2 0 1 0 0,1 0-1 0 0,-2 1 1 0 0,1 0-1 0 0,-2 0 1 0 0,0 0-1 0 0,-1 1 1 0 0,-1-1-1 0 0,0 1 1 0 0,-1 0-1 0 0,-2 21 1 0 0,0-26 39 0 0,-1 0 0 0 0,-1 0 1 0 0,0-1-1 0 0,0 1 0 0 0,-1-1 0 0 0,-1 1 0 0 0,1-1 1 0 0,-2-1-1 0 0,1 1 0 0 0,-1-1 0 0 0,-1 0 0 0 0,0 0 1 0 0,0 0-1 0 0,-9 7 0 0 0,16-16-40 0 0,0 1 0 0 0,-1-1 0 0 0,1 1 0 0 0,0-1 0 0 0,-1 1 0 0 0,1-1 0 0 0,0 0 0 0 0,-1 1 0 0 0,1-1 0 0 0,-1 1 0 0 0,1-1 0 0 0,-1 0 0 0 0,1 1 0 0 0,-1-1 0 0 0,1 0 0 0 0,-1 0 0 0 0,1 0 0 0 0,-1 1 0 0 0,1-1 0 0 0,-1 0 0 0 0,1 0 0 0 0,-1 0 0 0 0,0 0-1 0 0,1 0 1 0 0,-1 0 0 0 0,1 0 0 0 0,-1 0 0 0 0,1 0 0 0 0,-1 0 0 0 0,1 0 0 0 0,-1 0 0 0 0,0 0 0 0 0,1-1 0 0 0,-1 1 0 0 0,1 0 0 0 0,-1 0 0 0 0,1-1 0 0 0,-1 1 0 0 0,1 0 0 0 0,0-1 0 0 0,-1 1 0 0 0,1 0 0 0 0,-1-1 0 0 0,1 1 0 0 0,-1-1 0 0 0,1 1 0 0 0,0 0 0 0 0,0-1 0 0 0,-1 1 0 0 0,1-1 0 0 0,0 1 0 0 0,-1-1 0 0 0,1 1 0 0 0,0-1 0 0 0,0 0 0 0 0,0 1 0 0 0,0-1 0 0 0,0 1 0 0 0,0-1 0 0 0,0 1 0 0 0,0-1 0 0 0,0 1 0 0 0,0-1 0 0 0,0 0 0 0 0,0 1-1 0 0,0-1 1 0 0,3-11-1 0 0,1 0 0 0 0,0 1 0 0 0,0-1 0 0 0,1 1 0 0 0,9-14 0 0 0,36-51-4 0 0,-42 65-4 0 0,7-10-12 0 0,1 1 1 0 0,0 1-1 0 0,2 0 0 0 0,0 2 1 0 0,1 0-1 0 0,39-27 0 0 0,-55 42 7 0 0,0 0 1 0 0,0 1-1 0 0,0-1 0 0 0,1 0 0 0 0,-1 1 0 0 0,0 0 0 0 0,1 0 0 0 0,-1 0 0 0 0,1 0 0 0 0,0 1 0 0 0,-1-1 0 0 0,1 1 0 0 0,-1 0 0 0 0,8 1 0 0 0,11 9-25 0 0,-19-5 32 0 0,-2-2-2 0 0,1 1 4 0 0,0-1-1 0 0,0 1 1 0 0,-1-1 0 0 0,0 1 0 0 0,1 0-1 0 0,-1 0 1 0 0,-1 0 0 0 0,1-1 0 0 0,0 1-1 0 0,-1 0 1 0 0,0 0 0 0 0,0 4 0 0 0,-7 51 59 0 0,3-34 10 0 0,-1 15 95 0 0,1-13 15 0 0,-1 32 1 0 0,5-58-175 0 0,0 0 1 0 0,0 0 0 0 0,0 0 0 0 0,1 0-1 0 0,-1 0 1 0 0,0 0 0 0 0,1 1-1 0 0,-1-2 1 0 0,1 1 0 0 0,-1 0-1 0 0,1 0 1 0 0,-1 0 0 0 0,1 0-1 0 0,0 0 1 0 0,-1 0 0 0 0,1 0-1 0 0,0-1 1 0 0,0 1 0 0 0,-1 0-1 0 0,1-1 1 0 0,0 1 0 0 0,0 0-1 0 0,0-1 1 0 0,0 1 0 0 0,0-1-1 0 0,0 0 1 0 0,0 1 0 0 0,0-1 0 0 0,0 0-1 0 0,0 1 1 0 0,0-1 0 0 0,0 0-1 0 0,0 0 1 0 0,0 0 0 0 0,0 0-1 0 0,0 0 1 0 0,1 0 0 0 0,-1 0-1 0 0,1-1 1 0 0,6 0 5 0 0,0 0 0 0 0,0 0 1 0 0,15-5-1 0 0,-11 2-56 0 0,1-1-1 0 0,-1-1 1 0 0,0 0 0 0 0,0-1 0 0 0,-1 0 0 0 0,20-16 0 0 0,-14 8-614 0 0,-1 0 1 0 0,0-1 0 0 0,18-25 0 0 0,-28 33-5 0 0,-1 0-1 0 0,0 0 1 0 0,-1 0-1 0 0,6-16 1 0 0,-7 17-770 0 0,-1 1 0 0 0,-1-1 1 0 0,2-14-1 0 0,-2 1-3874 0 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0:18.9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1 2300 0 0,'-113'21'10821'0'0,"111"-20"-10527"0"0,-6 0-876 0 0,17-1-739 0 0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0:19.1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24 2072 0 0,'-79'33'13067'0'0,"92"-27"-12394"0"0,-2-5-572 0 0,-1 0 0 0 0,1-1 0 0 0,-1 0-1 0 0,1-1 1 0 0,19-4 0 0 0,1 1-28 0 0,170-20-2924 0 0,-67 4-3461 0 0,-75 9 1389 0 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0:19.3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4572 0 0,'4'24'13439'0'0,"-2"-18"-12693"0"0,-2-5-737 0 0,0-1 0 0 0,0 1 1 0 0,0 0-1 0 0,1 0 0 0 0,-1 0 0 0 0,0-1 1 0 0,0 1-1 0 0,1 0 0 0 0,-1 0 1 0 0,0-1-1 0 0,1 1 0 0 0,-1 0 0 0 0,1-1 1 0 0,-1 1-1 0 0,1 0 0 0 0,-1-1 1 0 0,1 1-1 0 0,-1-1 0 0 0,1 1 1 0 0,0-1-1 0 0,-1 1 0 0 0,2 0 0 0 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0:40.1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32 732 0 0,'0'-2'1679'0'0,"1"-16"1173"0"0,0 6 1661 0 0,-1 25-3467 0 0,-9 139 17 0 0,-12 287-1899 0 0,21-353-4793 0 0,0-68 2613 0 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0:40.8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1 275 1556 0 0,'1'-14'807'0'0,"0"1"0"0"0,2-1 0 0 0,0 1 0 0 0,0 0-1 0 0,7-16 1 0 0,-7 22-582 0 0,1-1 1 0 0,0 1-1 0 0,1 0 0 0 0,0 0 1 0 0,0 0-1 0 0,0 1 0 0 0,1 0 1 0 0,-1 0-1 0 0,12-9 0 0 0,2 2-68 0 0,-1 1-1 0 0,2 0 0 0 0,0 2 1 0 0,0 0-1 0 0,1 1 1 0 0,0 1-1 0 0,0 1 0 0 0,1 1 1 0 0,0 1-1 0 0,0 1 1 0 0,0 1-1 0 0,0 1 0 0 0,1 0 1 0 0,-1 2-1 0 0,1 1 1 0 0,41 6-1 0 0,-59-6-146 0 0,0 0 0 0 0,0 0-1 0 0,0 1 1 0 0,0-1 0 0 0,-1 1 0 0 0,1 0 0 0 0,0 1 0 0 0,-1-1-1 0 0,1 1 1 0 0,-1 0 0 0 0,0 0 0 0 0,0 0 0 0 0,0 0-1 0 0,0 1 1 0 0,-1 0 0 0 0,1-1 0 0 0,-1 1 0 0 0,0 1 0 0 0,0-1-1 0 0,-1 0 1 0 0,1 1 0 0 0,-1-1 0 0 0,0 1 0 0 0,0 0-1 0 0,0 0 1 0 0,-1 0 0 0 0,0 0 0 0 0,0 0 0 0 0,0 0 0 0 0,0 0-1 0 0,-1 0 1 0 0,0 0 0 0 0,0 0 0 0 0,0 1 0 0 0,-1-1-1 0 0,0 0 1 0 0,0 0 0 0 0,0 0 0 0 0,-2 6 0 0 0,-8 19 2 0 0,-1-1 1 0 0,0 0-1 0 0,-3-1 1 0 0,0 0 0 0 0,-2-1-1 0 0,0-1 1 0 0,-2-1-1 0 0,-1-1 1 0 0,-1 0-1 0 0,-1-2 1 0 0,-46 37-1 0 0,61-54-4 0 0,0 0-1 0 0,0-1 0 0 0,0 0 0 0 0,-10 4 0 0 0,15-8-13 0 0,0-2-3 0 0,2 2 8 0 0,0 0 1 0 0,-1 0 0 0 0,1 0-1 0 0,0 0 1 0 0,0 0 0 0 0,-1-1-1 0 0,1 1 1 0 0,0 0 0 0 0,0 0-1 0 0,-1 0 1 0 0,1-1 0 0 0,0 1-1 0 0,0 0 1 0 0,0 0 0 0 0,0-1-1 0 0,-1 1 1 0 0,1 0 0 0 0,0 0-1 0 0,0-1 1 0 0,0 1-1 0 0,0 0 1 0 0,0 0 0 0 0,0-1-1 0 0,-1 1 1 0 0,1 0 0 0 0,0-1-1 0 0,0 1 1 0 0,0 0 0 0 0,0 0-1 0 0,0-1 1 0 0,0 1 0 0 0,0 0-1 0 0,0-1 1 0 0,1 1 0 0 0,-1 0-1 0 0,6-6 6 0 0,0 0 0 0 0,1 1-1 0 0,0 0 1 0 0,0 0-1 0 0,1 1 1 0 0,-1 0 0 0 0,1 0-1 0 0,0 1 1 0 0,0 0-1 0 0,0 0 1 0 0,0 1 0 0 0,0 0-1 0 0,1 0 1 0 0,-1 1-1 0 0,1 0 1 0 0,-1 0 0 0 0,1 1-1 0 0,-1 1 1 0 0,13 1-1 0 0,-9-1 88 0 0,0 1 1 0 0,0 0-1 0 0,-1 1 0 0 0,1 0 0 0 0,-1 0 0 0 0,0 2 0 0 0,0-1 1 0 0,0 2-1 0 0,0-1 0 0 0,-1 1 0 0 0,0 1 0 0 0,0 0 0 0 0,15 14 1 0 0,-20-16 6 0 0,-1 0 1 0 0,0 0 0 0 0,0 1 0 0 0,-1-1 0 0 0,1 1 0 0 0,-1 0 0 0 0,0 0 0 0 0,-1 0 0 0 0,1 0-1 0 0,-1 0 1 0 0,-1 1 0 0 0,1-1 0 0 0,-1 1 0 0 0,1 10 0 0 0,-2-8-2 0 0,0 1 0 0 0,-1 0 0 0 0,0 0-1 0 0,-1 0 1 0 0,0 0 0 0 0,-1-1 0 0 0,0 1 0 0 0,0-1 0 0 0,-5 9-1 0 0,-1-1 110 0 0,0 0-1 0 0,-1-1 0 0 0,-1 0 0 0 0,-1-1 0 0 0,0 0 0 0 0,0-1 0 0 0,-2 0 0 0 0,0-1 0 0 0,-26 18 0 0 0,29-24-105 0 0,0 0-1 0 0,-1-1 1 0 0,0 0-1 0 0,0-1 1 0 0,0-1-1 0 0,-1 0 0 0 0,0 0 1 0 0,0-1-1 0 0,0-1 1 0 0,0 0-1 0 0,-24-1 1 0 0,27-1-85 0 0,1 0 1 0 0,0-1-1 0 0,0 0 1 0 0,1-1-1 0 0,-1 0 1 0 0,0-1-1 0 0,0 1 0 0 0,1-2 1 0 0,0 1-1 0 0,-1-1 1 0 0,1 0-1 0 0,1-1 1 0 0,-1 0-1 0 0,1 0 1 0 0,-1-1-1 0 0,2 0 1 0 0,-1 0-1 0 0,-6-8 0 0 0,11 12-78 0 0,0 0-1 0 0,1 0 1 0 0,-1-1-1 0 0,1 1 1 0 0,-1 0-1 0 0,1-1 1 0 0,0 0-1 0 0,0 1 0 0 0,0-1 1 0 0,0 0-1 0 0,0 1 1 0 0,1-1-1 0 0,-1 0 1 0 0,1 0-1 0 0,-1 0 1 0 0,1 0-1 0 0,0 0 1 0 0,1 1-1 0 0,-1-1 0 0 0,0 0 1 0 0,1 0-1 0 0,-1 0 1 0 0,1 1-1 0 0,1-4 1 0 0,0 3-422 0 0,0-1 1 0 0,0 1-1 0 0,0 0 1 0 0,0 0-1 0 0,1 0 1 0 0,-1 0-1 0 0,1 1 1 0 0,-1-1-1 0 0,1 1 1 0 0,0-1-1 0 0,0 1 1 0 0,1 0 0 0 0,-1 0-1 0 0,0 0 1 0 0,0 1-1 0 0,1-1 1 0 0,6-1-1 0 0,0-1-2426 0 0,2-1-808 0 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0:41.1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56 556 0 0,'5'-14'5070'0'0,"7"-27"5978"0"0,-11 40-10844 0 0,1 3-131 0 0,-1-1 1 0 0,1 1-1 0 0,-1-1 1 0 0,0 1-1 0 0,1 0 1 0 0,-1-1 0 0 0,0 1-1 0 0,0 0 1 0 0,0 0-1 0 0,0 0 1 0 0,-1 0-1 0 0,1 0 1 0 0,0 0 0 0 0,-1 0-1 0 0,1 0 1 0 0,-1 3-1 0 0,4 42 468 0 0,-3-28-370 0 0,2 42 3 0 0,-6 68 0 0 0,0-26-8095 0 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0:41.3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57 1080 0 0,'-1'-4'391'0'0,"1"1"0"0"0,-1-1 0 0 0,0 0 0 0 0,-1 1 0 0 0,1-1 0 0 0,-1 1 0 0 0,1 0 0 0 0,-1-1 0 0 0,0 1 0 0 0,0 0 0 0 0,-1 0 0 0 0,1 0 0 0 0,0 0 0 0 0,-1 1 0 0 0,-4-5 0 0 0,5 6-139 0 0,1 1-216 0 0,-1 0-1 0 0,1 0 1 0 0,0 0-1 0 0,0 0 1 0 0,0 1 0 0 0,0-1-1 0 0,0 0 1 0 0,0 0-1 0 0,0 1 1 0 0,0-1 0 0 0,0 1-1 0 0,-2 0 1 0 0,-1 5-474 0 0,1 0 1 0 0,-1 1-1 0 0,1-1 1 0 0,0 1-1 0 0,1 0 1 0 0,-1 0-1 0 0,1 0 1 0 0,-2 13-1 0 0,1-4-1271 0 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0:41.9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311 122 1892 0 0,'5'-5'896'0'0,"0"1"-1"0"0,0-1 0 0 0,-1 0 1 0 0,1 0-1 0 0,-1 0 0 0 0,0 0 1 0 0,5-10-1 0 0,-8 12-713 0 0,0 1 0 0 0,1 0 1 0 0,-1-1-1 0 0,-1 1 0 0 0,1-1 0 0 0,0 0 1 0 0,-1 1-1 0 0,1-1 0 0 0,-1 1 0 0 0,0-1 0 0 0,0 0 1 0 0,0 1-1 0 0,0-1 0 0 0,0 0 0 0 0,-1 1 1 0 0,1-1-1 0 0,-1 1 0 0 0,0-1 0 0 0,1 1 0 0 0,-1-1 1 0 0,-2-2-1 0 0,3 4-154 0 0,-1 0-1 0 0,1 0 1 0 0,-1 0 0 0 0,0 0 0 0 0,1 0-1 0 0,-1 1 1 0 0,0-1 0 0 0,0 0 0 0 0,0 0-1 0 0,1 1 1 0 0,-1-1 0 0 0,0 1 0 0 0,0-1-1 0 0,0 1 1 0 0,0-1 0 0 0,0 1 0 0 0,0-1-1 0 0,0 1 1 0 0,0 0 0 0 0,0 0 0 0 0,0-1-1 0 0,-2 1 1 0 0,1 0-1 0 0,-1 0-1 0 0,1 1 1 0 0,0-1 0 0 0,-1 1-1 0 0,1-1 1 0 0,0 1 0 0 0,-1 0-1 0 0,1 0 1 0 0,-4 2 0 0 0,-2 1 15 0 0,0 2 1 0 0,0-1-1 0 0,-12 13 1 0 0,9-6-5 0 0,0 0 1 0 0,1 0 0 0 0,1 1 0 0 0,0 1 0 0 0,0-1-1 0 0,2 1 1 0 0,-1 1 0 0 0,2-1 0 0 0,0 1-1 0 0,1 0 1 0 0,-6 30 0 0 0,10-37-26 0 0,0-1 1 0 0,0 1-1 0 0,1-1 0 0 0,0 0 1 0 0,1 1-1 0 0,1 8 0 0 0,-2-14-7 0 0,1 0 0 0 0,-1 0 0 0 0,1 0 0 0 0,-1 0-1 0 0,1 0 1 0 0,0 0 0 0 0,0 0 0 0 0,0 0-1 0 0,0 0 1 0 0,0 0 0 0 0,1 0 0 0 0,-1-1 0 0 0,0 1-1 0 0,1 0 1 0 0,-1-1 0 0 0,1 1 0 0 0,0-1 0 0 0,-1 0-1 0 0,1 0 1 0 0,0 1 0 0 0,0-1 0 0 0,0 0-1 0 0,0 0 1 0 0,0-1 0 0 0,0 1 0 0 0,0 0 0 0 0,2 0-1 0 0,1-1-4 0 0,0 1 0 0 0,-1-1 0 0 0,1 0 0 0 0,0 0 0 0 0,0 0 0 0 0,0 0 0 0 0,-1-1-1 0 0,1 0 1 0 0,0 0 0 0 0,-1 0 0 0 0,1-1 0 0 0,0 0 0 0 0,-1 0 0 0 0,0 0 0 0 0,1 0-1 0 0,-1-1 1 0 0,0 1 0 0 0,0-1 0 0 0,-1 0 0 0 0,1 0 0 0 0,-1-1 0 0 0,1 1 0 0 0,-1-1 0 0 0,0 1-1 0 0,0-1 1 0 0,4-8 0 0 0,2-4 9 0 0,-1 0 0 0 0,-1 0 0 0 0,-1-1 0 0 0,0 0 0 0 0,-2 0 0 0 0,4-20 0 0 0,-2 1 50 0 0,-6 33 33 0 0,-4 24 90 0 0,-41 480 2643 0 0,38-387-2573 0 0,4-50-74 0 0,-14 160 158 0 0,10-175-156 0 0,-1 0 0 0 0,-22 70-1 0 0,25-106 3 0 0,1 0-1 0 0,-2 0 1 0 0,0-1-1 0 0,0 1 0 0 0,-12 15 1 0 0,15-24-130 0 0,1-1 1 0 0,-1 1-1 0 0,0-1 0 0 0,0 1 1 0 0,-1-1-1 0 0,1 0 1 0 0,-1 0-1 0 0,0-1 1 0 0,1 1-1 0 0,-1-1 0 0 0,0 0 1 0 0,-1 0-1 0 0,1 0 1 0 0,0 0-1 0 0,0-1 0 0 0,-1 0 1 0 0,1 0-1 0 0,-1 0 1 0 0,1 0-1 0 0,-1-1 1 0 0,-6 1-1 0 0,6-1-46 0 0,0-1 0 0 0,1 1 0 0 0,-1-1 0 0 0,0 0 0 0 0,0 0 0 0 0,1 0 1 0 0,-1-1-1 0 0,0 1 0 0 0,1-1 0 0 0,0 0 0 0 0,-1-1 0 0 0,1 1 0 0 0,0-1 0 0 0,0 0 0 0 0,0 0 0 0 0,1 0 0 0 0,-1 0 0 0 0,1 0 0 0 0,-1-1 1 0 0,1 0-1 0 0,0 0 0 0 0,1 0 0 0 0,-1 0 0 0 0,1 0 0 0 0,-1 0 0 0 0,1-1 0 0 0,0 1 0 0 0,1-1 0 0 0,-1 0 0 0 0,0-5 0 0 0,1-2-187 0 0,0-1 0 0 0,1 0 0 0 0,1 0-1 0 0,0 1 1 0 0,0-1 0 0 0,1 0 0 0 0,1 1-1 0 0,0-1 1 0 0,1 1 0 0 0,7-17 0 0 0,9-14-2030 0 0,35-57 1 0 0,-55 100 2176 0 0,79-124-7799 0 0,-51 85 2587 0 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0:42.6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0 691 1752 0 0,'3'0'3238'0'0,"-2"0"-2962"0"0,1 0 0 0 0,-1 0-1 0 0,1 0 1 0 0,-1 0 0 0 0,1 0-1 0 0,-1 1 1 0 0,1-1-1 0 0,-1 1 1 0 0,0-1 0 0 0,1 1-1 0 0,-1 0 1 0 0,0-1 0 0 0,1 1-1 0 0,-1 0 1 0 0,0 0-1 0 0,0 0 1 0 0,0 0 0 0 0,1 0-1 0 0,-1 0 1 0 0,1 2-1 0 0,1 2 256 0 0,0-1 0 0 0,-1 1 0 0 0,0 0 0 0 0,3 9 0 0 0,-3-8-315 0 0,0-1 1 0 0,0 1 0 0 0,1-1 0 0 0,6 10 0 0 0,-9-13-157 0 0,3 1 51 0 0,-4-3-102 0 0,1 0-1 0 0,0 0 1 0 0,1 1-1 0 0,-1-1 1 0 0,0 0-1 0 0,0 0 1 0 0,0 0-1 0 0,0 1 1 0 0,0-1 0 0 0,0 0-1 0 0,0 0 1 0 0,0 0-1 0 0,0 1 1 0 0,0-1-1 0 0,0 0 1 0 0,0 0-1 0 0,1 0 1 0 0,-1 0-1 0 0,0 0 1 0 0,0 1-1 0 0,0-1 1 0 0,0 0-1 0 0,0 0 1 0 0,1 0-1 0 0,-1 0 1 0 0,0 0-1 0 0,0 0 1 0 0,0 0-1 0 0,0 1 1 0 0,1-1-1 0 0,-1 0 1 0 0,0 0-1 0 0,0 0 1 0 0,0 0-1 0 0,1 0 1 0 0,-1 0-1 0 0,0 0 1 0 0,0 0-1 0 0,0 0 1 0 0,1 0-1 0 0,-1 0 1 0 0,0 0-1 0 0,0 0 1 0 0,4-2 5 0 0,0 1 0 0 0,0-1 0 0 0,-1 0 1 0 0,1 0-1 0 0,-1 0 0 0 0,0 0 0 0 0,0 0 0 0 0,1-1 1 0 0,-1 0-1 0 0,-1 1 0 0 0,1-1 0 0 0,0 0 1 0 0,-1 0-1 0 0,5-7 0 0 0,5-10-2 0 0,13-28 0 0 0,-15 28 7 0 0,21-49-24 0 0,-3-2 1 0 0,27-109 0 0 0,-27 82 16 0 0,-22 78-21 0 0,-3 10-14 0 0,-1 0 1 0 0,2 1-1 0 0,-1-1 0 0 0,1 1 0 0 0,9-15 1 0 0,-12 23 21 0 0,-1 1 1 0 0,1-1-1 0 0,-1 1 1 0 0,1-1-1 0 0,-1 1 1 0 0,1 0-1 0 0,-1-1 1 0 0,1 1-1 0 0,-1 0 0 0 0,1-1 1 0 0,0 1-1 0 0,-1 0 1 0 0,1 0-1 0 0,-1-1 1 0 0,1 1-1 0 0,0 0 1 0 0,-1 0-1 0 0,1 0 1 0 0,0 0-1 0 0,-1 0 1 0 0,1 0-1 0 0,0 0 1 0 0,-1 0-1 0 0,1 0 1 0 0,0 0-1 0 0,-1 1 1 0 0,1-1-1 0 0,0 0 0 0 0,-1 0 1 0 0,1 0-1 0 0,-1 1 1 0 0,1-1-1 0 0,-1 0 1 0 0,1 1-1 0 0,0 0 1 0 0,17 14-14 0 0,-4 3-4 0 0,0 1 1 0 0,20 38-1 0 0,-24-39 28 0 0,0-1 1 0 0,1 0-1 0 0,1 0 1 0 0,17 18-1 0 0,-26-33-3 0 0,0 0 0 0 0,-1-1 0 0 0,1 0 0 0 0,0 1 0 0 0,0-1 0 0 0,1 0-1 0 0,-1 0 1 0 0,0-1 0 0 0,0 1 0 0 0,0-1 0 0 0,1 1 0 0 0,-1-1 0 0 0,0 0-1 0 0,0 0 1 0 0,1-1 0 0 0,3 0 0 0 0,-1 0-2 0 0,-1-1-1 0 0,0 0 1 0 0,1 0-1 0 0,-1 0 1 0 0,0-1-1 0 0,-1 0 1 0 0,1 0 0 0 0,0 0-1 0 0,-1 0 1 0 0,8-8-1 0 0,2-4-4 0 0,20-26-1 0 0,-21 24-5 0 0,21-30 35 0 0,39-73-1 0 0,-38 60-40 0 0,-29 49-21 0 0,-6 10 21 0 0,1-1-1 0 0,0 0 1 0 0,0 1-1 0 0,0-1 1 0 0,0 1-1 0 0,0-1 0 0 0,0 1 1 0 0,1 0-1 0 0,-1-1 1 0 0,0 1-1 0 0,1 0 1 0 0,2-2-1 0 0,-2 5 8 0 0,-1 0-1 0 0,1 0 1 0 0,-1 0-1 0 0,0 0 1 0 0,0 0-1 0 0,0 1 1 0 0,0-1-1 0 0,0 0 1 0 0,0 1-1 0 0,0 3 1 0 0,3 20-4 0 0,2 43-1 0 0,-5-39 26 0 0,7 39 0 0 0,-6-61-16 0 0,0 0 0 0 0,0 0-1 0 0,0 0 1 0 0,1-1 0 0 0,0 1 0 0 0,1-1-1 0 0,0 0 1 0 0,0 0 0 0 0,8 11 0 0 0,-9-15-142 0 0,0 0 1 0 0,1 0-1 0 0,-1-1 0 0 0,0 1 1 0 0,1-1-1 0 0,-1 0 1 0 0,1 0-1 0 0,0 0 1 0 0,0 0-1 0 0,0-1 0 0 0,0 1 1 0 0,0-1-1 0 0,0 0 1 0 0,0 0-1 0 0,0-1 0 0 0,0 1 1 0 0,8-1-1 0 0,0 0-1141 0 0,1-1-1 0 0,0 0 1 0 0,-1-1 0 0 0,20-6-1 0 0,0 0-2445 0 0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0:43.2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54 60 0 0,'22'-53'9280'0'0,"-12"78"-8404"0"0,1 58 982 0 0,0 125 1 0 0,-3-33-1066 0 0,-6-149-711 0 0,11 100 169 0 0,-10-110-194 0 0,1 0 0 0 0,1 0 0 0 0,0-1 0 0 0,0 1 0 0 0,15 24 0 0 0,-18-36-92 0 0,1 1 1 0 0,-1-1 0 0 0,1 0 0 0 0,0-1-1 0 0,1 1 1 0 0,-1 0 0 0 0,1-1 0 0 0,0 0 0 0 0,0 0-1 0 0,0 0 1 0 0,0 0 0 0 0,0-1 0 0 0,0 0-1 0 0,1 1 1 0 0,-1-2 0 0 0,1 1 0 0 0,0 0-1 0 0,-1-1 1 0 0,1 0 0 0 0,0 0 0 0 0,0 0-1 0 0,0-1 1 0 0,0 0 0 0 0,0 0 0 0 0,0 0-1 0 0,6-1 1 0 0,-2 0-587 0 0,0-1 0 0 0,0-1 1 0 0,0 1-1 0 0,0-1 0 0 0,0-1 0 0 0,-1 0 0 0 0,1 0 0 0 0,-1-1 1 0 0,0 1-1 0 0,0-2 0 0 0,-1 1 0 0 0,13-13 0 0 0,0-3-3380 0 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0:43.4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134 143 1812 0 0,'-35'-4'3313'0'0,"15"1"-1214"0"0,1 1 0 0 0,-31 2 0 0 0,50 0-2087 0 0,-1 0 0 0 0,1 0 1 0 0,-1 0-1 0 0,1 1 1 0 0,0-1-1 0 0,-1 0 0 0 0,1 0 1 0 0,0 0-1 0 0,-1 0 0 0 0,1 0 1 0 0,-1 0-1 0 0,1-1 0 0 0,0 1 1 0 0,-1 0-1 0 0,1 0 1 0 0,0 0-1 0 0,-1 0 0 0 0,1 0 1 0 0,0 0-1 0 0,-1-1 0 0 0,1 1 1 0 0,0 0-1 0 0,-1 0 1 0 0,1-1-1 0 0,0 1 0 0 0,-1-1 1 0 0,6-6 222 0 0,16-7-90 0 0,172-54-1597 0 0,-61 33-4319 0 0,-100 28 3262 0 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0:43.8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0 432 0 0,'0'3'1468'0'0,"3"20"917"0"0,-1 1 0 0 0,-1 24-1 0 0,1 11-548 0 0,-2-57-1780 0 0,0 1 1 0 0,0-1 0 0 0,1 1 0 0 0,-1-1 0 0 0,1 0-1 0 0,-1 1 1 0 0,1-1 0 0 0,0 0 0 0 0,0 0 0 0 0,0 1-1 0 0,0-1 1 0 0,1 0 0 0 0,-1 0 0 0 0,0 0 0 0 0,1 0-1 0 0,3 3 1 0 0,-4-4-27 0 0,1 0 0 0 0,0 0 0 0 0,-1-1 0 0 0,1 1 0 0 0,0 0 0 0 0,0 0 0 0 0,-1-1 0 0 0,1 1 0 0 0,0-1 0 0 0,0 0 0 0 0,0 1 0 0 0,0-1 0 0 0,0 0 0 0 0,-1 0 0 0 0,1 0 0 0 0,4-1 0 0 0,-1 0 3 0 0,-1 0 1 0 0,1-1-1 0 0,-1 1 1 0 0,1-1 0 0 0,-1 0-1 0 0,0 0 1 0 0,0-1-1 0 0,0 1 1 0 0,0-1 0 0 0,0 0-1 0 0,0 0 1 0 0,-1 0-1 0 0,1 0 1 0 0,4-8 0 0 0,-5 7-29 0 0,0-1 1 0 0,0 1 0 0 0,-1-1 0 0 0,0 1 0 0 0,0-1 0 0 0,0 0 0 0 0,-1 0-1 0 0,0 0 1 0 0,0 0 0 0 0,0 0 0 0 0,0-1 0 0 0,-1 1 0 0 0,0 0 0 0 0,0 0 0 0 0,0 0-1 0 0,-1 0 1 0 0,0-1 0 0 0,0 1 0 0 0,0 0 0 0 0,0 0 0 0 0,-1 0 0 0 0,0 1-1 0 0,0-1 1 0 0,0 0 0 0 0,-1 1 0 0 0,1-1 0 0 0,-1 1 0 0 0,0 0 0 0 0,-6-7 0 0 0,8 10-8 0 0,-1 0 1 0 0,1 0-1 0 0,-1 0 1 0 0,0 0 0 0 0,1 1-1 0 0,-1-1 1 0 0,0 0 0 0 0,1 1-1 0 0,-1-1 1 0 0,0 1 0 0 0,0-1-1 0 0,0 1 1 0 0,1 0-1 0 0,-1 0 1 0 0,0 0 0 0 0,0 0-1 0 0,0 0 1 0 0,1 0 0 0 0,-1 1-1 0 0,0-1 1 0 0,0 0 0 0 0,1 1-1 0 0,-1 0 1 0 0,0-1-1 0 0,0 1 1 0 0,1 0 0 0 0,-1 0-1 0 0,1 0 1 0 0,-3 1 0 0 0,-3 4-4 0 0,0-1 1 0 0,0 1 0 0 0,1 0-1 0 0,-9 11 1 0 0,-7 9-15 0 0,2 1 0 0 0,1 1 1 0 0,-20 39-1 0 0,29-46 6 0 0,0 0 0 0 0,2 0 0 0 0,0 1 0 0 0,1 0 0 0 0,-6 40 0 0 0,12-55 23 0 0,1-1 1 0 0,-1 0-1 0 0,1 1 0 0 0,1-1 1 0 0,-1 0-1 0 0,1 1 1 0 0,0-1-1 0 0,0 0 1 0 0,1 0-1 0 0,0 0 1 0 0,0 0-1 0 0,0 0 1 0 0,1 0-1 0 0,0-1 1 0 0,5 9-1 0 0,-5-10-140 0 0,1 0 0 0 0,-1-1-1 0 0,1 1 1 0 0,0-1-1 0 0,0 1 1 0 0,0-1-1 0 0,0 0 1 0 0,0 0-1 0 0,1-1 1 0 0,0 0-1 0 0,-1 1 1 0 0,1-1-1 0 0,0-1 1 0 0,0 1-1 0 0,0-1 1 0 0,0 0-1 0 0,0 0 1 0 0,0 0-1 0 0,7-1 1 0 0,38-1-4182 0 0,-22-4 641 0 0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0:44.1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 40 480 0 0,'1'-15'5425'0'0,"0"14"-5212"0"0,-1 0-1 0 0,0 0 1 0 0,0 0-1 0 0,0 0 1 0 0,0 0 0 0 0,0 0-1 0 0,0 1 1 0 0,0-1-1 0 0,0 0 1 0 0,0 0-1 0 0,-1 0 1 0 0,1 0 0 0 0,0 0-1 0 0,-1 1 1 0 0,1-1-1 0 0,0 0 1 0 0,-1 0-1 0 0,1 0 1 0 0,-1 1 0 0 0,1-1-1 0 0,-1 0 1 0 0,1 1-1 0 0,-1-1 1 0 0,0 0-1 0 0,1 1 1 0 0,-1-1 0 0 0,0 1-1 0 0,1-1 1 0 0,-3 0-1 0 0,2 1-125 0 0,-1 0-1 0 0,0 1 1 0 0,1-1-1 0 0,-1 0 1 0 0,0 1-1 0 0,1-1 1 0 0,-1 1-1 0 0,1 0 1 0 0,-1-1-1 0 0,1 1 0 0 0,-1 0 1 0 0,1 0-1 0 0,0 0 1 0 0,-1 0-1 0 0,1 0 1 0 0,0 0-1 0 0,0 1 1 0 0,-1 1-1 0 0,-14 13 60 0 0,2 1-1 0 0,0 0 0 0 0,1 1 1 0 0,1 1-1 0 0,1 0 1 0 0,1 1-1 0 0,0 0 0 0 0,1 0 1 0 0,2 1-1 0 0,0 0 1 0 0,1 0-1 0 0,-3 25 0 0 0,8-38-123 0 0,0-1 0 0 0,0 1-1 0 0,1-1 1 0 0,1 1 0 0 0,-1-1 0 0 0,1 1-1 0 0,1-1 1 0 0,-1 1 0 0 0,1-1-1 0 0,0 0 1 0 0,1 0 0 0 0,0 0-1 0 0,5 9 1 0 0,-5-11-97 0 0,0-1 1 0 0,0-1-1 0 0,0 1 1 0 0,0 0-1 0 0,1-1 0 0 0,-1 0 1 0 0,1 1-1 0 0,0-1 1 0 0,0-1-1 0 0,1 1 0 0 0,-1-1 1 0 0,0 1-1 0 0,1-1 1 0 0,-1-1-1 0 0,1 1 1 0 0,0-1-1 0 0,0 1 0 0 0,-1-1 1 0 0,1-1-1 0 0,0 1 1 0 0,6-1-1 0 0,-1 0-281 0 0,0 0-1 0 0,1-1 1 0 0,-1-1 0 0 0,0 1-1 0 0,0-2 1 0 0,0 1 0 0 0,-1-2-1 0 0,1 1 1 0 0,-1-1 0 0 0,0-1-1 0 0,0 1 1 0 0,0-2 0 0 0,9-6-1 0 0,-6 3-341 0 0,1-1-1 0 0,-2-1 0 0 0,1 0 1 0 0,-1-1-1 0 0,-1 0 1 0 0,0 0-1 0 0,13-24 0 0 0,-5 3-797 0 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0:44.5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47 367 3004 0 0,'8'-56'1879'0'0,"-2"0"-1"0"0,-3-1 1 0 0,-8-109-1 0 0,3 137-1222 0 0,2 27-339 0 0,0 4-24 0 0,-8 41 680 0 0,2 1-1 0 0,2 0 0 0 0,2 47 1 0 0,0-11-516 0 0,-18 175 262 0 0,6-100-301 0 0,14-135-225 0 0,0-20-192 0 0,0 0 0 0 0,0 0 1 0 0,0-1-1 0 0,0 1 0 0 0,0 0 0 0 0,0 0 1 0 0,0 0-1 0 0,0 0 0 0 0,0 0 0 0 0,0 0 1 0 0,0 0-1 0 0,0 0 0 0 0,0 0 0 0 0,0 0 1 0 0,0-1-1 0 0,0 1 0 0 0,0 0 0 0 0,0 0 1 0 0,0 0-1 0 0,0 0 0 0 0,0 0 1 0 0,0 0-1 0 0,0 0 0 0 0,0 0 0 0 0,0 0 1 0 0,0 0-1 0 0,0 0 0 0 0,1 0 0 0 0,-1 0 1 0 0,0 0-1 0 0,0 0 0 0 0,0 0 0 0 0,0-1 1 0 0,0 1-1 0 0,0 0 0 0 0,0 0 0 0 0,0 0 1 0 0,0 0-1 0 0,0 0 0 0 0,1 0 0 0 0,-1 0 1 0 0,0 0-1 0 0,0 0 0 0 0,0 0 0 0 0,0 0 1 0 0,0 0-1 0 0,0 0 0 0 0,0 1 1 0 0,0-1-1 0 0,0 0 0 0 0,0 0 0 0 0,1 0 1 0 0,-1 0-1 0 0,0 0 0 0 0,0 0 0 0 0,0 0 1 0 0,0 0-1 0 0,0 0 0 0 0,0 0 0 0 0,0 0 1 0 0,0 0-1 0 0,0 0 0 0 0,0 0 0 0 0,0 0 1 0 0,0 1-1 0 0,13-36-25 0 0,-5 14-20 0 0,35-67-73 0 0,-38 80 81 0 0,0 0 0 0 0,0 0 0 0 0,1 0 0 0 0,0 1 0 0 0,1-1 0 0 0,0 2 0 0 0,13-12 0 0 0,-18 17 23 0 0,0-1 0 0 0,-1 1 1 0 0,1 0-1 0 0,0 0 0 0 0,0 1 0 0 0,0-1 0 0 0,0 0 1 0 0,-1 1-1 0 0,1-1 0 0 0,0 1 0 0 0,0-1 0 0 0,0 1 1 0 0,0 0-1 0 0,1 0 0 0 0,-1 0 0 0 0,0 0 0 0 0,0 0 1 0 0,0 0-1 0 0,0 1 0 0 0,0-1 0 0 0,0 1 0 0 0,2 0 1 0 0,-1 1 5 0 0,0 0 1 0 0,0 0 0 0 0,0 0 0 0 0,0 0-1 0 0,0 1 1 0 0,-1-1 0 0 0,1 1-1 0 0,-1 0 1 0 0,1 0 0 0 0,-1 0 0 0 0,3 4-1 0 0,1 6 22 0 0,0-1 0 0 0,0 1 0 0 0,-1 0 0 0 0,-1 0-1 0 0,4 20 1 0 0,0 29 120 0 0,4 16-1307 0 0,-10-70 141 0 0,0 1 1 0 0,1 0-1 0 0,6 11 0 0 0,0-11-1368 0 0,8-11-4428 0 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0:45.2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1 200 1696 0 0,'15'-98'9952'0'0,"-15"96"-9715"0"0,1 0-8 0 0,-1 1-204 0 0,0 1 0 0 0,0 0 0 0 0,0 0 1 0 0,0 0-1 0 0,0-1 0 0 0,0 1 0 0 0,0 0 0 0 0,0 0 0 0 0,0 0 1 0 0,0 0-1 0 0,0-1 0 0 0,1 1 0 0 0,-1 0 0 0 0,0 0 1 0 0,0 0-1 0 0,0 0 0 0 0,0-1 0 0 0,0 1 0 0 0,0 0 1 0 0,0 0-1 0 0,1 0 0 0 0,-1 0 0 0 0,0 0 0 0 0,0-1 1 0 0,0 1-1 0 0,0 0 0 0 0,0 0 0 0 0,1 0 0 0 0,-1 0 1 0 0,0 0-1 0 0,0 0 0 0 0,0 0 0 0 0,0 0 0 0 0,1 0 0 0 0,-1 0 1 0 0,0 0-1 0 0,3 2 149 0 0,0 1 0 0 0,0 0 0 0 0,-1 1-1 0 0,0-1 1 0 0,1 0 0 0 0,-1 1 0 0 0,0-1 0 0 0,-1 1 0 0 0,1-1 0 0 0,-1 1 0 0 0,1 0-1 0 0,-1 0 1 0 0,1 6 0 0 0,1 7 411 0 0,3 32-1 0 0,-6-29-371 0 0,-1 0-1 0 0,-3 20 1 0 0,-1 25 660 0 0,6-72-887 0 0,0 1-1 0 0,1 0 0 0 0,-1-1 1 0 0,1 1-1 0 0,1 0 1 0 0,4-8-1 0 0,1-7-35 0 0,4-9-38 0 0,0 0-1 0 0,27-45 0 0 0,-31 63 53 0 0,-1 0-1 0 0,2 1 1 0 0,-1 0-1 0 0,2 0 1 0 0,-1 1-1 0 0,1 0 1 0 0,1 1-1 0 0,18-13 1 0 0,-27 20 22 0 0,1 1 1 0 0,0-1 0 0 0,0 1 0 0 0,0 0 0 0 0,0-1-1 0 0,0 1 1 0 0,0 0 0 0 0,0 1 0 0 0,1-1-1 0 0,-1 1 1 0 0,0-1 0 0 0,0 1 0 0 0,1 0 0 0 0,-1 0-1 0 0,0 0 1 0 0,0 1 0 0 0,1-1 0 0 0,-1 1-1 0 0,0 0 1 0 0,5 1 0 0 0,-5 0 12 0 0,1 0 0 0 0,-1 0-1 0 0,0 0 1 0 0,0 0 0 0 0,0 1 0 0 0,0-1-1 0 0,0 1 1 0 0,0 0 0 0 0,-1 0 0 0 0,0 0-1 0 0,1 0 1 0 0,-1 0 0 0 0,0 1 0 0 0,0-1-1 0 0,-1 0 1 0 0,1 1 0 0 0,1 3 0 0 0,3 17 33 0 0,0-1 0 0 0,4 40-1 0 0,-6-34-7 0 0,10 35 0 0 0,-14-62-113 0 0,0 0-1 0 0,1 0 1 0 0,-1 0-1 0 0,1 0 1 0 0,0 0 0 0 0,0 0-1 0 0,0 0 1 0 0,0 0-1 0 0,0 0 1 0 0,0 0 0 0 0,0 0-1 0 0,1-1 1 0 0,-1 1-1 0 0,0 0 1 0 0,1-1 0 0 0,0 1-1 0 0,-1-1 1 0 0,1 0-1 0 0,0 0 1 0 0,0 1 0 0 0,-1-1-1 0 0,1 0 1 0 0,0 0-1 0 0,0-1 1 0 0,0 1 0 0 0,0 0-1 0 0,1-1 1 0 0,-1 1-1 0 0,0-1 1 0 0,0 0 0 0 0,0 0-1 0 0,0 1 1 0 0,0-1-1 0 0,1-1 1 0 0,-1 1 0 0 0,0 0-1 0 0,0 0 1 0 0,0-1-1 0 0,0 0 1 0 0,2 0 0 0 0,4-2-325 0 0,-1 0 1 0 0,0 0 0 0 0,0-1 0 0 0,-1 0 0 0 0,1 0-1 0 0,-1-1 1 0 0,0 0 0 0 0,0 0 0 0 0,10-12 0 0 0,-3 2 165 0 0,-2 0 0 0 0,0-1 0 0 0,-1-1 0 0 0,13-29 0 0 0,-9 12 2025 0 0,15-54 0 0 0,-16 48 134 0 0,-13 39-1774 0 0,2-1 185 0 0,1-1 191 0 0,-1 12 68 0 0,-2 22-13 0 0,1 0 0 0 0,1 0 0 0 0,2 0 0 0 0,8 33 0 0 0,-10-58-598 0 0,-1 0 1 0 0,2 0 0 0 0,-1 0-1 0 0,1 0 1 0 0,0-1 0 0 0,0 1-1 0 0,0-1 1 0 0,6 7 0 0 0,-8-11-111 0 0,0 0 1 0 0,0 0-1 0 0,0-1 1 0 0,0 1-1 0 0,1 0 1 0 0,-1-1-1 0 0,0 1 1 0 0,0-1-1 0 0,0 0 1 0 0,1 1-1 0 0,-1-1 1 0 0,0 0-1 0 0,0 1 1 0 0,1-1-1 0 0,-1 0 1 0 0,0 0-1 0 0,1 0 1 0 0,-1 0-1 0 0,0 0 1 0 0,1-1-1 0 0,-1 1 1 0 0,0 0-1 0 0,3-2 1 0 0,-1 1-782 0 0,1 0 0 0 0,0 0-1 0 0,-1-1 1 0 0,1 0 0 0 0,-1 0 0 0 0,6-3 0 0 0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0:45.4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50 212 0 0,'-26'-32'7696'0'0,"7"16"-5702"0"0,17 14-1712 0 0,0 3-259 0 0,0-1-1 0 0,0 1 0 0 0,-1-1 0 0 0,1 1 1 0 0,0 0-1 0 0,0 0 0 0 0,0 0 0 0 0,0 0 1 0 0,0 0-1 0 0,0 0 0 0 0,0 1 0 0 0,0-1 1 0 0,1 1-1 0 0,-1-1 0 0 0,1 1 1 0 0,-1 0-1 0 0,1-1 0 0 0,-1 1 0 0 0,1 0 1 0 0,0 0-1 0 0,0 0 0 0 0,0 0 0 0 0,0 0 1 0 0,0 0-1 0 0,-1 4 0 0 0,-3 7-1067 0 0,1 1 0 0 0,-5 26 0 0 0,7-30 170 0 0,-2 11-1190 0 0,2-2-219 0 0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0:45.9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255 63 1796 0 0,'12'-20'6897'0'0,"-12"19"-6782"0"0,0 0 0 0 0,0-1 0 0 0,0 1 0 0 0,0 0 0 0 0,-1 0 0 0 0,1 0 0 0 0,0 0 0 0 0,0 0 0 0 0,-1 0 0 0 0,1 0 0 0 0,-1 0 0 0 0,1 0 0 0 0,-1 0 0 0 0,0 0 0 0 0,1 0 0 0 0,-1 0 0 0 0,0 0 0 0 0,1 0 0 0 0,-1 0 0 0 0,0 1 0 0 0,0-1 0 0 0,0 0 0 0 0,0 0 0 0 0,0 1 0 0 0,0-1 0 0 0,0 1 0 0 0,0-1 0 0 0,0 1 0 0 0,0-1 0 0 0,0 1 0 0 0,0 0 0 0 0,0 0 0 0 0,0-1 0 0 0,-1 1 0 0 0,1 0 0 0 0,-2 0 0 0 0,-3 0 17 0 0,1 0 0 0 0,-1 1-1 0 0,0 0 1 0 0,1-1 0 0 0,-1 2 0 0 0,-8 2 0 0 0,0 2-54 0 0,1 0 0 0 0,-1 1 0 0 0,1 1 0 0 0,1 0 0 0 0,-1 1 0 0 0,1 0 0 0 0,1 1 0 0 0,0 0 1 0 0,0 1-1 0 0,1 0 0 0 0,1 1 0 0 0,-1 0 0 0 0,-10 19 0 0 0,18-26-63 0 0,-1 0 1 0 0,1 0-1 0 0,0 0 1 0 0,0 0-1 0 0,0 0 1 0 0,1 1-1 0 0,0-1 1 0 0,0 0-1 0 0,0 1 0 0 0,0 10 1 0 0,2-14-9 0 0,-1 0 1 0 0,0 0-1 0 0,0 0 1 0 0,0 0-1 0 0,1 0 1 0 0,-1 0-1 0 0,1 0 1 0 0,0-1-1 0 0,0 1 1 0 0,-1 0-1 0 0,1 0 1 0 0,0 0-1 0 0,0-1 1 0 0,1 1-1 0 0,-1-1 1 0 0,0 1-1 0 0,0-1 1 0 0,1 1-1 0 0,-1-1 1 0 0,1 0-1 0 0,-1 1 1 0 0,1-1 0 0 0,0 0-1 0 0,0 0 1 0 0,-1 0-1 0 0,1-1 1 0 0,0 1-1 0 0,0 0 1 0 0,0-1-1 0 0,0 1 1 0 0,0-1-1 0 0,0 1 1 0 0,0-1-1 0 0,0 0 1 0 0,2 0-1 0 0,6 0-6 0 0,-1 0 1 0 0,0-1-1 0 0,0 0 0 0 0,0 0 0 0 0,0-1 1 0 0,-1 0-1 0 0,1-1 0 0 0,0 0 1 0 0,-1 0-1 0 0,0-1 0 0 0,0 0 0 0 0,0 0 1 0 0,0-1-1 0 0,0 0 0 0 0,-1-1 0 0 0,11-10 1 0 0,7-9 4 0 0,-1-2 0 0 0,-1 0 1 0 0,19-32-1 0 0,1-1 134 0 0,-36 51-139 0 0,8-9 207 0 0,-15 18-201 0 0,1 0 0 0 0,-1-1 0 0 0,0 1 0 0 0,0 0-1 0 0,0 0 1 0 0,0 0 0 0 0,0 0 0 0 0,1 0 0 0 0,-1 0-1 0 0,0 0 1 0 0,0 0 0 0 0,0 0 0 0 0,0 0-1 0 0,0 0 1 0 0,1 0 0 0 0,-1 0 0 0 0,0 0 0 0 0,0 0-1 0 0,0 0 1 0 0,0 0 0 0 0,0 0 0 0 0,1 0 0 0 0,-1 0-1 0 0,0 0 1 0 0,0 0 0 0 0,0 0 0 0 0,0 0 0 0 0,0 0-1 0 0,1 0 1 0 0,-1 0 0 0 0,0 1 0 0 0,0-1 0 0 0,0 0-1 0 0,0 0 1 0 0,0 0 0 0 0,0 0 0 0 0,0 0 0 0 0,1 0-1 0 0,-1 0 1 0 0,0 1 0 0 0,0-1 0 0 0,2 14 449 0 0,-5 28 680 0 0,-1-1 1 0 0,-17 73-1 0 0,5-39-579 0 0,-76 438 1392 0 0,70-399-1596 0 0,11-59-2227 0 0,2 0-5155 0 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0:46.7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0 199 2180 0 0,'14'-107'10636'0'0,"-6"125"-10069"0"0,1 95 833 0 0,-9-86-1279 0 0,1-1 0 0 0,1 0 0 0 0,2 0 0 0 0,1 0 1 0 0,0 0-1 0 0,13 33 0 0 0,-16-55-100 0 0,-1 0-1 0 0,1 0 1 0 0,1 0 0 0 0,-1-1 0 0 0,1 1 0 0 0,-1-1-1 0 0,1 1 1 0 0,0-1 0 0 0,6 5 0 0 0,-8-7-18 0 0,1 1 1 0 0,0-1-1 0 0,-1-1 1 0 0,1 1-1 0 0,0 0 1 0 0,0 0-1 0 0,-1 0 1 0 0,1-1 0 0 0,0 1-1 0 0,0-1 1 0 0,0 0-1 0 0,0 0 1 0 0,0 1-1 0 0,0-1 1 0 0,0 0-1 0 0,0 0 1 0 0,0-1-1 0 0,0 1 1 0 0,-1 0-1 0 0,1-1 1 0 0,0 1-1 0 0,0-1 1 0 0,3-1-1 0 0,2-2-4 0 0,0 0 0 0 0,0 0-1 0 0,0-1 1 0 0,-1 0-1 0 0,0 0 1 0 0,0 0 0 0 0,0-1-1 0 0,-1 0 1 0 0,9-13-1 0 0,3-5-5 0 0,17-37 0 0 0,-19 32 19 0 0,30-64 23 0 0,9-16 26 0 0,-53 107-52 0 0,0 3-3 0 0,0 0 1 0 0,0-1-1 0 0,0 1 0 0 0,0 0 0 0 0,0 0 1 0 0,-1 0-1 0 0,1 0 0 0 0,0 0 0 0 0,0 0 1 0 0,-1 0-1 0 0,1 0 0 0 0,-1 0 0 0 0,1 0 1 0 0,-1 1-1 0 0,1-1 0 0 0,-1 0 1 0 0,1 0-1 0 0,-1 0 0 0 0,0 1 0 0 0,0-1 1 0 0,0 0-1 0 0,0 2 0 0 0,2 30 215 0 0,-2-32-209 0 0,0 39 249 0 0,-1 11 21 0 0,2 1 1 0 0,13 80-1 0 0,-13-129-267 0 0,-1 0 0 0 0,1 0 1 0 0,0 0-1 0 0,0 0 0 0 0,0 0 0 0 0,1 0 1 0 0,-1 0-1 0 0,1 0 0 0 0,-1 0 0 0 0,1-1 1 0 0,0 1-1 0 0,0-1 0 0 0,0 1 0 0 0,0-1 0 0 0,1 0 1 0 0,-1 0-1 0 0,5 4 0 0 0,-3-5-3 0 0,-1 1-1 0 0,0-1 0 0 0,1 0 1 0 0,-1 0-1 0 0,1 0 0 0 0,0 0 1 0 0,-1 0-1 0 0,1-1 0 0 0,0 0 1 0 0,-1 0-1 0 0,1 0 1 0 0,0 0-1 0 0,-1 0 0 0 0,1-1 1 0 0,4-1-1 0 0,17-4-2 0 0,-1-2 0 0 0,0-1-1 0 0,0-1 1 0 0,-1-1 0 0 0,0-1 0 0 0,-1-1 0 0 0,-1-1 0 0 0,21-16-1 0 0,-4-2-8 0 0,0-2-1 0 0,-2-1 0 0 0,35-44 1 0 0,-40 40 20 0 0,48-82 0 0 0,-70 99 12 0 0,-8 21-30 0 0,0 0 0 0 0,-1 0 1 0 0,1-1-1 0 0,-1 1 0 0 0,0 0 1 0 0,1 0-1 0 0,-1 0 1 0 0,0 0-1 0 0,0 0 0 0 0,0 0 1 0 0,0-1-1 0 0,0 1 0 0 0,0 0 1 0 0,0 0-1 0 0,0 0 0 0 0,0-2 1 0 0,-3 3 11 0 0,1 0 1 0 0,-1 0 0 0 0,1 0 0 0 0,0 0 0 0 0,-1 1 0 0 0,1-1-1 0 0,0 1 1 0 0,-1-1 0 0 0,1 1 0 0 0,0 0 0 0 0,-1 0 0 0 0,1 0-1 0 0,0 0 1 0 0,0 0 0 0 0,-4 3 0 0 0,-30 26 371 0 0,29-24-284 0 0,-14 13 165 0 0,1 1 1 0 0,0 1-1 0 0,2 0 0 0 0,-18 27 1 0 0,27-35-165 0 0,1 1 0 0 0,1 0 0 0 0,0 0 1 0 0,0 0-1 0 0,1 1 0 0 0,1 0 0 0 0,1 1 0 0 0,-5 27 1 0 0,9-39-85 0 0,-1-1 1 0 0,1 1 0 0 0,0 0 0 0 0,0-1 0 0 0,0 1-1 0 0,0 0 1 0 0,1-1 0 0 0,0 1 0 0 0,0-1-1 0 0,0 1 1 0 0,0-1 0 0 0,0 1 0 0 0,0-1 0 0 0,1 1-1 0 0,0-1 1 0 0,0 0 0 0 0,0 0 0 0 0,3 4 0 0 0,-1-3-58 0 0,0-1 1 0 0,-1 0 0 0 0,1-1-1 0 0,0 1 1 0 0,0-1 0 0 0,1 1-1 0 0,-1-1 1 0 0,0-1 0 0 0,1 1-1 0 0,-1 0 1 0 0,1-1-1 0 0,7 1 1 0 0,0 0-587 0 0,1-1 0 0 0,-1 0-1 0 0,1-1 1 0 0,16-2 0 0 0,-12 0-1886 0 0,-1-1-1 0 0,21-6 1 0 0,2-5-5457 0 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0:48.0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117 347 528 0 0,'0'-14'3112'0'0,"-12"-46"2004"0"0,12 58-4812 0 0,-11-26 1553 0 0,10 28-1854 0 0,1-1 0 0 0,0 1-1 0 0,0 0 1 0 0,0 0 0 0 0,-1 0 0 0 0,1-1-1 0 0,0 1 1 0 0,0 0 0 0 0,-1 0 0 0 0,1 0-1 0 0,0 0 1 0 0,-1 0 0 0 0,1 0 0 0 0,0-1-1 0 0,0 1 1 0 0,-1 0 0 0 0,1 0 0 0 0,0 0-1 0 0,-1 0 1 0 0,1 0 0 0 0,0 0 0 0 0,-1 0-1 0 0,1 0 1 0 0,0 0 0 0 0,0 0 0 0 0,-1 1-1 0 0,1-1 1 0 0,0 0 0 0 0,-1 0 0 0 0,1 0-1 0 0,0 0 1 0 0,0 0 0 0 0,-1 0 0 0 0,1 1-1 0 0,0-1 1 0 0,0 0 0 0 0,-1 0 0 0 0,1 0-1 0 0,0 1 1 0 0,0-1 0 0 0,-14 17 112 0 0,-7 22 54 0 0,11-17-149 0 0,1-1 0 0 0,2 1 0 0 0,-8 32 0 0 0,13-46-14 0 0,0 0 0 0 0,1 0 0 0 0,1 0 0 0 0,-1 0 0 0 0,1 0 0 0 0,0 0 0 0 0,1 0 0 0 0,0 0 0 0 0,0 0 0 0 0,1 0 0 0 0,0 0 0 0 0,0-1 0 0 0,6 13 0 0 0,-7-18-2 0 0,1 1 1 0 0,-1-1 0 0 0,1 0 0 0 0,0 0 0 0 0,0 0-1 0 0,0 0 1 0 0,0 0 0 0 0,1 0 0 0 0,-1-1-1 0 0,0 1 1 0 0,1-1 0 0 0,-1 1 0 0 0,1-1 0 0 0,-1 0-1 0 0,1 0 1 0 0,0 0 0 0 0,0-1 0 0 0,-1 1-1 0 0,1 0 1 0 0,0-1 0 0 0,0 0 0 0 0,0 0-1 0 0,-1 0 1 0 0,1 0 0 0 0,0 0 0 0 0,0 0 0 0 0,4-2-1 0 0,9-1 1 0 0,-1-1 0 0 0,0 0 1 0 0,25-12-1 0 0,-30 12-1 0 0,37-16-24 0 0,55-32 1 0 0,-79 39-12 0 0,-1-1 0 0 0,-1-2 0 0 0,0 0 0 0 0,24-25 0 0 0,-37 33 39 0 0,-1-1 0 0 0,1 0-1 0 0,-2 0 1 0 0,1-1-1 0 0,-1 0 1 0 0,-1 0-1 0 0,1-1 1 0 0,-2 1 0 0 0,0-1-1 0 0,0 0 1 0 0,-1 0-1 0 0,0-1 1 0 0,2-18-1 0 0,-5 22 4 0 0,0 0 0 0 0,0 0 0 0 0,0 0 0 0 0,-1 0 0 0 0,-1 0 0 0 0,1 1 0 0 0,-1-1 0 0 0,0 0 0 0 0,-1 0 0 0 0,0 1 0 0 0,0 0-1 0 0,-1 0 1 0 0,1-1 0 0 0,-2 2 0 0 0,1-1 0 0 0,-1 1 0 0 0,0-1 0 0 0,0 1 0 0 0,-1 0 0 0 0,-9-7 0 0 0,8 8-1 0 0,0 0 0 0 0,0 0 0 0 0,0 0 0 0 0,-1 1 0 0 0,0 1 0 0 0,0-1 0 0 0,0 1 0 0 0,0 0 0 0 0,0 1 0 0 0,-15-2 0 0 0,10 2-3 0 0,0 1 1 0 0,0 1 0 0 0,0 0 0 0 0,0 1-1 0 0,0 1 1 0 0,-21 4 0 0 0,15-1 5 0 0,1 1 1 0 0,0 1-1 0 0,0 0 1 0 0,0 1 0 0 0,1 1-1 0 0,1 1 1 0 0,-1 0-1 0 0,1 1 1 0 0,-22 21-1 0 0,33-27-7 0 0,0 0 0 0 0,1 0-1 0 0,0 0 1 0 0,0 0 0 0 0,0 1 0 0 0,0 0 0 0 0,1-1-1 0 0,0 1 1 0 0,0 1 0 0 0,1-1 0 0 0,0 0-1 0 0,-2 8 1 0 0,3-11-52 0 0,1 0 1 0 0,0 0-1 0 0,-1 1 0 0 0,1-1 0 0 0,1 0 0 0 0,-1 0 0 0 0,0 1 0 0 0,1-1 1 0 0,0 0-1 0 0,0 0 0 0 0,0 0 0 0 0,0 0 0 0 0,0 0 0 0 0,0 0 1 0 0,1 0-1 0 0,-1 0 0 0 0,1-1 0 0 0,0 1 0 0 0,0 0 0 0 0,0-1 0 0 0,0 0 1 0 0,1 1-1 0 0,-1-1 0 0 0,1 0 0 0 0,-1 0 0 0 0,5 3 0 0 0,4 0-532 0 0,-1 0 1 0 0,1-1-1 0 0,0 0 0 0 0,0 0 0 0 0,1-1 0 0 0,-1-1 0 0 0,1 0 0 0 0,-1 0 0 0 0,1-1 1 0 0,15-1-1 0 0,9-1-1576 0 0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0:48.3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52 476 0 0,'10'-13'2500'0'0,"-8"10"-2015"0"0,0 0 1 0 0,0 0 0 0 0,0 1-1 0 0,0-1 1 0 0,0 1 0 0 0,1-1-1 0 0,-1 1 1 0 0,1 0-1 0 0,3-2 1 0 0,-5 4-430 0 0,0 0-1 0 0,0 0 1 0 0,-1 0-1 0 0,1 0 1 0 0,0 0 0 0 0,0 0-1 0 0,0 0 1 0 0,0 1-1 0 0,0-1 1 0 0,-1 0-1 0 0,1 1 1 0 0,0-1 0 0 0,0 1-1 0 0,0-1 1 0 0,-1 0-1 0 0,1 1 1 0 0,0 0 0 0 0,-1-1-1 0 0,1 1 1 0 0,0-1-1 0 0,-1 1 1 0 0,1 0 0 0 0,-1-1-1 0 0,1 1 1 0 0,-1 0-1 0 0,1 1 1 0 0,13 21 661 0 0,-4-2-391 0 0,-2 1-1 0 0,0 0 0 0 0,-2 0 1 0 0,0 1-1 0 0,-1 0 1 0 0,-2 0-1 0 0,0 0 1 0 0,-1 0-1 0 0,-2 1 0 0 0,0-1 1 0 0,-5 30-1 0 0,0-21 135 0 0,-1 0 0 0 0,-1 0 0 0 0,-2 0 0 0 0,-1-1 0 0 0,-2-1 0 0 0,-1 0 0 0 0,-25 44 0 0 0,26-54 196 0 0,8-11-149 0 0,-2 0 0 0 0,1-1 1 0 0,-1 1-1 0 0,-8 8 0 0 0,13-17-499 0 0,1 0 1 0 0,0 0-1 0 0,0 0 0 0 0,0 0 0 0 0,0 0 0 0 0,-1 0 1 0 0,1 0-1 0 0,0 0 0 0 0,0 0 0 0 0,0 0 0 0 0,0 0 1 0 0,-1 0-1 0 0,1 0 0 0 0,0 0 0 0 0,0 0 0 0 0,0 0 1 0 0,-1 0-1 0 0,1 0 0 0 0,0 0 0 0 0,0 0 0 0 0,0 0 1 0 0,0 0-1 0 0,0 0 0 0 0,-1 0 0 0 0,1 0 0 0 0,0-1 1 0 0,0 1-1 0 0,0 0 0 0 0,0 0 0 0 0,0 0 0 0 0,-1 0 1 0 0,1 0-1 0 0,0 0 0 0 0,0-1 0 0 0,0 1 0 0 0,0 0 1 0 0,0 0-1 0 0,0 0 0 0 0,0 0 0 0 0,0-1 0 0 0,0 1 1 0 0,0 0-1 0 0,0 0 0 0 0,0 0 0 0 0,0-1 0 0 0,0 1 1 0 0,0 0-1 0 0,0 0 0 0 0,0-1 0 0 0,-2-9 109 0 0,5-6-57 0 0,1 1-1 0 0,0-1 1 0 0,1 1-1 0 0,1 0 1 0 0,8-16-1 0 0,44-70-204 0 0,-48 84 74 0 0,19-28-731 0 0,1 1-1 0 0,2 2 0 0 0,3 1 1 0 0,1 2-1 0 0,55-47 1 0 0,-47 50-2458 0 0,2 2 0 0 0,80-45 0 0 0,-74 53-1236 0 0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0:48.8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253 50 976 0 0,'1'-2'260'0'0,"0"1"-1"0"0,0-1 0 0 0,0 1 1 0 0,0-1-1 0 0,0 1 1 0 0,-1-1-1 0 0,1 0 1 0 0,0 0-1 0 0,-1 1 1 0 0,1-1-1 0 0,-1 0 1 0 0,0 0-1 0 0,0 0 0 0 0,0 0 1 0 0,0 1-1 0 0,0-1 1 0 0,0 0-1 0 0,0 0 1 0 0,0 0-1 0 0,-1 1 1 0 0,1-1-1 0 0,-1 0 1 0 0,0 0-1 0 0,1 1 0 0 0,-1-1 1 0 0,-1-2-1 0 0,1 3-24 0 0,-15 10 138 0 0,10-4-286 0 0,0 1 1 0 0,1 0 0 0 0,-1 0-1 0 0,1 0 1 0 0,1 0 0 0 0,-1 1-1 0 0,1 0 1 0 0,1 0 0 0 0,-4 9-1 0 0,-4 4 64 0 0,-20 40 168 0 0,3 2 1 0 0,3 0 0 0 0,2 2 0 0 0,3 0-1 0 0,3 2 1 0 0,-10 74 0 0 0,24-119-264 0 0,1 1 1 0 0,1 0 0 0 0,4 38-1 0 0,-2-52-27 0 0,0 1-1 0 0,1-1 0 0 0,0 0 0 0 0,0 1 1 0 0,1-1-1 0 0,0 0 0 0 0,0 0 0 0 0,1-1 0 0 0,0 1 1 0 0,0-1-1 0 0,1 0 0 0 0,9 11 0 0 0,-10-14-100 0 0,0-1 1 0 0,0 0-1 0 0,0 0 0 0 0,1 0 1 0 0,-1-1-1 0 0,1 1 0 0 0,0-1 1 0 0,0 0-1 0 0,0-1 0 0 0,0 1 0 0 0,0-1 1 0 0,0 0-1 0 0,0 0 0 0 0,0 0 1 0 0,1-1-1 0 0,-1 0 0 0 0,0 0 1 0 0,0 0-1 0 0,6-2 0 0 0,4 0-816 0 0,-1 0 0 0 0,1-2 0 0 0,-1 0 0 0 0,0 0 0 0 0,21-10 0 0 0,1-5-2393 0 0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0:49.2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55 1968 0 0,'3'-15'1158'0'0,"3"-21"2589"0"0,-4 32-2169 0 0,-1 22-897 0 0,-16 339 2740 0 0,3-140-2696 0 0,8-101-53 0 0,4-116-663 0 0,0 1 0 0 0,0-1 0 0 0,0 1 0 0 0,0-1 0 0 0,0 1 0 0 0,0-1 0 0 0,0 1 0 0 0,0-1 0 0 0,0 0 0 0 0,0 1 0 0 0,0-1 0 0 0,0 1 0 0 0,0-1 0 0 0,1 1 0 0 0,-1-1 0 0 0,0 1 0 0 0,0-1 0 0 0,0 1 0 0 0,1-1 1 0 0,-1 0-1 0 0,0 1 0 0 0,1-1 0 0 0,-1 1 0 0 0,0-1 0 0 0,1 0 0 0 0,-1 1 0 0 0,0-1 0 0 0,1 0 0 0 0,-1 0 0 0 0,1 1 0 0 0,0-1 0 0 0,0 0-7 0 0,0 0 1 0 0,-1 0 0 0 0,1 0-1 0 0,0-1 1 0 0,0 1-1 0 0,0 0 1 0 0,0 0-1 0 0,0-1 1 0 0,0 1-1 0 0,0-1 1 0 0,-1 1-1 0 0,1-1 1 0 0,0 1 0 0 0,1-2-1 0 0,24-24-50 0 0,6-14 30 0 0,60-66-41 0 0,-81 95 46 0 0,1 0 0 0 0,0 1 0 0 0,1 0 1 0 0,0 1-1 0 0,1 0 0 0 0,21-10 0 0 0,-31 17 9 0 0,-1 1 1 0 0,1-1-1 0 0,0 1 0 0 0,0 0 1 0 0,-1 0-1 0 0,1 0 0 0 0,0 1 1 0 0,0-1-1 0 0,0 1 1 0 0,0 0-1 0 0,0 0 0 0 0,0 0 1 0 0,0 1-1 0 0,0-1 0 0 0,0 1 1 0 0,0 0-1 0 0,0 0 0 0 0,0 0 1 0 0,-1 1-1 0 0,1 0 0 0 0,0-1 1 0 0,-1 1-1 0 0,0 0 0 0 0,1 1 1 0 0,-1-1-1 0 0,0 0 1 0 0,0 1-1 0 0,0 0 0 0 0,0 0 1 0 0,3 5-1 0 0,1 2 20 0 0,0 0 0 0 0,-1 1 0 0 0,0-1 0 0 0,-1 1 1 0 0,0 1-1 0 0,-1-1 0 0 0,0 1 0 0 0,4 23 0 0 0,-1 17-440 0 0,-5-31-848 0 0,9 38 0 0 0,-9-52 357 0 0,0-1 0 0 0,1 1 0 0 0,-1-1 1 0 0,1 0-1 0 0,6 9 0 0 0,0-4-2318 0 0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0:49.7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279 92 1516 0 0,'2'-10'1063'0'0,"-1"0"0"0"0,0 0 1 0 0,0 0-1 0 0,0 0 0 0 0,-2 0 0 0 0,0-12 0 0 0,0 22-1029 0 0,1-1 0 0 0,0 1 0 0 0,0-1 0 0 0,0 1 0 0 0,-1-1 0 0 0,1 1 0 0 0,0-1 0 0 0,-1 1 0 0 0,1-1 0 0 0,0 1 0 0 0,-1-1 0 0 0,1 1 0 0 0,-1 0 0 0 0,1-1 0 0 0,-1 1 0 0 0,1 0 0 0 0,-1-1 0 0 0,1 1 0 0 0,-1 0 0 0 0,1 0 0 0 0,-1-1 0 0 0,1 1 0 0 0,-1 0 0 0 0,1 0 0 0 0,-1 0 0 0 0,1 0 0 0 0,-1 0 0 0 0,0 0 0 0 0,1 0 0 0 0,-1 0 0 0 0,1 0 0 0 0,-1 0 0 0 0,1 0-1 0 0,-1 0 1 0 0,0 0 0 0 0,-19 8 498 0 0,3 5-164 0 0,1 1 1 0 0,0 1-1 0 0,1 1 1 0 0,1 0-1 0 0,1 0 1 0 0,-14 22-1 0 0,18-25-239 0 0,-14 18 201 0 0,2 1 0 0 0,-17 38 1 0 0,32-58-267 0 0,0 0 0 0 0,1 0 0 0 0,1 1 0 0 0,0 0 0 0 0,0 0 1 0 0,2 0-1 0 0,0 1 0 0 0,0-1 0 0 0,1 21 0 0 0,1-32-51 0 0,0 1 0 0 0,0-1 0 0 0,0 0 0 0 0,0 1-1 0 0,1-1 1 0 0,-1 0 0 0 0,1 0 0 0 0,0 1-1 0 0,0-1 1 0 0,0 0 0 0 0,0 0 0 0 0,0 0 0 0 0,0 0-1 0 0,0 0 1 0 0,1 0 0 0 0,-1 0 0 0 0,1-1 0 0 0,-1 1-1 0 0,1 0 1 0 0,0-1 0 0 0,-1 1 0 0 0,1-1 0 0 0,0 0-1 0 0,2 2 1 0 0,0-2-2 0 0,0 0 0 0 0,0 0 0 0 0,0 0 0 0 0,0-1 0 0 0,0 1 0 0 0,0-1 0 0 0,0 0 0 0 0,0 0-1 0 0,0 0 1 0 0,0 0 0 0 0,0-1 0 0 0,0 0 0 0 0,5-1 0 0 0,1-1 0 0 0,0 0 0 0 0,0-1 0 0 0,-1 0 0 0 0,1-1-1 0 0,-1 0 1 0 0,0-1 0 0 0,0 0 0 0 0,-1 0 0 0 0,1-1 0 0 0,-1 1 0 0 0,-1-2-1 0 0,8-9 1 0 0,7-10 5 0 0,-1-2 1 0 0,22-40-1 0 0,9-14 35 0 0,-21 35-184 0 0,-30 46 104 0 0,5 4-26 0 0,-5-2 56 0 0,-1 0-1 0 0,1 0 0 0 0,-1 0 0 0 0,1 0 1 0 0,0 0-1 0 0,-1 0 0 0 0,1 1 0 0 0,-1-1 1 0 0,1 0-1 0 0,0 0 0 0 0,-1 0 0 0 0,1 1 1 0 0,-1-1-1 0 0,1 0 0 0 0,-1 0 0 0 0,1 1 1 0 0,-1-1-1 0 0,1 1 0 0 0,-1-1 0 0 0,1 0 1 0 0,-1 1-1 0 0,1 0 0 0 0,4 13 47 0 0,0 0 1 0 0,-1 1-1 0 0,-1-1 0 0 0,0 1 1 0 0,-1 0-1 0 0,0 0 0 0 0,-2 28 1 0 0,4 26-1171 0 0,-3-58 239 0 0,1 0 0 0 0,0-1 1 0 0,0 1-1 0 0,6 11 1 0 0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0:50.0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76 184 0 0,'2'-7'1026'0'0,"14"-34"3540"0"0,-15 39-4397 0 0,1 0-1 0 0,-1 0 1 0 0,0 0 0 0 0,1 0-1 0 0,0 0 1 0 0,-1 0 0 0 0,1 0 0 0 0,0 1-1 0 0,0-1 1 0 0,0 1 0 0 0,0-1 0 0 0,0 1-1 0 0,0 0 1 0 0,3-2 0 0 0,-3 3-130 0 0,-1 0 0 0 0,1 0 0 0 0,-1-1 1 0 0,1 1-1 0 0,0 0 0 0 0,-1 1 0 0 0,1-1 0 0 0,-1 0 1 0 0,1 0-1 0 0,-1 1 0 0 0,1-1 0 0 0,-1 0 0 0 0,1 1 1 0 0,-1 0-1 0 0,1-1 0 0 0,-1 1 0 0 0,0 0 0 0 0,3 1 1 0 0,22 19 588 0 0,-24-18-515 0 0,6 4 53 0 0,-1 1-1 0 0,0 1 1 0 0,-1-1-1 0 0,0 1 1 0 0,0 0 0 0 0,-1 0-1 0 0,0 1 1 0 0,-1-1-1 0 0,6 20 1 0 0,-3-4 669 0 0,-1 0 0 0 0,5 46 0 0 0,-11-69-778 0 0,0-1 0 0 0,0 1 0 0 0,0-1 0 0 0,0 1 1 0 0,0-1-1 0 0,0 1 0 0 0,0-1 0 0 0,-1 0 0 0 0,1 1 0 0 0,0-1 0 0 0,-1 1 0 0 0,1-1 0 0 0,-1 0 1 0 0,0 1-1 0 0,1-1 0 0 0,-1 0 0 0 0,0 0 0 0 0,0 1 0 0 0,0-1 0 0 0,-1 1 0 0 0,2-1-41 0 0,-3-14-1158 0 0,12-6-288 0 0,1 1-1 0 0,1 0 1 0 0,1 0 0 0 0,0 1 0 0 0,23-24 0 0 0,-22 25 155 0 0,6-5-492 0 0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0:50.4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82 496 0 0,'36'-57'9710'0'0,"-32"59"-9263"0"0,-4-2-425 0 0,1 0 0 0 0,-1 0 0 0 0,0 0-1 0 0,1 0 1 0 0,-1 0 0 0 0,0 0 0 0 0,1 0 0 0 0,-1 1 0 0 0,0-1-1 0 0,1 0 1 0 0,-1 0 0 0 0,0 0 0 0 0,1 0 0 0 0,-1 0-1 0 0,0 0 1 0 0,0 1 0 0 0,1-1 0 0 0,-1 0 0 0 0,0 0-1 0 0,0 0 1 0 0,1 1 0 0 0,-1-1 0 0 0,0 0 0 0 0,0 0-1 0 0,1 1 1 0 0,-1-1 0 0 0,0 0 0 0 0,0 1 0 0 0,0-1-1 0 0,0 0 1 0 0,0 1 0 0 0,7 40 1647 0 0,-2 1 0 0 0,-1 48-1 0 0,1 4-817 0 0,-4-52-229 0 0,-1-30-14 0 0,0-20-17 0 0,1-4-579 0 0,0 0 0 0 0,1 0-1 0 0,0 0 1 0 0,1 0 0 0 0,0 0 0 0 0,1 1-1 0 0,0-1 1 0 0,1 1 0 0 0,7-12 0 0 0,-1 4-27 0 0,0 0 0 0 0,2 1 1 0 0,0 1-1 0 0,18-18 1 0 0,-16 19-23 0 0,1 1 0 0 0,31-23 0 0 0,-39 33 7 0 0,0 0-1 0 0,0 0 0 0 0,1 1 0 0 0,-1 0 1 0 0,1 0-1 0 0,0 1 0 0 0,0 0 0 0 0,17-3 0 0 0,-22 6 25 0 0,0 0 0 0 0,1 0-1 0 0,-1 0 1 0 0,0 1 0 0 0,0-1-1 0 0,0 1 1 0 0,0 0 0 0 0,0 0-1 0 0,0 0 1 0 0,-1 1 0 0 0,1-1-1 0 0,0 1 1 0 0,-1 0 0 0 0,1 0-1 0 0,-1 0 1 0 0,1 0 0 0 0,-1 1-1 0 0,0 0 1 0 0,0-1 0 0 0,0 1-1 0 0,0 0 1 0 0,-1 0 0 0 0,1 1-1 0 0,-1-1 1 0 0,0 1 0 0 0,2 3-1 0 0,4 8 14 0 0,-1 0 0 0 0,-1 1 0 0 0,0-1-1 0 0,6 31 1 0 0,-6-19 59 0 0,-3-12-593 0 0,1-1 0 0 0,0 1 0 0 0,11 25 0 0 0,-13-35-44 0 0,1-1 0 0 0,0 1-1 0 0,0-1 1 0 0,0 0 0 0 0,0 0-1 0 0,0 0 1 0 0,1-1 0 0 0,0 1 0 0 0,0-1-1 0 0,0 0 1 0 0,0 0 0 0 0,0 0-1 0 0,1-1 1 0 0,-1 1 0 0 0,8 2 0 0 0,8 2-4392 0 0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0:51.4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264 78 1700 0 0,'-33'3'16728'0'0,"31"-2"-16029"0"0,0 0-662 0 0,9 9-124 0 0,-3-6 92 0 0,0 0 5 0 0,0 0-1 0 0,-1-1 0 0 0,1 0 0 0 0,0 0 1 0 0,7 4-1 0 0,-7-5 3 0 0,-2-1-2 0 0,12 3 83 0 0,-12-3-67 0 0,1 0 0 0 0,-1-1-1 0 0,0 0 1 0 0,1 1 0 0 0,-1-1 0 0 0,1 0-1 0 0,-1 0 1 0 0,0 0 0 0 0,1-1 0 0 0,-1 1-1 0 0,0 0 1 0 0,3-2 0 0 0,-4 2-21 0 0,0-1 0 0 0,0 1 1 0 0,0-1-1 0 0,0 0 0 0 0,-1 1 0 0 0,1-1 1 0 0,0 0-1 0 0,0 0 0 0 0,-1 1 0 0 0,1-1 1 0 0,-1 0-1 0 0,1 0 0 0 0,-1 0 0 0 0,1 0 1 0 0,-1 0-1 0 0,1 0 0 0 0,-1 0 0 0 0,0 0 1 0 0,0 0-1 0 0,1 0 0 0 0,-1 0 0 0 0,0 0 1 0 0,0 0-1 0 0,0 0 0 0 0,0 0 0 0 0,0 0 1 0 0,0 0-1 0 0,0 0 0 0 0,-1 0 0 0 0,1 0 1 0 0,0 0-1 0 0,-1-2 0 0 0,0-2-12 0 0,-1 0 0 0 0,0-1 0 0 0,0 1 0 0 0,0 0-1 0 0,0 0 1 0 0,-1 0 0 0 0,0 0 0 0 0,0 0 0 0 0,0 1 0 0 0,-1-1 0 0 0,1 1 0 0 0,-1 0-1 0 0,0 0 1 0 0,-1 0 0 0 0,1 1 0 0 0,0-1 0 0 0,-1 1 0 0 0,0 0 0 0 0,0 0 0 0 0,0 1-1 0 0,0 0 1 0 0,-8-3 0 0 0,7 5 0 0 0,1-1 0 0 0,0 1 1 0 0,-1 1-1 0 0,1-1 0 0 0,-1 1 0 0 0,1 0 0 0 0,0 0 0 0 0,0 1 1 0 0,-1 0-1 0 0,1 0 0 0 0,0 0 0 0 0,1 0 0 0 0,-1 1 0 0 0,0-1 1 0 0,1 1-1 0 0,-1 1 0 0 0,1-1 0 0 0,0 1 0 0 0,-4 3 0 0 0,-5 7 8 0 0,0 0-1 0 0,1 1 0 0 0,0 0 1 0 0,-9 16-1 0 0,11-14 9 0 0,1 0-1 0 0,0 1 1 0 0,1-1 0 0 0,1 2 0 0 0,1-1 0 0 0,0 1 0 0 0,2 0-1 0 0,-4 26 1 0 0,7-38-7 0 0,1 0-1 0 0,0 1 1 0 0,0-1-1 0 0,1 0 1 0 0,0 1-1 0 0,0-1 1 0 0,1 0-1 0 0,0 0 1 0 0,0 0-1 0 0,6 13 1 0 0,-5-15-13 0 0,0 0 0 0 0,1 0 0 0 0,-1-1 0 0 0,1 1 0 0 0,0-1 0 0 0,0 0 0 0 0,0 0 0 0 0,1-1 1 0 0,-1 1-1 0 0,1-1 0 0 0,0 0 0 0 0,0 0 0 0 0,0 0 0 0 0,1-1 0 0 0,8 3 0 0 0,-3-1-329 0 0,1-2 1 0 0,0 1-1 0 0,0-1 0 0 0,0-1 0 0 0,0 0 1 0 0,0-1-1 0 0,0 0 0 0 0,0-1 1 0 0,21-4-1 0 0,-16 1-1059 0 0,1 0 0 0 0,-1-2 0 0 0,1 0 0 0 0,-1-1-1 0 0,28-15 1 0 0,-10 0-3788 0 0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0:51.6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173 60 1320 0 0,'13'-60'10160'0'0,"-16"64"-8987"0"0,-9 13 38 0 0,-12 20-385 0 0,3-2-543 0 0,-53 94 851 0 0,64-107-1779 0 0,0-1-1 0 0,2 1 0 0 0,0 1 1 0 0,-5 28-1 0 0,12-47 46 0 0,0 0 0 0 0,1 1 0 0 0,-1-1 0 0 0,1 0-1 0 0,0 0 1 0 0,1 1 0 0 0,-1-1 0 0 0,1 0 0 0 0,-1 0 0 0 0,1 1-1 0 0,3 6 1 0 0,2-2-2673 0 0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0:51.9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329 6 1404 0 0,'3'-6'7679'0'0,"-23"15"-7085"0"0,1 1 1 0 0,0 1-1 0 0,1 0 1 0 0,0 2-1 0 0,1 0 1 0 0,0 0-1 0 0,-18 21 1 0 0,33-31-573 0 0,-1-1-1 0 0,1 0 1 0 0,0 1 0 0 0,0-1 0 0 0,0 1 0 0 0,0 0 0 0 0,1 0 0 0 0,-1 0 0 0 0,1 0 0 0 0,0 0 0 0 0,0 0 0 0 0,0 0 0 0 0,0 0-1 0 0,0 0 1 0 0,1 1 0 0 0,-1-1 0 0 0,1 0 0 0 0,0 0 0 0 0,0 1 0 0 0,0-1 0 0 0,1 0 0 0 0,-1 0 0 0 0,1 1 0 0 0,-1-1 0 0 0,1 0-1 0 0,0 0 1 0 0,0 0 0 0 0,1 0 0 0 0,2 5 0 0 0,5 6 46 0 0,0 0-1 0 0,1-1 1 0 0,0 0-1 0 0,23 21 1 0 0,-4-4 83 0 0,-10-9-23 0 0,-11-12 23 0 0,0-1-1 0 0,0 1 1 0 0,-1 1 0 0 0,0-1-1 0 0,10 20 1 0 0,-17-27-117 0 0,0 0-1 0 0,1 0 1 0 0,-1 0 0 0 0,0-1-1 0 0,0 1 1 0 0,0 0 0 0 0,0 0 0 0 0,0 0-1 0 0,0 0 1 0 0,0 0 0 0 0,-1-1-1 0 0,1 1 1 0 0,-1 0 0 0 0,1 0 0 0 0,-1-1-1 0 0,0 1 1 0 0,0 0 0 0 0,0-1 0 0 0,0 1-1 0 0,0-1 1 0 0,0 1 0 0 0,0-1-1 0 0,0 1 1 0 0,0-1 0 0 0,-1 0 0 0 0,1 1-1 0 0,-1-1 1 0 0,-1 1 0 0 0,-2 2 8 0 0,-1 0 1 0 0,0 0 0 0 0,0-1-1 0 0,0 1 1 0 0,-13 3-1 0 0,0-1-617 0 0,0-1 0 0 0,0-1-1 0 0,-29 2 1 0 0,13-5-3102 0 0,-39-2 0 0 0,27-2-1514 0 0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0:52.4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52 784 0 0,'-23'-51'8447'0'0,"18"62"-7820"0"0,3-2-360 0 0,1 0 0 0 0,0 0 0 0 0,0 1 0 0 0,2 17 0 0 0,-1 9 204 0 0,-64 425 1188 0 0,32-275-4837 0 0,29-151-1116 0 0,1-21 847 0 0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0:53.0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1 111 40 0 0,'4'-12'1863'0'0,"-2"3"-875"0"0,1 1 1 0 0,0 0 0 0 0,1-1-1 0 0,5-7 1 0 0,-7 13-839 0 0,0 0 0 0 0,1 0 0 0 0,0 0 1 0 0,-1 0-1 0 0,1 0 0 0 0,0 1 0 0 0,1-1 1 0 0,-1 1-1 0 0,0 0 0 0 0,1 0 0 0 0,-1 0 1 0 0,6-2-1 0 0,1 1-53 0 0,0 0 1 0 0,0 1-1 0 0,0 0 1 0 0,0 0-1 0 0,1 1 1 0 0,-1 1-1 0 0,0-1 0 0 0,1 2 1 0 0,-1-1-1 0 0,1 2 1 0 0,-1-1-1 0 0,0 1 1 0 0,14 5-1 0 0,-4 0-33 0 0,-1 0-1 0 0,0 1 1 0 0,-1 1-1 0 0,0 1 1 0 0,31 21-1 0 0,-44-27-59 0 0,0 0-1 0 0,0 0 1 0 0,0 0-1 0 0,-1 1 1 0 0,1 0 0 0 0,-1-1-1 0 0,0 2 1 0 0,-1-1-1 0 0,1 0 1 0 0,-1 1-1 0 0,0-1 1 0 0,0 1-1 0 0,-1 0 1 0 0,0 0-1 0 0,0 0 1 0 0,2 10 0 0 0,-4-9 47 0 0,1 1 0 0 0,-1-1 1 0 0,-1 1-1 0 0,1-1 0 0 0,-1 1 1 0 0,-1-1-1 0 0,1 0 1 0 0,-1 1-1 0 0,0-1 0 0 0,-1 0 1 0 0,0 0-1 0 0,0-1 0 0 0,-7 12 1 0 0,0-3 112 0 0,0 0 1 0 0,-2-1 0 0 0,1 0-1 0 0,-1-1 1 0 0,-28 24 0 0 0,13-17 306 0 0,0-1 0 0 0,-40 20 0 0 0,30-17 319 0 0,34-21-553 0 0,20-12-171 0 0,-7 7-68 0 0,1 1-1 0 0,-1 0 1 0 0,1 0-1 0 0,0 1 1 0 0,0 0-1 0 0,0 1 1 0 0,22 1-1 0 0,-9 1-4 0 0,-1 1 0 0 0,40 8 0 0 0,-38-4 2 0 0,-1 1-1 0 0,0 1 1 0 0,23 11-1 0 0,-39-16 10 0 0,0 1-1 0 0,-1 0 0 0 0,0 0 0 0 0,0 1 0 0 0,0 0 0 0 0,0 0 0 0 0,-1 1 0 0 0,0-1 1 0 0,0 2-1 0 0,0-1 0 0 0,-1 0 0 0 0,8 14 0 0 0,-11-15 75 0 0,0-1 0 0 0,-1 1 0 0 0,0-1 0 0 0,0 1 0 0 0,0-1 0 0 0,0 1 0 0 0,-1 0-1 0 0,0-1 1 0 0,0 1 0 0 0,0 0 0 0 0,-1 0 0 0 0,1-1 0 0 0,-1 1 0 0 0,0-1 0 0 0,0 1 0 0 0,-1-1 0 0 0,0 1 0 0 0,1-1 0 0 0,-1 0 0 0 0,-1 0 0 0 0,1 1-1 0 0,-6 6 1 0 0,-2 2 199 0 0,-1 1 0 0 0,-1-1 0 0 0,0-1 0 0 0,-25 21-1 0 0,18-20-266 0 0,0 0-1 0 0,-1-2 1 0 0,0 0 0 0 0,0-1-1 0 0,-1-1 1 0 0,0-1-1 0 0,-1-1 1 0 0,0-1-1 0 0,0-1 1 0 0,0-1 0 0 0,-1-1-1 0 0,0 0 1 0 0,1-2-1 0 0,-1-1 1 0 0,0-1-1 0 0,-40-6 1 0 0,59 6-355 0 0,0 0 0 0 0,0 0 1 0 0,0 0-1 0 0,0 0 0 0 0,0 0 0 0 0,1-1 0 0 0,-1 0 1 0 0,1 0-1 0 0,-1 0 0 0 0,1 0 0 0 0,-6-5 0 0 0,9 6 176 0 0,-1 0 0 0 0,1 0-1 0 0,0-1 1 0 0,-1 1-1 0 0,1 0 1 0 0,0-1 0 0 0,0 1-1 0 0,0 0 1 0 0,0-1-1 0 0,0 1 1 0 0,0 0 0 0 0,0-1-1 0 0,0 1 1 0 0,1 0-1 0 0,-1-1 1 0 0,1 1 0 0 0,-1 0-1 0 0,1 0 1 0 0,-1-1 0 0 0,1 1-1 0 0,-1 0 1 0 0,1 0-1 0 0,0 0 1 0 0,1-2 0 0 0,22-25-3842 0 0,-24 28 3978 0 0,18-19-3282 0 0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0:53.2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32 1464 0 0,'63'-28'7589'0'0,"-61"27"-7294"0"0,5 0 42 0 0,-6 1-321 0 0,-1 0-1 0 0,0 0 1 0 0,0-1 0 0 0,1 1-1 0 0,-1 0 1 0 0,0 0 0 0 0,1 0-1 0 0,-1 0 1 0 0,0 0 0 0 0,1 0-1 0 0,-1-1 1 0 0,0 1 0 0 0,1 0-1 0 0,-1 0 1 0 0,0 0 0 0 0,1 0-1 0 0,-1 0 1 0 0,0 0 0 0 0,1 1-1 0 0,-1-1 1 0 0,0 0-1 0 0,1 0 1 0 0,-1 0 0 0 0,0 0-1 0 0,1 0 1 0 0,-1 0 0 0 0,0 1-1 0 0,1-1 1 0 0,-1 0 0 0 0,0 0-1 0 0,0 0 1 0 0,1 1 0 0 0,3 3 164 0 0,0 1 0 0 0,0-1 1 0 0,-1 1-1 0 0,1 0 0 0 0,-1 0 1 0 0,0 0-1 0 0,-1 0 0 0 0,1 0 1 0 0,-1 1-1 0 0,0-1 0 0 0,-1 1 1 0 0,1 0-1 0 0,-1-1 0 0 0,1 7 1 0 0,2 19 363 0 0,1 39 1 0 0,-5-64-526 0 0,2 48-1 0 0,2 43-126 0 0,2-35-7952 0 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0:53.4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2 110 1392 0 0,'-2'-110'8774'0'0,"2"127"-10254"0"0,1-1-1 0 0,0 0 0 0 0,4 20 1 0 0,0-14-360 0 0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0:54.0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700 4 1720 0 0,'16'-3'6123'0'0,"-16"3"-6085"0"0,0 0 0 0 0,0 0 0 0 0,0 0 0 0 0,0 0 0 0 0,0 0 0 0 0,0 0-1 0 0,0-1 1 0 0,0 1 0 0 0,1 0 0 0 0,-1 0 0 0 0,0 0 0 0 0,0 0 0 0 0,0 0 0 0 0,0 0-1 0 0,0 0 1 0 0,0 0 0 0 0,0 0 0 0 0,1 0 0 0 0,-1 0 0 0 0,1 1 568 0 0,-1 0-568 0 0,0-1 0 0 0,0 0 0 0 0,0 0-1 0 0,0 0 1 0 0,0 0 0 0 0,0 0 0 0 0,0 0 0 0 0,0 0 0 0 0,0 0 0 0 0,0 1 0 0 0,0-1-1 0 0,0 0 1 0 0,0 0 0 0 0,0 0 0 0 0,0 0 0 0 0,0 0 0 0 0,-8 9 953 0 0,-25 17-1060 0 0,15-13 353 0 0,-20 18-45 0 0,-66 57 217 0 0,90-75-420 0 0,1 1-1 0 0,0 1 0 0 0,2 0 1 0 0,-1 0-1 0 0,-9 19 0 0 0,14-10 38 0 0,7-24-70 0 0,0 1 1 0 0,-1 0 0 0 0,1-1-1 0 0,0 1 1 0 0,0 0 0 0 0,0 0-1 0 0,0-1 1 0 0,0 1 0 0 0,0 0-1 0 0,0 0 1 0 0,1-1-1 0 0,-1 1 1 0 0,0 0 0 0 0,0 0-1 0 0,0-1 1 0 0,1 1 0 0 0,-1 0-1 0 0,0-1 1 0 0,1 1 0 0 0,-1 0-1 0 0,1-1 1 0 0,-1 1-1 0 0,0-1 1 0 0,1 1 0 0 0,0-1-1 0 0,-1 1 1 0 0,1-1 0 0 0,-1 1-1 0 0,1-1 1 0 0,-1 1 0 0 0,1-1-1 0 0,0 0 1 0 0,1 1-1 0 0,3 0-2 0 0,1 0 0 0 0,0 0-1 0 0,1 0 1 0 0,-1-1 0 0 0,0 0-1 0 0,0 0 1 0 0,0-1 0 0 0,0 0-1 0 0,0 0 1 0 0,0 0-1 0 0,10-5 1 0 0,-6 2-11 0 0,0 0 0 0 0,0-2 0 0 0,-1 1-1 0 0,1-1 1 0 0,-1 0 0 0 0,9-9 0 0 0,-1-1 17 0 0,-1 0-1 0 0,-1-1 1 0 0,-1 0 0 0 0,0-2-1 0 0,21-37 1 0 0,-24 35 136 0 0,37-63 974 0 0,-47 84-1114 0 0,-1-1-1 0 0,0 1 1 0 0,0-1 0 0 0,1 0-1 0 0,-1 1 1 0 0,0-1 0 0 0,1 1-1 0 0,-1-1 1 0 0,1 1-1 0 0,-1 0 1 0 0,0-1 0 0 0,1 1-1 0 0,-1-1 1 0 0,1 1-1 0 0,0 0 1 0 0,-1-1 0 0 0,1 1-1 0 0,-1 0 1 0 0,1-1 0 0 0,-1 1-1 0 0,1 0 1 0 0,0 0-1 0 0,-1 0 1 0 0,1 0 0 0 0,1 0-1 0 0,-2 0 2 0 0,1 0-1 0 0,-1 1 0 0 0,1-1 1 0 0,-1 1-1 0 0,1-1 0 0 0,-1 1 1 0 0,1-1-1 0 0,-1 1 0 0 0,1-1 1 0 0,-1 1-1 0 0,0 0 0 0 0,1-1 1 0 0,-1 1-1 0 0,0-1 0 0 0,1 1 1 0 0,-1 0-1 0 0,0-1 0 0 0,0 2 1 0 0,6 37 85 0 0,-6-36-84 0 0,3 73 486 0 0,-3 0 1 0 0,-16 111-1 0 0,-40 148 922 0 0,-38 58 666 0 0,76-335-1306 0 0,-3-2-1 0 0,-3-1 1 0 0,-2 0-1 0 0,-55 84 1 0 0,72-124-425 0 0,-1-2 0 0 0,-1 1 0 0 0,0-2 1 0 0,-1 1-1 0 0,0-1 0 0 0,-1-1 0 0 0,-1-1 0 0 0,-15 11 0 0 0,22-17-233 0 0,0 0 0 0 0,-1-1-1 0 0,1 0 1 0 0,0 0 0 0 0,-1-1-1 0 0,0 0 1 0 0,0 0 0 0 0,1 0-1 0 0,-1-1 1 0 0,0-1 0 0 0,0 1-1 0 0,0-1 1 0 0,0-1 0 0 0,0 1-1 0 0,0-1 1 0 0,0-1 0 0 0,0 1-1 0 0,0-1 1 0 0,-9-4 0 0 0,5 1-45 0 0,1 0 0 0 0,-1-1 1 0 0,1 0-1 0 0,0-1 1 0 0,1 0-1 0 0,0-1 0 0 0,0 0 1 0 0,0-1-1 0 0,1 0 1 0 0,1 0-1 0 0,-9-11 1 0 0,12 12-65 0 0,-1 0-1 0 0,1 0 1 0 0,1-1 0 0 0,0 1 0 0 0,0-1 0 0 0,1 0 0 0 0,0 0 0 0 0,0-1 0 0 0,1 1 0 0 0,0 0 0 0 0,1-1 0 0 0,0 1 0 0 0,1-1 0 0 0,0 1 0 0 0,1-14 0 0 0,2 2-267 0 0,1-1 1 0 0,1 1-1 0 0,1 0 1 0 0,1 0-1 0 0,1 1 1 0 0,20-38-1 0 0,-12 31-384 0 0,1 2-1 0 0,0 0 1 0 0,2 1 0 0 0,32-31-1 0 0,-10 19-1320 0 0,1 1-1 0 0,1 2 1 0 0,2 2-1 0 0,1 2 1 0 0,62-29-1 0 0,-60 35-1967 0 0,2-1-1697 0 0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0:54.6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1 953 228 0 0,'21'-11'8668'0'0,"13"-1"-1601"0"0,-28 6-5325 0 0,7-13-1330 0 0,-2 0 0 0 0,0 0-1 0 0,13-33 1 0 0,-8 17-289 0 0,81-192 10 0 0,-25 55-127 0 0,-27 68-186 0 0,-45 104 179 0 0,0-1 0 0 0,0 1-1 0 0,0 0 1 0 0,0 0-1 0 0,0-1 1 0 0,0 1 0 0 0,0 0-1 0 0,0-1 1 0 0,0 1-1 0 0,0 0 1 0 0,0-1 0 0 0,0 1-1 0 0,0 0 1 0 0,1 0-1 0 0,-1-1 1 0 0,0 1 0 0 0,0 0-1 0 0,0 0 1 0 0,0-1-1 0 0,1 1 1 0 0,-1 0-1 0 0,0 0 1 0 0,0 0 0 0 0,1-1-1 0 0,-1 1 1 0 0,0 0-1 0 0,0 0 1 0 0,1 0 0 0 0,-1 0-1 0 0,0 0 1 0 0,0-1-1 0 0,1 1 1 0 0,-1 0 0 0 0,0 0-1 0 0,1 0 1 0 0,-1 0-1 0 0,0 0 1 0 0,1 0 0 0 0,-1 0-1 0 0,0 0 1 0 0,0 0-1 0 0,1 0 1 0 0,-1 0-1 0 0,0 0 1 0 0,1 0 0 0 0,-1 1-1 0 0,0-1 1 0 0,1 0-1 0 0,-1 0 1 0 0,0 0 0 0 0,0 0-1 0 0,1 0 1 0 0,-1 1-1 0 0,0-1 1 0 0,0 0 0 0 0,0 0-1 0 0,1 0 1 0 0,-1 1-1 0 0,0-1 1 0 0,0 0 0 0 0,0 0-1 0 0,1 1 1 0 0,-1-1-1 0 0,8 20-2 0 0,5 161 75 0 0,-11-110 47 0 0,18 102-1 0 0,-20-172-108 0 0,0 0 1 0 0,1 0-1 0 0,-1-1 1 0 0,0 1-1 0 0,0 0 1 0 0,1 0 0 0 0,-1 0-1 0 0,0 0 1 0 0,1 0-1 0 0,-1 0 1 0 0,1-1-1 0 0,-1 1 1 0 0,1 0-1 0 0,-1 0 1 0 0,1 0-1 0 0,-1-1 1 0 0,1 1-1 0 0,0 0 1 0 0,0-1-1 0 0,-1 1 1 0 0,1-1 0 0 0,0 1-1 0 0,0-1 1 0 0,0 1-1 0 0,1 0 1 0 0,0-1-2 0 0,-1 0 0 0 0,1 0 0 0 0,-1 0 0 0 0,1 0 0 0 0,-1-1 0 0 0,1 1 0 0 0,-1 0 0 0 0,1-1 0 0 0,-1 1 0 0 0,0-1 0 0 0,1 1 0 0 0,-1-1 0 0 0,1 0 0 0 0,1-1 0 0 0,4-3 7 0 0,0 0 0 0 0,0-1 0 0 0,0 0 0 0 0,7-8 0 0 0,19-25-5 0 0,-1-1 0 0 0,39-65 0 0 0,42-98-62 0 0,-61 105 32 0 0,-9 24-4 0 0,24-47-103 0 0,-67 120 122 0 0,0 1 0 0 0,0-1 0 0 0,0 0 0 0 0,1 0 1 0 0,-1 1-1 0 0,0-1 0 0 0,0 0 0 0 0,1 1 0 0 0,-1-1 0 0 0,1 0 1 0 0,-1 1-1 0 0,1-1 0 0 0,-1 1 0 0 0,1-1 0 0 0,-1 1 0 0 0,1-1 1 0 0,-1 1-1 0 0,1-1 0 0 0,-1 1 0 0 0,1-1 0 0 0,0 1 0 0 0,-1 0 0 0 0,1-1 1 0 0,0 1-1 0 0,-1 0 0 0 0,1 0 0 0 0,0-1 0 0 0,1 1 0 0 0,-1 1 7 0 0,-1 0 0 0 0,1-1 0 0 0,0 1 0 0 0,-1 0 0 0 0,1 0-1 0 0,0 0 1 0 0,-1 0 0 0 0,1 0 0 0 0,-1 0 0 0 0,1 0 0 0 0,-1 0 0 0 0,0 0-1 0 0,0 0 1 0 0,1 0 0 0 0,-1 0 0 0 0,0 1 0 0 0,5 49 189 0 0,-28 228 842 0 0,2-75-619 0 0,19-181-417 0 0,0 59 89 0 0,2-73-171 0 0,1 0-1 0 0,1 0 0 0 0,-1 0 1 0 0,1-1-1 0 0,1 1 1 0 0,6 16-1 0 0,-7-22-167 0 0,0 1 1 0 0,0-1-1 0 0,1 0 0 0 0,-1 0 0 0 0,1 0 0 0 0,0-1 0 0 0,0 1 1 0 0,0-1-1 0 0,0 1 0 0 0,0-1 0 0 0,1 0 0 0 0,-1 0 0 0 0,1-1 1 0 0,-1 1-1 0 0,1-1 0 0 0,0 1 0 0 0,-1-1 0 0 0,1 0 1 0 0,0-1-1 0 0,0 1 0 0 0,0-1 0 0 0,0 1 0 0 0,5-2 0 0 0,17 0-4107 0 0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0:55.6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19 2196 0 0,'0'-1'649'0'0,"0"-1"0"0"0,0 1-1 0 0,-3-10 3893 0 0,1 7-3892 0 0,-2 13-503 0 0,-1-1 0 0 0,2 1 0 0 0,-1 0 0 0 0,1 0 0 0 0,0 0 0 0 0,1 0 0 0 0,-2 12 0 0 0,-2 6 88 0 0,-7 20 310 0 0,-9 73 0 0 0,20-107-485 0 0,1 1-1 0 0,1-1 0 0 0,0 0 0 0 0,0 0 1 0 0,1 0-1 0 0,1 0 0 0 0,0 0 0 0 0,1 0 1 0 0,0 0-1 0 0,10 22 0 0 0,-11-31-6 0 0,1 1-1 0 0,-1-1 1 0 0,1 0 0 0 0,0 0-1 0 0,0 0 1 0 0,0 0 0 0 0,0-1-1 0 0,1 1 1 0 0,0-1 0 0 0,-1 0-1 0 0,1 0 1 0 0,1 0 0 0 0,-1 0-1 0 0,0-1 1 0 0,1 0 0 0 0,-1 0-1 0 0,1 0 1 0 0,-1 0 0 0 0,1-1-1 0 0,0 0 1 0 0,0 0 0 0 0,0 0-1 0 0,-1 0 1 0 0,1-1 0 0 0,0 0-1 0 0,0 0 1 0 0,0 0 0 0 0,0 0-1 0 0,0-1 1 0 0,5-1 0 0 0,0-1 52 0 0,-1 1 0 0 0,0-1 0 0 0,0-1 0 0 0,0 0 0 0 0,0 0 0 0 0,0-1 1 0 0,-1 0-1 0 0,0 0 0 0 0,0-1 0 0 0,0 0 0 0 0,-1 0 0 0 0,0-1 0 0 0,0 0 1 0 0,8-11-1 0 0,-4 0-40 0 0,0 0 0 0 0,-2 0 0 0 0,0-1 0 0 0,-1 0 1 0 0,-1-1-1 0 0,0 0 0 0 0,-2 0 0 0 0,-1 0 0 0 0,0 0 0 0 0,-1-1 0 0 0,-1 0 1 0 0,-1 1-1 0 0,-3-31 0 0 0,2 47-51 0 0,0 0 0 0 0,-1 0 1 0 0,1 0-1 0 0,-1-1 0 0 0,0 1 0 0 0,0 1 1 0 0,-1-1-1 0 0,1 0 0 0 0,-1 0 0 0 0,0 0 1 0 0,0 1-1 0 0,0-1 0 0 0,0 1 0 0 0,-4-5 1 0 0,4 6-11 0 0,-1 1 1 0 0,1-1-1 0 0,0 0 1 0 0,-1 1-1 0 0,1 0 1 0 0,-1 0-1 0 0,1 0 1 0 0,-1 0 0 0 0,0 0-1 0 0,1 0 1 0 0,-1 1-1 0 0,0-1 1 0 0,0 1-1 0 0,0 0 1 0 0,1-1-1 0 0,-1 1 1 0 0,0 1-1 0 0,0-1 1 0 0,0 0-1 0 0,1 1 1 0 0,-6 1 0 0 0,-5 2-1 0 0,-1 1 0 0 0,1 0 0 0 0,0 1 0 0 0,1 1 0 0 0,-1 0 1 0 0,1 1-1 0 0,0 0 0 0 0,1 0 0 0 0,0 1 0 0 0,1 1 0 0 0,0 0 1 0 0,0 0-1 0 0,1 1 0 0 0,0 1 0 0 0,-8 14 0 0 0,15-25-2 0 0,1 1 0 0 0,0 0 0 0 0,-1 0 1 0 0,1 0-1 0 0,0 0 0 0 0,0 0 0 0 0,1 1 0 0 0,-1-1 0 0 0,0 0 0 0 0,1 0 0 0 0,-1 1 0 0 0,1-1 0 0 0,0 0 0 0 0,-1 1 0 0 0,1-1 0 0 0,0 0 1 0 0,1 1-1 0 0,-1-1 0 0 0,0 0 0 0 0,2 4 0 0 0,-2-5-1 0 0,1 0 0 0 0,0-1 0 0 0,0 1 0 0 0,0 0-1 0 0,0-1 1 0 0,0 1 0 0 0,0-1 0 0 0,0 1 0 0 0,0-1 0 0 0,0 1 0 0 0,0-1 0 0 0,0 0 0 0 0,1 1 0 0 0,-1-1 0 0 0,0 0-1 0 0,0 0 1 0 0,0 0 0 0 0,0 0 0 0 0,0 0 0 0 0,1 0 0 0 0,-1 0 0 0 0,0 0 0 0 0,0-1 0 0 0,0 1 0 0 0,0 0-1 0 0,1-1 1 0 0,29-8-3 0 0,-3-5-12 0 0,0-1 0 0 0,-2-1 1 0 0,39-30-1 0 0,26-16-55 0 0,-79 55 41 0 0,1 0 0 0 0,0 0 0 0 0,1 2 1 0 0,-1 0-1 0 0,19-5 0 0 0,-28 10 25 0 0,-1-1 1 0 0,1 1-1 0 0,0 0 1 0 0,0 0-1 0 0,-1 0 0 0 0,1 1 1 0 0,0-1-1 0 0,0 1 1 0 0,-1 0-1 0 0,1 0 0 0 0,-1 0 1 0 0,1 0-1 0 0,-1 1 1 0 0,1-1-1 0 0,-1 1 1 0 0,0 0-1 0 0,1 0 0 0 0,-1 0 1 0 0,0 1-1 0 0,0-1 1 0 0,-1 1-1 0 0,1-1 1 0 0,2 4-1 0 0,3 5 15 0 0,0-1 0 0 0,0 1 0 0 0,-1 0 1 0 0,11 25-1 0 0,-9-13 49 0 0,0 1 0 0 0,-2-1 0 0 0,0 2 0 0 0,-2-1 0 0 0,4 36 0 0 0,-6-13 367 0 0,-5 93 1 0 0,1-120-224 0 0,0 9 2301 0 0,-11 52 0 0 0,12-78-1642 0 0,-2-5-802 0 0,1 0 0 0 0,0 0 0 0 0,0 0 0 0 0,0 0 0 0 0,1 0 0 0 0,-1 0 0 0 0,0 0 0 0 0,1 0 0 0 0,-1 0 0 0 0,1 0 0 0 0,0-1 1 0 0,0 1-1 0 0,0 0 0 0 0,0 0 0 0 0,0 0 0 0 0,1-4 0 0 0,8-43 135 0 0,-5 33-99 0 0,4-17-195 0 0,1-1 0 0 0,1 2 0 0 0,2-1 0 0 0,26-50 0 0 0,-24 57-907 0 0,2 2 0 0 0,0 0 1 0 0,25-28-1 0 0,-30 40-235 0 0,2 0 0 0 0,-1 0 0 0 0,24-15 0 0 0,18-6-6122 0 0,-33 22 1437 0 0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0:56.3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502 99 2392 0 0,'-35'-74'8200'0'0,"29"80"-7613"0"0,5-5-563 0 0,0-1-1 0 0,1 1 1 0 0,-1-1-1 0 0,0 1 1 0 0,1-1-1 0 0,-1 1 1 0 0,0 0-1 0 0,1-1 1 0 0,-1 1-1 0 0,1 0 1 0 0,-1 0 0 0 0,1-1-1 0 0,-1 1 1 0 0,1 0-1 0 0,-1 1 1 0 0,-20 70 1462 0 0,-14 79-1 0 0,13-50-741 0 0,-163 590 1436 0 0,128-486-1915 0 0,51-183-210 0 0,-9 31 358 0 0,-24 60 1 0 0,38-112-372 0 0,1 1 1 0 0,0-1-1 0 0,-1 0 0 0 0,1 0 1 0 0,-1 1-1 0 0,0-1 1 0 0,1 0-1 0 0,-1 0 1 0 0,0 0-1 0 0,0 0 1 0 0,0 0-1 0 0,0 0 1 0 0,0 0-1 0 0,0 0 0 0 0,0-1 1 0 0,0 1-1 0 0,0 0 1 0 0,-1 0-1 0 0,1-1-30 0 0,0 0 1 0 0,1 0-1 0 0,-1 0 0 0 0,1 0 0 0 0,-1 0 0 0 0,0-1 1 0 0,1 1-1 0 0,-1 0 0 0 0,1 0 0 0 0,-1-1 0 0 0,1 1 1 0 0,-1 0-1 0 0,0-1 0 0 0,1 1 0 0 0,-1 0 1 0 0,1-1-1 0 0,0 1 0 0 0,-1-1 0 0 0,1 1 0 0 0,-1-1 1 0 0,1 1-1 0 0,0-1 0 0 0,-1 1 0 0 0,1-1 0 0 0,-1 0 1 0 0,-2-7 13 0 0,0 1 0 0 0,0-1 1 0 0,1 0-1 0 0,-2-10 1 0 0,-6-38-23 0 0,2 0 1 0 0,0-99-1 0 0,23-116-119 0 0,25-39-30 0 0,-31 261 109 0 0,3 0 0 0 0,2 0 0 0 0,3 2 0 0 0,26-56 0 0 0,-33 82 16 0 0,1 1 0 0 0,2 0 0 0 0,0 1 0 0 0,1 0 0 0 0,1 1-1 0 0,0 1 1 0 0,2 0 0 0 0,0 1 0 0 0,0 1 0 0 0,29-19 0 0 0,-34 27 13 0 0,0 0 0 0 0,0 1 1 0 0,1 0-1 0 0,0 1 0 0 0,0 0 0 0 0,1 1 1 0 0,-1 1-1 0 0,1 0 0 0 0,0 1 0 0 0,0 0 1 0 0,0 1-1 0 0,0 1 0 0 0,0 0 0 0 0,0 0 1 0 0,0 2-1 0 0,-1 0 0 0 0,1 0 0 0 0,21 8 1 0 0,-16-3 10 0 0,0 0 0 0 0,0 1 0 0 0,-1 2 0 0 0,0 0 0 0 0,27 19 0 0 0,-36-22 5 0 0,-1 0-1 0 0,0 0 1 0 0,0 0 0 0 0,-1 1 0 0 0,0 0-1 0 0,0 1 1 0 0,-1-1 0 0 0,0 1 0 0 0,-1 0-1 0 0,0 1 1 0 0,0 0 0 0 0,5 15 0 0 0,-9-21 3 0 0,0 1 0 0 0,0-1 0 0 0,0 1 0 0 0,-1-1 0 0 0,1 1 0 0 0,-1 0 0 0 0,-1-1 0 0 0,1 1 0 0 0,0 0 0 0 0,-1-1 0 0 0,0 1 0 0 0,0-1 0 0 0,-1 1 0 0 0,-2 5 0 0 0,1-3 4 0 0,-1-1 0 0 0,0 0 0 0 0,0 0-1 0 0,0 0 1 0 0,-1 0 0 0 0,0 0 0 0 0,0-1 0 0 0,-8 6-1 0 0,-4 2 19 0 0,0-1-1 0 0,-2-1 0 0 0,1 0 1 0 0,-1-2-1 0 0,-26 10 0 0 0,-2-4-177 0 0,-1-2 0 0 0,0-2 0 0 0,-50 4 0 0 0,11-1-6330 0 0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0:56.7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65 380 0 0,'2'1'448'0'0,"0"1"-1"0"0,0 1 1 0 0,0-1-1 0 0,-1 0 1 0 0,1 0-1 0 0,0 1 1 0 0,-1-1-1 0 0,0 1 1 0 0,1-1-1 0 0,-1 1 1 0 0,0-1-1 0 0,0 1 1 0 0,-1 0-1 0 0,1 0 1 0 0,0 4-1 0 0,2 49 1885 0 0,-2-18-1252 0 0,0-21-804 0 0,0-7-64 0 0,0-1 1 0 0,0 1-1 0 0,1-1 0 0 0,3 10 1 0 0,-4-17-132 0 0,0 1 0 0 0,0-1-1 0 0,0 0 1 0 0,0 0 0 0 0,1 1 0 0 0,-1-1 0 0 0,0 0 0 0 0,1 0 0 0 0,0-1 0 0 0,-1 1 0 0 0,1 0 0 0 0,0 0-1 0 0,0-1 1 0 0,0 1 0 0 0,0-1 0 0 0,0 0 0 0 0,0 0 0 0 0,0 1 0 0 0,1-1 0 0 0,3 1 0 0 0,1-1-6 0 0,0 1 1 0 0,0-2 0 0 0,0 1 0 0 0,0-1 0 0 0,1 0-1 0 0,-1 0 1 0 0,0-1 0 0 0,0 0 0 0 0,0 0 0 0 0,0 0-1 0 0,0-1 1 0 0,0 0 0 0 0,0-1 0 0 0,-1 0 0 0 0,1 0-1 0 0,-1 0 1 0 0,0 0 0 0 0,0-1 0 0 0,8-7 0 0 0,-2 2-49 0 0,-1-1 1 0 0,0 0 0 0 0,-1-1-1 0 0,0 0 1 0 0,-1 0 0 0 0,0-1 0 0 0,-1-1-1 0 0,10-17 1 0 0,-12 18-18 0 0,-1 1 1 0 0,0-1-1 0 0,0 0 0 0 0,-1 0 1 0 0,-1 0-1 0 0,0-1 0 0 0,-1 1 1 0 0,0-1-1 0 0,0-19 0 0 0,-4 23-8 0 0,-6 1 4 0 0,6 7-5 0 0,0 0 0 0 0,0 1 0 0 0,-1-1 0 0 0,1 1 0 0 0,-1-1 0 0 0,1 1 0 0 0,0 0 0 0 0,-1 0-1 0 0,1 0 1 0 0,-1 0 0 0 0,1 0 0 0 0,-1 1 0 0 0,1-1 0 0 0,0 1 0 0 0,-1 0 0 0 0,1-1 0 0 0,0 1-1 0 0,0 0 1 0 0,-1 0 0 0 0,1 0 0 0 0,0 1 0 0 0,-2 1 0 0 0,-8 5 10 0 0,0 0 1 0 0,-15 14-1 0 0,-1 3 41 0 0,1 2-1 0 0,2 1 1 0 0,-41 55 0 0 0,51-59-14 0 0,0 0-1 0 0,1 0 1 0 0,2 1 0 0 0,0 1 0 0 0,-14 50-1 0 0,23-68-23 0 0,2 1 0 0 0,-1-1 0 0 0,1 1 0 0 0,1 0 0 0 0,-1-1 0 0 0,1 1 0 0 0,1-1 0 0 0,0 1 0 0 0,3 15-1 0 0,-3-20-21 0 0,0-1 0 0 0,0 1 0 0 0,1 0 0 0 0,0-1 0 0 0,-1 1 0 0 0,1-1 0 0 0,0 0 0 0 0,1 0 0 0 0,-1 1-1 0 0,1-1 1 0 0,-1-1 0 0 0,1 1 0 0 0,0 0 0 0 0,0-1 0 0 0,0 1 0 0 0,0-1 0 0 0,0 0 0 0 0,1 0 0 0 0,-1 0 0 0 0,1-1-1 0 0,-1 1 1 0 0,1-1 0 0 0,7 2 0 0 0,3 0-366 0 0,0-1 1 0 0,1-1-1 0 0,-1 0 0 0 0,1-1 0 0 0,0-1 1 0 0,-1 0-1 0 0,1 0 0 0 0,-1-2 0 0 0,15-4 1 0 0,-11 2-609 0 0,0-1 1 0 0,0-1 0 0 0,-1 0 0 0 0,0-2-1 0 0,0 0 1 0 0,22-16 0 0 0,-1-4-2307 0 0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0:57.1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0 118 328 0 0,'51'-94'8067'0'0,"-50"92"-7511"0"0,9 17 424 0 0,-8 5-331 0 0,0 0 1 0 0,-1 0-1 0 0,-2 0 0 0 0,-2 24 1 0 0,-17 78 959 0 0,13-80-1226 0 0,3-18 516 0 0,-1 0 0 0 0,-9 30 0 0 0,13-52 75 0 0,1-3-950 0 0,-1 0 0 0 0,1 0 1 0 0,0 0-1 0 0,-1 1 0 0 0,1-1 0 0 0,0 0 0 0 0,0 0 1 0 0,0 0-1 0 0,0 0 0 0 0,0 0 0 0 0,0 0 0 0 0,0 0 0 0 0,0 0 1 0 0,0 0-1 0 0,0 0 0 0 0,1 0 0 0 0,-1-1 0 0 0,1 0 21 0 0,4-26-25 0 0,1 1 0 0 0,2 0 0 0 0,1 0 0 0 0,1 1 0 0 0,1 0 0 0 0,1 0 0 0 0,1 2 0 0 0,29-40 0 0 0,-31 49-51 0 0,0 0 0 0 0,2 1-1 0 0,23-22 1 0 0,-28 30 1 0 0,-1-1-1 0 0,2 2 1 0 0,-1-1 0 0 0,1 1 0 0 0,-1 0-1 0 0,1 1 1 0 0,1 0 0 0 0,15-4 0 0 0,-21 7 16 0 0,0 0 1 0 0,0 0 0 0 0,0 1 0 0 0,0 0-1 0 0,0-1 1 0 0,0 2 0 0 0,0-1-1 0 0,0 0 1 0 0,0 1 0 0 0,0 0 0 0 0,0 0-1 0 0,0 0 1 0 0,-1 0 0 0 0,1 0-1 0 0,5 4 1 0 0,-4-2 8 0 0,0 0 0 0 0,-1 1 0 0 0,1-1 0 0 0,-1 1 0 0 0,0 0 0 0 0,0 1 0 0 0,0-1 0 0 0,-1 1-1 0 0,6 8 1 0 0,-3-1 15 0 0,0 0 0 0 0,-1 0 0 0 0,-1 0 0 0 0,0 0 0 0 0,0 1 0 0 0,-1 0 0 0 0,-1 0 0 0 0,2 22 0 0 0,-5-11 16 0 0,0 0 0 0 0,-2 0 1 0 0,-7 29-1 0 0,-4 40-3294 0 0,14-92 3130 0 0,0 0 0 0 0,0 0 0 0 0,-1 0 0 0 0,1 0 0 0 0,0 0-1 0 0,0 1 1 0 0,1-1 0 0 0,-1 0 0 0 0,0 0 0 0 0,0 0-1 0 0,0 0 1 0 0,1 0 0 0 0,-1 1 0 0 0,1-1 0 0 0,-1 0 0 0 0,1 0-1 0 0,-1 0 1 0 0,1 0 0 0 0,-1 0 0 0 0,1 0 0 0 0,0 0-1 0 0,0-1 1 0 0,-1 1 0 0 0,1 0 0 0 0,0 0 0 0 0,0 0-1 0 0,0-1 1 0 0,0 1 0 0 0,0-1 0 0 0,0 1 0 0 0,0-1 0 0 0,0 1-1 0 0,0-1 1 0 0,0 1 0 0 0,1-1 0 0 0,-1 0 0 0 0,0 1-1 0 0,1-1 1 0 0,2 0-360 0 0,0 0 0 0 0,0 0 0 0 0,1-1 0 0 0,-2 0 0 0 0,1 1 0 0 0,0-1 0 0 0,0 0 0 0 0,0-1 0 0 0,7-2 0 0 0,11-9-2496 0 0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0:57.9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94 724 2332 0 0,'198'-221'12341'0'0,"-196"219"-11746"0"0,-4 1-331 0 0,2 0-257 0 0,0 1 0 0 0,0 0 0 0 0,-1-1 0 0 0,1 1 1 0 0,0 0-1 0 0,0 0 0 0 0,0 0 0 0 0,0-1 0 0 0,-1 1 0 0 0,1 0 0 0 0,0 0 0 0 0,0-1 0 0 0,0 1 0 0 0,-1 0 0 0 0,1 0 1 0 0,0 0-1 0 0,0 0 0 0 0,-1 0 0 0 0,1-1 0 0 0,0 1 0 0 0,0 0 0 0 0,-1 0 0 0 0,1 0 0 0 0,0 0 0 0 0,-1 0 1 0 0,1 0-1 0 0,0 0 0 0 0,0 0 0 0 0,-1 0 0 0 0,1 0 0 0 0,0 0 0 0 0,-1 0 0 0 0,1 0 0 0 0,0 0 0 0 0,-1 0 0 0 0,-20 10 59 0 0,1 1 0 0 0,0 1 0 0 0,1 0-1 0 0,0 2 1 0 0,0 0 0 0 0,2 1 0 0 0,0 1-1 0 0,1 0 1 0 0,0 1 0 0 0,1 1 0 0 0,1 1 0 0 0,1 0-1 0 0,1 0 1 0 0,0 1 0 0 0,-12 32 0 0 0,22-48-42 0 0,1 0 0 0 0,0 0 1 0 0,-1-1-1 0 0,1 1 1 0 0,1 0-1 0 0,-1 0 1 0 0,1 0-1 0 0,-1 0 1 0 0,1 1-1 0 0,0-1 0 0 0,1 0 1 0 0,-1 0-1 0 0,1 0 1 0 0,1 5-1 0 0,-2-8-19 0 0,1 0-1 0 0,0 0 1 0 0,-1 0-1 0 0,1-1 1 0 0,-1 1 0 0 0,1 0-1 0 0,0 0 1 0 0,0-1-1 0 0,-1 1 1 0 0,1 0-1 0 0,0-1 1 0 0,0 1 0 0 0,0 0-1 0 0,0-1 1 0 0,0 0-1 0 0,-1 1 1 0 0,1-1-1 0 0,0 1 1 0 0,0-1-1 0 0,0 0 1 0 0,0 0 0 0 0,0 1-1 0 0,1-1 1 0 0,-1 0-1 0 0,0 0 1 0 0,0 0-1 0 0,1 0 1 0 0,25-5-5 0 0,-19 3-4 0 0,-1-1 0 0 0,1-1 0 0 0,-1 1 0 0 0,0-1 0 0 0,0 0 0 0 0,0-1 0 0 0,-1 1 0 0 0,1-2 0 0 0,-1 1 0 0 0,0 0 0 0 0,7-10 0 0 0,5-7 71 0 0,27-45-1 0 0,-30 43-13 0 0,43-82-1 0 0,-23 40 66 0 0,-26 52-111 0 0,-9 14-6 0 0,0 0 0 0 0,0 0 0 0 0,0 0-1 0 0,0 0 1 0 0,1 0 0 0 0,-1 0 0 0 0,0-1 0 0 0,0 1 0 0 0,0 0 0 0 0,0 0 0 0 0,0 0 0 0 0,0 0 0 0 0,0 0 0 0 0,0 0-1 0 0,0 0 1 0 0,1 0 0 0 0,-1 0 0 0 0,0 0 0 0 0,0 0 0 0 0,0 0 0 0 0,0 0 0 0 0,0 0 0 0 0,0 0 0 0 0,0 0-1 0 0,1 0 1 0 0,-1 0 0 0 0,0 0 0 0 0,0 0 0 0 0,0 0 0 0 0,0 0 0 0 0,0 0 0 0 0,0 0 0 0 0,0 0 0 0 0,0 1 0 0 0,1-1-1 0 0,-1 0 1 0 0,0 0 0 0 0,0 0 0 0 0,0 0 0 0 0,0 0 0 0 0,0 0 0 0 0,0 0 0 0 0,0 0 0 0 0,0 0 0 0 0,0 0 0 0 0,0 1-1 0 0,0-1 1 0 0,0 0 0 0 0,0 0 0 0 0,0 0 0 0 0,0 0 0 0 0,0 0 0 0 0,0 0 0 0 0,1 0 0 0 0,-1 29 58 0 0,-11 52-27 0 0,7-63 10 0 0,1 0 0 0 0,1 1 0 0 0,0-1 0 0 0,2 0 0 0 0,0 1 0 0 0,3 23 0 0 0,-2-39-29 0 0,-1 0 1 0 0,1 0-1 0 0,0 0 1 0 0,0 0 0 0 0,0-1-1 0 0,1 1 1 0 0,-1 0 0 0 0,1 0-1 0 0,-1-1 1 0 0,1 1-1 0 0,0-1 1 0 0,0 1 0 0 0,0-1-1 0 0,0 0 1 0 0,1 0-1 0 0,-1 0 1 0 0,6 3 0 0 0,-4-2-5 0 0,0-1 1 0 0,1 0-1 0 0,-1-1 1 0 0,1 1-1 0 0,0-1 1 0 0,0 0-1 0 0,-1 0 1 0 0,1-1 0 0 0,0 1-1 0 0,8-1 1 0 0,-2-1-18 0 0,0 0 0 0 0,0-1 0 0 0,0 0 0 0 0,0-1 0 0 0,-1 0 0 0 0,1 0 1 0 0,-1-1-1 0 0,0-1 0 0 0,14-7 0 0 0,-7 0-23 0 0,-1-1 0 0 0,0-1 0 0 0,0-1 0 0 0,-2 0 0 0 0,0 0 0 0 0,0-2 0 0 0,-2 0 1 0 0,0 0-1 0 0,-1-1 0 0 0,-1-1 0 0 0,12-27 0 0 0,5-23-134 0 0,33-133 1 0 0,-47 154 123 0 0,-2-1 1 0 0,-3 0-1 0 0,5-80 0 0 0,-17 110 71 0 0,1 19-16 0 0,1 1 1 0 0,-1 0 0 0 0,0-1 0 0 0,1 1-1 0 0,-1 0 1 0 0,1 0 0 0 0,-1 1 0 0 0,1-1-1 0 0,-1 0 1 0 0,1 1 0 0 0,0-1 0 0 0,0 1-1 0 0,0 0 1 0 0,0 0 0 0 0,0 0 0 0 0,0 0-1 0 0,0 0 1 0 0,1 0 0 0 0,-3 4-1 0 0,-5 7 35 0 0,1 2 0 0 0,-7 15-1 0 0,6-13 46 0 0,-24 52 107 0 0,2 2 0 0 0,4 1 1 0 0,3 1-1 0 0,-19 96 0 0 0,38-146-166 0 0,1 0-1 0 0,2 0 1 0 0,0 0 0 0 0,2 45 0 0 0,0-61-62 0 0,1 0 0 0 0,0 0 0 0 0,1 0 0 0 0,-1 0 0 0 0,1 0 1 0 0,1 0-1 0 0,-1-1 0 0 0,1 1 0 0 0,0-1 0 0 0,1 0 1 0 0,0 0-1 0 0,0 0 0 0 0,0 0 0 0 0,0 0 0 0 0,1-1 0 0 0,0 0 1 0 0,0 0-1 0 0,1 0 0 0 0,-1-1 0 0 0,7 4 0 0 0,-2-2-272 0 0,0-1 0 0 0,1 0 0 0 0,0-1 0 0 0,0 0 0 0 0,0-1-1 0 0,0 0 1 0 0,1-1 0 0 0,-1 0 0 0 0,1 0 0 0 0,-1-2 0 0 0,1 1-1 0 0,0-2 1 0 0,-1 1 0 0 0,16-4 0 0 0,-9 1-602 0 0,-1-2 0 0 0,1 0-1 0 0,-1 0 1 0 0,0-2 0 0 0,0 0 0 0 0,-1-1 0 0 0,0-1 0 0 0,22-15 0 0 0,5-9-2770 0 0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0:58.1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258 366 1188 0 0,'45'-253'8081'0'0,"-29"152"-4720"0"0,-16 101-3336 0 0,1-1 1 0 0,-1 1 0 0 0,0 0-1 0 0,0-1 1 0 0,0 1 0 0 0,0-1-1 0 0,0 1 1 0 0,1-1 0 0 0,-1 1-1 0 0,0 0 1 0 0,0-1 0 0 0,0 1-1 0 0,0-1 1 0 0,0 1 0 0 0,0 0-1 0 0,-1-1 1 0 0,1 1 0 0 0,0-1-1 0 0,0 1 1 0 0,0-1 0 0 0,0 1-1 0 0,0 0 1 0 0,-1-1 0 0 0,1 1-1 0 0,0 0 1 0 0,0-1-1 0 0,-1 1 1 0 0,1-1 0 0 0,-9 8 279 0 0,-8 19 131 0 0,-6 27 390 0 0,3 1 0 0 0,-21 88 0 0 0,15-49-358 0 0,-15 42-61 0 0,-79 289-228 0 0,115-406-523 0 0,-9 50-1367 0 0,14-62 1119 0 0,-1-1-1 0 0,1 1 0 0 0,0 0 1 0 0,0 0-1 0 0,1 0 1 0 0,-1 0-1 0 0,1 0 0 0 0,1 0 1 0 0,2 7-1 0 0,2-2-2559 0 0,5-3-958 0 0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0:58.7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503 25 2104 0 0,'9'-24'8254'0'0,"-14"39"-7640"0"0,-3 10-111 0 0,1 1 1 0 0,-5 32 0 0 0,10-45-431 0 0,1 0 1 0 0,1 1-1 0 0,0-1 0 0 0,0 0 0 0 0,1 1 1 0 0,4 17-1 0 0,-4-27-29 0 0,1 1 1 0 0,-1 0-1 0 0,1-1 1 0 0,0 1-1 0 0,0-1 1 0 0,0 1-1 0 0,1-1 1 0 0,0 0-1 0 0,0 0 0 0 0,0 0 1 0 0,0 0-1 0 0,0-1 1 0 0,1 1-1 0 0,7 5 1 0 0,-5-5-6 0 0,0-1 1 0 0,0 1 0 0 0,1-1 0 0 0,-1-1 0 0 0,1 1-1 0 0,0-1 1 0 0,-1 0 0 0 0,1-1 0 0 0,12 2-1 0 0,-7-2-13 0 0,1-1-1 0 0,-1 0 0 0 0,1-1 1 0 0,-1 0-1 0 0,0-1 1 0 0,1 0-1 0 0,-1-1 0 0 0,0 0 1 0 0,-1-1-1 0 0,1-1 0 0 0,17-8 1 0 0,-12 2 7 0 0,-1-1 0 0 0,0 0 0 0 0,0-1 1 0 0,-2 0-1 0 0,16-18 0 0 0,59-82 554 0 0,-65 80-40 0 0,-65 94-184 0 0,3 2-1 0 0,2 1 0 0 0,-35 91 1 0 0,-80 241 1128 0 0,117-300-1122 0 0,7-20-21 0 0,-50 128 384 0 0,57-156-319 0 0,-3-1 1 0 0,-33 51-1 0 0,51-91-332 0 0,-1 1-1 0 0,1-1 1 0 0,-1 0 0 0 0,-1 0 0 0 0,1-1-1 0 0,-1 0 1 0 0,0 0 0 0 0,-1-1-1 0 0,1 1 1 0 0,-1-2 0 0 0,0 1 0 0 0,0-1-1 0 0,-1 0 1 0 0,1-1 0 0 0,-1 0 0 0 0,0 0-1 0 0,0-1 1 0 0,0 0 0 0 0,0-1-1 0 0,0 0 1 0 0,0 0 0 0 0,0-1 0 0 0,0 0-1 0 0,-1 0 1 0 0,1-1 0 0 0,0-1 0 0 0,0 1-1 0 0,0-1 1 0 0,0-1 0 0 0,1 0-1 0 0,-1 0 1 0 0,1-1 0 0 0,-1 0 0 0 0,1 0-1 0 0,0-1 1 0 0,1 0 0 0 0,-1 0-1 0 0,-10-11 1 0 0,9 8-65 0 0,1-2-1 0 0,-1 1 0 0 0,2-1 0 0 0,-1 0 1 0 0,1-1-1 0 0,1 0 0 0 0,0 0 0 0 0,0 0 1 0 0,1-1-1 0 0,1 1 0 0 0,0-1 0 0 0,1 0 1 0 0,0-1-1 0 0,0 1 0 0 0,0-20 0 0 0,2 13-126 0 0,1 1-1 0 0,1-1 0 0 0,1 1 0 0 0,1-1 0 0 0,0 1 0 0 0,1 0 1 0 0,1 0-1 0 0,1 0 0 0 0,1 1 0 0 0,9-18 0 0 0,3-1-499 0 0,3 0-1 0 0,0 2 1 0 0,3 0-1 0 0,0 2 1 0 0,3 1-1 0 0,39-36 1 0 0,203-149-9580 0 0,-262 210 9724 0 0,55-41-5681 0 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0:58.9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0 2716 0 0,'-26'6'3183'0'0,"1"0"-1"0"0,0 2 0 0 0,-25 11 0 0 0,50-19-3148 0 0,-1 0 0 0 0,1 0 0 0 0,0 0 0 0 0,-1 0 0 0 0,1 1 0 0 0,0-1 0 0 0,0 0 0 0 0,-1 0 0 0 0,1 0 0 0 0,0 0 0 0 0,-1 1 0 0 0,1-1 0 0 0,0 0-1 0 0,0 0 1 0 0,-1 1 0 0 0,1-1 0 0 0,0 0 0 0 0,0 0 0 0 0,0 1 0 0 0,-1-1 0 0 0,1 0 0 0 0,0 0 0 0 0,0 1 0 0 0,0-1 0 0 0,0 0 0 0 0,0 1 0 0 0,-1-1 0 0 0,1 0-1 0 0,0 1 1 0 0,0-1 0 0 0,0 0 0 0 0,0 1 0 0 0,0-1 0 0 0,0 0 0 0 0,0 1 0 0 0,0-1 0 0 0,0 0 0 0 0,1 1 0 0 0,-1-1 0 0 0,0 0 0 0 0,0 1 0 0 0,0-1 0 0 0,0 0-1 0 0,0 1 1 0 0,1-1 0 0 0,-1 0 0 0 0,0 1 0 0 0,1-1 0 0 0,11 9 314 0 0,-2-5-287 0 0,0 0 0 0 0,0-1 0 0 0,0-1 0 0 0,0 0 0 0 0,0 0-1 0 0,15 0 1 0 0,-2 0-51 0 0,203 11-2496 0 0,-151-15-1318 0 0,79-12-1 0 0,-63-1-1588 0 0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0:59.5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218 83 672 0 0,'-23'-74'9484'0'0,"22"73"-9270"0"0,-2-6 61 0 0,2 7-269 0 0,1 0 1 0 0,0 1-1 0 0,-1-1 1 0 0,1 0-1 0 0,0 0 0 0 0,-1 0 1 0 0,1 1-1 0 0,0-1 1 0 0,-1 0-1 0 0,1 1 1 0 0,0-1-1 0 0,0 0 1 0 0,-1 1-1 0 0,1-1 0 0 0,0 0 1 0 0,0 1-1 0 0,0-1 1 0 0,0 0-1 0 0,-1 1 1 0 0,1-1-1 0 0,0 1 1 0 0,0-1-1 0 0,0 0 0 0 0,0 1 1 0 0,0-1-1 0 0,0 1 1 0 0,0-1-1 0 0,0 1 1 0 0,-113 530 568 0 0,66-334-439 0 0,43-180-124 0 0,-2 7-193 0 0,1 0 0 0 0,1 0-1 0 0,-1 29 1 0 0,8-37-676 0 0,-3-16 749 0 0,0 0 0 0 0,0 1 0 0 0,0-1 0 0 0,0 0 0 0 0,0 1 0 0 0,0-1 0 0 0,0 0-1 0 0,0 0 1 0 0,0 1 0 0 0,0-1 0 0 0,1 0 0 0 0,-1 1 0 0 0,0-1 0 0 0,0 0 0 0 0,0 1 0 0 0,0-1 0 0 0,0 0 0 0 0,4 3-1513 0 0,-4-3 1513 0 0,1 0 0 0 0,-1 0 0 0 0,0 0 0 0 0,1 0-1 0 0,-1 0 1 0 0,0 0 0 0 0,1 0 0 0 0,-1 0 0 0 0,0 0 0 0 0,1 0 0 0 0,-1 0 0 0 0,0 0 0 0 0,0 0 0 0 0,1-1 0 0 0,0 1 0 0 0,10-10-2166 0 0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1:00.4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1 407 1040 0 0,'28'-86'6748'0'0,"-28"85"-6719"0"0,0 1 1 0 0,0-1-1 0 0,0 1 1 0 0,0-1-1 0 0,1 1 1 0 0,-1-1-1 0 0,0 1 1 0 0,0-1-1 0 0,0 1 0 0 0,1-1 1 0 0,-1 1-1 0 0,0-1 1 0 0,0 1-1 0 0,1-1 1 0 0,-1 1-1 0 0,0 0 1 0 0,1-1-1 0 0,-1 1 0 0 0,1 0 1 0 0,-1-1-1 0 0,1 1 1 0 0,-1 0-1 0 0,0-1 1 0 0,1 1-1 0 0,-1 0 1 0 0,1 0-1 0 0,-1-1 0 0 0,1 1 1 0 0,-1 0-1 0 0,2 0 1 0 0,-2 0-11 0 0,1 1-1 0 0,0-1 1 0 0,0 0 0 0 0,0 1-1 0 0,0-1 1 0 0,0 1 0 0 0,0-1-1 0 0,-1 1 1 0 0,1-1 0 0 0,0 1-1 0 0,-1 0 1 0 0,1-1 0 0 0,0 1-1 0 0,0 1 1 0 0,18 30 130 0 0,1 20 79 0 0,-2 1 0 0 0,17 88-1 0 0,-15-55 24 0 0,-7-39 2736 0 0,-12-46-2739 0 0,0-3-56 0 0,13-30 120 0 0,10-35 1 0 0,11-24-151 0 0,0 20-129 0 0,-30 63-59 0 0,0 0 1 0 0,0 0 0 0 0,1 0 0 0 0,0 1-1 0 0,0 0 1 0 0,8-7 0 0 0,-13 13 19 0 0,0 0 1 0 0,1 1-1 0 0,-1-1 1 0 0,0 0-1 0 0,0 1 1 0 0,0-1-1 0 0,1 1 1 0 0,-1-1-1 0 0,0 1 1 0 0,1 0-1 0 0,-1 0 0 0 0,0-1 1 0 0,0 1-1 0 0,1 0 1 0 0,-1 0-1 0 0,0 0 1 0 0,1 1-1 0 0,-1-1 1 0 0,0 0-1 0 0,1 0 1 0 0,-1 1-1 0 0,0-1 0 0 0,1 1 1 0 0,-1-1-1 0 0,0 1 1 0 0,0-1-1 0 0,0 1 1 0 0,0 0-1 0 0,1-1 1 0 0,-1 1-1 0 0,0 0 1 0 0,0 0-1 0 0,-1 0 1 0 0,1 0-1 0 0,0 0 0 0 0,1 2 1 0 0,3 3-29 0 0,0 1 0 0 0,-1-1 0 0 0,0 1 0 0 0,5 12 0 0 0,3 11 16 0 0,-2 1 0 0 0,-1 1 0 0 0,8 55 0 0 0,12 45 109 0 0,-27-127-63 0 0,0 1 0 0 0,0-1 1 0 0,1 1-1 0 0,-1-1 0 0 0,1 0 0 0 0,1 0 0 0 0,-1 0 1 0 0,1 0-1 0 0,6 7 0 0 0,-8-11-20 0 0,0 0 0 0 0,-1 0 0 0 0,1-1 1 0 0,0 1-1 0 0,0 0 0 0 0,0-1 0 0 0,0 1 0 0 0,0-1 0 0 0,0 1 1 0 0,0-1-1 0 0,0 0 0 0 0,0 0 0 0 0,0 0 0 0 0,0 0 0 0 0,0 0 0 0 0,3-1 1 0 0,1 0 6 0 0,-1 0 0 0 0,0-1 0 0 0,0 0 0 0 0,0 0 0 0 0,5-2 0 0 0,-3-1-9 0 0,0 1 0 0 0,-1-1 0 0 0,0 0 1 0 0,0-1-1 0 0,-1 1 0 0 0,1-1 0 0 0,-1-1 0 0 0,0 1 1 0 0,-1 0-1 0 0,1-1 0 0 0,4-10 0 0 0,2-7 85 0 0,-1 0 0 0 0,9-28 0 0 0,-10 22 62 0 0,11-57 0 0 0,-19 85-159 0 0,-1-1-1 0 0,0 1 1 0 0,0 0 0 0 0,0-1 0 0 0,-1 1-1 0 0,1 0 1 0 0,0-1 0 0 0,-1 1 0 0 0,0 0-1 0 0,1 0 1 0 0,-1 0 0 0 0,0-1-1 0 0,0 1 1 0 0,0 0 0 0 0,0 0 0 0 0,-1 0-1 0 0,1 1 1 0 0,-4-5 0 0 0,4 5-100 0 0,-3 1 66 0 0,1 1 18 0 0,-1-1 0 0 0,1 1 0 0 0,-1 0 0 0 0,1 0 1 0 0,0 0-1 0 0,0 1 0 0 0,-1-1 0 0 0,1 1 0 0 0,0-1 1 0 0,0 1-1 0 0,1 0 0 0 0,-1 0 0 0 0,-3 3 0 0 0,1 1-10 0 0,-1 0 0 0 0,1 0 0 0 0,0 0 0 0 0,0 1 0 0 0,-5 10 0 0 0,4-5 15 0 0,0 1 1 0 0,1 0 0 0 0,0 0 0 0 0,1 0 0 0 0,0 0 0 0 0,-2 24 0 0 0,5-31 19 0 0,1 0 0 0 0,-1 1 0 0 0,2-1-1 0 0,-1 0 1 0 0,1 1 0 0 0,0-1 0 0 0,0 0 0 0 0,1 0 0 0 0,-1 0 0 0 0,1 0 0 0 0,1 0-1 0 0,-1 0 1 0 0,1 0 0 0 0,0-1 0 0 0,1 1 0 0 0,-1-1 0 0 0,1 0 0 0 0,0 0 0 0 0,0 0-1 0 0,5 4 1 0 0,-1-3-30 0 0,0 0 0 0 0,0-1-1 0 0,0 0 1 0 0,0 0 0 0 0,1-1-1 0 0,0 0 1 0 0,0 0-1 0 0,0-1 1 0 0,0 0 0 0 0,1-1-1 0 0,-1 0 1 0 0,15 1 0 0 0,-12-2-112 0 0,-1 0 1 0 0,1-1 0 0 0,-1-1 0 0 0,1 0 0 0 0,-1-1 0 0 0,0 0 0 0 0,1 0-1 0 0,-1-1 1 0 0,0-1 0 0 0,-1 0 0 0 0,1 0 0 0 0,-1-1 0 0 0,15-9 0 0 0,-10 3-62 0 0,-1 0 1 0 0,0-1-1 0 0,0 0 0 0 0,-1-1 1 0 0,-1 0-1 0 0,0-1 1 0 0,18-29-1 0 0,0-8-112 0 0,-2-1 0 0 0,31-81-1 0 0,28-116 306 0 0,-27 60 1516 0 0,-59 187-1360 0 0,-1 21-13 0 0,-3 13 188 0 0,-2 1-1 0 0,-11 36 0 0 0,7-28-69 0 0,-56 219 313 0 0,-23 123-587 0 0,86-373-386 0 0,-4 36-1034 0 0,7-18-3525 0 0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1:01.3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15 334 2060 0 0,'-15'-11'7256'0'0,"34"16"-7046"0"0,0 0 0 0 0,0-2 0 0 0,1 0 0 0 0,29 0-1 0 0,-8-3-96 0 0,49-7 0 0 0,-75 6-130 0 0,1-2-1 0 0,-1 0 1 0 0,0-1-1 0 0,-1 0 1 0 0,1-1-1 0 0,-1-1 1 0 0,0 0-1 0 0,0-1 1 0 0,0 0 0 0 0,-1-1-1 0 0,-1-1 1 0 0,1 0-1 0 0,-1-1 1 0 0,-1 0-1 0 0,0-1 1 0 0,0 0 0 0 0,-1-1-1 0 0,0 0 1 0 0,9-16-1 0 0,31-66-189 0 0,-19 33 160 0 0,-23 48-1 0 0,-7 12 37 0 0,-2 3 7 0 0,-8 22 34 0 0,1-6 1 0 0,-88 364 1872 0 0,84-326-1811 0 0,-25 187 1172 0 0,36-243-1246 0 0,1 1 0 0 0,0-1 0 0 0,0 0 0 0 0,0 1 0 0 0,0-1 0 0 0,0 1 0 0 0,0-1 0 0 0,0 1 0 0 0,0-1 0 0 0,0 0 0 0 0,0 1 0 0 0,0-1 0 0 0,0 1 0 0 0,0-1 0 0 0,0 0 0 0 0,0 1 0 0 0,0-1 0 0 0,1 1 0 0 0,-1-1 0 0 0,0 0 0 0 0,0 1 0 0 0,0-1 0 0 0,1 0 0 0 0,-1 1 0 0 0,0-1 0 0 0,1 0 0 0 0,-1 1 0 0 0,0-1 0 0 0,0 0 0 0 0,1 1 0 0 0,-1-1 0 0 0,1 0 0 0 0,0 1 0 0 0,13-6 165 0 0,13-16-69 0 0,-27 21-111 0 0,32-31 222 0 0,-3 3-105 0 0,38-28 1 0 0,-65 54-179 0 0,-1 2 49 0 0,1 0-1 0 0,-1 0 1 0 0,0 0 0 0 0,0 0-1 0 0,0 0 1 0 0,0 1-1 0 0,0-1 1 0 0,1 0-1 0 0,-1 0 1 0 0,0 1-1 0 0,0-1 1 0 0,0 1-1 0 0,0-1 1 0 0,0 1 0 0 0,0-1-1 0 0,0 1 1 0 0,0 0-1 0 0,0-1 1 0 0,0 1-1 0 0,0 0 1 0 0,-1 0-1 0 0,1 0 1 0 0,0-1 0 0 0,-1 1-1 0 0,1 0 1 0 0,0 0-1 0 0,0 2 1 0 0,18 28-183 0 0,-6 8 216 0 0,-9-26 23 0 0,0-1-1 0 0,1 0 1 0 0,13 23-1 0 0,-17-32-85 0 0,1 0 0 0 0,0 0 0 0 0,0-1 0 0 0,0 1 1 0 0,1-1-1 0 0,-1 0 0 0 0,1 1 0 0 0,-1-1 0 0 0,1 0 0 0 0,0-1 0 0 0,-1 1 0 0 0,1 0 1 0 0,0-1-1 0 0,0 0 0 0 0,0 1 0 0 0,0-1 0 0 0,1 0 0 0 0,-1-1 0 0 0,0 1 0 0 0,6 0 1 0 0,-1-1-145 0 0,1 0 1 0 0,-1-1 0 0 0,0 1 0 0 0,0-2 0 0 0,1 1 0 0 0,-1-1-1 0 0,0-1 1 0 0,0 1 0 0 0,0-1 0 0 0,-1-1 0 0 0,1 0 0 0 0,-1 0-1 0 0,0 0 1 0 0,0-1 0 0 0,0 0 0 0 0,0 0 0 0 0,-1 0-1 0 0,8-10 1 0 0,6-8 349 0 0,0-2 0 0 0,-2 0-1 0 0,24-44 1 0 0,-26 41 707 0 0,-2 5-60 0 0,-13 20-601 0 0,-2 7-98 0 0,-5 7-58 0 0,-29 74 162 0 0,32-76-167 0 0,0 1 1 0 0,1-1 0 0 0,0 1-1 0 0,1-1 1 0 0,0 1-1 0 0,0 0 1 0 0,1 12 0 0 0,0-20-21 0 0,1 0 1 0 0,-1 0-1 0 0,0-1 1 0 0,1 1-1 0 0,-1 0 1 0 0,1 0-1 0 0,0-1 1 0 0,-1 1-1 0 0,1-1 1 0 0,0 1-1 0 0,0-1 1 0 0,0 1-1 0 0,0-1 1 0 0,0 1-1 0 0,0-1 1 0 0,1 0-1 0 0,-1 0 1 0 0,0 1-1 0 0,1-1 1 0 0,-1 0-1 0 0,1 0 1 0 0,-1 0-1 0 0,1-1 1 0 0,-1 1-1 0 0,1 0 1 0 0,0-1-1 0 0,-1 1 1 0 0,1 0-1 0 0,0-1 1 0 0,0 0-1 0 0,-1 0 1 0 0,1 1-1 0 0,0-1 1 0 0,0 0-1 0 0,-1 0 1 0 0,1-1-1 0 0,3 1 1 0 0,2-1 13 0 0,-1 0 1 0 0,1 0-1 0 0,0-1 1 0 0,-1 0-1 0 0,1 0 1 0 0,-1 0-1 0 0,0-1 1 0 0,11-6-1 0 0,-3-1 25 0 0,0-1 0 0 0,0 0 0 0 0,-1-1 0 0 0,0-1 0 0 0,-1 0-1 0 0,12-18 1 0 0,-15 19-57 0 0,-2 1 1 0 0,0-1-1 0 0,0-1 0 0 0,-1 1 0 0 0,0-1 1 0 0,-1 0-1 0 0,-1 0 0 0 0,5-22 0 0 0,-9 30-12 0 0,1 1 1 0 0,0-1-1 0 0,-1 0 0 0 0,0 1 0 0 0,0-1 0 0 0,0 0 1 0 0,-1 0-1 0 0,0 1 0 0 0,0-1 0 0 0,0 1 0 0 0,0-1 1 0 0,-1 1-1 0 0,1-1 0 0 0,-1 1 0 0 0,0 0 1 0 0,-1 0-1 0 0,-2-5 0 0 0,2 6-4 0 0,0 0 0 0 0,0 0-1 0 0,-1 0 1 0 0,1 0 0 0 0,-1 1 0 0 0,0-1-1 0 0,1 1 1 0 0,-1 0 0 0 0,0 0 0 0 0,-1 0-1 0 0,1 0 1 0 0,0 1 0 0 0,0 0 0 0 0,-1 0-1 0 0,1 0 1 0 0,0 0 0 0 0,-1 1 0 0 0,-4 0-1 0 0,-2-1-214 0 0,0 1-1 0 0,0 1 0 0 0,0 0 1 0 0,0 1-1 0 0,0 0 0 0 0,1 0 1 0 0,-1 1-1 0 0,1 1 0 0 0,-11 4 0 0 0,14-4-615 0 0,0-1 0 0 0,1 1 0 0 0,0 0-1 0 0,0 1 1 0 0,0-1 0 0 0,0 1 0 0 0,1 0-1 0 0,-9 10 1 0 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1:01.7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314 397 1116 0 0,'0'0'1148'0'0,"-1"0"-1001"0"0,0-1 0 0 0,0 1 0 0 0,1-1 0 0 0,-1 1 0 0 0,0 0 0 0 0,0-1 0 0 0,0 1 0 0 0,0 0 0 0 0,1-1 0 0 0,-1 1 0 0 0,0 0 0 0 0,0 0 0 0 0,0 0 0 0 0,0 0 0 0 0,0 0 0 0 0,-1 0 0 0 0,-16 7 439 0 0,0 1 0 0 0,0 0 0 0 0,1 1 0 0 0,0 1 0 0 0,-28 21 0 0 0,18-9-171 0 0,0 1 1 0 0,-33 39-1 0 0,52-53-284 0 0,1 1 1 0 0,0 0-1 0 0,0 0 1 0 0,1 1-1 0 0,-9 20 1 0 0,15-31-111 0 0,0 1 1 0 0,0 0-1 0 0,0 0 1 0 0,0 0-1 0 0,0 0 1 0 0,0 0-1 0 0,0 0 1 0 0,0-1-1 0 0,0 1 1 0 0,0 0 0 0 0,0 0-1 0 0,0 0 1 0 0,1 0-1 0 0,-1 0 1 0 0,0-1-1 0 0,1 1 1 0 0,-1 0-1 0 0,0 0 1 0 0,1-1-1 0 0,-1 1 1 0 0,1 0-1 0 0,-1 0 1 0 0,1-1-1 0 0,0 1 1 0 0,-1 0 0 0 0,2 0-1 0 0,-1 0 14 0 0,1 0-1 0 0,-1 0 0 0 0,1 0 1 0 0,-1 0-1 0 0,0 0 1 0 0,1-1-1 0 0,0 1 1 0 0,-1 0-1 0 0,1-1 1 0 0,-1 0-1 0 0,1 1 1 0 0,0-1-1 0 0,-1 0 0 0 0,1 1 1 0 0,2-1-1 0 0,6-1 46 0 0,-1-1 0 0 0,0 0 0 0 0,0 0 0 0 0,0-1-1 0 0,0 0 1 0 0,0 0 0 0 0,0-1 0 0 0,11-6-1 0 0,-5 0 2 0 0,0 0-1 0 0,0-1 0 0 0,24-24 1 0 0,-9 3-29 0 0,-1-2 0 0 0,42-66 0 0 0,117-224 330 0 0,-176 302-197 0 0,23-47 321 0 0,-35 67-465 0 0,0 2-38 0 0,0 0 0 0 0,0 0 0 0 0,0 0 0 0 0,1-1 0 0 0,-1 1 0 0 0,0 0 0 0 0,0 0 0 0 0,0 0 0 0 0,0-1 0 0 0,0 1 0 0 0,0 0 0 0 0,0 0 0 0 0,0 0 0 0 0,0-1 0 0 0,0 1 0 0 0,0 0-1 0 0,0 0 1 0 0,0 0 0 0 0,0 0 0 0 0,-1-1 0 0 0,1 1 0 0 0,0 0 0 0 0,0 0 0 0 0,0 0 0 0 0,0 0 0 0 0,0-1 0 0 0,0 1 0 0 0,0 0 0 0 0,0 0 0 0 0,-1 0 0 0 0,1 0 0 0 0,0 0 0 0 0,0-1 0 0 0,0 1 0 0 0,0 0 0 0 0,-1 0 0 0 0,1 0 0 0 0,0 0 0 0 0,0 0 0 0 0,0 0 0 0 0,0 0 0 0 0,-1 0 0 0 0,1 0 0 0 0,0 0 0 0 0,0 0 0 0 0,0 0 0 0 0,-1 0 0 0 0,1 0 0 0 0,0 0 0 0 0,-10 9 40 0 0,0 0 1 0 0,1 1 0 0 0,0 1-1 0 0,0 0 1 0 0,2 0 0 0 0,-14 23-1 0 0,-32 80 162 0 0,41-82-202 0 0,1 1 0 0 0,1 0 0 0 0,-6 36-1 0 0,8 4-3000 0 0,9-52-644 0 0,2-4-1740 0 0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1:18.1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30 112 1416 0 0,'0'0'2573'0'0,"-3"0"-1558"0"0,1 0-1046 0 0,-22 0 5938 0 0,37-3-5965 0 0,423-64 970 0 0,8 35-802 0 0,-17 23-124 0 0,713 75 0 0 0,276 102 27 0 0,578-49 38 0 0,-1036-100 20 0 0,-363-6-61 0 0,237 6 21 0 0,1108 11-37 0 0,-488-5 175 0 0,-791-9-169 0 0,-35-2 60 0 0,674 11 35 0 0,-854-21-88 0 0,550 8 12 0 0,2096 26-185 0 0,367-30 92 0 0,-2865-13 12 0 0,1303 1-12 0 0,-1247 8-15 0 0,315 6 8 0 0,-491 0 72 0 0,-152-3-8 0 0,133 4-13 0 0,20 6 57 0 0,1291 57-19 0 0,-1455-60-15 0 0,1654 42-200 0 0,-1566-64-890 0 0,-355 11-3724 0 0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2:43.2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374 607 136 0 0,'0'-15'4157'0'0,"0"6"-3103"0"0,0-1-1 0 0,0 1 0 0 0,-1-1 1 0 0,-1 1-1 0 0,1-1 1 0 0,-4-9-1 0 0,3 15-980 0 0,1 1-1 0 0,-1 0 0 0 0,0 0 0 0 0,0-1 0 0 0,0 1 0 0 0,0 1 0 0 0,0-1 1 0 0,-1 0-1 0 0,1 0 0 0 0,-1 1 0 0 0,0-1 0 0 0,0 1 0 0 0,0 0 1 0 0,0 0-1 0 0,0 0 0 0 0,0 0 0 0 0,0 1 0 0 0,-1-1 0 0 0,-4-1 1 0 0,0 1-42 0 0,1-1 1 0 0,-1 1 0 0 0,0 0 0 0 0,1 1 0 0 0,-1 0 0 0 0,0 0 0 0 0,0 0 0 0 0,0 1 0 0 0,0 0 0 0 0,0 1 0 0 0,1 0-1 0 0,-1 0 1 0 0,0 1 0 0 0,0 0 0 0 0,1 0 0 0 0,-1 1 0 0 0,1 0 0 0 0,0 0 0 0 0,0 0 0 0 0,0 1 0 0 0,0 0 0 0 0,1 1-1 0 0,-1 0 1 0 0,1 0 0 0 0,0 0 0 0 0,1 0 0 0 0,-1 1 0 0 0,-6 9 0 0 0,0 1 11 0 0,0 1 1 0 0,1 1-1 0 0,1-1 1 0 0,0 1-1 0 0,2 1 1 0 0,-10 28-1 0 0,15-39-28 0 0,0 1-1 0 0,1 0 1 0 0,0 0-1 0 0,1 0 1 0 0,0 0 0 0 0,0 0-1 0 0,1 0 1 0 0,0 0 0 0 0,1 1-1 0 0,0-1 1 0 0,0 0 0 0 0,1 0-1 0 0,0 0 1 0 0,1-1-1 0 0,-1 1 1 0 0,8 13 0 0 0,-9-19-8 0 0,1 0 1 0 0,0 0 0 0 0,0-1-1 0 0,0 1 1 0 0,0-1 0 0 0,0 1-1 0 0,0-1 1 0 0,1 0 0 0 0,-1 0 0 0 0,1 0-1 0 0,-1 0 1 0 0,1-1 0 0 0,0 1-1 0 0,0 0 1 0 0,0-1 0 0 0,0 0-1 0 0,0 0 1 0 0,4 1 0 0 0,-3-1 0 0 0,1-1 0 0 0,0 0-1 0 0,-1 0 1 0 0,1 0 0 0 0,0 0 0 0 0,-1-1 0 0 0,1 1 0 0 0,0-1 0 0 0,-1-1 0 0 0,1 1 0 0 0,5-3-1 0 0,1-1-1 0 0,-1-1-1 0 0,1 1 0 0 0,-1-2 0 0 0,0 0 0 0 0,-1 0 0 0 0,0-1 0 0 0,0 0 0 0 0,0 0 1 0 0,7-11-1 0 0,1-4-25 0 0,-1-2 1 0 0,-2 0 0 0 0,0 0 0 0 0,-2-2 0 0 0,-1 1-1 0 0,9-31 1 0 0,34-173-185 0 0,-49 210 189 0 0,27-223-302 0 0,-27 193 290 0 0,-1 9-7 0 0,-4 39 153 0 0,-1 4-60 0 0,0 1 1 0 0,0-1-1 0 0,0 0 0 0 0,0 1 0 0 0,1-1 1 0 0,-1 1-1 0 0,0-1 0 0 0,1 1 0 0 0,0-1 1 0 0,0 5-1 0 0,0-5-6 0 0,-9 95 1207 0 0,4 0-1 0 0,14 167 1 0 0,-6-228-1133 0 0,2-1 0 0 0,16 58 1 0 0,-18-83-109 0 0,0-1 0 0 0,0 0-1 0 0,1 0 1 0 0,0-1 0 0 0,0 1 0 0 0,1-1 0 0 0,0 0-1 0 0,1 0 1 0 0,0 0 0 0 0,0-1 0 0 0,0 0 0 0 0,1 0 0 0 0,0-1-1 0 0,1 0 1 0 0,8 6 0 0 0,-9-8-19 0 0,-1-1 0 0 0,0 0 0 0 0,1-1-1 0 0,0 0 1 0 0,-1 0 0 0 0,1 0 0 0 0,0-1 0 0 0,0 0-1 0 0,0 0 1 0 0,0-1 0 0 0,0 0 0 0 0,0 0 0 0 0,0-1-1 0 0,0 0 1 0 0,0 0 0 0 0,0 0 0 0 0,0-1 0 0 0,0 0-1 0 0,-1 0 1 0 0,1-1 0 0 0,-1 0 0 0 0,1 0 0 0 0,-1 0-1 0 0,0-1 1 0 0,8-6 0 0 0,-3 1-62 0 0,1-1 0 0 0,-2 0 1 0 0,1 0-1 0 0,-1-1 0 0 0,-1-1 0 0 0,0 1 0 0 0,-1-1 1 0 0,0-1-1 0 0,-1 0 0 0 0,0 0 0 0 0,6-17 0 0 0,-4 3-57 0 0,0 0 0 0 0,6-44 0 0 0,-13 59 88 0 0,-1 0 0 0 0,0-1 0 0 0,-1 1 1 0 0,0 0-1 0 0,-1 0 0 0 0,0 0 0 0 0,-1 0 0 0 0,-6-20 1 0 0,8 30 23 0 0,-1-1 0 0 0,0 0 0 0 0,0 0 1 0 0,-1 1-1 0 0,1-1 0 0 0,0 1 0 0 0,-1-1 0 0 0,0 1 1 0 0,1 0-1 0 0,-1 0 0 0 0,0 0 0 0 0,0 0 1 0 0,0 0-1 0 0,-1 0 0 0 0,-2-2 0 0 0,3 3 7 0 0,0 0-1 0 0,0 0 0 0 0,-1 1 1 0 0,1-1-1 0 0,0 0 0 0 0,0 1 1 0 0,0 0-1 0 0,-1 0 0 0 0,1-1 1 0 0,0 1-1 0 0,0 0 0 0 0,-1 1 1 0 0,1-1-1 0 0,0 0 0 0 0,-4 2 1 0 0,0 0 17 0 0,0 0 0 0 0,1 1 1 0 0,-1-1-1 0 0,1 2 0 0 0,0-1 0 0 0,0 0 1 0 0,0 1-1 0 0,0 0 0 0 0,1 0 1 0 0,0 0-1 0 0,0 1 0 0 0,0-1 1 0 0,-5 8-1 0 0,-2 5 53 0 0,1 1-1 0 0,1-1 1 0 0,1 2 0 0 0,0-1-1 0 0,1 1 1 0 0,-4 22 0 0 0,8-31-46 0 0,1 1 0 0 0,0-1 0 0 0,1 1 0 0 0,0 0 0 0 0,1-1 0 0 0,0 1 0 0 0,1 0 0 0 0,0-1 0 0 0,0 1 0 0 0,1-1 1 0 0,1 1-1 0 0,0-1 0 0 0,5 12 0 0 0,-4-15-12 0 0,-1-2 0 0 0,1 1 0 0 0,1 0 1 0 0,-1-1-1 0 0,1 0 0 0 0,0 0 0 0 0,0 0 1 0 0,1 0-1 0 0,-1-1 0 0 0,1 0 0 0 0,0 0 0 0 0,0-1 1 0 0,1 1-1 0 0,-1-1 0 0 0,1-1 0 0 0,-1 1 1 0 0,1-1-1 0 0,0 0 0 0 0,13 1 0 0 0,0 0-13 0 0,0-1-1 0 0,-1-1 1 0 0,1-1-1 0 0,0-1 1 0 0,38-6-1 0 0,-38 2-109 0 0,0 0 0 0 0,0-2 1 0 0,-1 0-1 0 0,0-1 0 0 0,0-1 0 0 0,-1-1 0 0 0,0-1 1 0 0,-1 0-1 0 0,0-1 0 0 0,-1-1 0 0 0,-1-1 0 0 0,0 0 0 0 0,0-1 1 0 0,-1 0-1 0 0,-1-1 0 0 0,-1-1 0 0 0,-1 0 0 0 0,0 0 1 0 0,-1-1-1 0 0,0-1 0 0 0,-2 0 0 0 0,0 0 0 0 0,5-24 1 0 0,-10 32 91 0 0,-1-1 0 0 0,0 1 0 0 0,0 0 1 0 0,-2-1-1 0 0,1 1 0 0 0,-2-13 1 0 0,0 20 25 0 0,1 0 1 0 0,-1 0 0 0 0,0 0-1 0 0,0 0 1 0 0,0 0 0 0 0,-1 1-1 0 0,1-1 1 0 0,-1 0 0 0 0,0 0-1 0 0,0 1 1 0 0,0 0 0 0 0,-1-1-1 0 0,1 1 1 0 0,-1 0 0 0 0,0 0-1 0 0,1 0 1 0 0,-1 0 0 0 0,-1 1 0 0 0,-4-5-1 0 0,6 7 14 0 0,0-1-1 0 0,0 1 1 0 0,0-1-1 0 0,0 1 1 0 0,-1-1-1 0 0,1 1 1 0 0,0 0-1 0 0,0 0 0 0 0,0 0 1 0 0,0 0-1 0 0,0 1 1 0 0,0-1-1 0 0,0 0 1 0 0,0 1-1 0 0,0 0 1 0 0,0-1-1 0 0,-3 2 1 0 0,1 0 34 0 0,0-1 0 0 0,1 1 0 0 0,-1 0 0 0 0,0 1 1 0 0,1-1-1 0 0,-1 1 0 0 0,-5 4 0 0 0,7-5-26 0 0,1 0-1 0 0,-1 0 0 0 0,1 0 1 0 0,-1 0-1 0 0,1 0 0 0 0,0 0 1 0 0,0 1-1 0 0,0-1 1 0 0,0 0-1 0 0,0 1 0 0 0,0-1 1 0 0,1 1-1 0 0,-1-1 0 0 0,1 1 1 0 0,0-1-1 0 0,0 1 0 0 0,0-1 1 0 0,0 5-1 0 0,1-2 21 0 0,0-1 1 0 0,0 0-1 0 0,1 0 0 0 0,-1 0 1 0 0,1 0-1 0 0,0 0 0 0 0,0 0 0 0 0,1 0 1 0 0,-1-1-1 0 0,4 4 0 0 0,6 6 69 0 0,0-1-1 0 0,1 0 1 0 0,0-1-1 0 0,21 13 1 0 0,6 2 16 0 0,-18-12-66 0 0,0 0 0 0 0,0 1 0 0 0,-2 2 1 0 0,0 0-1 0 0,30 34 0 0 0,-48-49-54 0 0,-1 0 0 0 0,1 0 1 0 0,-1 0-1 0 0,0 0 0 0 0,0 1 0 0 0,0-1 1 0 0,0 0-1 0 0,0 1 0 0 0,0-1 0 0 0,-1 1 1 0 0,1-1-1 0 0,-1 0 0 0 0,1 1 0 0 0,-1 0 1 0 0,0-1-1 0 0,0 1 0 0 0,0-1 0 0 0,-1 1 1 0 0,0 3-1 0 0,0-2 0 0 0,0-1 1 0 0,-1 1-1 0 0,0 0 0 0 0,0-1 1 0 0,0 1-1 0 0,0-1 0 0 0,0 0 1 0 0,-1 0-1 0 0,0 0 1 0 0,1 0-1 0 0,-5 3 0 0 0,-3 2 8 0 0,0 0-1 0 0,-1-1 1 0 0,0-1-1 0 0,0 0 1 0 0,-1 0-1 0 0,-18 6 1 0 0,14-8-273 0 0,1 0 0 0 0,0-1 0 0 0,-1-1 0 0 0,0 0 1 0 0,1-1-1 0 0,-1-1 0 0 0,-23-3 0 0 0,38 3 163 0 0,1 0 1 0 0,-1 0-1 0 0,1 0 0 0 0,-1 0 1 0 0,1-1-1 0 0,-1 1 0 0 0,1 0 1 0 0,-1 0-1 0 0,1 0 0 0 0,0-1 1 0 0,-1 1-1 0 0,1 0 0 0 0,-1-1 1 0 0,1 1-1 0 0,0 0 0 0 0,-1-1 1 0 0,1 1-1 0 0,0-1 0 0 0,0 1 1 0 0,-1 0-1 0 0,1-1 0 0 0,0 1 1 0 0,0-1-1 0 0,0 1 0 0 0,-1-1 1 0 0,1 1-1 0 0,0-1 0 0 0,0 1 1 0 0,0-1-1 0 0,0 1 0 0 0,0-1 1 0 0,0 1-1 0 0,0-1 0 0 0,0 1 1 0 0,0-1-1 0 0,0 1 0 0 0,0-1 0 0 0,0 1 1 0 0,0-1-1 0 0,1 1 0 0 0,-1 0 1 0 0,0-1-1 0 0,1 0 0 0 0,9-19-2145 0 0,14-9-2897 0 0,-9 9 532 0 0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2:43.5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59 272 0 0,'3'-3'1004'0'0,"6"-8"2410"0"0,0 1 0 0 0,0 0 0 0 0,20-14 939 0 0,-28 24-4075 0 0,1-1 1 0 0,-1 1 0 0 0,1 0-1 0 0,-1 0 1 0 0,1 0 0 0 0,-1 0-1 0 0,1 0 1 0 0,-1 1 0 0 0,1-1-1 0 0,-1 0 1 0 0,0 1 0 0 0,1-1-1 0 0,1 1 1 0 0,-1 1-46 0 0,1 0 1 0 0,-1 0 0 0 0,1 0-1 0 0,-1 0 1 0 0,0 0 0 0 0,0 0-1 0 0,0 1 1 0 0,0-1 0 0 0,-1 0-1 0 0,1 1 1 0 0,-1 0 0 0 0,3 4-1 0 0,11 35 998 0 0,-14-37-1121 0 0,19 73 930 0 0,11 84 1 0 0,-17-75-2088 0 0,-13-83 847 0 0,10 51-2170 0 0,-1-21-2918 0 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2:43.6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45 1116 0 0,'-8'-13'1784'0'0,"1"6"-460"0"0,-2-2-156 0 0,2 4 337 0 0,-6-4-517 0 0,-3 8-412 0 0,7 6-556 0 0,1 7-1076 0 0,4 3-3965 0 0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2:44.2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1028 0 0,'10'6'5721'0'0,"40"32"2027"0"0,-32-26-6762 0 0,-1 0 0 0 0,-1 2-1 0 0,25 26 1 0 0,-30-27-760 0 0,0 0 0 0 0,-2 1 0 0 0,0 0 0 0 0,0 1 0 0 0,11 28 0 0 0,-16-33-167 0 0,-1 1 0 0 0,0-1 1 0 0,-1 1-1 0 0,0-1 0 0 0,0 1 1 0 0,-1-1-1 0 0,-1 1 0 0 0,0 0 1 0 0,0 0-1 0 0,-3 12 1 0 0,2-16-34 0 0,1-1 5 0 0,-1 0-1 0 0,0 0 0 0 0,-1 0 0 0 0,1-1 0 0 0,-1 1 1 0 0,0 0-1 0 0,-1-1 0 0 0,-3 8 0 0 0,4-11 36 0 0,-3-4-45 0 0,5 2-20 0 0,0 1-1 0 0,0-1 0 0 0,-1 0 0 0 0,1 0 0 0 0,0 0 1 0 0,0 0-1 0 0,0 0 0 0 0,-1 0 0 0 0,1 0 0 0 0,0 0 1 0 0,0 0-1 0 0,-1 0 0 0 0,1-1 0 0 0,0 1 0 0 0,0 0 0 0 0,-1 0 1 0 0,1 0-1 0 0,0 0 0 0 0,0 0 0 0 0,0 0 0 0 0,-1 0 1 0 0,1 0-1 0 0,0-1 0 0 0,0 1 0 0 0,0 0 0 0 0,-1 0 1 0 0,1 0-1 0 0,0-1 0 0 0,0 1 0 0 0,0 0 0 0 0,0 0 1 0 0,0 0-1 0 0,0-1 0 0 0,-1 1 0 0 0,1 0 0 0 0,0 0 1 0 0,0 0-1 0 0,0-1 0 0 0,0-7-10 0 0,0 1 1 0 0,0-1 0 0 0,1 1-1 0 0,0-1 1 0 0,0 1-1 0 0,1-1 1 0 0,0 1-1 0 0,0 0 1 0 0,1-1-1 0 0,0 1 1 0 0,0 1 0 0 0,0-1-1 0 0,1 0 1 0 0,0 1-1 0 0,9-11 1 0 0,-6 9-4 0 0,-1 1-1 0 0,1 0 1 0 0,0 0 0 0 0,0 1 0 0 0,1 0 0 0 0,0 0-1 0 0,0 1 1 0 0,1 0 0 0 0,-1 0 0 0 0,1 1 0 0 0,0 0-1 0 0,11-3 1 0 0,15 1 6 0 0,-1 1-1 0 0,1 1 1 0 0,60 2 0 0 0,32-3 12 0 0,-111 3-1 0 0,3 1 11 0 0,0-2 0 0 0,0 0 0 0 0,23-7 0 0 0,-39 9-15 0 0,1 0-1 0 0,0-1 1 0 0,0 1 0 0 0,-1-1-1 0 0,1 0 1 0 0,-1 0 0 0 0,1 0-1 0 0,-1 0 1 0 0,0-1 0 0 0,0 1-1 0 0,0-1 1 0 0,0 0 0 0 0,0 0-1 0 0,-1 0 1 0 0,1 0 0 0 0,-1 0 0 0 0,0-1-1 0 0,0 1 1 0 0,0-1 0 0 0,0 1-1 0 0,2-7 1 0 0,-4 7-2 0 0,1 0 0 0 0,0 0 0 0 0,-1 1 0 0 0,1-1 0 0 0,-1 0 0 0 0,0 0 0 0 0,0 0 0 0 0,0 0 0 0 0,0 0 0 0 0,0 0 0 0 0,-1 0 0 0 0,1 0 0 0 0,-2-3 0 0 0,1 5 1 0 0,1 0 0 0 0,-1 0 0 0 0,1 0-1 0 0,-1 0 1 0 0,0 1 0 0 0,1-1 0 0 0,-1 0-1 0 0,0 0 1 0 0,0 1 0 0 0,0-1 0 0 0,0 0-1 0 0,1 1 1 0 0,-1-1 0 0 0,0 1 0 0 0,0-1-1 0 0,0 1 1 0 0,0-1 0 0 0,0 1 0 0 0,0 0-1 0 0,0 0 1 0 0,0-1 0 0 0,-1 1-1 0 0,0 0 1 0 0,-2 0 3 0 0,-1 1-1 0 0,1-1 1 0 0,-1 1 0 0 0,1 0-1 0 0,-1 0 1 0 0,1 0-1 0 0,0 1 1 0 0,-1 0-1 0 0,1-1 1 0 0,0 2 0 0 0,-7 3-1 0 0,-1 4 70 0 0,0-1-1 0 0,1 2 1 0 0,0-1-1 0 0,1 2 1 0 0,0-1-1 0 0,1 1 1 0 0,0 1-1 0 0,-14 25 1 0 0,18-28 7 0 0,0 1 0 0 0,0-1 0 0 0,1 1 0 0 0,1 0-1 0 0,0 0 1 0 0,0 0 0 0 0,1 1 0 0 0,0-1 0 0 0,1 1 0 0 0,0-1 0 0 0,1 1 0 0 0,2 15 0 0 0,-1-20-61 0 0,1-1 1 0 0,-1 0-1 0 0,1 0 1 0 0,0 0-1 0 0,1 0 1 0 0,0 0-1 0 0,0 0 1 0 0,0-1-1 0 0,0 0 1 0 0,1 1-1 0 0,0-1 1 0 0,0 0-1 0 0,6 5 1 0 0,-2-4 18 0 0,-1 0-1 0 0,1 0 1 0 0,0-1 0 0 0,1 0 0 0 0,-1 0 0 0 0,1-1 0 0 0,0 0 0 0 0,11 3 0 0 0,-2-2-503 0 0,1-1 1 0 0,0-1-1 0 0,-1 0 1 0 0,1-1-1 0 0,0-1 0 0 0,0-1 1 0 0,1-1-1 0 0,29-5 1 0 0,-28 2-1934 0 0,1-2 0 0 0,-2 0 1 0 0,41-18-1 0 0,-16 1-4127 0 0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2:44.9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16 987 1504 0 0,'-14'19'6188'0'0,"13"-18"-6022"0"0,1 1-1 0 0,0-1 1 0 0,0 1-1 0 0,-1-1 1 0 0,1 1-1 0 0,0-1 1 0 0,0 1-1 0 0,1 0 1 0 0,-1-1-1 0 0,0 1 1 0 0,1-1 0 0 0,-1 1-1 0 0,1-1 1 0 0,-1 1-1 0 0,1-1 1 0 0,-1 1-1 0 0,1-1 1 0 0,0 0-1 0 0,0 1 1 0 0,1 1-1 0 0,-1-2 167 0 0,5-2-247 0 0,0 1 0 0 0,0-1 1 0 0,0-1-1 0 0,-1 1 1 0 0,1-1-1 0 0,-1 0 0 0 0,1 0 1 0 0,-1-1-1 0 0,0 1 0 0 0,0-1 1 0 0,0-1-1 0 0,5-3 1 0 0,9-8-25 0 0,25-27 0 0 0,-40 38-39 0 0,14-15-3 0 0,-1-2 0 0 0,-1 0 0 0 0,-1-1 0 0 0,0 0 0 0 0,-2-1 1 0 0,16-40-1 0 0,-4 1 38 0 0,22-94 1 0 0,-28 66-159 0 0,-3 0 0 0 0,-5 0 0 0 0,0-160 1 0 0,-11 249 95 0 0,0-1 0 0 0,1 1 1 0 0,-1 0-1 0 0,0 0 0 0 0,0 0 1 0 0,0 0-1 0 0,-1 0 0 0 0,1 0 1 0 0,0-1-1 0 0,0 1 0 0 0,-1 0 1 0 0,1 0-1 0 0,0 0 0 0 0,-1 0 1 0 0,0-1-1 0 0,-6 12 33 0 0,-4 32 133 0 0,-9 98 625 0 0,-3 232 1 0 0,22-321-751 0 0,8 74 0 0 0,-5-110-363 0 0,0 0-1 0 0,1 0 1 0 0,1 0 0 0 0,0 0-1 0 0,1-1 1 0 0,0 0 0 0 0,2 0-1 0 0,-1 0 1 0 0,13 17 0 0 0,-16-27-257 0 0,0-1 0 0 0,0 1 1 0 0,0-1-1 0 0,0 0 0 0 0,1 0 1 0 0,-1 0-1 0 0,8 4 1 0 0,7 2-3430 0 0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2:45.3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17 126 2100 0 0,'24'-126'10190'0'0,"-24"129"-9629"0"0,-2 37 1038 0 0,-11 58 0 0 0,1-10-980 0 0,3-4-299 0 0,5 2 0 0 0,5 85 0 0 0,-1-170-309 0 0,0 1-1 0 0,0-1 1 0 0,0 0 0 0 0,1 1-1 0 0,-1-1 1 0 0,0 1-1 0 0,0-1 1 0 0,1 0-1 0 0,-1 1 1 0 0,1-1-1 0 0,-1 0 1 0 0,2 2-1 0 0,-2-3-8 0 0,1 0-1 0 0,-1 0 1 0 0,0 0-1 0 0,0 0 1 0 0,1 0-1 0 0,-1 0 1 0 0,0 0-1 0 0,0 0 1 0 0,1 0-1 0 0,-1 0 1 0 0,0 0-1 0 0,0 0 1 0 0,1 0-1 0 0,-1 0 0 0 0,0-1 1 0 0,0 1-1 0 0,1 0 1 0 0,-1 0-1 0 0,0 0 1 0 0,0 0-1 0 0,0 0 1 0 0,1-1-1 0 0,-1 1 1 0 0,0 0-1 0 0,0 0 1 0 0,0 0-1 0 0,0-1 1 0 0,1 1-1 0 0,-1 0 0 0 0,0 0 1 0 0,0-1-1 0 0,0 1 1 0 0,0 0-1 0 0,0 0 1 0 0,0-1-1 0 0,15-36-16 0 0,-15 36 14 0 0,17-52-55 0 0,-11 30 29 0 0,1 0-1 0 0,1 0 1 0 0,1 1-1 0 0,1 0 1 0 0,23-38-1 0 0,-32 59 24 0 0,0-1 1 0 0,0 1 0 0 0,0-1-1 0 0,0 1 1 0 0,1 0-1 0 0,-1-1 1 0 0,0 1-1 0 0,1 0 1 0 0,-1 0-1 0 0,1 0 1 0 0,-1 0-1 0 0,1 0 1 0 0,-1 0-1 0 0,1 0 1 0 0,0 1-1 0 0,-1-1 1 0 0,1 0-1 0 0,0 1 1 0 0,0 0-1 0 0,0-1 1 0 0,-1 1-1 0 0,1 0 1 0 0,0 0-1 0 0,0 0 1 0 0,0 0 0 0 0,0 0-1 0 0,-1 0 1 0 0,1 1-1 0 0,0-1 1 0 0,0 0-1 0 0,-1 1 1 0 0,1 0-1 0 0,0-1 1 0 0,-1 1-1 0 0,1 0 1 0 0,0 0-1 0 0,-1 0 1 0 0,3 2-1 0 0,1 1 14 0 0,0 1-1 0 0,0-1 0 0 0,-1 1 1 0 0,0 0-1 0 0,0 0 0 0 0,0 0 1 0 0,-1 1-1 0 0,1-1 1 0 0,4 12-1 0 0,-1 6 29 0 0,-1 0 0 0 0,0 0 0 0 0,-2 0-1 0 0,-1 1 1 0 0,1 25 0 0 0,7 47 34 0 0,-10-91-198 0 0,0 1 0 0 0,0-1 1 0 0,1 0-1 0 0,0 1 0 0 0,0-1 0 0 0,0 0 0 0 0,0 0 0 0 0,1 0 0 0 0,0-1 0 0 0,0 1 0 0 0,0-1 0 0 0,1 1 0 0 0,4 3 1 0 0,-5-5-109 0 0,0-1 0 0 0,1 1 0 0 0,0-1 1 0 0,-1 0-1 0 0,1 0 0 0 0,0 0 0 0 0,0-1 1 0 0,0 1-1 0 0,0-1 0 0 0,0 0 1 0 0,0 0-1 0 0,0-1 0 0 0,1 1 0 0 0,-1-1 1 0 0,0 0-1 0 0,0 0 0 0 0,8-1 0 0 0,-2 0-608 0 0,1-1 0 0 0,-1 0-1 0 0,0-1 1 0 0,0 0 0 0 0,-1 0-1 0 0,14-7 1 0 0,9-8-2726 0 0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2:45.7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179 122 80 0 0,'4'-5'708'0'0,"1"-1"0"0"0,-1-1 0 0 0,0 1 0 0 0,0 0 1 0 0,-1-1-1 0 0,0 0 0 0 0,0 0 0 0 0,0 0 0 0 0,-1 0 0 0 0,0 0 0 0 0,-1-1 0 0 0,1 1 0 0 0,-2 0 1 0 0,1-11-1 0 0,-1 17-679 0 0,0 1 0 0 0,0-1 0 0 0,0 1 1 0 0,-1-1-1 0 0,1 1 0 0 0,0-1 0 0 0,0 1 1 0 0,-1-1-1 0 0,1 1 0 0 0,0 0 0 0 0,-1-1 1 0 0,1 1-1 0 0,-1-1 0 0 0,1 1 1 0 0,0 0-1 0 0,-1-1 0 0 0,1 1 0 0 0,-1 0 1 0 0,1 0-1 0 0,-1-1 0 0 0,1 1 0 0 0,-1 0 1 0 0,1 0-1 0 0,-1 0 0 0 0,1-1 0 0 0,-1 1 1 0 0,1 0-1 0 0,-1 0 0 0 0,1 0 0 0 0,-1 0 1 0 0,0 0-1 0 0,1 0 0 0 0,-1 0 0 0 0,1 0 1 0 0,-1 0-1 0 0,0 1 0 0 0,-19 4 365 0 0,10 0-292 0 0,0 1 1 0 0,1 0-1 0 0,0 1 1 0 0,0 0-1 0 0,1 0 1 0 0,0 1 0 0 0,-11 13-1 0 0,0 2 14 0 0,-24 41 1 0 0,36-53-86 0 0,1 1 0 0 0,1 0 1 0 0,-1 0-1 0 0,-5 21 1 0 0,10-29-21 0 0,0 1 0 0 0,0-1 0 0 0,0 1 1 0 0,1-1-1 0 0,-1 1 0 0 0,1-1 0 0 0,0 1 0 0 0,0 0 0 0 0,1-1 1 0 0,-1 1-1 0 0,1-1 0 0 0,0 1 0 0 0,0-1 0 0 0,1 1 1 0 0,-1-1-1 0 0,4 7 0 0 0,-3-8-4 0 0,-1-2-5 0 0,0 1 0 0 0,0-1 0 0 0,0 0-1 0 0,0 0 1 0 0,0 0 0 0 0,0 1 0 0 0,0-1 0 0 0,1 0-1 0 0,-1 0 1 0 0,0-1 0 0 0,1 1 0 0 0,-1 0 0 0 0,0 0-1 0 0,1-1 1 0 0,-1 1 0 0 0,1 0 0 0 0,-1-1-1 0 0,3 1 1 0 0,-1 0-9 0 0,0 0 0 0 0,0 0 0 0 0,0 0 0 0 0,1-1 0 0 0,-1 1 0 0 0,0-1 0 0 0,0 0 0 0 0,1 0 0 0 0,-1 0 0 0 0,0 0 0 0 0,0 0 0 0 0,0-1 0 0 0,1 1 0 0 0,-1-1 0 0 0,0 0 0 0 0,4-2 0 0 0,-2 1-8 0 0,0-1 0 0 0,0 0 0 0 0,0-1 0 0 0,0 1 0 0 0,-1-1 0 0 0,0 1 0 0 0,0-1 0 0 0,7-8 0 0 0,-1-3-3 0 0,0 0 1 0 0,0 0-1 0 0,-2-1 0 0 0,0 0 0 0 0,6-18 1 0 0,-4 3 51 0 0,8-38 1 0 0,-3 10 22 0 0,-15 57 7 0 0,1 2-56 0 0,-1 1 1 0 0,1-1-1 0 0,-1 1 1 0 0,1-1-1 0 0,-1 1 1 0 0,1-1-1 0 0,-1 1 1 0 0,1-1 0 0 0,-1 1-1 0 0,0-1 1 0 0,1 1-1 0 0,-1-1 1 0 0,0 1-1 0 0,1 0 1 0 0,-1-1 0 0 0,0 1-1 0 0,0-1 1 0 0,1 1-1 0 0,-1 0 1 0 0,0-1-1 0 0,0 1 1 0 0,0 0-1 0 0,0 1 1 0 0,2 20 185 0 0,-2-19-153 0 0,2 28 138 0 0,-2-13-63 0 0,1-1 0 0 0,0 0 0 0 0,2 0 0 0 0,0 0 0 0 0,6 20 0 0 0,-8-33-161 0 0,1-1 1 0 0,-1 1 0 0 0,1-1 0 0 0,0 0-1 0 0,0 1 1 0 0,0-1 0 0 0,0 0 0 0 0,0 0-1 0 0,1 0 1 0 0,-1-1 0 0 0,1 1 0 0 0,0-1-1 0 0,0 1 1 0 0,0-1 0 0 0,0 0 0 0 0,0 0-1 0 0,0 0 1 0 0,1-1 0 0 0,-1 1 0 0 0,1-1-1 0 0,-1 1 1 0 0,1-1 0 0 0,0 0-1 0 0,-1-1 1 0 0,1 1 0 0 0,0-1 0 0 0,-1 0-1 0 0,1 1 1 0 0,6-2 0 0 0,-1 0-260 0 0,0 0-1 0 0,-1 0 1 0 0,1-1 0 0 0,0 0-1 0 0,-1-1 1 0 0,0 0 0 0 0,1 0 0 0 0,-1-1-1 0 0,0 0 1 0 0,-1 0 0 0 0,1-1-1 0 0,-1 0 1 0 0,0-1 0 0 0,12-10 0 0 0,-7 3-315 0 0,0-1 1 0 0,-1 0 0 0 0,0 0-1 0 0,-1-1 1 0 0,-1 0-1 0 0,11-24 1 0 0,-3 2-769 0 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2:45.9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47 361 3288 0 0,'11'-50'1843'0'0,"-3"-1"1"0"0,-2 1-1 0 0,-2-1 0 0 0,-5-89 0 0 0,1 139-1790 0 0,1 0 0 0 0,-1 0 0 0 0,0 0 0 0 0,0 1 0 0 0,0-1 0 0 0,0 0 0 0 0,-1 0 0 0 0,1 0-1 0 0,0 0 1 0 0,0 0 0 0 0,0 0 0 0 0,-1 1 0 0 0,1-1 0 0 0,0 0 0 0 0,-1 0 0 0 0,1 0 0 0 0,-1 1 0 0 0,1-1 0 0 0,-1 0 0 0 0,0-1 0 0 0,0 3 22 0 0,0-1 1 0 0,1 1-1 0 0,-1-1 1 0 0,1 1-1 0 0,-1-1 1 0 0,0 1-1 0 0,1-1 1 0 0,-1 1-1 0 0,1-1 1 0 0,0 1-1 0 0,-1 0 1 0 0,1-1-1 0 0,-1 1 1 0 0,1 0-1 0 0,0-1 0 0 0,0 1 1 0 0,-1 1-1 0 0,-13 43 1390 0 0,-20 212 1244 0 0,22 3-1786 0 0,13-161-755 0 0,0-89-156 0 0,1 1 0 0 0,0 0-1 0 0,0 0 1 0 0,1-1 0 0 0,0 0-1 0 0,9 19 1 0 0,-11-27-62 0 0,0 0 0 0 0,0 0 0 0 0,1 0-1 0 0,-1 0 1 0 0,1 0 0 0 0,-1-1 0 0 0,1 1 0 0 0,-1 0-1 0 0,1-1 1 0 0,0 1 0 0 0,0-1 0 0 0,-1 0 0 0 0,1 0-1 0 0,0 0 1 0 0,0 0 0 0 0,1 0 0 0 0,-1 0 0 0 0,4 1-1 0 0,-3-1-144 0 0,1-1 0 0 0,0 0 1 0 0,0 0-1 0 0,-1 0 0 0 0,1 0 0 0 0,0-1 0 0 0,-1 1 0 0 0,1-1 0 0 0,0 0 0 0 0,5-2 0 0 0,1-1-599 0 0,0-1-1 0 0,0 0 1 0 0,0-1-1 0 0,-1 0 1 0 0,0-1-1 0 0,14-11 1 0 0,4-11-3001 0 0,3-7-1668 0 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2:46.2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192 80 2360 0 0,'-177'1'14378'0'0,"162"0"-13531"0"0,23-1-196 0 0,24 1-333 0 0,148-19-326 0 0,-135 12-2914 0 0,87-26 0 0 0,-96 14-2647 0 0,-19 10 840 0 0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2:46.4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239 76 2104 0 0,'-224'27'11908'0'0,"209"-27"-10899"0"0,17-4-313 0 0,23-6-267 0 0,70-10-1398 0 0,164-14-1 0 0,-147 22-1249 0 0,-15 1-1650 0 0,0-1-1846 0 0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2:47.2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290 96 344 0 0,'2'-7'1568'0'0,"1"0"-1"0"0,-1-1 0 0 0,-1 1 1 0 0,2-15-1 0 0,-3 20-1453 0 0,0 1 0 0 0,0-1 0 0 0,0 0 0 0 0,0 1-1 0 0,0-1 1 0 0,0 0 0 0 0,-1 1 0 0 0,1-1-1 0 0,-1 0 1 0 0,1 1 0 0 0,-1-1 0 0 0,1 1 0 0 0,-1-1-1 0 0,0 1 1 0 0,0-1 0 0 0,0 1 0 0 0,0-1-1 0 0,0 1 1 0 0,0 0 0 0 0,0 0 0 0 0,0-1-1 0 0,-1 1 1 0 0,1 0 0 0 0,0 0 0 0 0,-1 0 0 0 0,1 0-1 0 0,-1 1 1 0 0,1-1 0 0 0,-1 0 0 0 0,-2 0-1 0 0,0 0-68 0 0,-1 0-1 0 0,1 1 0 0 0,-1 0 1 0 0,1-1-1 0 0,-1 2 1 0 0,1-1-1 0 0,-1 0 0 0 0,1 1 1 0 0,-1 0-1 0 0,1 0 0 0 0,0 0 1 0 0,-1 1-1 0 0,1 0 0 0 0,0-1 1 0 0,0 1-1 0 0,0 1 1 0 0,0-1-1 0 0,0 0 0 0 0,1 1 1 0 0,-1 0-1 0 0,-5 6 0 0 0,-8 7 39 0 0,2 1-1 0 0,0 1 1 0 0,-12 20-1 0 0,22-32-39 0 0,-8 13-8 0 0,1 0 0 0 0,0 0 0 0 0,2 1 0 0 0,0 1 0 0 0,1 0 0 0 0,2 0 0 0 0,0 1 0 0 0,-7 35 0 0 0,13-51-26 0 0,1 1 1 0 0,-1-1-1 0 0,1 0 1 0 0,0 0-1 0 0,1 0 1 0 0,-1 0-1 0 0,1 0 1 0 0,1 0-1 0 0,-1 0 1 0 0,1 0-1 0 0,0 0 1 0 0,0-1-1 0 0,6 11 1 0 0,-6-13 0 0 0,1 0 0 0 0,-1 1 0 0 0,1-2 0 0 0,0 1-1 0 0,0 0 1 0 0,0 0 0 0 0,0-1 0 0 0,1 0 0 0 0,-1 0 0 0 0,0 0 0 0 0,1 0 0 0 0,0 0 0 0 0,-1 0 0 0 0,1-1 0 0 0,0 0 0 0 0,0 0 0 0 0,0 0 0 0 0,0 0-1 0 0,0-1 1 0 0,0 0 0 0 0,7 0 0 0 0,-3 0-6 0 0,1-1 0 0 0,-1 0-1 0 0,0 0 1 0 0,1-1 0 0 0,-1-1 0 0 0,0 1-1 0 0,0-1 1 0 0,-1 0 0 0 0,1-1 0 0 0,-1 0-1 0 0,0 0 1 0 0,0-1 0 0 0,0 0 0 0 0,0 0-1 0 0,-1 0 1 0 0,0-1 0 0 0,0 0 0 0 0,0 0-1 0 0,-1-1 1 0 0,5-7 0 0 0,9-14 26 0 0,-2 0 0 0 0,-1-1 1 0 0,19-51-1 0 0,-31 71-16 0 0,25-65 75 0 0,-28 72-104 0 0,11 16-35 0 0,-8 1 51 0 0,-1 0 0 0 0,0 0 0 0 0,0 30 0 0 0,2 9 11 0 0,1 1-90 0 0,8 45 192 0 0,-11-90-607 0 0,-1 1 0 0 0,2-1-1 0 0,-1 0 1 0 0,1 0 0 0 0,1 0 0 0 0,10 17-1 0 0,1-9-4031 0 0,-6-11 894 0 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2:47.5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75 568 0 0,'2'-16'3374'0'0,"-2"11"-2644"0"0,1 1 0 0 0,-1 0 0 0 0,1-1 0 0 0,0 1 0 0 0,0 0 0 0 0,1-1 0 0 0,1-3 0 0 0,-2 7-662 0 0,-1 0-1 0 0,1 1 0 0 0,0-1 1 0 0,-1 1-1 0 0,1 0 1 0 0,0-1-1 0 0,0 1 0 0 0,-1 0 1 0 0,1-1-1 0 0,0 1 1 0 0,0 0-1 0 0,-1 0 0 0 0,1-1 1 0 0,0 1-1 0 0,0 0 1 0 0,0 0-1 0 0,-1 0 0 0 0,1 0 1 0 0,0 0-1 0 0,0 0 0 0 0,0 0 1 0 0,-1 1-1 0 0,2-1 1 0 0,21 6 687 0 0,-20-5-634 0 0,10 4 81 0 0,1 1 0 0 0,-1 1 1 0 0,0 0-1 0 0,0 0 1 0 0,-1 2-1 0 0,0-1 0 0 0,-1 2 1 0 0,0-1-1 0 0,0 1 0 0 0,-1 1 1 0 0,0 0-1 0 0,-1 1 0 0 0,0 0 1 0 0,-1 0-1 0 0,-1 0 0 0 0,0 1 1 0 0,9 23-1 0 0,-13-28-60 0 0,-1-1 0 0 0,0 1 1 0 0,-1 0-1 0 0,0 0 0 0 0,0 0 0 0 0,-1 13 0 0 0,0-17-1 0 0,0 1 1 0 0,-1-1-1 0 0,1 0 0 0 0,-1 0 1 0 0,0-1-1 0 0,0 1 0 0 0,-1 0 0 0 0,1 0 1 0 0,-1 0-1 0 0,0-1 0 0 0,0 1 1 0 0,0-1-1 0 0,0 1 0 0 0,-4 3 0 0 0,6-6-126 0 0,-1-1-1 0 0,1 1 1 0 0,-1-1-1 0 0,1 1 1 0 0,-1-1 0 0 0,1 1-1 0 0,-1-1 1 0 0,1 1-1 0 0,-1-1 1 0 0,1 0-1 0 0,-1 1 1 0 0,1-1-1 0 0,-1 0 1 0 0,0 1-1 0 0,1-1 1 0 0,-1 0-1 0 0,0 0 1 0 0,1 0-1 0 0,-1 1 1 0 0,0-1-1 0 0,1 0 1 0 0,-1 0-1 0 0,0 0 1 0 0,1 0-1 0 0,-1 0 1 0 0,0 0-1 0 0,1-1 1 0 0,-1 1 0 0 0,0 0-1 0 0,1 0 1 0 0,-1 0-1 0 0,0-1 1 0 0,1 1-1 0 0,-1 0 1 0 0,1 0-1 0 0,-1-1 1 0 0,0 1-1 0 0,1-1 1 0 0,-1 1-1 0 0,1-1 1 0 0,-1 1-1 0 0,1-1 1 0 0,-1 1-1 0 0,1-1 1 0 0,0 1-1 0 0,-1-1 1 0 0,1 1-1 0 0,0-1 1 0 0,-1 0-1 0 0,1 1 1 0 0,0-1 0 0 0,0 1-1 0 0,-1-1 1 0 0,1 0-1 0 0,0 0 1 0 0,-1-3-9 0 0,-1 0 0 0 0,1 0 0 0 0,1 0 0 0 0,-1 0 0 0 0,0 0 0 0 0,1 0 0 0 0,0-7 0 0 0,2 2-85 0 0,0 0 1 0 0,1 0-1 0 0,0 0 1 0 0,0 0-1 0 0,1 1 1 0 0,1-1-1 0 0,-1 1 1 0 0,1 0-1 0 0,0 0 0 0 0,1 1 1 0 0,0 0-1 0 0,10-10 1 0 0,10-7-1842 0 0,53-39-1 0 0,-79 63 1902 0 0,35-24-2975 0 0,41-20 0 0 0,-43 26-383 0 0,-15 6 133 0 0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2:47.8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14 145 800 0 0,'-10'-145'15994'0'0,"9"588"-12894"0"0,0-420-3079 0 0,1-3-284 0 0,-2 2-1348 0 0,3 30-1 0 0,0-47 1356 0 0,-1 0 0 0 0,1 0 0 0 0,0 0-1 0 0,0 0 1 0 0,1 0 0 0 0,-1 0 0 0 0,1 0 0 0 0,0 0 0 0 0,1 0 0 0 0,-1-1 0 0 0,5 6 0 0 0,-6-8-371 0 0,1-1-1 0 0,0 1 1 0 0,0-1 0 0 0,0 1 0 0 0,0-1-1 0 0,0 0 1 0 0,0 0 0 0 0,4 1 0 0 0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2:48.1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90 1932 0 0,'28'-90'15714'0'0,"-27"115"-14182"0"0,-1 16-798 0 0,-1 1-453 0 0,2 0 0 0 0,1 0 1 0 0,14 72-1 0 0,-15-111-377 0 0,0 1 1 0 0,0 0-1 0 0,0-1 0 0 0,1 1 0 0 0,-1-1 1 0 0,1 0-1 0 0,0 1 0 0 0,0-1 0 0 0,0 0 0 0 0,0 0 1 0 0,1 0-1 0 0,-1 0 0 0 0,1-1 0 0 0,0 1 1 0 0,4 2-1 0 0,-5-3-133 0 0,0-1 1 0 0,0 0 0 0 0,1-1-1 0 0,-1 1 1 0 0,0 0 0 0 0,0-1-1 0 0,1 1 1 0 0,-1-1-1 0 0,0 1 1 0 0,1-1 0 0 0,-1 0-1 0 0,1 0 1 0 0,-1 0 0 0 0,0-1-1 0 0,1 1 1 0 0,-1-1 0 0 0,0 1-1 0 0,1-1 1 0 0,-1 1-1 0 0,0-1 1 0 0,0 0 0 0 0,0 0-1 0 0,0 0 1 0 0,0-1 0 0 0,3-1-1 0 0,0 0-957 0 0,-1-1-1 0 0,1 1 1 0 0,-1-1-1 0 0,7-8 1 0 0,4-7-4045 0 0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2:48.2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107 166 372 0 0,'-1'-10'1430'0'0,"0"0"-1"0"0,0 1 1 0 0,-1-1 0 0 0,0 0-1 0 0,-1 1 1 0 0,-4-12-1 0 0,-2-1 913 0 0,-17-28 0 0 0,25 49-2443 0 0,1 0 0 0 0,-1 0 0 0 0,1 0 0 0 0,-1 0 0 0 0,0 0 0 0 0,1 1 0 0 0,-1-1-1 0 0,0 0 1 0 0,0 0 0 0 0,1 0 0 0 0,-1 1 0 0 0,0-1 0 0 0,0 1 0 0 0,0-1 0 0 0,0 1 0 0 0,0-1 0 0 0,0 1 0 0 0,0-1 0 0 0,-1 1 0 0 0,-17 1-6000 0 0,0 3 1564 0 0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2:48.4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1 2684 0 0,'-80'38'10240'0'0,"78"-37"-9714"0"0,2 0-487 0 0,0-1 0 0 0,0 1 0 0 0,1-1 0 0 0,-1 1 0 0 0,0-1 0 0 0,1 0 0 0 0,-1 1 0 0 0,0-1 0 0 0,1 1 0 0 0,-1-1 0 0 0,1 0 0 0 0,-1 1 0 0 0,1-1 0 0 0,-1 0 0 0 0,1 0 0 0 0,-1 1 0 0 0,1-1 0 0 0,-1 0 0 0 0,1 0 0 0 0,-1 0 0 0 0,1 0-1 0 0,-1 1 1 0 0,1-1 0 0 0,0 0 0 0 0,-1 0 0 0 0,1 0 0 0 0,0 0 0 0 0,17 0 128 0 0,-16 0-140 0 0,138-4-1383 0 0,-1-5-5668 0 0,-96 6 3073 0 0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2:49.1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626 42 2356 0 0,'0'-1'422'0'0,"0"-1"1"0"0,0 1-1 0 0,0-1 0 0 0,0 1 0 0 0,0 0 0 0 0,-1-1 1 0 0,1 1-1 0 0,0 0 0 0 0,-1-1 0 0 0,1 1 0 0 0,-1 0 1 0 0,0-1-1 0 0,1 1 0 0 0,-1 0 0 0 0,0 0 0 0 0,0 0 1 0 0,0 0-1 0 0,0 0 0 0 0,1 0 0 0 0,-2 0 0 0 0,1 0 1 0 0,0 0-1 0 0,0 0 0 0 0,-2-1 0 0 0,-9-8 2564 0 0,10 10-2877 0 0,0 0 1 0 0,1 0 0 0 0,-1 0-1 0 0,0 0 1 0 0,1 1-1 0 0,-1-1 1 0 0,0 1 0 0 0,1-1-1 0 0,-3 2 1 0 0,1 0 20 0 0,-1 0-1 0 0,1 0 1 0 0,0 1 0 0 0,0-1-1 0 0,0 1 1 0 0,0 0 0 0 0,1 0 0 0 0,-1 0-1 0 0,1 0 1 0 0,-1 1 0 0 0,1-1 0 0 0,0 1-1 0 0,0-1 1 0 0,1 1 0 0 0,-3 7-1 0 0,0-2 97 0 0,-8 20 250 0 0,1 0 1 0 0,2 1 0 0 0,-9 46-1 0 0,-6 97 685 0 0,21-152-1029 0 0,-48 498 1470 0 0,33-322-1334 0 0,4-75-50 0 0,10-102-110 0 0,-1 0 1 0 0,0 0-1 0 0,-16 37 0 0 0,20-54-97 0 0,0-1-1 0 0,0 0 1 0 0,0 0 0 0 0,-1 0-1 0 0,1 0 1 0 0,0 0-1 0 0,-1 0 1 0 0,0-1-1 0 0,1 1 1 0 0,-1 0 0 0 0,0-1-1 0 0,0 1 1 0 0,0-1-1 0 0,0 0 1 0 0,0 0 0 0 0,0 1-1 0 0,0-1 1 0 0,0-1-1 0 0,-5 3 1 0 0,3-3-49 0 0,0 1 0 0 0,0-1 0 0 0,0 0 1 0 0,0 0-1 0 0,0-1 0 0 0,0 1 0 0 0,0-1 0 0 0,0 0 1 0 0,0 0-1 0 0,-7-2 0 0 0,-5-5-286 0 0,-1 0 0 0 0,1-1 0 0 0,1-1 0 0 0,-16-12 0 0 0,29 21 291 0 0,-13-10-325 0 0,0-1 1 0 0,0-1-1 0 0,1 0 1 0 0,1-1-1 0 0,0 0 1 0 0,1-1 0 0 0,-14-23-1 0 0,22 32 272 0 0,1 0 0 0 0,0-1 1 0 0,0 1-1 0 0,0-1 0 0 0,0 0 0 0 0,1 0 0 0 0,1 0 1 0 0,-1 0-1 0 0,1 0 0 0 0,0-1 0 0 0,0 1 0 0 0,1 0 1 0 0,0-1-1 0 0,1 1 0 0 0,-1 0 0 0 0,1 0 0 0 0,1 0 1 0 0,0-1-1 0 0,-1 1 0 0 0,2 1 0 0 0,-1-1 0 0 0,6-9 1 0 0,1 1 46 0 0,1 1 0 0 0,0 0 1 0 0,1 1-1 0 0,1 0 0 0 0,0 1 1 0 0,0 0-1 0 0,1 1 0 0 0,1 0 1 0 0,0 1-1 0 0,23-12 0 0 0,10-3-140 0 0,2 2-1 0 0,53-16 1 0 0,28-3-2360 0 0,-68 24-733 0 0,80-36 0 0 0,-130 49 2900 0 0,-1-1-1 0 0,0 0 1 0 0,-1-1-1 0 0,0 0 0 0 0,0-1 1 0 0,0 0-1 0 0,-1-1 1 0 0,0 0-1 0 0,13-17 0 0 0,-14 16 697 0 0,-2-1 0 0 0,0 0 0 0 0,0 0 0 0 0,-1-1 0 0 0,7-22 0 0 0,-6 9 2669 0 0,5-37 0 0 0,-6 25 1924 0 0,-11 65-3704 0 0,-2 20-814 0 0,3 0 0 0 0,2 0 0 0 0,2 1 0 0 0,6 58 1 0 0,-4-99-546 0 0,0 0 0 0 0,1 0 0 0 0,0 0 0 0 0,4 8 0 0 0,-5-13-148 0 0,1 0-1 0 0,-1-1 1 0 0,0 1 0 0 0,1 0-1 0 0,0-1 1 0 0,-1 0-1 0 0,1 1 1 0 0,0-1 0 0 0,0 0-1 0 0,0 0 1 0 0,1 0 0 0 0,-1 0-1 0 0,0-1 1 0 0,3 3-1 0 0,-4-4-46 0 0,0 0 0 0 0,0 1 0 0 0,0-1 0 0 0,0 0 0 0 0,0 1 0 0 0,0-1 0 0 0,0 0 0 0 0,0 0 0 0 0,1 0-1 0 0,-1 0 1 0 0,0 0 0 0 0,0 0 0 0 0,0 0 0 0 0,0 0 0 0 0,2-1 0 0 0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2:49.3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85 260 0 0,'0'-8'982'0'0,"-1"1"1"0"0,0 0-1 0 0,-1 0 1 0 0,1 0-1 0 0,-1 0 1 0 0,-1 0-1 0 0,1 0 1 0 0,-1 0-1 0 0,-1 1 1 0 0,-3-7-1 0 0,6 11-760 0 0,0 3-223 0 0,1-1 0 0 0,-1 0 0 0 0,0 1 1 0 0,1-1-1 0 0,-1 1 0 0 0,1-1 0 0 0,-1 1 0 0 0,1-1 0 0 0,0 1 0 0 0,-1-1 0 0 0,1 1 0 0 0,-1-1 1 0 0,1 1-1 0 0,0-1 0 0 0,-1 1 0 0 0,1 0 0 0 0,0-1 0 0 0,0 1 0 0 0,0 0 0 0 0,-1-1 1 0 0,1 1-1 0 0,0 0 0 0 0,0 0 0 0 0,-3 18-812 0 0,6 23-3994 0 0,-1-26 1563 0 0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2:49.6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152 45 584 0 0,'23'-13'13678'0'0,"-22"11"-13019"0"0,2-5-531 0 0,-3 5 803 0 0,0-2 170 0 0,0 4-1013 0 0,0-1 0 0 0,0 0 1 0 0,0 0-1 0 0,0 1 0 0 0,0-1 1 0 0,0 0-1 0 0,0 1 0 0 0,-1-1 1 0 0,1 0-1 0 0,0 1 0 0 0,0-1 1 0 0,0 0-1 0 0,-1 1 0 0 0,1-1 1 0 0,0 0-1 0 0,-1 1 0 0 0,1-1 0 0 0,0 1 1 0 0,-1-1-1 0 0,1 1 0 0 0,-1-1 1 0 0,1 1-1 0 0,-1-1 0 0 0,1 1 1 0 0,-1-1-1 0 0,0 1 0 0 0,0-1 1 0 0,-3 1-44 0 0,1 1 0 0 0,-1-1 0 0 0,0 1 1 0 0,0 0-1 0 0,1 0 0 0 0,-1 0 0 0 0,1 0 1 0 0,-1 1-1 0 0,1-1 0 0 0,-1 1 0 0 0,1 0 0 0 0,0 0 1 0 0,0 0-1 0 0,0 1 0 0 0,0-1 0 0 0,0 1 1 0 0,1-1-1 0 0,-5 6 0 0 0,-6 8 2 0 0,0 1 0 0 0,-11 18-1 0 0,23-34-37 0 0,-6 11 15 0 0,0 0-1 0 0,0 0 1 0 0,2 1 0 0 0,-1 0 0 0 0,2 0-1 0 0,-1 0 1 0 0,-3 27 0 0 0,7-36-57 0 0,0 1-1 0 0,1-1 1 0 0,-1 0-1 0 0,1 1 1 0 0,0-1 0 0 0,1 0-1 0 0,-1 1 1 0 0,1-1-1 0 0,0 0 1 0 0,0 1 0 0 0,0-1-1 0 0,1 0 1 0 0,-1 0 0 0 0,1 0-1 0 0,0 0 1 0 0,0 0-1 0 0,0 0 1 0 0,1-1 0 0 0,-1 1-1 0 0,1-1 1 0 0,0 1-1 0 0,0-1 1 0 0,0 0 0 0 0,1 0-1 0 0,-1-1 1 0 0,1 1 0 0 0,-1-1-1 0 0,8 4 1 0 0,-2-2-407 0 0,1-1 1 0 0,-1 0-1 0 0,1 0 0 0 0,0-1 1 0 0,0 0-1 0 0,0-1 0 0 0,0 0 1 0 0,0-1-1 0 0,1 0 0 0 0,-1 0 1 0 0,0-1-1 0 0,0-1 0 0 0,0 0 1 0 0,17-5-1 0 0,-10 1-568 0 0,0 0 0 0 0,-1-1 0 0 0,1-1 0 0 0,-2 0 0 0 0,1-1 1 0 0,-1-1-1 0 0,21-19 0 0 0,-10 6-1714 0 0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2:49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0 180 4408 0 0,'37'-84'3825'0'0,"-31"67"-1668"0"0,-1 0 0 0 0,0 0 0 0 0,2-18-1 0 0,-3 25 524 0 0,-1 18-1890 0 0,2 15-376 0 0,-3 9-142 0 0,1 1-1 0 0,1-1 1 0 0,2 0-1 0 0,19 62 1 0 0,-23-90-575 0 0,0 0 0 0 0,0 0 0 0 0,0-1 0 0 0,0 1 0 0 0,0 0 1 0 0,1-1-1 0 0,0 1 0 0 0,0-1 0 0 0,0 0 0 0 0,0 0 0 0 0,0 0 0 0 0,0 0 0 0 0,1-1 0 0 0,7 5 0 0 0,-9-7-206 0 0,0 1-1 0 0,0-1 1 0 0,0 0 0 0 0,0 0-1 0 0,0 0 1 0 0,0 0-1 0 0,0 0 1 0 0,1 0 0 0 0,-1-1-1 0 0,0 1 1 0 0,0-1-1 0 0,0 1 1 0 0,0-1-1 0 0,0 0 1 0 0,-1 0 0 0 0,5-2-1 0 0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2:50.0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96 1636 0 0,'-3'-7'1101'0'0,"-1"0"-1"0"0,1 0 1 0 0,-1 0-1 0 0,0 0 1 0 0,-10-11-1 0 0,8 10-462 0 0,0 1-1 0 0,-1 1 1 0 0,0 0 0 0 0,-11-9 0 0 0,18 15-633 0 0,-1 0 0 0 0,1 0 1 0 0,-1-1-1 0 0,1 1 0 0 0,-1 0 0 0 0,1 0 1 0 0,-1 0-1 0 0,1 0 0 0 0,-1 0 1 0 0,1 0-1 0 0,-1 0 0 0 0,1 0 0 0 0,0 0 1 0 0,-1 0-1 0 0,1 0 0 0 0,-1 1 0 0 0,1-1 1 0 0,-1 0-1 0 0,1 0 0 0 0,-1 0 1 0 0,1 1-1 0 0,0-1 0 0 0,-1 0 0 0 0,1 0 1 0 0,-1 1-1 0 0,1-1 0 0 0,0 0 1 0 0,-1 1-1 0 0,1-1 0 0 0,0 0 0 0 0,0 1 1 0 0,-1-1-1 0 0,1 1 0 0 0,0-1 1 0 0,0 0-1 0 0,-1 1 0 0 0,1 0 0 0 0,-7 18-459 0 0,6-7-1296 0 0,0 0 0 0 0,3 24 1 0 0,-1-18-1772 0 0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2:50.7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369 469 1068 0 0,'11'-6'5261'0'0,"-10"4"-5026"0"0,0 1 1 0 0,-1 0-1 0 0,1 0 1 0 0,-1-1-1 0 0,0 1 0 0 0,1 0 1 0 0,-1 0-1 0 0,0-1 1 0 0,0 1-1 0 0,1 0 1 0 0,-1-1-1 0 0,0 1 1 0 0,0 0-1 0 0,-1-1 1 0 0,1 1-1 0 0,0-1 1 0 0,0 1-1 0 0,-1 0 1 0 0,1 0-1 0 0,-1-1 1 0 0,0-1-1 0 0,0 1-34 0 0,-1 1 0 0 0,1-1 0 0 0,-1 0-1 0 0,1 0 1 0 0,-1 1 0 0 0,0-1 0 0 0,1 1 0 0 0,-1-1-1 0 0,0 1 1 0 0,0 0 0 0 0,-4-2 0 0 0,-1 0-16 0 0,0 1-1 0 0,0-1 1 0 0,0 1 0 0 0,0 1 0 0 0,0-1-1 0 0,0 1 1 0 0,-11 0 0 0 0,6 2-119 0 0,-1 0 0 0 0,1 1 1 0 0,-1 1-1 0 0,1 0 0 0 0,0 0 1 0 0,0 1-1 0 0,0 1 0 0 0,0 0 0 0 0,1 0 1 0 0,0 1-1 0 0,0 1 0 0 0,0 0 1 0 0,-18 16-1 0 0,19-15-56 0 0,0 1 1 0 0,1 1-1 0 0,0-1 0 0 0,1 2 1 0 0,0-1-1 0 0,0 1 0 0 0,1 0 1 0 0,1 1-1 0 0,0 0 0 0 0,1 0 1 0 0,0 0-1 0 0,0 0 0 0 0,-3 17 1 0 0,8-27-7 0 0,-1 1 0 0 0,1 0 0 0 0,-1 0 1 0 0,1 0-1 0 0,0 0 0 0 0,0 0 0 0 0,0 0 1 0 0,0 0-1 0 0,1 0 0 0 0,-1 0 1 0 0,1-1-1 0 0,0 1 0 0 0,0 0 0 0 0,0 0 1 0 0,0 0-1 0 0,0-1 0 0 0,1 1 0 0 0,-1-1 1 0 0,1 1-1 0 0,0-1 0 0 0,-1 0 1 0 0,1 1-1 0 0,0-1 0 0 0,1 0 0 0 0,-1 0 1 0 0,0 0-1 0 0,0-1 0 0 0,1 1 0 0 0,-1 0 1 0 0,1-1-1 0 0,-1 0 0 0 0,1 1 1 0 0,0-1-1 0 0,0 0 0 0 0,0 0 0 0 0,4 0 1 0 0,1 1 1 0 0,0-1 1 0 0,0 0 0 0 0,1 0 0 0 0,-1-1-1 0 0,0 0 1 0 0,1 0 0 0 0,-1-1 0 0 0,0 0 0 0 0,0-1-1 0 0,0 0 1 0 0,15-5 0 0 0,-10 1-6 0 0,-1 0 0 0 0,0-1 0 0 0,0 0-1 0 0,-1-1 1 0 0,0 0 0 0 0,0-1 0 0 0,-1-1 0 0 0,14-15 0 0 0,3-8 2 0 0,31-53 1 0 0,8-9-198 0 0,-64 94 168 0 0,-2 3 25 0 0,1 0 1 0 0,-1 0-1 0 0,1 1 1 0 0,-1-1-1 0 0,0 0 1 0 0,0 1-1 0 0,0-1 1 0 0,0 1-1 0 0,-1 2 1 0 0,-5 27 27 0 0,-6 18 202 0 0,3 1 0 0 0,3 0 0 0 0,-2 80 0 0 0,8-125-200 0 0,1 1 0 0 0,-1-1 1 0 0,1 0-1 0 0,0 0 0 0 0,0 0 1 0 0,1 0-1 0 0,0 0 0 0 0,0 0 1 0 0,5 9-1 0 0,-6-13-20 0 0,1 0-1 0 0,0 0 1 0 0,-1 0-1 0 0,1 0 1 0 0,0 0-1 0 0,0-1 1 0 0,1 1 0 0 0,-1-1-1 0 0,0 1 1 0 0,1-1-1 0 0,-1 0 1 0 0,0 0-1 0 0,1 0 1 0 0,-1 0-1 0 0,1 0 1 0 0,0-1 0 0 0,-1 1-1 0 0,1-1 1 0 0,0 1-1 0 0,-1-1 1 0 0,1 0-1 0 0,0 0 1 0 0,-1-1-1 0 0,6 0 1 0 0,4-1-3 0 0,1 0 0 0 0,-1-1 0 0 0,0-1 0 0 0,0 0 0 0 0,0 0 0 0 0,-1-1 0 0 0,1-1 0 0 0,-1 0-1 0 0,18-14 1 0 0,-2 0-9 0 0,-2-1 0 0 0,35-37-1 0 0,-13 4-45 0 0,-2-2 0 0 0,-3-2-1 0 0,-2-2 1 0 0,-3-2 0 0 0,57-130-1 0 0,-90 183 40 0 0,10-21-39 0 0,-2-1 0 0 0,-1 0 0 0 0,14-62 0 0 0,-25 92 44 0 0,0 0 0 0 0,0 1 0 0 0,1-1 1 0 0,-1 0-1 0 0,0 1 0 0 0,0-1 0 0 0,0 0 0 0 0,0 1 0 0 0,0-1 0 0 0,0 0 0 0 0,0 1 0 0 0,0-1 0 0 0,0 0 0 0 0,0 0 0 0 0,-1 1 0 0 0,1-1 1 0 0,0 0-1 0 0,0 1 0 0 0,-1-1 0 0 0,1 1 0 0 0,0-1 0 0 0,-1 0 0 0 0,1 1 0 0 0,-1-1 0 0 0,0 0 0 0 0,0 1 3 0 0,1 0 0 0 0,-1 0 0 0 0,0 0-1 0 0,0 0 1 0 0,0 0 0 0 0,1 0 0 0 0,-1 0 0 0 0,0 0-1 0 0,0 0 1 0 0,1 0 0 0 0,-1 1 0 0 0,0-1 0 0 0,0 0-1 0 0,1 1 1 0 0,-1-1 0 0 0,0 1 0 0 0,1-1 0 0 0,-2 1-1 0 0,-29 28 11 0 0,18-12 7 0 0,1 0 0 0 0,0 1 0 0 0,1 0 0 0 0,1 1-1 0 0,1 0 1 0 0,-13 38 0 0 0,14-32-22 0 0,2 1 0 0 0,0 0 0 0 0,2 0-1 0 0,0 1 1 0 0,1 29 0 0 0,3-39-234 0 0,1-1-1 0 0,1 0 1 0 0,1 1 0 0 0,0-1 0 0 0,1 0 0 0 0,0-1-1 0 0,1 1 1 0 0,1-1 0 0 0,10 19 0 0 0,-9-23-412 0 0,-1 0 0 0 0,2 0 0 0 0,0 0 1 0 0,0-1-1 0 0,1 0 0 0 0,0 0 0 0 0,0-1 1 0 0,1-1-1 0 0,1 0 0 0 0,-1 0 0 0 0,1-1 0 0 0,13 7 1 0 0,22 7-3441 0 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2:51.4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94 1712 0 0,'8'-11'1688'0'0,"-4"7"-980"0"0,0-1-1 0 0,0 0 1 0 0,-1 1-1 0 0,0-1 1 0 0,0-1-1 0 0,0 1 1 0 0,-1 0-1 0 0,0-1 0 0 0,0 0 1 0 0,0 1-1 0 0,1-12 1 0 0,-3 17-692 0 0,0-1 0 0 0,1 1 1 0 0,-1 0-1 0 0,0-1 0 0 0,0 1 0 0 0,0 0 1 0 0,-1-1-1 0 0,1 1 0 0 0,0 0 1 0 0,0-1-1 0 0,0 1 0 0 0,0 0 0 0 0,0-1 1 0 0,0 1-1 0 0,0 0 0 0 0,0 0 1 0 0,-1-1-1 0 0,1 1 0 0 0,0 0 0 0 0,0 0 1 0 0,0-1-1 0 0,-1 1 0 0 0,1 0 1 0 0,0 0-1 0 0,0-1 0 0 0,-1 1 0 0 0,1 0 1 0 0,0 0-1 0 0,-1 0 0 0 0,1 0 1 0 0,0-1-1 0 0,0 1 0 0 0,-1 0 0 0 0,1 0 1 0 0,0 0-1 0 0,-1 0 0 0 0,1 0 1 0 0,0 0-1 0 0,-1 0 0 0 0,1 0 0 0 0,-1 0 1 0 0,-18 7 175 0 0,-15 19-145 0 0,29-21-42 0 0,1-1-1 0 0,0 1 0 0 0,1 0 1 0 0,-1 0-1 0 0,1 0 0 0 0,0 1 1 0 0,0-1-1 0 0,1 1 0 0 0,0-1 1 0 0,-3 11-1 0 0,4-12-2 0 0,1 0 0 0 0,0 0 0 0 0,0 0 1 0 0,0 0-1 0 0,0 0 0 0 0,1 0 0 0 0,0 0 0 0 0,-1 0 0 0 0,1 0 0 0 0,1-1 0 0 0,-1 1 0 0 0,1 0 1 0 0,-1-1-1 0 0,1 1 0 0 0,0-1 0 0 0,0 0 0 0 0,0 1 0 0 0,3 2 0 0 0,8 8 2 0 0,1 0 0 0 0,0-1 0 0 0,1 0 0 0 0,31 20 0 0 0,-31-24 3 0 0,0 1 0 0 0,-1 1 0 0 0,0 1 1 0 0,-1 0-1 0 0,-1 0 0 0 0,15 19 0 0 0,-25-29 24 0 0,-1 1 0 0 0,1-1 0 0 0,-1 1 0 0 0,0-1 0 0 0,0 1 0 0 0,0 0 1 0 0,0-1-1 0 0,0 1 0 0 0,0 0 0 0 0,-1 0 0 0 0,1 0 0 0 0,-1-1 0 0 0,0 1 0 0 0,0 0 0 0 0,0 0 0 0 0,0 0 0 0 0,-1 5 0 0 0,-1-4 16 0 0,1 1 0 0 0,-1-1 0 0 0,0 0 0 0 0,0 1 0 0 0,0-1 0 0 0,-1 0 0 0 0,0 0 0 0 0,1 0 0 0 0,-8 6 0 0 0,0 0 33 0 0,0-1 1 0 0,-1 0 0 0 0,0-1 0 0 0,-1-1 0 0 0,0 1 0 0 0,-18 7 0 0 0,17-10-96 0 0,0 0 1 0 0,0-1-1 0 0,0-1 1 0 0,0 0-1 0 0,-1 0 1 0 0,-25 0-1 0 0,37-3-54 0 0,1 0 0 0 0,-1 0 1 0 0,1 0-1 0 0,-1 0 0 0 0,1 0 0 0 0,-1-1 0 0 0,1 1 1 0 0,-1 0-1 0 0,1-1 0 0 0,-1 1 0 0 0,1-1 0 0 0,-1 0 1 0 0,1 1-1 0 0,0-1 0 0 0,-1 0 0 0 0,1 0 0 0 0,-2-1 1 0 0,3 1-44 0 0,-1 0 1 0 0,0 0-1 0 0,1 0 1 0 0,-1 0 0 0 0,1 0-1 0 0,0 0 1 0 0,-1 0 0 0 0,1 0-1 0 0,0 0 1 0 0,-1 0-1 0 0,1 0 1 0 0,0 0 0 0 0,0 0-1 0 0,0 0 1 0 0,0 0-1 0 0,0 0 1 0 0,0-1 0 0 0,0 0-1 0 0,2-3-542 0 0,-1 0-1 0 0,1 0 0 0 0,-1 0 1 0 0,2 0-1 0 0,-1 0 0 0 0,0 0 1 0 0,4-4-1 0 0,9-13-2813 0 0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2:51.9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85 512 0 0,'59'-84'11110'0'0,"-59"85"-11043"0"0,1 0 1 0 0,0 0-1 0 0,-1 1 0 0 0,1-1 0 0 0,-1 0 0 0 0,0 1 0 0 0,1-1 0 0 0,-1 0 0 0 0,0 1 0 0 0,0-1 0 0 0,0 1 0 0 0,0-1 0 0 0,0 0 0 0 0,-1 3 0 0 0,-71 544 3415 0 0,55-342-3212 0 0,15-202-266 0 0,1 15 15 0 0,1-18-23 0 0,0-1-1 0 0,0 1 1 0 0,0-1 0 0 0,0 1-1 0 0,0-1 1 0 0,0 1 0 0 0,0-1-1 0 0,0 1 1 0 0,0-1 0 0 0,0 0-1 0 0,1 1 1 0 0,-1-1 0 0 0,0 1-1 0 0,0-1 1 0 0,0 1 0 0 0,1-1-1 0 0,-1 0 1 0 0,0 1 0 0 0,0-1-1 0 0,1 1 1 0 0,-1-1 0 0 0,0 0-1 0 0,1 1 1 0 0,-1-1 0 0 0,0 0-1 0 0,1 1 1 0 0,-1-1 0 0 0,0 0-1 0 0,1 0 1 0 0,0 1 0 0 0,0-1-2 0 0,0-1 1 0 0,-1 1 0 0 0,1 0-1 0 0,0 0 1 0 0,0 0 0 0 0,0-1-1 0 0,-1 1 1 0 0,1 0-1 0 0,0-1 1 0 0,0 1 0 0 0,-1-1-1 0 0,1 1 1 0 0,0-1 0 0 0,-1 1-1 0 0,2-2 1 0 0,22-28-139 0 0,33-72-169 0 0,-37 62 183 0 0,2 2-1 0 0,44-61 0 0 0,-63 96 113 0 0,-2 1 10 0 0,0 1 0 0 0,0 0 0 0 0,0 0 0 0 0,0-1 0 0 0,0 1 0 0 0,1 0 0 0 0,-1 0 0 0 0,0 0 0 0 0,1 0 0 0 0,-1 0 0 0 0,1 1 0 0 0,1-2 0 0 0,-1 1 7 0 0,-1 1-1 0 0,0-1 1 0 0,1 1-1 0 0,-1 0 1 0 0,1-1 0 0 0,-1 1-1 0 0,1 0 1 0 0,-1 0-1 0 0,1 0 1 0 0,-1 0 0 0 0,1 0-1 0 0,-1 0 1 0 0,1 1-1 0 0,-1-1 1 0 0,1 0 0 0 0,-1 1-1 0 0,0-1 1 0 0,1 1-1 0 0,-1-1 1 0 0,0 1 0 0 0,1 0-1 0 0,-1 0 1 0 0,0 0-1 0 0,2 1 1 0 0,0 0 8 0 0,-1 1 1 0 0,0 0-1 0 0,1 0 0 0 0,-1 0 1 0 0,0 0-1 0 0,2 5 1 0 0,-3-5-6 0 0,6 12 47 0 0,-1 0 0 0 0,-1 1 0 0 0,-1-1 0 0 0,0 1 0 0 0,-1 0 0 0 0,2 24 0 0 0,-3-21-373 0 0,0 1 1 0 0,2-1-1 0 0,11 35 0 0 0,-13-49-32 0 0,0 0 1 0 0,1 0-1 0 0,0 0 0 0 0,0-1 0 0 0,4 6 0 0 0,-6-9 57 0 0,0 1 0 0 0,0-1-1 0 0,0 0 1 0 0,1 1 0 0 0,-1-1-1 0 0,1 0 1 0 0,-1 0 0 0 0,1 0 0 0 0,-1 0-1 0 0,1 0 1 0 0,-1 0 0 0 0,1-1-1 0 0,0 1 1 0 0,-1 0 0 0 0,1-1 0 0 0,0 0-1 0 0,0 1 1 0 0,0-1 0 0 0,-1 0-1 0 0,1 0 1 0 0,3 0 0 0 0,15-3-2857 0 0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2:52.3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21 149 1660 0 0,'12'-65'11067'0'0,"-13"67"-10993"0"0,0 0 0 0 0,0 0 1 0 0,0 0-1 0 0,0 0 0 0 0,1 0 0 0 0,-1 1 0 0 0,1-1 0 0 0,-1 3 1 0 0,1-3 14 0 0,-8 32 466 0 0,2-8-148 0 0,-5 46 0 0 0,11-66-377 0 0,-1 1 0 0 0,1 0 1 0 0,0-1-1 0 0,1 1 0 0 0,0 0 1 0 0,0-1-1 0 0,0 1 1 0 0,1-1-1 0 0,0 1 0 0 0,0-1 1 0 0,1 0-1 0 0,3 7 0 0 0,-4-10-20 0 0,0 0-1 0 0,1 0 0 0 0,-1 0 0 0 0,1 0 1 0 0,0 0-1 0 0,0 0 0 0 0,0-1 0 0 0,0 0 1 0 0,0 1-1 0 0,1-1 0 0 0,-1 0 0 0 0,0 0 0 0 0,1-1 1 0 0,0 1-1 0 0,-1-1 0 0 0,1 0 0 0 0,0 0 1 0 0,0 0-1 0 0,0 0 0 0 0,0-1 0 0 0,-1 1 1 0 0,1-1-1 0 0,0 0 0 0 0,0 0 0 0 0,0-1 1 0 0,0 1-1 0 0,0-1 0 0 0,0 0 0 0 0,4-1 1 0 0,-1-1-4 0 0,1 1 1 0 0,0-1 0 0 0,-1-1-1 0 0,1 1 1 0 0,-1-1 0 0 0,0 0 0 0 0,-1-1-1 0 0,1 0 1 0 0,-1 0 0 0 0,0 0 0 0 0,0-1-1 0 0,0 0 1 0 0,6-9 0 0 0,-5 4-8 0 0,-1-1 0 0 0,0 1 0 0 0,-1-1 0 0 0,0-1 1 0 0,-1 1-1 0 0,0-1 0 0 0,-1 1 0 0 0,0-1 0 0 0,-1 0 1 0 0,-1 0-1 0 0,0-23 0 0 0,-1 29-2 0 0,0 1-1 0 0,-1-1 1 0 0,0 0-1 0 0,-1 1 1 0 0,1-1-1 0 0,-1 1 1 0 0,0 0-1 0 0,-1-1 1 0 0,0 1 0 0 0,0 0-1 0 0,-4-5 1 0 0,4 7-1 0 0,0 0-1 0 0,0 1 1 0 0,0-1 0 0 0,-1 1-1 0 0,1 0 1 0 0,-1 0 0 0 0,0 0 0 0 0,0 1-1 0 0,0-1 1 0 0,-1 1 0 0 0,1 0 0 0 0,0 0-1 0 0,-1 1 1 0 0,1-1 0 0 0,-1 1 0 0 0,-9-2-1 0 0,8 3-10 0 0,-1 0-1 0 0,1 0 1 0 0,-1 0-1 0 0,1 1 1 0 0,-1-1-1 0 0,1 2 1 0 0,0-1-1 0 0,-1 1 1 0 0,1 0-1 0 0,0 0 1 0 0,0 1-1 0 0,0-1 1 0 0,0 1-1 0 0,1 1 1 0 0,-1-1-1 0 0,1 1 1 0 0,-7 6-1 0 0,9-7-140 0 0,0-1 1 0 0,0 1-1 0 0,1 0 0 0 0,-1-1 0 0 0,1 1 0 0 0,0 0 1 0 0,0 1-1 0 0,0-1 0 0 0,0 0 0 0 0,0 1 1 0 0,1-1-1 0 0,-1 1 0 0 0,1-1 0 0 0,0 1 0 0 0,0-1 1 0 0,1 1-1 0 0,-1 0 0 0 0,1-1 0 0 0,0 1 0 0 0,0 0 1 0 0,0 0-1 0 0,0-1 0 0 0,0 1 0 0 0,1 0 0 0 0,0 0 1 0 0,0-1-1 0 0,0 1 0 0 0,0-1 0 0 0,0 1 1 0 0,1-1-1 0 0,3 6 0 0 0,-3-6-456 0 0,0 0 0 0 0,0 0-1 0 0,1-1 1 0 0,-1 1 0 0 0,1-1 0 0 0,4 4 0 0 0,6 5-2930 0 0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2:53.0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35 419 360 0 0,'1'-32'7471'0'0,"-1"30"-6636"0"0,1-8 1253 0 0,-3 13-1956 0 0,0 0 0 0 0,0-1 0 0 0,0 1 0 0 0,0 0 0 0 0,0 0 0 0 0,1 0 0 0 0,0 0 0 0 0,-1 0 0 0 0,1 0 0 0 0,0 0 0 0 0,0 5 0 0 0,-9 44 517 0 0,9-45-532 0 0,-2 15 40 0 0,1 0 0 0 0,1 0 0 0 0,2 24 1 0 0,-1-36-126 0 0,1-1-1 0 0,1 0 1 0 0,-1 0 0 0 0,2 0 0 0 0,-1 0 0 0 0,1 0 0 0 0,0 0 0 0 0,1-1 0 0 0,0 1 0 0 0,6 7 0 0 0,-8-13-31 0 0,1 1 0 0 0,0-1 1 0 0,-1-1-1 0 0,1 1 0 0 0,0 0 1 0 0,1-1-1 0 0,-1 1 0 0 0,0-1 0 0 0,1 0 1 0 0,-1 0-1 0 0,1-1 0 0 0,0 1 0 0 0,0-1 1 0 0,0 1-1 0 0,-1-1 0 0 0,1 0 0 0 0,0-1 1 0 0,0 1-1 0 0,0-1 0 0 0,0 1 0 0 0,1-1 1 0 0,-1-1-1 0 0,0 1 0 0 0,0 0 1 0 0,0-1-1 0 0,0 0 0 0 0,0 0 0 0 0,4-2 1 0 0,2 0-94 0 0,0-1 0 0 0,-1 0 1 0 0,1 0-1 0 0,-1-1 1 0 0,0-1-1 0 0,0 1 0 0 0,-1-1 1 0 0,0-1-1 0 0,15-14 1 0 0,-13 9-5 0 0,0-1 0 0 0,-1 0 0 0 0,0 0 0 0 0,-1-1 0 0 0,11-28 0 0 0,21-78 447 0 0,-33 97-38 0 0,-1 6-81 0 0,-5 22 118 0 0,-8 32 324 0 0,5-23-538 0 0,-3 15 32 0 0,1-1-1 0 0,2 1 0 0 0,0 0 0 0 0,2 0 0 0 0,1 0 0 0 0,10 50 0 0 0,-11-76-213 0 0,1 0-1 0 0,-1 0 1 0 0,1-1-1 0 0,0 1 0 0 0,0-1 1 0 0,0 1-1 0 0,0-1 1 0 0,1 1-1 0 0,-1-1 1 0 0,1 0-1 0 0,-1 0 0 0 0,1 1 1 0 0,0-1-1 0 0,0 0 1 0 0,0-1-1 0 0,0 1 0 0 0,0 0 1 0 0,0 0-1 0 0,1-1 1 0 0,-1 0-1 0 0,1 1 0 0 0,-1-1 1 0 0,1 0-1 0 0,-1 0 1 0 0,1 0-1 0 0,-1 0 0 0 0,1-1 1 0 0,0 1-1 0 0,0-1 1 0 0,-1 0-1 0 0,1 0 0 0 0,0 0 1 0 0,0 0-1 0 0,-1 0 1 0 0,6-1-1 0 0,-1-1-264 0 0,0 1 0 0 0,1-2 0 0 0,-1 1 1 0 0,0-1-1 0 0,0 0 0 0 0,0 0 0 0 0,0-1 0 0 0,-1 0 0 0 0,0 0 0 0 0,1-1 0 0 0,8-8 1 0 0,-3-1-100 0 0,0 0 1 0 0,-2 0-1 0 0,1-1 1 0 0,-2 0-1 0 0,0 0 1 0 0,12-31-1 0 0,-6 7-13 0 0,17-73 0 0 0,-16 35 1823 0 0,-4-1 0 0 0,-3-1 0 0 0,-1-95 1 0 0,-10 160-858 0 0,-2 20 373 0 0,-3 21-13 0 0,-45 455 1379 0 0,51-467-2526 0 0,1 0 1 0 0,0 0-1 0 0,1 1 0 0 0,1-1 0 0 0,0 0 0 0 0,6 20 1 0 0,-6-29-11 0 0,1 0 0 0 0,-1 1 0 0 0,1-1 0 0 0,0-1 0 0 0,1 1 0 0 0,-1 0 1 0 0,1-1-1 0 0,0 0 0 0 0,1 0 0 0 0,-1 0 0 0 0,1 0 0 0 0,0-1 0 0 0,0 1 0 0 0,1-1 0 0 0,-1-1 1 0 0,12 7-1 0 0,-4-4-884 0 0,1-1-1 0 0,0 0 1 0 0,15 4 0 0 0,6-2-2863 0 0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2:53.4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254 801 2328 0 0,'1'-4'512'0'0,"0"0"1"0"0,0 1-1 0 0,-1-1 0 0 0,1 0 0 0 0,-1 0 0 0 0,0 1 1 0 0,0-1-1 0 0,0 0 0 0 0,0 0 0 0 0,-1 0 0 0 0,1 1 1 0 0,-1-1-1 0 0,0 0 0 0 0,0 1 0 0 0,-1-1 1 0 0,-2-6-1 0 0,2 8-419 0 0,1 1 1 0 0,-1-1-1 0 0,1 0 1 0 0,-1 1-1 0 0,0-1 1 0 0,1 1-1 0 0,-1-1 1 0 0,0 1-1 0 0,0 0 1 0 0,0 0-1 0 0,0 0 1 0 0,0 0-1 0 0,0 0 1 0 0,-1 1-1 0 0,1-1 1 0 0,0 0 0 0 0,0 1-1 0 0,-1 0 1 0 0,1-1-1 0 0,0 1 1 0 0,0 0-1 0 0,-1 0 1 0 0,1 0-1 0 0,0 1 1 0 0,0-1-1 0 0,-1 1 1 0 0,1-1-1 0 0,0 1 1 0 0,-3 1-1 0 0,-3 1-16 0 0,0 0-1 0 0,1 1 1 0 0,0 0-1 0 0,-1 0 1 0 0,2 1-1 0 0,-1-1 1 0 0,0 2-1 0 0,1-1 1 0 0,0 1-1 0 0,-6 7 1 0 0,0 1-6 0 0,2 0 1 0 0,-1 0 0 0 0,-13 27-1 0 0,16-25-27 0 0,1 0-1 0 0,0 0 0 0 0,1 1 0 0 0,-6 32 1 0 0,10-44-29 0 0,1 0 0 0 0,1 0 1 0 0,-1 1-1 0 0,1-1 1 0 0,-1 1-1 0 0,2-1 0 0 0,-1 0 1 0 0,0 1-1 0 0,1-1 0 0 0,0 0 1 0 0,1 0-1 0 0,-1 1 0 0 0,1-1 1 0 0,0 0-1 0 0,0 0 0 0 0,0 0 1 0 0,1-1-1 0 0,0 1 0 0 0,6 8 1 0 0,-6-11-10 0 0,-1 0 0 0 0,1 0 0 0 0,0 0 0 0 0,0-1 0 0 0,0 1 0 0 0,0-1 0 0 0,1 1 0 0 0,-1-1 0 0 0,0 0 0 0 0,1 0 0 0 0,-1-1 0 0 0,0 1 0 0 0,1-1 0 0 0,-1 1 0 0 0,1-1 0 0 0,-1 0 0 0 0,1-1 0 0 0,-1 1 0 0 0,1 0 0 0 0,-1-1 0 0 0,6-1 0 0 0,-1-1-8 0 0,0 1 1 0 0,0-1 0 0 0,0 0-1 0 0,0-1 1 0 0,-1 0 0 0 0,1 0-1 0 0,11-9 1 0 0,-3-2-29 0 0,0-1 0 0 0,-1-1-1 0 0,0 0 1 0 0,-1 0 0 0 0,-2-1 0 0 0,1-1-1 0 0,-2 0 1 0 0,-1-1 0 0 0,14-35 0 0 0,-3-5-201 0 0,-3-1 0 0 0,13-70 0 0 0,-18 48 200 0 0,-4 0 1 0 0,-3 0 0 0 0,-4 0 0 0 0,-15-142-1 0 0,13 223 39 0 0,0-1 0 0 0,0 0 0 0 0,-1 1 0 0 0,0-1-1 0 0,1 0 1 0 0,-1 1 0 0 0,0-1 0 0 0,0 1 0 0 0,0-1 0 0 0,-1 1-1 0 0,-1-3 1 0 0,3 5-1 0 0,0 0 0 0 0,-1-1 0 0 0,1 1 0 0 0,0 0 0 0 0,0 0 0 0 0,-1 0 0 0 0,1-1 0 0 0,0 1 0 0 0,-1 0-1 0 0,1 0 1 0 0,-1 0 0 0 0,1 0 0 0 0,0 0 0 0 0,-1 0 0 0 0,1 0 0 0 0,0 0 0 0 0,-1 0 0 0 0,1 0 0 0 0,0 0 0 0 0,-1 0 0 0 0,1 0-1 0 0,0 0 1 0 0,-1 0 0 0 0,1 0 0 0 0,0 0 0 0 0,-1 1 0 0 0,1-1 0 0 0,0 0 0 0 0,-1 0 0 0 0,1 0 0 0 0,0 1 0 0 0,-1-1-1 0 0,1 0 1 0 0,0 0 0 0 0,0 1 0 0 0,-1-1 0 0 0,1 0 0 0 0,0 1 0 0 0,-10 10 234 0 0,2 4-3 0 0,1-1 0 0 0,0 1 0 0 0,1 1 0 0 0,0-1 0 0 0,2 1 0 0 0,-5 22 0 0 0,-8 100 688 0 0,15-110-791 0 0,-3 40 296 0 0,8 122 0 0 0,1-147-782 0 0,2 0-1 0 0,1 0 0 0 0,26 79 1 0 0,-28-108-239 0 0,1-1 0 0 0,0 0 0 0 0,1-1 1 0 0,0 1-1 0 0,12 14 0 0 0,-11-16-741 0 0,1-2-1 0 0,0 1 1 0 0,14 10 0 0 0,19 11-4656 0 0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2:54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0 505 1576 0 0,'0'-3'293'0'0,"0"0"-1"0"0,1 1 0 0 0,-1-1 1 0 0,0 0-1 0 0,1 0 0 0 0,-1 0 1 0 0,1 0-1 0 0,0 1 1 0 0,0-1-1 0 0,0 0 0 0 0,0 1 1 0 0,1-1-1 0 0,-1 1 0 0 0,1-1 1 0 0,-1 1-1 0 0,1 0 1 0 0,0 0-1 0 0,3-4 0 0 0,-2 4-106 0 0,0 0-1 0 0,1 0 1 0 0,-1 0-1 0 0,1 0 1 0 0,0 0-1 0 0,-1 1 0 0 0,1 0 1 0 0,0 0-1 0 0,0 0 1 0 0,0 0-1 0 0,-1 0 1 0 0,6 0-1 0 0,1 1-48 0 0,0 0 0 0 0,1 1-1 0 0,-1 0 1 0 0,0 0 0 0 0,1 1 0 0 0,-1 0-1 0 0,0 1 1 0 0,0 0 0 0 0,14 7 0 0 0,-10-3-47 0 0,0 1 1 0 0,-1 1 0 0 0,0 0 0 0 0,0 0-1 0 0,-1 2 1 0 0,16 16 0 0 0,-22-21-1 0 0,-1 0 1 0 0,0 0 0 0 0,0 1-1 0 0,-1 0 1 0 0,0 0-1 0 0,0 0 1 0 0,-1 0 0 0 0,1 1-1 0 0,-2-1 1 0 0,1 1-1 0 0,-1 0 1 0 0,0 0 0 0 0,-1 0-1 0 0,1 15 1 0 0,-2-19 5 0 0,0 0-1 0 0,-1-1 1 0 0,0 1 0 0 0,1 0 0 0 0,-1-1 0 0 0,-1 0 0 0 0,1 1-1 0 0,0-1 1 0 0,-1 1 0 0 0,0-1 0 0 0,0 0 0 0 0,0 0-1 0 0,-3 4 1 0 0,4-6-84 0 0,1-1-1 0 0,0 0 1 0 0,0 0-1 0 0,0 1 1 0 0,-1-1-1 0 0,1 0 1 0 0,0 0-1 0 0,0 1 0 0 0,-1-1 1 0 0,1 0-1 0 0,0 0 1 0 0,-1 0-1 0 0,1 1 1 0 0,0-1-1 0 0,-1 0 1 0 0,1 0-1 0 0,0 0 1 0 0,-1 0-1 0 0,1 0 0 0 0,0 0 1 0 0,-1 0-1 0 0,1 0 1 0 0,0 0-1 0 0,-1 0 1 0 0,1 0-1 0 0,0 0 1 0 0,-1 0-1 0 0,1 0 1 0 0,0 0-1 0 0,-1 0 1 0 0,1 0-1 0 0,0 0 0 0 0,-1 0 1 0 0,1 0-1 0 0,0-1 1 0 0,-1 1-1 0 0,1 0 1 0 0,0 0-1 0 0,0 0 1 0 0,-1-1-1 0 0,1 1 1 0 0,0 0-1 0 0,0 0 1 0 0,-1-1-1 0 0,1 1 0 0 0,0 0 1 0 0,0-1-1 0 0,0 1 1 0 0,-1 0-1 0 0,1-1 1 0 0,0 1-1 0 0,-4-18 129 0 0,7 3-138 0 0,0 1 0 0 0,1 0 0 0 0,0 0 0 0 0,1 0 0 0 0,0 1 0 0 0,1 0-1 0 0,1 0 1 0 0,12-19 0 0 0,-7 16-32 0 0,0 0-1 0 0,0 1 0 0 0,2 0 1 0 0,0 1-1 0 0,26-20 1 0 0,-39 32 22 0 0,3-1-5 0 0,-1 0-1 0 0,1 1 0 0 0,0-1 1 0 0,0 1-1 0 0,0 0 0 0 0,0-1 1 0 0,0 2-1 0 0,1-1 0 0 0,-1 0 1 0 0,1 1-1 0 0,-1 0 0 0 0,1 0 1 0 0,7 0-1 0 0,-8 1 10 0 0,-1 0 0 0 0,1 0 0 0 0,0 1-1 0 0,-1 0 1 0 0,1 0 0 0 0,-1 0 0 0 0,0 0 0 0 0,1 0 0 0 0,-1 1 0 0 0,0-1-1 0 0,1 1 1 0 0,-1 0 0 0 0,0 0 0 0 0,0 0 0 0 0,-1 0 0 0 0,5 4 0 0 0,-3-1 7 0 0,-1-1 0 0 0,1 0 0 0 0,-1 1 0 0 0,0 0 0 0 0,0 0 0 0 0,-1 0 1 0 0,0 0-1 0 0,1 0 0 0 0,-2 0 0 0 0,4 11 0 0 0,2 32 168 0 0,-6-35-276 0 0,1-1 0 0 0,0 1 0 0 0,1-1 0 0 0,1 0 0 0 0,4 13 0 0 0,-6-22 0 0 0,0 1 1 0 0,0 0-1 0 0,0-1 1 0 0,1 1-1 0 0,0-1 0 0 0,-1 0 1 0 0,1 0-1 0 0,0 0 1 0 0,0 0-1 0 0,1-1 0 0 0,-1 1 1 0 0,0-1-1 0 0,1 0 1 0 0,0 0-1 0 0,-1 0 0 0 0,1 0 1 0 0,0 0-1 0 0,0-1 1 0 0,7 2-1 0 0,-1-1 15 0 0,1 0 1 0 0,0-1-1 0 0,0 0 1 0 0,0-1-1 0 0,0 0 0 0 0,0 0 1 0 0,0-1-1 0 0,0-1 0 0 0,-1 0 1 0 0,1 0-1 0 0,0-1 0 0 0,-1-1 1 0 0,0 0-1 0 0,0 0 0 0 0,0-1 1 0 0,0 0-1 0 0,0 0 0 0 0,-1-1 1 0 0,14-12-1 0 0,-9 6 376 0 0,-1-1 0 0 0,0 0 0 0 0,0-1 0 0 0,-2-1 0 0 0,1 0 0 0 0,-2 0 0 0 0,0-1 0 0 0,-1 0 0 0 0,-1-1 1 0 0,12-31-1 0 0,-5-2 1239 0 0,-13 45-1270 0 0,-4 5-81 0 0,-9 26-134 0 0,8-20-28 0 0,1 1 0 0 0,0 0 0 0 0,0-1 0 0 0,0 1 0 0 0,1 0-1 0 0,0 0 1 0 0,1 0 0 0 0,-1 1 0 0 0,1-1 0 0 0,1 0 0 0 0,-1 0-1 0 0,1 0 1 0 0,0 0 0 0 0,1 0 0 0 0,0 0 0 0 0,0-1 0 0 0,0 1 0 0 0,6 9-1 0 0,-5-11 0 0 0,0-1 0 0 0,0 1 0 0 0,0-1 0 0 0,1 0 0 0 0,-1 0 0 0 0,1 0 0 0 0,0 0 0 0 0,0-1 0 0 0,1 1 0 0 0,-1-1 0 0 0,1 0 0 0 0,-1-1 0 0 0,1 1 0 0 0,0-1 0 0 0,0 0 0 0 0,0 0 0 0 0,0 0 0 0 0,1-1 0 0 0,-1 0 0 0 0,0 0 0 0 0,1 0 0 0 0,-1-1 0 0 0,1 0 0 0 0,7 0 0 0 0,-6-1 5 0 0,0 1 0 0 0,-1-2 1 0 0,1 1-1 0 0,0-1 0 0 0,-1 0 1 0 0,1 0-1 0 0,-1 0 0 0 0,0-1 1 0 0,0 0-1 0 0,0 0 0 0 0,0-1 1 0 0,0 0-1 0 0,5-5 0 0 0,-3 2 0 0 0,-1 0-1 0 0,0-1 1 0 0,0 0-1 0 0,-1-1 1 0 0,0 1-1 0 0,0-1 1 0 0,8-19-1 0 0,-7 12 8 0 0,-1-1-1 0 0,0 0 1 0 0,-1 0 0 0 0,-2 0-1 0 0,1-1 1 0 0,-2 1 0 0 0,0-1-1 0 0,-1 1 1 0 0,-3-35 0 0 0,1 45-20 0 0,0-1 0 0 0,-1 0 1 0 0,0 1-1 0 0,0-1 0 0 0,0 1 1 0 0,-1 0-1 0 0,0 0 1 0 0,-1 0-1 0 0,1 0 0 0 0,-1 0 1 0 0,-1 1-1 0 0,-7-9 1 0 0,9 11-7 0 0,0 1 0 0 0,-1 0 0 0 0,0 0 0 0 0,0 1 0 0 0,0-1 0 0 0,0 1 1 0 0,0-1-1 0 0,0 1 0 0 0,-1 1 0 0 0,1-1 0 0 0,-1 1 0 0 0,1-1 1 0 0,-1 1-1 0 0,1 1 0 0 0,-1-1 0 0 0,0 1 0 0 0,1-1 0 0 0,-1 1 0 0 0,0 1 1 0 0,0-1-1 0 0,-7 2 0 0 0,9-1-34 0 0,-1-1 0 0 0,0 1 0 0 0,1 0 0 0 0,-1 1 0 0 0,1-1 0 0 0,-1 1 0 0 0,1-1 0 0 0,0 1 0 0 0,-1 0 0 0 0,1 0 0 0 0,0 1 1 0 0,0-1-1 0 0,1 1 0 0 0,-1-1 0 0 0,0 1 0 0 0,1 0 0 0 0,0 0 0 0 0,-1 0 0 0 0,1 0 0 0 0,1 0 0 0 0,-4 7 0 0 0,4-8-63 0 0,0 1 0 0 0,1 0-1 0 0,-1-1 1 0 0,1 1 0 0 0,0 0 0 0 0,0 0-1 0 0,-1-1 1 0 0,2 1 0 0 0,-1 0 0 0 0,0 0 0 0 0,1-1-1 0 0,-1 1 1 0 0,1 0 0 0 0,0-1 0 0 0,-1 1-1 0 0,2-1 1 0 0,-1 1 0 0 0,0-1 0 0 0,0 1-1 0 0,1-1 1 0 0,-1 0 0 0 0,1 1 0 0 0,0-1 0 0 0,-1 0-1 0 0,1 0 1 0 0,0 0 0 0 0,1 0 0 0 0,-1-1-1 0 0,4 4 1 0 0,4 1-310 0 0,1 0 1 0 0,0-1-1 0 0,0 0 0 0 0,1-1 0 0 0,-1 0 1 0 0,1 0-1 0 0,0-1 0 0 0,13 1 0 0 0,1-1-485 0 0,0 0-1 0 0,45-3 0 0 0,-47-2 720 0 0,-1 0-1 0 0,1-2 1 0 0,-1-1 0 0 0,0 0-1 0 0,0-2 1 0 0,-1-1 0 0 0,0 0-1 0 0,25-14 1 0 0,-28 11 601 0 0,0-1 0 0 0,-1 0 1 0 0,-1-1-1 0 0,0-1 0 0 0,0-1 0 0 0,-2 0 0 0 0,0-1 0 0 0,26-35 0 0 0,32-56 4035 0 0,-72 105-3791 0 0,-2 4-372 0 0,-12 28 558 0 0,-24 57 906 0 0,-42 141 1 0 0,51-99-1309 0 0,26-113-409 0 0,0 0-1 0 0,2 0 0 0 0,-1 1 0 0 0,2-1 1 0 0,0 0-1 0 0,4 17 0 0 0,-4-29-101 0 0,0 0 0 0 0,0-1-1 0 0,0 0 1 0 0,0 1 0 0 0,1-1 0 0 0,0 0-1 0 0,-1 1 1 0 0,1-1 0 0 0,0 0 0 0 0,1 0-1 0 0,-1-1 1 0 0,0 1 0 0 0,1 0 0 0 0,-1-1-1 0 0,1 1 1 0 0,0-1 0 0 0,0 0 0 0 0,0 0-1 0 0,0 0 1 0 0,0 0 0 0 0,1-1 0 0 0,-1 1-1 0 0,0-1 1 0 0,1 0 0 0 0,-1 0 0 0 0,1 0-1 0 0,-1 0 1 0 0,1-1 0 0 0,0 0 0 0 0,-1 1-1 0 0,7-2 1 0 0,3 1-1099 0 0,0-1 0 0 0,0-1-1 0 0,0-1 1 0 0,0 1 0 0 0,0-2 0 0 0,-1 0 0 0 0,20-9-1 0 0,-1-3-4357 0 0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2:55.1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289 76 2720 0 0,'-254'-22'15104'0'0,"219"18"-12759"0"0,55-6-1911 0 0,-6 6-368 0 0,-1 1 1 0 0,0 1 0 0 0,1 0 0 0 0,24 1 0 0 0,-6-1 1 0 0,398-9 502 0 0,-258 9-2015 0 0,-1-2-3401 0 0,-116-1-2522 0 0,-41 2 1856 0 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1:13.2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64 392 0 0,'0'0'1560'0'0,"-1"-9"-988"0"0,2-4-732 0 0,4-6-592 0 0,1-4 224 0 0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1:13.4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0 171 2176 0 0,'26'-83'2336'0'0,"-4"15"-3448"0"0,-22 66 861 0 0,4-4-35 0 0,-2 2-1109 0 0,3-4 879 0 0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2:38.0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610 139 556 0 0,'0'0'1960'0'0,"-5"-9"526"0"0,5 8-2464 0 0,0 1 1 0 0,-1 0 0 0 0,1 0 0 0 0,0 0-1 0 0,-1 0 1 0 0,1 0 0 0 0,0 0-1 0 0,-1 0 1 0 0,1 0 0 0 0,0 0-1 0 0,-1 0 1 0 0,1 0 0 0 0,0 0 0 0 0,-1 0-1 0 0,1 0 1 0 0,-1 0 0 0 0,1 0-1 0 0,0 0 1 0 0,-1 0 0 0 0,1 0-1 0 0,0 1 1 0 0,-1-1 0 0 0,1 0 0 0 0,0 0-1 0 0,0 0 1 0 0,-1 1 0 0 0,1-1-1 0 0,0 0 1 0 0,-1 1 0 0 0,-9 13 438 0 0,-7 26 106 0 0,12-28-334 0 0,-4 9 57 0 0,-1-1 0 0 0,0 0 0 0 0,-1-1 0 0 0,-1 0 1 0 0,-1-1-1 0 0,-16 18 0 0 0,28-35-264 0 0,0 0 0 0 0,0 0 0 0 0,0 0-1 0 0,0 0 1 0 0,0 0 0 0 0,0 0 0 0 0,0 0 0 0 0,0 0 0 0 0,0 0 0 0 0,0-1 0 0 0,-1 1 0 0 0,1 0 0 0 0,0-1 0 0 0,-1 1 0 0 0,1-1-1 0 0,0 1 1 0 0,-1-1 0 0 0,1 0 0 0 0,-1 0 0 0 0,1 1 0 0 0,0-1 0 0 0,-1 0 0 0 0,1 0 0 0 0,-1-1 0 0 0,1 1 0 0 0,-1 0 0 0 0,1 0-1 0 0,0-1 1 0 0,-1 1 0 0 0,1-1 0 0 0,0 1 0 0 0,-1-1 0 0 0,1 1 0 0 0,0-1 0 0 0,0 0 0 0 0,0 0 0 0 0,-1 1 0 0 0,1-1 0 0 0,0 0-1 0 0,0 0 1 0 0,0 0 0 0 0,0 0 0 0 0,0-1 0 0 0,0 0 0 0 0,-3-4-22 0 0,1 1 0 0 0,0-1 0 0 0,0 0-1 0 0,0 1 1 0 0,1-2 0 0 0,0 1 0 0 0,0 0 0 0 0,-1-8 0 0 0,-2-11-28 0 0,2-1 1 0 0,0 0 0 0 0,2 0 0 0 0,1 1 0 0 0,1-1 0 0 0,2 0-1 0 0,7-36 1 0 0,-10 60 21 0 0,9-23-62 0 0,-8 24 62 0 0,-1-1-1 0 0,1 1 1 0 0,-1 0-1 0 0,1 0 1 0 0,0 0 0 0 0,0 0-1 0 0,-1 0 1 0 0,1 0-1 0 0,0 0 1 0 0,0 0 0 0 0,0 0-1 0 0,0 0 1 0 0,0 0-1 0 0,1 0 1 0 0,-1 1-1 0 0,0-1 1 0 0,0 0 0 0 0,2 0-1 0 0,-1 1 5 0 0,1-1 0 0 0,-1 1 0 0 0,0 0 0 0 0,0 0 0 0 0,1 0 0 0 0,-1 0 0 0 0,0 1 0 0 0,0-1 0 0 0,1 1 0 0 0,-1-1 0 0 0,0 1 0 0 0,0 0 0 0 0,0 0 0 0 0,0 0 0 0 0,0 0 0 0 0,3 2 0 0 0,-1 0 9 0 0,0 0 1 0 0,0 1-1 0 0,0-1 0 0 0,0 1 0 0 0,-1 0 1 0 0,6 9-1 0 0,-1 0 19 0 0,-1 0 1 0 0,0 1 0 0 0,-1 0-1 0 0,6 19 1 0 0,1 12 3 0 0,-3 0 0 0 0,-1 1 1 0 0,-2 1-1 0 0,-3-1 1 0 0,-1 1-1 0 0,-3 0 0 0 0,-1-1 1 0 0,-3 1-1 0 0,-10 50 1 0 0,9-70 78 0 0,-2 0 1 0 0,-1-1-1 0 0,-1 1 1 0 0,-24 48-1 0 0,28-66-70 0 0,-1 0 0 0 0,1 0 1 0 0,-1 0-1 0 0,-1 0 0 0 0,0-1 0 0 0,0 0 0 0 0,-1-1 0 0 0,1 1 0 0 0,-2-1 0 0 0,1-1 0 0 0,-1 0 1 0 0,0 0-1 0 0,0-1 0 0 0,-1 0 0 0 0,-18 7 0 0 0,18-9-43 0 0,0-1 1 0 0,-1-1-1 0 0,1 0 0 0 0,-1 0 1 0 0,1-1-1 0 0,-1-1 1 0 0,1 0-1 0 0,-1 0 0 0 0,1-1 1 0 0,0 0-1 0 0,0 0 0 0 0,-11-5 1 0 0,-14-7-1 0 0,-65-35 0 0 0,88 43 3 0 0,1 0-39 0 0,0 0 0 0 0,1-1 0 0 0,0 0 0 0 0,-10-10 0 0 0,18 16-121 0 0,5-2-358 0 0,-3 2 479 0 0,0 1-1 0 0,0-1 1 0 0,0 1 0 0 0,0 0 0 0 0,0-1 0 0 0,0 1-1 0 0,0 0 1 0 0,0-1 0 0 0,0 1 0 0 0,0 0-1 0 0,1 0 1 0 0,-1-1 0 0 0,0 1 0 0 0,0 0 0 0 0,0-1-1 0 0,1 1 1 0 0,-1 0 0 0 0,0 0 0 0 0,0-1 0 0 0,1 1-1 0 0,-1 0 1 0 0,0 0 0 0 0,0 0 0 0 0,1-1 0 0 0,-1 1-1 0 0,0 0 1 0 0,1 0 0 0 0,39-13-4877 0 0,-22 6 2343 0 0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2:40.7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244 146 96 0 0,'-9'-13'3350'0'0,"-21"-28"1662"0"0,29 40-4671 0 0,-20-31 2360 0 0,13 26-2415 0 0,8 6-287 0 0,-1-1-1 0 0,1 1 1 0 0,0 0-1 0 0,-1 0 1 0 0,1 0-1 0 0,-1-1 1 0 0,1 1-1 0 0,-1 0 1 0 0,1-1-1 0 0,0 1 1 0 0,-1 0-1 0 0,1-1 1 0 0,0 1-1 0 0,-1-1 1 0 0,1 1-1 0 0,0 0 0 0 0,0-1 1 0 0,0 1-1 0 0,-1-1 1 0 0,1 1-1 0 0,0-1 1 0 0,0 1-1 0 0,0-1 1 0 0,0 1-1 0 0,0-1 1 0 0,0 1-1 0 0,0-1 1 0 0,0 1-1 0 0,0-1 1 0 0,0 1-1 0 0,0-1 1 0 0,0 1-1 0 0,0-1 1 0 0,0 1-1 0 0,0-1 1 0 0,0 1-1 0 0,0-1 1 0 0,1 1-1 0 0,-1-1 1 0 0,1 0 24 0 0,14-21-74 0 0,-9 17 58 0 0,3-2 2 0 0,-9 7-9 0 0,0 0-1 0 0,1 0 1 0 0,-1 0-1 0 0,0-1 1 0 0,0 1-1 0 0,0 0 1 0 0,0 0-1 0 0,0 0 1 0 0,1 0-1 0 0,-1 0 1 0 0,0 0-1 0 0,0 0 1 0 0,0 0-1 0 0,0 0 1 0 0,0 1-1 0 0,1-1 1 0 0,-1 0-1 0 0,0 0 1 0 0,0 0-1 0 0,0 0 1 0 0,0 0-1 0 0,0 0 1 0 0,0 0-1 0 0,1 0 1 0 0,-1 0-1 0 0,0 0 1 0 0,0 0-1 0 0,0 0 1 0 0,0 1-1 0 0,0-1 1 0 0,0 0-1 0 0,0 0 1 0 0,0 0-1 0 0,0 0 1 0 0,0 0 0 0 0,1 0-1 0 0,-1 1 1 0 0,0-1-1 0 0,0 0 1 0 0,0 0-1 0 0,0 0 1 0 0,0 0-1 0 0,0 0 1 0 0,0 1-1 0 0,0-1 1 0 0,0 0-1 0 0,0 0 1 0 0,0 0-1 0 0,0 0 1 0 0,0 0-1 0 0,0 1 1 0 0,0-1-1 0 0,0 0 1 0 0,0 0-1 0 0,-1 0 1 0 0,1 0-1 0 0,0 0 1 0 0,0 2 30 0 0,-5 39-12 0 0,0-26-62 0 0,5-7 224 0 0,6-9 865 0 0,-5 0-1001 0 0,0 1-122 0 0,-1 1 78 0 0,1-1 1 0 0,0 0 0 0 0,0 1 0 0 0,-1-1-1 0 0,1 1 1 0 0,0-1 0 0 0,-1 1 0 0 0,1-1-1 0 0,-1 1 1 0 0,1-1 0 0 0,-1 1 0 0 0,1 0-1 0 0,-1-1 1 0 0,1 1 0 0 0,-1 0 0 0 0,1 0-1 0 0,-1-1 1 0 0,0 1 0 0 0,0 0 0 0 0,1 0-1 0 0,-1-1 1 0 0,0 2 0 0 0,6 24 135 0 0,-5-23-95 0 0,5 35 312 0 0,-1 1 1 0 0,-1 54-1 0 0,-10 81 74 0 0,1-63-214 0 0,3-35-103 0 0,-5 351 706 0 0,29-2-186 0 0,27-96-370 0 0,3 23 77 0 0,-48-310-61 0 0,-2-1 1 0 0,-7 76 0 0 0,3-96-159 0 0,-1 0-1 0 0,-2 0 0 0 0,0-1 1 0 0,-1 1-1 0 0,-1-1 0 0 0,0-1 1 0 0,-16 28-1 0 0,21-43-94 0 0,-1 1 0 0 0,0 0 0 0 0,-1-1-1 0 0,1 0 1 0 0,-1 0 0 0 0,0 0 0 0 0,1 0 0 0 0,-2 0 0 0 0,1-1 0 0 0,0 0 0 0 0,-7 4-1 0 0,8-6-12 0 0,-1 1-1 0 0,1-1 0 0 0,0 0 0 0 0,-1 0 0 0 0,1-1 1 0 0,-1 1-1 0 0,1 0 0 0 0,-1-1 0 0 0,1 0 1 0 0,-1 0-1 0 0,1 0 0 0 0,-1-1 0 0 0,1 1 0 0 0,-1-1 1 0 0,1 1-1 0 0,0-1 0 0 0,-1 0 0 0 0,-4-3 0 0 0,-1 0-75 0 0,1 0 0 0 0,0-1 0 0 0,0 0 0 0 0,0 0 0 0 0,0-1 0 0 0,1 0 0 0 0,0 0 0 0 0,0 0 0 0 0,1-1 0 0 0,-8-11 0 0 0,6 7-247 0 0,1-1 0 0 0,0 0 1 0 0,1 0-1 0 0,0-1 0 0 0,1 0 0 0 0,-5-18 1 0 0,2-5-1605 0 0,2 0 1 0 0,2 0-1 0 0,1-1 0 0 0,2-52 1 0 0,3 39-2328 0 0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2:40.9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34 230 844 0 0,'-34'-57'9976'0'0,"34"57"-9929"0"0,0-1 1 0 0,0 0 0 0 0,1 0 0 0 0,-1 0-1 0 0,0 0 1 0 0,0 1 0 0 0,0-1 0 0 0,1 0-1 0 0,-1 0 1 0 0,0 0 0 0 0,1 1-1 0 0,-1-1 1 0 0,0 0 0 0 0,1 1 0 0 0,-1-1-1 0 0,1 0 1 0 0,-1 1 0 0 0,1-1 0 0 0,0 0-1 0 0,-1 1 1 0 0,1-1 0 0 0,-1 1 0 0 0,1-1-1 0 0,0 1 1 0 0,0-1 0 0 0,1 0-1 0 0,-2 1-39 0 0,17-8 135 0 0,0 0-1 0 0,0 1 1 0 0,1 1-1 0 0,23-6 0 0 0,-6 2-40 0 0,100-29-414 0 0,36-11-6143 0 0,-130 36 2696 0 0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2:41.9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76 224 0 0,'-12'-13'1833'0'0,"6"4"28"0"0,-2 1 1 0 0,1 0 0 0 0,-17-14 752 0 0,19 23-2020 0 0,5-1-574 0 0,0 0 0 0 0,0 0-1 0 0,-1 0 1 0 0,1 0 0 0 0,0 0-1 0 0,-1 0 1 0 0,1 0-1 0 0,0 0 1 0 0,0 0 0 0 0,-1 0-1 0 0,1 0 1 0 0,0 1 0 0 0,-1-1-1 0 0,1 0 1 0 0,0 0-1 0 0,0 0 1 0 0,-1 0 0 0 0,1 0-1 0 0,0 1 1 0 0,0-1 0 0 0,-1 0-1 0 0,1 0 1 0 0,0 0-1 0 0,0 1 1 0 0,0-1 0 0 0,0 0-1 0 0,-1 0 1 0 0,1 0 0 0 0,0 1-1 0 0,0-1 1 0 0,0 0-1 0 0,0 1 1 0 0,0-1 0 0 0,0 0-1 0 0,-1 0 1 0 0,1 1-1 0 0,0-1 1 0 0,0 0 0 0 0,-17 98 2262 0 0,6-40-1786 0 0,2 1 1 0 0,2 0-1 0 0,2 69 0 0 0,6-121-476 0 0,-1-1-1 0 0,1 1 0 0 0,0-1 0 0 0,0 1 0 0 0,1-1 0 0 0,-1 1 0 0 0,2-1 0 0 0,3 8 0 0 0,-6-13-16 0 0,1 0 0 0 0,-1-1 0 0 0,1 1 0 0 0,0-1 0 0 0,-1 1-1 0 0,1 0 1 0 0,0-1 0 0 0,-1 1 0 0 0,1-1 0 0 0,0 0 0 0 0,-1 1-1 0 0,1-1 1 0 0,0 0 0 0 0,0 1 0 0 0,0-1 0 0 0,-1 0 0 0 0,1 0-1 0 0,0 0 1 0 0,0 0 0 0 0,0 0 0 0 0,0 0 0 0 0,-1 0-1 0 0,1 0 1 0 0,0 0 0 0 0,0 0 0 0 0,0 0 0 0 0,0 0 0 0 0,-1 0-1 0 0,1-1 1 0 0,0 1 0 0 0,0 0 0 0 0,1-1 0 0 0,21-14 22 0 0,-15 7-24 0 0,-1-1-1 0 0,0 0 1 0 0,-1 0 0 0 0,0-1-1 0 0,0 1 1 0 0,5-15-1 0 0,22-66-18 0 0,-17 42 5 0 0,11-23-205 0 0,-27 70 219 0 0,0 1 1 0 0,1-1-1 0 0,-1 1 1 0 0,0-1-1 0 0,0 1 1 0 0,1-1-1 0 0,-1 1 0 0 0,0-1 1 0 0,1 1-1 0 0,-1 0 1 0 0,1-1-1 0 0,-1 1 1 0 0,0-1-1 0 0,1 1 1 0 0,-1 0-1 0 0,1 0 1 0 0,-1-1-1 0 0,1 1 1 0 0,-1 0-1 0 0,1 0 0 0 0,-1 0 1 0 0,1-1-1 0 0,-1 1 1 0 0,1 0-1 0 0,0 0 1 0 0,-1 0-1 0 0,1 0 1 0 0,-1 0-1 0 0,1 0 1 0 0,-1 0-1 0 0,1 0 1 0 0,-1 0-1 0 0,1 0 0 0 0,0 0 1 0 0,-1 1-1 0 0,1-1 1 0 0,-1 0-1 0 0,1 0 1 0 0,-1 1-1 0 0,1-1 1 0 0,0 1-1 0 0,18 14 86 0 0,17 39 59 0 0,-26-39-93 0 0,-1 0 0 0 0,2 0 1 0 0,0-1-1 0 0,19 18 0 0 0,-26-28-42 0 0,0-1 0 0 0,1 0 0 0 0,-1 0 0 0 0,0 0-1 0 0,1-1 1 0 0,0 1 0 0 0,0-1 0 0 0,0 0 0 0 0,0-1-1 0 0,0 1 1 0 0,0-1 0 0 0,0 0 0 0 0,0 0 0 0 0,0-1-1 0 0,1 1 1 0 0,-1-1 0 0 0,0 0 0 0 0,0-1 0 0 0,9-1 0 0 0,-9 1-7 0 0,0 0 0 0 0,0-1 0 0 0,-1 1 0 0 0,1-1 0 0 0,-1 0 0 0 0,1-1 0 0 0,-1 1 0 0 0,0-1 0 0 0,0 0 0 0 0,0 0 0 0 0,-1 0 0 0 0,1 0 0 0 0,0 0 0 0 0,-1-1 0 0 0,0 0 0 0 0,0 0 0 0 0,0 0 0 0 0,2-5 0 0 0,4-8 1 0 0,-1 0 0 0 0,-1 0 0 0 0,7-26 1 0 0,-5 13 5 0 0,3-12-24 0 0,-10 32-28 0 0,0 0 0 0 0,1 0 0 0 0,0 1-1 0 0,0 0 1 0 0,1-1 0 0 0,8-13 0 0 0,-11 22 42 0 0,-1 0-1 0 0,1 0 1 0 0,0 0 0 0 0,0 1-1 0 0,0-1 1 0 0,-1 0 0 0 0,1 0-1 0 0,0 1 1 0 0,0-1 0 0 0,0 0-1 0 0,0 1 1 0 0,0-1 0 0 0,0 1-1 0 0,0-1 1 0 0,0 1 0 0 0,1 0-1 0 0,-1-1 1 0 0,0 1 0 0 0,0 0-1 0 0,0 0 1 0 0,0 0 0 0 0,0 0-1 0 0,1 0 1 0 0,-1 0 0 0 0,0 0-1 0 0,0 0 1 0 0,0 0 0 0 0,0 1-1 0 0,0-1 1 0 0,1 0 0 0 0,-1 1-1 0 0,0-1 1 0 0,1 2 0 0 0,4 1 27 0 0,-1 1 0 0 0,1-1 1 0 0,-1 1-1 0 0,9 9 1 0 0,-2-2 4 0 0,-11-10-31 0 0,15 13 53 0 0,0-2 0 0 0,1 0 0 0 0,23 13 0 0 0,-33-22-37 0 0,-1 0-1 0 0,1-1 0 0 0,0 1 0 0 0,0-2 0 0 0,0 1 0 0 0,0-1 0 0 0,1 0 0 0 0,-1 0 0 0 0,0 0 1 0 0,1-1-1 0 0,-1-1 0 0 0,0 1 0 0 0,8-2 0 0 0,-9 1 0 0 0,0 0 1 0 0,0-1-1 0 0,0 0 0 0 0,0 0 1 0 0,-1 0-1 0 0,1 0 0 0 0,0-1 1 0 0,-1 0-1 0 0,0 0 0 0 0,0-1 1 0 0,8-6-1 0 0,-10 8-10 0 0,-1-1-1 0 0,1 0 1 0 0,-1 0-1 0 0,0-1 1 0 0,0 1-1 0 0,0 0 1 0 0,-1-1-1 0 0,1 1 1 0 0,-1-1-1 0 0,1 1 0 0 0,-1-1 1 0 0,-1 0-1 0 0,1 0 1 0 0,0 1-1 0 0,-1-1 1 0 0,0 0-1 0 0,0 0 1 0 0,0 0-1 0 0,-1-6 1 0 0,1 5-6 0 0,-1 1-1 0 0,0 0 1 0 0,0 0 0 0 0,0 0 0 0 0,0 0 0 0 0,-1 0-1 0 0,1 0 1 0 0,-1 0 0 0 0,0 0 0 0 0,-1 1 0 0 0,1-1-1 0 0,-6-6 1 0 0,7 9-3 0 0,-1 0 1 0 0,1-1-1 0 0,-1 1 0 0 0,0 0 1 0 0,0 0-1 0 0,0 0 0 0 0,1 0 1 0 0,-1 0-1 0 0,0 0 0 0 0,0 1 0 0 0,0-1 1 0 0,0 1-1 0 0,-1-1 0 0 0,1 1 1 0 0,0 0-1 0 0,0-1 0 0 0,0 1 1 0 0,0 0-1 0 0,0 1 0 0 0,0-1 0 0 0,0 0 1 0 0,-1 1-1 0 0,1-1 0 0 0,0 1 1 0 0,0-1-1 0 0,0 1 0 0 0,-2 2 1 0 0,-7 2 37 0 0,1 1 0 0 0,1 0 0 0 0,-1 0 0 0 0,1 1 1 0 0,0 1-1 0 0,1 0 0 0 0,0 0 0 0 0,0 0 1 0 0,1 1-1 0 0,0 0 0 0 0,0 1 0 0 0,1-1 0 0 0,0 1 1 0 0,1 1-1 0 0,-8 19 0 0 0,11-23 20 0 0,0 0 1 0 0,0 0-1 0 0,1 0 1 0 0,-1 0-1 0 0,2 1 0 0 0,-1-1 1 0 0,1 0-1 0 0,0 0 1 0 0,1 1-1 0 0,-1-1 0 0 0,4 11 1 0 0,-3-13-8 0 0,1 1-1 0 0,1-1 1 0 0,-1 1 0 0 0,1-1 0 0 0,0 0 0 0 0,0 0 0 0 0,0 0-1 0 0,1 0 1 0 0,0-1 0 0 0,0 1 0 0 0,0-1 0 0 0,0 0 0 0 0,1 0-1 0 0,-1 0 1 0 0,9 4 0 0 0,4 1-1 0 0,0 0 0 0 0,1-1-1 0 0,0-1 1 0 0,0-1 0 0 0,1-1 0 0 0,0 0-1 0 0,0-1 1 0 0,26 2 0 0 0,-3-3-1538 0 0,-1-2 0 0 0,78-8 0 0 0,-28-10-5248 0 0,-39 4 409 0 0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2:57.6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240 295 1864 0 0,'-2'-1'1842'0'0,"-20"-10"3035"0"0,20 10-4074 0 0,-5-1-278 0 0,-11-3 1270 0 0,18 5-1769 0 0,0 0 0 0 0,-1 0 0 0 0,1 0 0 0 0,0 0 0 0 0,-1 0 0 0 0,1 0 0 0 0,0-1-1 0 0,-1 1 1 0 0,1 0 0 0 0,0 0 0 0 0,-1 0 0 0 0,1-1 0 0 0,0 1 0 0 0,0 0 0 0 0,-1 0-1 0 0,1-1 1 0 0,0 1 0 0 0,0 0 0 0 0,0 0 0 0 0,-1-1 0 0 0,1 1 0 0 0,0 0 0 0 0,0-1-1 0 0,0 1 1 0 0,0 0 0 0 0,0-1 0 0 0,0 1 0 0 0,0 0 0 0 0,0-1 0 0 0,-1 1 0 0 0,1 0-1 0 0,0-1 1 0 0,0 1 0 0 0,1-1 0 0 0,-1 1 0 0 0,0-1 0 0 0,1 0-21 0 0,0 0 1 0 0,0 0 0 0 0,1 0-1 0 0,-1 0 1 0 0,0 1 0 0 0,1-1-1 0 0,-1 0 1 0 0,1 1 0 0 0,-1-1-1 0 0,1 1 1 0 0,1-1 0 0 0,3-2 14 0 0,10-4 3 0 0,-2-1 1 0 0,1-1 0 0 0,-1-1-1 0 0,0 0 1 0 0,18-18-1 0 0,-26 22-14 0 0,0 0 0 0 0,-1 0 0 0 0,0-1 0 0 0,-1 0 0 0 0,1 0 0 0 0,-1 0 0 0 0,-1 0 0 0 0,1-1 0 0 0,-1 1 0 0 0,0-1 0 0 0,-1 0 0 0 0,0 0 0 0 0,2-11 0 0 0,-3 8-26 0 0,-1-1 0 0 0,0 1 0 0 0,-3-22 0 0 0,2 31-11 0 0,-1 3-32 0 0,-1 0 58 0 0,0 1-1 0 0,1 0 0 0 0,-1-1 1 0 0,1 1-1 0 0,0 0 1 0 0,-1 0-1 0 0,1 0 0 0 0,0 1 1 0 0,0-1-1 0 0,0 0 1 0 0,1 1-1 0 0,-1-1 0 0 0,1 1 1 0 0,-3 5-1 0 0,-16 48-83 0 0,13-32 70 0 0,-12 46 20 0 0,3 1 0 0 0,-8 87-1 0 0,16-100 53 0 0,-25 197 163 0 0,-9 67-116 0 0,3-110 389 0 0,27-188-80 0 0,12-23-406 0 0,0-1 0 0 0,-1 1 0 0 0,1-1 0 0 0,0 1-1 0 0,0-1 1 0 0,-1 1 0 0 0,1-1 0 0 0,0 1 0 0 0,-1-1-1 0 0,1 0 1 0 0,-1 1 0 0 0,1-1 0 0 0,-1 0-1 0 0,1 1 1 0 0,-1-1 0 0 0,1 0 0 0 0,-1 0 0 0 0,1 1-1 0 0,-1-1 1 0 0,1 0 0 0 0,-1 0 0 0 0,1 0 0 0 0,-1 0-1 0 0,1 0 1 0 0,-1 1 0 0 0,1-1 0 0 0,-1 0 0 0 0,1 0-1 0 0,-1-1 1 0 0,0 1 0 0 0,1 0 0 0 0,-1 0-1 0 0,1 0 1 0 0,-1 0 0 0 0,1 0 0 0 0,-1 0 0 0 0,1-1-1 0 0,-1 1 1 0 0,1 0 0 0 0,-1-1 0 0 0,1 1 0 0 0,-1 0-1 0 0,1-1 1 0 0,0 1 0 0 0,-1 0 0 0 0,1-1 0 0 0,-1 0-1 0 0,-8-12 11 0 0,0-1 0 0 0,1 0 0 0 0,1 0 0 0 0,0-1-1 0 0,1 0 1 0 0,-7-25 0 0 0,5 6-33 0 0,1 0-1 0 0,-3-38 0 0 0,8 60-2 0 0,2 0-1 0 0,0-1 1 0 0,0 1-1 0 0,1 0 1 0 0,0 0-1 0 0,1 0 1 0 0,1 0 0 0 0,0 0-1 0 0,0 0 1 0 0,11-22-1 0 0,-11 27 8 0 0,1 1-1 0 0,1-1 1 0 0,-1 1 0 0 0,1-1-1 0 0,0 1 1 0 0,1 1 0 0 0,-1-1-1 0 0,1 1 1 0 0,0 0 0 0 0,1 0-1 0 0,-1 0 1 0 0,1 1 0 0 0,0 0-1 0 0,0 1 1 0 0,0 0 0 0 0,1 0-1 0 0,14-4 1 0 0,-7 4 9 0 0,0 1 0 0 0,-1 0 1 0 0,1 1-1 0 0,0 1 0 0 0,0 0 1 0 0,0 1-1 0 0,0 1 0 0 0,0 0 0 0 0,0 1 1 0 0,-1 1-1 0 0,28 10 0 0 0,-28-9 16 0 0,-1 1-1 0 0,1 1 1 0 0,-1 0 0 0 0,0 1-1 0 0,-1 0 1 0 0,0 1 0 0 0,0 0-1 0 0,-1 1 1 0 0,-1 0 0 0 0,1 1-1 0 0,-1 0 1 0 0,9 14 0 0 0,-13-14-4 0 0,0 0 1 0 0,-1 0 0 0 0,0 1-1 0 0,0-1 1 0 0,-2 1 0 0 0,6 25 0 0 0,2 74-50 0 0,-10-80-27 0 0,0-25-193 0 0,-1 1-1 0 0,1-1 1 0 0,0 0-1 0 0,0 0 1 0 0,0 0 0 0 0,4 7-1 0 0,-5-11-320 0 0,4-3-111 0 0,3-1 373 0 0,-1 0 1 0 0,0-1 0 0 0,0 0 0 0 0,1 0 0 0 0,-2 0-1 0 0,1-1 1 0 0,8-6 0 0 0,41-39-1276 0 0,-24 20 1071 0 0,34-31 809 0 0,-2-3-1 0 0,85-112 1 0 0,-116 122 1817 0 0,-18 30-947 0 0,-10 11-469 0 0,-8 8 41 0 0,3 4-691 0 0,0 0 1 0 0,0 0 0 0 0,0 0-1 0 0,0 0 1 0 0,0 0 0 0 0,1 0-1 0 0,-1 0 1 0 0,0 1 0 0 0,0-1 0 0 0,0 0-1 0 0,0 1 1 0 0,1-1 0 0 0,-1 0-1 0 0,0 1 1 0 0,0-1 0 0 0,1 1-1 0 0,-2 0 1 0 0,-18 19 228 0 0,1 1-1 0 0,1 1 1 0 0,0 0-1 0 0,2 1 1 0 0,-17 31-1 0 0,-55 131 170 0 0,85-177-411 0 0,-5 10 12 0 0,1 1 0 0 0,-9 36 0 0 0,15-49-27 0 0,-1 1 1 0 0,1-1-1 0 0,1 0 1 0 0,-1 0-1 0 0,1 1 1 0 0,0-1-1 0 0,1 0 1 0 0,-1 1-1 0 0,1-1 1 0 0,1 0-1 0 0,-1 0 1 0 0,1 0-1 0 0,3 8 1 0 0,-4-13-8 0 0,0 1 1 0 0,0 0-1 0 0,0 0 1 0 0,1-1-1 0 0,-1 1 1 0 0,0 0-1 0 0,1-1 1 0 0,-1 1-1 0 0,1-1 1 0 0,0 0-1 0 0,0 0 1 0 0,-1 1-1 0 0,1-1 1 0 0,0 0-1 0 0,0-1 1 0 0,0 1-1 0 0,0 0 1 0 0,0 0-1 0 0,3 0 0 0 0,-1-1-2 0 0,1 1 0 0 0,-1-1 0 0 0,1 0 0 0 0,-1-1 0 0 0,0 1 0 0 0,1-1 0 0 0,-1 1 0 0 0,9-4 0 0 0,1-1-56 0 0,-1-1-1 0 0,1 0 0 0 0,-1-1 0 0 0,20-15 1 0 0,-18 12-81 0 0,-1-1 1 0 0,-1-1 0 0 0,0 0-1 0 0,0-1 1 0 0,-1 0 0 0 0,-1-1-1 0 0,15-23 1 0 0,-19 25 71 0 0,-1 0 0 0 0,0 0 1 0 0,-1 0-1 0 0,0-1 0 0 0,-1 0 0 0 0,0 0 0 0 0,-1 0 0 0 0,-1-1 1 0 0,0 1-1 0 0,0-22 0 0 0,-3 10 138 0 0,0 0 0 0 0,-2 1 1 0 0,-7-31-1 0 0,9 53 25 0 0,1 2-83 0 0,-1 1 0 0 0,0-1 0 0 0,1 1 0 0 0,-1-1 0 0 0,0 1 0 0 0,1-1 0 0 0,-1 1 1 0 0,1-1-1 0 0,-1 1 0 0 0,1-1 0 0 0,-1 1 0 0 0,1 0 0 0 0,0-1 0 0 0,-1 1 0 0 0,0 0 0 0 0,0 25 56 0 0,1-1 0 0 0,1 0 0 0 0,0 0 0 0 0,2 0-1 0 0,1 0 1 0 0,2-1 0 0 0,13 42 0 0 0,-17-61-69 0 0,0 0-1 0 0,0 0 1 0 0,0-1 0 0 0,1 1 0 0 0,0-1-1 0 0,0 1 1 0 0,0-1 0 0 0,0 0 0 0 0,0 0 0 0 0,1 0-1 0 0,0-1 1 0 0,0 1 0 0 0,6 3 0 0 0,-8-5-24 0 0,1-1 0 0 0,0 0 0 0 0,0 1 1 0 0,0-2-1 0 0,0 1 0 0 0,0 0 1 0 0,0 0-1 0 0,0-1 0 0 0,0 0 1 0 0,0 1-1 0 0,0-1 0 0 0,0 0 1 0 0,0-1-1 0 0,0 1 0 0 0,0 0 0 0 0,0-1 1 0 0,0 0-1 0 0,0 0 0 0 0,0 1 1 0 0,0-2-1 0 0,0 1 0 0 0,-1 0 1 0 0,6-4-1 0 0,0 0-38 0 0,0-1 0 0 0,-1 0 1 0 0,1 0-1 0 0,-1-1 0 0 0,0 0 0 0 0,-1 0 0 0 0,0-1 1 0 0,0 0-1 0 0,-1 0 0 0 0,0 0 0 0 0,0-1 0 0 0,0 1 1 0 0,-1-1-1 0 0,-1 0 0 0 0,0-1 0 0 0,0 1 0 0 0,2-12 1 0 0,1-16 121 0 0,-2 1 0 0 0,-1-1 1 0 0,-2-43-1 0 0,-2 60 132 0 0,1 18 217 0 0,2 3-367 0 0,-1-1 0 0 0,0 1 1 0 0,0 0-1 0 0,0 0 0 0 0,0 0 0 0 0,0 0 0 0 0,0 0 1 0 0,0 1-1 0 0,-1-1 0 0 0,1 0 0 0 0,0 0 1 0 0,0 0-1 0 0,-1 1 0 0 0,1-1 0 0 0,-1 0 1 0 0,0 1-1 0 0,1 1 0 0 0,0-2-30 0 0,47 159 1343 0 0,-3-12-1068 0 0,-41-139-247 0 0,0 1 0 0 0,0-1-1 0 0,1 0 1 0 0,7 9 0 0 0,-11-17-39 0 0,-1-1 0 0 0,1 1 0 0 0,0-1 0 0 0,-1 0 0 0 0,1 1 0 0 0,-1-1 0 0 0,1 0 0 0 0,0 1 0 0 0,0-1 0 0 0,-1 0 0 0 0,1 1 0 0 0,0-1 0 0 0,-1 0 0 0 0,1 0 0 0 0,0 0 0 0 0,0 0 0 0 0,-1 0 0 0 0,1 0 0 0 0,0 0 0 0 0,0 0 0 0 0,-1 0 0 0 0,1 0 0 0 0,0 0 0 0 0,0-1 0 0 0,-1 1 0 0 0,1 0 0 0 0,0 0 0 0 0,-1-1 0 0 0,1 1 0 0 0,0-1 0 0 0,-1 1 1 0 0,1 0-1 0 0,0-1 0 0 0,-1 1 0 0 0,1-1 0 0 0,0-1 0 0 0,19-18 25 0 0,-12 5-25 0 0,-1 0 0 0 0,-1-1 0 0 0,0 0 0 0 0,-2 0-1 0 0,1 0 1 0 0,-2 0 0 0 0,2-22 0 0 0,6-20-42 0 0,-9 46 23 0 0,0 3-8 0 0,0 0 0 0 0,0 0 0 0 0,6-13-1 0 0,-8 20 20 0 0,1 0 0 0 0,0 0 0 0 0,0 1 0 0 0,0-1 0 0 0,1 0 0 0 0,-1 0 0 0 0,0 0 0 0 0,1 1 0 0 0,-1-1 0 0 0,1 1 0 0 0,0-1-1 0 0,-1 1 1 0 0,1 0 0 0 0,0 0 0 0 0,0-1 0 0 0,0 1 0 0 0,0 1 0 0 0,0-1 0 0 0,0 0 0 0 0,4-1 0 0 0,3 1 4 0 0,0 0 0 0 0,0 1 0 0 0,0 0 0 0 0,0 1 0 0 0,0 0 0 0 0,10 2-1 0 0,60 17 33 0 0,-9-3 31 0 0,-56-14-41 0 0,0-1 0 0 0,1-1 0 0 0,21 0-1 0 0,-30-2-14 0 0,1 1-1 0 0,-1-1 0 0 0,1 0 0 0 0,-1-1 0 0 0,1 1 0 0 0,-1-1 0 0 0,0-1 1 0 0,0 1-1 0 0,0-1 0 0 0,6-4 0 0 0,-10 6-1 0 0,-1 0-1 0 0,1 0 1 0 0,-1 0 0 0 0,0 0-1 0 0,1-1 1 0 0,-1 1 0 0 0,0 0-1 0 0,0-1 1 0 0,0 1 0 0 0,0-1-1 0 0,0 1 1 0 0,0-1 0 0 0,-1 0-1 0 0,1 1 1 0 0,0-1 0 0 0,-1 0-1 0 0,1 0 1 0 0,-1-3 0 0 0,1 2-3 0 0,-1-1 1 0 0,-1 1-1 0 0,1 0 1 0 0,0-1-1 0 0,-1 1 1 0 0,0 0-1 0 0,1-1 1 0 0,-1 1-1 0 0,-3-5 1 0 0,1 2-9 0 0,0 0 0 0 0,0 1 1 0 0,0-1-1 0 0,-1 1 0 0 0,0 0 1 0 0,0 0-1 0 0,0 0 0 0 0,-1 0 1 0 0,1 1-1 0 0,-9-6 0 0 0,10 8 6 0 0,0 1 0 0 0,0-1 0 0 0,0 1 0 0 0,0-1 0 0 0,0 1 0 0 0,0 0 0 0 0,-1 0 0 0 0,1 1 0 0 0,0-1 0 0 0,0 1 0 0 0,-1-1 0 0 0,1 1 0 0 0,-1 0 0 0 0,1 0 0 0 0,0 1 0 0 0,-1-1 0 0 0,-3 2 0 0 0,2-1 33 0 0,0 1 0 0 0,0 0 0 0 0,0 1 0 0 0,1-1 0 0 0,-1 1 0 0 0,1 0 0 0 0,0 0 0 0 0,-1 0 1 0 0,1 1-1 0 0,-4 4 0 0 0,0 1 67 0 0,-1 2-1 0 0,1-1 1 0 0,1 1 0 0 0,0 0 0 0 0,1 1 0 0 0,0 0 0 0 0,1 0 0 0 0,-5 13 0 0 0,6-12-50 0 0,1 0 1 0 0,1 0 0 0 0,-1 0 0 0 0,2 1 0 0 0,0-1 0 0 0,1 0-1 0 0,0 1 1 0 0,1-1 0 0 0,0 1 0 0 0,1-1 0 0 0,1 0 0 0 0,5 17-1 0 0,-5-22-47 0 0,0 0 1 0 0,0-1-1 0 0,1 1 0 0 0,0-1 0 0 0,1 0 0 0 0,0 0 0 0 0,0 0 0 0 0,0 0 1 0 0,1-1-1 0 0,-1 0 0 0 0,2 0 0 0 0,-1-1 0 0 0,1 1 0 0 0,-1-1 0 0 0,2-1 1 0 0,-1 0-1 0 0,0 0 0 0 0,1 0 0 0 0,0-1 0 0 0,12 5 0 0 0,-1-4-548 0 0,0 0 0 0 0,0-1 0 0 0,1-1 0 0 0,35-1 0 0 0,-17-3-2842 0 0,57-11-1 0 0,-32 0-2098 0 0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2:58.5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219 703 760 0 0,'-88'-6'9773'0'0,"85"5"-9465"0"0,0-1 79 0 0,2 2-376 0 0,1 0 0 0 0,0 0 0 0 0,0 0 0 0 0,0 0 0 0 0,-1 0 0 0 0,1 0 0 0 0,0 0 0 0 0,0 0 0 0 0,0 0 0 0 0,-1 0 0 0 0,1 0 0 0 0,0-1 0 0 0,0 1 0 0 0,0 0 0 0 0,-1 0 0 0 0,1 0 0 0 0,0 0 0 0 0,0 0 0 0 0,0 0 0 0 0,0-1 0 0 0,0 1 0 0 0,-1 0 0 0 0,1 0 0 0 0,0 0 0 0 0,0 0 0 0 0,0-1 0 0 0,0 1 0 0 0,0 0 0 0 0,0 0 0 0 0,0 0 0 0 0,0-1 0 0 0,0 1 0 0 0,-1 0 0 0 0,1 0 0 0 0,0 0 0 0 0,0-1 0 0 0,1-2 64 0 0,0-1-1 0 0,-1 1 1 0 0,1 0-1 0 0,0-1 1 0 0,1 1-1 0 0,-1 0 1 0 0,0 0-1 0 0,1 0 1 0 0,0 0-1 0 0,3-4 1 0 0,27-34 102 0 0,-18 25-121 0 0,26-34-15 0 0,45-75 1 0 0,-73 105-39 0 0,-1-1-1 0 0,-1 0 1 0 0,-1-1 0 0 0,-1 0-1 0 0,-1-1 1 0 0,-1 0 0 0 0,4-26 0 0 0,-6 19 21 0 0,-1 0 1 0 0,-2 1-1 0 0,-1-1 1 0 0,-1 0-1 0 0,-7-36 1 0 0,8 64-33 0 0,-12 43-21 0 0,15 285 1057 0 0,3-171-657 0 0,-5-110-283 0 0,4 528 769 0 0,-49-2-461 0 0,40-547-363 0 0,2-2 24 0 0,-2 0 0 0 0,-12 39 1 0 0,15-56-50 0 0,0-1 1 0 0,-1 0 0 0 0,0 1 0 0 0,0-1 0 0 0,0 0 0 0 0,0 0 0 0 0,-1-1 0 0 0,1 1 0 0 0,-1 0 0 0 0,0-1 0 0 0,0 0 0 0 0,0 0 0 0 0,-1 0 0 0 0,1 0 0 0 0,-1 0 0 0 0,0 0 0 0 0,0-1 0 0 0,0 0 0 0 0,-8 4 0 0 0,9-6-8 0 0,-1 1 1 0 0,1-1-1 0 0,-1 0 0 0 0,1 0 1 0 0,0-1-1 0 0,-1 1 1 0 0,1-1-1 0 0,-1 1 1 0 0,1-1-1 0 0,0 0 0 0 0,0 0 1 0 0,-1 0-1 0 0,1-1 1 0 0,0 1-1 0 0,0-1 0 0 0,0 0 1 0 0,0 0-1 0 0,1 0 1 0 0,-4-3-1 0 0,-4-3-8 0 0,1 0-1 0 0,0-1 0 0 0,-15-19 1 0 0,7 3-19 0 0,1-1 1 0 0,2 0-1 0 0,0-1 1 0 0,2 0-1 0 0,0-1 0 0 0,2-1 1 0 0,2 0-1 0 0,0 0 1 0 0,2 0-1 0 0,1-1 0 0 0,1 0 1 0 0,1-32-1 0 0,3 13 1 0 0,2 0 0 0 0,3 0 0 0 0,1 0 0 0 0,3 1 0 0 0,1 0 0 0 0,29-78 0 0 0,-27 95 18 0 0,1 1-1 0 0,1 0 0 0 0,2 1 0 0 0,1 1 1 0 0,1 0-1 0 0,23-26 0 0 0,-30 41-4 0 0,1 0 0 0 0,1 0-1 0 0,0 1 1 0 0,1 1 0 0 0,0 0 0 0 0,0 1 0 0 0,1 0 0 0 0,1 2-1 0 0,-1-1 1 0 0,2 2 0 0 0,-1 0 0 0 0,32-8 0 0 0,-39 13 11 0 0,-1 1 0 0 0,1 0 0 0 0,-1 1 0 0 0,0 0 0 0 0,1 0 1 0 0,-1 1-1 0 0,1 0 0 0 0,-1 0 0 0 0,1 1 0 0 0,-1 0 0 0 0,0 1 0 0 0,0 0 0 0 0,0 0 1 0 0,-1 0-1 0 0,1 1 0 0 0,-1 0 0 0 0,8 6 0 0 0,-10-6 11 0 0,1 0 1 0 0,-1 1-1 0 0,0-1 0 0 0,0 1 0 0 0,0 1 1 0 0,-1-1-1 0 0,0 0 0 0 0,0 1 0 0 0,0 0 1 0 0,-1 0-1 0 0,1 0 0 0 0,-2 1 0 0 0,1-1 1 0 0,-1 1-1 0 0,0-1 0 0 0,0 1 0 0 0,0 0 1 0 0,-1 0-1 0 0,-1 0 0 0 0,1 0 0 0 0,-1 8 1 0 0,-1-8 0 0 0,0 0-1 0 0,0 1 1 0 0,-1-1 0 0 0,0 0 0 0 0,0-1 0 0 0,-1 1 0 0 0,0 0 0 0 0,0-1 0 0 0,0 1-1 0 0,-1-1 1 0 0,0 0 0 0 0,0 0 0 0 0,-1-1 0 0 0,0 1 0 0 0,0-1 0 0 0,0 0 0 0 0,0 0-1 0 0,-1-1 1 0 0,-12 9 0 0 0,8-7-13 0 0,0-1-1 0 0,0 0 1 0 0,0 0-1 0 0,-1-1 1 0 0,0 0-1 0 0,0-1 1 0 0,0 0 0 0 0,0-1-1 0 0,-1 0 1 0 0,1 0-1 0 0,-22-1 1 0 0,28-1-235 0 0,-1 0 1 0 0,1-1-1 0 0,-1 0 1 0 0,1 1-1 0 0,-1-2 1 0 0,1 1-1 0 0,0 0 1 0 0,-1-1-1 0 0,1 0 1 0 0,0-1-1 0 0,0 1 1 0 0,0-1-1 0 0,-8-5 1 0 0,13 6-17 0 0,-1 1 1 0 0,0 0 0 0 0,1-1-1 0 0,-1 1 1 0 0,1-1-1 0 0,-1 1 1 0 0,1 0-1 0 0,0-1 1 0 0,0 1-1 0 0,-1-1 1 0 0,1 1 0 0 0,0-1-1 0 0,0 1 1 0 0,0-1-1 0 0,1 1 1 0 0,-1-1-1 0 0,0 1 1 0 0,1-1 0 0 0,-1 1-1 0 0,1-1 1 0 0,-1 1-1 0 0,1 0 1 0 0,-1-1-1 0 0,1 1 1 0 0,1-2 0 0 0,6-11-3173 0 0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2:58.9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23 2308 0 0,'13'-13'6909'0'0,"-7"4"-4315"0"0,-18 17-1090 0 0,4 1-1287 0 0,1 1 1 0 0,0-1 0 0 0,0 1-1 0 0,1 0 1 0 0,1 1 0 0 0,0-1-1 0 0,0 1 1 0 0,1 0 0 0 0,-3 12 0 0 0,-2 15 0 0 0,-8 56 1 0 0,14-76-190 0 0,1-1-1 0 0,1 1 1 0 0,0 0 0 0 0,2 0 0 0 0,0 0 0 0 0,1-1-1 0 0,0 1 1 0 0,2-1 0 0 0,10 33 0 0 0,-13-48-25 0 0,0 1 1 0 0,0-1-1 0 0,1 1 0 0 0,-1-1 1 0 0,1 0-1 0 0,-1 0 0 0 0,1 0 1 0 0,0 0-1 0 0,0 0 1 0 0,0 0-1 0 0,0 0 0 0 0,0-1 1 0 0,0 1-1 0 0,0-1 0 0 0,1 1 1 0 0,-1-1-1 0 0,5 2 1 0 0,-2-2 0 0 0,-1 0 1 0 0,0 0 0 0 0,1-1-1 0 0,-1 1 1 0 0,1-1-1 0 0,-1 0 1 0 0,1 0 0 0 0,-1-1-1 0 0,9-1 1 0 0,0-1 0 0 0,-1-1-1 0 0,-1 0 0 0 0,1-1 1 0 0,0 0-1 0 0,-1-1 1 0 0,18-12-1 0 0,-19 10-9 0 0,-1 0 0 0 0,0 0 1 0 0,0-1-1 0 0,0 0 0 0 0,-2-1 0 0 0,1 0 0 0 0,-1 0 0 0 0,0-1 0 0 0,-1 1 0 0 0,-1-1 0 0 0,1-1 1 0 0,5-20-1 0 0,-8 23-1 0 0,0 0 1 0 0,-1 0-1 0 0,-1-1 1 0 0,1 1-1 0 0,-1 0 0 0 0,-1-1 1 0 0,0 1-1 0 0,0-1 1 0 0,-1 1-1 0 0,0 0 1 0 0,-1-1-1 0 0,0 1 1 0 0,-1 0-1 0 0,1 0 1 0 0,-2 0-1 0 0,1 0 1 0 0,-7-10-1 0 0,6 13 4 0 0,0 1-1 0 0,-1 0 1 0 0,0 0-1 0 0,0 0 1 0 0,0 1 0 0 0,0-1-1 0 0,-1 1 1 0 0,1 0-1 0 0,-1 1 1 0 0,0 0-1 0 0,-1 0 1 0 0,1 0 0 0 0,0 0-1 0 0,-1 1 1 0 0,1 0-1 0 0,-1 1 1 0 0,-13-2-1 0 0,15 2-61 0 0,0 0 0 0 0,0 1-1 0 0,0 0 1 0 0,0 0-1 0 0,0 0 1 0 0,0 0-1 0 0,0 1 1 0 0,0 0 0 0 0,0 0-1 0 0,0 1 1 0 0,1-1-1 0 0,-1 1 1 0 0,0 0-1 0 0,1 0 1 0 0,-1 0 0 0 0,1 1-1 0 0,0 0 1 0 0,0 0-1 0 0,0 0 1 0 0,0 0-1 0 0,0 0 1 0 0,1 1 0 0 0,-1 0-1 0 0,-5 8 1 0 0,8-11-36 0 0,1 0 1 0 0,-1 1 0 0 0,0-1-1 0 0,0 1 1 0 0,0-1 0 0 0,1 1 0 0 0,-1-1-1 0 0,1 1 1 0 0,0-1 0 0 0,-1 1-1 0 0,1-1 1 0 0,0 1 0 0 0,0 0-1 0 0,0-1 1 0 0,0 1 0 0 0,0 0-1 0 0,0-1 1 0 0,0 1 0 0 0,0-1-1 0 0,1 1 1 0 0,-1-1 0 0 0,1 1 0 0 0,-1 0-1 0 0,1-1 1 0 0,0 0 0 0 0,0 1-1 0 0,-1-1 1 0 0,1 1 0 0 0,0-1-1 0 0,0 0 1 0 0,0 0 0 0 0,0 1-1 0 0,1-1 1 0 0,-1 0 0 0 0,0 0 0 0 0,0 0-1 0 0,3 1 1 0 0,1 1-505 0 0,0-1 0 0 0,0 1 1 0 0,0-1-1 0 0,1 0 0 0 0,-1-1 0 0 0,1 1 0 0 0,-1-1 1 0 0,1 0-1 0 0,9 0 0 0 0,5 0-1876 0 0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2:59.3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79 748 0 0,'3'-2'568'0'0,"9"-6"1206"0"0,-2 0 1 0 0,1-1-1 0 0,-1-1 0 0 0,-1 0 0 0 0,11-13 1 0 0,-19 21-1246 0 0,-1 2-510 0 0,0 0 1 0 0,0 0-1 0 0,0 0 0 0 0,1 0 0 0 0,-1-1 1 0 0,0 1-1 0 0,0 0 0 0 0,0 0 0 0 0,0 0 0 0 0,0 0 1 0 0,0-1-1 0 0,0 1 0 0 0,0 0 0 0 0,0 0 1 0 0,0 0-1 0 0,0 0 0 0 0,0-1 0 0 0,0 1 1 0 0,0 0-1 0 0,0 0 0 0 0,0 0 0 0 0,0 0 1 0 0,0-1-1 0 0,0 1 0 0 0,0 0 0 0 0,-1 0 0 0 0,1 0 1 0 0,0 0-1 0 0,0-1 0 0 0,0 1 0 0 0,0 0 1 0 0,0 0-1 0 0,0 0 0 0 0,0 0 0 0 0,-1 0 1 0 0,1 0-1 0 0,0-1 0 0 0,0 1 0 0 0,0 0 0 0 0,0 0 1 0 0,0 0-1 0 0,-1 0 0 0 0,1 0 0 0 0,0 0 1 0 0,0 0-1 0 0,0 0 0 0 0,0 0 0 0 0,-1 0 1 0 0,1 0-1 0 0,0 0 0 0 0,0 0 0 0 0,0 0 1 0 0,0 0-1 0 0,-1 0 0 0 0,1 0 0 0 0,0 0 0 0 0,0 0 1 0 0,0 0-1 0 0,0 0 0 0 0,-1 0 0 0 0,1 0 1 0 0,0 0-1 0 0,0 0 0 0 0,-15 0 428 0 0,14 0-477 0 0,-6 2 112 0 0,0 1 1 0 0,0 0-1 0 0,0 0 0 0 0,1 0 1 0 0,-1 1-1 0 0,1 0 1 0 0,0 0-1 0 0,0 1 1 0 0,0 0-1 0 0,1 0 1 0 0,-9 9-1 0 0,7-5-59 0 0,0 0-1 0 0,0 0 1 0 0,0 1-1 0 0,1 0 1 0 0,1 0-1 0 0,-7 18 1 0 0,10-23-19 0 0,0 0-1 0 0,1 0 1 0 0,0 1-1 0 0,0-1 1 0 0,1 0 0 0 0,-1 1-1 0 0,1-1 1 0 0,0 0-1 0 0,1 1 1 0 0,-1-1 0 0 0,1 0-1 0 0,0 1 1 0 0,0-1-1 0 0,1 0 1 0 0,0 0-1 0 0,0 0 1 0 0,0 0 0 0 0,0 0-1 0 0,1 0 1 0 0,0-1-1 0 0,0 1 1 0 0,4 4 0 0 0,7 7 0 0 0,2 0 0 0 0,0-1-1 0 0,1 0 1 0 0,22 14 0 0 0,-18-13-2 0 0,21 20-1 0 0,-41-36 6 0 0,-1 1 0 0 0,1 0 0 0 0,-1-1 1 0 0,1 1-1 0 0,-1-1 0 0 0,1 1 0 0 0,-1 0 0 0 0,0-1 1 0 0,1 1-1 0 0,-1 0 0 0 0,0 0 0 0 0,1-1 0 0 0,-1 1 1 0 0,0 0-1 0 0,0 0 0 0 0,0-1 0 0 0,0 1 0 0 0,0 0 1 0 0,0 0-1 0 0,0 0 0 0 0,0-1 0 0 0,0 1 0 0 0,0 0 1 0 0,0 0-1 0 0,0-1 0 0 0,-1 2 0 0 0,0 0 11 0 0,0 0-1 0 0,0 0 0 0 0,0 0 0 0 0,0-1 1 0 0,-1 1-1 0 0,1 0 0 0 0,0-1 1 0 0,-1 1-1 0 0,-2 1 0 0 0,-4 3 48 0 0,1-1 1 0 0,-1 0-1 0 0,-10 5 0 0 0,17-10-59 0 0,-23 10 66 0 0,-47 13 0 0 0,52-17-358 0 0,17-5-162 0 0,-3-1-552 0 0,5 0 934 0 0,-1 0-1 0 0,1 0 0 0 0,-1 0 0 0 0,1 0 0 0 0,-1 0 0 0 0,1 0 0 0 0,-1 0 0 0 0,1 0 1 0 0,-1 0-1 0 0,1 0 0 0 0,-1 0 0 0 0,0 0 0 0 0,1 0 0 0 0,-1 0 0 0 0,1 0 1 0 0,-1-1-1 0 0,1 1 0 0 0,0 0 0 0 0,-1 0 0 0 0,0-1 0 0 0,0-6-1054 0 0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2:59.5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47 1936 0 0,'33'-42'11360'0'0,"-28"37"-9830"0"0,-5 5-1489 0 0,1 0-1 0 0,-1 1 0 0 0,0-1 0 0 0,0 0 1 0 0,1 0-1 0 0,-1 0 0 0 0,0 0 0 0 0,0 0 1 0 0,1 1-1 0 0,-1-1 0 0 0,0 0 0 0 0,0 0 0 0 0,0 0 1 0 0,0 1-1 0 0,1-1 0 0 0,-1 0 0 0 0,0 0 1 0 0,0 1-1 0 0,0-1 0 0 0,0 0 0 0 0,0 0 1 0 0,0 1-1 0 0,0-1 0 0 0,0 0 0 0 0,0 0 0 0 0,0 1 1 0 0,0-1-1 0 0,0 0 0 0 0,0 1 0 0 0,0-1 1 0 0,0 0-1 0 0,0 0 0 0 0,0 1 0 0 0,0-1 1 0 0,0 0-1 0 0,0 0 0 0 0,0 1 0 0 0,0-1 0 0 0,0 0 1 0 0,0 0-1 0 0,-1 1 0 0 0,-1 11 191 0 0,-23 135 1032 0 0,22-124-1228 0 0,2 0 0 0 0,0 1 1 0 0,2-1-1 0 0,5 35 0 0 0,-6-53-24 0 0,2 0 0 0 0,-1 0-1 0 0,0 1 1 0 0,1-1-1 0 0,2 5 1 0 0,-3-9-118 0 0,0 1 0 0 0,0-1 0 0 0,0 1 0 0 0,0-1 1 0 0,1 1-1 0 0,-1-1 0 0 0,0 1 0 0 0,1-1 0 0 0,-1 0 0 0 0,0 0 0 0 0,1 0 0 0 0,-1 0 0 0 0,1 0 1 0 0,0 0-1 0 0,-1 0 0 0 0,3 0 0 0 0,-2 0-81 0 0,0-1 0 0 0,-1 0-1 0 0,1 0 1 0 0,0 0 0 0 0,0 0 0 0 0,-1 0 0 0 0,1 0 0 0 0,0 0 0 0 0,0-1 0 0 0,-1 1-1 0 0,1-1 1 0 0,0 1 0 0 0,-1-1 0 0 0,1 1 0 0 0,0-1 0 0 0,-1 0 0 0 0,1 0 0 0 0,-1 0-1 0 0,1 0 1 0 0,1-2 0 0 0,1 0-937 0 0,0-1-1 0 0,0 0 0 0 0,0 0 1 0 0,6-9-1 0 0,2-8-3324 0 0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2:59.7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140 104 2156 0 0,'-42'-43'5389'0'0,"32"34"-4738"0"0,0 0 0 0 0,-1 1 0 0 0,0 1 0 0 0,-1 0 0 0 0,-13-6 0 0 0,15 8-608 0 0,7 4-230 0 0,3 1 157 0 0,0 0-1 0 0,0 0 1 0 0,0 0 0 0 0,0 0-1 0 0,0 0 1 0 0,0-1 0 0 0,0 1 0 0 0,-1 0-1 0 0,1 0 1 0 0,0 0 0 0 0,0 0-1 0 0,0 0 1 0 0,0 0 0 0 0,0 0-1 0 0,0 0 1 0 0,-1 0 0 0 0,1 0-1 0 0,0 0 1 0 0,0 0 0 0 0,0 0-1 0 0,0 0 1 0 0,0 0 0 0 0,-1 0 0 0 0,1 0-1 0 0,0 0 1 0 0,0 0 0 0 0,0 0-1 0 0,0 0 1 0 0,0 0 0 0 0,0 0-1 0 0,-1 0 1 0 0,1 0 0 0 0,0 0-1 0 0,0 0 1 0 0,0 0 0 0 0,0 0-1 0 0,0 0 1 0 0,0 0 0 0 0,-1 1 0 0 0,1-1-1 0 0,0 0 1 0 0,0 0 0 0 0,0 0-1 0 0,0 0 1 0 0,0 0 0 0 0,0 0-1 0 0,0 0 1 0 0,0 1 0 0 0,0-1-1 0 0,0 0 1 0 0,0 0 0 0 0,0 0-1 0 0,0 0 1 0 0,-1 0 0 0 0,1 1 0 0 0,0-1-1 0 0,0 0 1 0 0,0 0 0 0 0,0 9-3645 0 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3:00.0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10 2248 0 0,'-13'-5'7799'0'0,"9"4"-7130"0"0,3 0-439 0 0,0 1 0 0 0,-1-1 1 0 0,1 1-1 0 0,0 0 0 0 0,0-1 0 0 0,-1 1 0 0 0,1 0 0 0 0,0 0 0 0 0,-1 0 0 0 0,1 0 0 0 0,0 0 0 0 0,-1 0 0 0 0,1 0 1 0 0,0 1-1 0 0,-1-1 0 0 0,1 0 0 0 0,0 1 0 0 0,0-1 0 0 0,-2 1 0 0 0,3 0-182 0 0,-1 0 0 0 0,1 0-1 0 0,-1 0 1 0 0,1 0 0 0 0,0 0-1 0 0,-1 0 1 0 0,1 0 0 0 0,0 0 0 0 0,0 0-1 0 0,0 0 1 0 0,0 0 0 0 0,0 0 0 0 0,0 0-1 0 0,0 0 1 0 0,0 1 0 0 0,0 0 67 0 0,-2 39 892 0 0,1 0 0 0 0,8 59-1 0 0,-4-53-615 0 0,9 237 792 0 0,-2-15-1534 0 0,-2-201-1786 0 0,-7-62 1476 0 0,1-1-1 0 0,-1 1 1 0 0,1-1-1 0 0,0 1 0 0 0,0-1 1 0 0,1 0-1 0 0,0 0 1 0 0,0 0-1 0 0,3 5 1 0 0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3:00.2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88 96 0 0,'0'-17'4582'0'0,"-2"1"1"0"0,0-1-1 0 0,-6-20 1218 0 0,8 39-5661 0 0,-1 9-68 0 0,0-1 0 0 0,1 1 0 0 0,0 0 0 0 0,1-1 0 0 0,3 19 0 0 0,0 8-2 0 0,14 118-482 0 0,-15-137-458 0 0,1-1 0 0 0,1 1-1 0 0,1-1 1 0 0,0 0 0 0 0,1-1 0 0 0,15 25 0 0 0,-20-37 179 0 0,0-1 0 0 0,1 1 1 0 0,0-1-1 0 0,0 0 0 0 0,0 0 0 0 0,0 0 1 0 0,0 0-1 0 0,4 2 0 0 0,10 4-4444 0 0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3:00.9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74 1404 0 0,'-22'-48'14508'0'0,"11"30"-10553"0"0,11 18-3922 0 0,0 0 0 0 0,0-1-1 0 0,0 1 1 0 0,0 0 0 0 0,0 0 0 0 0,0-1-1 0 0,0 1 1 0 0,0 0 0 0 0,0-1-1 0 0,0 1 1 0 0,0 0 0 0 0,0 0 0 0 0,0-1-1 0 0,0 1 1 0 0,-1 0 0 0 0,1 0 0 0 0,0-1-1 0 0,0 1 1 0 0,0 0 0 0 0,0 0 0 0 0,-1 0-1 0 0,1-1 1 0 0,0 1 0 0 0,0 0-1 0 0,-1 0 1 0 0,1 0 0 0 0,0 0 0 0 0,0-1-1 0 0,-1 1 1 0 0,1 0 0 0 0,0 0 0 0 0,0 0-1 0 0,-1 0 1 0 0,1 0 0 0 0,0 0-1 0 0,-1 0 1 0 0,1 0-22 0 0,-1 0-1 0 0,1 0 1 0 0,0 0 0 0 0,-1 1-1 0 0,1-1 1 0 0,0 0-1 0 0,-1 0 1 0 0,1 1-1 0 0,0-1 1 0 0,-1 0 0 0 0,1 1-1 0 0,0-1 1 0 0,0 0-1 0 0,-1 1 1 0 0,1-1-1 0 0,0 0 1 0 0,0 1 0 0 0,0-1-1 0 0,-1 0 1 0 0,1 1-1 0 0,0-1 1 0 0,0 1-1 0 0,0-1 1 0 0,0 1 0 0 0,0-1-1 0 0,0 0 1 0 0,0 1-1 0 0,0-1 1 0 0,0 1-1 0 0,0-1 1 0 0,0 1 0 0 0,0 59 67 0 0,2-1-1 0 0,3 1 1 0 0,3-1 0 0 0,26 101 0 0 0,-30-150-185 0 0,0 1 0 0 0,1-1 0 0 0,8 13 0 0 0,-12-22 82 0 0,-1 0 0 0 0,1-1 0 0 0,0 1 0 0 0,0 0-1 0 0,0 0 1 0 0,-1-1 0 0 0,1 1 0 0 0,0 0 0 0 0,0-1 0 0 0,0 1 0 0 0,0-1 0 0 0,0 1 0 0 0,0-1-1 0 0,1 1 1 0 0,-1-1 0 0 0,0 0 0 0 0,0 0 0 0 0,0 1 0 0 0,0-1 0 0 0,0 0 0 0 0,0 0 0 0 0,1 0-1 0 0,-1 0 1 0 0,1-1 0 0 0,24-6-452 0 0,-17 2 335 0 0,-2-1 0 0 0,1 0 0 0 0,0 0 0 0 0,-1 0 0 0 0,0-1 1 0 0,-1 0-1 0 0,7-9 0 0 0,38-59-288 0 0,-23 31 304 0 0,22-28 404 0 0,-50 71-266 0 0,4 2 8 0 0,0-1 0 0 0,-1 1 1 0 0,1 0-1 0 0,-1 0 0 0 0,0 0 1 0 0,1 1-1 0 0,-1-1 0 0 0,0 1 0 0 0,0 0 1 0 0,0 0-1 0 0,0 0 0 0 0,0 0 1 0 0,0 1-1 0 0,4 3 0 0 0,-3-1 25 0 0,1-1 1 0 0,0 0-1 0 0,1-1 0 0 0,-1 1 0 0 0,10 4 0 0 0,-9-7-23 0 0,0 1-1 0 0,1-1 1 0 0,0 1-1 0 0,-1-2 1 0 0,1 1-1 0 0,-1-1 1 0 0,1 0-1 0 0,0 0 1 0 0,-1-1 0 0 0,1 0-1 0 0,0 0 1 0 0,-1-1-1 0 0,0 0 1 0 0,1 0-1 0 0,-1 0 1 0 0,0-1-1 0 0,0 0 1 0 0,8-5-1 0 0,-4 3-2 0 0,0-2-1 0 0,-1 0 0 0 0,0 0 0 0 0,0 0 1 0 0,-1-1-1 0 0,1 0 0 0 0,-2-1 0 0 0,1 0 1 0 0,-1 0-1 0 0,6-11 0 0 0,-6 7-13 0 0,0 1 37 0 0,-1 0-1 0 0,6-15 1 0 0,-11 23-30 0 0,1 1-1 0 0,-2-1 1 0 0,1 1 0 0 0,0 0 0 0 0,-1-1 0 0 0,1 0-1 0 0,-1 1 1 0 0,0-1 0 0 0,0 1 0 0 0,0-1 0 0 0,-1 1-1 0 0,1-1 1 0 0,-2-4 0 0 0,1 6 3 0 0,-5 0 4 0 0,6 1-19 0 0,0 1-1 0 0,-1 0 1 0 0,1-1 0 0 0,0 1 0 0 0,-1 0-1 0 0,1 0 1 0 0,-1-1 0 0 0,1 1 0 0 0,-1 0-1 0 0,1 0 1 0 0,-1 0 0 0 0,1 0 0 0 0,0-1-1 0 0,-1 1 1 0 0,1 0 0 0 0,-1 0-1 0 0,1 0 1 0 0,-1 0 0 0 0,1 0 0 0 0,-1 0-1 0 0,1 0 1 0 0,-1 0 0 0 0,1 1 0 0 0,-1-1-1 0 0,1 0 1 0 0,-1 0 0 0 0,1 0 0 0 0,-1 0-1 0 0,1 1 1 0 0,0-1 0 0 0,-1 0-1 0 0,1 0 1 0 0,-1 1 0 0 0,1-1 0 0 0,0 0-1 0 0,-1 1 1 0 0,0 0 0 0 0,-4 4 32 0 0,0 1 1 0 0,0 0 0 0 0,1 1-1 0 0,-1-1 1 0 0,1 1-1 0 0,1-1 1 0 0,-1 1 0 0 0,1 1-1 0 0,0-1 1 0 0,1 0-1 0 0,0 1 1 0 0,0-1-1 0 0,-1 13 1 0 0,0-3 40 0 0,2 1 0 0 0,0 0 0 0 0,1 0 0 0 0,1 0-1 0 0,3 18 1 0 0,-4-33-59 0 0,0 1 1 0 0,1 0-1 0 0,0-1 0 0 0,0 0 0 0 0,0 1 0 0 0,0-1 1 0 0,1 0-1 0 0,-1 1 0 0 0,1-1 0 0 0,0 0 0 0 0,0 0 1 0 0,0 0-1 0 0,0 0 0 0 0,0-1 0 0 0,5 5 0 0 0,-3-5-5 0 0,-1 0 0 0 0,0 0 1 0 0,1 0-1 0 0,0-1 0 0 0,-1 1 0 0 0,1-1 0 0 0,0 0 0 0 0,0 0 0 0 0,0-1 0 0 0,0 1 0 0 0,0-1 0 0 0,0 0 0 0 0,0 0 1 0 0,4 0-1 0 0,10-2-327 0 0,-1 0 1 0 0,1-1 0 0 0,0-1-1 0 0,-1-1 1 0 0,0 0 0 0 0,0-2-1 0 0,-1 0 1 0 0,26-14 0 0 0,-15 5-1740 0 0,-1-1 1 0 0,0-1-1 0 0,-1-2 1 0 0,23-23 0 0 0,-12 7-4035 0 0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3:01.1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78 3304 0 0,'-15'-2'1771'0'0,"1"1"146"0"0,0 0 0 0 0,0-2-1 0 0,0 0 1 0 0,0 0 0 0 0,1-1-1 0 0,-1-1 1 0 0,-18-9 0 0 0,30 12-1831 0 0,1 1 0 0 0,-1-1 0 0 0,1 0 0 0 0,0 1 0 0 0,-1-1 0 0 0,1 0 0 0 0,0 0 0 0 0,0 0 0 0 0,0 0 0 0 0,1 0 0 0 0,-1 0 0 0 0,0 0 0 0 0,1 0 0 0 0,-1 0 0 0 0,1-4 0 0 0,0 4-591 0 0,-1-4-1525 0 0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3:01.3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0 2316 0 0,'-36'23'6403'0'0,"25"-17"-4402"0"0,1 0-1 0 0,0 1 0 0 0,-13 11 0 0 0,22-16-1252 0 0,3-1-627 0 0,0 0-1 0 0,0 0 1 0 0,0 0-1 0 0,0 0 1 0 0,0 0-1 0 0,0-1 0 0 0,0 1 1 0 0,0-1-1 0 0,1 1 1 0 0,-1-1-1 0 0,3 0 1 0 0,70 0-1594 0 0,111-14 1 0 0,-137 9-252 0 0,22-3-2962 0 0,2-1-2469 0 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3:01.9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1 186 1580 0 0,'0'-2'207'0'0,"-1"-7"878"0"0,1 0-1 0 0,0 0 1 0 0,1-1-1 0 0,0 1 0 0 0,1 0 1 0 0,4-15-1 0 0,-5 23-1012 0 0,-1 0 1 0 0,1 1-1 0 0,0-1 0 0 0,0 0 0 0 0,-1 0 1 0 0,1 1-1 0 0,0-1 0 0 0,0 1 0 0 0,0-1 1 0 0,-1 1-1 0 0,1-1 0 0 0,0 1 1 0 0,0 0-1 0 0,0-1 0 0 0,0 1 0 0 0,0 0 1 0 0,0-1-1 0 0,0 1 0 0 0,0 0 0 0 0,0 0 1 0 0,0 0-1 0 0,0 0 0 0 0,0 0 0 0 0,0 0 1 0 0,0 0-1 0 0,0 1 0 0 0,0-1 0 0 0,0 0 1 0 0,1 1-1 0 0,28 9 1015 0 0,-15 1-772 0 0,1-1 1 0 0,-2 2-1 0 0,0 0 0 0 0,0 0 1 0 0,16 21-1 0 0,55 79 310 0 0,-35-44-339 0 0,-12-17 1378 0 0,-36-49-1024 0 0,1-3-421 0 0,-1 1-196 0 0,-1-1 0 0 0,1 0 0 0 0,-1 1 0 0 0,0-1 0 0 0,1 0 0 0 0,-1 0 0 0 0,1 0 0 0 0,-1 0 1 0 0,0 0-1 0 0,0 0 0 0 0,0 0 0 0 0,0 0 0 0 0,0 0 0 0 0,0-1 0 0 0,2-1 0 0 0,11-28 199 0 0,5-24-70 0 0,20-99 0 0 0,-2 3-1194 0 0,-36 150 949 0 0,-1 0 0 0 0,0 0 0 0 0,0 0 0 0 0,1 0 0 0 0,-1 0 0 0 0,0 0 0 0 0,1 0 0 0 0,-1 1 0 0 0,1-1 0 0 0,0 0-1 0 0,-1 0 1 0 0,1 0 0 0 0,-1 0 0 0 0,1 1 0 0 0,0-1 0 0 0,0 0 0 0 0,-1 1 0 0 0,1-1 0 0 0,0 0 0 0 0,0 1 0 0 0,0-1 0 0 0,0 1 0 0 0,0-1-1 0 0,0 1 1 0 0,0 0 0 0 0,0-1 0 0 0,0 1 0 0 0,0 0 0 0 0,0 0 0 0 0,2 0 0 0 0,1 0-751 0 0,0 1-1 0 0,0 0 1 0 0,0 0 0 0 0,0 0-1 0 0,-1 1 1 0 0,7 2 0 0 0,1 1-1208 0 0,2 0-2509 0 0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3:03.2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344 286 684 0 0,'1'-3'600'0'0,"0"0"0"0"0,-1 0 0 0 0,0-1 0 0 0,0 1 0 0 0,0 0 0 0 0,0 0 0 0 0,0-1 0 0 0,-1 1 0 0 0,1 0 0 0 0,-1 0 0 0 0,0 0 0 0 0,0-1 0 0 0,0 1-1 0 0,-2-3 1 0 0,2 3-313 0 0,-1 1 0 0 0,0-1 0 0 0,0 0 0 0 0,0 1-1 0 0,0-1 1 0 0,-1 1 0 0 0,1 0 0 0 0,-1 0 0 0 0,1 0 0 0 0,-1 0-1 0 0,0 0 1 0 0,-3-1 0 0 0,0 0-142 0 0,1 1 0 0 0,-1 0 0 0 0,1 1 0 0 0,-1-1 0 0 0,0 1 0 0 0,0 0 0 0 0,0 0 0 0 0,0 1-1 0 0,0 0 1 0 0,0 0 0 0 0,1 0 0 0 0,-1 1 0 0 0,0 0 0 0 0,-11 3 0 0 0,4 1-68 0 0,1 0 1 0 0,-1 1-1 0 0,1 0 1 0 0,1 1-1 0 0,0 1 0 0 0,0-1 1 0 0,0 2-1 0 0,1-1 1 0 0,0 2-1 0 0,0-1 0 0 0,1 1 1 0 0,-11 17-1 0 0,13-17-63 0 0,1-1 1 0 0,0 2-1 0 0,0-1 0 0 0,1 1 1 0 0,1-1-1 0 0,-1 1 0 0 0,2 1 1 0 0,0-1-1 0 0,0 0 0 0 0,1 1 1 0 0,0 0-1 0 0,1-1 0 0 0,1 1 1 0 0,1 20-1 0 0,-1-27-10 0 0,1 0 0 0 0,0 0 0 0 0,0 0 0 0 0,0 0-1 0 0,1 0 1 0 0,0-1 0 0 0,0 1 0 0 0,0-1 0 0 0,0 1 0 0 0,1-1 0 0 0,0 0 0 0 0,0 0 0 0 0,0 0 0 0 0,0 0 0 0 0,0-1-1 0 0,1 1 1 0 0,5 4 0 0 0,-3-5 2 0 0,0 1 0 0 0,0-1 0 0 0,0 0 0 0 0,1 0 0 0 0,-1-1 0 0 0,1 0 0 0 0,-1 0-1 0 0,1-1 1 0 0,0 0 0 0 0,-1 0 0 0 0,13 0 0 0 0,-7-1-1 0 0,0-1 0 0 0,0 0 0 0 0,0 0 0 0 0,-1-1 1 0 0,1-1-1 0 0,0 0 0 0 0,-1-1 0 0 0,0 0 0 0 0,0-1 0 0 0,0 0 0 0 0,0 0 1 0 0,-1-1-1 0 0,0-1 0 0 0,14-11 0 0 0,-17 12-5 0 0,-1-1-1 0 0,0 0 1 0 0,0-1-1 0 0,-1 1 1 0 0,0-1 0 0 0,0 0-1 0 0,-1 0 1 0 0,0-1 0 0 0,-1 1-1 0 0,0-1 1 0 0,3-10-1 0 0,-1-8-29 0 0,0 0-1 0 0,1-39 1 0 0,-4 30-13 0 0,-1 18-55 0 0,-2 17 59 0 0,0 4 9 0 0,-3 30 12 0 0,4-13 31 0 0,1-1 1 0 0,1 0-1 0 0,8 33 1 0 0,-8-43-6 0 0,1-1 0 0 0,0 0 0 0 0,0 1 0 0 0,0-2 0 0 0,1 1 0 0 0,0 0 0 0 0,1-1 0 0 0,0 1 0 0 0,0-1 0 0 0,10 10 0 0 0,-10-13-37 0 0,0-1 1 0 0,0 0-1 0 0,0 0 0 0 0,0 0 1 0 0,1-1-1 0 0,-1 1 0 0 0,1-1 1 0 0,0-1-1 0 0,-1 1 0 0 0,1-1 0 0 0,0 0 1 0 0,0 0-1 0 0,0-1 0 0 0,0 0 1 0 0,6 0-1 0 0,3-1-264 0 0,1 0 1 0 0,-1-1-1 0 0,0-1 0 0 0,25-7 1 0 0,-21 3 116 0 0,0-1 0 0 0,-1 0 0 0 0,0-1 0 0 0,-1-1 0 0 0,0 0 0 0 0,0-2 0 0 0,-1 0 0 0 0,0 0 0 0 0,-1-2 0 0 0,-1 0 1 0 0,0 0-1 0 0,-1-2 0 0 0,-1 1 0 0 0,14-23 0 0 0,-1-8 360 0 0,-3 0 1 0 0,-1-2-1 0 0,-2-1 1 0 0,15-64 0 0 0,-31 108 294 0 0,-1 8-116 0 0,2 20 109 0 0,0 30 103 0 0,-3 1-219 0 0,2 0 0 0 0,3 0 0 0 0,18 79 0 0 0,-23-128-349 0 0,0 1-1 0 0,1-1 1 0 0,-1 0 0 0 0,1 0 0 0 0,1 0 0 0 0,-1 0 0 0 0,0 0 0 0 0,1 0 0 0 0,0 0 0 0 0,0-1 0 0 0,1 0 0 0 0,-1 0 0 0 0,1 0 0 0 0,0 0 0 0 0,0 0 0 0 0,0-1 0 0 0,1 1 0 0 0,-1-1 0 0 0,1 0 0 0 0,0-1 0 0 0,0 1 0 0 0,0-1 0 0 0,0 0 0 0 0,0 0 0 0 0,0 0 0 0 0,0-1 0 0 0,1 0 0 0 0,-1 0 0 0 0,1 0 0 0 0,-1-1 0 0 0,0 0 0 0 0,11 0 0 0 0,-5-1-94 0 0,0 0 0 0 0,0-1 0 0 0,-1 0 0 0 0,1-1 0 0 0,-1 0 0 0 0,1-1 0 0 0,-1 0 0 0 0,0 0-1 0 0,0-1 1 0 0,-1 0 0 0 0,0-1 0 0 0,0 0 0 0 0,0-1 0 0 0,0 1 0 0 0,-1-2 0 0 0,0 1 0 0 0,12-17 0 0 0,-2 1 111 0 0,-2-1 1 0 0,-1-1-1 0 0,0-1 0 0 0,-2 0 1 0 0,14-40-1 0 0,-21 51 307 0 0,-4 8-157 0 0,0 0 1 0 0,1 0-1 0 0,7-11 1 0 0,-9 16 33 0 0,0 2-199 0 0,-1 1 1 0 0,1-1 0 0 0,0 0 0 0 0,-1 1 0 0 0,1-1-1 0 0,0 0 1 0 0,-1 1 0 0 0,1-1 0 0 0,-1 1 0 0 0,1-1 0 0 0,-1 1-1 0 0,1-1 1 0 0,-1 1 0 0 0,1-1 0 0 0,-1 1 0 0 0,1-1 0 0 0,-1 1-1 0 0,0 0 1 0 0,1-1 0 0 0,-1 1 0 0 0,0 0 0 0 0,0-1 0 0 0,1 1-1 0 0,-1 0 1 0 0,0-1 0 0 0,0 3 0 0 0,6 24 175 0 0,-5-20-118 0 0,6 31 140 0 0,-6-26-171 0 0,1 0 1 0 0,0 0 0 0 0,1-1-1 0 0,1 1 1 0 0,-1 0 0 0 0,2-1-1 0 0,0 0 1 0 0,11 20 0 0 0,-13-28-28 0 0,1 0 0 0 0,-1 0 0 0 0,1 0 1 0 0,0-1-1 0 0,-1 0 0 0 0,1 1 0 0 0,0-1 1 0 0,0 0-1 0 0,1-1 0 0 0,-1 1 0 0 0,0-1 0 0 0,0 0 1 0 0,1 0-1 0 0,-1 0 0 0 0,1-1 0 0 0,-1 1 1 0 0,1-1-1 0 0,-1 0 0 0 0,1-1 0 0 0,-1 1 1 0 0,7-2-1 0 0,3 0-11 0 0,0-1 1 0 0,0 0-1 0 0,-1-1 0 0 0,1-1 1 0 0,19-9-1 0 0,-17 6-38 0 0,0-2 0 0 0,-1 0 0 0 0,0-1 1 0 0,-1 0-1 0 0,-1-1 0 0 0,1-1 0 0 0,16-21 0 0 0,-10 8 70 0 0,-1-1 0 0 0,-1-1 0 0 0,18-37 0 0 0,-25 45 104 0 0,-11 19-134 0 0,1 1-1 0 0,-1 0 1 0 0,0-1-1 0 0,0 1 1 0 0,0-1-1 0 0,1 1 1 0 0,-1-1-1 0 0,0 1 1 0 0,0 0-1 0 0,1-1 1 0 0,-1 1-1 0 0,0 0 1 0 0,1-1-1 0 0,-1 1 1 0 0,0 0 0 0 0,1-1-1 0 0,-1 1 1 0 0,0 0-1 0 0,1 0 1 0 0,-1 0-1 0 0,1-1 1 0 0,-1 1-1 0 0,1 0 1 0 0,-1 0-1 0 0,1 0 1 0 0,-1 0-1 0 0,0 0 1 0 0,1 0-1 0 0,-1 0 1 0 0,1 0-1 0 0,-1 0 1 0 0,1 0-1 0 0,-1 0 1 0 0,1 0-1 0 0,-1 0 1 0 0,1 0-1 0 0,0 0 1 0 0,0 2 0 0 0,1-1 0 0 0,-1 0 0 0 0,0 0 1 0 0,0 0-1 0 0,0 1 0 0 0,1-1 0 0 0,-1 0 0 0 0,-1 1 0 0 0,1-1 1 0 0,1 4-1 0 0,3 4 23 0 0,-2 0-1 0 0,6 19 1 0 0,-8-26-14 0 0,23 94 193 0 0,-20-84-166 0 0,0 0 0 0 0,1 0 1 0 0,1-1-1 0 0,-1 1 0 0 0,14 16 0 0 0,-16-24-27 0 0,0-1-1 0 0,1 0 0 0 0,0 0 0 0 0,-1 0 0 0 0,1-1 0 0 0,0 1 1 0 0,0-1-1 0 0,1 0 0 0 0,-1 0 0 0 0,0 0 0 0 0,1-1 1 0 0,-1 0-1 0 0,1 0 0 0 0,0 0 0 0 0,7 1 0 0 0,7-1 12 0 0,1 0 1 0 0,26-2-1 0 0,-26-1-13 0 0,0-1 1 0 0,0-1-1 0 0,-1 0 1 0 0,1-2-1 0 0,-1 0 1 0 0,0-1-1 0 0,-1-1 1 0 0,0-1-1 0 0,0-1 1 0 0,27-19-1 0 0,-30 18-5 0 0,0 0-1 0 0,-1-1 0 0 0,-1-1 0 0 0,0 0 0 0 0,0-1 0 0 0,-1-1 1 0 0,-1 0-1 0 0,-1 0 0 0 0,0-1 0 0 0,-1 0 0 0 0,12-31 0 0 0,-19 42 10 0 0,0 0-1 0 0,-1 0 1 0 0,0 0-1 0 0,0 0 1 0 0,1-9-1 0 0,-2 13 3 0 0,0-1-1 0 0,0 1 1 0 0,-1-1-1 0 0,1 1 1 0 0,0-1-1 0 0,0 1 1 0 0,-1-1-1 0 0,1 1 1 0 0,-1-1-1 0 0,0 1 0 0 0,1-1 1 0 0,-1 1-1 0 0,0 0 1 0 0,0-1-1 0 0,0 1 1 0 0,0 0-1 0 0,0 0 1 0 0,0 0-1 0 0,0-1 1 0 0,-2 0-1 0 0,1 1 14 0 0,1 1 0 0 0,-1-1-1 0 0,0 1 1 0 0,0 0 0 0 0,1-1-1 0 0,-1 1 1 0 0,0 0 0 0 0,0 0 0 0 0,1 0-1 0 0,-1 1 1 0 0,0-1 0 0 0,0 0 0 0 0,1 1-1 0 0,-1-1 1 0 0,0 1 0 0 0,1-1 0 0 0,-4 3-1 0 0,-27 14 290 0 0,23-10-255 0 0,0 0-1 0 0,1 1 0 0 0,0 0 1 0 0,0 0-1 0 0,1 1 0 0 0,0 0 1 0 0,0 0-1 0 0,1 0 1 0 0,-10 21-1 0 0,14-25-47 0 0,0-1-1 0 0,0 1 1 0 0,1 0 0 0 0,0 0-1 0 0,0 0 1 0 0,0 0 0 0 0,0 0-1 0 0,1 0 1 0 0,-1 0 0 0 0,1 0-1 0 0,1 0 1 0 0,-1 0 0 0 0,1 0-1 0 0,0 0 1 0 0,0 0 0 0 0,0-1-1 0 0,1 1 1 0 0,-1 0 0 0 0,1 0-1 0 0,1-1 1 0 0,-1 1 0 0 0,0-1-1 0 0,1 0 1 0 0,6 8 0 0 0,-1-4-98 0 0,0-1 1 0 0,1 0 0 0 0,-1 0 0 0 0,2-1 0 0 0,-1 0 0 0 0,0-1 0 0 0,1 0 0 0 0,0 0 0 0 0,0-1 0 0 0,1 0-1 0 0,-1-1 1 0 0,16 3 0 0 0,-2-1-1627 0 0,34 2-1 0 0,20-5-5221 0 0,-31-2 301 0 0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3:03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2876 0 0,'2'10'13233'0'0,"-1"1"-13001"0"0,18-11-5896 0 0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3:09.9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2 931 1324 0 0,'0'0'2636'0'0,"-1"10"-54"0"0,1-6-2372 0 0,0-1 0 0 0,1 0-1 0 0,-1 0 1 0 0,1 0 0 0 0,0 0 0 0 0,0 0 0 0 0,0 0-1 0 0,1 0 1 0 0,-1 0 0 0 0,1 0 0 0 0,-1 0 0 0 0,1-1-1 0 0,0 1 1 0 0,0-1 0 0 0,0 1 0 0 0,1-1 0 0 0,-1 0 0 0 0,0 0-1 0 0,1 0 1 0 0,0 0 0 0 0,3 2 0 0 0,-3-2-166 0 0,1 0 1 0 0,-1 0 0 0 0,1-1-1 0 0,0 1 1 0 0,-1-1 0 0 0,1 0-1 0 0,0 0 1 0 0,0 0 0 0 0,0 0-1 0 0,0-1 1 0 0,-1 0 0 0 0,1 1-1 0 0,0-2 1 0 0,0 1 0 0 0,0 0-1 0 0,0-1 1 0 0,6-1 0 0 0,6-4-3 0 0,0-1 0 0 0,-1-1 0 0 0,0 0 0 0 0,0-1 0 0 0,0-1 1 0 0,22-19-1 0 0,71-80-61 0 0,-88 84 10 0 0,0 0-1 0 0,-2-2 0 0 0,0 0 0 0 0,-2-1 0 0 0,-1-1 0 0 0,-2-1 0 0 0,-1 0 0 0 0,-1 0 0 0 0,-1-1 1 0 0,7-43-1 0 0,-5 2-20 0 0,-4 0 1 0 0,-3-1 0 0 0,-5-110-1 0 0,0 177 22 0 0,-1-6-28 0 0,1 1-1 0 0,-5-22 0 0 0,4 31 24 0 0,0 4 8 0 0,-5 14-1 0 0,0 1 0 0 0,2-1 0 0 0,0 1 0 0 0,1-1 0 0 0,0 1 0 0 0,0 23 0 0 0,1-11 8 0 0,-8 61-15 0 0,-16 172 92 0 0,22-181-24 0 0,8 102 0 0 0,-3-171-42 0 0,0 0 1 0 0,1 0 0 0 0,0 0 0 0 0,1 0-1 0 0,1 0 1 0 0,-1-1 0 0 0,10 18-1 0 0,-12-26-41 0 0,1 1 0 0 0,1-1 0 0 0,-1 1-1 0 0,0-1 1 0 0,1 0 0 0 0,0 0 0 0 0,0 0-1 0 0,0 0 1 0 0,0-1 0 0 0,0 1 0 0 0,0-1-1 0 0,0 0 1 0 0,1 0 0 0 0,0 0 0 0 0,-1 0-1 0 0,1-1 1 0 0,0 1 0 0 0,0-1-1 0 0,-1 0 1 0 0,1 0 0 0 0,0 0 0 0 0,0-1-1 0 0,0 1 1 0 0,0-1 0 0 0,0 0 0 0 0,6-1-1 0 0,3-1-124 0 0,1 0-1 0 0,-1-2 0 0 0,0 1 1 0 0,0-2-1 0 0,0 1 0 0 0,-1-2 1 0 0,1 0-1 0 0,-1 0 0 0 0,-1-1 1 0 0,1-1-1 0 0,-1 0 0 0 0,0 0 1 0 0,15-17-1 0 0,-9 7-54 0 0,0-1-1 0 0,-1-1 1 0 0,0 0-1 0 0,-2-1 1 0 0,-1-1-1 0 0,16-33 1 0 0,-12 13 64 0 0,-1 0 1 0 0,-3 0-1 0 0,16-88 0 0 0,-20 68 515 0 0,-3 1 0 0 0,-3-83-1 0 0,-15-12 1371 0 0,10 148-1614 0 0,-2 12-21 0 0,-4 14 43 0 0,-6 104 697 0 0,1 164 0 0 0,8-112-330 0 0,-2 93 62 0 0,7-264-561 0 0,0 0 0 0 0,-1-1 0 0 0,2 1 0 0 0,-1-1 0 0 0,0 1 0 0 0,0-1 0 0 0,1 1 0 0 0,-1-1 0 0 0,1 1 0 0 0,0-1 0 0 0,0 1 0 0 0,0-1 1 0 0,2 3-1 0 0,-2-4 0 0 0,13-23-2 0 0,24-97-187 0 0,0-5 65 0 0,-32 110 89 0 0,0 0-1 0 0,1 1 1 0 0,0 0-1 0 0,1 0 1 0 0,0 1-1 0 0,16-17 1 0 0,-21 26 25 0 0,-1 0 0 0 0,1 0 0 0 0,0 0 0 0 0,1 1 0 0 0,-1 0 0 0 0,0-1 0 0 0,1 1 0 0 0,-1 0 0 0 0,1 1 0 0 0,0-1 0 0 0,0 1 0 0 0,-1-1 0 0 0,1 1 0 0 0,0 0 0 0 0,0 0 0 0 0,0 1 0 0 0,0-1 0 0 0,0 1 0 0 0,0 0 0 0 0,0 0 0 0 0,0 1 0 0 0,0-1 0 0 0,0 1 0 0 0,6 1 0 0 0,-3 0 44 0 0,-1 1 0 0 0,1 0 0 0 0,-1 0 0 0 0,0 0 0 0 0,0 1 0 0 0,-1 0 0 0 0,1 0 0 0 0,-1 1 0 0 0,1-1 0 0 0,-1 1 0 0 0,-1 0 0 0 0,1 0 0 0 0,6 11 0 0 0,-3-3 44 0 0,-1-1 0 0 0,0 2 1 0 0,-1-1-1 0 0,0 1 0 0 0,7 28 0 0 0,5 72 228 0 0,-10-54-206 0 0,-6-47-87 0 0,-2-11-23 0 0,0 0 0 0 0,0 0 0 0 0,0 0 0 0 0,1 0 0 0 0,-1 0 0 0 0,1 0 0 0 0,-1 0 0 0 0,1 0 0 0 0,0 0 0 0 0,0 0 0 0 0,0-1 0 0 0,0 1 0 0 0,2 3 0 0 0,-3-5-6 0 0,1 1 0 0 0,0-1 0 0 0,-1 0 0 0 0,1 1 0 0 0,0-1 0 0 0,0 0 0 0 0,-1 1 0 0 0,1-1-1 0 0,0 0 1 0 0,0 0 0 0 0,-1 0 0 0 0,1 0 0 0 0,0 0 0 0 0,0 0 0 0 0,0 0 0 0 0,-1 0 0 0 0,1 0 0 0 0,0 0-1 0 0,0 0 1 0 0,-1 0 0 0 0,1 0 0 0 0,0-1 0 0 0,0 1 0 0 0,17-7 12 0 0,-17 6-13 0 0,15-6-9 0 0,-1-2 1 0 0,0 0-1 0 0,0-1 0 0 0,-1 0 0 0 0,-1-1 1 0 0,14-14-1 0 0,-3 1-16 0 0,-1-1 0 0 0,21-32 0 0 0,-31 38 3 0 0,0-1-1 0 0,14-32 1 0 0,-23 42 14 0 0,1 0-1 0 0,-2 0 1 0 0,0-1 0 0 0,0 1 0 0 0,-1-1-1 0 0,0 0 1 0 0,1-16 0 0 0,-5 24-1 0 0,-4-5 1 0 0,1 6-8 0 0,0 4 17 0 0,0 0 1 0 0,0 0-1 0 0,1 0 1 0 0,-1 1-1 0 0,0-1 0 0 0,1 1 1 0 0,0 0-1 0 0,-1 1 0 0 0,1-1 1 0 0,0 1-1 0 0,1-1 0 0 0,-1 1 1 0 0,1 0-1 0 0,0 1 1 0 0,-6 8-1 0 0,-6 12 52 0 0,-18 41 0 0 0,32-64-49 0 0,-10 20 35 0 0,2-1 0 0 0,1 2 0 0 0,1-1 0 0 0,-6 32 0 0 0,12-47-30 0 0,0 0-1 0 0,0 0 1 0 0,0 0 0 0 0,1-1-1 0 0,0 1 1 0 0,1 0-1 0 0,-1 0 1 0 0,1 0 0 0 0,1 0-1 0 0,-1 0 1 0 0,1-1 0 0 0,0 1-1 0 0,1-1 1 0 0,0 1-1 0 0,0-1 1 0 0,0 0 0 0 0,0 0-1 0 0,1 0 1 0 0,6 6-1 0 0,-6-8-5 0 0,0-1-1 0 0,0 0 1 0 0,1 0-1 0 0,-1 0 1 0 0,1-1-1 0 0,0 0 1 0 0,0 0-1 0 0,0 0 1 0 0,0 0-1 0 0,0-1 1 0 0,0 1-1 0 0,0-1 1 0 0,0-1-1 0 0,1 1 1 0 0,-1-1-1 0 0,0 0 1 0 0,0 0-1 0 0,8-1 1 0 0,4-1-86 0 0,1-1 0 0 0,-1-1-1 0 0,1 0 1 0 0,18-8 0 0 0,-17 5-133 0 0,1-1 0 0 0,-2-1 0 0 0,1 0-1 0 0,-1-1 1 0 0,-1-2 0 0 0,20-15-1 0 0,-27 18 99 0 0,0-1 0 0 0,0 0 0 0 0,-1 0 0 0 0,-1-1 0 0 0,0 0 0 0 0,0 0 0 0 0,-1-1 0 0 0,0 0 0 0 0,-1 0 0 0 0,6-18-1 0 0,-5 4 268 0 0,0 1 0 0 0,-2-1 0 0 0,-1-1 0 0 0,-1 1 0 0 0,-1-39 0 0 0,-2 63 62 0 0,0 4-73 0 0,-3 14 140 0 0,0-1-1 0 0,2 1 1 0 0,0 29 0 0 0,0 2-17 0 0,-9 169 567 0 0,10-214-790 0 0,1-3-38 0 0,0 0 1 0 0,0 0 0 0 0,0-1-1 0 0,0 1 1 0 0,-1 0-1 0 0,1 0 1 0 0,0-1 0 0 0,-1 1-1 0 0,1-1 1 0 0,-1 1-1 0 0,0 0 1 0 0,1-1 0 0 0,-1 1-1 0 0,0-2 1 0 0,1 0-1 0 0,4-17 0 0 0,42-148-95 0 0,-39 145 68 0 0,2 0-1 0 0,0 0 0 0 0,1 1 1 0 0,28-41-1 0 0,-36 59 47 0 0,0 0 1 0 0,1 0-1 0 0,-1 0 0 0 0,1 0 0 0 0,0 1 0 0 0,0-1 0 0 0,0 1 0 0 0,0 0 0 0 0,1 0 0 0 0,-1 1 0 0 0,1-1 0 0 0,0 1 0 0 0,0 0 0 0 0,0 0 0 0 0,0 1 0 0 0,8-2 0 0 0,-11 3 26 0 0,1 0-1 0 0,-1 0 1 0 0,1 0-1 0 0,-1 1 0 0 0,1-1 1 0 0,-1 1-1 0 0,1-1 0 0 0,-1 1 1 0 0,1 0-1 0 0,-1 0 1 0 0,1 0-1 0 0,-1 0 0 0 0,0 1 1 0 0,0-1-1 0 0,0 0 1 0 0,0 1-1 0 0,0 0 0 0 0,0-1 1 0 0,0 1-1 0 0,0 0 0 0 0,1 2 1 0 0,2 2 107 0 0,-1 1 1 0 0,0-1-1 0 0,0 0 0 0 0,-1 1 1 0 0,5 11-1 0 0,-3-4 62 0 0,-2 0 0 0 0,1-1 0 0 0,-2 1-1 0 0,0 1 1 0 0,-1-1 0 0 0,0 27 0 0 0,-15 88 744 0 0,4-47-582 0 0,7-64-316 0 0,2-13-13 0 0,1 0 1 0 0,-1 0-1 0 0,1 0 0 0 0,0 1 0 0 0,0-1 1 0 0,0 0-1 0 0,2 10 0 0 0,-1-14-37 0 0,-1 0-1 0 0,1 0 1 0 0,-1-1-1 0 0,1 1 0 0 0,-1 0 1 0 0,1 0-1 0 0,0-1 1 0 0,-1 1-1 0 0,1 0 0 0 0,0-1 1 0 0,0 1-1 0 0,0-1 1 0 0,-1 1-1 0 0,1-1 1 0 0,0 1-1 0 0,0-1 0 0 0,0 0 1 0 0,0 1-1 0 0,0-1 1 0 0,0 0-1 0 0,0 0 1 0 0,0 0-1 0 0,-1 0 0 0 0,1 0 1 0 0,0 0-1 0 0,0 0 1 0 0,0 0-1 0 0,1 0 1 0 0,29-6 34 0 0,-9-2-356 0 0,0-2-1 0 0,-1 0 0 0 0,0-1 0 0 0,-1-1 0 0 0,0-1 1 0 0,-1-1-1 0 0,0-1 0 0 0,29-30 0 0 0,-32 27-1366 0 0,-1 0-1 0 0,0 0 1 0 0,-1-1-1 0 0,-1-1 1 0 0,11-25-1 0 0,-11 16-4219 0 0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3:10.1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287 213 1364 0 0,'-272'48'11460'0'0,"258"-47"-10522"0"0,18-8-414 0 0,21-9-179 0 0,64-22-264 0 0,183-53 0 0 0,105 6-7047 0 0,-258 60 1543 0 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3:10.7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484 59 720 0 0,'-10'-8'1690'0'0,"-1"0"0"0"0,0 0 0 0 0,-12-6 1 0 0,16 10-1272 0 0,0 1 0 0 0,0 0 0 0 0,0 1 0 0 0,0-1 0 0 0,-1 1 0 0 0,-10-1 0 0 0,13 3-336 0 0,0 0 1 0 0,0 0 0 0 0,0 1 0 0 0,0-1 0 0 0,0 1-1 0 0,0 1 1 0 0,0-1 0 0 0,0 1 0 0 0,1-1 0 0 0,-1 1-1 0 0,1 1 1 0 0,-1-1 0 0 0,-4 4 0 0 0,-3 2 86 0 0,1 0 0 0 0,0 1 0 0 0,-13 15-1 0 0,-6 8 58 0 0,1 2-1 0 0,3 1 1 0 0,0 1-1 0 0,2 2 1 0 0,2 0-1 0 0,2 1 1 0 0,-31 83-1 0 0,49-115-213 0 0,0 0 0 0 0,0 1 0 0 0,1 0 0 0 0,0-1 0 0 0,0 1 1 0 0,1 0-1 0 0,-1-1 0 0 0,2 1 0 0 0,-1 0 0 0 0,1-1 0 0 0,1 1 0 0 0,2 9 0 0 0,-3-12-68 0 0,1-1 0 0 0,0 1 0 0 0,0-1 0 0 0,1 0 0 0 0,-1 0-1 0 0,1 0 1 0 0,0 0 0 0 0,0 0 0 0 0,0-1 0 0 0,0 1 0 0 0,1-1 0 0 0,-1 0 0 0 0,1 0-1 0 0,0 0 1 0 0,0 0 0 0 0,0-1 0 0 0,1 1 0 0 0,-1-1 0 0 0,0 0 0 0 0,8 2 0 0 0,3 0-300 0 0,0-1 0 0 0,1-1 0 0 0,-1 0 0 0 0,0 0 1 0 0,0-2-1 0 0,1 0 0 0 0,20-3 0 0 0,-8-1-947 0 0,0-1-1 0 0,-1-1 0 0 0,31-12 1 0 0,-18 3-1336 0 0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3:11.1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189 78 1600 0 0,'1'-4'395'0'0,"-1"0"-1"0"0,0 0 0 0 0,0 0 1 0 0,0 0-1 0 0,0 0 1 0 0,-1 0-1 0 0,0 0 1 0 0,1 0-1 0 0,-2 0 0 0 0,1 1 1 0 0,0-1-1 0 0,-1 0 1 0 0,1 1-1 0 0,-1-1 0 0 0,0 1 1 0 0,0-1-1 0 0,-1 1 1 0 0,-2-3-1 0 0,5 5-343 0 0,-1 1 0 0 0,0 0 0 0 0,0-1 0 0 0,1 1 0 0 0,-1 0 0 0 0,0-1 0 0 0,0 1-1 0 0,0 0 1 0 0,1 0 0 0 0,-1 0 0 0 0,0 0 0 0 0,0 0 0 0 0,0-1 0 0 0,1 2 0 0 0,-1-1 0 0 0,0 0 0 0 0,0 0 0 0 0,0 0-1 0 0,0 0 1 0 0,1 0 0 0 0,-1 1 0 0 0,0-1 0 0 0,0 0 0 0 0,1 1 0 0 0,-1-1 0 0 0,0 0 0 0 0,0 1 0 0 0,1-1 0 0 0,-2 2-1 0 0,-19 17 745 0 0,18-15-547 0 0,-8 8 115 0 0,0 1 0 0 0,1 0 0 0 0,1 0 0 0 0,0 1 0 0 0,1 0 1 0 0,-7 17-1 0 0,5-7-90 0 0,1 0 1 0 0,1 0-1 0 0,-5 32 0 0 0,11-48-233 0 0,1 0 1 0 0,0 1-1 0 0,0-1 0 0 0,1 0 0 0 0,0 1 0 0 0,1-1 0 0 0,-1 0 0 0 0,2 1 0 0 0,-1-1 0 0 0,4 8 0 0 0,-4-12-31 0 0,0-1-1 0 0,1 1 1 0 0,0-1 0 0 0,0 0-1 0 0,0 1 1 0 0,0-1-1 0 0,0 0 1 0 0,1 0 0 0 0,-1-1-1 0 0,1 1 1 0 0,0 0-1 0 0,0-1 1 0 0,0 0 0 0 0,0 0-1 0 0,0 1 1 0 0,0-2 0 0 0,1 1-1 0 0,-1 0 1 0 0,0-1-1 0 0,1 0 1 0 0,0 1 0 0 0,-1-1-1 0 0,1-1 1 0 0,5 2-1 0 0,0-1-40 0 0,1-1 0 0 0,0 1 0 0 0,-1-1 0 0 0,1-1-1 0 0,0 0 1 0 0,-1 0 0 0 0,1-1 0 0 0,-1 0 0 0 0,1-1 0 0 0,-1 0-1 0 0,0 0 1 0 0,0-1 0 0 0,0-1 0 0 0,-1 1 0 0 0,1-1-1 0 0,-1 0 1 0 0,0-1 0 0 0,-1 0 0 0 0,1 0 0 0 0,-1-1-1 0 0,0 0 1 0 0,-1 0 0 0 0,0-1 0 0 0,0 0 0 0 0,0 0-1 0 0,-1 0 1 0 0,0 0 0 0 0,-1-1 0 0 0,0 0 0 0 0,0 0-1 0 0,-1 0 1 0 0,0-1 0 0 0,-1 1 0 0 0,0 0 0 0 0,0-1-1 0 0,-1 0 1 0 0,-1 1 0 0 0,1-1 0 0 0,-1 0 0 0 0,-1 0-1 0 0,0 1 1 0 0,0-1 0 0 0,-1 1 0 0 0,-4-14 0 0 0,4 17 43 0 0,0 0 0 0 0,-1 0 0 0 0,1 0 0 0 0,-1 0 0 0 0,0 0 0 0 0,-1 1 0 0 0,1-1 0 0 0,-1 1 0 0 0,0 0 0 0 0,-1 0 0 0 0,1 1 0 0 0,-1-1 0 0 0,0 1 0 0 0,0 0 0 0 0,0 0 0 0 0,0 1 0 0 0,-1 0 0 0 0,0-1 0 0 0,1 2 0 0 0,-1-1 0 0 0,0 1 0 0 0,-1 0 0 0 0,1 0 0 0 0,0 1 0 0 0,0-1 0 0 0,-1 1 0 0 0,1 1 0 0 0,-1-1 0 0 0,1 1 0 0 0,-1 1 0 0 0,1-1 0 0 0,0 1 0 0 0,-1 0 0 0 0,1 0 0 0 0,0 1 0 0 0,-1 0 0 0 0,1 0 0 0 0,-8 4 0 0 0,6-2-294 0 0,0 0-1 0 0,1 1 1 0 0,-1 0-1 0 0,1 1 1 0 0,0-1-1 0 0,0 2 1 0 0,1-1-1 0 0,0 0 1 0 0,0 1-1 0 0,0 0 1 0 0,-8 16 0 0 0,12-20 125 0 0,0 0 1 0 0,1 0 0 0 0,-1 0-1 0 0,1 0 1 0 0,0 1 0 0 0,0-1 0 0 0,0 1-1 0 0,0-1 1 0 0,0 1 0 0 0,1-1-1 0 0,0 1 1 0 0,-1-1 0 0 0,1 1-1 0 0,1-1 1 0 0,-1 1 0 0 0,0-1 0 0 0,1 1-1 0 0,0-1 1 0 0,0 1 0 0 0,0-1-1 0 0,0 0 1 0 0,0 1 0 0 0,1-1 0 0 0,-1 0-1 0 0,1 0 1 0 0,0 0 0 0 0,0 0-1 0 0,0 0 1 0 0,1 0 0 0 0,-1-1 0 0 0,0 1-1 0 0,6 3 1 0 0,5 3-3783 0 0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3:11.4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39 2172 0 0,'4'-13'2679'0'0,"-4"11"-2274"0"0,1 0 0 0 0,-1 0 0 0 0,1 0 1 0 0,-1 0-1 0 0,1 0 0 0 0,0 1 0 0 0,0-1 0 0 0,0 0 0 0 0,0 0 1 0 0,0 1-1 0 0,3-4 856 0 0,13 6 422 0 0,-14 0-1480 0 0,0-1 1 0 0,1 2-1 0 0,-1-1 1 0 0,-1 0 0 0 0,1 1-1 0 0,0-1 1 0 0,0 1-1 0 0,0 0 1 0 0,-1 0-1 0 0,1 0 1 0 0,2 3 0 0 0,24 29 1220 0 0,-21-24-1051 0 0,2 3-208 0 0,-1 0 1 0 0,0 1-1 0 0,-1 0 0 0 0,-1 0 1 0 0,0 1-1 0 0,-1 0 0 0 0,0 0 1 0 0,-2 0-1 0 0,0 1 0 0 0,0 0 0 0 0,-1-1 1 0 0,-1 2-1 0 0,-1-1 0 0 0,0 0 1 0 0,-1 0-1 0 0,-1 0 0 0 0,-1 0 1 0 0,0 0-1 0 0,-1 0 0 0 0,0 0 0 0 0,-1-1 1 0 0,-1 1-1 0 0,-1-1 0 0 0,-11 22 1 0 0,15-34-127 0 0,0-1 0 0 0,0 1 1 0 0,0-1-1 0 0,0 1 1 0 0,0-1-1 0 0,-1 0 1 0 0,1 0-1 0 0,-1 0 0 0 0,1 0 1 0 0,-1 0-1 0 0,0-1 1 0 0,0 1-1 0 0,1-1 1 0 0,-5 2-1 0 0,7-3-35 0 0,-1 0 0 0 0,0 0 1 0 0,1-1-1 0 0,-1 1 0 0 0,0 0 0 0 0,1 0 1 0 0,-1 0-1 0 0,0 0 0 0 0,1-1 0 0 0,-1 1 1 0 0,1 0-1 0 0,-1-1 0 0 0,0 1 0 0 0,1 0 0 0 0,-1-1 1 0 0,1 1-1 0 0,-1-1 0 0 0,1 1 0 0 0,-1-1 1 0 0,1 1-1 0 0,-1-1 0 0 0,1 1 0 0 0,0-1 1 0 0,-1 1-1 0 0,1-1 0 0 0,0 1 0 0 0,-1-1 0 0 0,1 0 1 0 0,0 0-1 0 0,-8-19 13 0 0,6 10-12 0 0,0 0 1 0 0,1-1-1 0 0,0 1 1 0 0,1 0-1 0 0,0 0 0 0 0,1 0 1 0 0,0 0-1 0 0,1 0 1 0 0,0 0-1 0 0,0 0 0 0 0,6-15 1 0 0,3-2-330 0 0,1 1 0 0 0,27-45 0 0 0,-27 51-347 0 0,1 1 1 0 0,2 0-1 0 0,0 1 0 0 0,19-18 0 0 0,-23 25-612 0 0,1 2 0 0 0,21-15 0 0 0,-23 18-177 0 0,1 0 0 0 0,-1 1 0 0 0,1 1-1 0 0,12-4 1 0 0,-9 3-2085 0 0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3:12.0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 1188 0 0,'0'0'9642'0'0,"-4"15"-7681"0"0,7 13-717 0 0,0 1 0 0 0,2-1 1 0 0,1 0-1 0 0,10 27 1 0 0,8 40-91 0 0,-20-71-968 0 0,-1-1 1 0 0,-1 1-1 0 0,-1 35 1 0 0,-2-46-118 0 0,0 1 0 0 0,-1-1 0 0 0,-1 1 0 0 0,0-1 0 0 0,0 0 0 0 0,-2 0 0 0 0,-7 17 0 0 0,11-28-7 0 0,-3-5-48 0 0,4 3-14 0 0,-1 0 0 0 0,1 0 0 0 0,0 0 0 0 0,-1 0-1 0 0,1 0 1 0 0,0 0 0 0 0,0 0 0 0 0,-1-1 0 0 0,1 1 0 0 0,0 0 0 0 0,-1 0 0 0 0,1 0 0 0 0,0 0 0 0 0,0 0 0 0 0,-1-1 0 0 0,1 1 0 0 0,0 0 0 0 0,0 0-1 0 0,-1 0 1 0 0,1-1 0 0 0,0 1 0 0 0,0 0 0 0 0,0 0 0 0 0,-1-1 0 0 0,1 1 0 0 0,0 0 0 0 0,0 0 0 0 0,0-1 0 0 0,0 1 0 0 0,0 0 0 0 0,0-1-1 0 0,-1 1 1 0 0,1 0 0 0 0,0 0 0 0 0,0-1 0 0 0,0 1 0 0 0,0-1 0 0 0,1-14-52 0 0,1-1 1 0 0,0 1-1 0 0,1 0 1 0 0,0 0-1 0 0,2 0 1 0 0,-1 0-1 0 0,2 1 1 0 0,0 0-1 0 0,1 0 1 0 0,14-23-1 0 0,-12 24 28 0 0,0 0 0 0 0,1 0-1 0 0,1 1 1 0 0,0 0-1 0 0,0 1 1 0 0,1 0-1 0 0,1 1 1 0 0,-1 0-1 0 0,2 1 1 0 0,20-11 0 0 0,-28 17 18 0 0,1 1-1 0 0,-1 0 1 0 0,1 0 0 0 0,-1 1 0 0 0,1-1 0 0 0,-1 1 0 0 0,1 1 0 0 0,0-1 0 0 0,0 1 0 0 0,-1 1 0 0 0,1-1 0 0 0,0 1 0 0 0,-1 0 0 0 0,1 0 0 0 0,7 4 0 0 0,9 3 10 0 0,-1 1 0 0 0,41 23 0 0 0,0 0 44 0 0,-60-30-44 0 0,0-1 0 0 0,0 0 0 0 0,0 0 1 0 0,0 0-1 0 0,0 0 0 0 0,1 0 0 0 0,-1-1 0 0 0,0 0 1 0 0,1 1-1 0 0,-1-1 0 0 0,0 0 0 0 0,1-1 0 0 0,-1 1 0 0 0,0-1 1 0 0,5 0-1 0 0,-6 0-5 0 0,0 0 0 0 0,-1 0 1 0 0,1 0-1 0 0,0-1 0 0 0,0 1 0 0 0,0 0 1 0 0,-1-1-1 0 0,1 1 0 0 0,-1-1 0 0 0,1 0 1 0 0,-1 1-1 0 0,0-1 0 0 0,1 0 1 0 0,-1 0-1 0 0,0 0 0 0 0,0 0 0 0 0,0 0 1 0 0,-1 0-1 0 0,1 0 0 0 0,0 0 0 0 0,-1 0 1 0 0,1-3-1 0 0,1-5-9 0 0,-1 0 1 0 0,-1 0-1 0 0,0 0 1 0 0,0 0-1 0 0,-1 0 1 0 0,-3-15 0 0 0,4 20 2 0 0,-1 1 0 0 0,0-1 0 0 0,0 1 0 0 0,-1-1 1 0 0,1 1-1 0 0,-1 0 0 0 0,0 0 0 0 0,0 0 1 0 0,-1 0-1 0 0,1 0 0 0 0,-1 0 0 0 0,0 1 1 0 0,0-1-1 0 0,0 1 0 0 0,0 0 0 0 0,-5-4 1 0 0,7 7 2 0 0,-1-1 1 0 0,0 1 0 0 0,1-1 0 0 0,-1 1-1 0 0,0-1 1 0 0,1 1 0 0 0,-1 0 0 0 0,0 0-1 0 0,0 0 1 0 0,1 0 0 0 0,-1 0 0 0 0,0 0-1 0 0,1 0 1 0 0,-1 0 0 0 0,0 1 0 0 0,0-1-1 0 0,-1 2 1 0 0,-28 14-16 0 0,16-4 20 0 0,2 1 0 0 0,-1 0 1 0 0,2 1-1 0 0,0 1 0 0 0,0-1 1 0 0,1 2-1 0 0,1 0 0 0 0,1 0 1 0 0,0 1-1 0 0,2 0 0 0 0,-1 0 1 0 0,2 1-1 0 0,0 0 0 0 0,-4 29 1 0 0,9-43-113 0 0,0 1 0 0 0,1 0 0 0 0,0-1 0 0 0,0 1 0 0 0,0-1 0 0 0,0 1 0 0 0,1 0 0 0 0,-1-1 1 0 0,1 1-1 0 0,1-1 0 0 0,-1 1 0 0 0,1-1 0 0 0,-1 0 0 0 0,1 0 0 0 0,0 1 0 0 0,4 4 1 0 0,-2-5-207 0 0,0 0 1 0 0,0 0-1 0 0,0 0 1 0 0,0-1 0 0 0,0 1-1 0 0,1-1 1 0 0,0 0 0 0 0,-1-1-1 0 0,1 1 1 0 0,0-1 0 0 0,0 0-1 0 0,1 0 1 0 0,6 1 0 0 0,-1 0-1066 0 0,1-1-1 0 0,-1 0 1 0 0,0-1 0 0 0,23 0 0 0 0,-6-3-3466 0 0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3:12.4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210 75 1476 0 0,'1'-7'1121'0'0,"0"3"-536"0"0,-1 1 0 0 0,1-1 0 0 0,-1 0-1 0 0,1 1 1 0 0,-1-1 0 0 0,-1 0 0 0 0,1 1-1 0 0,0-1 1 0 0,-1 0 0 0 0,0 1-1 0 0,0-1 1 0 0,0 1 0 0 0,-2-6 0 0 0,2 8-499 0 0,1 0 1 0 0,-1 0-1 0 0,0 0 1 0 0,0 0-1 0 0,0 1 1 0 0,0-1-1 0 0,0 0 1 0 0,0 0-1 0 0,0 1 1 0 0,0-1-1 0 0,0 1 0 0 0,0-1 1 0 0,0 1-1 0 0,0-1 1 0 0,0 1-1 0 0,-1 0 1 0 0,1 0-1 0 0,0-1 1 0 0,0 1-1 0 0,0 0 1 0 0,0 0-1 0 0,-2 0 1 0 0,-24 4 790 0 0,26-4-874 0 0,-5 2 98 0 0,0 0 0 0 0,0 1 0 0 0,0-1 1 0 0,0 1-1 0 0,0 0 0 0 0,1 1 0 0 0,-1-1 1 0 0,1 1-1 0 0,0 0 0 0 0,0 0 0 0 0,0 1 1 0 0,1 0-1 0 0,-8 10 0 0 0,10-12-79 0 0,-1 0-1 0 0,1 0 1 0 0,1 0-1 0 0,-1 0 1 0 0,0 1 0 0 0,1-1-1 0 0,-1 1 1 0 0,1 0-1 0 0,0-1 1 0 0,1 1 0 0 0,-1 0-1 0 0,0-1 1 0 0,1 1-1 0 0,0 0 1 0 0,0 0 0 0 0,0-1-1 0 0,0 1 1 0 0,1 0-1 0 0,0 0 1 0 0,-1-1 0 0 0,1 1-1 0 0,0 0 1 0 0,1-1-1 0 0,2 7 1 0 0,8 7 54 0 0,1 1 0 0 0,1-2 0 0 0,0 1 0 0 0,1-2 0 0 0,18 15 0 0 0,10 10 38 0 0,-41-38-14 0 0,0 0 0 0 0,0 0 0 0 0,-1 1 0 0 0,1-1 1 0 0,0 1-1 0 0,-1-1 0 0 0,1 1 0 0 0,-1 0 0 0 0,0 0 0 0 0,0 0 0 0 0,0-1 0 0 0,0 1 0 0 0,-1 0 0 0 0,1 0 0 0 0,-1 0 1 0 0,0 5-1 0 0,0-6-55 0 0,0 0 1 0 0,-1 0-1 0 0,1 0 0 0 0,-1 0 1 0 0,0 0-1 0 0,0 0 1 0 0,0 0-1 0 0,0-1 1 0 0,0 1-1 0 0,0 0 1 0 0,0-1-1 0 0,0 1 0 0 0,-1 0 1 0 0,1-1-1 0 0,-1 0 1 0 0,1 1-1 0 0,-3 1 1 0 0,-29 17 277 0 0,8-10-474 0 0,0 0 0 0 0,0-2 0 0 0,-52 9 0 0 0,77-16 23 0 0,-1-1-1 0 0,1 0 1 0 0,-1 0-1 0 0,1 1 1 0 0,-1-1-1 0 0,1 0 1 0 0,-1 0-1 0 0,1 0 1 0 0,-1 0-1 0 0,1 0 1 0 0,-1 0-1 0 0,0 0 1 0 0,1 0-1 0 0,-1 0 1 0 0,1 0-1 0 0,-1 0 1 0 0,1 0-1 0 0,-1 0 1 0 0,0 0-1 0 0,1 0 1 0 0,-1-1-1 0 0,1 1 1 0 0,-1 0-1 0 0,1 0 1 0 0,-1-1-1 0 0,1 1 1 0 0,-1 0 0 0 0,1-1-1 0 0,0 1 1 0 0,-1-1-1 0 0,1 1 1 0 0,-1 0-1 0 0,1-1 1 0 0,0 1-1 0 0,-1-1 1 0 0,1 1-1 0 0,0-1 1 0 0,0 1-1 0 0,-1-1 1 0 0,1 0-1 0 0,0-1-345 0 0,0 1 0 0 0,0-1 0 0 0,1 0 0 0 0,-1 1 0 0 0,0-1-1 0 0,1 1 1 0 0,-1-1 0 0 0,1 1 0 0 0,0-1 0 0 0,-1 1 0 0 0,1-1-1 0 0,1-1 1 0 0,8-10-4109 0 0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3:12.8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54 844 0 0,'29'-53'11356'0'0,"-26"53"-10914"0"0,-1 1-333 0 0,0-1 0 0 0,0 1-1 0 0,0-1 1 0 0,-1 1 0 0 0,1 0-1 0 0,0-1 1 0 0,-1 1-1 0 0,1 0 1 0 0,-1 0 0 0 0,1 0-1 0 0,-1 1 1 0 0,1-1 0 0 0,-1 0-1 0 0,0 0 1 0 0,1 1-1 0 0,-1-1 1 0 0,0 1 0 0 0,0-1-1 0 0,0 1 1 0 0,0-1-1 0 0,0 1 1 0 0,0 2 0 0 0,15 30 1457 0 0,-1 0 1 0 0,17 65-1 0 0,-21-51-995 0 0,-3 0 1 0 0,-1 0-1 0 0,0 74 1 0 0,-24 295 433 0 0,-33-1-657 0 0,37-323-69 0 0,10-83-1064 0 0,-9-30-4186 0 0,12-6 484 0 0,4-39 0 0 0,-3 60 3701 0 0,2-32-5052 0 0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3:13.1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61 259 2340 0 0,'-9'-24'2017'0'0,"-5"-14"1465"0"0,1-1 1 0 0,-10-55-1 0 0,23 92-3429 0 0,-1 0 1 0 0,1 0-1 0 0,0 0 0 0 0,0 0 0 0 0,0 0 1 0 0,0 0-1 0 0,0-1 0 0 0,0 1 0 0 0,1 0 1 0 0,-1 0-1 0 0,1 0 0 0 0,-1 0 0 0 0,1 0 1 0 0,0 0-1 0 0,0 0 0 0 0,0 0 0 0 0,0 0 1 0 0,0 0-1 0 0,0 1 0 0 0,3-4 0 0 0,-1 3-21 0 0,-1 0-1 0 0,1 0 0 0 0,0 0 1 0 0,0 1-1 0 0,0-1 1 0 0,0 1-1 0 0,0 0 0 0 0,0 0 1 0 0,0 0-1 0 0,0 0 1 0 0,0 0-1 0 0,5 0 0 0 0,5 1-8 0 0,0-1 0 0 0,-1 2-1 0 0,1 0 1 0 0,-1 0-1 0 0,0 1 1 0 0,15 4-1 0 0,5 4 14 0 0,0 0-1 0 0,57 28 1 0 0,-79-34 37 0 0,-1 1 0 0 0,0 1 0 0 0,0 0 0 0 0,0 0 1 0 0,-1 0-1 0 0,0 1 0 0 0,0 0 0 0 0,-1 1 0 0 0,0 0 0 0 0,0 0 0 0 0,-1 0 0 0 0,0 1 0 0 0,7 13 0 0 0,-12-18-12 0 0,1 0 0 0 0,-1 0 0 0 0,0 0 0 0 0,0 0 0 0 0,0 0 0 0 0,0 0 0 0 0,-1 0 0 0 0,1 0 0 0 0,-1 1 0 0 0,-1-1 0 0 0,1 0 0 0 0,0 0 0 0 0,-1 0 0 0 0,0 0-1 0 0,-1 5 1 0 0,0-4 15 0 0,-1 1-1 0 0,1-1 0 0 0,-1 0 0 0 0,0 0 0 0 0,0 0 0 0 0,-1 0 1 0 0,1-1-1 0 0,-1 0 0 0 0,-8 8 0 0 0,0-3-329 0 0,-1 1 0 0 0,0-2 0 0 0,-1 1 0 0 0,0-2 0 0 0,0 0 1 0 0,-29 10-1 0 0,25-15-2424 0 0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3:13.9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61 1188 0 0,'15'-21'9293'0'0,"-20"32"-7029"0"0,1 0 1 0 0,-4 19-1 0 0,3-11-1305 0 0,-2 36 0 0 0,6-45-927 0 0,0 0 1 0 0,1-1 0 0 0,0 1 0 0 0,0 0 0 0 0,1 0 0 0 0,1-1 0 0 0,0 1 0 0 0,0 0 0 0 0,1-1 0 0 0,0 0 0 0 0,0 1 0 0 0,1-1 0 0 0,8 13-1 0 0,-8-18-14 0 0,-1 0-1 0 0,1 0 0 0 0,0-1 1 0 0,1 0-1 0 0,-1 1 0 0 0,1-1 1 0 0,-1-1-1 0 0,1 1 0 0 0,0-1 1 0 0,0 0-1 0 0,0 0 0 0 0,0 0 0 0 0,0-1 1 0 0,0 0-1 0 0,1 0 0 0 0,-1 0 1 0 0,0 0-1 0 0,1-1 0 0 0,-1 0 1 0 0,1 0-1 0 0,-1-1 0 0 0,7 0 0 0 0,-9 0-12 0 0,1 1-1 0 0,0-1 0 0 0,-1 0 0 0 0,1 0 0 0 0,0 0 0 0 0,-1-1 0 0 0,1 1 0 0 0,-1-1 0 0 0,0 0 0 0 0,1 0 0 0 0,-1 0 0 0 0,0 0 0 0 0,0 0 0 0 0,0-1 0 0 0,-1 1 0 0 0,1-1 1 0 0,0 0-1 0 0,-1 0 0 0 0,0 0 0 0 0,0 0 0 0 0,0 0 0 0 0,0-1 0 0 0,0 1 0 0 0,-1-1 0 0 0,1 1 0 0 0,-1-1 0 0 0,0 1 0 0 0,0-1 0 0 0,-1 0 0 0 0,1 0 0 0 0,-1 1 0 0 0,1-5 1 0 0,-1-1-12 0 0,-1 0 1 0 0,0 0 0 0 0,-1 0-1 0 0,1 1 1 0 0,-1-1 0 0 0,-1 1 0 0 0,0-1-1 0 0,0 1 1 0 0,-1 0 0 0 0,0 0 0 0 0,0 0-1 0 0,-1 0 1 0 0,0 1 0 0 0,0 0 0 0 0,-7-8-1 0 0,2 6-4 0 0,1 0-1 0 0,-1 0 1 0 0,0 1-1 0 0,-1 1 1 0 0,0-1-1 0 0,0 2 1 0 0,-1-1-1 0 0,0 2 1 0 0,-20-8-1 0 0,-44-17-241 0 0,74 29 211 0 0,3 1 3 0 0,-1-1 33 0 0,0 1 1 0 0,1-1 0 0 0,-1 1-1 0 0,1-1 1 0 0,-1 1 0 0 0,1-1-1 0 0,-1 1 1 0 0,1-1 0 0 0,-1 1 0 0 0,1 0-1 0 0,0-1 1 0 0,-1 1 0 0 0,1 0-1 0 0,0 0 1 0 0,1-1 0 0 0,28-3-35 0 0,1 1-1 0 0,0 2 1 0 0,1 1 0 0 0,-1 1 0 0 0,42 8 0 0 0,-48-5 26 0 0,0 2 1 0 0,0 0-1 0 0,0 2 1 0 0,-1 0-1 0 0,0 2 1 0 0,-1 1 0 0 0,24 14-1 0 0,-36-18 17 0 0,-1 1-1 0 0,1 0 1 0 0,-1 0 0 0 0,-1 1 0 0 0,0 0-1 0 0,0 1 1 0 0,0 0 0 0 0,8 15-1 0 0,-14-21 44 0 0,-1 0 0 0 0,1 0 0 0 0,-1 0 1 0 0,-1 1-1 0 0,1-1 0 0 0,0 1 0 0 0,-1-1 0 0 0,0 1 0 0 0,0 0 0 0 0,0-1 0 0 0,-1 1 0 0 0,0 0 0 0 0,0 0 0 0 0,0-1 0 0 0,0 1 0 0 0,-1 0 0 0 0,0-1 0 0 0,0 1 0 0 0,0 0 0 0 0,0-1 0 0 0,-1 1 0 0 0,1-1 0 0 0,-1 0 0 0 0,-1 1 0 0 0,1-1 0 0 0,-4 5 1 0 0,5-8-19 0 0,1 0 0 0 0,-1 0 1 0 0,0 0-1 0 0,0 0 1 0 0,0 0-1 0 0,0 0 0 0 0,-1 0 1 0 0,1 0-1 0 0,0 0 1 0 0,0 0-1 0 0,0-1 0 0 0,-1 1 1 0 0,1 0-1 0 0,0-1 1 0 0,-1 1-1 0 0,1-1 0 0 0,0 0 1 0 0,-1 1-1 0 0,-1-1 1 0 0,2 0-26 0 0,1-1 1 0 0,-1 1 0 0 0,1-1-1 0 0,0 1 1 0 0,-1 0 0 0 0,1-1-1 0 0,0 1 1 0 0,-1-1 0 0 0,1 1 0 0 0,0-1-1 0 0,-1 1 1 0 0,1-1 0 0 0,0 1-1 0 0,0-1 1 0 0,0 1 0 0 0,-1-1-1 0 0,1 0 1 0 0,0 1 0 0 0,0-1 0 0 0,0 1-1 0 0,0-1 1 0 0,0 1 0 0 0,0-1-1 0 0,0 0 1 0 0,0 1 0 0 0,0-1-1 0 0,1 1 1 0 0,-1-1 0 0 0,3-23 27 0 0,-3 21-22 0 0,2-8-9 0 0,1 0-1 0 0,0 0 1 0 0,1 0 0 0 0,0 1-1 0 0,0-1 1 0 0,1 1 0 0 0,1 0 0 0 0,7-11-1 0 0,-2 5-13 0 0,1 1 0 0 0,0 1-1 0 0,1 0 1 0 0,16-14 0 0 0,-23 23 2 0 0,0 0 0 0 0,0 1 0 0 0,0 0 1 0 0,0 0-1 0 0,1 1 0 0 0,-1 0 0 0 0,1 0 0 0 0,0 0 0 0 0,0 1 0 0 0,9-2 1 0 0,-11 3 5 0 0,0 1 1 0 0,-1-1-1 0 0,1 1 1 0 0,0 0-1 0 0,-1 0 1 0 0,1 1 0 0 0,0 0-1 0 0,-1 0 1 0 0,1 0-1 0 0,-1 0 1 0 0,1 1-1 0 0,-1-1 1 0 0,1 1 0 0 0,-1 0-1 0 0,0 0 1 0 0,0 1-1 0 0,4 2 1 0 0,-3-1 17 0 0,0 1 1 0 0,-1-1 0 0 0,1 1-1 0 0,-1-1 1 0 0,0 1-1 0 0,0 0 1 0 0,-1 1-1 0 0,1-1 1 0 0,-1 1 0 0 0,0 0-1 0 0,2 6 1 0 0,1 6-98 0 0,-1 0 1 0 0,4 26 0 0 0,-7-27-491 0 0,2-1 0 0 0,0 1 1 0 0,8 18-1 0 0,-9-29 140 0 0,-1-1 1 0 0,1 0-1 0 0,0 0 1 0 0,0 0 0 0 0,1 0-1 0 0,0 0 1 0 0,0-1-1 0 0,0 1 1 0 0,0-1-1 0 0,0 0 1 0 0,1-1-1 0 0,0 1 1 0 0,6 3-1 0 0,-2-3-870 0 0,-1 0 0 0 0,1 0 0 0 0,0-1-1 0 0,15 4 1 0 0,-4-4-2163 0 0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3:14.7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306 726 1680 0 0,'3'-19'2648'0'0,"0"1"0"0"0,1-25 0 0 0,-4 39-2323 0 0,0-1 0 0 0,0 1 0 0 0,0-1 1 0 0,-1 1-1 0 0,1-1 0 0 0,-1 1 1 0 0,0-1-1 0 0,-1 1 0 0 0,1 0 0 0 0,-1-1 1 0 0,1 1-1 0 0,-1 0 0 0 0,-1 0 0 0 0,1 0 1 0 0,-5-5-1 0 0,6 7-230 0 0,-1 1-1 0 0,0-1 1 0 0,0 1-1 0 0,0 0 1 0 0,0-1-1 0 0,0 1 1 0 0,0 0-1 0 0,0 0 1 0 0,0 1-1 0 0,0-1 1 0 0,-1 0 0 0 0,1 1-1 0 0,0-1 1 0 0,0 1-1 0 0,-5 0 1 0 0,2 0 18 0 0,0 0 1 0 0,0 1-1 0 0,0-1 1 0 0,0 1-1 0 0,0 1 0 0 0,-9 2 1 0 0,0 2 61 0 0,1 1 1 0 0,-1 0-1 0 0,-22 17 0 0 0,23-14-94 0 0,1 0 0 0 0,0 1 0 0 0,1 0 0 0 0,0 1 0 0 0,-17 25 0 0 0,22-27-45 0 0,-1 0 0 0 0,2 0 0 0 0,-1 1 0 0 0,2 0 0 0 0,-1 0 0 0 0,2 0 0 0 0,-1 0 0 0 0,-2 21 0 0 0,5-29-25 0 0,1 0 0 0 0,-1 0 1 0 0,1 0-1 0 0,0 0 1 0 0,0 0-1 0 0,1 0 0 0 0,-1 0 1 0 0,0 0-1 0 0,1 0 0 0 0,0 0 1 0 0,0 0-1 0 0,0-1 0 0 0,0 1 1 0 0,0 0-1 0 0,0 0 0 0 0,1-1 1 0 0,-1 1-1 0 0,1-1 1 0 0,0 1-1 0 0,0-1 0 0 0,0 0 1 0 0,0 0-1 0 0,0 0 0 0 0,0 0 1 0 0,4 2-1 0 0,-1-1-2 0 0,0-1 1 0 0,0 0-1 0 0,0 0 1 0 0,1 0-1 0 0,-1-1 0 0 0,0 1 1 0 0,1-1-1 0 0,-1-1 0 0 0,1 1 1 0 0,-1-1-1 0 0,1 0 1 0 0,-1 0-1 0 0,7-2 0 0 0,2 1-73 0 0,0-2 0 0 0,0 0-1 0 0,-1-1 1 0 0,1 0-1 0 0,-1-1 1 0 0,0 0-1 0 0,0-1 1 0 0,-1-1 0 0 0,20-12-1 0 0,-17 7-139 0 0,1-1 0 0 0,-2 0 0 0 0,0-1 0 0 0,0-1 0 0 0,-1 0 0 0 0,13-20 0 0 0,-5 0-85 0 0,-2 0 0 0 0,-1-1 0 0 0,-1-1 0 0 0,-2 0 1 0 0,-2-2-1 0 0,9-44 0 0 0,-10 28 589 0 0,-3-1 0 0 0,-3 0 0 0 0,-2 0 0 0 0,-5-95 0 0 0,1 138-136 0 0,0 9-115 0 0,0 1 1 0 0,0-1-1 0 0,-1 0 0 0 0,1 0 1 0 0,-1 0-1 0 0,0 0 1 0 0,-2-5-1 0 0,2 7-8 0 0,-2 3 3 0 0,-1 1-4 0 0,1 1 0 0 0,-1-1-1 0 0,1 1 1 0 0,-1 0 0 0 0,1 0 0 0 0,0 0 0 0 0,0 0 0 0 0,0 1 0 0 0,1-1 0 0 0,-1 1 0 0 0,1 0 0 0 0,0 0 0 0 0,0 0 0 0 0,0 0 0 0 0,-2 7 0 0 0,-4 12 308 0 0,-8 37-1 0 0,14-54-291 0 0,-15 77 674 0 0,-10 105 0 0 0,23-136-569 0 0,2 1-1 0 0,3-1 0 0 0,9 65 1 0 0,-8-103-127 0 0,0-1 0 0 0,1 1 0 0 0,1-1 0 0 0,8 21-1 0 0,-11-31-191 0 0,0 0 0 0 0,0 0 0 0 0,1 0-1 0 0,-1-1 1 0 0,1 1 0 0 0,0 0 0 0 0,0-1 0 0 0,0 1-1 0 0,0-1 1 0 0,0 0 0 0 0,1 0 0 0 0,-1 0-1 0 0,1 0 1 0 0,-1 0 0 0 0,1 0 0 0 0,0 0-1 0 0,-1-1 1 0 0,1 0 0 0 0,0 1 0 0 0,0-1-1 0 0,0 0 1 0 0,0 0 0 0 0,0-1 0 0 0,1 1 0 0 0,-1-1-1 0 0,0 1 1 0 0,4-1 0 0 0,-1-1-194 0 0,0 0 0 0 0,0 0 0 0 0,1 0 0 0 0,-1-1 0 0 0,0 0 0 0 0,0 0 0 0 0,-1 0 0 0 0,1-1 1 0 0,0 0-1 0 0,-1 0 0 0 0,8-6 0 0 0,-4 2 34 0 0,-1 0 1 0 0,0-1-1 0 0,-1 0 0 0 0,0 0 1 0 0,0-1-1 0 0,7-12 0 0 0,-3 2 703 0 0,-1-2 1 0 0,-1 1-1 0 0,7-24 0 0 0,0 2 2030 0 0,1-6 1531 0 0,-20 79-2634 0 0,-1-9-1053 0 0,1-1 0 0 0,1 1-1 0 0,1-1 1 0 0,2 1-1 0 0,0-1 1 0 0,0 1-1 0 0,2-1 1 0 0,6 22-1 0 0,-8-41-417 0 0,0-1-1 0 0,0 1 0 0 0,0 0 0 0 0,0 0 1 0 0,0 0-1 0 0,1-1 0 0 0,-1 1 0 0 0,1-1 1 0 0,-1 1-1 0 0,1-1 0 0 0,-1 1 0 0 0,1-1 1 0 0,0 0-1 0 0,0 0 0 0 0,-1 0 0 0 0,1 0 1 0 0,0 0-1 0 0,0 0 0 0 0,0-1 1 0 0,0 1-1 0 0,0-1 0 0 0,1 1 0 0 0,-1-1 1 0 0,0 0-1 0 0,3 0 0 0 0,1 1-869 0 0,-1-1 1 0 0,1 0-1 0 0,-1 0 0 0 0,0-1 0 0 0,1 0 1 0 0,-1 0-1 0 0,1 0 0 0 0,8-4 0 0 0,4-4-4602 0 0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3:14.8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85 948 0 0,'-24'-19'4251'0'0,"0"-1"205"0"0,-41-24 0 0 0,63 43-4264 0 0,-4 2-535 0 0,5-1 305 0 0,1 0 1 0 0,0 0-1 0 0,-1 0 1 0 0,1 0-1 0 0,-1 0 1 0 0,1 0-1 0 0,-1 0 1 0 0,1 0-1 0 0,0 0 1 0 0,-1 0-1 0 0,1 0 0 0 0,-1 0 1 0 0,1 0-1 0 0,0 0 1 0 0,-1 1-1 0 0,1-1 1 0 0,-1 0-1 0 0,1 0 1 0 0,0 1-1 0 0,-1-1 1 0 0,1 0-1 0 0,0 0 1 0 0,-1 1-1 0 0,1-1 1 0 0,0 0-1 0 0,-1 1 1 0 0,1-1-1 0 0,7 25-6321 0 0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3:15.9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5 150 788 0 0,'-1'-2'1812'0'0,"0"-6"-939"0"0,0 1 0 0 0,0-1-1 0 0,1 1 1 0 0,0-1 0 0 0,0 1-1 0 0,1-1 1 0 0,0 0 0 0 0,2-7-1 0 0,-3 14-849 0 0,1 0 0 0 0,-1 0 0 0 0,1 0 0 0 0,0 0-1 0 0,-1 1 1 0 0,1-1 0 0 0,0 0 0 0 0,-1 0 0 0 0,1 1 0 0 0,0-1-1 0 0,0 1 1 0 0,0-1 0 0 0,0 1 0 0 0,-1-1 0 0 0,1 1 0 0 0,0-1-1 0 0,0 1 1 0 0,0 0 0 0 0,0-1 0 0 0,0 1 0 0 0,0 0 0 0 0,0 0-1 0 0,0 0 1 0 0,2 0 0 0 0,22 1 180 0 0,-19 0-191 0 0,1 1 0 0 0,0 0-1 0 0,-1 0 1 0 0,0 1-1 0 0,0 0 1 0 0,0 0-1 0 0,0 0 1 0 0,0 1 0 0 0,7 6-1 0 0,-2-1 24 0 0,-1 0 0 0 0,0 1 0 0 0,13 17 0 0 0,-17-20 32 0 0,-1 0 1 0 0,0 1-1 0 0,0 0 1 0 0,-1 1-1 0 0,0-1 1 0 0,-1 1-1 0 0,0-1 1 0 0,0 1-1 0 0,-1 0 1 0 0,0 0-1 0 0,0 0 1 0 0,-1 0-1 0 0,0 13 1 0 0,-1-15 5 0 0,-1 0 0 0 0,1 0-1 0 0,-1-1 1 0 0,-1 1 0 0 0,1 0 0 0 0,-1-1 0 0 0,-1 1 0 0 0,1-1-1 0 0,-1 0 1 0 0,0 1 0 0 0,0-1 0 0 0,-1-1 0 0 0,0 1-1 0 0,0 0 1 0 0,0-1 0 0 0,-1 0 0 0 0,1 0 0 0 0,-10 7 0 0 0,13-11-66 0 0,0 0 1 0 0,-1 0 0 0 0,1 1-1 0 0,-1-1 1 0 0,1 0 0 0 0,-1 0-1 0 0,0-1 1 0 0,1 1 0 0 0,-1 0-1 0 0,0-1 1 0 0,0 1 0 0 0,1-1-1 0 0,-1 1 1 0 0,0-1 0 0 0,0 0-1 0 0,0 0 1 0 0,1 1 0 0 0,-5-2-1 0 0,5 1 6 0 0,0-1-1 0 0,-1 1 1 0 0,1-1-1 0 0,0 0 0 0 0,-1 0 1 0 0,1 1-1 0 0,0-1 1 0 0,0 0-1 0 0,-1 0 1 0 0,1 0-1 0 0,0 0 0 0 0,0 0 1 0 0,0-1-1 0 0,0 1 1 0 0,1 0-1 0 0,-1 0 0 0 0,-1-3 1 0 0,-1-3 24 0 0,0 0-1 0 0,1 0 1 0 0,0 0 0 0 0,0-1 0 0 0,1 1-1 0 0,0-1 1 0 0,0-7 0 0 0,1 0-54 0 0,1 0 0 0 0,0-1 0 0 0,2 1 0 0 0,-1 0 0 0 0,2 0 0 0 0,0 1 0 0 0,1-1 0 0 0,0 1 0 0 0,1 0 0 0 0,1 0 0 0 0,0 0 0 0 0,1 1 0 0 0,0 1 0 0 0,1-1 0 0 0,21-21 0 0 0,-22 25-2 0 0,0 1 0 0 0,1 1 0 0 0,1 0 0 0 0,-1 0 0 0 0,1 0 0 0 0,0 1 1 0 0,0 1-1 0 0,1 0 0 0 0,16-5 0 0 0,-18 7 12 0 0,-1 1 1 0 0,1 0-1 0 0,0 1 1 0 0,0 0-1 0 0,1 0 1 0 0,-1 1-1 0 0,0 1 0 0 0,0-1 1 0 0,0 1-1 0 0,0 1 1 0 0,0-1-1 0 0,0 2 1 0 0,9 3-1 0 0,-12-4 8 0 0,1 1-1 0 0,0 0 0 0 0,-1 0 1 0 0,1 1-1 0 0,-1 0 0 0 0,0 0 1 0 0,-1 1-1 0 0,1-1 0 0 0,-1 1 1 0 0,0 1-1 0 0,0-1 0 0 0,0 1 1 0 0,-1-1-1 0 0,0 1 0 0 0,0 1 1 0 0,0-1-1 0 0,4 11 0 0 0,-3-2 17 0 0,0 0 1 0 0,-1 0-1 0 0,-1 1 0 0 0,0-1 0 0 0,-1 1 0 0 0,-1 0 0 0 0,-1 17 1 0 0,0-5-357 0 0,-1-18-204 0 0,0 1 0 0 0,1-1 0 0 0,1 0 0 0 0,0 1 0 0 0,0-1 0 0 0,1 1 0 0 0,4 13 0 0 0,-5-23 284 0 0,0 1 0 0 0,0-1 0 0 0,0 1 0 0 0,0-1 0 0 0,0 0 0 0 0,0 1 0 0 0,0-1 0 0 0,0 0 0 0 0,0 0 0 0 0,1 0 0 0 0,-1 0-1 0 0,1 0 1 0 0,-1 0 0 0 0,1 0 0 0 0,-1 0 0 0 0,1-1 0 0 0,1 2 0 0 0,9 2-2058 0 0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3:16.5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410 166 2408 0 0,'14'-16'1871'0'0,"-1"0"0"0"0,-1-1-1 0 0,-1 0 1 0 0,0-1 0 0 0,14-34 0 0 0,-25 52-1833 0 0,1-1 0 0 0,-1 0 1 0 0,0 1-1 0 0,1-1 0 0 0,-1 0 1 0 0,0 0-1 0 0,0 0 0 0 0,1 1 1 0 0,-1-1-1 0 0,0 0 0 0 0,0 0 1 0 0,0 0-1 0 0,0 1 0 0 0,0-1 1 0 0,0 0-1 0 0,0 0 0 0 0,0 0 1 0 0,0 1-1 0 0,-1-1 1 0 0,1 0-1 0 0,0 0 0 0 0,0 1 1 0 0,-1-1-1 0 0,1 0 0 0 0,0 0 1 0 0,-1 1-1 0 0,1-1 0 0 0,-1 0 1 0 0,1 1-1 0 0,-1-1 0 0 0,1 1 1 0 0,-1-1-1 0 0,0 0 0 0 0,1 1 1 0 0,-1-1-1 0 0,0 1 0 0 0,1 0 1 0 0,-1-1-1 0 0,-1 0 0 0 0,0 1-19 0 0,-1-1 0 0 0,1 1-1 0 0,0 0 1 0 0,-1 0 0 0 0,1 0-1 0 0,0 0 1 0 0,-1 0 0 0 0,1 1-1 0 0,0-1 1 0 0,-4 2-1 0 0,-5 1 11 0 0,1 2 0 0 0,0-1 0 0 0,0 1 0 0 0,1 1 0 0 0,-16 11-1 0 0,-41 38 6 0 0,56-46-31 0 0,-19 18 23 0 0,-38 44-1 0 0,58-59-19 0 0,-1 0 0 0 0,2 0 0 0 0,0 1 0 0 0,0 0 1 0 0,2 1-1 0 0,-1-1 0 0 0,-4 16 0 0 0,10-27-3 0 0,1 1 0 0 0,-1-1 0 0 0,0 0 0 0 0,1 1 0 0 0,-1-1 0 0 0,1 1 0 0 0,0-1 0 0 0,0 1-1 0 0,0 0 1 0 0,0-1 0 0 0,0 1 0 0 0,1-1 0 0 0,-1 1 0 0 0,1-1 0 0 0,-1 0 0 0 0,1 1 0 0 0,0-1 0 0 0,0 1 0 0 0,0-1 0 0 0,0 0 0 0 0,1 0 0 0 0,-1 0 0 0 0,1 0 0 0 0,2 4 0 0 0,-1-4-19 0 0,0 0-1 0 0,1 0 1 0 0,-1 0-1 0 0,0 0 1 0 0,1-1-1 0 0,-1 1 1 0 0,1-1-1 0 0,-1 0 1 0 0,1 0-1 0 0,0 0 1 0 0,-1-1-1 0 0,1 1 1 0 0,0-1-1 0 0,0 0 1 0 0,6 0-1 0 0,2-2-136 0 0,-1 0-1 0 0,0 0 1 0 0,0-1-1 0 0,-1 0 0 0 0,1 0 1 0 0,0-2-1 0 0,-1 1 0 0 0,0-1 1 0 0,0-1-1 0 0,-1 0 0 0 0,1 0 1 0 0,-1-1-1 0 0,-1 0 1 0 0,1 0-1 0 0,12-16 0 0 0,7-10-197 0 0,-1-2-1 0 0,37-64 1 0 0,-45 69 299 0 0,-13 21 48 0 0,-4 4-21 0 0,0 1-1 0 0,1 0 0 0 0,0 0 0 0 0,0 0 0 0 0,0 0 0 0 0,0 1 0 0 0,7-6 0 0 0,-10 9 25 0 0,1 0 0 0 0,-1 0 0 0 0,1-1 0 0 0,-1 1-1 0 0,0 0 1 0 0,1 0 0 0 0,-1 0 0 0 0,0 0 0 0 0,1 0 0 0 0,-1 0-1 0 0,1 0 1 0 0,-1 0 0 0 0,0 0 0 0 0,1 0 0 0 0,-1 0-1 0 0,1 0 1 0 0,-1 0 0 0 0,0 1 0 0 0,1-1 0 0 0,-1 0-1 0 0,0 0 1 0 0,1 0 0 0 0,-1 0 0 0 0,1 1 0 0 0,-1-1-1 0 0,0 0 1 0 0,0 0 0 0 0,1 1 0 0 0,-1-1 0 0 0,0 0 0 0 0,0 1-1 0 0,1-1 1 0 0,-1 0 0 0 0,0 1 0 0 0,0-1 0 0 0,1 0-1 0 0,-1 1 1 0 0,0 0 0 0 0,7 15-17 0 0,-6-14 8 0 0,3 14 39 0 0,1 0-1 0 0,-2 0 0 0 0,0 1 0 0 0,0 21 0 0 0,-2 71 360 0 0,-2-86-301 0 0,-4 106 394 0 0,-7 0-1 0 0,-29 137 0 0 0,-91 242 259 0 0,60-303-132 0 0,58-172-254 0 0,-1 0 1 0 0,-2-2-1 0 0,-1 0 0 0 0,-23 28 1 0 0,35-51-219 0 0,0 0 0 0 0,-1-1 0 0 0,0 0 0 0 0,0-1 1 0 0,0 1-1 0 0,-1-1 0 0 0,0-1 0 0 0,-1 0 0 0 0,1 0 1 0 0,-1 0-1 0 0,-11 3 0 0 0,17-7-110 0 0,-1 0 0 0 0,1 0-1 0 0,-1 0 1 0 0,0 0 0 0 0,1-1 0 0 0,-1 0-1 0 0,0 0 1 0 0,1 0 0 0 0,-1 0 0 0 0,0 0 0 0 0,1-1-1 0 0,-1 0 1 0 0,0 0 0 0 0,1 0 0 0 0,-1 0 0 0 0,1 0-1 0 0,-1-1 1 0 0,1 1 0 0 0,0-1 0 0 0,0 0-1 0 0,0 0 1 0 0,0 0 0 0 0,0-1 0 0 0,0 1 0 0 0,0-1-1 0 0,1 1 1 0 0,-1-1 0 0 0,1 0 0 0 0,0 0 0 0 0,0 0-1 0 0,-4-7 1 0 0,1 0-21 0 0,1-1 1 0 0,0 0-1 0 0,0 0 0 0 0,1 0 0 0 0,0-1 1 0 0,1 1-1 0 0,0-1 0 0 0,1 0 0 0 0,1 1 1 0 0,-1-1-1 0 0,2 0 0 0 0,0 0 0 0 0,4-21 1 0 0,4-6-40 0 0,1 0 0 0 0,26-63 0 0 0,-16 56-229 0 0,2 1-1 0 0,2 0 0 0 0,2 2 0 0 0,1 1 1 0 0,3 2-1 0 0,62-68 0 0 0,71-41-3021 0 0,15 17-4297 0 0,-130 99 3527 0 0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3:18.2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576 528 732 0 0,'-6'-17'2429'0'0,"-1"0"-1"0"0,-14-24 1 0 0,15 30-1769 0 0,-1 0 0 0 0,-1 0-1 0 0,0 1 1 0 0,-14-14 0 0 0,18 20-596 0 0,0 0 0 0 0,-1 0 0 0 0,0 0 0 0 0,0 0 0 0 0,0 1 0 0 0,0 0 0 0 0,0 0 0 0 0,-1 0 0 0 0,1 1 0 0 0,-1-1 0 0 0,0 2 0 0 0,1-1 0 0 0,-1 0 0 0 0,0 1 0 0 0,0 0 0 0 0,0 1 0 0 0,0-1 0 0 0,0 1 0 0 0,0 0 0 0 0,-1 1 0 0 0,1-1 0 0 0,0 1 0 0 0,0 1 0 0 0,-10 2 0 0 0,-5 5-63 0 0,1 0 1 0 0,-1 2-1 0 0,2 0 0 0 0,0 1 0 0 0,0 0 1 0 0,1 2-1 0 0,-27 27 0 0 0,23-18-3 0 0,0 0-1 0 0,2 2 1 0 0,1 1-1 0 0,-30 51 1 0 0,45-69 5 0 0,0 0 0 0 0,0 1 0 0 0,1-1 0 0 0,0 1 0 0 0,1 0 1 0 0,-1 0-1 0 0,2 0 0 0 0,-2 12 0 0 0,3-19 0 0 0,0 1 0 0 0,0 0 0 0 0,0-1 0 0 0,0 1 0 0 0,1 0 0 0 0,-1-1 0 0 0,1 1 0 0 0,-1 0 0 0 0,1-1 0 0 0,0 1 0 0 0,0-1 0 0 0,0 1 0 0 0,1-1 0 0 0,-1 0 0 0 0,1 1 0 0 0,-1-1 0 0 0,1 0 0 0 0,-1 0 0 0 0,1 0 0 0 0,0 0 0 0 0,0 0 0 0 0,0-1 0 0 0,0 1 0 0 0,1 0 0 0 0,-1-1 0 0 0,0 0 0 0 0,1 1 0 0 0,-1-1 0 0 0,1 0 0 0 0,-1 0 0 0 0,6 1 0 0 0,2 0 4 0 0,0-1 1 0 0,0 0-1 0 0,0 0 1 0 0,0-1 0 0 0,1 0-1 0 0,-1-1 1 0 0,0 0 0 0 0,0 0-1 0 0,0-1 1 0 0,0-1 0 0 0,0 0-1 0 0,0 0 1 0 0,13-7 0 0 0,-11 4 3 0 0,1 0 1 0 0,-1-1 0 0 0,0-1-1 0 0,-1 0 1 0 0,1-1-1 0 0,-2 0 1 0 0,1-1 0 0 0,-1 0-1 0 0,10-14 1 0 0,0-5 374 0 0,-2-2 0 0 0,-1 0 0 0 0,-1 0 0 0 0,15-49 0 0 0,-24 61-149 0 0,-2 7-92 0 0,-9 31-144 0 0,-2 8-5 0 0,1 1 1 0 0,1-1-1 0 0,1 1 0 0 0,1-1 1 0 0,2 1-1 0 0,0 0 1 0 0,8 45-1 0 0,-7-71 10 0 0,-1 1 0 0 0,1 0 0 0 0,0 0-1 0 0,0 0 1 0 0,0-1 0 0 0,0 1 0 0 0,0-1 0 0 0,1 1 0 0 0,-1-1-1 0 0,1 1 1 0 0,0-1 0 0 0,0 0 0 0 0,0 1 0 0 0,0-1 0 0 0,0 0-1 0 0,0 0 1 0 0,0-1 0 0 0,3 3 0 0 0,-1-2 1 0 0,0-1 0 0 0,0 1 0 0 0,0-1-1 0 0,0 0 1 0 0,0 0 0 0 0,0 0 0 0 0,0 0 0 0 0,1-1 0 0 0,-1 1 0 0 0,0-1 0 0 0,5-1 0 0 0,5 0 3 0 0,0-1 0 0 0,0-1 0 0 0,-1-1 0 0 0,1 0 0 0 0,-1 0 0 0 0,18-10 0 0 0,-9 2 6 0 0,0-1 1 0 0,-1-1-1 0 0,-1-1 0 0 0,0 0 0 0 0,-1-2 1 0 0,-1 0-1 0 0,0-1 0 0 0,-2-1 0 0 0,0 0 1 0 0,-1-1-1 0 0,-1-1 0 0 0,-1-1 1 0 0,-1 1-1 0 0,-1-2 0 0 0,0 0 0 0 0,-2 0 1 0 0,8-31-1 0 0,-11 20 11 0 0,-6 33-32 0 0,1-1 0 0 0,-1 0 0 0 0,0 1 1 0 0,0-1-1 0 0,0 0 0 0 0,-1 1 0 0 0,1-1 1 0 0,0 0-1 0 0,-1 1 0 0 0,1-1 0 0 0,-1 1 1 0 0,1-1-1 0 0,-1 1 0 0 0,0-1 0 0 0,1 1 1 0 0,-3-3-1 0 0,2 3-19 0 0,-18 6-34 0 0,14-2 47 0 0,0 0-1 0 0,0 1 0 0 0,0-1 0 0 0,1 1 0 0 0,-1 0 0 0 0,1 1 1 0 0,0-1-1 0 0,0 1 0 0 0,1 0 0 0 0,0 0 0 0 0,-1 0 0 0 0,2 0 1 0 0,-1 0-1 0 0,1 1 0 0 0,-1 0 0 0 0,1-1 0 0 0,1 1 0 0 0,-1 0 1 0 0,0 8-1 0 0,2-11 12 0 0,0-1 1 0 0,-1 0-1 0 0,2 0 1 0 0,-1 0-1 0 0,0 0 1 0 0,0 0-1 0 0,1 0 1 0 0,-1 0-1 0 0,1 0 0 0 0,-1 0 1 0 0,1 0-1 0 0,0 0 1 0 0,0 0-1 0 0,0 0 1 0 0,0-1-1 0 0,0 1 1 0 0,0 0-1 0 0,3 2 1 0 0,-1-2 1 0 0,-1 0 0 0 0,1 1 0 0 0,0-1 0 0 0,0 0 0 0 0,1 0 0 0 0,-1-1 0 0 0,0 1 0 0 0,0-1 0 0 0,7 2 0 0 0,1 0 3 0 0,-1-1 0 0 0,1-1 1 0 0,0 0-1 0 0,0 0 0 0 0,16-2 0 0 0,-5-2 4 0 0,0-1-1 0 0,0 0 0 0 0,-1-2 0 0 0,0-1 1 0 0,22-10-1 0 0,-32 13-10 0 0,46-20 57 0 0,-55 23-58 0 0,2 0-11 0 0,4 1-43 0 0,-8 1 55 0 0,0-1 0 0 0,0 1-1 0 0,0-1 1 0 0,0 0 0 0 0,0 1 0 0 0,0-1 0 0 0,0 1-1 0 0,0-1 1 0 0,0 1 0 0 0,0-1 0 0 0,0 1 0 0 0,0-1-1 0 0,0 1 1 0 0,0-1 0 0 0,0 1 0 0 0,-1-1 0 0 0,1 1-1 0 0,0-1 1 0 0,0 0 0 0 0,-1 1 0 0 0,1-1 0 0 0,0 1-1 0 0,0-1 1 0 0,-1 0 0 0 0,0 1 0 0 0,-41 68-66 0 0,18-34 74 0 0,2 1-1 0 0,1 1 1 0 0,2 1-1 0 0,-19 55 1 0 0,37-90 0 0 0,0 1 0 0 0,0 0 0 0 0,0-1 0 0 0,0 1 0 0 0,1-1 0 0 0,0 1 0 0 0,0 0 0 0 0,0-1 0 0 0,0 1 0 0 0,0 0 0 0 0,1-1 0 0 0,-1 1 0 0 0,2 4 0 0 0,-1-6-1 0 0,0 0-1 0 0,1 0 0 0 0,-1-1 0 0 0,0 1 1 0 0,1 0-1 0 0,-1-1 0 0 0,1 1 1 0 0,-1-1-1 0 0,1 1 0 0 0,-1-1 1 0 0,1 0-1 0 0,0 0 0 0 0,0 0 1 0 0,0 0-1 0 0,0 0 0 0 0,0 0 1 0 0,0 0-1 0 0,0-1 0 0 0,0 1 1 0 0,0-1-1 0 0,0 1 0 0 0,0-1 0 0 0,4 0 1 0 0,3 1-10 0 0,0-1 0 0 0,1-1 1 0 0,-1 0-1 0 0,0 0 0 0 0,0-1 1 0 0,0 0-1 0 0,0 0 0 0 0,0-1 0 0 0,12-5 1 0 0,1-3-254 0 0,0 0 0 0 0,26-18 1 0 0,-19 7-105 0 0,0-1 0 0 0,-2-1 0 0 0,0-1 1 0 0,-2-1-1 0 0,-1-1 0 0 0,-1-2 0 0 0,21-34 1 0 0,-9 6 40 0 0,-2-2 1 0 0,48-122 0 0 0,-67 141 558 0 0,-1-1-1 0 0,-2-1 1 0 0,9-62 0 0 0,-20 101-197 0 0,-2 4-6 0 0,-1 1-19 0 0,0 0 0 0 0,1 0 0 0 0,-1 0 0 0 0,0 0-1 0 0,1 0 1 0 0,-1 1 0 0 0,1-1 0 0 0,0 1 0 0 0,0 0 0 0 0,0 0 0 0 0,0 0-1 0 0,0 0 1 0 0,-1 4 0 0 0,-20 49 261 0 0,16-36-174 0 0,-18 50 349 0 0,-23 95 0 0 0,42-134-395 0 0,0 0 0 0 0,3 1 0 0 0,0-1-1 0 0,2 1 1 0 0,5 56 0 0 0,-4-82-41 0 0,1 0-1 0 0,0 0 1 0 0,1 0-1 0 0,0 1 1 0 0,0-1 0 0 0,0-1-1 0 0,0 1 1 0 0,1 0-1 0 0,0-1 1 0 0,0 1 0 0 0,0-1-1 0 0,1 0 1 0 0,0 0-1 0 0,7 7 1 0 0,-7-9-70 0 0,0 0-1 0 0,1 0 1 0 0,-1 0 0 0 0,1 0-1 0 0,0-1 1 0 0,0 0 0 0 0,0 0-1 0 0,0 0 1 0 0,1 0 0 0 0,-1-1-1 0 0,0 0 1 0 0,1 0 0 0 0,-1 0-1 0 0,0-1 1 0 0,1 0 0 0 0,-1 0-1 0 0,6-1 1 0 0,4-1-235 0 0,0-1 0 0 0,0 0 0 0 0,0-1 0 0 0,-1-1 1 0 0,1 0-1 0 0,-1-1 0 0 0,-1 0 0 0 0,1-1 0 0 0,-1-1 0 0 0,0 0 0 0 0,-1-1 0 0 0,0 0 1 0 0,15-15-1 0 0,-5 2 481 0 0,-1 0 1 0 0,-2-2 0 0 0,0 0-1 0 0,-1-1 1 0 0,23-45 0 0 0,6-15 2758 0 0,-46 84-2785 0 0,-1 3-126 0 0,-1 15 111 0 0,-1-1-1 0 0,-5 19 1 0 0,-1 15 143 0 0,7-38-250 0 0,-5 79 167 0 0,6-83-187 0 0,0 0-1 0 0,1 0 1 0 0,0 0-1 0 0,0 0 1 0 0,1 0-1 0 0,0 0 0 0 0,0 0 1 0 0,7 14-1 0 0,-8-21-81 0 0,0 1-1 0 0,0-1 0 0 0,0 1 0 0 0,0-1 0 0 0,0 1 0 0 0,0-1 1 0 0,1 0-1 0 0,-1 1 0 0 0,0-1 0 0 0,1 0 0 0 0,-1 0 1 0 0,0 0-1 0 0,1 0 0 0 0,0 0 0 0 0,-1-1 0 0 0,1 1 0 0 0,0 0 1 0 0,-1-1-1 0 0,1 1 0 0 0,0-1 0 0 0,-1 1 0 0 0,5-1 1 0 0,-4 0-379 0 0,1 0 0 0 0,0-1 0 0 0,0 1 0 0 0,-1-1 0 0 0,1 1 0 0 0,-1-1 0 0 0,1 0 0 0 0,0 0 0 0 0,-1 0 0 0 0,0-1 0 0 0,1 1 0 0 0,-1-1 0 0 0,0 1 1 0 0,4-4-1 0 0,6-8-4100 0 0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3:18.4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72 2412 0 0,'-6'-6'1286'0'0,"1"0"0"0"0,-1 1 0 0 0,0-1 0 0 0,-1 1-1 0 0,-7-5 1 0 0,-37-18 723 0 0,50 27-2073 0 0,0 1 28 0 0,1-1 0 0 0,0 1 0 0 0,0 0 1 0 0,0 0-1 0 0,-1-1 0 0 0,1 1 0 0 0,0 0 1 0 0,-1-1-1 0 0,1 1 0 0 0,0 0 0 0 0,0 0 1 0 0,-1 0-1 0 0,1-1 0 0 0,0 1 0 0 0,-1 0 1 0 0,1 0-1 0 0,0 0 0 0 0,-1 0 0 0 0,1 0 1 0 0,-1 0-1 0 0,1-1 0 0 0,0 1 0 0 0,-1 0 1 0 0,1 0-1 0 0,-1 0 0 0 0,1 0 0 0 0,0 0 1 0 0,-1 1-1 0 0,1-1 0 0 0,0 0 0 0 0,-1 0 0 0 0,1 0 1 0 0,0 0-1 0 0,-1 0 0 0 0,0 1 0 0 0,-14 3-1450 0 0,15-4 1400 0 0,-21 6-3882 0 0,9-1 1128 0 0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3:18.6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43 328 0 0,'-62'34'9399'0'0,"50"-26"-8709"0"0,10-7-497 0 0,2-1-182 0 0,0 0 0 0 0,0 0 1 0 0,-1 0-1 0 0,1 0 0 0 0,0 0 0 0 0,0 0 1 0 0,0 0-1 0 0,-1 0 0 0 0,1 0 1 0 0,0 0-1 0 0,0 0 0 0 0,0 0 1 0 0,0 0-1 0 0,-1 0 0 0 0,1 0 0 0 0,0 0 1 0 0,0 1-1 0 0,0-1 0 0 0,0 0 1 0 0,-1 0-1 0 0,1 0 0 0 0,0 0 1 0 0,0 0-1 0 0,0 0 0 0 0,0 0 0 0 0,0 1 1 0 0,0-1-1 0 0,-1 0 0 0 0,1 0 1 0 0,0 0-1 0 0,0 0 0 0 0,0 1 0 0 0,0-1 1 0 0,0 0-1 0 0,0 0 0 0 0,0 0 1 0 0,0 1-1 0 0,0-1 0 0 0,0 0 1 0 0,0 0-1 0 0,0 0 0 0 0,0 0 0 0 0,0 1 1 0 0,0-1-1 0 0,0 0 0 0 0,0 0 1 0 0,0 0-1 0 0,0 1 0 0 0,1-1-3 0 0,-1 1-1 0 0,1-1 0 0 0,-1 1 1 0 0,1-1-1 0 0,-1 0 0 0 0,1 1 1 0 0,-1-1-1 0 0,1 0 0 0 0,0 1 1 0 0,-1-1-1 0 0,1 0 0 0 0,0 0 1 0 0,-1 0-1 0 0,1 0 1 0 0,0 1-1 0 0,-1-1 0 0 0,1 0 1 0 0,0 0-1 0 0,-1 0 0 0 0,1 0 1 0 0,0-1-1 0 0,-1 1 0 0 0,1 0 1 0 0,0 0-1 0 0,193-37-699 0 0,-66-3-4175 0 0,-79 21 1483 0 0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3:19.2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466 0 1548 0 0,'0'0'3961'0'0,"-12"9"-1517"0"0,-3 14-1620 0 0,1 1 0 0 0,1 0 0 0 0,2 1 0 0 0,0 0 0 0 0,-8 31 0 0 0,-30 140 849 0 0,39-150-1344 0 0,-190 826 2938 0 0,113-467-1822 0 0,82-383-1210 0 0,1-1-1 0 0,-2 28 1 0 0,6-48-231 0 0,0-1 0 0 0,0 0 1 0 0,1 1-1 0 0,-1-1 0 0 0,0 0 1 0 0,0 1-1 0 0,0-1 1 0 0,0 0-1 0 0,1 0 0 0 0,-1 1 1 0 0,0-1-1 0 0,0 0 1 0 0,0 1-1 0 0,1-1 0 0 0,-1 0 1 0 0,0 0-1 0 0,1 1 0 0 0,-1-1 1 0 0,0 0-1 0 0,0 0 1 0 0,1 0-1 0 0,-1 0 0 0 0,0 1 1 0 0,1-1-1 0 0,-1 0 1 0 0,0 0-1 0 0,1 0 0 0 0,-1 0 1 0 0,0 0-1 0 0,1 0 1 0 0,-1 0-1 0 0,1 0 0 0 0,-1 0 1 0 0,0 0-1 0 0,1 0 0 0 0,12-1 30 0 0,-13 1-35 0 0,16-4 11 0 0,-1 0-1 0 0,0 0 0 0 0,0-2 0 0 0,-1 0 1 0 0,26-15-1 0 0,-18 10-19 0 0,-16 9-8 0 0,114-63-655 0 0,-103 54 546 0 0,0 0-1 0 0,-1-1 0 0 0,-1 0 0 0 0,25-27 0 0 0,-36 35 115 0 0,0 0 0 0 0,-1-1 0 0 0,0 1 0 0 0,0-1 0 0 0,0 0 0 0 0,0 0 0 0 0,-1 0-1 0 0,0-1 1 0 0,0 1 0 0 0,0 0 0 0 0,-1-1 0 0 0,0 1 0 0 0,0-1 0 0 0,0 0 0 0 0,-1 1 0 0 0,1-1 0 0 0,-1 0 0 0 0,-1-7-1 0 0,-1 5 8 0 0,0-1-1 0 0,-1 0 0 0 0,0 1 0 0 0,0 0 1 0 0,-1 0-1 0 0,1 0 0 0 0,-2 0 0 0 0,1 0 0 0 0,-1 1 1 0 0,-1 0-1 0 0,-6-7 0 0 0,-8-8-1 0 0,-1 1-1 0 0,-1 1 0 0 0,-24-17 1 0 0,-77-46 263 0 0,17 13 496 0 0,103 68-751 0 0,-1-1-1 0 0,1 1 1 0 0,-1-1-1 0 0,1 0 1 0 0,0 0-1 0 0,0-1 1 0 0,0 1-1 0 0,1 0 1 0 0,-1-1 0 0 0,1 0-1 0 0,0 0 1 0 0,0 0-1 0 0,0 0 1 0 0,0 0-1 0 0,1 0 1 0 0,-2-8-1 0 0,2 7-94 0 0,1 0 0 0 0,0 0-1 0 0,1 0 1 0 0,-1 0 0 0 0,1 0 0 0 0,0 0-1 0 0,0 0 1 0 0,0 0 0 0 0,1 1-1 0 0,0-1 1 0 0,0 0 0 0 0,0 1-1 0 0,0-1 1 0 0,6-6 0 0 0,5-7-474 0 0,0 1 0 0 0,2 0 0 0 0,0 1 1 0 0,1 1-1 0 0,1 0 0 0 0,26-18 0 0 0,118-65-3295 0 0,19 4-2302 0 0,-145 78 4156 0 0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3:19.5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0 173 2220 0 0,'5'-6'494'0'0,"0"1"115"0"0,0 0 1 0 0,-1 0 0 0 0,1-1 0 0 0,-1 0 0 0 0,0 0 0 0 0,-1 0 0 0 0,0 0 0 0 0,0 0 0 0 0,0-1 0 0 0,0 1 0 0 0,-1-1 0 0 0,0 0-1 0 0,1-8 1 0 0,-4-57 3629 0 0,1 71-4157 0 0,-9 14-76 0 0,6 2-223 0 0,-5 19 467 0 0,-5 50 1 0 0,12-74-553 0 0,1 0-1 0 0,0 0 1 0 0,0 0-1 0 0,1 0 0 0 0,0 0 1 0 0,1-1-1 0 0,0 1 1 0 0,1 0-1 0 0,-1-1 1 0 0,6 11-1 0 0,-7-18-292 0 0,0 0 0 0 0,1 0 0 0 0,-1 0 0 0 0,0 0 1 0 0,1 0-1 0 0,-1-1 0 0 0,1 1 0 0 0,0-1 0 0 0,2 3 0 0 0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3:19.7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72 2052 0 0,'-2'-19'4300'0'0,"0"8"-2727"0"0,1 0 0 0 0,-7-19 0 0 0,8 29-1154 0 0,-9 21-552 0 0,9-12-424 0 0,1 1 1 0 0,0 0-1 0 0,0-1 0 0 0,0 1 1 0 0,1-1-1 0 0,1 1 0 0 0,-1-1 1 0 0,1 0-1 0 0,1 0 0 0 0,-1 0 1 0 0,2-1-1 0 0,7 13 0 0 0,-4-8-1159 0 0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3:20.2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 22 2152 0 0,'0'0'5627'0'0,"1"0"-5495"0"0,-1 0 0 0 0,1 0 0 0 0,-1 0 1 0 0,0 0-1 0 0,1 0 0 0 0,-1 1 1 0 0,0-1-1 0 0,1 0 0 0 0,-1 0 0 0 0,1 0 1 0 0,2 3 1454 0 0,-3-3-1455 0 0,1 0 0 0 0,-1 1 0 0 0,0 0 1 0 0,-26 29 541 0 0,5-7-132 0 0,-30 45 0 0 0,47-61-508 0 0,-1 1-1 0 0,1 0 0 0 0,0 0 1 0 0,1 0-1 0 0,0 0 1 0 0,0 1-1 0 0,1-1 1 0 0,0 1-1 0 0,0 0 0 0 0,0 16 1 0 0,2-21-15 0 0,0-1 0 0 0,0 1 0 0 0,0-1 0 0 0,1 0-1 0 0,-1 1 1 0 0,1-1 0 0 0,0 1 0 0 0,0-1 0 0 0,0 0 0 0 0,1 1 0 0 0,-1-1 0 0 0,1 0 0 0 0,0 0 0 0 0,0 0-1 0 0,0 0 1 0 0,0-1 0 0 0,0 1 0 0 0,5 4 0 0 0,-2-4-46 0 0,-1 0-1 0 0,1 0 1 0 0,0 0 0 0 0,0-1-1 0 0,0 0 1 0 0,0 0 0 0 0,0 0-1 0 0,1 0 1 0 0,-1-1 0 0 0,11 1 0 0 0,4 0-506 0 0,0-2 1 0 0,0 0 0 0 0,-1-2 0 0 0,1 0 0 0 0,30-7 0 0 0,-32 4 89 0 0,-1 0 1 0 0,0-2-1 0 0,-1 0 0 0 0,0 0 0 0 0,0-2 0 0 0,0 0 1 0 0,-1-1-1 0 0,-1 0 0 0 0,1-1 0 0 0,17-18 0 0 0,-15 12 837 0 0,-2-1 1 0 0,26-34-1 0 0,-29 33 1267 0 0,-1-1 1 0 0,17-38 0 0 0,-10 18 842 0 0,-17 38-2104 0 0,-3 3-377 0 0,0 0-1 0 0,0 1 1 0 0,0-1 0 0 0,1 1 0 0 0,-1-1 0 0 0,0 1 0 0 0,1 0 0 0 0,-1-1 0 0 0,1 1 0 0 0,0 0 0 0 0,0 0-1 0 0,-1 0 1 0 0,1 0 0 0 0,-1 4 0 0 0,2-6-21 0 0,-9 20 69 0 0,1 0 0 0 0,0 1 0 0 0,2-1 0 0 0,1 1 0 0 0,0 1 0 0 0,1-1 0 0 0,2 1 0 0 0,0-1 0 0 0,1 27 0 0 0,2-43-187 0 0,-1 1 0 0 0,1-1 1 0 0,0 1-1 0 0,1-1 0 0 0,-1 1 0 0 0,1-1 0 0 0,0 0 1 0 0,0 0-1 0 0,6 9 0 0 0,-6-13-395 0 0,-1 1 0 0 0,1-1 0 0 0,0 0 0 0 0,0 0 0 0 0,0 0-1 0 0,0 0 1 0 0,0-1 0 0 0,0 1 0 0 0,1 0 0 0 0,-1-1 0 0 0,0 0 0 0 0,4 1 0 0 0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3:20.5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92 1168 0 0,'-9'-18'3369'0'0,"-2"0"-1"0"0,0 2 1 0 0,-13-17-1 0 0,23 33-3366 0 0,1-1 1 0 0,0 1-1 0 0,0-1 0 0 0,-1 1 1 0 0,1 0-1 0 0,0-1 0 0 0,-1 1 1 0 0,1-1-1 0 0,0 1 0 0 0,-1 0 1 0 0,1-1-1 0 0,-1 1 0 0 0,1 0 0 0 0,0 0 1 0 0,-1-1-1 0 0,1 1 0 0 0,-1 0 1 0 0,1 0-1 0 0,-1 0 0 0 0,1 0 1 0 0,-1-1-1 0 0,1 1 0 0 0,-1 0 1 0 0,1 0-1 0 0,-1 0 0 0 0,1 0 1 0 0,-1 0-1 0 0,1 0 0 0 0,-1 0 1 0 0,1 0-1 0 0,-1 0 0 0 0,1 1 1 0 0,-1-1-1 0 0,1 0 0 0 0,-1 0 0 0 0,1 0 1 0 0,0 1-1 0 0,-1-1 0 0 0,1 0 1 0 0,-1 0-1 0 0,1 1 0 0 0,-1-1 1 0 0,1 0-1 0 0,0 1 0 0 0,-1-1 1 0 0,1 0-1 0 0,0 1 0 0 0,-1-1 1 0 0,1 1-1 0 0,0-1 0 0 0,0 0 1 0 0,-1 1-1 0 0,1-1 0 0 0,0 1 1 0 0,0-1-1 0 0,0 1 0 0 0,0-1 0 0 0,0 1 1 0 0,0-1-1 0 0,-1 2 0 0 0,-5 29-2170 0 0,6-24 840 0 0,1-1 0 0 0,-1 0 1 0 0,1 0-1 0 0,4 13 0 0 0,-2-8-2244 0 0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3:21.2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408 514 92 0 0,'2'-8'10096'0'0,"-2"6"-9826"0"0,-2 0 23 0 0,-1 0-1 0 0,1 0 0 0 0,-1 0 0 0 0,0 1 1 0 0,1-1-1 0 0,-1 0 0 0 0,0 1 0 0 0,0 0 1 0 0,0 0-1 0 0,0 0 0 0 0,0 0 0 0 0,0 0 1 0 0,-1 1-1 0 0,1-1 0 0 0,-5 1 0 0 0,1 0-92 0 0,-1 0-1 0 0,1 1 1 0 0,0 0-1 0 0,-1 0 0 0 0,1 1 1 0 0,-11 4-1 0 0,1 1-157 0 0,0 1 0 0 0,0 0 0 0 0,1 1 0 0 0,-26 19 0 0 0,23-13-23 0 0,0 0 0 0 0,1 2 0 0 0,1-1 0 0 0,0 2 0 0 0,1 1 0 0 0,2 0 0 0 0,-1 0 0 0 0,2 2 0 0 0,-21 42 0 0 0,33-60-11 0 0,0 0-1 0 0,0 0 0 0 0,0-1 1 0 0,1 1-1 0 0,-1 0 0 0 0,1 0 1 0 0,-1 0-1 0 0,1 0 1 0 0,0 0-1 0 0,0 0 0 0 0,1 0 1 0 0,-1 0-1 0 0,0 0 0 0 0,1 0 1 0 0,0-1-1 0 0,0 1 0 0 0,0 0 1 0 0,2 5-1 0 0,-2-7-3 0 0,0 0 0 0 0,0 0-1 0 0,0 1 1 0 0,0-1 0 0 0,0 0-1 0 0,1 0 1 0 0,-1 0-1 0 0,0-1 1 0 0,0 1 0 0 0,1 0-1 0 0,-1 0 1 0 0,0-1 0 0 0,1 1-1 0 0,-1-1 1 0 0,1 1 0 0 0,-1-1-1 0 0,1 0 1 0 0,1 1 0 0 0,25 1 21 0 0,-27-2-24 0 0,8-1 1 0 0,1 0 0 0 0,-1 0 0 0 0,0-1 0 0 0,1 0 0 0 0,-1-1 0 0 0,0 0 0 0 0,-1-1 0 0 0,1 0 0 0 0,0 0 0 0 0,-1-1 0 0 0,14-9 1 0 0,0-3-7 0 0,0-1 1 0 0,30-33 0 0 0,67-84 433 0 0,-119 134-431 0 0,0 1 0 0 0,1 0 1 0 0,-1 0-1 0 0,0-1 0 0 0,0 1 0 0 0,0 0 1 0 0,0 0-1 0 0,0-1 0 0 0,0 1 0 0 0,1 0 1 0 0,-1 0-1 0 0,0 0 0 0 0,0-1 0 0 0,0 1 0 0 0,0 0 1 0 0,1 0-1 0 0,-1 0 0 0 0,0 0 0 0 0,0-1 1 0 0,1 1-1 0 0,-1 0 0 0 0,0 0 0 0 0,0 0 1 0 0,0 0-1 0 0,1 0 0 0 0,-1 0 0 0 0,0 0 1 0 0,1 0-1 0 0,-1 0 0 0 0,0 0 0 0 0,0 0 0 0 0,1 0 1 0 0,-1 0-1 0 0,0 0 0 0 0,0 0 0 0 0,1 0 1 0 0,-1 0-1 0 0,0 0 0 0 0,0 0 0 0 0,1 0 1 0 0,-1 0-1 0 0,0 0 0 0 0,0 0 0 0 0,1 1 1 0 0,1 13-55 0 0,-6 18-19 0 0,2-25 76 0 0,-12 82 128 0 0,13-80-110 0 0,1 0-1 0 0,0 0 0 0 0,0 0 0 0 0,1 0 1 0 0,0 0-1 0 0,0 0 0 0 0,5 14 0 0 0,-5-21 8 0 0,0 0-1 0 0,1 0 0 0 0,-1 0 0 0 0,0 0 0 0 0,1 0 1 0 0,-1 0-1 0 0,1 0 0 0 0,-1-1 0 0 0,1 1 1 0 0,0 0-1 0 0,0-1 0 0 0,0 0 0 0 0,0 1 1 0 0,0-1-1 0 0,0 0 0 0 0,0 0 0 0 0,0 0 0 0 0,0 0 1 0 0,1 0-1 0 0,-1-1 0 0 0,0 1 0 0 0,1-1 1 0 0,-1 0-1 0 0,0 1 0 0 0,1-1 0 0 0,-1 0 1 0 0,3-1-1 0 0,6 1 67 0 0,0-1 1 0 0,0 0 0 0 0,0-1-1 0 0,16-5 1 0 0,1-3-19 0 0,0-1-1 0 0,0-2 1 0 0,-1 0-1 0 0,0-2 1 0 0,-1-1-1 0 0,43-35 1 0 0,128-133 92 0 0,-144 127 48 0 0,-2-3 0 0 0,-3-2 1 0 0,-3-2-1 0 0,-2-2 0 0 0,53-113 0 0 0,-95 178-211 0 0,0 0 0 0 0,-1 0 0 0 0,1 0-1 0 0,-1-1 1 0 0,1 1 0 0 0,-1 0 0 0 0,1 0 0 0 0,-1 0-1 0 0,0 0 1 0 0,1 0 0 0 0,-1-1 0 0 0,0 1 0 0 0,0 0-1 0 0,0 0 1 0 0,0 0 0 0 0,0 0 0 0 0,0-1 0 0 0,0 1-1 0 0,-1 0 1 0 0,1 0 0 0 0,0 0 0 0 0,-1-3 0 0 0,0 4-7 0 0,0-1 0 0 0,0 1 1 0 0,0-1-1 0 0,0 1 1 0 0,0 0-1 0 0,0-1 1 0 0,1 1-1 0 0,-1 0 0 0 0,0 0 1 0 0,0 0-1 0 0,0-1 1 0 0,0 1-1 0 0,0 0 1 0 0,0 0-1 0 0,0 0 0 0 0,0 1 1 0 0,0-1-1 0 0,0 0 1 0 0,0 0-1 0 0,-2 1 1 0 0,-7 2-36 0 0,-1 1 0 0 0,1 0 1 0 0,-15 9-1 0 0,-29 19 325 0 0,2 2 0 0 0,1 3 0 0 0,2 2 0 0 0,2 2 0 0 0,1 1 0 0 0,3 3 0 0 0,-62 82 0 0 0,89-106-167 0 0,2 1 1 0 0,-17 35-1 0 0,27-50-88 0 0,1 1-1 0 0,0 0 1 0 0,0 1 0 0 0,0-1 0 0 0,1 0 0 0 0,1 1 0 0 0,-1-1 0 0 0,1 1-1 0 0,1-1 1 0 0,-1 1 0 0 0,2 11 0 0 0,0-16-23 0 0,1 0 1 0 0,-1 0 0 0 0,1 0-1 0 0,-1 0 1 0 0,1 0-1 0 0,0 0 1 0 0,1-1 0 0 0,-1 1-1 0 0,1-1 1 0 0,-1 0-1 0 0,1 1 1 0 0,0-1-1 0 0,0 0 1 0 0,1-1 0 0 0,-1 1-1 0 0,0-1 1 0 0,1 1-1 0 0,0-1 1 0 0,5 2 0 0 0,7 4-87 0 0,2-1 1 0 0,35 10 0 0 0,-50-16 53 0 0,46 11-1683 0 0,94 11 0 0 0,53-10-4964 0 0,-117-12 2073 0 0,1-3-2099 0 0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3:23.2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1 1800 0 0,'-2'0'1596'0'0,"-85"3"8163"0"0,87-3-9754 0 0,-1 0 0 0 0,1 0 1 0 0,0 1-1 0 0,-1-1 0 0 0,1 0 0 0 0,0 0 1 0 0,-1 0-1 0 0,1 1 0 0 0,0-1 1 0 0,-1 0-1 0 0,1 0 0 0 0,0 1 1 0 0,0-1-1 0 0,-1 0 0 0 0,1 1 1 0 0,0-1-1 0 0,0 0 0 0 0,-1 1 1 0 0,1-1-1 0 0,0 1 0 0 0,0-1 1 0 0,0 0-1 0 0,0 1 0 0 0,0-1 1 0 0,0 0-1 0 0,0 1 0 0 0,0-1 1 0 0,0 1-1 0 0,0-1 0 0 0,0 1 1 0 0,0-1-1 0 0,0 0 0 0 0,0 1 1 0 0,0-1-1 0 0,0 0 0 0 0,0 1 0 0 0,0-1 1 0 0,0 1-1 0 0,1-1 0 0 0,-1 0 1 0 0,0 1-1 0 0,0-1 0 0 0,7 19 69 0 0,22 41-33 0 0,-2 2 1 0 0,-3 1 0 0 0,-3 1-1 0 0,-3 0 1 0 0,12 83 0 0 0,-4 14 1967 0 0,-25-155-994 0 0,1-6-396 0 0,3-11-207 0 0,1-18-342 0 0,-4 3-41 0 0,1-1 1 0 0,2 0 0 0 0,0 1 0 0 0,2 0 0 0 0,10-27-1 0 0,-16 50-39 0 0,1 0-1 0 0,-1 0 1 0 0,1 1-1 0 0,-1-1 1 0 0,1 0-1 0 0,0 1 0 0 0,0-1 1 0 0,0 1-1 0 0,0 0 1 0 0,1 0-1 0 0,-1 0 1 0 0,1 0-1 0 0,-1 0 1 0 0,1 0-1 0 0,0 1 0 0 0,-1-1 1 0 0,1 1-1 0 0,0 0 1 0 0,0 0-1 0 0,0 0 1 0 0,0 0-1 0 0,4-1 1 0 0,8 0-3 0 0,15 3-9 0 0,-18 1 25 0 0,-4-1 11 0 0,5 1-76 0 0,-1-1 0 0 0,1 0 0 0 0,0-1 0 0 0,-1-1 0 0 0,1 0 0 0 0,0 0 0 0 0,-1-1 0 0 0,1-1 0 0 0,12-4 0 0 0,-17 3 8 0 0,0 1 0 0 0,0-1 0 0 0,-1 0 0 0 0,0-1 0 0 0,0 1 0 0 0,0-1 0 0 0,0-1 0 0 0,8-8 0 0 0,-13 11 42 0 0,1-1-1 0 0,-1 1 1 0 0,0-1-1 0 0,0 1 1 0 0,0-1 0 0 0,0 0-1 0 0,-1 1 1 0 0,1-1-1 0 0,-1 0 1 0 0,0 0 0 0 0,0 0-1 0 0,-1 0 1 0 0,1 0-1 0 0,-1-1 1 0 0,0 1 0 0 0,0 0-1 0 0,0 0 1 0 0,-1 0-1 0 0,1 0 1 0 0,-2-5 0 0 0,1 7 0 0 0,1-1 1 0 0,0 1-1 0 0,-1 0 1 0 0,1 0-1 0 0,-1 0 1 0 0,0 0-1 0 0,0 0 1 0 0,0 0 0 0 0,0 0-1 0 0,0 0 1 0 0,0 0-1 0 0,-1 0 1 0 0,1 1-1 0 0,0-1 1 0 0,-1 0 0 0 0,1 1-1 0 0,-1-1 1 0 0,0 1-1 0 0,-3-3 1 0 0,4 4 9 0 0,0 0 0 0 0,0 0 1 0 0,1 0-1 0 0,-1 0 0 0 0,0 0 0 0 0,0 1 1 0 0,0-1-1 0 0,1 0 0 0 0,-1 0 1 0 0,0 1-1 0 0,0-1 0 0 0,1 0 0 0 0,-1 1 1 0 0,0-1-1 0 0,1 1 0 0 0,-1-1 0 0 0,0 1 1 0 0,1-1-1 0 0,-1 1 0 0 0,0-1 1 0 0,1 1-1 0 0,-1-1 0 0 0,0 2 0 0 0,-13 17-7 0 0,13-17 6 0 0,-10 17-9 0 0,1 0 0 0 0,1 0 0 0 0,1 1 0 0 0,1 0 0 0 0,1 1 0 0 0,0-1 0 0 0,2 1 0 0 0,0 0 0 0 0,1 1 0 0 0,0 35 0 0 0,3-52 17 0 0,1-1 0 0 0,-1 1 1 0 0,1-1-1 0 0,-1 0 0 0 0,1 1 0 0 0,0-1 1 0 0,1 0-1 0 0,-1 0 0 0 0,1 0 0 0 0,0 0 0 0 0,0 0 1 0 0,0 0-1 0 0,0 0 0 0 0,4 3 0 0 0,-4-6-32 0 0,0 1 0 0 0,0-1 0 0 0,0 0 0 0 0,0 0 0 0 0,0 1-1 0 0,0-1 1 0 0,0-1 0 0 0,1 1 0 0 0,-1 0 0 0 0,0-1-1 0 0,1 1 1 0 0,2 0 0 0 0,-3-1-44 0 0,3 0-356 0 0,1 0 1 0 0,-1 0-1 0 0,1 0 1 0 0,-1-1-1 0 0,1 0 1 0 0,-1 0-1 0 0,1 0 1 0 0,-1-1-1 0 0,0 1 1 0 0,9-6-1 0 0,-7 5-620 0 0,12-6-2138 0 0,-2-2-1110 0 0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3:23.6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221 80 2768 0 0,'-1'-16'5757'0'0,"0"12"-4691"0"0,-1-1 1 0 0,0 0 0 0 0,0 1-1 0 0,-1 0 1 0 0,1-1-1 0 0,-6-5 1 0 0,-11-10 456 0 0,18 19-1401 0 0,0 1-111 0 0,0-1-1 0 0,1 1 1 0 0,-1-1-1 0 0,0 1 1 0 0,1-1-1 0 0,-1 1 1 0 0,0 0-1 0 0,1-1 1 0 0,-1 1-1 0 0,0 0 1 0 0,0 0-1 0 0,0-1 1 0 0,1 1-1 0 0,-1 0 1 0 0,0 0 0 0 0,0 0-1 0 0,0 0 1 0 0,1 0-1 0 0,-1 0 1 0 0,0 0-1 0 0,0 0 1 0 0,0 1-1 0 0,-21 4 75 0 0,13 0-86 0 0,0 1 1 0 0,1-1-1 0 0,0 2 1 0 0,0-1-1 0 0,0 1 0 0 0,1 0 1 0 0,0 0-1 0 0,1 1 0 0 0,0 0 1 0 0,0 0-1 0 0,0 1 1 0 0,1-1-1 0 0,0 1 0 0 0,-5 15 1 0 0,3-5-14 0 0,1-1 0 0 0,1 2 1 0 0,1-1-1 0 0,0 0 1 0 0,2 1-1 0 0,-1 34 0 0 0,3-48 17 0 0,0-1 0 0 0,0 0-1 0 0,1 1 1 0 0,0-1-1 0 0,0 0 1 0 0,0 1 0 0 0,1-1-1 0 0,-1 0 1 0 0,1 0 0 0 0,1 0-1 0 0,-1-1 1 0 0,0 1 0 0 0,1 0-1 0 0,0-1 1 0 0,0 1-1 0 0,1-1 1 0 0,-1 0 0 0 0,1 0-1 0 0,7 5 1 0 0,-6-5-222 0 0,0-1 0 0 0,1 0 0 0 0,-1 0 0 0 0,1-1 1 0 0,0 0-1 0 0,-1 0 0 0 0,1 0 0 0 0,0 0 0 0 0,0-1 0 0 0,0 0 0 0 0,1 0 1 0 0,-1-1-1 0 0,0 0 0 0 0,0 0 0 0 0,0 0 0 0 0,0-1 0 0 0,7-1 0 0 0,-2-1-2022 0 0,1 0 1 0 0,20-9-1 0 0,-14 5-2604 0 0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3:24.9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78 864 0 0,'0'0'3414'0'0,"-2"-26"3620"0"0,-2-23 817 0 0,4 47-7606 0 0,25 22-197 0 0,28 47-1 0 0,70 113 0 0 0,-39-53-39 0 0,34 59 44 0 0,-88-140-28 0 0,-30-45-17 0 0,9 10-449 0 0,-9-11 592 0 0,1 1 1 0 0,-1 0 0 0 0,1 0-1 0 0,-1-1 1 0 0,1 1 0 0 0,-1 0 0 0 0,1-1-1 0 0,0 1 1 0 0,-1 0 0 0 0,1-1-1 0 0,0 1 1 0 0,0-1 0 0 0,-1 1-1 0 0,1-1 1 0 0,1 1 0 0 0,-1-1-68 0 0,0-1 0 0 0,0 0 0 0 0,-1 0 0 0 0,1 1 1 0 0,0-1-1 0 0,-1 0 0 0 0,1 0 0 0 0,0 0 0 0 0,-1 1 0 0 0,1-1 0 0 0,-1 0 0 0 0,0 0 1 0 0,1 0-1 0 0,-1 0 0 0 0,0 0 0 0 0,1 0 0 0 0,-1 0 0 0 0,0 0 0 0 0,0 0 1 0 0,0 0-1 0 0,0-1 0 0 0,46-258 266 0 0,-15 73-418 0 0,-12 91 86 0 0,-11 52-92 0 0,-6 38 2560 0 0,-2-10-8140 0 0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3:26.7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86 104 0 0,'3'-11'2783'0'0,"0"-1"-1"0"0,0 1 1 0 0,1-20-1 0 0,-2 17-743 0 0,-2 12-1175 0 0,0-2 282 0 0,0 13-968 0 0,-73 671 445 0 0,57-555-624 0 0,13-98 4 0 0,-10 102 37 0 0,12-110-45 0 0,1 1 0 0 0,0-1 0 0 0,2 1 0 0 0,6 28 0 0 0,-8-46-34 0 0,0 0-1 0 0,1-1 0 0 0,-1 1 1 0 0,0-1-1 0 0,1 1 1 0 0,-1-1-1 0 0,1 0 0 0 0,-1 1 1 0 0,1-1-1 0 0,0 1 0 0 0,-1-1 1 0 0,1 0-1 0 0,0 1 0 0 0,0-1 1 0 0,0 0-1 0 0,0 0 0 0 0,0 0 1 0 0,1 0-1 0 0,-1 0 0 0 0,0 0 1 0 0,0 0-1 0 0,1 0 0 0 0,-1 0 1 0 0,0-1-1 0 0,1 1 0 0 0,-1-1 1 0 0,1 1-1 0 0,-1-1 0 0 0,1 1 1 0 0,-1-1-1 0 0,1 0 0 0 0,-1 1 1 0 0,1-1-1 0 0,-1 0 0 0 0,1 0 1 0 0,-1 0-1 0 0,1-1 0 0 0,-1 1 1 0 0,1 0-1 0 0,-1 0 0 0 0,1-1 1 0 0,-1 1-1 0 0,1-1 0 0 0,-1 1 1 0 0,1-1-1 0 0,-1 0 0 0 0,0 0 1 0 0,3-1-1 0 0,5-3-316 0 0,-1-1 0 0 0,1 0 0 0 0,-1-1-1 0 0,0 0 1 0 0,-1 0 0 0 0,8-9 0 0 0,0-4 31 0 0,0-1 1 0 0,-2 0-1 0 0,0 0 1 0 0,-1-1-1 0 0,-1-1 0 0 0,14-45 1 0 0,-16 41 1243 0 0,-3-1 0 0 0,0 1 1 0 0,3-37-1 0 0,-4-13 2831 0 0,-16 112-3671 0 0,6-3-79 0 0,1 0 0 0 0,2 42 0 0 0,2-58 6 0 0,1 0 0 0 0,1 0 0 0 0,0-1 0 0 0,1 1 0 0 0,1 0 0 0 0,9 23 1 0 0,-11-35 7 0 0,0 0 0 0 0,0 0 1 0 0,0-1-1 0 0,1 1 1 0 0,-1-1-1 0 0,1 1 0 0 0,-1-1 1 0 0,1 0-1 0 0,0 0 1 0 0,1 0-1 0 0,-1 0 1 0 0,0-1-1 0 0,1 1 0 0 0,0-1 1 0 0,-1 0-1 0 0,1 0 1 0 0,0 0-1 0 0,0-1 0 0 0,0 0 1 0 0,0 1-1 0 0,0-1 1 0 0,0 0-1 0 0,1-1 1 0 0,-1 1-1 0 0,0-1 0 0 0,0 0 1 0 0,1 0-1 0 0,7-1 1 0 0,-9 0 4 0 0,0 0 1 0 0,-1 0 0 0 0,1 0 0 0 0,-1 0 0 0 0,1 0 0 0 0,-1 0 0 0 0,0-1 0 0 0,1 1-1 0 0,-1-1 1 0 0,0 0 0 0 0,0 1 0 0 0,0-1 0 0 0,0 0 0 0 0,0 0 0 0 0,-1-1 0 0 0,1 1-1 0 0,-1 0 1 0 0,1 0 0 0 0,-1-1 0 0 0,0 1 0 0 0,0-1 0 0 0,2-4 0 0 0,-1-1 68 0 0,0-1 0 0 0,0 1 0 0 0,0-1 0 0 0,-1 1 0 0 0,0-14 1 0 0,-2 6 10 0 0,-1 1 0 0 0,0-1 0 0 0,0 1 0 0 0,-2-1 0 0 0,0 1 0 0 0,-1 0 0 0 0,0 1 0 0 0,-1-1 0 0 0,-1 1 1 0 0,0 0-1 0 0,-1 1 0 0 0,-15-20 0 0 0,20 29-139 0 0,0 0 0 0 0,0 1 0 0 0,0-1-1 0 0,0 1 1 0 0,-1 0 0 0 0,1 0 0 0 0,-1 0 0 0 0,0 0 0 0 0,0 1 0 0 0,0-1 0 0 0,0 1 0 0 0,-1 0 0 0 0,1 0 0 0 0,-1 1-1 0 0,1-1 1 0 0,-1 1 0 0 0,1 0 0 0 0,-1 0 0 0 0,0 1 0 0 0,1 0 0 0 0,-1-1 0 0 0,-8 2 0 0 0,11-1-334 0 0,0 6-192 0 0,2-6 521 0 0,-1 1-1 0 0,1-1 1 0 0,0 1 0 0 0,-1-1-1 0 0,1 0 1 0 0,0 1 0 0 0,0-1-1 0 0,-1 1 1 0 0,1-1 0 0 0,0 1-1 0 0,0-1 1 0 0,0 1 0 0 0,0 0-1 0 0,0-1 1 0 0,0 1 0 0 0,0-1-1 0 0,0 1 1 0 0,0-1-1 0 0,0 1 1 0 0,0-1 0 0 0,0 1-1 0 0,0-1 1 0 0,0 1 0 0 0,0-1-1 0 0,0 1 1 0 0,1-1 0 0 0,-1 1-1 0 0,0-1 1 0 0,0 1 0 0 0,1-1-1 0 0,-1 1 1 0 0,0-1 0 0 0,1 1-1 0 0,-1-1 1 0 0,0 0 0 0 0,1 1-1 0 0,-1-1 1 0 0,1 0 0 0 0,-1 1-1 0 0,1-1 1 0 0,-1 0 0 0 0,1 0-1 0 0,-1 1 1 0 0,1-1-1 0 0,-1 0 1 0 0,1 0 0 0 0,-1 0-1 0 0,1 0 1 0 0,-1 1 0 0 0,1-1-1 0 0,-1 0 1 0 0,1 0 0 0 0,0 0-1 0 0,10 1-376 0 0,1 0-1 0 0,-1-1 1 0 0,0 0-1 0 0,1 0 1 0 0,-1-2-1 0 0,0 1 1 0 0,0-1-1 0 0,1-1 1 0 0,-1 0-1 0 0,13-6 1 0 0,18-8-189 0 0,48-28 0 0 0,-71 35 723 0 0,8-6 309 0 0,-18 11-149 0 0,-1 0 0 0 0,1 1 0 0 0,0-1 0 0 0,17-4-1 0 0,-24 8-203 0 0,0 1 0 0 0,0 0 0 0 0,1 0 0 0 0,-1 0 0 0 0,0 1 0 0 0,0-1 0 0 0,0 0 0 0 0,0 1-1 0 0,0 0 1 0 0,0-1 0 0 0,1 1 0 0 0,-1 0 0 0 0,-1 0 0 0 0,1 0 0 0 0,0 0 0 0 0,0 0 0 0 0,0 1-1 0 0,-1-1 1 0 0,1 0 0 0 0,0 1 0 0 0,-1 0 0 0 0,1-1 0 0 0,-1 1 0 0 0,0 0 0 0 0,0-1 0 0 0,2 4 0 0 0,1 2 152 0 0,0 0 0 0 0,-1 0 0 0 0,1 0 0 0 0,-2 1 0 0 0,5 13 0 0 0,-4-6 83 0 0,-1 1 1 0 0,0-1-1 0 0,-1 1 1 0 0,0-1-1 0 0,-2 1 1 0 0,0 0-1 0 0,0-1 1 0 0,-1 1-1 0 0,-1-1 1 0 0,-1 0-1 0 0,0 0 1 0 0,-1 0-1 0 0,-1 0 1 0 0,0-1-1 0 0,-15 25 1 0 0,19-37-245 0 0,1 0 1 0 0,0-1-1 0 0,-1 0 1 0 0,0 1-1 0 0,1-1 1 0 0,-1 0-1 0 0,0 0 1 0 0,1 0 0 0 0,-1 0-1 0 0,0 0 1 0 0,0 0-1 0 0,0-1 1 0 0,0 1-1 0 0,0 0 1 0 0,0-1-1 0 0,0 0 1 0 0,0 1-1 0 0,0-1 1 0 0,0 0-1 0 0,0 0 1 0 0,0 0-1 0 0,0 0 1 0 0,-1-1-1 0 0,1 1 1 0 0,0-1 0 0 0,0 1-1 0 0,-3-2 1 0 0,4 1-51 0 0,0 0 0 0 0,0 1 0 0 0,0-1 0 0 0,1 0 1 0 0,-1 0-1 0 0,0 0 0 0 0,1 0 0 0 0,-1 0 0 0 0,0 0 0 0 0,1 0 1 0 0,-1 0-1 0 0,1 0 0 0 0,0-1 0 0 0,-1 1 0 0 0,1 0 1 0 0,0 0-1 0 0,0 0 0 0 0,0 0 0 0 0,-1-1 0 0 0,1 1 0 0 0,1-1 1 0 0,0-5-21 0 0,1 0 1 0 0,0 1 0 0 0,0-1-1 0 0,1 1 1 0 0,0-1 0 0 0,0 1 0 0 0,1 0-1 0 0,-1 1 1 0 0,1-1 0 0 0,0 0-1 0 0,1 1 1 0 0,0 0 0 0 0,-1 0 0 0 0,2 1-1 0 0,-1-1 1 0 0,0 1 0 0 0,9-5-1 0 0,0-1-98 0 0,106-71-2266 0 0,-54 37-1109 0 0,-2-2-3952 0 0,-47 33 2205 0 0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3:26.9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187 105 1540 0 0,'-37'7'3321'0'0,"-111"22"6607"0"0,146-29-9472 0 0,6 0-276 0 0,28-2-1 0 0,0-2 0 0 0,63-17 0 0 0,-43 9-117 0 0,273-50-3253 0 0,-185 36-2557 0 0,-71 12 1067 0 0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3:28.4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13 106 476 0 0,'-7'-27'5652'0'0,"6"24"-5337"0"0,0 0-1 0 0,0-1 0 0 0,0 1 0 0 0,1 0 0 0 0,-1-1 0 0 0,1 1 0 0 0,0-1 1 0 0,0 1-1 0 0,0 0 0 0 0,0-1 0 0 0,1-5 0 0 0,0 7-229 0 0,0 0 0 0 0,0 0 0 0 0,0 0 0 0 0,0 0 0 0 0,0 0 0 0 0,0 1 0 0 0,0-1 0 0 0,0 0 0 0 0,1 1 0 0 0,-1-1 0 0 0,4-2 0 0 0,-4 3-58 0 0,0 0-5 0 0,0 0 0 0 0,0 1 0 0 0,0-1 0 0 0,1 0 0 0 0,-1 1 0 0 0,0-1-1 0 0,0 1 1 0 0,1-1 0 0 0,-1 1 0 0 0,0 0 0 0 0,1-1 0 0 0,-1 1 0 0 0,0 0 0 0 0,1 0 0 0 0,-1 0 0 0 0,0 0 0 0 0,3 0 0 0 0,21 5 111 0 0,-17-2-113 0 0,0 0 0 0 0,-1 0 0 0 0,0 1 1 0 0,0 0-1 0 0,0 0 0 0 0,0 1 0 0 0,0-1 0 0 0,-1 2 0 0 0,0-1 0 0 0,0 1 1 0 0,0 0-1 0 0,-1 0 0 0 0,0 0 0 0 0,0 1 0 0 0,0 0 0 0 0,-1 0 0 0 0,0 0 0 0 0,4 11 1 0 0,-4-8 68 0 0,-1 1 1 0 0,-1-1 0 0 0,1 1-1 0 0,-2-1 1 0 0,1 1-1 0 0,-1 0 1 0 0,-1 0 0 0 0,0 0-1 0 0,-1-1 1 0 0,0 1 0 0 0,0 0-1 0 0,-1 0 1 0 0,-5 14 0 0 0,6-23-38 0 0,0 1 37 0 0,1 0 0 0 0,-1 0 0 0 0,0 0 0 0 0,0 0 0 0 0,-1 0 0 0 0,1 0 0 0 0,-1 0 1 0 0,1-1-1 0 0,-1 1 0 0 0,0-1 0 0 0,0 1 0 0 0,0-1 0 0 0,-3 3 0 0 0,3-3 65 0 0,0-3-101 0 0,0 0-47 0 0,1 0 0 0 0,0 1 0 0 0,-1-1 0 0 0,1 0 0 0 0,0 1 0 0 0,0-1 0 0 0,0 0 0 0 0,0 0 0 0 0,-1 0 0 0 0,1 0 0 0 0,1 0 0 0 0,-1-1 0 0 0,0 1 0 0 0,0 0 0 0 0,0 0 0 0 0,1-1 0 0 0,-1 1-1 0 0,0-2 1 0 0,-1-1 1 0 0,1-1-1 0 0,0 0 0 0 0,0 1 0 0 0,0-1 1 0 0,0-8-1 0 0,1-2-4 0 0,1-1 0 0 0,5-26 0 0 0,-5 33-12 0 0,1 1 0 0 0,1-1 1 0 0,-1 1-1 0 0,2 0 0 0 0,-1 0 0 0 0,1 0 1 0 0,0 0-1 0 0,0 0 0 0 0,1 1 0 0 0,0 0 0 0 0,1 0 1 0 0,0 0-1 0 0,8-7 0 0 0,-11 11 4 0 0,1 0-1 0 0,0 0 1 0 0,0 0-1 0 0,0 1 1 0 0,0 0-1 0 0,1 0 1 0 0,-1 0 0 0 0,0 0-1 0 0,1 1 1 0 0,0 0-1 0 0,-1 0 1 0 0,1 0-1 0 0,0 0 1 0 0,-1 1 0 0 0,1-1-1 0 0,0 1 1 0 0,0 1-1 0 0,-1-1 1 0 0,1 1 0 0 0,0-1-1 0 0,-1 1 1 0 0,1 1-1 0 0,0-1 1 0 0,-1 1-1 0 0,9 3 1 0 0,-4 0 3 0 0,-1 0 0 0 0,1 1 0 0 0,-1-1 0 0 0,0 2-1 0 0,0-1 1 0 0,-1 1 0 0 0,0 0 0 0 0,0 1 0 0 0,0-1 0 0 0,-1 1 0 0 0,0 1 0 0 0,-1-1 0 0 0,0 1 0 0 0,0 0-1 0 0,6 18 1 0 0,-7-13-31 0 0,0 0 0 0 0,0 0-1 0 0,-1 0 1 0 0,-1 1-1 0 0,-1-1 1 0 0,0 0 0 0 0,-1 1-1 0 0,0-1 1 0 0,-1 1-1 0 0,-4 19 1 0 0,5-34 28 0 0,0 1 0 0 0,0 0 0 0 0,0-1 1 0 0,0 1-1 0 0,0-1 0 0 0,0 1 0 0 0,0 0 0 0 0,0-1 0 0 0,0 1 1 0 0,0-1-1 0 0,0 1 0 0 0,0-1 0 0 0,-1 1 0 0 0,1-1 0 0 0,0 1 1 0 0,0-1-1 0 0,-1 1 0 0 0,1-1 0 0 0,-1 1 0 0 0,1-1 0 0 0,0 1 1 0 0,-1-1-1 0 0,1 1 0 0 0,-1-1 0 0 0,1 0 0 0 0,-1 1 0 0 0,1-1 1 0 0,-1 0-1 0 0,1 0 0 0 0,-1 1 0 0 0,1-1 0 0 0,-1 0 0 0 0,1 0 1 0 0,-1 0-1 0 0,1 1 0 0 0,-1-1 0 0 0,0 0 0 0 0,0-1-8 0 0,0 1 0 0 0,1-1 0 0 0,-1 1 0 0 0,0-1 0 0 0,1 0-1 0 0,-1 1 1 0 0,0-1 0 0 0,1 0 0 0 0,-1 1 0 0 0,1-1 0 0 0,-1 0 0 0 0,1 0-1 0 0,-1 0 1 0 0,1 1 0 0 0,0-1 0 0 0,-1 0 0 0 0,1 0 0 0 0,0 0 0 0 0,0 0-1 0 0,0-2 1 0 0,-2-10-32 0 0,2 0-1 0 0,0 0 1 0 0,1 0-1 0 0,0 0 0 0 0,0 0 1 0 0,2 0-1 0 0,5-20 1 0 0,-2 15 39 0 0,0 1 1 0 0,2 0-1 0 0,0 0 0 0 0,16-27 1 0 0,-19 37-2 0 0,0-1 0 0 0,1 1 1 0 0,-1 0-1 0 0,1 0 0 0 0,1 1 0 0 0,-1-1 1 0 0,1 2-1 0 0,0-1 0 0 0,1 1 0 0 0,-1 0 1 0 0,1 0-1 0 0,0 1 0 0 0,0 0 0 0 0,1 0 1 0 0,-1 1-1 0 0,1 0 0 0 0,10-2 1 0 0,-17 5 4 0 0,0 0 1 0 0,0 0 0 0 0,0 0 0 0 0,0 0 0 0 0,0 0 0 0 0,-1 1 0 0 0,1-1 0 0 0,0 1-1 0 0,0-1 1 0 0,0 1 0 0 0,0-1 0 0 0,-1 1 0 0 0,1 0 0 0 0,0 0 0 0 0,-1 0 0 0 0,1 0-1 0 0,0 0 1 0 0,-1 0 0 0 0,0 1 0 0 0,1-1 0 0 0,-1 0 0 0 0,0 1 0 0 0,1-1 0 0 0,0 3-1 0 0,1 0 1 0 0,0 1 0 0 0,-1-1-1 0 0,1 1 1 0 0,-1 0 0 0 0,-1 0 0 0 0,4 9-1 0 0,-3-2 7 0 0,-1-1 0 0 0,0 1 0 0 0,0 0 0 0 0,-1-1 0 0 0,-1 1 1 0 0,-2 15-1 0 0,-19 71 46 0 0,3-16-22 0 0,17-69-26 0 0,1-9 3 0 0,0 0 0 0 0,0 0 0 0 0,0 1 0 0 0,0-1-1 0 0,1 1 1 0 0,0-1 0 0 0,0 0 0 0 0,0 1 0 0 0,1-1 0 0 0,-1 0 0 0 0,1 1 0 0 0,0-1-1 0 0,0 0 1 0 0,3 7 0 0 0,0-8 13 0 0,21 5-22 0 0,-15-9-18 0 0,-4-1 3 0 0,8 0-74 0 0,0 0-1 0 0,0-1 1 0 0,0-1 0 0 0,0 0-1 0 0,-1-1 1 0 0,0-1 0 0 0,0 0-1 0 0,0-1 1 0 0,15-10 0 0 0,1-4-38 0 0,0 0 1 0 0,36-38-1 0 0,-46 41 359 0 0,-1 0 0 0 0,-1-2 0 0 0,0 0 0 0 0,-2-1 0 0 0,-1 0 0 0 0,0-1 0 0 0,19-43 0 0 0,-27 29 1154 0 0,-9 38-1380 0 0,-1 0 0 0 0,1 1 0 0 0,0 0 0 0 0,0 0 0 0 0,0 0 0 0 0,0 0 0 0 0,0 0 0 0 0,1 0 0 0 0,0 1 0 0 0,-1 0 0 0 0,1-1 0 0 0,0 1 0 0 0,1 0 0 0 0,-3 5 0 0 0,-4 15 10 0 0,-7 28 1 0 0,12-38-12 0 0,0-2 5 0 0,1 0 0 0 0,0 0-1 0 0,0 0 1 0 0,2 17-1 0 0,0-23-1 0 0,0 0-1 0 0,1 0 0 0 0,-1 0 0 0 0,2 0 1 0 0,-1 0-1 0 0,1 0 0 0 0,0 0 1 0 0,0 0-1 0 0,0 0 0 0 0,5 7 0 0 0,-5-9 2 0 0,1-1-1 0 0,-1-1 1 0 0,0 1-1 0 0,1 0 1 0 0,0-1-1 0 0,0 1 0 0 0,0-1 1 0 0,0 0-1 0 0,0 0 1 0 0,0 0-1 0 0,0 0 1 0 0,1 0-1 0 0,-1-1 0 0 0,0 1 1 0 0,7 0-1 0 0,-4-1-50 0 0,0 0-1 0 0,0 0 0 0 0,0-1 1 0 0,0 0-1 0 0,0 0 0 0 0,0-1 1 0 0,0 1-1 0 0,-1-1 0 0 0,8-2 1 0 0,-3 0-42 0 0,-1 0 0 0 0,0-1 0 0 0,0 0 1 0 0,0 0-1 0 0,-1-1 0 0 0,0 0 0 0 0,0 0 1 0 0,0-1-1 0 0,0 0 0 0 0,-1-1 0 0 0,12-12 1 0 0,-11 7 71 0 0,0 0 0 0 0,-1 0 1 0 0,-1 0-1 0 0,0-1 1 0 0,-1 1-1 0 0,7-27 1 0 0,11-81 1251 0 0,-22 111-1077 0 0,-1 7-109 0 0,-7 35-22 0 0,-1 4-3 0 0,-14 86 79 0 0,19-100-98 0 0,1 0 0 0 0,1-1-1 0 0,3 33 1 0 0,-2-52-134 0 0,0 0 0 0 0,1-1-1 0 0,-1 1 1 0 0,1 0-1 0 0,0 0 1 0 0,-1 0 0 0 0,1-1-1 0 0,0 1 1 0 0,1-1-1 0 0,-1 1 1 0 0,0-1-1 0 0,1 1 1 0 0,0-1 0 0 0,-1 1-1 0 0,1-1 1 0 0,0 0-1 0 0,0 0 1 0 0,0 0 0 0 0,0 0-1 0 0,1-1 1 0 0,2 3-1 0 0,-1-2-304 0 0,-1-1-1 0 0,1 0 0 0 0,0 0 0 0 0,0 0 1 0 0,0 0-1 0 0,0-1 0 0 0,0 1 0 0 0,-1-1 1 0 0,1 0-1 0 0,0 0 0 0 0,0-1 0 0 0,0 1 1 0 0,0-1-1 0 0,0 0 0 0 0,4-1 0 0 0,11-4-2530 0 0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3:28.8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297 48 2320 0 0,'0'-6'955'0'0,"1"4"-544"0"0,0 0 1 0 0,-1 0-1 0 0,0 0 0 0 0,0 0 0 0 0,0 0 0 0 0,1 0 1 0 0,-2 0-1 0 0,1 0 0 0 0,0 0 0 0 0,0 0 0 0 0,-1 0 0 0 0,1 0 1 0 0,-1 0-1 0 0,0 0 0 0 0,-1-3 0 0 0,2 4-341 0 0,-1 1 0 0 0,1-1-1 0 0,-1 1 1 0 0,1-1 0 0 0,-1 1-1 0 0,1-1 1 0 0,-1 1 0 0 0,1 0-1 0 0,-1-1 1 0 0,0 1 0 0 0,1 0-1 0 0,-1-1 1 0 0,1 1 0 0 0,-1 0 0 0 0,0 0-1 0 0,1 0 1 0 0,-1-1 0 0 0,0 1-1 0 0,1 0 1 0 0,-1 0 0 0 0,0 0-1 0 0,0 0 1 0 0,1 0 0 0 0,-1 0-1 0 0,-1 1 1 0 0,-17 5 626 0 0,18-6-636 0 0,-8 4 126 0 0,0 1 0 0 0,0 0 0 0 0,0 0 0 0 0,1 1-1 0 0,0 0 1 0 0,-10 10 0 0 0,-1 3 9 0 0,-20 25 1 0 0,13-8-78 0 0,25-34-105 0 0,0 0 0 0 0,0 0 0 0 0,1 0 0 0 0,-1 0-1 0 0,0 0 1 0 0,1 0 0 0 0,-1 1 0 0 0,1-1 0 0 0,-1 0 0 0 0,1 0 0 0 0,0 0 0 0 0,0 0 0 0 0,0 1 0 0 0,0-1 0 0 0,1 0 0 0 0,-1 0 0 0 0,2 3 0 0 0,1-2 0 0 0,1 0 1 0 0,0-1-1 0 0,0 0 0 0 0,0 0 0 0 0,0 0 0 0 0,0 0 0 0 0,0-1 0 0 0,8 2 0 0 0,-4-1 29 0 0,10 3-67 0 0,0 0 0 0 0,0 1 0 0 0,17 10 0 0 0,-30-14 78 0 0,-1 0-1 0 0,1 1 0 0 0,-1 0 1 0 0,0 0-1 0 0,0 0 0 0 0,0 0 0 0 0,-1 0 1 0 0,1 1-1 0 0,-1 0 0 0 0,0-1 0 0 0,0 1 1 0 0,0 1-1 0 0,0-1 0 0 0,-1 0 0 0 0,1 1 1 0 0,-1-1-1 0 0,2 7 0 0 0,-4-8 81 0 0,0 1 0 0 0,1 0 1 0 0,-1 0-1 0 0,0 0 0 0 0,-1 0 0 0 0,1-1 0 0 0,-1 1 0 0 0,0 0 1 0 0,0 0-1 0 0,0 0 0 0 0,0-1 0 0 0,0 1 0 0 0,-1-1 0 0 0,0 1 1 0 0,0-1-1 0 0,0 0 0 0 0,0 1 0 0 0,0-1 0 0 0,-1 0 0 0 0,-3 4 1 0 0,-4 3 166 0 0,0-1 1 0 0,0 1-1 0 0,-1-2 1 0 0,-16 11-1 0 0,13-10-80 0 0,-1-1-1 0 0,0-1 1 0 0,0 0-1 0 0,-1-1 1 0 0,0-1-1 0 0,0 0 1 0 0,-33 5-1 0 0,47-10-274 0 0,0 1 0 0 0,0-1-1 0 0,0 0 1 0 0,0 0 0 0 0,0 0-1 0 0,0 0 1 0 0,0 0 0 0 0,0 0-1 0 0,0-1 1 0 0,0 1-1 0 0,0-1 1 0 0,1 1 0 0 0,-1-1-1 0 0,0 0 1 0 0,0 0 0 0 0,0 1-1 0 0,1-1 1 0 0,-1-1 0 0 0,0 1-1 0 0,1 0 1 0 0,-1 0 0 0 0,1-1-1 0 0,-1 1 1 0 0,-1-3 0 0 0,2 2-140 0 0,0 0 0 0 0,1 0-1 0 0,-1 0 1 0 0,1 1 0 0 0,0-1 0 0 0,0 0 0 0 0,-1 0 0 0 0,1 0 0 0 0,0 0 0 0 0,0 0 0 0 0,1 0 0 0 0,-1 0 0 0 0,0 1 0 0 0,1-1 0 0 0,-1 0 0 0 0,1 0 0 0 0,0 0 0 0 0,-1 0 0 0 0,1 1 0 0 0,0-1 0 0 0,0 0 0 0 0,2-2 0 0 0,29-41-7476 0 0,-21 27 2094 0 0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3:29.2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77 80 0 0,'15'-68'13501'0'0,"-14"66"-12898"0"0,0-4 1815 0 0,-10 125 1944 0 0,1-29-3421 0 0,-52 545 914 0 0,47-509-1660 0 0,12-126-194 0 0,1 1 0 0 0,0-1 0 0 0,-1 1 1 0 0,1 0-1 0 0,0-1 0 0 0,0 1 0 0 0,0-1 1 0 0,0 1-1 0 0,0 0 0 0 0,0-1 0 0 0,0 1 0 0 0,0 0 1 0 0,0-1-1 0 0,0 1 0 0 0,0 0 0 0 0,0-1 0 0 0,0 1 1 0 0,0-1-1 0 0,0 1 0 0 0,1 0 0 0 0,-1-1 0 0 0,0 1 1 0 0,0-1-1 0 0,1 1 0 0 0,-1-1 0 0 0,1 1 1 0 0,-1 0-1 0 0,0-1 0 0 0,1 0 0 0 0,-1 1 0 0 0,1-1 1 0 0,-1 1-1 0 0,1-1 0 0 0,-1 1 0 0 0,1-1 0 0 0,-1 0 1 0 0,1 0-1 0 0,0 1 0 0 0,-1-1 0 0 0,1 0 0 0 0,-1 0 1 0 0,1 1-1 0 0,0-1 0 0 0,-1 0 0 0 0,1 0 0 0 0,0 0 1 0 0,-1 0-1 0 0,1 0 0 0 0,-1 0 0 0 0,1 0 1 0 0,0 0-1 0 0,-1 0 0 0 0,1-1 0 0 0,0 1 0 0 0,-1 0 1 0 0,1 0-1 0 0,-1 0 0 0 0,1-1 0 0 0,0 1 0 0 0,-1 0 1 0 0,1-1-1 0 0,0 0 0 0 0,5-2-159 0 0,0 0-1 0 0,0 0 1 0 0,-1 0 0 0 0,8-7-1 0 0,7-8-1099 0 0,-1-1-1 0 0,-1-1 0 0 0,-1 0 0 0 0,23-37 0 0 0,-20 24-3018 0 0,17-36 0 0 0,-24 41-1710 0 0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3:29.4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168 168 2004 0 0,'-59'5'5689'0'0,"-50"2"3814"0"0,129-20-8999 0 0,373-91-724 0 0,-182 54-8603 0 0,-168 38 2570 0 0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3:30.6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177 78 1596 0 0,'-29'-76'8386'0'0,"29"74"-7858"0"0,-1 4-432 0 0,0 0-1 0 0,1 0 0 0 0,-1 0 1 0 0,1 0-1 0 0,0 0 1 0 0,0 0-1 0 0,-1 0 0 0 0,1 0 1 0 0,1 0-1 0 0,-1 0 0 0 0,0 0 1 0 0,0 0-1 0 0,2 4 1 0 0,0 9 242 0 0,1 93 839 0 0,-4 1 0 0 0,-32 212 0 0 0,8-202 1600 0 0,25-117-2469 0 0,0-1-282 0 0,0-1 0 0 0,-1 0 0 0 0,1 0 0 0 0,0 1 0 0 0,0-1 0 0 0,0 0 0 0 0,0 0 0 0 0,0 1 0 0 0,0-1 0 0 0,-1 0 0 0 0,1 0 0 0 0,0 1 0 0 0,0-1 0 0 0,0 0 0 0 0,-1 0 0 0 0,1 0 0 0 0,0 0 0 0 0,0 1 0 0 0,-1-1 0 0 0,1 0 0 0 0,0 0 0 0 0,0 0 0 0 0,-1 0 0 0 0,1 0 0 0 0,0 0 0 0 0,0 0 0 0 0,-1 0 0 0 0,0-5 3 0 0,0-1-1 0 0,0 0 0 0 0,1 0 0 0 0,-1 0 0 0 0,1 1 0 0 0,1-1 0 0 0,-1 0 0 0 0,1 0 0 0 0,0 0 0 0 0,0 1 0 0 0,1-1 0 0 0,3-9 0 0 0,0 4-40 0 0,-1 1-1 0 0,1 0 0 0 0,1-1 1 0 0,0 2-1 0 0,12-16 0 0 0,-14 20 5 0 0,1 1 0 0 0,0 0 0 0 0,0 0 1 0 0,1 0-1 0 0,-1 1 0 0 0,1-1 0 0 0,0 1 0 0 0,0 1 0 0 0,0-1 0 0 0,0 1 0 0 0,0 0 0 0 0,0 1 1 0 0,1-1-1 0 0,-1 1 0 0 0,0 0 0 0 0,1 1 0 0 0,-1 0 0 0 0,1 0 0 0 0,-1 0 0 0 0,1 1 0 0 0,-1-1 0 0 0,13 5 1 0 0,-10-3 4 0 0,0 0 1 0 0,0 1 0 0 0,-1 0 0 0 0,1 0 0 0 0,-1 1-1 0 0,0 0 1 0 0,0 1 0 0 0,0 0 0 0 0,0 0 0 0 0,-1 0-1 0 0,0 1 1 0 0,0 0 0 0 0,0 1 0 0 0,-1 0 0 0 0,10 12-1 0 0,-14-15 7 0 0,0 0-1 0 0,0 0 0 0 0,0-1 0 0 0,-1 1 0 0 0,0 0 0 0 0,1 0 0 0 0,-1 1 0 0 0,0-1 0 0 0,-1 0 0 0 0,1 0 1 0 0,-1 0-1 0 0,0 1 0 0 0,0-1 0 0 0,0 0 0 0 0,-1 0 0 0 0,0 7 0 0 0,-1-5 2 0 0,0 0 0 0 0,-1-1-1 0 0,1 1 1 0 0,-1 0 0 0 0,0-1 0 0 0,0 0 0 0 0,-1 0-1 0 0,0 0 1 0 0,0 0 0 0 0,-5 5 0 0 0,-2 0 8 0 0,0 0 0 0 0,-1-1 0 0 0,0-1 0 0 0,0 0 1 0 0,-1-1-1 0 0,0 0 0 0 0,0-1 0 0 0,-26 9 0 0 0,15-9 25 0 0,-1-1 0 0 0,0 0 0 0 0,-1-2 0 0 0,1-1 1 0 0,-1-1-1 0 0,1-2 0 0 0,-40-4 0 0 0,62 4-44 0 0,-11-1-68 0 0,22 3 72 0 0,0 0-1 0 0,0 1 1 0 0,0 0 0 0 0,0 0-1 0 0,-1 0 1 0 0,1 1 0 0 0,0 0-1 0 0,-1 1 1 0 0,12 7 0 0 0,17 7-3 0 0,-12-10-20 0 0,0 0-1 0 0,0-2 1 0 0,1 0-1 0 0,-1-2 1 0 0,1-1 0 0 0,0 0-1 0 0,0-2 1 0 0,1-1-1 0 0,46-7 1 0 0,-37 2-95 0 0,1-2-1 0 0,-1-1 1 0 0,-1-2-1 0 0,1-2 1 0 0,-2-1 0 0 0,43-23-1 0 0,-59 27 85 0 0,0-2-1 0 0,-1 0 1 0 0,0-1-1 0 0,-1 0 1 0 0,0-1-1 0 0,-1-1 1 0 0,20-25-1 0 0,-28 30 38 0 0,0 1 0 0 0,0-1-1 0 0,-1 0 1 0 0,0 0 0 0 0,0-1 0 0 0,-1 0-1 0 0,0 0 1 0 0,-1 0 0 0 0,0 0-1 0 0,-1 0 1 0 0,0-1 0 0 0,0 1 0 0 0,-1-1-1 0 0,-1 1 1 0 0,-1-19 0 0 0,1 26-1 0 0,0 0 0 0 0,-1-1 1 0 0,1 1-1 0 0,-1 0 0 0 0,0 0 0 0 0,0 0 1 0 0,0 0-1 0 0,0 0 0 0 0,0 1 0 0 0,-1-1 1 0 0,1 0-1 0 0,-1 0 0 0 0,0 1 0 0 0,0-1 1 0 0,0 1-1 0 0,0 0 0 0 0,0-1 1 0 0,0 1-1 0 0,-5-3 0 0 0,6 5-1 0 0,-1-1 0 0 0,1 1 0 0 0,0 0 0 0 0,-1-1 0 0 0,1 1 0 0 0,-1 0 0 0 0,1 0 0 0 0,-1 0 0 0 0,1 0 0 0 0,-1 0 0 0 0,1 0 0 0 0,-1 1 0 0 0,1-1 0 0 0,0 0 0 0 0,-1 1 0 0 0,1-1 0 0 0,-1 1 0 0 0,1-1 0 0 0,-2 3 0 0 0,-24 14-29 0 0,25-15 31 0 0,-10 8-5 0 0,0 1 1 0 0,1 0 0 0 0,1 0 0 0 0,0 1-1 0 0,0 1 1 0 0,-11 20 0 0 0,6-7 0 0 0,2 0 0 0 0,-15 44 0 0 0,25-63 4 0 0,1 1 0 0 0,0-1-1 0 0,0 1 1 0 0,1 0 0 0 0,0-1-1 0 0,0 1 1 0 0,1 0-1 0 0,0 0 1 0 0,0-1 0 0 0,2 10-1 0 0,-1-14 7 0 0,0 1-1 0 0,0-1 0 0 0,0 1 1 0 0,1-1-1 0 0,-1 1 0 0 0,1-1 1 0 0,0 0-1 0 0,0 0 0 0 0,0 0 1 0 0,0 0-1 0 0,0 0 0 0 0,1 0 0 0 0,-1-1 1 0 0,1 1-1 0 0,0-1 0 0 0,0 1 1 0 0,0-1-1 0 0,0 0 0 0 0,0 0 1 0 0,0-1-1 0 0,1 1 0 0 0,-1-1 1 0 0,5 2-1 0 0,10 2-3 0 0,0-1 0 0 0,0-1 0 0 0,0-1 0 0 0,1 0 0 0 0,-1-2 0 0 0,1 0 0 0 0,-1-1 0 0 0,21-3 0 0 0,5-3-1077 0 0,-1-2 0 0 0,53-19 0 0 0,-31 2-2141 0 0,-25 5-1847 0 0,-19 7 211 0 0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3:32.3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8 278 932 0 0,'-1'-3'356'0'0,"-1"0"0"0"0,1 0-1 0 0,0 0 1 0 0,1 0 0 0 0,-1 0 0 0 0,0 0 0 0 0,1-1-1 0 0,0 1 1 0 0,0 0 0 0 0,0 0 0 0 0,0 0 0 0 0,0 0-1 0 0,1-1 1 0 0,-1 1 0 0 0,1 0 0 0 0,0 0 0 0 0,2-5-1 0 0,-1 4-113 0 0,1-1 0 0 0,0 1 0 0 0,-1 0 0 0 0,2 0 0 0 0,-1 0 0 0 0,0 0 0 0 0,1 1 0 0 0,0 0 0 0 0,-1-1 0 0 0,7-2 0 0 0,1-1-53 0 0,1 0 0 0 0,0 1 1 0 0,0 1-1 0 0,0 0 0 0 0,0 1 1 0 0,1 0-1 0 0,23-3 0 0 0,-22 5-115 0 0,0 2 0 0 0,1-1 0 0 0,-1 2-1 0 0,0 0 1 0 0,0 1 0 0 0,0 0 0 0 0,0 1 0 0 0,0 1-1 0 0,0 0 1 0 0,19 9 0 0 0,-22-8 21 0 0,0 0-1 0 0,0 1 1 0 0,-1 0 0 0 0,0 1 0 0 0,0 0 0 0 0,-1 1 0 0 0,0 0-1 0 0,0 1 1 0 0,0-1 0 0 0,-2 2 0 0 0,1-1 0 0 0,10 18 0 0 0,-15-20 25 0 0,0-1 1 0 0,0 1 0 0 0,-1-1 0 0 0,0 1 0 0 0,0 0 0 0 0,-1 0 0 0 0,1 0 0 0 0,-2 0 0 0 0,1 0 0 0 0,-1 0-1 0 0,0 0 1 0 0,0 0 0 0 0,-1 0 0 0 0,0 0 0 0 0,-3 10 0 0 0,1-6 151 0 0,-1 0 1 0 0,0 1-1 0 0,-1-2 1 0 0,0 1 0 0 0,-1 0-1 0 0,0-1 1 0 0,-1 0-1 0 0,-8 9 1 0 0,15-18-258 0 0,-1-1 0 0 0,1 1 0 0 0,0-1-1 0 0,0 1 1 0 0,-1 0 0 0 0,1-1 0 0 0,0 0 0 0 0,-1 1 0 0 0,1-1 0 0 0,-1 1 0 0 0,1-1 0 0 0,-1 1 0 0 0,1-1 0 0 0,0 0 0 0 0,-1 1 0 0 0,0-1 0 0 0,1 0 0 0 0,-1 0 0 0 0,1 1 0 0 0,-1-1 0 0 0,1 0 0 0 0,-1 0 0 0 0,1 0 0 0 0,-1 0 0 0 0,0 0-1 0 0,1 0 1 0 0,-1 0 0 0 0,1 0 0 0 0,-1 0 0 0 0,0 0 0 0 0,1 0 0 0 0,-1 0 0 0 0,1 0 0 0 0,-1 0 0 0 0,1 0 0 0 0,-1-1 0 0 0,0 1 0 0 0,1 0 0 0 0,-1 0 0 0 0,1-1 0 0 0,-1 1 0 0 0,1 0 0 0 0,-1-1 0 0 0,1 1 0 0 0,0 0 0 0 0,-1-1 0 0 0,1 1-1 0 0,-1-1 1 0 0,1 1 0 0 0,0-1 0 0 0,-1 1 0 0 0,1-1 0 0 0,0 1 0 0 0,0-1 0 0 0,-1 1 0 0 0,1-1 0 0 0,0 1 0 0 0,0-2 0 0 0,-2-1-6 0 0,1-1 0 0 0,0 0-1 0 0,0 1 1 0 0,0-1 0 0 0,1 0 0 0 0,-1 0 0 0 0,1-4-1 0 0,2-17 8 0 0,1 1-1 0 0,1 0 0 0 0,1 0 0 0 0,1 1 1 0 0,2 0-1 0 0,13-31 0 0 0,-14 37-27 0 0,2 0 0 0 0,0 1 0 0 0,1 0 0 0 0,1 1 0 0 0,0 0 1 0 0,1 1-1 0 0,0 0 0 0 0,29-23 0 0 0,-36 33 3 0 0,0 0-1 0 0,1 0 1 0 0,-1 1 0 0 0,1 0 0 0 0,0 0 0 0 0,0 0 0 0 0,0 1-1 0 0,1 0 1 0 0,-1 0 0 0 0,1 1 0 0 0,-1-1 0 0 0,1 1-1 0 0,-1 1 1 0 0,9-1 0 0 0,-10 2 6 0 0,-1-1 1 0 0,0 1-1 0 0,0 0 1 0 0,1 0-1 0 0,-1 0 0 0 0,0 1 1 0 0,0-1-1 0 0,0 1 0 0 0,0 0 1 0 0,0 0-1 0 0,-1 1 1 0 0,1-1-1 0 0,-1 1 0 0 0,1 0 1 0 0,-1-1-1 0 0,0 2 0 0 0,0-1 1 0 0,0 0-1 0 0,0 0 1 0 0,-1 1-1 0 0,0 0 0 0 0,3 5 1 0 0,0-1 0 0 0,-2 1 0 0 0,1 0 0 0 0,-1-1 0 0 0,0 1 0 0 0,-1 1 0 0 0,0-1 0 0 0,-1 0 0 0 0,1 15 0 0 0,-2 2 43 0 0,-6 44-1 0 0,2-47-242 0 0,2 1-1 0 0,2 40 1 0 0,0-62 86 0 0,0 0 0 0 0,0 0 1 0 0,0 0-1 0 0,1 0 0 0 0,-1 0 0 0 0,1 0 0 0 0,0 0 0 0 0,-1 0 0 0 0,1-1 0 0 0,0 1 0 0 0,0 0 0 0 0,0 0 0 0 0,0-1 0 0 0,0 1 0 0 0,1 0 0 0 0,-1-1 0 0 0,0 1 0 0 0,1-1 0 0 0,-1 0 0 0 0,3 2 1 0 0,-1-1-70 0 0,0-1 0 0 0,0 0 0 0 0,-1 0 0 0 0,1 0 0 0 0,0 0 0 0 0,0-1 0 0 0,0 1 0 0 0,0-1 0 0 0,0 0 0 0 0,0 1 0 0 0,0-2 0 0 0,4 1 0 0 0,5-2-410 0 0,1 0 0 0 0,-2-1 0 0 0,1 0-1 0 0,0-1 1 0 0,19-10 0 0 0,-17 7 420 0 0,0-2-1 0 0,-1 1 0 0 0,0-2 0 0 0,-1 0 1 0 0,0 0-1 0 0,-1-1 0 0 0,0 0 1 0 0,0-1-1 0 0,-1-1 0 0 0,13-20 0 0 0,-12 14 808 0 0,0 0-1 0 0,-1-1 0 0 0,-1 0 0 0 0,-1-1 0 0 0,-1 0 0 0 0,-1 0 0 0 0,4-23 1 0 0,-10 42-559 0 0,0 1 0 0 0,1-1 0 0 0,-1 0 0 0 0,0 0 0 0 0,0 0 0 0 0,0 1 0 0 0,0-1 0 0 0,0 0 0 0 0,-1 0 0 0 0,0-2 0 0 0,1 4-60 0 0,0 0-1 0 0,0 0 1 0 0,0 0-1 0 0,0-1 1 0 0,0 1-1 0 0,0 0 1 0 0,-1 0-1 0 0,1 0 1 0 0,0-1-1 0 0,0 1 1 0 0,0 0 0 0 0,-1 0-1 0 0,1 0 1 0 0,0 0-1 0 0,0 0 1 0 0,0-1-1 0 0,-1 1 1 0 0,1 0-1 0 0,0 0 1 0 0,0 0-1 0 0,-1 0 1 0 0,1 0-1 0 0,0 0 1 0 0,0 0-1 0 0,-1 0 1 0 0,1 0-1 0 0,0 0 1 0 0,0 0-1 0 0,-1 0 1 0 0,1 0 0 0 0,0 0-1 0 0,0 0 1 0 0,-1 0-1 0 0,1 0 1 0 0,0 0-1 0 0,0 0 1 0 0,0 0-1 0 0,-1 1 1 0 0,-2 0 38 0 0,1 1 1 0 0,0 0 0 0 0,-1 0-1 0 0,1 0 1 0 0,0 0 0 0 0,0 0-1 0 0,0 1 1 0 0,0-1 0 0 0,-2 5-1 0 0,-10 16 218 0 0,1 1-1 0 0,0 1 0 0 0,-11 34 0 0 0,21-50-225 0 0,0-1 0 0 0,1 1-1 0 0,0 0 1 0 0,1 0 0 0 0,-1 0 0 0 0,2 0-1 0 0,-1 0 1 0 0,1 0 0 0 0,1 0-1 0 0,-1 0 1 0 0,1 0 0 0 0,1 0-1 0 0,0-1 1 0 0,3 11 0 0 0,-3-16-32 0 0,-1-1 1 0 0,0 1-1 0 0,1-1 1 0 0,0 1 0 0 0,-1-1-1 0 0,1 0 1 0 0,0 0-1 0 0,0 0 1 0 0,0 0-1 0 0,0 0 1 0 0,1 0-1 0 0,-1 0 1 0 0,0-1-1 0 0,1 1 1 0 0,-1-1 0 0 0,1 0-1 0 0,0 1 1 0 0,-1-1-1 0 0,1 0 1 0 0,0-1-1 0 0,0 1 1 0 0,0 0-1 0 0,-1-1 1 0 0,1 0-1 0 0,0 0 1 0 0,0 0-1 0 0,0 0 1 0 0,0 0 0 0 0,0 0-1 0 0,0-1 1 0 0,-1 1-1 0 0,5-2 1 0 0,2 0 5 0 0,0-1 0 0 0,-1 0 0 0 0,1 0 0 0 0,-1-1 0 0 0,0 0 0 0 0,0-1 0 0 0,0 1 0 0 0,0-1 0 0 0,7-7 0 0 0,-7 4-5 0 0,0-1 1 0 0,-1 0-1 0 0,0 0 0 0 0,0 0 0 0 0,-1-1 0 0 0,0 0 1 0 0,-1 0-1 0 0,0-1 0 0 0,0 1 0 0 0,-1-1 0 0 0,-1 0 1 0 0,0 0-1 0 0,2-15 0 0 0,-3 14-6 0 0,0-1 0 0 0,-1 0-1 0 0,-1 1 1 0 0,0-1 0 0 0,-1 0 0 0 0,0 0 0 0 0,-1 1 0 0 0,0-1-1 0 0,-1 1 1 0 0,0-1 0 0 0,-9-19 0 0 0,10 28-6 0 0,0 0 0 0 0,0 0 1 0 0,-1 0-1 0 0,0 0 0 0 0,1 0 0 0 0,-1 1 0 0 0,0 0 1 0 0,-1-1-1 0 0,1 1 0 0 0,-1 0 0 0 0,1 0 1 0 0,-1 1-1 0 0,0-1 0 0 0,0 1 0 0 0,-5-2 0 0 0,3 2 3 0 0,0 0 0 0 0,0 0 0 0 0,0 1 0 0 0,0-1-1 0 0,0 2 1 0 0,-1-1 0 0 0,1 1 0 0 0,0 0 0 0 0,-1 0-1 0 0,-5 1 1 0 0,-1 2-5 0 0,0 0-1 0 0,0 0 1 0 0,0 1-1 0 0,1 0 1 0 0,0 1-1 0 0,0 1 1 0 0,0 0-1 0 0,0 1 1 0 0,-19 15-1 0 0,20-14-2 0 0,1 1-1 0 0,0 1 1 0 0,0 0 0 0 0,-9 13-1 0 0,17-20 8 0 0,-1 0-1 0 0,1 1 1 0 0,0-1 0 0 0,0 1 0 0 0,0-1-1 0 0,1 1 1 0 0,-1 0 0 0 0,1-1-1 0 0,0 1 1 0 0,0 0 0 0 0,0 0-1 0 0,1 0 1 0 0,-1 0 0 0 0,1 0-1 0 0,0 0 1 0 0,0 0 0 0 0,0 0-1 0 0,2 8 1 0 0,-1-9 2 0 0,1-1 1 0 0,-1 1-1 0 0,0-1 1 0 0,1 1-1 0 0,0-1 0 0 0,-1 1 1 0 0,1-1-1 0 0,0 0 1 0 0,0 0-1 0 0,1 0 1 0 0,-1 0-1 0 0,0 0 0 0 0,1-1 1 0 0,-1 1-1 0 0,1-1 1 0 0,-1 1-1 0 0,1-1 1 0 0,-1 0-1 0 0,1 0 0 0 0,0 0 1 0 0,0 0-1 0 0,0-1 1 0 0,0 1-1 0 0,4 0 1 0 0,5 0 7 0 0,0 0 0 0 0,0-1 1 0 0,0 0-1 0 0,19-3 1 0 0,-2-1 1 0 0,0-2 1 0 0,-1-2-1 0 0,47-18 1 0 0,76-45 12 0 0,-6 3-40 0 0,-127 60-4 0 0,-12 5 10 0 0,-1 1-1 0 0,0-1 1 0 0,1 1 0 0 0,-1 0 0 0 0,1 0 0 0 0,0 0-1 0 0,0 1 1 0 0,0 0 0 0 0,0 0 0 0 0,-1 1 0 0 0,1 0-1 0 0,0 0 1 0 0,0 0 0 0 0,9 2 0 0 0,-12-1 9 0 0,0 0-1 0 0,0 0 1 0 0,-1 1-1 0 0,1 0 1 0 0,0-1 0 0 0,-1 1-1 0 0,0 0 1 0 0,1 0 0 0 0,-1 0-1 0 0,0 1 1 0 0,0-1 0 0 0,0 0-1 0 0,0 1 1 0 0,-1 0-1 0 0,1-1 1 0 0,-1 1 0 0 0,1 0-1 0 0,-1 0 1 0 0,0-1 0 0 0,0 1-1 0 0,0 0 1 0 0,0 4 0 0 0,2 6 50 0 0,-1 0 0 0 0,-1 1 0 0 0,0 20 0 0 0,-1-33-48 0 0,-2 16 157 0 0,0 1 0 0 0,-1-1 0 0 0,-1 1 0 0 0,-1-1 0 0 0,0 0 0 0 0,-1 0 0 0 0,-1-1 0 0 0,-10 18 0 0 0,17-33-125 0 0,0 0 0 0 0,-1 0 0 0 0,1 0 0 0 0,-1 0 0 0 0,1 0 0 0 0,-1 0 0 0 0,0 0 0 0 0,1 0 1 0 0,-1 0-1 0 0,0 0 0 0 0,0-1 0 0 0,1 1 0 0 0,-1 0 0 0 0,0-1 0 0 0,0 1 0 0 0,-2 1 0 0 0,3-2-27 0 0,-1-1-1 0 0,1 1 0 0 0,0 0 0 0 0,-1 0 1 0 0,1 0-1 0 0,-1 0 0 0 0,1 0 0 0 0,0 0 1 0 0,-1 0-1 0 0,1-1 0 0 0,-1 1 0 0 0,1 0 1 0 0,0 0-1 0 0,-1 0 0 0 0,1-1 0 0 0,0 1 1 0 0,0 0-1 0 0,-1-1 0 0 0,1 1 0 0 0,0 0 1 0 0,0-1-1 0 0,-1 1 0 0 0,1 0 0 0 0,0-1 1 0 0,0 1-1 0 0,0 0 0 0 0,-1-1 0 0 0,1 0 1 0 0,-1-2 0 0 0,0-1 0 0 0,0 0 1 0 0,0 1-1 0 0,0-1 0 0 0,1 0 1 0 0,-1 0-1 0 0,1-5 0 0 0,2-4-8 0 0,0-1 1 0 0,1 1-1 0 0,0 0 0 0 0,1 0 0 0 0,0 0 1 0 0,2 0-1 0 0,-1 1 0 0 0,1 0 0 0 0,15-21 1 0 0,-12 19-12 0 0,1 1 1 0 0,0 1-1 0 0,1-1 1 0 0,1 2 0 0 0,0-1-1 0 0,1 2 1 0 0,24-17-1 0 0,-29 22 2 0 0,1 1-1 0 0,0 0 0 0 0,1 0 0 0 0,-1 1 0 0 0,0 0 0 0 0,1 1 0 0 0,0 0 1 0 0,0 0-1 0 0,-1 1 0 0 0,1 1 0 0 0,0-1 0 0 0,0 1 0 0 0,0 1 0 0 0,12 2 0 0 0,-17-2 11 0 0,1 0 0 0 0,-1 1 0 0 0,1-1 0 0 0,-1 1 0 0 0,1 0 0 0 0,-1 1 0 0 0,0-1 0 0 0,0 1 0 0 0,0 0 0 0 0,0 1 0 0 0,-1-1-1 0 0,1 1 1 0 0,-1 0 0 0 0,0 0 0 0 0,0 0 0 0 0,0 0 0 0 0,0 1 0 0 0,-1-1 0 0 0,0 1 0 0 0,0 0 0 0 0,0 0 0 0 0,-1 1-1 0 0,0-1 1 0 0,0 0 0 0 0,2 9 0 0 0,-2-3 13 0 0,0 1 0 0 0,-1-1 0 0 0,-1 0 0 0 0,0 1 0 0 0,0-1 0 0 0,-4 20 0 0 0,-2 49 39 0 0,6-79-92 0 0,1 0-1 0 0,-1-1 0 0 0,0 1 0 0 0,0 0 1 0 0,1 0-1 0 0,-1 0 0 0 0,0 0 0 0 0,1 0 1 0 0,-1 0-1 0 0,1-1 0 0 0,0 1 0 0 0,-1 0 1 0 0,1 0-1 0 0,-1-1 0 0 0,1 1 0 0 0,0 0 0 0 0,0-1 1 0 0,-1 1-1 0 0,1-1 0 0 0,0 1 0 0 0,0-1 1 0 0,0 1-1 0 0,-1-1 0 0 0,1 0 0 0 0,0 1 1 0 0,0-1-1 0 0,0 0 0 0 0,0 0 0 0 0,0 1 1 0 0,0-1-1 0 0,0 0 0 0 0,0 0 0 0 0,0 0 1 0 0,1 0-1 0 0,32-2-1926 0 0,-20-1-1111 0 0,1-1 0 0 0,24-9 0 0 0,-20 4-1919 0 0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3:32.5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2 104 1084 0 0,'-2'-10'15760'0'0,"3"9"-15720"0"0,-1 0 0 0 0,0 1 0 0 0,0-1 0 0 0,0 1 0 0 0,0-1 0 0 0,0 1 0 0 0,0-1 0 0 0,1 1 1 0 0,-1-1-1 0 0,0 1 0 0 0,1-1 0 0 0,-1 1 0 0 0,0-1 0 0 0,1 1 0 0 0,-1-1 0 0 0,0 1 1 0 0,1-1-1 0 0,-1 1 0 0 0,1 0 0 0 0,-1-1 0 0 0,1 1 0 0 0,-1 0 0 0 0,2-1 0 0 0,20-9 349 0 0,27-4-211 0 0,-47 13-151 0 0,154-28-981 0 0,-36 9-7488 0 0,-87 13 1842 0 0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3:33.3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38 113 1868 0 0,'-7'-14'2236'0'0,"1"-1"0"0"0,1 0 0 0 0,-7-27 1 0 0,5 17-879 0 0,6 23-1035 0 0,17 32 474 0 0,-4 5-281 0 0,-2 1 1 0 0,-2 0 0 0 0,-1 1-1 0 0,-2 0 1 0 0,-1 0 0 0 0,-2 45-1 0 0,-25 226 316 0 0,21-285-772 0 0,-21 108 1695 0 0,18-107-1 0 0,5-22-1324 0 0,-3-17-46 0 0,8-12-325 0 0,1 0-1 0 0,2 0 1 0 0,1 1 0 0 0,21-46 0 0 0,-23 59-65 0 0,0 1 0 0 0,1-1 0 0 0,1 1 1 0 0,-1 1-1 0 0,2 0 0 0 0,0 0 0 0 0,0 0 1 0 0,1 2-1 0 0,0-1 0 0 0,0 1 0 0 0,15-8 1 0 0,-17 13-1 0 0,0 0 1 0 0,0 0-1 0 0,0 1 1 0 0,0 0 0 0 0,1 0-1 0 0,0 1 1 0 0,-1 1-1 0 0,1 0 1 0 0,0 0 0 0 0,-1 0-1 0 0,1 2 1 0 0,0-1-1 0 0,18 4 1 0 0,-20-2 8 0 0,1-1 0 0 0,-1 2 0 0 0,1 0 0 0 0,-1 0 0 0 0,0 0 0 0 0,0 1 0 0 0,0 0 0 0 0,0 1 0 0 0,-1-1 0 0 0,0 1 0 0 0,0 1 0 0 0,0 0 0 0 0,0 0 0 0 0,-1 0 0 0 0,7 10 0 0 0,-10-12 4 0 0,-1 0 1 0 0,0 0-1 0 0,0 0 0 0 0,-1 0 1 0 0,1 0-1 0 0,-1 1 1 0 0,0-1-1 0 0,0 0 0 0 0,-1 1 1 0 0,1-1-1 0 0,-1 1 1 0 0,0-1-1 0 0,0 1 0 0 0,-1-1 1 0 0,1 1-1 0 0,-1-1 1 0 0,0 0-1 0 0,0 1 0 0 0,0-1 1 0 0,-1 0-1 0 0,1 0 1 0 0,-1 0-1 0 0,-4 7 0 0 0,0-1 8 0 0,0 1 0 0 0,-1-1 1 0 0,0 0-1 0 0,-1-1 0 0 0,0 0 0 0 0,0 0 0 0 0,-14 11 0 0 0,5-7 1 0 0,0-1 0 0 0,-1-1-1 0 0,-1 0 1 0 0,0-1 0 0 0,0-1 0 0 0,-28 9 0 0 0,35-15-5 0 0,0 1 0 0 0,0-2 0 0 0,-1 1 0 0 0,0-2 0 0 0,1 0 0 0 0,-1 0 0 0 0,0-1 0 0 0,1-1 0 0 0,-1 0 0 0 0,0-1 0 0 0,-23-6 0 0 0,31 7-234 0 0,-1-2 0 0 0,0 1 1 0 0,1 0-1 0 0,0-1 0 0 0,-1 0 0 0 0,1-1 1 0 0,0 1-1 0 0,0-1 0 0 0,1 0 0 0 0,-1 0 0 0 0,-4-6 1 0 0,8 9 81 0 0,1 0 0 0 0,-1 1 1 0 0,1-1-1 0 0,-1 0 1 0 0,1 0-1 0 0,0 0 0 0 0,-1 0 1 0 0,1 0-1 0 0,0 0 1 0 0,0 0-1 0 0,-1 0 1 0 0,1 0-1 0 0,0 0 0 0 0,0 0 1 0 0,0 0-1 0 0,1 0 1 0 0,-1 0-1 0 0,0 0 1 0 0,0 0-1 0 0,0 0 0 0 0,1 0 1 0 0,-1 0-1 0 0,0 0 1 0 0,1 0-1 0 0,-1 0 0 0 0,1 0 1 0 0,-1 1-1 0 0,1-1 1 0 0,0 0-1 0 0,-1 0 1 0 0,1 0-1 0 0,0 1 0 0 0,-1-1 1 0 0,2 0-1 0 0,29-21-6751 0 0,-15 13 922 0 0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3:34.6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307 137 2268 0 0,'2'-3'814'0'0,"0"0"1"0"0,0 0-1 0 0,-1 0 0 0 0,1 0 0 0 0,-1 0 0 0 0,1 0 1 0 0,-1-1-1 0 0,0 1 0 0 0,-1 0 0 0 0,2-7 809 0 0,-2 9-1582 0 0,0 1-1 0 0,-1 0 1 0 0,1 0-1 0 0,0-1 1 0 0,0 1-1 0 0,0 0 1 0 0,0 0-1 0 0,0-1 1 0 0,0 1-1 0 0,0 0 1 0 0,0 0-1 0 0,-1 0 1 0 0,1-1-1 0 0,0 1 1 0 0,0 0-1 0 0,0 0 1 0 0,0 0-1 0 0,-1-1 1 0 0,1 1-1 0 0,0 0 1 0 0,0 0-1 0 0,0 0 1 0 0,-1 0-1 0 0,1 0 1 0 0,0 0-1 0 0,0 0 1 0 0,-1-1-1 0 0,1 1 1 0 0,0 0-1 0 0,0 0 1 0 0,-1 0-1 0 0,1 0 1 0 0,0 0-1 0 0,0 0 1 0 0,-1 0-1 0 0,1 0 1 0 0,0 0-1 0 0,0 0 1 0 0,-1 0-1 0 0,1 0 1 0 0,0 1-1 0 0,0-1 1 0 0,-1 0-1 0 0,1 0 1 0 0,-15 1 625 0 0,14-1-616 0 0,-10 4 262 0 0,1 0 1 0 0,-1 1-1 0 0,1 0 0 0 0,0 1 0 0 0,1 0 1 0 0,-15 11-1 0 0,-48 49 468 0 0,51-46-574 0 0,8-7-151 0 0,0 0 0 0 0,1 1 0 0 0,1 1 1 0 0,0 0-1 0 0,1 0 0 0 0,0 1 1 0 0,1 1-1 0 0,1-1 0 0 0,-10 31 0 0 0,17-45-47 0 0,0 0-1 0 0,1 0 1 0 0,-1 0-1 0 0,1 1 1 0 0,-1-1-1 0 0,1 0 1 0 0,0 0-1 0 0,0 0 1 0 0,0 0 0 0 0,0 0-1 0 0,0 1 1 0 0,0-1-1 0 0,1 0 1 0 0,-1 0-1 0 0,1 0 1 0 0,0 0-1 0 0,-1 0 1 0 0,1 0-1 0 0,0 0 1 0 0,0 0-1 0 0,0 0 1 0 0,0 0-1 0 0,1-1 1 0 0,-1 1-1 0 0,0 0 1 0 0,3 2-1 0 0,-1-3 2 0 0,0 1 0 0 0,0-1 0 0 0,0 1 0 0 0,1-1-1 0 0,-1 0 1 0 0,0 0 0 0 0,1 0 0 0 0,-1 0 0 0 0,0-1 0 0 0,1 0-1 0 0,-1 1 1 0 0,1-1 0 0 0,-1 0 0 0 0,1-1 0 0 0,4 0-1 0 0,1 0 3 0 0,1-1 0 0 0,-1-1-1 0 0,0 1 1 0 0,1-2 0 0 0,-1 1-1 0 0,0-1 1 0 0,-1-1 0 0 0,1 1-1 0 0,-1-1 1 0 0,0-1 0 0 0,0 0-1 0 0,-1 0 1 0 0,1 0 0 0 0,6-9 0 0 0,7-9-1 0 0,-2-1 1 0 0,31-53-1 0 0,-17 25-129 0 0,-31 51 95 0 0,0 2-4 0 0,-2 0 28 0 0,1-1-1 0 0,-1 1 1 0 0,0 0 0 0 0,1 0-1 0 0,-1 0 1 0 0,0-1-1 0 0,1 1 1 0 0,-1 0-1 0 0,0 0 1 0 0,1 0-1 0 0,-1 0 1 0 0,0 0-1 0 0,1 0 1 0 0,-1 0 0 0 0,0 0-1 0 0,1 0 1 0 0,-1 0-1 0 0,0 0 1 0 0,1 0-1 0 0,-1 0 1 0 0,0 0-1 0 0,1 0 1 0 0,-1 0-1 0 0,0 0 1 0 0,1 1 0 0 0,-1-1-1 0 0,0 0 1 0 0,1 0-1 0 0,-1 0 1 0 0,0 0-1 0 0,0 1 1 0 0,1-1-1 0 0,-1 0 1 0 0,0 0-1 0 0,0 1 1 0 0,1-1 0 0 0,-1 0-1 0 0,0 0 1 0 0,0 1-1 0 0,0-1 1 0 0,1 0-1 0 0,-1 1 1 0 0,0-1-1 0 0,0 0 1 0 0,0 1-1 0 0,0-1 1 0 0,0 0 0 0 0,0 1-1 0 0,0-1 1 0 0,0 0-1 0 0,0 1 1 0 0,3 23-16 0 0,1-1-1 0 0,1 0 1 0 0,14 43 0 0 0,-17-63 21 0 0,-1 0-1 0 0,0 0 1 0 0,1 0-1 0 0,0 0 1 0 0,0 0 0 0 0,0-1-1 0 0,0 1 1 0 0,0-1-1 0 0,1 1 1 0 0,-1-1 0 0 0,1 0-1 0 0,-1 0 1 0 0,1 0 0 0 0,0 0-1 0 0,0 0 1 0 0,0-1-1 0 0,3 2 1 0 0,0-1 5 0 0,-1-1 0 0 0,0 0 0 0 0,0 0-1 0 0,0 0 1 0 0,0 0 0 0 0,1-1 0 0 0,-1 0 0 0 0,0 0 0 0 0,1-1 0 0 0,5-1 0 0 0,0 0 4 0 0,-1-1 0 0 0,1 0 0 0 0,-1 0 0 0 0,0-1 0 0 0,0-1-1 0 0,-1 0 1 0 0,1 0 0 0 0,-1-1 0 0 0,0 0 0 0 0,11-10 0 0 0,14-19 14 0 0,53-72-1 0 0,-21 23-100 0 0,-64 81 70 0 0,0 0-1 0 0,0 1 0 0 0,0-1 0 0 0,0 1 0 0 0,1 0 1 0 0,-1 0-1 0 0,1 0 0 0 0,-1 0 0 0 0,1 0 0 0 0,0 0 1 0 0,-1 1-1 0 0,1-1 0 0 0,0 1 0 0 0,0 0 1 0 0,0 0-1 0 0,0 0 0 0 0,0 0 0 0 0,1 1 0 0 0,-1-1 1 0 0,0 1-1 0 0,0-1 0 0 0,0 1 0 0 0,1 0 0 0 0,-1 1 1 0 0,0-1-1 0 0,0 0 0 0 0,0 1 0 0 0,1 0 0 0 0,-1 0 1 0 0,0 0-1 0 0,0 0 0 0 0,0 0 0 0 0,-1 1 1 0 0,5 2-1 0 0,8 5 9 0 0,-1 1 1 0 0,0 0-1 0 0,-1 1 1 0 0,-1 1-1 0 0,1 0 1 0 0,-2 1 0 0 0,0 0-1 0 0,0 1 1 0 0,-1 0-1 0 0,-1 0 1 0 0,10 22-1 0 0,-17-33 10 0 0,-1 0-1 0 0,1 0 0 0 0,-1 1 1 0 0,0-1-1 0 0,0 0 1 0 0,0 1-1 0 0,-1-1 0 0 0,1 0 1 0 0,-1 1-1 0 0,0-1 0 0 0,0 1 1 0 0,0-1-1 0 0,0 0 0 0 0,-1 1 1 0 0,1-1-1 0 0,-1 0 0 0 0,0 1 1 0 0,-1 2-1 0 0,0-2 14 0 0,0 0 0 0 0,0-1 1 0 0,0 0-1 0 0,-1 1 0 0 0,0-1 0 0 0,1 0 0 0 0,-1 0 0 0 0,0-1 0 0 0,0 1 1 0 0,-1-1-1 0 0,1 1 0 0 0,-1-1 0 0 0,-3 2 0 0 0,-8 3 47 0 0,0-2-1 0 0,0 0 1 0 0,0 0-1 0 0,0-1 1 0 0,-1-1-1 0 0,-30 2 1 0 0,38-4-65 0 0,3-1 3 0 0,0 1-1 0 0,0 0 1 0 0,0-1-1 0 0,0 0 1 0 0,0 0-1 0 0,0-1 1 0 0,0 1-1 0 0,0-1 1 0 0,-5-1 0 0 0,10 1-20 0 0,-1 1 0 0 0,1 0 0 0 0,0 0 0 0 0,0 0 1 0 0,-1-1-1 0 0,1 1 0 0 0,0 0 0 0 0,0-1 0 0 0,-1 1 1 0 0,1 0-1 0 0,0 0 0 0 0,0-1 0 0 0,0 1 1 0 0,0 0-1 0 0,-1-1 0 0 0,1 1 0 0 0,0 0 0 0 0,0-1 1 0 0,0 1-1 0 0,0 0 0 0 0,0-1 0 0 0,0 1 1 0 0,0-1-1 0 0,0 1 0 0 0,0 0 0 0 0,0-1 0 0 0,0 1 1 0 0,0 0-1 0 0,0-1 0 0 0,0 1 0 0 0,1 0 1 0 0,-1-1-1 0 0,0 1 0 0 0,0 0 0 0 0,0-1 0 0 0,1 1 1 0 0,7-11-193 0 0,-7 10 185 0 0,10-10-382 0 0,1 1 0 0 0,0 0 0 0 0,1 1 1 0 0,0 0-1 0 0,0 1 0 0 0,18-8 0 0 0,2-2-362 0 0,18-8-628 0 0,80-30 0 0 0,-79 36 685 0 0,83-44 0 0 0,-126 57 1041 0 0,1 1 0 0 0,-1-1-1 0 0,0-1 1 0 0,-1 0-1 0 0,0 0 1 0 0,0 0 0 0 0,-1-1-1 0 0,10-14 1 0 0,-8 9 1073 0 0,-11 22-580 0 0,-4 9-533 0 0,-5 24-19 0 0,2 1-1 0 0,2 1 1 0 0,-2 55 0 0 0,8-92-294 0 0,1-1 1 0 0,0 1 0 0 0,0 0 0 0 0,1 0-1 0 0,-1-1 1 0 0,1 1 0 0 0,0 0 0 0 0,1-1-1 0 0,3 11 1 0 0,-3-14-62 0 0,-1 0-1 0 0,1 0 1 0 0,-1 0 0 0 0,1 0-1 0 0,0 0 1 0 0,0 0 0 0 0,-1 0-1 0 0,1-1 1 0 0,1 1-1 0 0,-1-1 1 0 0,0 1 0 0 0,0-1-1 0 0,0 0 1 0 0,1 0-1 0 0,-1 0 1 0 0,1 0 0 0 0,-1-1-1 0 0,1 1 1 0 0,-1 0-1 0 0,1-1 1 0 0,-1 0 0 0 0,1 0-1 0 0,-1 1 1 0 0,5-2 0 0 0,7 0-210 0 0,1 0 1 0 0,-1-1 0 0 0,-1-1 0 0 0,1 0-1 0 0,0-1 1 0 0,-1-1 0 0 0,0 0 0 0 0,0-1 0 0 0,0 0-1 0 0,-1-1 1 0 0,1 0 0 0 0,-2-1 0 0 0,1 0-1 0 0,15-15 1 0 0,-2-1 415 0 0,-1-1 0 0 0,-1-1 0 0 0,-1-1 0 0 0,33-54 0 0 0,-40 57 1171 0 0,22-46 0 0 0,-37 70-1292 0 0,0-1 0 0 0,0 1 0 0 0,0 0 1 0 0,0-1-1 0 0,0 1 0 0 0,0 0 0 0 0,1 0 0 0 0,-1-1 1 0 0,0 1-1 0 0,0 0 0 0 0,0-1 0 0 0,0 1 0 0 0,0 0 0 0 0,0-1 1 0 0,0 1-1 0 0,0 0 0 0 0,0-1 0 0 0,0 1 0 0 0,-1 0 1 0 0,1 0-1 0 0,0-1 0 0 0,0 1 0 0 0,0 0 0 0 0,0-1 1 0 0,0 1-1 0 0,0 0 0 0 0,-1 0 0 0 0,1-1 0 0 0,0 1 1 0 0,0 0-1 0 0,0 0 0 0 0,-1-1 0 0 0,1 1 0 0 0,0 0 1 0 0,-13-2 167 0 0,-13 8-2 0 0,14-2-77 0 0,1 2-1 0 0,-17 10 1 0 0,25-14-81 0 0,-1 1 1 0 0,1-1-1 0 0,0 1 0 0 0,0 0 1 0 0,0 0-1 0 0,0 0 0 0 0,0 0 1 0 0,1 1-1 0 0,-1-1 0 0 0,1 1 1 0 0,-2 4-1 0 0,3-6 0 0 0,0 0 0 0 0,1 0 0 0 0,0 0 0 0 0,-1 0 0 0 0,1 0 0 0 0,0 0-1 0 0,0 0 1 0 0,0 1 0 0 0,0-1 0 0 0,0 0 0 0 0,0 0 0 0 0,1 0 0 0 0,-1 0 0 0 0,1 0 0 0 0,0 0 0 0 0,-1 0-1 0 0,1 0 1 0 0,0 0 0 0 0,0 0 0 0 0,0 0 0 0 0,0 0 0 0 0,1 0 0 0 0,-1-1 0 0 0,0 1 0 0 0,3 1 0 0 0,4 5 52 0 0,0-1 1 0 0,1 0-1 0 0,17 10 1 0 0,-9-5-6 0 0,-10-7-41 0 0,1 0 32 0 0,0 1 0 0 0,0 0 1 0 0,0 1-1 0 0,-1 0 0 0 0,0 0 0 0 0,10 13 1 0 0,-15-16 253 0 0,0-2-216 0 0,-1-1 0 0 0,0 1 0 0 0,0-1 1 0 0,0 1-1 0 0,0 0 0 0 0,0 0 0 0 0,0-1 1 0 0,0 1-1 0 0,0 0 0 0 0,-1 0 0 0 0,1 0 0 0 0,-1 0 1 0 0,1-1-1 0 0,-1 1 0 0 0,0 0 0 0 0,0 0 0 0 0,0 0 1 0 0,0 0-1 0 0,0 0 0 0 0,0 0 0 0 0,-1 0 0 0 0,1 0 1 0 0,-1 0-1 0 0,1 0 0 0 0,-1-1 0 0 0,0 1 0 0 0,0 2 1 0 0,-4 2-21 0 0,0 1 1 0 0,0-1 0 0 0,-1 0 0 0 0,0 0 0 0 0,0-1-1 0 0,0 0 1 0 0,-1 0 0 0 0,1 0 0 0 0,-1-1 0 0 0,0 0-1 0 0,-1 0 1 0 0,1-1 0 0 0,-1 0 0 0 0,1 0 0 0 0,-1-1-1 0 0,0 0 1 0 0,0 0 0 0 0,0-1 0 0 0,0 0 0 0 0,-11 0-1 0 0,5-1-718 0 0,1 0-1 0 0,-1 0 0 0 0,0-2 1 0 0,-26-5-1 0 0,29 4-1041 0 0,-1 0-1 0 0,1-1 1 0 0,1-1 0 0 0,-1 0-1 0 0,-17-11 1 0 0,5 1-5451 0 0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3:34.8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81 948 0 0,'9'-34'11158'0'0,"-6"-3"-5012"0"0,-2 27-6131 0 0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3:35.0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4756 0 0,'19'15'3585'0'0,"-7"-5"-849"0"0,3 2-624 0 0,-4-3-460 0 0,1 0-580 0 0,-2-1-575 0 0,-3-1-509 0 0,3 0-493 0 0,-3 0-435 0 0,0 0-776 0 0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3:44.3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413 45 720 0 0,'17'-37'9472'0'0,"-14"29"-8294"0"0,-2 9-731 0 0,-2 9-358 0 0,-5 19 232 0 0,-2 0 1 0 0,0 0-1 0 0,-18 37 1 0 0,-46 83-6 0 0,61-127-278 0 0,-211 396-102 0 0,149-284-3798 0 0,67-124 817 0 0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3:44.8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376 82 992 0 0,'3'-6'566'0'0,"0"0"-1"0"0,1 0 0 0 0,-1 1 1 0 0,1 0-1 0 0,0-1 1 0 0,0 1-1 0 0,1 1 0 0 0,0-1 1 0 0,0 1-1 0 0,0-1 1 0 0,0 1-1 0 0,0 1 1 0 0,1-1-1 0 0,0 1 0 0 0,0 0 1 0 0,0 0-1 0 0,7-2 1 0 0,-9 5-423 0 0,0 0 0 0 0,0 1 0 0 0,0-1 0 0 0,0 1 0 0 0,0 0 0 0 0,0 0 0 0 0,-1 0 0 0 0,1 1 0 0 0,0-1 0 0 0,-1 1 0 0 0,6 3 0 0 0,-3-2-37 0 0,-1 1 1 0 0,1 1-1 0 0,-1-1 1 0 0,0 1-1 0 0,0 0 0 0 0,0 0 1 0 0,7 11-1 0 0,24 45 347 0 0,-25-42-327 0 0,20 39 41 0 0,-3 0 1 0 0,-2 2-1 0 0,31 109 0 0 0,-50-144-143 0 0,-1 1 0 0 0,-1-1-1 0 0,-1 1 1 0 0,-1 0-1 0 0,-2 0 1 0 0,-3 45 0 0 0,1-66 19 0 0,0 0 0 0 0,0 0 0 0 0,-1 0 0 0 0,0-1 0 0 0,1 1 1 0 0,-2-1-1 0 0,1 1 0 0 0,-1-1 0 0 0,1 0 0 0 0,-1 0 0 0 0,0 0 1 0 0,-1 0-1 0 0,1 0 0 0 0,-1-1 0 0 0,1 1 0 0 0,-1-1 0 0 0,0 0 0 0 0,0 0 1 0 0,0-1-1 0 0,-1 1 0 0 0,1-1 0 0 0,-1 0 0 0 0,0 0 0 0 0,-4 1 1 0 0,-13 4-5 0 0,-1-2 1 0 0,0 0 0 0 0,-46 2 0 0 0,21-2-19 0 0,-182 14 32 0 0,-29-16-86 0 0,235-5-1452 0 0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3:45.2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580 40 1984 0 0,'6'-8'4768'0'0,"11"-22"3633"0"0,-16 29-8071 0 0,-1 5-284 0 0,1-1 0 0 0,0 1 0 0 0,-1 0 0 0 0,0-1 0 0 0,1 1 0 0 0,-2 0 0 0 0,1-1-1 0 0,0 1 1 0 0,-2 5 0 0 0,2-4-8 0 0,-12 109 553 0 0,-19 140 379 0 0,21-189-773 0 0,5-31 206 0 0,-1 0 1 0 0,-1-1 0 0 0,-16 42 0 0 0,22-71-340 0 0,-1 0 1 0 0,0 0-1 0 0,0 0 0 0 0,0-1 0 0 0,-1 1 1 0 0,1-1-1 0 0,-1 1 0 0 0,0-1 0 0 0,0 0 0 0 0,0 0 1 0 0,0 0-1 0 0,-1-1 0 0 0,1 1 0 0 0,-1-1 1 0 0,-5 3-1 0 0,2-2-18 0 0,1-1 0 0 0,-1 1 0 0 0,1-2 0 0 0,-1 1 0 0 0,0-1 0 0 0,0 0 0 0 0,0 0 0 0 0,-12-1 0 0 0,-4-2-64 0 0,0-2-1 0 0,0 0 1 0 0,0-1-1 0 0,-36-13 1 0 0,31 8-526 0 0,1-1 0 0 0,0-1 0 0 0,-30-17 0 0 0,48 22-163 0 0,-1 1-1 0 0,1-1 1 0 0,0-1 0 0 0,-12-13-1 0 0,16 16-85 0 0,1-1 0 0 0,0 1 0 0 0,0-1-1 0 0,1 0 1 0 0,0 0 0 0 0,0 0 0 0 0,0 0 0 0 0,-3-13-1 0 0,2-5-4653 0 0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3:45.4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63 1428 0 0,'45'-46'9578'0'0,"-44"45"-9306"0"0,-1 0-289 0 0,0 1 0 0 0,1-1 0 0 0,-1 0 0 0 0,0 0 1 0 0,1 1-1 0 0,-1-1 0 0 0,0 0 0 0 0,1 0 0 0 0,-1 1 0 0 0,1-1 1 0 0,-1 1-1 0 0,1-1 0 0 0,-1 0 0 0 0,1 1 0 0 0,-1-1 0 0 0,1 1 1 0 0,0-1-1 0 0,-1 1 0 0 0,1-1 0 0 0,0 1 0 0 0,-1 0 0 0 0,1-1 1 0 0,0 1-1 0 0,0 0 0 0 0,-1 0 0 0 0,1-1 0 0 0,0 1 0 0 0,0 0 1 0 0,0 0-1 0 0,-1 0 0 0 0,1 0 0 0 0,0 0 0 0 0,0 0 0 0 0,0 0 1 0 0,0 0-1 0 0,23 3-4827 0 0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3:45.7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52 2296 0 0,'-2'10'7108'0'0,"6"13"384"0"0,-2-23-7343 0 0,1 0 0 0 0,-1 0-1 0 0,0-1 1 0 0,1 1 0 0 0,-1-1-1 0 0,0 1 1 0 0,1-1-1 0 0,-1 0 1 0 0,3-2 0 0 0,2 1-354 0 0,47-18 96 0 0,65-15 0 0 0,-61 23-2928 0 0,0 4-4009 0 0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3:45.8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78 1860 0 0,'-43'32'9807'0'0,"61"-41"-9407"0"0,-6 3-355 0 0,211-73-6494 0 0,-169 64 3190 0 0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3:46.4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501 71 124 0 0,'10'-29'7347'0'0,"-8"12"-4724"0"0,-2 15-2102 0 0,-5-10 664 0 0,3 11-1103 0 0,0 0-1 0 0,0 0 0 0 0,0 0 1 0 0,0 0-1 0 0,0 0 0 0 0,-1 0 1 0 0,1 0-1 0 0,0 1 0 0 0,0-1 1 0 0,-1 1-1 0 0,1-1 0 0 0,0 1 0 0 0,-1 0 1 0 0,-3 0-1 0 0,-1 1 19 0 0,0 0 1 0 0,1 0-1 0 0,-1 0 0 0 0,1 1 0 0 0,-7 3 0 0 0,-8 4 146 0 0,0 1-1 0 0,-19 13 1 0 0,39-23-239 0 0,-34 23 204 0 0,0 0 1 0 0,1 3-1 0 0,2 0 0 0 0,1 2 0 0 0,0 2 0 0 0,3 1 0 0 0,0 0 0 0 0,-30 49 0 0 0,54-74-189 0 0,0 1 0 0 0,0 0 0 0 0,1 0 0 0 0,0 0 0 0 0,0 0-1 0 0,1 1 1 0 0,0-1 0 0 0,-1 12 0 0 0,2-17-13 0 0,1 1-1 0 0,0 0 1 0 0,0-1 0 0 0,0 1-1 0 0,0 0 1 0 0,1-1-1 0 0,-1 1 1 0 0,1-1 0 0 0,-1 1-1 0 0,1-1 1 0 0,0 1 0 0 0,0-1-1 0 0,0 1 1 0 0,0-1 0 0 0,1 0-1 0 0,-1 1 1 0 0,1-1 0 0 0,-1 0-1 0 0,1 0 1 0 0,0 0 0 0 0,0 0-1 0 0,0-1 1 0 0,0 1 0 0 0,0 0-1 0 0,0-1 1 0 0,0 1 0 0 0,0-1-1 0 0,4 2 1 0 0,4 1 10 0 0,0-1 0 0 0,1 1 1 0 0,-1-2-1 0 0,1 0 0 0 0,0 0 0 0 0,0 0 0 0 0,0-2 1 0 0,19 0-1 0 0,91-14 66 0 0,-80 8-54 0 0,-37 5-31 0 0,16-1 27 0 0,0-2 0 0 0,-1 0 0 0 0,21-7 0 0 0,-38 10-45 0 0,1-1 224 0 0,0-1-1251 0 0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3:46.8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317 6 1812 0 0,'5'-5'10734'0'0,"-3"27"-9918"0"0,-2 1-1 0 0,0-1 0 0 0,-5 35 0 0 0,1-19-517 0 0,-1 26-114 0 0,-2-1 0 0 0,-3 0-1 0 0,-28 93 1 0 0,36-149-70 0 0,0 0-1 0 0,-1-1 1 0 0,0 1 0 0 0,0-1 0 0 0,-1 0 0 0 0,1 0 0 0 0,-1 0 0 0 0,-1 0 0 0 0,-9 9 0 0 0,11-12-93 0 0,0-1 0 0 0,0 0 0 0 0,0 0-1 0 0,-1 0 1 0 0,1 0 0 0 0,-1-1 0 0 0,1 1-1 0 0,-1-1 1 0 0,0 0 0 0 0,0 0 0 0 0,1 0 0 0 0,-1 0-1 0 0,0-1 1 0 0,0 1 0 0 0,0-1 0 0 0,0 0 0 0 0,0-1-1 0 0,0 1 1 0 0,-6-2 0 0 0,2 0-329 0 0,0 0 1 0 0,1 0-1 0 0,-1-1 1 0 0,1 1-1 0 0,0-2 1 0 0,0 1-1 0 0,0-1 1 0 0,0-1-1 0 0,1 1 1 0 0,-8-7-1 0 0,9 6-661 0 0,0 0-1 0 0,0 0 1 0 0,0 0-1 0 0,1-1 1 0 0,0 0-1 0 0,0 0 1 0 0,-3-7-1 0 0,-1-7-3882 0 0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3:47.0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90 744 0 0,'4'-10'2332'0'0,"-4"1"-512"0"0,2-1 833 0 0,-1-4-889 0 0,-1-1-684 0 0,-1 3-456 0 0,1 1-208 0 0,-2 3-412 0 0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3:47.2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28 756 0 0,'-28'27'15525'0'0,"43"-29"-15189"0"0,105-29-592 0 0,-83 23-2843 0 0,2-1-3635 0 0,-21 4 2610 0 0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3:47.8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86 600 0 0,'-4'-1'2658'0'0,"-69"-20"11040"0"0,71 20-12852 0 0,0 1-167 0 0,-13-8 739 0 0,15 8-1399 0 0,0 0-1 0 0,0 0 0 0 0,0 0 0 0 0,0 0 0 0 0,-1 0 0 0 0,1-1 0 0 0,0 1 1 0 0,0 0-1 0 0,0 0 0 0 0,0 0 0 0 0,0 0 0 0 0,0 0 0 0 0,0 0 0 0 0,0-1 1 0 0,0 1-1 0 0,-1 0 0 0 0,1 0 0 0 0,0 0 0 0 0,0 0 0 0 0,0 0 0 0 0,0-1 1 0 0,0 1-1 0 0,0 0 0 0 0,0 0 0 0 0,0 0 0 0 0,0 0 0 0 0,0-1 0 0 0,0 1 0 0 0,0 0 1 0 0,0 0-1 0 0,0 0 0 0 0,0 0 0 0 0,1 0 0 0 0,-1-1 0 0 0,0 1 0 0 0,0 0 1 0 0,0 0-1 0 0,0 0 0 0 0,0 0 0 0 0,0-1 0 0 0,3 0 7 0 0,-1 0 1 0 0,0 0-1 0 0,1 0 0 0 0,-1 0 0 0 0,1 0 1 0 0,-1 1-1 0 0,1-1 0 0 0,3 0 1 0 0,255-26 184 0 0,-140 18-188 0 0,-115 8-25 0 0,16-1-59 0 0,1 1 0 0 0,25 1-1 0 0,-48 0 62 0 0,1 0 0 0 0,-1 0-1 0 0,1 0 1 0 0,-1 0 0 0 0,1 0-1 0 0,-1 0 1 0 0,0 0 0 0 0,1 1-1 0 0,-1-1 1 0 0,1 0 0 0 0,-1 0 0 0 0,1 0-1 0 0,-1 0 1 0 0,1 1 0 0 0,-1-1-1 0 0,0 0 1 0 0,1 1 0 0 0,-1-1-1 0 0,1 0 1 0 0,-1 0 0 0 0,0 1 0 0 0,0-1-1 0 0,1 1 1 0 0,-1-1 0 0 0,0 0-1 0 0,1 1 1 0 0,-1-1 0 0 0,0 1-1 0 0,0-1 1 0 0,0 1 0 0 0,0-1-1 0 0,1 0 1 0 0,-1 1 0 0 0,0-1 0 0 0,0 1-1 0 0,0-1 1 0 0,0 1 0 0 0,0-1-1 0 0,0 1 1 0 0,0-1 0 0 0,0 1-1 0 0,0-1 1 0 0,0 1 0 0 0,0-1-1 0 0,-1 1 1 0 0,1-1 0 0 0,0 1 0 0 0,0-1-1 0 0,0 0 1 0 0,-1 1 0 0 0,1-1-1 0 0,0 1 1 0 0,0-1 0 0 0,-1 0-1 0 0,1 1 1 0 0,0-1 0 0 0,-1 1-1 0 0,-17 20-4 0 0,-161 115-15 0 0,-55 49 152 0 0,233-185-133 0 0,-6 6 4 0 0,1 0-1 0 0,0 0 1 0 0,0 1 0 0 0,-6 9 0 0 0,12-15 0 0 0,-1 0 1 0 0,1 0-1 0 0,0 0 1 0 0,-1 0-1 0 0,1 0 1 0 0,0 0-1 0 0,0 0 0 0 0,-1 0 1 0 0,1 0-1 0 0,0 0 1 0 0,0 0-1 0 0,0 0 1 0 0,0 0-1 0 0,1 0 1 0 0,-1 0-1 0 0,0 0 0 0 0,0 0 1 0 0,1 0-1 0 0,-1 0 1 0 0,0 0-1 0 0,1 0 1 0 0,-1 0-1 0 0,1 0 1 0 0,-1 0-1 0 0,1 0 0 0 0,0 0 1 0 0,-1-1-1 0 0,1 1 1 0 0,0 0-1 0 0,0 0 1 0 0,-1-1-1 0 0,1 1 1 0 0,0 0-1 0 0,0-1 0 0 0,0 1 1 0 0,0-1-1 0 0,0 1 1 0 0,0-1-1 0 0,0 0 1 0 0,0 1-1 0 0,0-1 1 0 0,0 0-1 0 0,0 0 0 0 0,0 0 1 0 0,2 1-1 0 0,8 0 9 0 0,0 1-1 0 0,0-2 0 0 0,18 0 0 0 0,-17 0 0 0 0,66-4-12 0 0,145-28-1 0 0,-155 21 30 0 0,-50 7-52 0 0,-15 4-10 0 0,1 0-60 0 0,7 1-1663 0 0,-11 6 363 0 0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3:48.3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501 28 640 0 0,'12'-27'17028'0'0,"-9"38"-14842"0"0,-35 251 2967 0 0,5-28-4446 0 0,21-192-676 0 0,3-20 157 0 0,0-1 0 0 0,-1 0 0 0 0,-1 0 0 0 0,-1 0 0 0 0,-10 25-1 0 0,14-42-131 0 0,-1-1 0 0 0,0 1-1 0 0,1-1 1 0 0,-1 1 0 0 0,0-1-1 0 0,-1 0 1 0 0,1 0 0 0 0,-1 0-1 0 0,1 0 1 0 0,-1-1 0 0 0,0 0-1 0 0,0 1 1 0 0,0-1 0 0 0,0-1-1 0 0,0 1 1 0 0,0-1 0 0 0,-1 1-1 0 0,1-1 1 0 0,0 0 0 0 0,-1-1-1 0 0,1 1 1 0 0,-6-1 0 0 0,-11 1-20 0 0,1-2 0 0 0,-1 0 0 0 0,-28-5 0 0 0,41 4-12 0 0,-10-1-205 0 0,-1-1 1 0 0,1-1 0 0 0,0 0 0 0 0,-18-9 0 0 0,28 11-403 0 0,1-1 0 0 0,0 1 0 0 0,0-1-1 0 0,0 0 1 0 0,1-1 0 0 0,0 0 0 0 0,0 0 0 0 0,0 0 0 0 0,0-1 0 0 0,1 0-1 0 0,0 0 1 0 0,-5-7 0 0 0,8 10-91 0 0,1 0 0 0 0,0 1-1 0 0,0-1 1 0 0,0 0 0 0 0,0 0-1 0 0,0 0 1 0 0,0 0 0 0 0,1 0 0 0 0,0 0-1 0 0,-1 0 1 0 0,1 0 0 0 0,0 0-1 0 0,1 0 1 0 0,0-4 0 0 0,3-16-6647 0 0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3:48.5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108 106 1860 0 0,'-3'-30'9944'0'0,"-3"-17"-2524"0"0,5 45-7333 0 0,0 0 0 0 0,-1 0-1 0 0,1 0 1 0 0,0 0 0 0 0,-1 0-1 0 0,1 0 1 0 0,-1 1-1 0 0,1-1 1 0 0,-4-2 0 0 0,4 3-167 0 0,0 0-135 0 0,0 0 1 0 0,-1 1 0 0 0,1-1-1 0 0,0 0 1 0 0,0 1 0 0 0,-1-1 0 0 0,1 1-1 0 0,0-1 1 0 0,0 1 0 0 0,-1 0-1 0 0,1 0 1 0 0,-1-1 0 0 0,1 1 0 0 0,0 0-1 0 0,-1 0 1 0 0,-2 1 0 0 0,-21 2-4548 0 0,21-2 3837 0 0,-23 4-7352 0 0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3:55.3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7 713 764 0 0,'-4'12'4901'0'0,"4"-11"-4696"0"0,-1 0-1 0 0,1 0 1 0 0,0-1-1 0 0,-1 1 1 0 0,1 0-1 0 0,0 0 1 0 0,0-1-1 0 0,0 1 1 0 0,0 0-1 0 0,0 0 0 0 0,0 0 1 0 0,0-1-1 0 0,0 1 1 0 0,0 0-1 0 0,0 0 1 0 0,0 0-1 0 0,0-1 1 0 0,0 1-1 0 0,1 0 1 0 0,-1 0-1 0 0,0-1 1 0 0,0 1-1 0 0,1 0 1 0 0,-1-1-1 0 0,1 2 1 0 0,2-3-140 0 0,-1 1 1 0 0,0-1-1 0 0,0 0 1 0 0,0 0-1 0 0,0 0 0 0 0,0 0 1 0 0,0-1-1 0 0,2-1 1 0 0,-3 3-19 0 0,72-51 72 0 0,-2-3-1 0 0,-2-3 1 0 0,-3-3-1 0 0,-3-3 1 0 0,-3-2-1 0 0,-2-3 0 0 0,69-108 1 0 0,-118 163-112 0 0,-1 0-6 0 0,0 1 1 0 0,0-1-1 0 0,-2 0 1 0 0,1 0-1 0 0,-2-1 1 0 0,6-17-1 0 0,-11 30-2 0 0,0 0-1 0 0,0 1 1 0 0,1-1 0 0 0,-1 0-1 0 0,0 1 1 0 0,0-1-1 0 0,0 0 1 0 0,0 1-1 0 0,0-1 1 0 0,0 0 0 0 0,0 0-1 0 0,0 1 1 0 0,-1-1-1 0 0,1 0 1 0 0,0 1 0 0 0,0-1-1 0 0,-1 0 1 0 0,1 1-1 0 0,0-1 1 0 0,-1 1 0 0 0,1-1-1 0 0,-1 0 1 0 0,0 0-1 0 0,1 1 1 0 0,-1 0-1 0 0,1 0 1 0 0,-1-1-1 0 0,0 1 1 0 0,1 0-1 0 0,-1 0 1 0 0,1 0 0 0 0,-1 0-1 0 0,0 0 1 0 0,1 0-1 0 0,-1 0 1 0 0,0 0-1 0 0,1 0 1 0 0,-1 0-1 0 0,1 0 1 0 0,-1 1-1 0 0,0-1 1 0 0,0 0-1 0 0,-3 2-4 0 0,-1 0-1 0 0,1 1 1 0 0,0-1-1 0 0,0 1 1 0 0,-4 3-1 0 0,-19 16-23 0 0,1 1 0 0 0,1 1-1 0 0,1 2 1 0 0,2 0-1 0 0,-20 30 1 0 0,40-53 30 0 0,0 0 0 0 0,0 0 0 0 0,1 0 0 0 0,-1 0 0 0 0,1 1 0 0 0,0-1 0 0 0,0 0 0 0 0,0 1 1 0 0,0-1-1 0 0,1 0 0 0 0,-1 8 0 0 0,1-9 1 0 0,1 0 0 0 0,-1-1 0 0 0,1 1 0 0 0,-1 0 0 0 0,1 0 0 0 0,0 0 0 0 0,-1 0 0 0 0,1 0 0 0 0,0 0-1 0 0,0-1 1 0 0,1 1 0 0 0,-1 0 0 0 0,0-1 0 0 0,1 1 0 0 0,-1-1 0 0 0,0 0 0 0 0,1 1 0 0 0,0-1 0 0 0,-1 0 0 0 0,1 0 0 0 0,0 0 0 0 0,1 1 0 0 0,31 14 2 0 0,-1-1 1 0 0,65 18-1 0 0,7 2 2 0 0,-89-28 41 0 0,-9-5 37 0 0,1 0 1 0 0,-1 1 0 0 0,0 0 0 0 0,0 1 0 0 0,0 0-1 0 0,0 0 1 0 0,-1 0 0 0 0,0 1 0 0 0,0 0-1 0 0,11 11 1 0 0,-16-16-55 0 0,-1 1-1 0 0,0 0 1 0 0,1-1-1 0 0,-1 1 1 0 0,0 0-1 0 0,0-1 1 0 0,0 1-1 0 0,0 0 1 0 0,1-1-1 0 0,-1 1 1 0 0,0 0-1 0 0,0 0 1 0 0,0-1-1 0 0,0 1 1 0 0,-1 0-1 0 0,1 0 1 0 0,0-1-1 0 0,0 1 1 0 0,0 0-1 0 0,0-1 1 0 0,-1 1-1 0 0,1 0 1 0 0,0-1-1 0 0,-1 1 1 0 0,1 0-1 0 0,-1 0 1 0 0,-13 14 397 0 0,14-14-414 0 0,-7 4 106 0 0,0 0 0 0 0,0-1 0 0 0,0 1 0 0 0,-1-1 0 0 0,1-1 0 0 0,-1 1 0 0 0,0-1 0 0 0,0-1 1 0 0,-9 3-1 0 0,-14 1 38 0 0,-33 2 1 0 0,35-5-72 0 0,26-2-170 0 0,0-1 0 0 0,0 0 0 0 0,1 0 1 0 0,-1 0-1 0 0,0 0 0 0 0,0 0 0 0 0,0-1 0 0 0,0 1 0 0 0,-3-2 0 0 0,6 2 30 0 0,-1 0 0 0 0,0-1 0 0 0,1 1-1 0 0,-1-1 1 0 0,1 1 0 0 0,-1 0 0 0 0,1-1 0 0 0,-1 1-1 0 0,1-1 1 0 0,-1 1 0 0 0,1-1 0 0 0,-1 0 0 0 0,1 1-1 0 0,0-1 1 0 0,-1 1 0 0 0,1-1 0 0 0,0 0-1 0 0,0 1 1 0 0,-1-1 0 0 0,1 0 0 0 0,0 1 0 0 0,0-1-1 0 0,0 0 1 0 0,0 1 0 0 0,0-1 0 0 0,0 0 0 0 0,0 1-1 0 0,0-1 1 0 0,0 0 0 0 0,0 0 0 0 0,0 1 0 0 0,0-1-1 0 0,1 0 1 0 0,-1 1 0 0 0,0-1 0 0 0,0 0 0 0 0,1 1-1 0 0,-1-1 1 0 0,0 1 0 0 0,1-1 0 0 0,0 0 0 0 0,9-15-1016 0 0,0 0 0 0 0,1 1 0 0 0,1 1 0 0 0,20-20 0 0 0,-1 0-1248 0 0,3-5-528 0 0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3:55.7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71 1652 0 0,'22'-70'9892'0'0,"-21"74"-9638"0"0,-1 1 0 0 0,0-1 0 0 0,0 1 0 0 0,0-1 1 0 0,0 0-1 0 0,-1 1 0 0 0,0-1 0 0 0,-1 7 0 0 0,0-4 30 0 0,-2 21 597 0 0,0 43 0 0 0,0-7-350 0 0,-11 427 493 0 0,15-416-848 0 0,0-69-117 0 0,2-6-22 0 0,4-11-7 0 0,7-28-36 0 0,-11 33 16 0 0,47-129 3 0 0,-40 115-35 0 0,1 0 0 0 0,0 1 0 0 0,2 0 0 0 0,21-26 0 0 0,-31 43 17 0 0,0-1 1 0 0,0 1 0 0 0,0 0-1 0 0,0 0 1 0 0,0 0-1 0 0,1 0 1 0 0,-1 0-1 0 0,1 0 1 0 0,0 1-1 0 0,-1-1 1 0 0,1 1-1 0 0,0-1 1 0 0,0 1 0 0 0,0 0-1 0 0,0 0 1 0 0,0 1-1 0 0,0-1 1 0 0,0 1-1 0 0,0-1 1 0 0,0 1-1 0 0,0 0 1 0 0,0 0-1 0 0,0 0 1 0 0,0 1 0 0 0,0-1-1 0 0,6 2 1 0 0,-5 0-1 0 0,0 0-1 0 0,0 0 1 0 0,0 0 0 0 0,0 1 0 0 0,-1 0 0 0 0,1-1-1 0 0,-1 1 1 0 0,0 0 0 0 0,0 0 0 0 0,0 1 0 0 0,0-1 0 0 0,0 1-1 0 0,-1 0 1 0 0,1-1 0 0 0,-1 1 0 0 0,0 0 0 0 0,0 0-1 0 0,1 6 1 0 0,1 3 6 0 0,-2 0 0 0 0,1 0 0 0 0,-2 0 0 0 0,0 0 0 0 0,0 1 0 0 0,-1-1 0 0 0,-4 26-1 0 0,2-20-812 0 0,1 1 0 0 0,3 30 0 0 0,-2-46 412 0 0,1 0 0 0 0,-1 1-1 0 0,2-1 1 0 0,-1 0 0 0 0,0 0-1 0 0,1 1 1 0 0,-1-1-1 0 0,5 7 1 0 0,-4-9-56 0 0,-1 0 0 0 0,1-1 1 0 0,-1 1-1 0 0,1 0 0 0 0,-1-1 0 0 0,1 1 1 0 0,0-1-1 0 0,0 1 0 0 0,0-1 0 0 0,0 0 0 0 0,4 2 1 0 0,7 2-3062 0 0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3:56.6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85 165 372 0 0,'6'-55'8041'0'0,"-4"25"-4415"0"0,-1 28-3124 0 0,-3 0 85 0 0,2 2-566 0 0,0-1 1 0 0,0 1-1 0 0,0 0 1 0 0,0 0-1 0 0,0 0 1 0 0,0 0 0 0 0,0 0-1 0 0,0-1 1 0 0,0 1-1 0 0,0 0 1 0 0,-1 0-1 0 0,1 0 1 0 0,0 0-1 0 0,0 0 1 0 0,0-1-1 0 0,0 1 1 0 0,0 0-1 0 0,0 0 1 0 0,0 0 0 0 0,0 0-1 0 0,-1 0 1 0 0,1 0-1 0 0,0 0 1 0 0,0 0-1 0 0,0 0 1 0 0,0-1-1 0 0,0 1 1 0 0,-1 0-1 0 0,1 0 1 0 0,0 0-1 0 0,0 0 1 0 0,0 0-1 0 0,0 0 1 0 0,-1 0 0 0 0,1 0-1 0 0,0 0 1 0 0,0 0-1 0 0,0 0 1 0 0,0 0-1 0 0,0 0 1 0 0,-1 0-1 0 0,1 0 1 0 0,0 1-1 0 0,0-1 1 0 0,0 0-1 0 0,-1 0 1 0 0,-6 8 215 0 0,-1 1 0 0 0,2 1 0 0 0,-1-1 0 0 0,1 1 0 0 0,0 0 0 0 0,1 0 0 0 0,-5 14 0 0 0,3-3-81 0 0,0 1 1 0 0,-7 40 0 0 0,13-57-147 0 0,0-1 0 0 0,1 0 0 0 0,-1 1 0 0 0,1-1 0 0 0,0 0 1 0 0,0 1-1 0 0,1-1 0 0 0,-1 0 0 0 0,1 0 0 0 0,0 1 0 0 0,0-1 1 0 0,1 0-1 0 0,-1 0 0 0 0,1 0 0 0 0,0 0 0 0 0,0 0 1 0 0,0 0-1 0 0,0-1 0 0 0,1 1 0 0 0,0-1 0 0 0,-1 0 0 0 0,1 1 1 0 0,4 2-1 0 0,-1-2-2 0 0,0 0 1 0 0,0 0-1 0 0,1-1 0 0 0,-1 0 1 0 0,0 0-1 0 0,1-1 1 0 0,0 0-1 0 0,0 0 1 0 0,0 0-1 0 0,0-1 0 0 0,0 0 1 0 0,0 0-1 0 0,11-1 1 0 0,-7 0 0 0 0,0 0 1 0 0,0-1 0 0 0,0-1 0 0 0,0 0-1 0 0,0 0 1 0 0,0-1 0 0 0,0 0 0 0 0,0-1 0 0 0,-1 0-1 0 0,13-8 1 0 0,-17 9-6 0 0,0-2 0 0 0,0 1 1 0 0,0-1-1 0 0,-1 1 0 0 0,0-1 0 0 0,0-1 0 0 0,0 1 0 0 0,-1-1 0 0 0,0 0 0 0 0,0 0 0 0 0,0 0 0 0 0,-1-1 0 0 0,1 1 1 0 0,-2-1-1 0 0,1 0 0 0 0,-1 1 0 0 0,2-10 0 0 0,-2 5 4 0 0,-1-1 0 0 0,0 1 0 0 0,0-1 0 0 0,-1 0 0 0 0,-1 1 1 0 0,0-1-1 0 0,-1 1 0 0 0,0-1 0 0 0,-7-21 0 0 0,8 28-6 0 0,-1-1-1 0 0,0 1 0 0 0,-1-1 1 0 0,1 1-1 0 0,-1 0 1 0 0,0 0-1 0 0,0 0 1 0 0,0 1-1 0 0,-1-1 0 0 0,0 1 1 0 0,0-1-1 0 0,0 1 1 0 0,0 0-1 0 0,-1 1 1 0 0,1-1-1 0 0,-1 1 0 0 0,0 0 1 0 0,0 0-1 0 0,0 1 1 0 0,-1-1-1 0 0,-8-2 1 0 0,8 4-7 0 0,0 1 0 0 0,-1-1 0 0 0,1 1 1 0 0,0 0-1 0 0,0 1 0 0 0,-1 0 0 0 0,1 0 1 0 0,0 0-1 0 0,0 1 0 0 0,0 0 1 0 0,0 0-1 0 0,0 0 0 0 0,1 1 0 0 0,-1 0 1 0 0,0 0-1 0 0,-5 4 0 0 0,3-1-5 0 0,1-1 0 0 0,0 1 1 0 0,0 0-1 0 0,1 0 0 0 0,-1 1 0 0 0,1 0 0 0 0,1 0 0 0 0,-1 0 0 0 0,1 1 0 0 0,-5 12 0 0 0,8-18-10 0 0,1 1-1 0 0,0 0 1 0 0,-1 0 0 0 0,2 0-1 0 0,-1 1 1 0 0,0-1 0 0 0,1 0-1 0 0,-1 0 1 0 0,1 0-1 0 0,0 0 1 0 0,0 1 0 0 0,0-1-1 0 0,0 0 1 0 0,1 0-1 0 0,-1 0 1 0 0,1 0 0 0 0,0 1-1 0 0,0-1 1 0 0,0 0 0 0 0,0 0-1 0 0,1-1 1 0 0,-1 1-1 0 0,1 0 1 0 0,0 0 0 0 0,-1-1-1 0 0,1 1 1 0 0,1-1 0 0 0,-1 1-1 0 0,0-1 1 0 0,0 0-1 0 0,1 0 1 0 0,-1 0 0 0 0,1 0-1 0 0,5 2 1 0 0,2 1-212 0 0,0 0 1 0 0,0-1 0 0 0,0 0-1 0 0,0 0 1 0 0,1-1-1 0 0,-1-1 1 0 0,1 0-1 0 0,0-1 1 0 0,11 1 0 0 0,-1-2 3 0 0,1-1 1 0 0,-1-1 0 0 0,0-1-1 0 0,0-1 1 0 0,0 0-1 0 0,0-2 1 0 0,-1 0 0 0 0,0-2-1 0 0,0 0 1 0 0,27-16 0 0 0,-16 5 281 0 0,0-1 1 0 0,-2-2 0 0 0,-1 0 0 0 0,0-2 0 0 0,33-38 0 0 0,-60 60 6 0 0,3-3 122 0 0,0 1 0 0 0,1-1 0 0 0,-1 1 1 0 0,1 0-1 0 0,6-5 0 0 0,-10 10-142 0 0,0 0 0 0 0,0-1 0 0 0,0 1 0 0 0,0 0-1 0 0,0 0 1 0 0,0 0 0 0 0,0 0 0 0 0,-1 0 0 0 0,1 0 0 0 0,0 0-1 0 0,-1 0 1 0 0,1 0 0 0 0,0 0 0 0 0,-1 0 0 0 0,0 0-1 0 0,1 0 1 0 0,-1 0 0 0 0,0 0 0 0 0,1 1 0 0 0,-1-1 0 0 0,0 0-1 0 0,0 0 1 0 0,0 0 0 0 0,0 1 0 0 0,0-1 0 0 0,0 0 0 0 0,0 0-1 0 0,-1 2 1 0 0,-6 45 483 0 0,5-35-348 0 0,0 0-66 0 0,-3 17 109 0 0,-1 43 0 0 0,6-66-200 0 0,0 1 0 0 0,0-1 0 0 0,1 0 0 0 0,0 0 0 0 0,0 0-1 0 0,1 1 1 0 0,0-1 0 0 0,0-1 0 0 0,1 1 0 0 0,-1 0 0 0 0,7 10-1 0 0,-6-13-11 0 0,0-1 0 0 0,0 0 0 0 0,0 0-1 0 0,0 0 1 0 0,1 0 0 0 0,-1 0-1 0 0,1-1 1 0 0,0 1 0 0 0,-1-1 0 0 0,1 0-1 0 0,0 0 1 0 0,1 0 0 0 0,-1-1-1 0 0,0 0 1 0 0,0 1 0 0 0,1-1 0 0 0,-1-1-1 0 0,0 1 1 0 0,1-1 0 0 0,-1 0 0 0 0,1 0-1 0 0,-1 0 1 0 0,0 0 0 0 0,1-1-1 0 0,6-1 1 0 0,-2 0-5 0 0,0-1 0 0 0,0 0 0 0 0,0 0 0 0 0,0 0 0 0 0,-1-1 0 0 0,1-1 0 0 0,-1 0 1 0 0,0 0-1 0 0,0 0 0 0 0,-1-1 0 0 0,8-7 0 0 0,-4 1 0 0 0,0-1 1 0 0,0 0-1 0 0,-1-1 1 0 0,-1 0-1 0 0,-1-1 1 0 0,11-23-1 0 0,-3-2 98 0 0,14-58 0 0 0,-25 81-47 0 0,-4 20-25 0 0,-7 32-9 0 0,1-6 6 0 0,5-29-25 0 0,-3 29 26 0 0,0 45-1 0 0,3-66-20 0 0,1-1 0 0 0,-1 1 0 0 0,1-1 0 0 0,1 0 0 0 0,0 0 0 0 0,0 1 0 0 0,0-1 0 0 0,1 0 0 0 0,0 0 0 0 0,0-1 0 0 0,7 12 0 0 0,-6-14-45 0 0,1 0 1 0 0,-1 0-1 0 0,0 0 0 0 0,1-1 0 0 0,0 0 0 0 0,0 1 1 0 0,0-2-1 0 0,0 1 0 0 0,0-1 0 0 0,1 0 0 0 0,-1 0 1 0 0,1 0-1 0 0,0-1 0 0 0,-1 1 0 0 0,1-1 0 0 0,11 0 1 0 0,-1 0-476 0 0,0-1 0 0 0,0-1 1 0 0,0 0-1 0 0,31-7 1 0 0,-35 4-150 0 0,0 0 0 0 0,-1 0 0 0 0,1-1 0 0 0,-1 0 0 0 0,0-1 1 0 0,0-1-1 0 0,0 0 0 0 0,-1 0 0 0 0,0-1 0 0 0,16-16 1 0 0,-2-3-2626 0 0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3:56.8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50 202 1056 0 0,'3'-31'2232'0'0,"-1"1"0"0"0,-1-1 0 0 0,-2 1 0 0 0,-7-48 0 0 0,8 77-1802 0 0,-10 19 971 0 0,4 15-521 0 0,1 0 0 0 0,2 0 1 0 0,1 40-1 0 0,0 0-366 0 0,-6 40-177 0 0,-2 129-2216 0 0,10-234 1317 0 0,1-1 1 0 0,0 1-1 0 0,0 0 0 0 0,1 0 0 0 0,3 8 1 0 0,-4-13-12 0 0,0-1 0 0 0,0 1 1 0 0,0 0-1 0 0,1-1 0 0 0,-1 1 1 0 0,1-1-1 0 0,0 1 1 0 0,0-1-1 0 0,4 4 0 0 0,9 5-4466 0 0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3:57.3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302 465 2156 0 0,'4'-8'1343'0'0,"0"-1"0"0"0,-1 1 0 0 0,0-1 0 0 0,0 1 1 0 0,2-11-1 0 0,-5 17-1163 0 0,0 0 0 0 0,1-1 0 0 0,-1 1 1 0 0,0 0-1 0 0,0 0 0 0 0,0 0 0 0 0,0 0 0 0 0,-1 0 1 0 0,1-1-1 0 0,0 1 0 0 0,-1 0 0 0 0,0 0 1 0 0,1 0-1 0 0,-1 0 0 0 0,0 0 0 0 0,0 0 0 0 0,0 1 1 0 0,0-1-1 0 0,-1 0 0 0 0,1 0 0 0 0,0 1 1 0 0,-1-1-1 0 0,1 0 0 0 0,-1 1 0 0 0,0 0 0 0 0,-2-3 1 0 0,2 3-109 0 0,0 1 0 0 0,-1-1 0 0 0,1 0 1 0 0,0 1-1 0 0,0 0 0 0 0,0-1 0 0 0,-1 1 1 0 0,1 0-1 0 0,0 0 0 0 0,0 0 0 0 0,-1 0 1 0 0,1 1-1 0 0,0-1 0 0 0,0 1 0 0 0,-4 0 0 0 0,-29 14 482 0 0,18-4-442 0 0,1 1 1 0 0,0 0 0 0 0,1 0-1 0 0,0 2 1 0 0,1 0 0 0 0,0 1-1 0 0,-15 22 1 0 0,15-17-76 0 0,1 0 0 0 0,1 1 0 0 0,1 1 0 0 0,1 0 1 0 0,-13 41-1 0 0,21-56-28 0 0,0 1 0 0 0,1-1 0 0 0,-1 1 1 0 0,2-1-1 0 0,-1 1 0 0 0,1 0 0 0 0,0 0 1 0 0,1-1-1 0 0,-1 1 0 0 0,2 0 1 0 0,2 11-1 0 0,-3-16-5 0 0,0-1 0 0 0,0 1 0 0 0,1 0 0 0 0,-1-1 0 0 0,1 1 0 0 0,-1-1 0 0 0,1 0 0 0 0,0 0 0 0 0,0 1 0 0 0,0-1 0 0 0,0 0 0 0 0,0-1 0 0 0,0 1 0 0 0,1 0 0 0 0,-1 0 0 0 0,0-1 0 0 0,1 0 0 0 0,0 1 0 0 0,-1-1 0 0 0,1 0 0 0 0,0 0 0 0 0,-1-1 0 0 0,1 1 0 0 0,0 0 0 0 0,0-1 0 0 0,0 0 0 0 0,0 0 0 0 0,-1 0 1 0 0,1 0-1 0 0,0 0 0 0 0,0 0 0 0 0,0-1 0 0 0,0 1 0 0 0,3-2 0 0 0,7-1 4 0 0,0-1 0 0 0,0-1 0 0 0,-1 0 0 0 0,1-1 0 0 0,-1 0 0 0 0,0-1 0 0 0,-1-1 0 0 0,0 1 0 0 0,0-2 0 0 0,0 1 1 0 0,-1-2-1 0 0,-1 1 0 0 0,1-1 0 0 0,9-16 0 0 0,3-3 10 0 0,-3-1 1 0 0,0-1 0 0 0,-2 0-1 0 0,17-44 1 0 0,-17 32-6 0 0,-1 0 1 0 0,-3-1 0 0 0,-1-1 0 0 0,-3 0-1 0 0,-1 0 1 0 0,-3-1 0 0 0,0-80 0 0 0,-12 86 74 0 0,6 39-86 0 0,1 1 0 0 0,-1-1 0 0 0,1 1 1 0 0,-1-1-1 0 0,1 1 0 0 0,-1-1 0 0 0,1 1 0 0 0,-1-1 1 0 0,1 1-1 0 0,-1-1 0 0 0,1 1 0 0 0,-1 0 0 0 0,0-1 1 0 0,1 1-1 0 0,-1 0 0 0 0,0 0 0 0 0,1 0 0 0 0,-1-1 1 0 0,0 1-1 0 0,1 0 0 0 0,-1 0 0 0 0,0 0 0 0 0,0 0 1 0 0,1 0-1 0 0,-1 0 0 0 0,0 0 0 0 0,1 0 0 0 0,-1 1 1 0 0,0-1-1 0 0,1 0 0 0 0,-1 0 0 0 0,0 0 0 0 0,1 1 1 0 0,-1-1-1 0 0,0 0 0 0 0,1 1 0 0 0,-1-1 0 0 0,1 1 1 0 0,-1 0-1 0 0,-25 14 108 0 0,15-5-12 0 0,0 1 0 0 0,1 1-1 0 0,0 0 1 0 0,1 0 0 0 0,0 1 0 0 0,1 0 0 0 0,-11 24 0 0 0,7-9 37 0 0,1 0-1 0 0,-14 56 1 0 0,18-49-53 0 0,1-1 0 0 0,2 1 0 0 0,2 0 0 0 0,1 43 0 0 0,3-51-513 0 0,1-1-1 0 0,1 1 1 0 0,1-1 0 0 0,1 0 0 0 0,1 0-1 0 0,12 27 1 0 0,-16-45-321 0 0,1-1 0 0 0,0 0 0 0 0,8 12 0 0 0,10 3-4322 0 0,-2-7-1794 0 0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3:57.5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30 2428 0 0,'0'0'2680'0'0,"13"-4"2665"0"0,1-1-2401 0 0,-2 0-1404 0 0,-3 0-1272 0 0,-2-5-1664 0 0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3:58.3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192 57 1512 0 0,'-11'-10'2160'0'0,"1"0"0"0"0,-2 0-1 0 0,-22-15 1 0 0,32 24-1823 0 0,0 3-177 0 0,1-1-84 0 0,-1 0 1 0 0,1 0-1 0 0,0 0 0 0 0,0 1 0 0 0,0-1 0 0 0,0 1 0 0 0,0-1 0 0 0,0 1 0 0 0,0-1 0 0 0,0 1 0 0 0,1-1 0 0 0,-1 1 0 0 0,1-1 0 0 0,-1 1 0 0 0,1 0 0 0 0,-1 2 0 0 0,-13 160 2617 0 0,4-27-1515 0 0,-50 214-64 0 0,53-310-1038 0 0,-6 22 242 0 0,12-61-253 0 0,2-19-32 0 0,4-20-21 0 0,2 0 0 0 0,1 0 1 0 0,2 1-1 0 0,2 0 0 0 0,1 1 1 0 0,2 0-1 0 0,27-47 0 0 0,-37 74-23 0 0,0 1 0 0 0,0-1 0 0 0,1 1-1 0 0,-1 1 1 0 0,2-1 0 0 0,-1 1 0 0 0,1 0 0 0 0,14-10-1 0 0,-17 13 9 0 0,1 1 0 0 0,0 0 0 0 0,-1-1-1 0 0,1 2 1 0 0,0-1 0 0 0,0 0-1 0 0,0 1 1 0 0,0 0 0 0 0,0 0 0 0 0,1 1-1 0 0,-1-1 1 0 0,0 1 0 0 0,0 0-1 0 0,0 1 1 0 0,1-1 0 0 0,8 3 0 0 0,-4 0 4 0 0,0 1 0 0 0,0 0 0 0 0,-1 1 0 0 0,1 0 0 0 0,-1 1 1 0 0,0 0-1 0 0,-1 0 0 0 0,0 1 0 0 0,1 0 0 0 0,-2 0 0 0 0,1 1 1 0 0,-1 0-1 0 0,-1 0 0 0 0,1 1 0 0 0,-1 0 0 0 0,-1 0 0 0 0,0 0 1 0 0,5 13-1 0 0,-5-13 82 0 0,-2 0-1 0 0,1 0 1 0 0,-1 1 0 0 0,-1-1 0 0 0,1 1-1 0 0,-2-1 1 0 0,1 1 0 0 0,-1 0 0 0 0,-1 0 0 0 0,0 0-1 0 0,0-1 1 0 0,-1 1 0 0 0,0 0 0 0 0,-1 0 0 0 0,0-1-1 0 0,0 1 1 0 0,-1-1 0 0 0,0 0 0 0 0,-1 0 0 0 0,-5 10-1 0 0,6-14-7 0 0,0-1-1 0 0,0 0 0 0 0,0 0 0 0 0,-1 0 0 0 0,1 0 0 0 0,-1-1 1 0 0,0 1-1 0 0,0-1 0 0 0,0 0 0 0 0,-1 0 0 0 0,1 0 0 0 0,-1-1 1 0 0,1 0-1 0 0,-9 3 0 0 0,6-3-27 0 0,0 0-1 0 0,0-1 1 0 0,0 0 0 0 0,0-1 0 0 0,0 1 0 0 0,0-2-1 0 0,0 1 1 0 0,0-1 0 0 0,-11-2 0 0 0,-4-3-17 0 0,0-1 1 0 0,0-1 0 0 0,1-1 0 0 0,0-1 0 0 0,-26-16 0 0 0,35 20-96 0 0,10 5-16 0 0,0 0 0 0 0,0 0-1 0 0,0 0 1 0 0,0-1 0 0 0,0 1-1 0 0,0 0 1 0 0,0-1 0 0 0,0 1 0 0 0,1-1-1 0 0,-1 0 1 0 0,0 0 0 0 0,1 1-1 0 0,0-1 1 0 0,-2-3 0 0 0,2 4-27 0 0,1 0-1 0 0,0 1 1 0 0,0-1 0 0 0,0 0 0 0 0,0 1-1 0 0,1-1 1 0 0,-1 0 0 0 0,0 1 0 0 0,0-1 0 0 0,0 0-1 0 0,0 1 1 0 0,1-1 0 0 0,-1 0 0 0 0,0 1-1 0 0,1-1 1 0 0,-1 1 0 0 0,0-1 0 0 0,1 1 0 0 0,-1-1-1 0 0,1 0 1 0 0,-1 1 0 0 0,1 0 0 0 0,-1-1-1 0 0,1 1 1 0 0,0-1 0 0 0,15-11-2046 0 0,27-8-5001 0 0,-24 11 2080 0 0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3:58.7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29 1368 0 0,'0'0'2084'0'0,"14"5"2351"0"0,-13 0-3786 0 0,0 0 0 0 0,0 1 0 0 0,-1-1 0 0 0,1 0 0 0 0,-1 0 0 0 0,-1 1 0 0 0,0 5 0 0 0,0 32 963 0 0,2-40-1575 0 0,-1 0 0 0 0,1 1 0 0 0,-1-1 0 0 0,1 0 1 0 0,0 0-1 0 0,0 0 0 0 0,1 0 0 0 0,-1 0 0 0 0,0 0 1 0 0,1 0-1 0 0,0 0 0 0 0,0 0 0 0 0,0-1 0 0 0,0 1 1 0 0,0-1-1 0 0,0 0 0 0 0,5 4 0 0 0,-3-4-15 0 0,0 1 0 0 0,0-1 0 0 0,0 0 0 0 0,0 0 0 0 0,0 0 0 0 0,1-1-1 0 0,-1 1 1 0 0,1-1 0 0 0,-1 0 0 0 0,1-1 0 0 0,-1 1 0 0 0,10-1 0 0 0,-7 0-5 0 0,1 0 1 0 0,-1-1 0 0 0,0 0-1 0 0,1-1 1 0 0,-1 1 0 0 0,0-1-1 0 0,0-1 1 0 0,0 1-1 0 0,0-1 1 0 0,0 0 0 0 0,0-1-1 0 0,-1 0 1 0 0,12-8 0 0 0,-15 9-11 0 0,-1 0 1 0 0,1 0-1 0 0,0 0 0 0 0,-1 0 1 0 0,1 0-1 0 0,-1 0 1 0 0,0-1-1 0 0,0 1 1 0 0,0-1-1 0 0,-1 1 1 0 0,1-1-1 0 0,-1 0 1 0 0,0 0-1 0 0,0 0 1 0 0,0 1-1 0 0,0-1 1 0 0,-1 0-1 0 0,0 0 1 0 0,1 0-1 0 0,-1 0 1 0 0,-1 0-1 0 0,1 0 0 0 0,-1 0 1 0 0,1 0-1 0 0,-1 0 1 0 0,-1 0-1 0 0,-1-6 1 0 0,2 7-1 0 0,0 0-1 0 0,-1 0 1 0 0,1 0 0 0 0,-1 0 0 0 0,1 1 0 0 0,-1-1-1 0 0,0 0 1 0 0,0 1 0 0 0,0-1 0 0 0,0 1 0 0 0,0 0-1 0 0,-1 0 1 0 0,1 0 0 0 0,-1 0 0 0 0,0 0 0 0 0,1 0 0 0 0,-1 1-1 0 0,0-1 1 0 0,0 1 0 0 0,0 0 0 0 0,0 0 0 0 0,0 0-1 0 0,0 0 1 0 0,0 0 0 0 0,0 1 0 0 0,-1-1 0 0 0,1 1-1 0 0,0 0 1 0 0,0 0 0 0 0,0 0 0 0 0,-1 0 0 0 0,1 1-1 0 0,0 0 1 0 0,-5 1 0 0 0,-2 1 26 0 0,0 0 1 0 0,0 1-1 0 0,0 0 1 0 0,1 1-1 0 0,0 0 0 0 0,0 0 1 0 0,0 1-1 0 0,0 0 0 0 0,-11 12 1 0 0,6-4 41 0 0,0 0 0 0 0,1 1 1 0 0,1 0-1 0 0,0 1 0 0 0,1 0 0 0 0,1 1 0 0 0,0 0 1 0 0,2 1-1 0 0,0 0 0 0 0,1 0 0 0 0,-9 35 1 0 0,15-48-66 0 0,0 0 0 0 0,0 0 0 0 0,1 0 0 0 0,0 1 0 0 0,0-1 0 0 0,0 0 0 0 0,0 0 0 0 0,1 0 0 0 0,0 0 0 0 0,0 0 0 0 0,0 0 0 0 0,1 0 0 0 0,-1 0 0 0 0,1 0 0 0 0,1-1 0 0 0,-1 1 0 0 0,0-1 0 0 0,1 1 0 0 0,0-1 0 0 0,0 0 0 0 0,1 0 0 0 0,-1 0 0 0 0,1 0 0 0 0,-1-1 0 0 0,1 0 0 0 0,0 1 0 0 0,1-2 0 0 0,-1 1 1 0 0,7 3-1 0 0,2 0-176 0 0,1 0 1 0 0,-1-2 0 0 0,1 0 0 0 0,-1 0-1 0 0,1-1 1 0 0,0-1 0 0 0,0 0 0 0 0,1-1-1 0 0,23-2 1 0 0,-13-1-906 0 0,1-1-1 0 0,33-8 1 0 0,13-10-3915 0 0,-24 4-634 0 0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3:59.2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461 4 76 0 0,'-29'1'6218'0'0,"-37"-4"0"0"0,41 1-2918 0 0,-40 2 0 0 0,64 1-3271 0 0,0-1-1 0 0,0 0 1 0 0,-1 1-1 0 0,1-1 1 0 0,0 1-1 0 0,0 0 1 0 0,0-1-1 0 0,0 1 1 0 0,0 0-1 0 0,0 0 1 0 0,0-1-1 0 0,0 1 0 0 0,0 0 1 0 0,0 0-1 0 0,0 0 1 0 0,0 0-1 0 0,1 0 1 0 0,-1 0-1 0 0,0 0 1 0 0,1 1-1 0 0,-1-1 1 0 0,1 0-1 0 0,-1 0 1 0 0,1 0-1 0 0,-1 2 0 0 0,-5 35 431 0 0,5-29-361 0 0,-28 278 862 0 0,15-115-780 0 0,13-158-174 0 0,-96 820 1880 0 0,44-568-1329 0 0,41-240-1633 0 0,11-25 906 0 0,1 0 0 0 0,-1-1 1 0 0,1 1-1 0 0,-1 0 0 0 0,1-1 0 0 0,-1 1 0 0 0,1-1 1 0 0,-1 1-1 0 0,0-1 0 0 0,1 1 0 0 0,-1-1 1 0 0,0 1-1 0 0,1-1 0 0 0,-1 1 0 0 0,0-1 0 0 0,1 0 1 0 0,-1 0-1 0 0,0 1 0 0 0,0-1 0 0 0,0 0 1 0 0,1 0-1 0 0,-1 0 0 0 0,0 0 0 0 0,0 0 0 0 0,0 0 1 0 0,1 0-1 0 0,-1 0 0 0 0,-1 0 0 0 0,1-2-312 0 0,-1 1-1 0 0,1-1 1 0 0,0 1 0 0 0,-1-1-1 0 0,1 1 1 0 0,0-1-1 0 0,0 0 1 0 0,0 0 0 0 0,0 1-1 0 0,1-1 1 0 0,-1 0-1 0 0,0 0 1 0 0,1 0 0 0 0,0 0-1 0 0,-1 0 1 0 0,1-4-1 0 0,-4-17-6910 0 0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3:59.5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0 242 1724 0 0,'3'-17'876'0'0,"0"0"1"0"0,1 1-1 0 0,1-1 0 0 0,1 1 1 0 0,0 0-1 0 0,1 0 0 0 0,18-29 1 0 0,-20 39-705 0 0,-1-1 1 0 0,1 1 0 0 0,1 0 0 0 0,-1 1-1 0 0,1-1 1 0 0,0 1 0 0 0,1 0-1 0 0,-1 1 1 0 0,1-1 0 0 0,0 1 0 0 0,0 0-1 0 0,0 1 1 0 0,1 0 0 0 0,-1 0 0 0 0,1 1-1 0 0,-1 0 1 0 0,1 0 0 0 0,0 0-1 0 0,10 0 1 0 0,-7 2-32 0 0,0 0 1 0 0,1 1-1 0 0,-1 0 0 0 0,0 1 0 0 0,0 0 1 0 0,0 1-1 0 0,0 0 0 0 0,-1 1 0 0 0,1 0 1 0 0,-1 0-1 0 0,0 1 0 0 0,0 1 0 0 0,-1-1 0 0 0,15 12 1 0 0,-17-11 1 0 0,0 0 0 0 0,0 0 0 0 0,-1 0 0 0 0,0 1 0 0 0,0 0 0 0 0,0 0 0 0 0,-1 0 0 0 0,0 1 0 0 0,-1-1 1 0 0,0 1-1 0 0,0 1 0 0 0,-1-1 0 0 0,1 0 0 0 0,-2 1 0 0 0,1 0 0 0 0,-1-1 0 0 0,-1 1 0 0 0,1 15 0 0 0,-2-14-12 0 0,-1 0 0 0 0,-1 0 0 0 0,1 0 0 0 0,-2 0 0 0 0,1 0 0 0 0,-2-1 0 0 0,1 1 0 0 0,-1-1 0 0 0,0 0 0 0 0,-1 0 0 0 0,0 0 0 0 0,-1-1 0 0 0,0 0 0 0 0,0 0 0 0 0,0 0 0 0 0,-1-1-1 0 0,-10 9 1 0 0,6-7-186 0 0,0 0-1 0 0,-1-1 1 0 0,0 0-1 0 0,0 0 0 0 0,0-2 1 0 0,-1 0-1 0 0,0 0 0 0 0,0-1 1 0 0,-1 0-1 0 0,0-1 0 0 0,-21 3 1 0 0,32-7-331 0 0,1 0 1 0 0,0 1 0 0 0,0-1 0 0 0,0 0 0 0 0,-1 0-1 0 0,1-1 1 0 0,0 1 0 0 0,0 0 0 0 0,-5-2-1 0 0,7 2 150 0 0,-1-1 0 0 0,1 1 0 0 0,-1 0 0 0 0,-5-12-4724 0 0,6 12 4724 0 0,0-1 0 0 0,0 0 0 0 0,0 0 0 0 0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3:59.9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53 1428 0 0,'23'-17'8423'0'0,"-23"18"-8240"0"0,0 0 0 0 0,0 0 1 0 0,0 0-1 0 0,0 0 0 0 0,0 0 1 0 0,0 0-1 0 0,0 0 0 0 0,0 0 1 0 0,0 0-1 0 0,-1 0 0 0 0,1 0 1 0 0,0 0-1 0 0,-1 0 0 0 0,1 0 1 0 0,-1 0-1 0 0,1 0 0 0 0,-1 0 1 0 0,1 0-1 0 0,-2 1 0 0 0,-15 35 867 0 0,2 1 1 0 0,-17 65-1 0 0,28-87-995 0 0,1 0 0 0 0,0 0 0 0 0,2 1 0 0 0,-1-1 0 0 0,2 1 0 0 0,0-1 0 0 0,1 0 0 0 0,1 1 0 0 0,6 23 0 0 0,-7-35-45 0 0,0-1-1 0 0,1 1 1 0 0,-1-1-1 0 0,1 1 1 0 0,1-1-1 0 0,-1 0 1 0 0,0 1-1 0 0,1-1 1 0 0,0-1-1 0 0,0 1 1 0 0,0 0-1 0 0,1-1 1 0 0,-1 1-1 0 0,1-1 1 0 0,-1 0-1 0 0,1 0 1 0 0,0-1-1 0 0,0 1 1 0 0,1-1-1 0 0,-1 0 1 0 0,0 0-1 0 0,1 0 1 0 0,-1 0-1 0 0,1-1 1 0 0,0 0-1 0 0,0 0 1 0 0,-1 0-1 0 0,1-1 1 0 0,0 1-1 0 0,0-1 0 0 0,8-1 1 0 0,-4 0-2 0 0,1-1 0 0 0,-1 1-1 0 0,1-2 1 0 0,-1 1 0 0 0,0-1 0 0 0,0-1-1 0 0,0 0 1 0 0,-1 0 0 0 0,1-1 0 0 0,-1 0-1 0 0,0 0 1 0 0,0-1 0 0 0,-1 0 0 0 0,0 0 0 0 0,8-9-1 0 0,-5 2 9 0 0,0 0 1 0 0,-1 0-1 0 0,-1-1 0 0 0,0 0 0 0 0,-1 0 0 0 0,-1-1 0 0 0,0 0 1 0 0,-1 0-1 0 0,5-27 0 0 0,-7 29 14 0 0,-1 0 0 0 0,-1 0 1 0 0,0 0-1 0 0,-1 0 0 0 0,0 0 0 0 0,-1 0 1 0 0,0 0-1 0 0,-1 1 0 0 0,-1-1 0 0 0,0 0 1 0 0,-1 1-1 0 0,-6-17 0 0 0,6 23-18 0 0,1 0 0 0 0,-1 0 0 0 0,0 1-1 0 0,-1-1 1 0 0,1 1 0 0 0,-1 0 0 0 0,0 0 0 0 0,-1 1 0 0 0,1 0-1 0 0,-1 0 1 0 0,1 0 0 0 0,-1 0 0 0 0,0 1 0 0 0,-1 0 0 0 0,1 0 0 0 0,0 1-1 0 0,-1 0 1 0 0,0 0 0 0 0,1 0 0 0 0,-1 1 0 0 0,0 0 0 0 0,0 0-1 0 0,0 1 1 0 0,0 0 0 0 0,-12 1 0 0 0,12 0-195 0 0,-1-1 1 0 0,1 1-1 0 0,0 1 1 0 0,0-1-1 0 0,-1 1 0 0 0,1 0 1 0 0,0 1-1 0 0,0 0 1 0 0,1 0-1 0 0,-1 1 0 0 0,1-1 1 0 0,0 1-1 0 0,-1 1 1 0 0,2-1-1 0 0,-1 1 0 0 0,1 0 1 0 0,-1 0-1 0 0,1 1 1 0 0,1 0-1 0 0,-1 0 0 0 0,1 0 1 0 0,0 0-1 0 0,-6 13 1 0 0,9-17-123 0 0,1 0 0 0 0,-1-1 0 0 0,1 1 0 0 0,0 0 1 0 0,-1 0-1 0 0,1 0 0 0 0,0 0 0 0 0,0 0 0 0 0,0 0 1 0 0,0 0-1 0 0,0 0 0 0 0,1 0 0 0 0,-1 0 0 0 0,1 0 1 0 0,-1 0-1 0 0,1-1 0 0 0,0 1 0 0 0,-1 0 0 0 0,1 0 1 0 0,0-1-1 0 0,0 1 0 0 0,0 0 0 0 0,1-1 0 0 0,1 3 1 0 0,7 5-3799 0 0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4:00.3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11 1492 0 0,'-4'-11'8298'0'0,"-1"12"-8087"0"0,1-1-1 0 0,-1 1 1 0 0,1 0-1 0 0,0 0 1 0 0,-1 1-1 0 0,1-1 1 0 0,0 1 0 0 0,0 0-1 0 0,0 0 1 0 0,0 0-1 0 0,0 1 1 0 0,1-1-1 0 0,-1 1 1 0 0,1 0-1 0 0,0 0 1 0 0,-1 0-1 0 0,1 0 1 0 0,1 1-1 0 0,-6 6 1 0 0,6-6-178 0 0,-1-1 0 0 0,1 1-1 0 0,0 0 1 0 0,0 0 0 0 0,0 0 0 0 0,1 1-1 0 0,-1-1 1 0 0,1 0 0 0 0,0 1 0 0 0,0-1 0 0 0,1 0-1 0 0,-1 1 1 0 0,1-1 0 0 0,0 1 0 0 0,0-1-1 0 0,0 1 1 0 0,1-1 0 0 0,0 1 0 0 0,0-1 0 0 0,1 5-1 0 0,5 4-21 0 0,0-1 0 0 0,1 0 0 0 0,0 0 0 0 0,1-1 0 0 0,0-1-1 0 0,1 1 1 0 0,0-1 0 0 0,15 11 0 0 0,-7-5-39 0 0,26 30 0 0 0,-40-42 119 0 0,0 2 0 0 0,-1-1 0 0 0,1 0 0 0 0,-1 1 0 0 0,0-1 0 0 0,-1 1-1 0 0,0 0 1 0 0,1 0 0 0 0,-2 0 0 0 0,3 9 0 0 0,-4-13-52 0 0,0 1 0 0 0,0-1 1 0 0,0 1-1 0 0,0-1 0 0 0,0 0 1 0 0,-1 1-1 0 0,1-1 0 0 0,-1 1 0 0 0,0-1 1 0 0,1 0-1 0 0,-1 1 0 0 0,0-1 1 0 0,0 0-1 0 0,-1 0 0 0 0,1 1 1 0 0,0-1-1 0 0,-1 0 0 0 0,1 0 0 0 0,-1-1 1 0 0,0 1-1 0 0,1 0 0 0 0,-1 0 1 0 0,0-1-1 0 0,0 1 0 0 0,0-1 0 0 0,0 0 1 0 0,-1 0-1 0 0,1 1 0 0 0,0-1 1 0 0,-4 1-1 0 0,-1 0-50 0 0,0 0 1 0 0,0 0-1 0 0,-1-1 1 0 0,1 0-1 0 0,-1 0 1 0 0,0-1-1 0 0,1 1 1 0 0,-12-3-1 0 0,14 2-299 0 0,1-1 1 0 0,0 0-1 0 0,-1 0 0 0 0,1 0 0 0 0,-1-1 0 0 0,1 1 0 0 0,-4-3 0 0 0,6 3-128 0 0,0-1-1 0 0,0 1 1 0 0,0 0-1 0 0,1 0 1 0 0,-1-1-1 0 0,1 1 1 0 0,-1-1-1 0 0,1 1 1 0 0,-1-1-1 0 0,1 0 1 0 0,0 0-1 0 0,0 1 1 0 0,0-1-1 0 0,0 0 1 0 0,-1-3-1 0 0,0-7-4516 0 0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4:00.5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17 912 0 0,'14'-7'3153'0'0,"-11"6"-2494"0"0,0-1 1 0 0,-1 1 0 0 0,1 0-1 0 0,0 0 1 0 0,0 0 0 0 0,0 0 0 0 0,1 0-1 0 0,-1 1 1 0 0,5-1 0 0 0,-7 2-475 0 0,-1 0 0 0 0,1 0 0 0 0,0 0 0 0 0,0 0 0 0 0,-1 0 0 0 0,1 0 0 0 0,-1 0 0 0 0,1 0 0 0 0,-1 0 0 0 0,1 1 0 0 0,-1-1 0 0 0,0 0 0 0 0,0 0 0 0 0,1 0 0 0 0,-1 1 0 0 0,0-1 0 0 0,0 0 0 0 0,0 0 0 0 0,0 0 0 0 0,-1 3 0 0 0,-14 99 3543 0 0,-2 14-2455 0 0,16-100-1200 0 0,0-1 1 0 0,2 1 0 0 0,-1-1-1 0 0,2 0 1 0 0,4 18-1 0 0,-6-31-107 0 0,1 0 0 0 0,0 0-1 0 0,0 0 1 0 0,0 0 0 0 0,0 0 0 0 0,0 0-1 0 0,1 0 1 0 0,-1 0 0 0 0,1 0-1 0 0,0 0 1 0 0,0-1 0 0 0,0 1 0 0 0,0-1-1 0 0,0 0 1 0 0,1 1 0 0 0,-1-1 0 0 0,1 0-1 0 0,-1 0 1 0 0,1-1 0 0 0,0 1-1 0 0,0 0 1 0 0,0-1 0 0 0,3 2 0 0 0,-2-3-234 0 0,0 1 0 0 0,-1-1 1 0 0,1 1-1 0 0,0-1 1 0 0,0-1-1 0 0,-1 1 0 0 0,1 0 1 0 0,0-1-1 0 0,-1 0 1 0 0,1 1-1 0 0,0-1 0 0 0,-1-1 1 0 0,1 1-1 0 0,-1-1 1 0 0,0 1-1 0 0,1-1 0 0 0,-1 0 1 0 0,0 0-1 0 0,4-4 1 0 0,-2 2-704 0 0,-1 0 0 0 0,0 0 0 0 0,0 0 0 0 0,0-1 0 0 0,5-7 0 0 0,5-10-4614 0 0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4:00.7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114 104 2108 0 0,'-12'-18'3639'0'0,"-20"-22"0"0"0,25 33-3111 0 0,1 0 0 0 0,-2 1 0 0 0,1 0 0 0 0,-1 0 0 0 0,-10-6 0 0 0,16 11-474 0 0,2 1-107 0 0,-1 0 1 0 0,0 0 0 0 0,1 0-1 0 0,-1 0 1 0 0,1 0 0 0 0,-1 0-1 0 0,1 0 1 0 0,-1 0-1 0 0,1 0 1 0 0,-1 1 0 0 0,1-1-1 0 0,-1 0 1 0 0,1 0 0 0 0,-1 1-1 0 0,1-1 1 0 0,-1 0-1 0 0,1 1 1 0 0,0-1 0 0 0,-1 0-1 0 0,1 1 1 0 0,-1-1 0 0 0,1 1-1 0 0,0-1 1 0 0,0 0-1 0 0,-1 1 1 0 0,1-1 0 0 0,0 1-1 0 0,0-1 1 0 0,-1 1 0 0 0,1-1-1 0 0,0 1 1 0 0,0-1 0 0 0,0 1-1 0 0,0 0 1 0 0,0-1-1 0 0,0 1 1 0 0,0-1 0 0 0,0 1-1 0 0,0-1 1 0 0,0 1 0 0 0,0-1-1 0 0,0 1 1 0 0,0-1-1 0 0,0 1 1 0 0,0-1 0 0 0,1 1-1 0 0,15 18-4264 0 0,-8-12 892 0 0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4:01.0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13 2404 0 0,'17'-12'11674'0'0,"-16"14"-11364"0"0,1 1 1 0 0,-1-1 0 0 0,0 1-1 0 0,1 0 1 0 0,-1-1-1 0 0,-1 1 1 0 0,1 0-1 0 0,0 0 1 0 0,-1-1-1 0 0,1 1 1 0 0,-1 0-1 0 0,0 4 1 0 0,0 45 1383 0 0,0-34-1114 0 0,-20 337 2330 0 0,4-131-5831 0 0,15-217 1962 0 0,1 33-1377 0 0,7-15-6736 0 0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4:01.3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93 176 1784 0 0,'-86'-65'13294'0'0,"86"65"-13251"0"0,-1-1 0 0 0,1 1-1 0 0,-1-1 1 0 0,1 1 0 0 0,-1-1 0 0 0,1 0 0 0 0,-1 1-1 0 0,1-1 1 0 0,0 0 0 0 0,-1 1 0 0 0,1-1 0 0 0,0 0-1 0 0,0 1 1 0 0,-1-1 0 0 0,1 0 0 0 0,0 1 0 0 0,0-1-1 0 0,0 0 1 0 0,0 0 0 0 0,0 1 0 0 0,0-1 0 0 0,0 0-1 0 0,0 0 1 0 0,0 1 0 0 0,0-1 0 0 0,1 0 0 0 0,-1 0-1 0 0,0 1 1 0 0,0-1 0 0 0,1-1 0 0 0,14-15 313 0 0,-3 9-296 0 0,0 1 0 0 0,1 1 0 0 0,-1 0 0 0 0,1 0 0 0 0,1 1 0 0 0,-1 1 0 0 0,22-4 0 0 0,9 0-24 0 0,46-1-1 0 0,-60 6-48 0 0,1 1 0 0 0,-1 2 0 0 0,0 1-1 0 0,0 2 1 0 0,55 10 0 0 0,-79-11 42 0 0,0 0 0 0 0,0 1-1 0 0,0-1 1 0 0,0 1 0 0 0,0 0 0 0 0,-1 1 0 0 0,1-1 0 0 0,-1 1-1 0 0,0 0 1 0 0,0 0 0 0 0,-1 1 0 0 0,1 0 0 0 0,-1 0-1 0 0,0 0 1 0 0,0 0 0 0 0,0 0 0 0 0,-1 1 0 0 0,0 0 0 0 0,0-1-1 0 0,0 1 1 0 0,2 10 0 0 0,1 9 281 0 0,0 0-1 0 0,-2 0 1 0 0,-1 1-1 0 0,-1 32 1 0 0,5 30-111 0 0,-6-84-201 0 0,-1-1 0 0 0,1 1-1 0 0,0-1 1 0 0,0 0 0 0 0,0 1-1 0 0,0-1 1 0 0,0 0 0 0 0,1 0-1 0 0,-1 0 1 0 0,1 0-1 0 0,0 0 1 0 0,0 0 0 0 0,0-1-1 0 0,3 3 1 0 0,-3-3-168 0 0,0-1 0 0 0,0 1 0 0 0,1-1 0 0 0,-1 0 1 0 0,0 0-1 0 0,1 0 0 0 0,-1 0 0 0 0,1 0 0 0 0,-1 0 0 0 0,1-1 0 0 0,0 1 0 0 0,-1-1 0 0 0,1 0 0 0 0,-1 0 0 0 0,1 0 1 0 0,0 0-1 0 0,-1 0 0 0 0,6-2 0 0 0,-3 1-683 0 0,0 0-1 0 0,1-1 1 0 0,-1 1 0 0 0,0-1 0 0 0,0-1-1 0 0,0 1 1 0 0,-1-1 0 0 0,9-5-1 0 0,7-8-5413 0 0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4:01.5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45 2108 0 0,'-6'-5'993'0'0,"0"0"1"0"0,0 1-1 0 0,0-1 0 0 0,-1 1 1 0 0,1 0-1 0 0,-1 1 0 0 0,0 0 0 0 0,-14-5 1 0 0,19 7-976 0 0,1 1 1 0 0,-1-1-1 0 0,1 1 0 0 0,-1-1 1 0 0,0 1-1 0 0,1 0 1 0 0,-1 0-1 0 0,0 0 1 0 0,1 0-1 0 0,-1 0 0 0 0,0 0 1 0 0,1 0-1 0 0,-1 0 1 0 0,1 1-1 0 0,-1-1 0 0 0,0 1 1 0 0,1-1-1 0 0,-1 1 1 0 0,1-1-1 0 0,-1 1 1 0 0,1 0-1 0 0,-1 0 0 0 0,1 0 1 0 0,0 0-1 0 0,-1 0 1 0 0,1 0-1 0 0,0 0 1 0 0,0 0-1 0 0,0 1 0 0 0,0-1 1 0 0,0 0-1 0 0,0 1 1 0 0,0-1-1 0 0,0 0 1 0 0,1 1-1 0 0,-1-1 0 0 0,0 1 1 0 0,1 0-1 0 0,-1-1 1 0 0,1 1-1 0 0,0-1 1 0 0,-1 1-1 0 0,1 0 0 0 0,0-1 1 0 0,0 1-1 0 0,0 2 1 0 0,0 4-1034 0 0,0-1 0 0 0,1 1 0 0 0,0 0 0 0 0,0-1 0 0 0,3 14 1 0 0,1-7-2407 0 0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4:02.2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1 103 756 0 0,'4'23'8646'0'0,"5"65"-3039"0"0,-2-44-4435 0 0,12 45 0 0 0,-10-61-870 0 0,14 30 1 0 0,-11-29-20 0 0,-11-28-263 0 0,-1 0 0 0 0,1 0 0 0 0,-1 0 0 0 0,1-1-1 0 0,-1 1 1 0 0,1 0 0 0 0,-1 0 0 0 0,1-1 0 0 0,-1 1 0 0 0,1-1 0 0 0,0 1 0 0 0,0 0 0 0 0,-1-1 0 0 0,1 1-1 0 0,0-1 1 0 0,0 0 0 0 0,-1 1 0 0 0,1-1 0 0 0,0 1 0 0 0,0-1 0 0 0,0 0 0 0 0,0 0 0 0 0,0 0 0 0 0,0 1-1 0 0,0-1 1 0 0,-1 0 0 0 0,1 0 0 0 0,0 0 0 0 0,0 0 0 0 0,0-1 0 0 0,0 1 0 0 0,0 0 0 0 0,0 0 0 0 0,0 0-1 0 0,-1-1 1 0 0,1 1 0 0 0,0 0 0 0 0,0-1 0 0 0,1 0 0 0 0,2-1 5 0 0,-1 0-1 0 0,1 0 1 0 0,-1 0 0 0 0,1-1 0 0 0,-1 1 0 0 0,5-6-1 0 0,10-13 12 0 0,-2-2 0 0 0,0 0 0 0 0,22-46 0 0 0,3-4 5 0 0,-40 72-41 0 0,7-14-30 0 0,1 1 0 0 0,0 0 0 0 0,1 0-1 0 0,0 1 1 0 0,1 1 0 0 0,1 0 0 0 0,25-21 0 0 0,-36 32 25 0 0,1 1 0 0 0,0-1 0 0 0,0 0 0 0 0,0 1 0 0 0,0-1 0 0 0,0 1 0 0 0,0 0 0 0 0,0-1 0 0 0,0 1 0 0 0,0 0 0 0 0,1 0 0 0 0,-1 0 0 0 0,0 1 0 0 0,0-1 0 0 0,2 1 0 0 0,32 12-40 0 0,5 9 59 0 0,-27-14 0 0 0,1 0 1 0 0,0-1-1 0 0,0 0 0 0 0,28 8 0 0 0,-21-11 0 0 0,-1 0-1 0 0,1-1 0 0 0,0-1 0 0 0,0-1 0 0 0,0-1 0 0 0,0-1 0 0 0,0-1 0 0 0,33-7 1 0 0,-43 6-10 0 0,0 0 0 0 0,-1-1 1 0 0,1 0-1 0 0,-1-1 1 0 0,0 0-1 0 0,-1-1 1 0 0,1 0-1 0 0,-1-1 1 0 0,0 0-1 0 0,-1-1 0 0 0,0 0 1 0 0,0 0-1 0 0,-1-1 1 0 0,0 0-1 0 0,0 0 1 0 0,-1-1-1 0 0,6-10 0 0 0,-11 17-7 0 0,0 0-1 0 0,-1 0 0 0 0,1 0 1 0 0,-1 0-1 0 0,0 0 0 0 0,0 0 1 0 0,0 0-1 0 0,-1 0 0 0 0,1-1 1 0 0,-1 1-1 0 0,1 0 0 0 0,-1 0 1 0 0,0-1-1 0 0,0 1 0 0 0,-1-3 1 0 0,0 5 1 0 0,1 0 0 0 0,-1 1 0 0 0,0-1 0 0 0,1 0 0 0 0,-1 1 0 0 0,0-1 0 0 0,0 1 0 0 0,1-1 0 0 0,-1 1 0 0 0,0-1 0 0 0,0 1 0 0 0,0 0 0 0 0,0-1 0 0 0,0 1 0 0 0,1 0 0 0 0,-1 0 0 0 0,0 0 0 0 0,0 0 0 0 0,0 0 0 0 0,0-1 0 0 0,0 2 0 0 0,0-1 0 0 0,0 0 0 0 0,0 0 0 0 0,0 0 0 0 0,1 0 0 0 0,-3 1 0 0 0,-25 6-13 0 0,17-2 32 0 0,-1 1-1 0 0,1 0 1 0 0,0 1-1 0 0,0 0 1 0 0,0 1-1 0 0,1 0 1 0 0,1 0-1 0 0,-18 20 1 0 0,8-5 121 0 0,0 1 1 0 0,-25 45-1 0 0,39-61-113 0 0,1 1 1 0 0,-1 0-1 0 0,2 0 0 0 0,-1 0 0 0 0,1 1 0 0 0,1-1 0 0 0,-1 1 1 0 0,0 12-1 0 0,3-18-13 0 0,0 0 1 0 0,0 0-1 0 0,0 0 0 0 0,0 1 1 0 0,1-1-1 0 0,0 0 1 0 0,-1 0-1 0 0,2 0 0 0 0,-1 0 1 0 0,0 0-1 0 0,1 0 1 0 0,0 0-1 0 0,0-1 0 0 0,0 1 1 0 0,0 0-1 0 0,0-1 1 0 0,1 0-1 0 0,0 1 0 0 0,0-1 1 0 0,0 0-1 0 0,5 4 1 0 0,2 0-17 0 0,1-1 0 0 0,0 1 1 0 0,0-2-1 0 0,1 1 0 0 0,0-2 1 0 0,0 1-1 0 0,21 3 0 0 0,7 0-807 0 0,43 2 1 0 0,-29-7-4158 0 0,105-7 1 0 0,-94-3-1290 0 0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4:02.4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 2956 0 0,'3'1'3625'0'0,"6"0"-1276"0"0,22 0 8681 0 0,-14-6-11413 0 0,-18-6-4313 0 0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4:04.7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1 272 816 0 0,'3'-18'1367'0'0,"2"1"0"0"0,0 1 0 0 0,1-1 0 0 0,13-24 0 0 0,-14 31-1128 0 0,1 1 0 0 0,0 1-1 0 0,1-1 1 0 0,-1 1-1 0 0,2 0 1 0 0,-1 1 0 0 0,1-1-1 0 0,16-10 1 0 0,-6 7-131 0 0,0 1 0 0 0,1 0 1 0 0,1 2-1 0 0,-1 0 0 0 0,2 1 0 0 0,-1 1 1 0 0,1 1-1 0 0,-1 0 0 0 0,1 2 0 0 0,0 1 0 0 0,1 0 1 0 0,-1 2-1 0 0,0 0 0 0 0,0 1 0 0 0,0 1 1 0 0,0 1-1 0 0,37 11 0 0 0,-52-12-142 0 0,-1 0 0 0 0,1 1 0 0 0,-1-1 0 0 0,0 1 0 0 0,0 0 0 0 0,0 1 0 0 0,0-1 0 0 0,0 1 0 0 0,-1 0 0 0 0,0 0 0 0 0,0 0 0 0 0,0 1 0 0 0,0-1 0 0 0,-1 1 0 0 0,1 0 0 0 0,-1 0 0 0 0,0 0 0 0 0,-1 0 0 0 0,1 1 0 0 0,1 7 0 0 0,-2-5-605 0 0,0-1-1 0 0,-1 0 0 0 0,0 1 0 0 0,0-1 0 0 0,0 1 0 0 0,-1-1 1 0 0,0 1-1 0 0,-1-1 0 0 0,-2 15 0 0 0,-2-8-1591 0 0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4:04.9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55 244 0 0,'-34'-54'9852'0'0,"42"70"-8182"0"0,5 32-746 0 0,-1 2-1 0 0,6 75 0 0 0,-2-11-656 0 0,1-20-578 0 0,8 48-2513 0 0,-11-46-3217 0 0,-10-70 2818 0 0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4:09.3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133 160 60 0 0,'-18'-16'1908'0'0,"1"-1"0"0"0,1 0 1 0 0,0-1-1 0 0,-14-22 0 0 0,6 3-241 0 0,23 36-1546 0 0,-7-11 188 0 0,6 11-180 0 0,8 11-27 0 0,50 77 383 0 0,-2 0-359 0 0,-44-72-113 0 0,0-2 1 0 0,1 0 0 0 0,1 0-1 0 0,0-1 1 0 0,26 21 0 0 0,-31-29-21 0 0,0 0 1 0 0,0 0-1 0 0,0-1 0 0 0,0 0 1 0 0,0 0-1 0 0,0 0 1 0 0,1-1-1 0 0,0 0 1 0 0,-1-1-1 0 0,1 0 1 0 0,0 0-1 0 0,-1 0 1 0 0,1-1-1 0 0,0 0 1 0 0,10-2-1 0 0,4-2-704 0 0,0 0-1 0 0,0-2 1 0 0,28-11 0 0 0,22-16-4385 0 0,-56 23 2924 0 0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4:09.9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37 556 0 0,'-17'-37'7212'0'0,"14"49"-5985"0"0,22 126 1246 0 0,3 18-2025 0 0,-9-13-158 0 0,-12-141-245 0 0,0-39 42 0 0,6-123-58 0 0,-5 138-55 0 0,2-1 0 0 0,1 1 0 0 0,0-1 1 0 0,17-40-1 0 0,-20 60 22 0 0,-1-1 1 0 0,1 1-1 0 0,-1 0 0 0 0,1 0 1 0 0,0 0-1 0 0,1 0 1 0 0,-1 0-1 0 0,0 0 1 0 0,1 1-1 0 0,0-1 0 0 0,-1 1 1 0 0,1 0-1 0 0,0-1 1 0 0,0 1-1 0 0,0 1 0 0 0,1-1 1 0 0,-1 0-1 0 0,0 1 1 0 0,1-1-1 0 0,-1 1 1 0 0,1 0-1 0 0,-1 0 0 0 0,5 0 1 0 0,-3 1 30 0 0,0 0-1 0 0,-1 0 1 0 0,1 1 0 0 0,0-1 0 0 0,0 1 0 0 0,0 0 0 0 0,-1 1-1 0 0,1-1 1 0 0,0 1 0 0 0,-1 0 0 0 0,0 0 0 0 0,1 0-1 0 0,-1 0 1 0 0,0 1 0 0 0,0 0 0 0 0,0 0 0 0 0,4 4-1 0 0,-1 0 39 0 0,0 1-1 0 0,0-1 0 0 0,-1 1 1 0 0,0 1-1 0 0,-1-1 0 0 0,1 1 0 0 0,-2 0 1 0 0,1 0-1 0 0,-1 0 0 0 0,5 19 0 0 0,-2 2-27 0 0,-2 0 0 0 0,3 38-1 0 0,4 22-1684 0 0,-12-88 1453 0 0,0-1 0 0 0,0 0 1 0 0,1 0-1 0 0,-1 1 0 0 0,0-1 0 0 0,1 0 0 0 0,-1 0 1 0 0,1 1-1 0 0,0-1 0 0 0,-1 0 0 0 0,1 0 0 0 0,0 0 1 0 0,0 0-1 0 0,-1 0 0 0 0,1 0 0 0 0,0 0 0 0 0,0 0 0 0 0,0 0 1 0 0,0 0-1 0 0,1 0 0 0 0,-1-1 0 0 0,0 1 0 0 0,0-1 1 0 0,0 1-1 0 0,0 0 0 0 0,1-1 0 0 0,-1 0 0 0 0,0 1 0 0 0,1-1 1 0 0,-1 0-1 0 0,0 0 0 0 0,1 0 0 0 0,-1 1 0 0 0,0-1 1 0 0,3-1-1 0 0,11-2-2191 0 0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4:10.5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68 1680 0 0,'0'-7'1062'0'0,"-1"1"0"0"0,0 0-1 0 0,0-1 1 0 0,0 1 0 0 0,-3-7 0 0 0,-2-6 876 0 0,6 19-1921 0 0,0 0 0 0 0,0 0 1 0 0,0 0-1 0 0,0-1 0 0 0,0 1 0 0 0,0 0 1 0 0,0 0-1 0 0,0 0 0 0 0,0 0 0 0 0,0-1 1 0 0,0 1-1 0 0,0 0 0 0 0,-1 0 0 0 0,1 0 0 0 0,0 0 1 0 0,0-1-1 0 0,0 1 0 0 0,0 0 0 0 0,0 0 1 0 0,0 0-1 0 0,-1 0 0 0 0,1 0 0 0 0,0 0 1 0 0,0 0-1 0 0,0 0 0 0 0,0-1 0 0 0,-1 1 1 0 0,1 0-1 0 0,0 0 0 0 0,0 0 0 0 0,0 0 1 0 0,0 0-1 0 0,-1 0 0 0 0,1 0 0 0 0,0 0 0 0 0,0 0 1 0 0,0 0-1 0 0,-1 0 0 0 0,1 0 0 0 0,0 0 1 0 0,0 0-1 0 0,0 0 0 0 0,0 0 0 0 0,-1 1 1 0 0,1-1-1 0 0,0 0 0 0 0,0 0 0 0 0,-1 0 1 0 0,-10 3 447 0 0,9-2-386 0 0,-3 5 160 0 0,-1 1 0 0 0,1 1 0 0 0,0-1 0 0 0,0 1 0 0 0,1 0-1 0 0,0 0 1 0 0,0 0 0 0 0,1 0 0 0 0,-3 12 0 0 0,5-16-158 0 0,-9 26 231 0 0,1-1 0 0 0,-5 36 0 0 0,12-54-284 0 0,1-1 1 0 0,0 1-1 0 0,0-1 1 0 0,1 1-1 0 0,1-1 1 0 0,0 1 0 0 0,0-1-1 0 0,1 0 1 0 0,0 1-1 0 0,5 10 1 0 0,-6-18-59 0 0,0 0 0 0 0,1 0 0 0 0,-1 0 0 0 0,1 0 0 0 0,0-1 0 0 0,0 1 0 0 0,0 0 0 0 0,0-1 1 0 0,0 0-1 0 0,1 1 0 0 0,-1-1 0 0 0,1 0 0 0 0,-1 0 0 0 0,1 0 0 0 0,0-1 0 0 0,0 1 0 0 0,5 2 0 0 0,-3-3-77 0 0,0 0-1 0 0,-1 0 1 0 0,1 0 0 0 0,0 0 0 0 0,0-1-1 0 0,0 0 1 0 0,0 0 0 0 0,0 0-1 0 0,0-1 1 0 0,9-2 0 0 0,-4 1-82 0 0,-1-2 1 0 0,1 1-1 0 0,-1-1 0 0 0,1 0 1 0 0,-1-1-1 0 0,-1 0 1 0 0,1 0-1 0 0,-1-1 1 0 0,0 0-1 0 0,14-14 0 0 0,-14 10 89 0 0,0-1 0 0 0,0 1 0 0 0,-1-2-1 0 0,0 1 1 0 0,-1-1 0 0 0,0 0-1 0 0,-1 0 1 0 0,4-17 0 0 0,-6 20 180 0 0,-1 0 0 0 0,0 0-1 0 0,-1 0 1 0 0,0 0 0 0 0,-1 0 0 0 0,0 0-1 0 0,0 0 1 0 0,-1 0 0 0 0,0 0 0 0 0,0 0-1 0 0,-1 0 1 0 0,-5-17 0 0 0,6 25-30 0 0,1 0 0 0 0,-1 0 0 0 0,1-1 0 0 0,-1 1 0 0 0,0 0 0 0 0,1 0 0 0 0,-1 0-1 0 0,0 0 1 0 0,0 0 0 0 0,1 0 0 0 0,-1 0 0 0 0,0 0 0 0 0,0 0 0 0 0,0 0 0 0 0,-1 0 0 0 0,1 0 0 0 0,0 1 0 0 0,0-1 0 0 0,0 0 0 0 0,-2 0 0 0 0,2 1-10 0 0,0 0 0 0 0,-1 0 0 0 0,1 0 0 0 0,0 1 0 0 0,0-1 1 0 0,0 0-1 0 0,0 0 0 0 0,0 1 0 0 0,0-1 0 0 0,1 1 1 0 0,-1-1-1 0 0,0 1 0 0 0,0-1 0 0 0,0 1 0 0 0,0-1 0 0 0,0 1 1 0 0,1 0-1 0 0,-1 0 0 0 0,0-1 0 0 0,1 1 0 0 0,-1 0 1 0 0,0 0-1 0 0,1 0 0 0 0,-1 0 0 0 0,1 0 0 0 0,-1 0 0 0 0,1 1 1 0 0,-6 10 118 0 0,1 0 1 0 0,0 1 0 0 0,1 0 0 0 0,1 0 0 0 0,0 1 0 0 0,0-1-1 0 0,2 0 1 0 0,-1 1 0 0 0,2 0 0 0 0,0-1 0 0 0,1 1 0 0 0,0-1-1 0 0,1 1 1 0 0,0-1 0 0 0,1 0 0 0 0,1 0 0 0 0,7 19 0 0 0,-10-28-148 0 0,1-1 0 0 0,1 1 0 0 0,-1 0 0 0 0,0-1 0 0 0,1 1 0 0 0,0-1 0 0 0,0 1 0 0 0,0-1 0 0 0,0 0 0 0 0,0-1 1 0 0,1 1-1 0 0,-1 0 0 0 0,1-1 0 0 0,0 0 0 0 0,0 0 0 0 0,0 0 0 0 0,5 2 0 0 0,-3-3 0 0 0,0 1 0 0 0,1-1 0 0 0,-1-1 1 0 0,0 1-1 0 0,0-1 0 0 0,1 0 0 0 0,-1 0 0 0 0,0-1 0 0 0,0 1 0 0 0,1-2 0 0 0,7-1 0 0 0,-6 1 0 0 0,0-1-1 0 0,-1 0 1 0 0,1 0-1 0 0,0-1 1 0 0,-1 0-1 0 0,0 0 1 0 0,0 0-1 0 0,0-1 1 0 0,-1 0-1 0 0,1-1 1 0 0,-1 0-1 0 0,0 0 1 0 0,-1 0-1 0 0,1 0 1 0 0,-1-1-1 0 0,-1 0 1 0 0,1 0-1 0 0,5-13 1 0 0,-7 11-12 0 0,0 0 1 0 0,-1-1-1 0 0,0 1 0 0 0,-1-1 0 0 0,0 1 1 0 0,-1-1-1 0 0,1 0 0 0 0,-2 1 1 0 0,0-1-1 0 0,0 1 0 0 0,0-1 1 0 0,-6-15-1 0 0,5 18-6 0 0,-1 0 0 0 0,1 1 0 0 0,-1-1 0 0 0,-1 1 0 0 0,1 0 1 0 0,-1 0-1 0 0,-1 0 0 0 0,1 0 0 0 0,-1 1 0 0 0,1 0 0 0 0,-2 0 0 0 0,1 0 0 0 0,0 1 0 0 0,-1-1 1 0 0,0 1-1 0 0,0 0 0 0 0,-12-5 0 0 0,13 8 1 0 0,0 0 0 0 0,0-1 1 0 0,0 2-1 0 0,0-1 0 0 0,0 0 0 0 0,0 1 1 0 0,0 0-1 0 0,0 0 0 0 0,-1 1 0 0 0,1 0 1 0 0,0 0-1 0 0,0 0 0 0 0,0 0 0 0 0,-8 4 1 0 0,9-3-57 0 0,1 0 0 0 0,-1 0 1 0 0,0 1-1 0 0,1-1 1 0 0,0 1-1 0 0,0 0 1 0 0,0 0-1 0 0,0 0 1 0 0,0 0-1 0 0,1 0 0 0 0,-1 1 1 0 0,1-1-1 0 0,0 1 1 0 0,0 0-1 0 0,0 0 1 0 0,-2 6-1 0 0,4-8-156 0 0,-1 0-1 0 0,1 0 1 0 0,-1 0 0 0 0,1 0-1 0 0,0 0 1 0 0,0 0 0 0 0,-1 0-1 0 0,1 0 1 0 0,1 0 0 0 0,-1 0-1 0 0,0 0 1 0 0,1 0 0 0 0,-1 0-1 0 0,1 0 1 0 0,-1 0 0 0 0,1 0-1 0 0,0 0 1 0 0,0 0 0 0 0,0 0-1 0 0,0 0 1 0 0,0-1 0 0 0,0 1-1 0 0,1 0 1 0 0,-1-1 0 0 0,0 1-1 0 0,1-1 1 0 0,-1 1 0 0 0,1-1-1 0 0,0 0 1 0 0,-1 0 0 0 0,1 0-1 0 0,0 0 1 0 0,0 0 0 0 0,0 0-1 0 0,0 0 1 0 0,3 1 0 0 0,8 2-2220 0 0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4:11.2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0 141 408 0 0,'15'-10'7360'0'0,"-9"8"-6440"0"0,-1 3-655 0 0,0 1 0 0 0,0 0 0 0 0,0 0-1 0 0,0 0 1 0 0,0 0 0 0 0,0 1 0 0 0,0 0 0 0 0,-1 0 0 0 0,0 0-1 0 0,1 1 1 0 0,-1-1 0 0 0,0 1 0 0 0,-1 0 0 0 0,1 0 0 0 0,-1 0-1 0 0,1 1 1 0 0,4 8 0 0 0,2 4 57 0 0,0 1 1 0 0,-1 0-1 0 0,11 33 1 0 0,-17-41-218 0 0,2 2 145 0 0,-1 0 0 0 0,-1 1 0 0 0,0-1 1 0 0,2 18-1 0 0,-13-58-101 0 0,8 27-145 0 0,-4-23 25 0 0,2 0-1 0 0,0-26 1 0 0,2 43-39 0 0,0 1 0 0 0,1-1-1 0 0,0 1 1 0 0,0-1 0 0 0,1 1 0 0 0,-1-1 0 0 0,1 1 0 0 0,1 0 0 0 0,-1 0 0 0 0,1 0 0 0 0,0 0 0 0 0,8-10 0 0 0,-9 13 6 0 0,1 1 0 0 0,0-1 0 0 0,0 1 0 0 0,0 0 0 0 0,0 0 0 0 0,0 1 0 0 0,0-1 0 0 0,1 1 1 0 0,-1-1-1 0 0,0 1 0 0 0,1 0 0 0 0,-1 0 0 0 0,1 1 0 0 0,0-1 0 0 0,-1 1 0 0 0,1-1 0 0 0,-1 1 0 0 0,1 0 0 0 0,0 1 0 0 0,-1-1 0 0 0,1 1 0 0 0,3 0 1 0 0,7 2 4 0 0,0 1 0 0 0,0 0 1 0 0,0 0-1 0 0,16 9 0 0 0,-24-9 8 0 0,0-1 0 0 0,1 1-1 0 0,-1 1 1 0 0,-1-1 0 0 0,1 1-1 0 0,-1 0 1 0 0,0 0 0 0 0,0 1-1 0 0,0-1 1 0 0,-1 1 0 0 0,1 0-1 0 0,-1 0 1 0 0,-1 1 0 0 0,0-1-1 0 0,5 13 1 0 0,-8-18-5 0 0,1 0-1 0 0,-1-1 0 0 0,0 1 1 0 0,0 0-1 0 0,0-1 1 0 0,0 1-1 0 0,1 0 0 0 0,-1 0 1 0 0,0-1-1 0 0,0 1 1 0 0,-1 0-1 0 0,1 0 0 0 0,0-1 1 0 0,0 1-1 0 0,0 0 1 0 0,0-1-1 0 0,-1 1 0 0 0,1 0 1 0 0,0 0-1 0 0,-1-1 1 0 0,1 1-1 0 0,0-1 0 0 0,-2 2 1 0 0,2-2-3 0 0,0 1 1 0 0,-1-1-1 0 0,1 0 0 0 0,0 0 1 0 0,-1 0-1 0 0,1 1 1 0 0,0-1-1 0 0,-1 0 0 0 0,1 0 1 0 0,0 0-1 0 0,-1 0 1 0 0,1 0-1 0 0,-1 0 0 0 0,1 0 1 0 0,0 0-1 0 0,-1 0 1 0 0,1 0-1 0 0,0 0 0 0 0,-1 0 1 0 0,1 0-1 0 0,-1 0 1 0 0,1 0-1 0 0,0 0 0 0 0,-1 0 1 0 0,1 0-1 0 0,-1 0 1 0 0,1-1-1 0 0,0 1 0 0 0,-1 0 1 0 0,1 0-1 0 0,0 0 1 0 0,-1-1-1 0 0,1 1 0 0 0,0 0 1 0 0,0 0-1 0 0,-1-1 1 0 0,1 1-1 0 0,0 0 0 0 0,0-1 1 0 0,-1 1-1 0 0,1 0 1 0 0,0-1-1 0 0,0 1 0 0 0,0 0 1 0 0,-1-1-1 0 0,-4-9-19 0 0,0 0 0 0 0,1 0 0 0 0,0 0 0 0 0,0 0 0 0 0,1-1 0 0 0,1 1 1 0 0,-1-1-1 0 0,2 0 0 0 0,-1 1 0 0 0,2-1 0 0 0,-1 0 0 0 0,2 0 0 0 0,2-21 0 0 0,-3 27 9 0 0,1-1 1 0 0,1 1 0 0 0,-1-1-1 0 0,1 1 1 0 0,0 0 0 0 0,0 0-1 0 0,0 0 1 0 0,1 0-1 0 0,-1 0 1 0 0,1 0 0 0 0,1 0-1 0 0,-1 1 1 0 0,0 0 0 0 0,1 0-1 0 0,0 0 1 0 0,0 0-1 0 0,0 0 1 0 0,1 1 0 0 0,-1 0-1 0 0,1-1 1 0 0,0 2-1 0 0,0-1 1 0 0,0 1 0 0 0,0 0-1 0 0,0 0 1 0 0,1 0 0 0 0,-1 0-1 0 0,1 1 1 0 0,5-1-1 0 0,-6 2 11 0 0,1-1 0 0 0,0 1 0 0 0,0 0-1 0 0,0 1 1 0 0,-1-1 0 0 0,1 1 0 0 0,0 1-1 0 0,-1-1 1 0 0,1 1 0 0 0,0-1 0 0 0,-1 2-1 0 0,0-1 1 0 0,1 0 0 0 0,-1 1-1 0 0,0 0 1 0 0,-1 1 0 0 0,1-1 0 0 0,5 6-1 0 0,-1-1 15 0 0,-1 1-1 0 0,0 0 0 0 0,-1 1 0 0 0,0 0 0 0 0,-1 0 1 0 0,0 0-1 0 0,9 21 0 0 0,-9-17-149 0 0,16 33-1482 0 0,-20-44 1218 0 0,0 0 0 0 0,0 1 0 0 0,1-1 0 0 0,-1-1 0 0 0,1 1 0 0 0,-1 0 1 0 0,1 0-1 0 0,0-1 0 0 0,0 0 0 0 0,7 4 0 0 0,5-2-2989 0 0,-11-4 2502 0 0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4:11.4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45 2636 0 0,'-1'-45'11555'0'0,"2"62"-10432"0"0,-1-16-1132 0 0,4 30 674 0 0,1 0 0 0 0,2-1-1 0 0,12 37 1 0 0,-10-39-535 0 0,24 65-368 0 0,-15-54-7819 0 0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4:11.6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89 2320 0 0,'-15'-24'3313'0'0,"9"13"-2019"0"0,0 1 0 0 0,-1 0-1 0 0,-11-11 1 0 0,10 9-639 0 0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4:12.0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 2344 0 0,'20'47'6899'0'0,"-4"3"-3609"0"0,-8-15-2632 0 0,-1 1-1 0 0,2 45 0 0 0,-5-14 1953 0 0,-14-88-2313 0 0,8 1-287 0 0,1 1-1 0 0,1-1 0 0 0,1 1 0 0 0,1-1 0 0 0,0 1 1 0 0,6-19-1 0 0,-5 24-27 0 0,1 1 1 0 0,1 0-1 0 0,0 0 0 0 0,0 0 1 0 0,1 1-1 0 0,1 0 0 0 0,0 0 1 0 0,1 0-1 0 0,10-12 0 0 0,-15 22 10 0 0,-1-1-1 0 0,1 1 1 0 0,0 0-1 0 0,0-1 1 0 0,0 1-1 0 0,0 1 1 0 0,0-1-1 0 0,0 0 1 0 0,0 1-1 0 0,1-1 1 0 0,-1 1-1 0 0,0 0 1 0 0,1 0-1 0 0,-1 1 1 0 0,1-1-1 0 0,-1 1 1 0 0,1-1-1 0 0,0 1 1 0 0,-1 0-1 0 0,1 1 1 0 0,6 0-1 0 0,-5 0 4 0 0,0 0 1 0 0,0 1-1 0 0,0 0 0 0 0,0 0 0 0 0,-1 0 1 0 0,1 0-1 0 0,-1 1 0 0 0,1-1 1 0 0,-1 1-1 0 0,0 1 0 0 0,0-1 0 0 0,0 0 1 0 0,0 1-1 0 0,5 6 0 0 0,-2 1-135 0 0,-1 0-1 0 0,1 0 1 0 0,-2 1-1 0 0,0 0 0 0 0,0 0 1 0 0,4 19-1 0 0,-4-14-1488 0 0,1 0 0 0 0,11 24 0 0 0,-14-38 1268 0 0,-1 1 1 0 0,0-1-1 0 0,1 0 1 0 0,0 1-1 0 0,-1-1 0 0 0,1-1 1 0 0,0 1-1 0 0,1 0 1 0 0,-1-1-1 0 0,0 1 0 0 0,1-1 1 0 0,0 0-1 0 0,-1 0 1 0 0,1-1-1 0 0,0 1 1 0 0,0-1-1 0 0,0 0 0 0 0,5 1 1 0 0,11 4-1556 0 0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4:12.6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570 54 1464 0 0,'0'-4'633'0'0,"1"1"-1"0"0,-1-1 1 0 0,0 1-1 0 0,0-1 1 0 0,0 1-1 0 0,0-1 1 0 0,-1 1-1 0 0,0-1 1 0 0,-1-4-1 0 0,2 7-536 0 0,-1 1 0 0 0,1-1 1 0 0,-1 0-1 0 0,0 0 0 0 0,0 0 0 0 0,1 0 0 0 0,-1 0 1 0 0,0 1-1 0 0,0-1 0 0 0,0 0 0 0 0,0 1 0 0 0,0-1 0 0 0,0 1 1 0 0,0-1-1 0 0,0 1 0 0 0,0-1 0 0 0,0 1 0 0 0,0 0 0 0 0,0-1 1 0 0,0 1-1 0 0,0 0 0 0 0,0 0 0 0 0,0 0 0 0 0,0 0 1 0 0,0 0-1 0 0,0 0 0 0 0,-1 0 0 0 0,1 0 0 0 0,0 0 0 0 0,0 1 1 0 0,0-1-1 0 0,-1 1 0 0 0,-5 1 103 0 0,1 0 1 0 0,1 0-1 0 0,-1 1 1 0 0,0 0-1 0 0,1 0 0 0 0,-1 0 1 0 0,1 1-1 0 0,0-1 1 0 0,-9 9-1 0 0,-37 44 738 0 0,47-52-872 0 0,-12 16 199 0 0,0 1 1 0 0,-25 45 0 0 0,35-55-221 0 0,1 2 1 0 0,-1-1 0 0 0,2 1-1 0 0,0 0 1 0 0,0 0-1 0 0,1 0 1 0 0,-2 21-1 0 0,5-32-34 0 0,0 1 0 0 0,0-1 0 0 0,-1 0 0 0 0,1 1 0 0 0,1-1 0 0 0,-1 0 0 0 0,0 1-1 0 0,0-1 1 0 0,1 0 0 0 0,0 1 0 0 0,-1-1 0 0 0,1 0 0 0 0,0 0 0 0 0,0 0 0 0 0,0 1-1 0 0,0-1 1 0 0,1 0 0 0 0,-1 0 0 0 0,0-1 0 0 0,1 1 0 0 0,0 0 0 0 0,-1 0 0 0 0,1-1-1 0 0,0 1 1 0 0,0-1 0 0 0,0 1 0 0 0,0-1 0 0 0,0 0 0 0 0,0 0 0 0 0,0 0 0 0 0,5 2-1 0 0,-5-3-2 0 0,0 0 0 0 0,0 0 0 0 0,0 0-1 0 0,0 0 1 0 0,0 0 0 0 0,0 0-1 0 0,0 0 1 0 0,0-1 0 0 0,-1 1 0 0 0,1-1-1 0 0,0 1 1 0 0,0-1 0 0 0,0 0-1 0 0,0 0 1 0 0,0 0 0 0 0,-1 0 0 0 0,1 0-1 0 0,2-2 1 0 0,1-1 9 0 0,-1 0-1 0 0,1 0 1 0 0,-1 0-1 0 0,6-7 1 0 0,-3 0 1 0 0,-1-1-1 0 0,0 1 1 0 0,-1-1 0 0 0,0-1 0 0 0,-1 1-1 0 0,0 0 1 0 0,-1-1 0 0 0,-1 0 0 0 0,2-15 0 0 0,6-26 255 0 0,-7 45-329 0 0,0 14 65 0 0,-1-1 21 0 0,2 8 174 0 0,0-1 0 0 0,-2 1 0 0 0,1 0 0 0 0,1 21-1 0 0,-1-4 143 0 0,57 432 2066 0 0,-41 5-1581 0 0,-22-393-670 0 0,-20 124 1 0 0,16-161 49 0 0,-1-1 0 0 0,-2 0 0 0 0,-2-1 0 0 0,-1 0 0 0 0,-25 46 0 0 0,32-69-27 0 0,-1 0-1 0 0,0 0 1 0 0,-1 0-1 0 0,0-1 1 0 0,-1-1-1 0 0,0 1 1 0 0,-1-1-1 0 0,1-1 1 0 0,-2 0 0 0 0,-14 9-1 0 0,18-13-82 0 0,0 0 1 0 0,-1-1-1 0 0,0 0 0 0 0,1 0 1 0 0,-1-1-1 0 0,0 0 0 0 0,0-1 1 0 0,0 1-1 0 0,-1-1 0 0 0,1-1 1 0 0,0 0-1 0 0,0 0 0 0 0,0 0 0 0 0,-1-1 1 0 0,1-1-1 0 0,0 1 0 0 0,-10-4 1 0 0,7 1-82 0 0,-1 0 1 0 0,1 0-1 0 0,1-2 1 0 0,-1 1-1 0 0,1-1 0 0 0,0 0 1 0 0,0-1-1 0 0,0-1 1 0 0,1 1-1 0 0,1-1 1 0 0,-1-1-1 0 0,1 0 1 0 0,0 0-1 0 0,1 0 0 0 0,0-1 1 0 0,1 0-1 0 0,0 0 1 0 0,1-1-1 0 0,0 0 1 0 0,0 0-1 0 0,1 0 1 0 0,0-1-1 0 0,1 1 0 0 0,1-1 1 0 0,0 1-1 0 0,0-1 1 0 0,1 0-1 0 0,1 0 1 0 0,1-16-1 0 0,1 6-343 0 0,1 0-1 0 0,1 0 0 0 0,1 0 1 0 0,1 0-1 0 0,1 1 1 0 0,1 0-1 0 0,1 0 0 0 0,0 1 1 0 0,2 0-1 0 0,0 1 1 0 0,21-27-1 0 0,-7 14-1924 0 0,51-51 0 0 0,38-15-6494 0 0,-74 67 1654 0 0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4:13.3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113 161 572 0 0,'-69'-58'13318'0'0,"32"28"-9457"0"0,35 28-3674 0 0,-2-1 196 0 0,3 5-288 0 0,6 5-37 0 0,63 73 139 0 0,88 94 8 0 0,-156-173-198 0 0,1 0-1 0 0,0-1 0 0 0,0 1 0 0 0,1 0 0 0 0,-1-1 0 0 0,0 1 1 0 0,0 0-1 0 0,0-1 0 0 0,0 1 0 0 0,0-1 0 0 0,1 0 1 0 0,-1 1-1 0 0,0-1 0 0 0,0 0 0 0 0,1 0 0 0 0,-1 0 1 0 0,0 0-1 0 0,0 0 0 0 0,1 0 0 0 0,-1 0 0 0 0,0 0 0 0 0,1 0 1 0 0,-1-1-1 0 0,0 1 0 0 0,0-1 0 0 0,0 1 0 0 0,1 0 1 0 0,-1-1-1 0 0,0 0 0 0 0,0 1 0 0 0,0-1 0 0 0,0 0 0 0 0,0 0 1 0 0,0 1-1 0 0,0-1 0 0 0,0 0 0 0 0,-1 0 0 0 0,2-2 1 0 0,5-4 10 0 0,-2 0 1 0 0,1 0-1 0 0,8-16 1 0 0,-13 21-14 0 0,62-126 0 0 0,-49 95-54 0 0,-13 30 39 0 0,0 1 0 0 0,0 0 0 0 0,0-1 0 0 0,0 1 0 0 0,1 0 0 0 0,-1 0 0 0 0,0 0 0 0 0,1 0 0 0 0,0 0 0 0 0,-1 0 0 0 0,1 1 0 0 0,0-1 0 0 0,0 0 0 0 0,0 1 1 0 0,0-1-1 0 0,0 1 0 0 0,0 0 0 0 0,3-1 0 0 0,-1 1 4 0 0,1 1 1 0 0,-1 0 0 0 0,1 0-1 0 0,-1 0 1 0 0,1 0 0 0 0,-1 1-1 0 0,1 0 1 0 0,-1 0 0 0 0,0 0-1 0 0,1 0 1 0 0,4 3 0 0 0,-5-3 8 0 0,21 8-6 0 0,10 3 59 0 0,62 13 1 0 0,-87-23-51 0 0,0-1 1 0 0,1 0 0 0 0,-1 0-1 0 0,0-1 1 0 0,0 0 0 0 0,1-1-1 0 0,-1 0 1 0 0,0-1-1 0 0,0 0 1 0 0,0-1 0 0 0,11-3-1 0 0,-18 4-31 0 0,0 1 0 0 0,0-1-1 0 0,0 1 1 0 0,0-1 0 0 0,-1 0 0 0 0,1 0-1 0 0,-1 0 1 0 0,1-1 0 0 0,-1 1-1 0 0,0-1 1 0 0,0 1 0 0 0,0-1-1 0 0,0 0 1 0 0,0 1 0 0 0,-1-1-1 0 0,1 0 1 0 0,-1 0 0 0 0,1 0-1 0 0,-1 0 1 0 0,0-1 0 0 0,-1 1 0 0 0,1 0-1 0 0,0 0 1 0 0,-1-1 0 0 0,0 1-1 0 0,0 0 1 0 0,0 0 0 0 0,0-1-1 0 0,0 1 1 0 0,-1 0 0 0 0,1-1-1 0 0,-1 1 1 0 0,0 0 0 0 0,0 0 0 0 0,0 0-1 0 0,-1 0 1 0 0,1 0 0 0 0,-1 0-1 0 0,1 0 1 0 0,-1 0 0 0 0,0 1-1 0 0,-4-6 1 0 0,5 8 22 0 0,0-1 0 0 0,0 1 0 0 0,0-1 0 0 0,1 1 0 0 0,-1 0 1 0 0,0-1-1 0 0,0 1 0 0 0,0 0 0 0 0,0 0 0 0 0,1 0 0 0 0,-1 0 0 0 0,0 0 0 0 0,0 0 0 0 0,0 0 0 0 0,0 0 1 0 0,0 0-1 0 0,0 0 0 0 0,1 0 0 0 0,-1 0 0 0 0,0 1 0 0 0,0-1 0 0 0,-1 1 0 0 0,-17 8-7 0 0,10-1 41 0 0,0 1-1 0 0,0 0 0 0 0,1 0 1 0 0,0 1-1 0 0,1 0 0 0 0,0 0 1 0 0,1 0-1 0 0,0 1 0 0 0,0 0 1 0 0,-4 12-1 0 0,2-2-4 0 0,1 0 0 0 0,1 0 0 0 0,1 1 0 0 0,-4 38 0 0 0,8-54-26 0 0,1 1 0 0 0,0-1 0 0 0,0 0 0 0 0,0 0 0 0 0,1 0 0 0 0,0 0-1 0 0,0 0 1 0 0,0 0 0 0 0,1 0 0 0 0,0 0 0 0 0,0-1 0 0 0,1 1 0 0 0,0 0-1 0 0,-1-1 1 0 0,2 0 0 0 0,-1 0 0 0 0,7 9 0 0 0,-5-11-202 0 0,-1 1 1 0 0,0-1-1 0 0,1 1 1 0 0,-1-1 0 0 0,1 0-1 0 0,0-1 1 0 0,0 1-1 0 0,0-1 1 0 0,1 0-1 0 0,-1 0 1 0 0,0-1-1 0 0,1 0 1 0 0,-1 0-1 0 0,1 0 1 0 0,-1 0-1 0 0,1-1 1 0 0,0 0 0 0 0,-1 0-1 0 0,9-1 1 0 0,1-2-856 0 0,-1 0 1 0 0,1 0 0 0 0,0-2-1 0 0,-1 0 1 0 0,0 0 0 0 0,0-1-1 0 0,14-9 1 0 0,-3-1-2265 0 0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4:13.6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 62 1964 0 0,'0'-4'811'0'0,"0"1"-272"0"0,0 0-1 0 0,1 0 1 0 0,-1 0 0 0 0,0 1-1 0 0,-1-1 1 0 0,1 0-1 0 0,0 0 1 0 0,-1 1 0 0 0,1-1-1 0 0,-1 0 1 0 0,0 0-1 0 0,0 1 1 0 0,0-1 0 0 0,-1 1-1 0 0,1-1 1 0 0,0 1-1 0 0,-1 0 1 0 0,0-1 0 0 0,-4-4 558 0 0,3 7-598 0 0,0 0-382 0 0,1 1 1 0 0,-1-1 0 0 0,1 0 0 0 0,-1 1 0 0 0,1 0 0 0 0,-1-1-1 0 0,1 1 1 0 0,0 0 0 0 0,-1 0 0 0 0,1 0 0 0 0,0 1-1 0 0,0-1 1 0 0,0 0 0 0 0,0 1 0 0 0,-3 2 0 0 0,1 1 62 0 0,0-1 0 0 0,0 1 0 0 0,0 0 0 0 0,0 1 0 0 0,-5 10 0 0 0,0 4 82 0 0,1 1-1 0 0,-9 35 1 0 0,15-48-231 0 0,0 1-1 0 0,1-1 1 0 0,0 0 0 0 0,1 1-1 0 0,-1-1 1 0 0,2 0-1 0 0,-1 1 1 0 0,1-1 0 0 0,0 0-1 0 0,4 12 1 0 0,-4-17-29 0 0,0 1 0 0 0,0-1 0 0 0,0 0 0 0 0,1 0 0 0 0,0 1 0 0 0,-1-1-1 0 0,1 0 1 0 0,0 0 0 0 0,0 0 0 0 0,1-1 0 0 0,-1 1 0 0 0,1-1 0 0 0,-1 1 0 0 0,1-1 0 0 0,0 0 0 0 0,0 0 0 0 0,0 0 0 0 0,0 0 0 0 0,0 0 0 0 0,1-1 0 0 0,-1 1 0 0 0,0-1 0 0 0,1 0 0 0 0,-1 0-1 0 0,1 0 1 0 0,3 0 0 0 0,2-1-302 0 0,-1 0-1 0 0,1 0 1 0 0,0-1-1 0 0,-1 0 1 0 0,1-1-1 0 0,-1 0 1 0 0,0 0-1 0 0,1-1 1 0 0,-1 0-1 0 0,0 0 1 0 0,0-1-1 0 0,10-6 1 0 0,-3 0-1242 0 0,0 0 0 0 0,0-1 1 0 0,-1-1-1 0 0,23-24 0 0 0,-12 7-3183 0 0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4:13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67 234 2072 0 0,'-60'-223'13869'0'0,"55"212"-12048"0"0,3 23-1050 0 0,4 24 124 0 0,89 545 2769 0 0,-63-420-3201 0 0,-25-141-594 0 0,3 17-2328 0 0,19 65 1 0 0,-22-93 2103 0 0,0-1 1 0 0,1 1-1 0 0,-1-1 1 0 0,2 0 0 0 0,-1 0-1 0 0,1 0 1 0 0,0-1-1 0 0,1 1 1 0 0,-1-1-1 0 0,1-1 1 0 0,1 1-1 0 0,0-1 1 0 0,7 6 0 0 0,-11-10-387 0 0,0 0 1 0 0,0 0-1 0 0,1-1 1 0 0,-1 1-1 0 0,0-1 1 0 0,1 0-1 0 0,6 2 1 0 0,5-1-4477 0 0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4:14.2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141 261 2824 0 0,'-17'-55'12627'0'0,"13"47"-11207"0"0,-1 10-52 0 0,-2 11-417 0 0,6-7-819 0 0,0 1-1 0 0,0-1 1 0 0,1 1-1 0 0,0 0 0 0 0,0-1 1 0 0,1 1-1 0 0,0-1 1 0 0,0 1-1 0 0,1-1 0 0 0,-1 1 1 0 0,1-1-1 0 0,5 10 1 0 0,-1-4 11 0 0,0-1 0 0 0,0 1 1 0 0,2-1-1 0 0,-1-1 1 0 0,14 14-1 0 0,-18-20-125 0 0,0-1-1 0 0,0 0 0 0 0,1-1 1 0 0,-1 1-1 0 0,1-1 0 0 0,0 1 0 0 0,0-1 1 0 0,0 0-1 0 0,0-1 0 0 0,0 1 1 0 0,0-1-1 0 0,1 1 0 0 0,-1-1 1 0 0,0-1-1 0 0,1 1 0 0 0,-1-1 0 0 0,1 1 1 0 0,-1-1-1 0 0,0 0 0 0 0,1-1 1 0 0,-1 1-1 0 0,1-1 0 0 0,-1 0 1 0 0,0 0-1 0 0,1 0 0 0 0,-1-1 1 0 0,6-2-1 0 0,-3 1-8 0 0,-1 0 0 0 0,1-1 1 0 0,-1 0-1 0 0,0 0 0 0 0,0 0 0 0 0,0-1 1 0 0,-1 0-1 0 0,1 0 0 0 0,-1 0 0 0 0,0-1 1 0 0,-1 0-1 0 0,0 0 0 0 0,1 0 1 0 0,-2 0-1 0 0,6-12 0 0 0,-5 6-11 0 0,0 0 0 0 0,-1 0 0 0 0,0 0 1 0 0,-1-1-1 0 0,-1 1 0 0 0,0-1 0 0 0,-1 1 0 0 0,0-1 0 0 0,-1 0 0 0 0,0 1 0 0 0,-1-1 1 0 0,-4-17-1 0 0,3 22 0 0 0,1 1 1 0 0,-1 0 0 0 0,0-1-1 0 0,0 1 1 0 0,-1 1 0 0 0,0-1-1 0 0,0 0 1 0 0,-1 1 0 0 0,0 0-1 0 0,0 0 1 0 0,0 0 0 0 0,-1 1-1 0 0,1 0 1 0 0,-1 0-1 0 0,-1 0 1 0 0,1 1 0 0 0,-1 0-1 0 0,0 0 1 0 0,0 0 0 0 0,0 1-1 0 0,-9-3 1 0 0,3 2-2 0 0,-1 1 1 0 0,0 1-1 0 0,0 0 0 0 0,0 1 0 0 0,0 0 1 0 0,0 1-1 0 0,-20 2 0 0 0,25-1-210 0 0,1 0-1 0 0,-1 1 1 0 0,0 0-1 0 0,1 1 1 0 0,0 0-1 0 0,-1 0 1 0 0,1 0-1 0 0,1 1 1 0 0,-1 0-1 0 0,0 1 1 0 0,1 0-1 0 0,-13 11 0 0 0,17-13-30 0 0,1 0-1 0 0,0-1 0 0 0,0 1 0 0 0,0 0 1 0 0,0 0-1 0 0,1 0 0 0 0,-1 1 0 0 0,1-1 0 0 0,0 0 1 0 0,-1 0-1 0 0,2 1 0 0 0,-1-1 0 0 0,0 6 1 0 0,0-7-160 0 0,1 1 1 0 0,0-1 0 0 0,0 0 0 0 0,0 0-1 0 0,1 1 1 0 0,-1-1 0 0 0,0 0 0 0 0,1 0-1 0 0,0 1 1 0 0,-1-1 0 0 0,1 0-1 0 0,0 0 1 0 0,0 0 0 0 0,0 0 0 0 0,0 0-1 0 0,1 0 1 0 0,-1-1 0 0 0,0 1 0 0 0,1 0-1 0 0,-1 0 1 0 0,1-1 0 0 0,2 2 0 0 0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4:14.6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1 221 2276 0 0,'6'-7'1857'0'0,"-1"0"-1"0"0,2 0 0 0 0,-1 1 1 0 0,1 0-1 0 0,10-7 711 0 0,-12 14-2253 0 0,-1 1 1 0 0,1-1-1 0 0,-1 1 0 0 0,0 0 1 0 0,1 1-1 0 0,-1-1 1 0 0,0 1-1 0 0,0 0 1 0 0,-1 0-1 0 0,1 0 0 0 0,0 0 1 0 0,3 5-1 0 0,3 5-95 0 0,0 0 0 0 0,-1 1-1 0 0,0 1 1 0 0,-1 0 0 0 0,-1 0-1 0 0,0 0 1 0 0,-1 1 0 0 0,-1 0 0 0 0,0 0-1 0 0,-1 0 1 0 0,1 19 0 0 0,-2-20-18 0 0,-2 0 0 0 0,0 1 0 0 0,-1-1 0 0 0,-1 1 0 0 0,0-1 0 0 0,-1 0 0 0 0,-1 1 1 0 0,-4 14-1 0 0,7-29-166 0 0,-1 1 1 0 0,1-1-1 0 0,0 0 1 0 0,-1 0-1 0 0,1 0 1 0 0,-1 0-1 0 0,1 0 0 0 0,-1 0 1 0 0,0 0-1 0 0,1 0 1 0 0,-1 0-1 0 0,0 0 1 0 0,0 0-1 0 0,0 0 1 0 0,0 0-1 0 0,1-1 1 0 0,-1 1-1 0 0,0 0 1 0 0,0-1-1 0 0,-1 1 1 0 0,-1 0-1 0 0,3-1-24 0 0,-1 0-1 0 0,0 0 1 0 0,0 0-1 0 0,0-1 1 0 0,0 1 0 0 0,0 0-1 0 0,1-1 1 0 0,-1 1-1 0 0,0-1 1 0 0,0 1-1 0 0,1 0 1 0 0,-1-1 0 0 0,0 0-1 0 0,0 1 1 0 0,1-1-1 0 0,-1 1 1 0 0,1-1-1 0 0,-1 0 1 0 0,0 0 0 0 0,1 1-1 0 0,-1-2 1 0 0,-2-4 0 0 0,-1 0 1 0 0,2 1-1 0 0,-1-1 1 0 0,1-1-1 0 0,-4-11 1 0 0,5 7-5 0 0,0 0 0 0 0,1-1 0 0 0,0 1 0 0 0,1 0 1 0 0,0-1-1 0 0,1 1 0 0 0,0 0 0 0 0,1 0 0 0 0,0 0 0 0 0,0 0 0 0 0,1 1 1 0 0,10-19-1 0 0,3 0-47 0 0,0 0 0 0 0,2 1 0 0 0,23-26 0 0 0,80-72-2298 0 0,-39 44-4834 0 0,-71 68 2516 0 0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4:14.9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235 0 2312 0 0,'-13'3'1386'0'0,"-196"43"15325"0"0,206-45-16313 0 0,1-1-67 0 0,-5-2 30 0 0,6 0-245 0 0,16-4-426 0 0,27-5-1137 0 0,-42 11 1443 0 0,54-9-4488 0 0,68-3-1 0 0,-104 11 2639 0 0,28-2-4757 0 0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4:15.1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2944 0 0,'3'0'3375'0'0,"54"8"11483"0"0,-25-5-21036 0 0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4:15.3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1 114 4860 0 0,'0'0'11434'0'0,"1"-2"-10831"0"0,4-4-428 0 0,1 1 0 0 0,0 0 1 0 0,0 0-1 0 0,1 0 0 0 0,-1 1 0 0 0,1 0 1 0 0,0 0-1 0 0,8-2 0 0 0,66-24-1925 0 0,-47 19-294 0 0,15-7-4416 0 0,-27 9 644 0 0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4:40.7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21 20 0 0,'0'0'247'0'0,"-4"-10"1105"0"0,4 10-1354 0 0,0 0 1 0 0,0-1 0 0 0,0 1-1 0 0,-1 0 1 0 0,1-1 0 0 0,0 1-1 0 0,0 0 1 0 0,0 0 0 0 0,0-1-1 0 0,0 1 1 0 0,0 0-1 0 0,0-1 1 0 0,0 1 0 0 0,0 0-1 0 0,0-1 1 0 0,0 1 0 0 0,0 0-1 0 0,0 0 1 0 0,0-1 0 0 0,0 1-1 0 0,0 0 1 0 0,1-1-1 0 0,-1 1 1 0 0,0 0 0 0 0,0 0-1 0 0,0-1 1 0 0,0 1 0 0 0,1 0-1 0 0,-1 0 1 0 0,0-1 0 0 0,0 1-1 0 0,0 0 1 0 0,1 0-1 0 0,-1 0 1 0 0,0 0 0 0 0,0-1-1 0 0,1 1 1 0 0,-1 0 0 0 0,0 0-1 0 0,0 0 1 0 0,1 0 0 0 0,-1 0-1 0 0,0 0 1 0 0,1-1 0 0 0,-1 1-1 0 0,0 0 1 0 0,0 0-1 0 0,1 0 1 0 0,-1 0 0 0 0,0 0-1 0 0,1 0 1 0 0,-1 0 0 0 0,0 1-1 0 0,1-1 1 0 0,-1 0 0 0 0,0 0-1 0 0,0 0 1 0 0,1 0-1 0 0,-1 0 1 0 0,0 0 0 0 0,0 0-1 0 0,1 1 1 0 0,-1-1 0 0 0,0 0-1 0 0,0 0 1 0 0,1 0 0 0 0,-1 1-1 0 0,0-1 1 0 0,2 1 95 0 0,-2-1-95 0 0,0 0 0 0 0,0-1 0 0 0,1 1 0 0 0,-1 0 0 0 0,0 0 1 0 0,0 0-1 0 0,0 0 0 0 0,1 0 0 0 0,-1 0 0 0 0,0 0 0 0 0,0 0 0 0 0,1 0 0 0 0,-1 0 1 0 0,0 0-1 0 0,0 0 0 0 0,1 0 0 0 0,-1 0 0 0 0,0 0 0 0 0,0 0 0 0 0,1 0 0 0 0,-1 0 0 0 0,0 0 1 0 0,0 0-1 0 0,1 1 0 0 0,-1-1 0 0 0,0 0 0 0 0,0 0 0 0 0,0 0 0 0 0,1 0 0 0 0,-1 0 1 0 0,0 1-1 0 0,0-1 0 0 0,0 0 0 0 0,0 0 0 0 0,1 0 0 0 0,-1 1 0 0 0,0-1 0 0 0,0 0 1 0 0,0 0-1 0 0,0 1 0 0 0,0-1 0 0 0,0 0 0 0 0,0 0 0 0 0,0 0 0 0 0,0 1 0 0 0,1-1 1 0 0,7 15-157 0 0,-7-14 43 0 0,0 3-287 0 0,4 5 75 0 0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4:43.9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30 372 0 0,'0'0'316'0'0,"4"-12"424"0"0,-2 2-540 0 0,4 3-292 0 0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4:47.2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18 304 0 0,'0'0'1964'0'0,"-3"-9"44"0"0,3 1-2760 0 0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4:47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1 244 0 0,'0'0'4828'0'0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4:47.7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1236 0 0,'0'0'3172'0'0,"6"5"-5292"0"0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4:48.6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22 1080 0 0,'0'0'854'0'0,"8"-8"2051"0"0,-3-3-1371 0 0,-5 9-578 0 0,-3 6-1052 0 0,-15 29 59 0 0,17-29 712 0 0,0 4-3007 0 0,1-8 2281 0 0,1 0 0 0 0,-1 0-308 0 0,0 1 307 0 0,1-1 1 0 0,-1 0 0 0 0,0 0 0 0 0,0 0-1 0 0,0 0 1 0 0,0 0 0 0 0,1 0 0 0 0,-1 0-1 0 0,0 0 1 0 0,0 0 0 0 0,0 0 0 0 0,0 0-1 0 0,0 0 1 0 0,1 0 0 0 0,-1 0 0 0 0,0 0-1 0 0,0 0 1 0 0,0 0 0 0 0,0 0-1 0 0,0 0 1 0 0,1 0 0 0 0,-1 0 0 0 0,0 0-1 0 0,0-1 1 0 0,0 1 0 0 0,0 0 0 0 0,0 0-1 0 0,1 0 1 0 0,-1-1-308 0 0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5:02.0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30 36 0 0,'-4'-3'1137'0'0,"0"-1"69"0"0,-1 0 0 0 0,-1 1-1 0 0,1 0 1 0 0,0 0 0 0 0,-1 0-1 0 0,-12-4 914 0 0,31 13-1939 0 0,81 2 84 0 0,180-8 1 0 0,-165-4-204 0 0,183-4 219 0 0,-292 8-277 0 0,1 0-1 0 0,-1 0 0 0 0,0-1 0 0 0,1 1 1 0 0,-1 0-1 0 0,0 0 0 0 0,1 0 0 0 0,-1 0 1 0 0,0 0-1 0 0,1 0 0 0 0,-1 0 0 0 0,1 0 1 0 0,-1 0-1 0 0,0 0 0 0 0,1 0 0 0 0,-1 0 0 0 0,0 0 1 0 0,1 0-1 0 0,-1 0 0 0 0,1 0 0 0 0,-1 0 1 0 0,0 0-1 0 0,1 1 0 0 0,-1-1 0 0 0,0 0 1 0 0,1 0-1 0 0,-1 0 0 0 0,0 1 0 0 0,0-1 1 0 0,1 0-1 0 0,-1 0 0 0 0,0 1 0 0 0,0-1 1 0 0,1 0-1 0 0,-1 1 0 0 0,-10 8-594 0 0,0-1-1375 0 0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5:02.3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297 53 1516 0 0,'4'-6'1886'0'0,"-1"-1"-1"0"0,0 1 1 0 0,0-1-1 0 0,3-13 1366 0 0,-3 14-859 0 0,-7 12-1522 0 0,-57 163 1869 0 0,19-46-2339 0 0,-23 47-196 0 0,-13 36-674 0 0,21-71-6312 0 0,45-112 1594 0 0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5:02.9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0 178 1548 0 0,'5'-36'4155'0'0,"-4"27"-3007"0"0,0 0 1 0 0,0 1-1 0 0,0-1 0 0 0,1 1 1 0 0,6-16 809 0 0,-6 24-1852 0 0,0 1 0 0 0,0-1 0 0 0,0 1 1 0 0,0 0-1 0 0,0-1 0 0 0,-1 1 0 0 0,1 0 1 0 0,0 0-1 0 0,-1 0 0 0 0,1 0 0 0 0,-1 1 0 0 0,1-1 1 0 0,-1 0-1 0 0,1 1 0 0 0,-1-1 0 0 0,0 1 1 0 0,0-1-1 0 0,2 3 0 0 0,20 35 549 0 0,-18-30-442 0 0,68 132 508 0 0,22 39-527 0 0,-94-176-188 0 0,1-1 1 0 0,0 0 0 0 0,0 0 0 0 0,1-1-1 0 0,-1 1 1 0 0,0 0 0 0 0,1-1 0 0 0,0 1 0 0 0,0-1-1 0 0,0 0 1 0 0,0 0 0 0 0,0 0 0 0 0,0 0 0 0 0,0-1-1 0 0,0 1 1 0 0,5 1 0 0 0,-5-3-3 0 0,1 0 0 0 0,0 1 1 0 0,-1-1-1 0 0,1 0 0 0 0,-1-1 1 0 0,1 1-1 0 0,-1-1 0 0 0,1 1 1 0 0,-1-1-1 0 0,1 0 0 0 0,-1-1 1 0 0,0 1-1 0 0,1 0 0 0 0,-1-1 1 0 0,0 0-1 0 0,6-3 0 0 0,8-9 6 0 0,0-1 1 0 0,-1-1-1 0 0,-1 0 0 0 0,0-1 0 0 0,-1 0 0 0 0,14-23 1 0 0,-3 5 1 0 0,75-113 62 0 0,10-14-162 0 0,-109 161 83 0 0,-1 0 1 0 0,1 0 0 0 0,-1 0-1 0 0,1 1 1 0 0,0-1 0 0 0,-1 0 0 0 0,1 1-1 0 0,0-1 1 0 0,0 1 0 0 0,-1-1-1 0 0,1 0 1 0 0,0 1 0 0 0,0 0 0 0 0,0-1-1 0 0,0 1 1 0 0,1-1 0 0 0,-1 1 4 0 0,-1 0 1 0 0,0 0 0 0 0,1 0-1 0 0,-1 0 1 0 0,1 1-1 0 0,-1-1 1 0 0,0 0-1 0 0,1 0 1 0 0,-1 0 0 0 0,0 0-1 0 0,1 1 1 0 0,-1-1-1 0 0,0 0 1 0 0,1 0-1 0 0,-1 1 1 0 0,0-1 0 0 0,0 0-1 0 0,1 1 1 0 0,-1-1-1 0 0,0 0 1 0 0,0 1-1 0 0,0-1 1 0 0,1 0 0 0 0,-1 1-1 0 0,0-1 1 0 0,0 1-1 0 0,1 2 21 0 0,0 0 0 0 0,-1 0 0 0 0,1 0 0 0 0,-1 0 0 0 0,0 0 0 0 0,0 0 0 0 0,0 0 0 0 0,-1 6 0 0 0,-68 255 1404 0 0,-21-5-419 0 0,32-96-579 0 0,-2 14-250 0 0,55-163-1035 0 0,-8 20 2645 0 0,11-25-5144 0 0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5:03.6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114 258 1072 0 0,'-94'-4'8738'0'0,"90"4"-8263"0"0,2 1-287 0 0,-8 0 15 0 0,7-1 325 0 0,6 1-407 0 0,13 1 5 0 0,0-1 1 0 0,0-1-1 0 0,0 0 0 0 0,18-3 1 0 0,70-14 10 0 0,-22 4-162 0 0,266-49-157 0 0,-330 58 143 0 0,1 0 0 0 0,-1-1 0 0 0,27-12 0 0 0,-44 17 36 0 0,0-1-1 0 0,0 1 1 0 0,0-1-1 0 0,0 1 1 0 0,0-1-1 0 0,0 1 1 0 0,-1-1 0 0 0,1 0-1 0 0,0 0 1 0 0,0 1-1 0 0,-1-1 1 0 0,1 0-1 0 0,0 0 1 0 0,-1 0-1 0 0,1 1 1 0 0,-1-1 0 0 0,1 0-1 0 0,0-2 1 0 0,5-12-39 0 0,-7 9 28 0 0,-1 3-4 0 0,-3-8 5 0 0,3 6 16 0 0,-1-1 0 0 0,0 1 0 0 0,0-1 0 0 0,-1 1 0 0 0,1 0-1 0 0,-1 0 1 0 0,-6-5 0 0 0,-4-9 6 0 0,13 17 4 0 0,-4-6-4 0 0,5 8-9 0 0,-1 0-1 0 0,1 0 0 0 0,0 0 1 0 0,0-1-1 0 0,0 1 0 0 0,0 0 1 0 0,0 0-1 0 0,-1 0 1 0 0,1 0-1 0 0,0-1 0 0 0,0 1 1 0 0,0 0-1 0 0,0 0 1 0 0,0 0-1 0 0,0-1 0 0 0,0 1 1 0 0,0 0-1 0 0,0 0 1 0 0,0-1-1 0 0,0 1 0 0 0,0 0 1 0 0,0 0-1 0 0,0 0 1 0 0,0-1-1 0 0,0 1 0 0 0,0 0 1 0 0,0 0-1 0 0,0 0 0 0 0,0-1 1 0 0,0 1-1 0 0,0 0 1 0 0,1 0-1 0 0,-1 0 0 0 0,0-1 1 0 0,0 1-1 0 0,0 0 1 0 0,0 0-1 0 0,0 0 0 0 0,0 0 1 0 0,1 0-1 0 0,-1-1 1 0 0,0 1-1 0 0,0 0 0 0 0,0 0 1 0 0,1 0-1 0 0,-1 0 1 0 0,0 0-1 0 0,0 0 0 0 0,0 0 1 0 0,1 0-1 0 0,-1 0 1 0 0,0-1-1 0 0,0 1 0 0 0,0 0 1 0 0,1 0-1 0 0,3 1 21 0 0,1 0 0 0 0,-1 0 0 0 0,1 0-1 0 0,-1 0 1 0 0,1 1 0 0 0,-1 0 0 0 0,0 0 0 0 0,0 0-1 0 0,0 0 1 0 0,0 1 0 0 0,0-1 0 0 0,-1 1 0 0 0,1 0-1 0 0,-1 0 1 0 0,0 0 0 0 0,1 1 0 0 0,-1-1 0 0 0,-1 1 0 0 0,1 0-1 0 0,-1 0 1 0 0,1 0 0 0 0,-1 0 0 0 0,0 0 0 0 0,2 8-1 0 0,-1-4 7 0 0,-1 0-1 0 0,0 0 1 0 0,0 1-1 0 0,-1-1 1 0 0,0 1-1 0 0,0 0 1 0 0,-1-1-1 0 0,0 1 0 0 0,-1-1 1 0 0,0 1-1 0 0,0-1 1 0 0,-5 15-1 0 0,-1-4-44 0 0,-1 0 0 0 0,0 0-1 0 0,-2-1 1 0 0,0 0 0 0 0,-18 23 0 0 0,10-18-3015 0 0,-30 30 1 0 0,33-39-806 0 0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5:04.0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220 66 1556 0 0,'-17'-18'4513'0'0,"-30"-26"0"0"0,45 43-4119 0 0,-11-1 898 0 0,10 10-968 0 0,0 0 0 0 0,0 1 0 0 0,0 0-1 0 0,1-1 1 0 0,0 1 0 0 0,1 0 0 0 0,-1 15 0 0 0,-2 10-24 0 0,-80 588 1195 0 0,70-486-1656 0 0,0-9-3935 0 0,8-95-1064 0 0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5:04.3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0 255 1744 0 0,'9'-26'869'0'0,"0"1"-1"0"0,2 0 1 0 0,0 1 0 0 0,2 0-1 0 0,1 1 1 0 0,0 0 0 0 0,19-20-1 0 0,-29 39-746 0 0,0 0-1 0 0,1 0 0 0 0,0 0 0 0 0,-1 1 0 0 0,1 0 0 0 0,1 0 0 0 0,-1 0 0 0 0,0 1 0 0 0,1-1 0 0 0,-1 1 0 0 0,1 1 0 0 0,-1-1 0 0 0,1 1 1 0 0,0 0-1 0 0,0 0 0 0 0,0 1 0 0 0,10 0 0 0 0,0 0 19 0 0,1 2 0 0 0,-1 0 0 0 0,1 1 0 0 0,-1 0-1 0 0,16 7 1 0 0,-24-7-96 0 0,1 0-1 0 0,-2 0 1 0 0,1 1-1 0 0,0 0 1 0 0,-1 0-1 0 0,0 1 1 0 0,0 0-1 0 0,0 0 1 0 0,0 1-1 0 0,-1 0 0 0 0,0 0 1 0 0,0 1-1 0 0,-1-1 1 0 0,7 11-1 0 0,-9-13-19 0 0,-1 1 0 0 0,0 0 0 0 0,0 0 0 0 0,0 0 0 0 0,0 0 0 0 0,-1 1 1 0 0,1-1-1 0 0,-1 0 0 0 0,-1 1 0 0 0,1-1 0 0 0,-1 0 0 0 0,0 1 0 0 0,0-1 0 0 0,0 1 0 0 0,-1-1 0 0 0,0 1 0 0 0,0-1 0 0 0,-1 0 0 0 0,1 0 0 0 0,-1 0 0 0 0,0 0 0 0 0,0 0 0 0 0,-6 8 0 0 0,1-1-86 0 0,-1 0 1 0 0,0-1-1 0 0,-1 0 0 0 0,0-1 0 0 0,-1 0 0 0 0,0 0 1 0 0,-1-1-1 0 0,0 0 0 0 0,0-1 0 0 0,-1 0 0 0 0,0-1 0 0 0,0-1 1 0 0,-1 1-1 0 0,0-2 0 0 0,0 0 0 0 0,-25 6 0 0 0,23-13-1746 0 0,15 1 1685 0 0,-1 1-1 0 0,1 0 1 0 0,0 0 0 0 0,-1 0-1 0 0,1 0 1 0 0,-3-6-2344 0 0,3 6 2343 0 0,0-1 1 0 0,0 1 0 0 0,0 0-1 0 0,0-1 1 0 0,0 1 0 0 0,0 0-1 0 0,0-1 1 0 0,0 1 0 0 0,0 0-1 0 0,0-1 1 0 0,0 1 0 0 0,0 0-1 0 0,1-1 1 0 0,6-12-2621 0 0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5:05.1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73 476 0 0,'3'-1'1689'0'0,"-1"0"-1360"0"0,0 0 0 0 0,0 1 0 0 0,0-1 0 0 0,0 1 0 0 0,0 0 0 0 0,0 0 0 0 0,0 0 0 0 0,0 0 0 0 0,0 0 0 0 0,0 0 0 0 0,1 0 0 0 0,-1 1 0 0 0,0-1 0 0 0,0 1 0 0 0,0-1 0 0 0,0 1 0 0 0,0 0 0 0 0,-1 0 0 0 0,1 0 0 0 0,0 0 0 0 0,2 2 0 0 0,1 2 10 0 0,0 0-1 0 0,0 0 1 0 0,0 1 0 0 0,-1-1-1 0 0,5 9 1 0 0,-9-14-355 0 0,4 6 57 0 0,1-1 1 0 0,-1 0-1 0 0,1 0 0 0 0,0 0 0 0 0,0-1 1 0 0,0 1-1 0 0,0-1 0 0 0,1 0 0 0 0,0-1 1 0 0,0 0-1 0 0,0 0 0 0 0,0 0 0 0 0,9 2 1 0 0,-11-3-32 0 0,1-1 0 0 0,0 0 1 0 0,-1 0-1 0 0,1 0 0 0 0,0-1 1 0 0,0 1-1 0 0,-1-1 0 0 0,1-1 1 0 0,0 1-1 0 0,0 0 0 0 0,-1-1 1 0 0,1 0-1 0 0,0 0 0 0 0,-1-1 1 0 0,1 1-1 0 0,-1-1 0 0 0,0 0 0 0 0,1 0 1 0 0,4-4-1 0 0,-6 4 0 0 0,-1 0-1 0 0,0-1 1 0 0,1 1-1 0 0,-1-1 1 0 0,0 0-1 0 0,0 1 1 0 0,-1-1-1 0 0,1 0 0 0 0,-1 0 1 0 0,1 0-1 0 0,-1 0 1 0 0,0 0-1 0 0,0-1 1 0 0,-1 1-1 0 0,1 0 1 0 0,0 0-1 0 0,-1-1 1 0 0,0 1-1 0 0,0 0 1 0 0,0 0-1 0 0,0-1 1 0 0,0 1-1 0 0,-1 0 1 0 0,0-1-1 0 0,1 1 1 0 0,-1 0-1 0 0,-2-3 1 0 0,2 0-3 0 0,-1 0 0 0 0,-1 0-1 0 0,1 1 1 0 0,-1-1 0 0 0,0 1 0 0 0,0 0 0 0 0,-1 0 0 0 0,1 0 0 0 0,-1 0 0 0 0,0 1-1 0 0,0-1 1 0 0,-1 1 0 0 0,-7-6 0 0 0,10 9-5 0 0,1 1 0 0 0,-1-1 0 0 0,1 1 0 0 0,-1 0 0 0 0,1-1 0 0 0,-1 1 0 0 0,1 0 1 0 0,-1 0-1 0 0,1 0 0 0 0,-1 0 0 0 0,1 0 0 0 0,-1 1 0 0 0,1-1 0 0 0,-1 0 0 0 0,1 1 0 0 0,-1-1 0 0 0,-2 2 0 0 0,-23 12-26 0 0,15-4 2 0 0,0 0 0 0 0,0 0 0 0 0,1 1 0 0 0,0 1-1 0 0,1-1 1 0 0,0 2 0 0 0,-13 21 0 0 0,9-9 39 0 0,0 1 0 0 0,2 0 0 0 0,-11 34 0 0 0,20-51-10 0 0,0 0 0 0 0,1-1 1 0 0,0 1-1 0 0,1 0 0 0 0,0 0 0 0 0,0 0 0 0 0,1 0 0 0 0,0 0 0 0 0,0 0 0 0 0,3 12 0 0 0,-2-16-3 0 0,1-1-1 0 0,-1 1 0 0 0,1 0 0 0 0,0 0 1 0 0,1 0-1 0 0,-1-1 0 0 0,1 1 0 0 0,0-1 0 0 0,0 0 1 0 0,0 0-1 0 0,0 0 0 0 0,1 0 0 0 0,0-1 1 0 0,-1 1-1 0 0,1-1 0 0 0,1 0 0 0 0,-1 0 0 0 0,0 0 1 0 0,6 2-1 0 0,0-1-101 0 0,1 0 0 0 0,0-1-1 0 0,0 0 1 0 0,0 0 0 0 0,0-1 0 0 0,0-1 0 0 0,0 0 0 0 0,0 0-1 0 0,0-1 1 0 0,1-1 0 0 0,-1 0 0 0 0,0 0 0 0 0,0-1 0 0 0,0-1-1 0 0,19-6 1 0 0,-12 3-87 0 0,0-2 0 0 0,0 0 1 0 0,-1 0-1 0 0,0-2 0 0 0,-1 0 0 0 0,0-1 0 0 0,-1-1 0 0 0,21-19 0 0 0,-19 12 78 0 0,0-1 0 0 0,-1 0-1 0 0,-1-1 1 0 0,13-25 0 0 0,41-96 980 0 0,-69 140-816 0 0,1 0-1 0 0,1 0 0 0 0,-1 0 0 0 0,0 0 1 0 0,1-1-1 0 0,-1 2 0 0 0,1-1 1 0 0,2-3-1 0 0,-4 5-25 0 0,1-1 0 0 0,-1 1-1 0 0,1 0 1 0 0,0-1 0 0 0,-1 1-1 0 0,1-1 1 0 0,0 1 0 0 0,-1 0 0 0 0,1-1-1 0 0,0 1 1 0 0,0 0 0 0 0,-1 0-1 0 0,1 0 1 0 0,0 0 0 0 0,-1 0 0 0 0,1 0-1 0 0,0 0 1 0 0,0 0 0 0 0,0 0-1 0 0,-1 0 1 0 0,1 0 0 0 0,0 0 0 0 0,1 1-1 0 0,-1 0-1 0 0,0 0-1 0 0,0 1 0 0 0,-1-1 1 0 0,1 1-1 0 0,0-1 1 0 0,-1 1-1 0 0,1 0 0 0 0,0-1 1 0 0,-1 1-1 0 0,0 0 0 0 0,1-1 1 0 0,-1 1-1 0 0,0 3 1 0 0,0-4 15 0 0,3 33 143 0 0,-2-1 1 0 0,-2 1-1 0 0,-1-1 1 0 0,-10 54-1 0 0,3-27 57 0 0,9-57-159 0 0,-1-5-90 0 0,1 0 0 0 0,-1 0-1 0 0,1 0 1 0 0,-1 0 0 0 0,1 0-1 0 0,0 0 1 0 0,0 0-1 0 0,0 0 1 0 0,0 0 0 0 0,0 0-1 0 0,1-4 1 0 0,4-15 14 0 0,1 0 0 0 0,1 0 0 0 0,1 1 0 0 0,1 0-1 0 0,0 0 1 0 0,2 1 0 0 0,0 0 0 0 0,2 1 0 0 0,16-20 0 0 0,-23 31-11 0 0,-1 2 1 0 0,1-1-1 0 0,0 1 0 0 0,0 0 1 0 0,0 0-1 0 0,1 0 0 0 0,0 1 0 0 0,0 0 1 0 0,0 0-1 0 0,0 1 0 0 0,0 0 0 0 0,1 0 1 0 0,0 1-1 0 0,-1 0 0 0 0,13-1 0 0 0,-15 2 12 0 0,0 1-1 0 0,0 0 1 0 0,1 0-1 0 0,-1 1 1 0 0,0 0-1 0 0,0 0 1 0 0,0 0-1 0 0,0 0 1 0 0,0 1-1 0 0,0 0 0 0 0,0 0 1 0 0,-1 0-1 0 0,1 0 1 0 0,0 1-1 0 0,-1 0 1 0 0,0 0-1 0 0,0 0 1 0 0,0 1-1 0 0,0-1 1 0 0,0 1-1 0 0,-1 0 0 0 0,0 0 1 0 0,1 0-1 0 0,2 7 1 0 0,-3-6-4 0 0,0 0 1 0 0,0 1-1 0 0,-1 0 1 0 0,0-1-1 0 0,0 1 1 0 0,0 0-1 0 0,-1 0 1 0 0,0 0-1 0 0,0 0 1 0 0,-1 7-1 0 0,0 6 163 0 0,-5 36 1 0 0,3-42-432 0 0,0-1 0 0 0,1 1-1 0 0,1-1 1 0 0,0 1 0 0 0,0-1 0 0 0,5 23 0 0 0,-5-32-65 0 0,1-1 0 0 0,0 0-1 0 0,-1 0 1 0 0,1 0 0 0 0,0 0 0 0 0,0 0-1 0 0,0 0 1 0 0,0 0 0 0 0,1 0 0 0 0,-1-1-1 0 0,1 1 1 0 0,-1 0 0 0 0,1-1 0 0 0,-1 1-1 0 0,3 1 1 0 0,7 3-3508 0 0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5:05.8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231 592 164 0 0,'4'-4'730'0'0,"-1"-1"0"0"0,1 0 0 0 0,-1 1 1 0 0,0-1-1 0 0,-1 0 0 0 0,1 0 0 0 0,-1-1 0 0 0,0 1 0 0 0,0 0 0 0 0,-1-1 0 0 0,3-10 0 0 0,-4 15-685 0 0,0 0-1 0 0,0 1 1 0 0,0-1-1 0 0,0 1 1 0 0,0-1-1 0 0,-1 1 1 0 0,1-1-1 0 0,0 1 1 0 0,0-1-1 0 0,0 0 1 0 0,0 1-1 0 0,-1-1 1 0 0,1 1-1 0 0,0-1 1 0 0,-1 1-1 0 0,1-1 1 0 0,0 1-1 0 0,-1 0 1 0 0,1-1-1 0 0,0 1 1 0 0,-1-1-1 0 0,1 1 1 0 0,-1 0-1 0 0,1-1 1 0 0,-1 1-1 0 0,1 0 1 0 0,-1 0-1 0 0,1-1 0 0 0,-1 1 1 0 0,1 0-1 0 0,-1 0 1 0 0,1 0-1 0 0,-1 0 1 0 0,1-1-1 0 0,-1 1 1 0 0,1 0-1 0 0,-1 0 1 0 0,0 0-1 0 0,1 0 1 0 0,-1 0-1 0 0,1 0 1 0 0,-1 1-1 0 0,0-1 1 0 0,-22 7 646 0 0,13-1-572 0 0,0-1-1 0 0,1 2 1 0 0,0-1 0 0 0,0 1 0 0 0,0 0 0 0 0,-11 14 0 0 0,-40 53 168 0 0,54-66-243 0 0,5-7-41 0 0,-16 21 116 0 0,-26 47 1 0 0,40-64-104 0 0,0 1 1 0 0,1 0-1 0 0,-1 0 1 0 0,1 0-1 0 0,0 0 1 0 0,0 1-1 0 0,1-1 1 0 0,0 0-1 0 0,0 1 1 0 0,1-1-1 0 0,-1 1 1 0 0,1-1-1 0 0,1 0 1 0 0,1 10 0 0 0,-2-13-16 0 0,1-1 1 0 0,0 0-1 0 0,-1 0 1 0 0,1 1-1 0 0,0-1 0 0 0,1 0 1 0 0,-1 0-1 0 0,0 0 1 0 0,1 0-1 0 0,-1 0 1 0 0,1 0-1 0 0,-1-1 1 0 0,1 1-1 0 0,0-1 1 0 0,0 1-1 0 0,0-1 1 0 0,0 1-1 0 0,3 1 1 0 0,-1-2-10 0 0,0 1 0 0 0,0-1 0 0 0,0 0 0 0 0,0 0 0 0 0,0-1 0 0 0,0 1 0 0 0,0-1 0 0 0,0 0 0 0 0,0 0 0 0 0,6-1 0 0 0,-1 0-49 0 0,0-1-1 0 0,1-1 1 0 0,-1 1-1 0 0,0-1 1 0 0,0-1-1 0 0,0 0 1 0 0,-1 0-1 0 0,16-10 1 0 0,-14 5 19 0 0,0 1 1 0 0,0-1-1 0 0,-1-1 1 0 0,0 1-1 0 0,-1-2 0 0 0,0 1 1 0 0,0-1-1 0 0,9-19 1 0 0,-7 9 106 0 0,-1 0 1 0 0,-1-1 0 0 0,-1 0 0 0 0,4-25-1 0 0,-8 36 52 0 0,1-7-52 0 0,-7 15-80 0 0,-6 8-11 0 0,5-1 29 0 0,0 0 0 0 0,1 0 0 0 0,0 1 0 0 0,0 0 0 0 0,0-1 1 0 0,1 1-1 0 0,-1 0 0 0 0,1 1 0 0 0,-2 5 0 0 0,1-1 16 0 0,-3 4 20 0 0,1 0 0 0 0,1 0 0 0 0,0 0-1 0 0,1 1 1 0 0,1-1 0 0 0,0 1 0 0 0,1 0-1 0 0,0 0 1 0 0,3 28 0 0 0,-1-38-52 0 0,0 1 1 0 0,0-1-1 0 0,0 0 1 0 0,1 1 0 0 0,0-1-1 0 0,0 0 1 0 0,0 0-1 0 0,1 0 1 0 0,-1 0-1 0 0,1 0 1 0 0,0-1-1 0 0,1 0 1 0 0,-1 1-1 0 0,1-1 1 0 0,0 0-1 0 0,0 0 1 0 0,0-1-1 0 0,0 1 1 0 0,1-1-1 0 0,-1 0 1 0 0,1 0-1 0 0,0-1 1 0 0,0 1-1 0 0,0-1 1 0 0,0 0-1 0 0,0-1 1 0 0,0 1-1 0 0,1-1 1 0 0,7 1 0 0 0,1 0-269 0 0,0-2 0 0 0,1 1 1 0 0,-1-2-1 0 0,0 0 1 0 0,1-1-1 0 0,-1 0 1 0 0,0-1-1 0 0,0-1 1 0 0,-1 0-1 0 0,1-1 0 0 0,-1 0 1 0 0,0-1-1 0 0,0-1 1 0 0,-1 0-1 0 0,18-13 1 0 0,-10 5-121 0 0,0-1 1 0 0,-1 0 0 0 0,-1-2-1 0 0,-1 0 1 0 0,-1-1 0 0 0,0-1-1 0 0,-1 0 1 0 0,12-23-1 0 0,-6 2 323 0 0,-1-1-1 0 0,-2 0 1 0 0,-2-1-1 0 0,12-50 1 0 0,-17 44 928 0 0,-2 0 0 0 0,-2-1-1 0 0,1-83 1 0 0,-8 124-654 0 0,-2-61 1362 0 0,1 64-1418 0 0,0 0 1 0 0,0 1-1 0 0,0-1 1 0 0,0 0 0 0 0,-1 1-1 0 0,0 0 1 0 0,0-1 0 0 0,0 1-1 0 0,-5-8 1 0 0,6 13-124 0 0,1-1 1 0 0,-1 1-1 0 0,0 0 1 0 0,1-1-1 0 0,-1 1 0 0 0,1 0 1 0 0,-1-1-1 0 0,0 1 1 0 0,1 0-1 0 0,-1 0 0 0 0,0-1 1 0 0,0 1-1 0 0,1 0 1 0 0,-1 0-1 0 0,0 0 0 0 0,1 0 1 0 0,-1 0-1 0 0,0 0 1 0 0,1 0-1 0 0,-1 0 0 0 0,0 0 1 0 0,0 0-1 0 0,1 1 1 0 0,-1-1-1 0 0,0 0 0 0 0,1 0 1 0 0,-1 1-1 0 0,0-1 1 0 0,1 0-1 0 0,-1 1 0 0 0,1-1 1 0 0,-1 1-1 0 0,1-1 1 0 0,-1 0-1 0 0,1 1 0 0 0,-1-1 1 0 0,1 1-1 0 0,-2 1 1 0 0,-16 20 512 0 0,0 10-125 0 0,2 1 1 0 0,2 0-1 0 0,0 2 0 0 0,-15 65 1 0 0,-15 147 407 0 0,42-233-785 0 0,1-13-33 0 0,-6 45 185 0 0,-1 86-1 0 0,7-121-256 0 0,2 1 0 0 0,0 0 0 0 0,0 0-1 0 0,1-1 1 0 0,0 1 0 0 0,1 0 0 0 0,0-1 0 0 0,1 0-1 0 0,1 0 1 0 0,0 0 0 0 0,0-1 0 0 0,13 19 0 0 0,-14-23-148 0 0,1-1 1 0 0,0 0 0 0 0,1-1 0 0 0,-1 1 0 0 0,1-1-1 0 0,0 0 1 0 0,0-1 0 0 0,0 1 0 0 0,1-1-1 0 0,-1 0 1 0 0,1-1 0 0 0,0 0 0 0 0,12 3 0 0 0,-6-3-633 0 0,1 0 0 0 0,0-1 0 0 0,0 0 0 0 0,0-1 0 0 0,-1-1 0 0 0,17-2 0 0 0,11-5-2712 0 0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5:06.1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169 246 1832 0 0,'37'-226'10528'0'0,"-34"207"-9547"0"0,-8 38 2065 0 0,-20 88-1975 0 0,-103 554 821 0 0,122-637-1907 0 0,-38 174-514 0 0,43-181-1542 0 0,12-17-2544 0 0,-9-2 3878 0 0,0 0-1 0 0,0 0 1 0 0,0 0-1 0 0,0 0 1 0 0,0 0-1 0 0,2-4 1 0 0,6-9-3817 0 0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5:06.7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120 165 124 0 0,'-57'-17'7080'0'0,"41"14"-5401"0"0,1-2 1 0 0,-15-5-1 0 0,28 9-1008 0 0,12-4-399 0 0,19-3-108 0 0,59-10-1 0 0,-31 8-111 0 0,31-9 69 0 0,236-44 57 0 0,-316 61-182 0 0,1 1 0 0 0,-1 0 1 0 0,0 0-1 0 0,1 1 0 0 0,11 1 1 0 0,-20-1 6 0 0,1 0 1 0 0,0 0 0 0 0,-1 0 0 0 0,1 0-1 0 0,0 1 1 0 0,-1-1 0 0 0,1 0 0 0 0,0 1 0 0 0,-1-1-1 0 0,1 0 1 0 0,-1 1 0 0 0,1-1 0 0 0,-1 1-1 0 0,1-1 1 0 0,-1 1 0 0 0,1-1 0 0 0,-1 1 0 0 0,1-1-1 0 0,-1 1 1 0 0,0-1 0 0 0,1 1 0 0 0,-1 0-1 0 0,0-1 1 0 0,1 1 0 0 0,-1 0 0 0 0,0 0 0 0 0,2 20 145 0 0,-2-21-142 0 0,-1 21 183 0 0,-1-1 1 0 0,-5 20 0 0 0,-3 32 49 0 0,9-64-215 0 0,1-1 0 0 0,1 0 0 0 0,-1 0 0 0 0,1 1 0 0 0,0-1 0 0 0,1 0 0 0 0,3 12 0 0 0,-4-17-17 0 0,0 0-1 0 0,0 1 0 0 0,0-1 0 0 0,1 0 0 0 0,-1 1 1 0 0,1-1-1 0 0,-1 0 0 0 0,1 0 0 0 0,0 0 0 0 0,0 0 1 0 0,-1-1-1 0 0,1 1 0 0 0,1 0 0 0 0,-1-1 0 0 0,0 0 1 0 0,0 1-1 0 0,1-1 0 0 0,2 1 0 0 0,-1-1 2 0 0,1 1-1 0 0,-1-1 1 0 0,1-1-1 0 0,0 1 1 0 0,-1-1-1 0 0,1 0 1 0 0,0 0-1 0 0,-1 0 1 0 0,8-2-1 0 0,0 0 3 0 0,-1-1 0 0 0,0 0 0 0 0,0-1 0 0 0,0 0 0 0 0,-1-1 0 0 0,1 0 0 0 0,15-11 0 0 0,-9 2-1 0 0,-1-1 0 0 0,0 0 0 0 0,-1-1 0 0 0,-1-1 0 0 0,0-1 0 0 0,14-24 0 0 0,21-26 24 0 0,-49 68-34 0 0,0 0 1 0 0,0-1 0 0 0,0 1-1 0 0,0 0 1 0 0,0 0-1 0 0,0 0 1 0 0,0 0 0 0 0,0 0-1 0 0,0 0 1 0 0,0-1 0 0 0,0 1-1 0 0,0 0 1 0 0,0 0-1 0 0,0 0 1 0 0,0 0 0 0 0,0 0-1 0 0,0 0 1 0 0,0-1 0 0 0,1 1-1 0 0,-1 0 1 0 0,0 0-1 0 0,0 0 1 0 0,0 0 0 0 0,0 0-1 0 0,0 0 1 0 0,0 0 0 0 0,0 0-1 0 0,0 0 1 0 0,0 0-1 0 0,1-1 1 0 0,-1 1 0 0 0,0 0-1 0 0,0 0 1 0 0,0 0-1 0 0,0 0 1 0 0,0 0 0 0 0,0 0-1 0 0,1 0 1 0 0,-1 0 0 0 0,0 0-1 0 0,0 0 1 0 0,0 0-1 0 0,0 0 1 0 0,0 0 0 0 0,0 0-1 0 0,1 0 1 0 0,-1 0 0 0 0,0 0-1 0 0,0 0 1 0 0,0 0-1 0 0,0 1 1 0 0,0-1 0 0 0,0 0-1 0 0,1 0 1 0 0,-1 0 0 0 0,0 0-1 0 0,0 0 1 0 0,0 0-1 0 0,0 0 1 0 0,0 0 0 0 0,0 0-1 0 0,0 0 1 0 0,0 1-1 0 0,0-1 1 0 0,0 0 0 0 0,0 0-1 0 0,1 0 1 0 0,-1 0 0 0 0,-2 15 92 0 0,-6 20 114 0 0,-58 259 1469 0 0,24 6-531 0 0,35-246-1024 0 0,-17 142 495 0 0,-56 367 1392 0 0,80-561-2000 0 0,-3 17 450 0 0,-1 1-1 0 0,-1-1 0 0 0,-1 0 1 0 0,-13 32-1 0 0,17-47-367 0 0,0 0 0 0 0,-1 0 1 0 0,1-1-1 0 0,-1 1 0 0 0,1 0 0 0 0,-1-1 0 0 0,0 0 0 0 0,-1 0 0 0 0,1 0 0 0 0,0 0 0 0 0,-1 0 0 0 0,0 0 0 0 0,1-1 0 0 0,-1 0 0 0 0,0 0 0 0 0,0 0 0 0 0,-1 0 0 0 0,1 0 1 0 0,0-1-1 0 0,0 0 0 0 0,-1 0 0 0 0,1 0 0 0 0,-1-1 0 0 0,1 1 0 0 0,-1-1 0 0 0,-7-1 0 0 0,-3-1-44 0 0,0 0 0 0 0,1-2-1 0 0,-1 1 1 0 0,1-2 0 0 0,0 0-1 0 0,1-1 1 0 0,-1 0 0 0 0,1-1 0 0 0,0-1-1 0 0,0 0 1 0 0,1 0 0 0 0,1-1-1 0 0,-1-1 1 0 0,1 0 0 0 0,1 0 0 0 0,0-1-1 0 0,0-1 1 0 0,-9-14 0 0 0,16 21-171 0 0,1-1 1 0 0,-1 1 0 0 0,1-1-1 0 0,0 0 1 0 0,0 0-1 0 0,1 0 1 0 0,-1 0 0 0 0,1 0-1 0 0,1 0 1 0 0,-1 0 0 0 0,1 0-1 0 0,1-7 1 0 0,0 3-156 0 0,1 0 0 0 0,0 0-1 0 0,0 0 1 0 0,1 0 0 0 0,1 1 0 0 0,7-16 0 0 0,4-1-847 0 0,1 1 1 0 0,1 0-1 0 0,39-43 0 0 0,39-26-2946 0 0,-27 36-1428 0 0,-65 55 5065 0 0,42-34-6095 0 0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5:06.9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2 2212 0 0,'2'-1'469'0'0,"0"1"1"0"0,0 0-1 0 0,0 0 0 0 0,0-1 1 0 0,0 1-1 0 0,-1 0 0 0 0,1 0 0 0 0,0 1 1 0 0,0-1-1 0 0,0 0 0 0 0,2 2 0 0 0,-3-2-294 0 0,0 0 0 0 0,0 1-1 0 0,-1-1 1 0 0,1 1 0 0 0,0-1-1 0 0,-1 1 1 0 0,1-1 0 0 0,-1 1-1 0 0,1-1 1 0 0,0 1 0 0 0,-1 0-1 0 0,1-1 1 0 0,-1 1 0 0 0,0 0-1 0 0,1-1 1 0 0,-1 1 0 0 0,0 0-1 0 0,1 0 1 0 0,-1 0 0 0 0,1 3 64 0 0,-1-1 0 0 0,0 1 0 0 0,0-1 0 0 0,0 1 0 0 0,0-1 0 0 0,-1 0 0 0 0,1 1 0 0 0,-1-1 0 0 0,0 1 0 0 0,0-1 0 0 0,-2 5 0 0 0,-16 36-88 0 0,-3 0 0 0 0,-33 52 0 0 0,22-41-3547 0 0,21-34-235 0 0,-2-2-1596 0 0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5:07.6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1177 260 0 0,'-18'28'7781'0'0,"17"-24"-7568"0"0,0 0 0 0 0,0 1 1 0 0,0-1-1 0 0,1 1 0 0 0,0-1 0 0 0,-1 1 1 0 0,2-1-1 0 0,-1 0 0 0 0,0 1 0 0 0,1-1 1 0 0,0 1-1 0 0,0-1 0 0 0,1 0 1 0 0,-1 0-1 0 0,3 6 0 0 0,-3-9-181 0 0,0 0 0 0 0,0-1-1 0 0,0 1 1 0 0,0 0 0 0 0,0 0 0 0 0,1-1-1 0 0,-1 1 1 0 0,0-1 0 0 0,0 1 0 0 0,0-1 0 0 0,1 1-1 0 0,-1-1 1 0 0,0 0 0 0 0,0 0 0 0 0,1 1-1 0 0,-1-1 1 0 0,0 0 0 0 0,1 0 0 0 0,-1 0-1 0 0,3-1 1 0 0,27-4 262 0 0,-7-2-208 0 0,0-1-1 0 0,0-1 0 0 0,-1-1 0 0 0,0-1 1 0 0,-1-1-1 0 0,22-16 0 0 0,-5 0-45 0 0,0-2-1 0 0,40-41 0 0 0,-36 26-21 0 0,-2-2-1 0 0,-1-1 0 0 0,-3-2 1 0 0,-2-1-1 0 0,-3-2 1 0 0,44-96-1 0 0,-47 79-26 0 0,-3-2 0 0 0,-3-1 0 0 0,-3-1 0 0 0,-4-1 0 0 0,7-79 0 0 0,-19 127 6 0 0,-2 17-17 0 0,-1 0 1 0 0,0-1 0 0 0,0 1-1 0 0,-1 0 1 0 0,-1-11-1 0 0,1 21 19 0 0,0-1-1 0 0,0 1 1 0 0,0 0-1 0 0,0-1 1 0 0,0 1 0 0 0,0 0-1 0 0,0-1 1 0 0,-1 1-1 0 0,1 0 1 0 0,0 0-1 0 0,0-1 1 0 0,0 1 0 0 0,0 0-1 0 0,0-1 1 0 0,0 1-1 0 0,0 0 1 0 0,-1 0-1 0 0,1-1 1 0 0,0 1 0 0 0,0 0-1 0 0,0 0 1 0 0,-1 0-1 0 0,1-1 1 0 0,0 1-1 0 0,0 0 1 0 0,-1 0 0 0 0,1 0-1 0 0,0 0 1 0 0,0-1-1 0 0,-1 1 1 0 0,1 0-1 0 0,0 0 1 0 0,0 0 0 0 0,-1 0-1 0 0,1 0 1 0 0,0 0-1 0 0,-1 0 1 0 0,1 0-1 0 0,0 0 1 0 0,-1 0 0 0 0,1 0-1 0 0,0 0 1 0 0,0 0-1 0 0,-1 0 1 0 0,1 0-1 0 0,0 0 1 0 0,-1 0 0 0 0,1 0-1 0 0,0 1 1 0 0,0-1-1 0 0,-1 0 1 0 0,-11 10-11 0 0,11-10 14 0 0,-7 11-7 0 0,0 0 0 0 0,0 0-1 0 0,1 1 1 0 0,1 0 0 0 0,0 0 0 0 0,0 0-1 0 0,-5 21 1 0 0,1-6 28 0 0,-47 122-44 0 0,-66 273 0 0 0,117-391-19 0 0,0 1 0 0 0,-1 62 0 0 0,7-82-195 0 0,0 0 0 0 0,1 0 0 0 0,1 0 0 0 0,0-1-1 0 0,0 1 1 0 0,1-1 0 0 0,1 1 0 0 0,0-1 0 0 0,0 0 0 0 0,1 0 0 0 0,8 13 0 0 0,-9-20-286 0 0,-1 1 0 0 0,1-1 1 0 0,-1 0-1 0 0,1 0 0 0 0,0-1 0 0 0,1 1 0 0 0,8 5 1 0 0,12 6-2901 0 0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5:08.1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329 116 2032 0 0,'0'-1'133'0'0,"6"-9"1019"0"0,-1 0 0 0 0,0-1-1 0 0,4-15 1 0 0,-8 24-1018 0 0,0 0 0 0 0,-1 1 0 0 0,1-1 0 0 0,-1 0 0 0 0,0 0 0 0 0,1-1 0 0 0,-1 1 0 0 0,0 0 0 0 0,0 0 0 0 0,0 0 0 0 0,-1 0 0 0 0,1 0 0 0 0,0 0 0 0 0,-1 0 0 0 0,1 0 0 0 0,-1 0 0 0 0,0 0 0 0 0,0 1 0 0 0,1-1 0 0 0,-1 0 0 0 0,-1 0 0 0 0,1 1 0 0 0,0-1 0 0 0,0 0 0 0 0,-1 1 0 0 0,-1-3 0 0 0,1 3-88 0 0,0 1-1 0 0,0-1 0 0 0,0 0 1 0 0,0 1-1 0 0,0-1 1 0 0,0 1-1 0 0,0 0 0 0 0,0-1 1 0 0,0 1-1 0 0,0 0 0 0 0,0 0 1 0 0,0 1-1 0 0,0-1 0 0 0,0 0 1 0 0,0 1-1 0 0,0-1 1 0 0,0 1-1 0 0,1-1 0 0 0,-1 1 1 0 0,0 0-1 0 0,0 0 0 0 0,0 0 1 0 0,-2 2-1 0 0,-5 2 82 0 0,-1 1 1 0 0,-13 12-1 0 0,-7 9-26 0 0,1 1 0 0 0,2 1-1 0 0,0 1 1 0 0,2 1 0 0 0,2 2 0 0 0,-37 65-1 0 0,55-88-88 0 0,0 1-1 0 0,1-1 0 0 0,1 1 0 0 0,0 0 0 0 0,0 0 0 0 0,1 0 1 0 0,-1 14-1 0 0,2-23-12 0 0,1 0 0 0 0,0 1 0 0 0,0-1 0 0 0,0 0 1 0 0,0 0-1 0 0,0 1 0 0 0,1-1 0 0 0,-1 0 0 0 0,1 1 0 0 0,-1-1 0 0 0,1 0 1 0 0,0 0-1 0 0,0 0 0 0 0,0 0 0 0 0,0 0 0 0 0,0 0 0 0 0,1 0 1 0 0,-1 0-1 0 0,1 0 0 0 0,-1 0 0 0 0,1-1 0 0 0,-1 1 0 0 0,1-1 1 0 0,0 1-1 0 0,0-1 0 0 0,0 1 0 0 0,0-1 0 0 0,0 0 0 0 0,0 0 0 0 0,0 0 1 0 0,0 0-1 0 0,0-1 0 0 0,1 1 0 0 0,-1 0 0 0 0,0-1 0 0 0,0 0 1 0 0,1 1-1 0 0,-1-1 0 0 0,0 0 0 0 0,5-1 0 0 0,1 1-8 0 0,1-1 0 0 0,0-1 0 0 0,-1 0-1 0 0,1 0 1 0 0,-1 0 0 0 0,0-1 0 0 0,0 0-1 0 0,0-1 1 0 0,0 0 0 0 0,0 0 0 0 0,-1-1 0 0 0,1 0-1 0 0,-1 0 1 0 0,-1 0 0 0 0,1-1 0 0 0,7-9-1 0 0,3-4 3 0 0,0-1 0 0 0,-2-1 0 0 0,0 0 0 0 0,14-29 0 0 0,16-44 26 0 0,9-16 33 0 0,-53 108-1 0 0,0 5-41 0 0,0 0 0 0 0,-1 0-1 0 0,1-1 1 0 0,-1 1 0 0 0,0 0 0 0 0,1 0-1 0 0,-1 0 1 0 0,-1 0 0 0 0,1-1 0 0 0,0 1-1 0 0,-1 0 1 0 0,0 3 0 0 0,0 0 0 0 0,-12 77-52 0 0,7-59-421 0 0,2-1-1 0 0,1 1 0 0 0,1-1 0 0 0,1 1 1 0 0,1 0-1 0 0,3 27 0 0 0,7-26-3453 0 0,-4-14 838 0 0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5:08.4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72 684 0 0,'3'-6'662'0'0,"1"-1"-1"0"0,0 2 1 0 0,0-1 0 0 0,0 0-1 0 0,1 1 1 0 0,0 0 0 0 0,0 0-1 0 0,0 0 1 0 0,1 1 0 0 0,0 0-1 0 0,0 0 1 0 0,6-4 0 0 0,-10 8-573 0 0,0-1 0 0 0,0 1 1 0 0,0 0-1 0 0,-1 0 0 0 0,1 0 1 0 0,0 0-1 0 0,0 0 0 0 0,0 0 1 0 0,0 0-1 0 0,0 0 0 0 0,0 1 1 0 0,0-1-1 0 0,-1 1 1 0 0,1-1-1 0 0,0 1 0 0 0,0 0 1 0 0,-1 0-1 0 0,1 0 0 0 0,2 1 1 0 0,0 1 72 0 0,0 0-1 0 0,0 0 1 0 0,-1 0 0 0 0,1 0 0 0 0,-1 1-1 0 0,5 6 1 0 0,-4-3-50 0 0,0 0-1 0 0,0 0 1 0 0,-1 1-1 0 0,0-1 1 0 0,0 1 0 0 0,0 0-1 0 0,-1 0 1 0 0,-1 0-1 0 0,1 0 1 0 0,-1 1 0 0 0,-1-1-1 0 0,1 0 1 0 0,-1 0-1 0 0,-2 14 1 0 0,-1-4 144 0 0,0-2 0 0 0,-1 1 0 0 0,-1 0 0 0 0,-1-1 0 0 0,-14 31 0 0 0,18-44-219 0 0,-9 15 835 0 0,11-18-863 0 0,0 0 1 0 0,0 1 0 0 0,-1-1 0 0 0,1 0-1 0 0,0 0 1 0 0,0 0 0 0 0,-1 1 0 0 0,1-1 0 0 0,0 0-1 0 0,0 0 1 0 0,-1 0 0 0 0,1 0 0 0 0,0 1-1 0 0,-1-1 1 0 0,1 0 0 0 0,0 0 0 0 0,-1 0-1 0 0,1 0 1 0 0,0 0 0 0 0,-1 0 0 0 0,1 0-1 0 0,0 0 1 0 0,0 0 0 0 0,-1 0 0 0 0,1 0-1 0 0,0 0 1 0 0,-1 0 0 0 0,1 0 0 0 0,0 0-1 0 0,-1-1 1 0 0,1 1 0 0 0,0 0 0 0 0,-1 0-1 0 0,1 0 1 0 0,0 0 0 0 0,0 0 0 0 0,-1-1-1 0 0,1 1 1 0 0,0 0 0 0 0,0 0 0 0 0,0-1 0 0 0,-1 1-1 0 0,1 0 1 0 0,0 0 0 0 0,0-1 0 0 0,0 1-1 0 0,-1 0 1 0 0,1-1 0 0 0,0 1 0 0 0,0-1-5 0 0,0 0 0 0 0,-1 0 1 0 0,1 0-1 0 0,0 0 1 0 0,0 0-1 0 0,0-1 1 0 0,0 1-1 0 0,0 0 1 0 0,0 0-1 0 0,0 0 0 0 0,0 0 1 0 0,1 0-1 0 0,-1 0 1 0 0,0 0-1 0 0,1 0 1 0 0,-1 0-1 0 0,1-1 0 0 0,11-21 38 0 0,-9 18-33 0 0,5-10-232 0 0,1 1-1 0 0,0 0 0 0 0,1 1 1 0 0,0 0-1 0 0,1 0 0 0 0,1 1 1 0 0,0 1-1 0 0,1 0 0 0 0,0 1 1 0 0,22-14-1 0 0,-21 16-1024 0 0,0 1 0 0 0,1 0 0 0 0,0 1 0 0 0,0 0 0 0 0,1 2 0 0 0,24-6 0 0 0,-19 7-2133 0 0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5:09.1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502 202 1620 0 0,'2'-2'1658'0'0,"-1"1"-1369"0"0,0 0 0 0 0,1 0 0 0 0,-1-1 1 0 0,0 1-1 0 0,0-1 0 0 0,0 1 0 0 0,0-1 0 0 0,0 0 1 0 0,0 1-1 0 0,-1-1 0 0 0,1 0 0 0 0,0 1 1 0 0,-1-1-1 0 0,1 0 0 0 0,-1 0 0 0 0,0 0 1 0 0,0 1-1 0 0,1-1 0 0 0,-1 0 0 0 0,-1 0 0 0 0,1 0 1 0 0,0-2-1 0 0,-1 3-197 0 0,1 0 1 0 0,0-1-1 0 0,-1 1 1 0 0,1 0 0 0 0,-1 0-1 0 0,0-1 1 0 0,1 1-1 0 0,-1 0 1 0 0,0 0-1 0 0,0 0 1 0 0,0 0-1 0 0,0 0 1 0 0,0 0-1 0 0,0 0 1 0 0,0 0-1 0 0,0 0 1 0 0,0 1-1 0 0,0-1 1 0 0,0 0-1 0 0,-1 1 1 0 0,1-1-1 0 0,0 0 1 0 0,-1 1-1 0 0,1 0 1 0 0,0-1-1 0 0,-1 1 1 0 0,1 0-1 0 0,0 0 1 0 0,-1 0-1 0 0,1 0 1 0 0,-2 0 0 0 0,-2 0-11 0 0,-1 1 0 0 0,1 0 0 0 0,0 0 0 0 0,0 0 0 0 0,0 1 0 0 0,0 0 0 0 0,1 0 0 0 0,-1 0 0 0 0,0 0 1 0 0,-8 7-1 0 0,-40 34 257 0 0,48-39-313 0 0,-20 18 68 0 0,1 2 0 0 0,-30 37 1 0 0,47-52-82 0 0,0 1-1 0 0,0 0 1 0 0,0 1 0 0 0,2 0 0 0 0,-1 0 0 0 0,1 0 0 0 0,1 0-1 0 0,0 1 1 0 0,-4 23 0 0 0,7-34-11 0 0,1 1 0 0 0,0 0-1 0 0,0-1 1 0 0,0 1 0 0 0,-1 0 0 0 0,2-1 0 0 0,-1 1-1 0 0,0 0 1 0 0,0-1 0 0 0,0 1 0 0 0,1 0 0 0 0,-1-1-1 0 0,1 1 1 0 0,-1-1 0 0 0,1 1 0 0 0,0-1 0 0 0,0 1-1 0 0,-1-1 1 0 0,1 1 0 0 0,0-1 0 0 0,0 0 0 0 0,0 0-1 0 0,3 3 1 0 0,-2-3 1 0 0,0 0-1 0 0,0 0 1 0 0,1 0-1 0 0,-1 0 1 0 0,0-1-1 0 0,1 1 1 0 0,-1-1-1 0 0,1 1 1 0 0,-1-1-1 0 0,0 0 1 0 0,1 0-1 0 0,-1 0 1 0 0,1 0-1 0 0,3-1 1 0 0,3-1 1 0 0,0 0 1 0 0,0 0 0 0 0,0-1 0 0 0,0 0-1 0 0,0-1 1 0 0,-1 0 0 0 0,13-7 0 0 0,-8 1-4 0 0,0 0 1 0 0,0-1 0 0 0,-2-1-1 0 0,18-20 1 0 0,34-56 24 0 0,-3 4-107 0 0,-60 84 80 0 0,0 0-1 0 0,0-1 1 0 0,0 1 0 0 0,1 0-1 0 0,-1-1 1 0 0,0 1-1 0 0,0 0 1 0 0,0-1 0 0 0,1 1-1 0 0,-1 0 1 0 0,0-1 0 0 0,0 1-1 0 0,1 0 1 0 0,-1 0-1 0 0,0-1 1 0 0,0 1 0 0 0,1 0-1 0 0,-1 0 1 0 0,0 0 0 0 0,1 0-1 0 0,-1-1 1 0 0,0 1 0 0 0,1 0-1 0 0,-1 0 1 0 0,1 0-1 0 0,-1 0 1 0 0,0 0 0 0 0,1 0-1 0 0,-1 0 1 0 0,0 0 0 0 0,1 0-1 0 0,-1 0 1 0 0,0 0-1 0 0,2 0 1 0 0,0 13 9 0 0,-7 21 45 0 0,5-33-53 0 0,-80 462 1433 0 0,23-129-841 0 0,55-325-591 0 0,-6 37 293 0 0,-21 69 1 0 0,25-104-147 0 0,0 0 1 0 0,0 0 0 0 0,-1 0 0 0 0,-1 0 0 0 0,0-1 0 0 0,0 1 0 0 0,-1-1-1 0 0,-1-1 1 0 0,1 0 0 0 0,-1 0 0 0 0,-13 11 0 0 0,17-17-100 0 0,0-1 0 0 0,0 1 0 0 0,0-1-1 0 0,-1 0 1 0 0,1 0 0 0 0,-1 0 0 0 0,1 0 0 0 0,-1-1 0 0 0,0 0 0 0 0,1 0 0 0 0,-1 0 0 0 0,0 0 0 0 0,0-1 0 0 0,0 0 0 0 0,-4 0-1 0 0,1-1-9 0 0,0-1-1 0 0,0 1 0 0 0,1-1 1 0 0,-1-1-1 0 0,1 1 0 0 0,0-1 1 0 0,-1 0-1 0 0,-10-8 0 0 0,6 4-21 0 0,1-1 0 0 0,1 0-1 0 0,-1-1 1 0 0,2 0 0 0 0,-1-1 0 0 0,1 0-1 0 0,1 0 1 0 0,-1-1 0 0 0,2 0-1 0 0,-10-19 1 0 0,14 23-20 0 0,1 0-1 0 0,0 0 0 0 0,0 0 1 0 0,1 0-1 0 0,0 0 1 0 0,0 0-1 0 0,1 0 1 0 0,-1-1-1 0 0,2 1 1 0 0,-1 0-1 0 0,1 0 0 0 0,0 0 1 0 0,1 0-1 0 0,-1 0 1 0 0,2 0-1 0 0,-1 0 1 0 0,1 0-1 0 0,0 1 0 0 0,4-9 1 0 0,4-4-8 0 0,1 1-1 0 0,1 0 1 0 0,0 1 0 0 0,1 0 0 0 0,19-17 0 0 0,29-20-130 0 0,2 2 1 0 0,90-54 0 0 0,-71 50 20 0 0,285-208-855 0 0,-23-31 128 0 0,-333 284 822 0 0,-1 0-1 0 0,12-18 1 0 0,-20 26 17 0 0,0-1 1 0 0,-1 0 0 0 0,0 0-1 0 0,0 0 1 0 0,0-1-1 0 0,0 1 1 0 0,-1 0 0 0 0,1-1-1 0 0,-1 1 1 0 0,0-1-1 0 0,0-8 1 0 0,-1 12 5 0 0,0 0 0 0 0,0 0 0 0 0,0 1 0 0 0,0-1 0 0 0,0 0 0 0 0,0 1 0 0 0,-1-1 0 0 0,1 0 1 0 0,0 1-1 0 0,-1-1 0 0 0,1 0 0 0 0,0 1 0 0 0,-1-1 0 0 0,1 1 0 0 0,-1-1 0 0 0,1 1 0 0 0,-1-1 0 0 0,1 1 0 0 0,-1-1 0 0 0,1 1 0 0 0,-1-1 0 0 0,1 1 1 0 0,-1 0-1 0 0,0-1 0 0 0,1 1 0 0 0,-1 0 0 0 0,0-1 0 0 0,1 1 0 0 0,-1 0 0 0 0,0 0 0 0 0,1 0 0 0 0,-1 0 0 0 0,0-1 0 0 0,0 1 0 0 0,-2 0-2 0 0,0 0 1 0 0,1 0-1 0 0,-1 0 0 0 0,1 0 0 0 0,-1 1 0 0 0,1-1 0 0 0,-1 1 0 0 0,-4 1 0 0 0,-9 5-11 0 0,1 2 0 0 0,-1-1 0 0 0,1 2 0 0 0,1 0 0 0 0,0 1 0 0 0,-18 17 1 0 0,4 0-15 0 0,-44 57 0 0 0,61-70 25 0 0,1 1 1 0 0,0-1-1 0 0,1 2 0 0 0,1-1 0 0 0,0 1 0 0 0,1 0 0 0 0,-9 36 1 0 0,15-47 4 0 0,0 1 0 0 0,0-1 0 0 0,1 1 0 0 0,0 0 0 0 0,0-1 0 0 0,0 1 0 0 0,1 0 0 0 0,0-1 0 0 0,0 1 0 0 0,1-1 0 0 0,2 7 0 0 0,-2-8-9 0 0,1 0 1 0 0,0-1 0 0 0,0 1 0 0 0,0 0 0 0 0,0-1 0 0 0,1 0 0 0 0,-1 0-1 0 0,1 0 1 0 0,0 0 0 0 0,0 0 0 0 0,1-1 0 0 0,-1 0 0 0 0,1 0-1 0 0,10 5 1 0 0,-5-4-301 0 0,0 0 0 0 0,1 0-1 0 0,-1-1 1 0 0,1-1 0 0 0,0 1-1 0 0,0-2 1 0 0,0 0 0 0 0,19 0-1 0 0,9-3-1517 0 0,43-7 1 0 0,-74 8 1503 0 0,52-9-3068 0 0,3-4-1378 0 0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5:10.5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1 192 1504 0 0,'5'-11'688'0'0,"1"1"0"0"0,1-1 0 0 0,-1 1-1 0 0,2 0 1 0 0,0 1 0 0 0,0 0 0 0 0,0 0 0 0 0,1 1 0 0 0,0 0-1 0 0,11-7 1 0 0,-16 12-601 0 0,0 1-1 0 0,0-1 1 0 0,0 1-1 0 0,1 1 1 0 0,-1-1-1 0 0,0 0 1 0 0,1 1-1 0 0,-1 0 1 0 0,1 0-1 0 0,-1 0 1 0 0,1 1-1 0 0,0-1 1 0 0,-1 1-1 0 0,1 0 1 0 0,0 1-1 0 0,-1-1 1 0 0,1 1-1 0 0,0 0 1 0 0,-1 0-1 0 0,1 0 1 0 0,-1 1-1 0 0,0 0 1 0 0,1-1-1 0 0,-1 1 1 0 0,0 1-1 0 0,0-1 1 0 0,0 1-1 0 0,-1-1 1 0 0,5 5-1 0 0,0 0-36 0 0,-1 1-1 0 0,0 0 1 0 0,0 0 0 0 0,-1 0-1 0 0,0 1 1 0 0,-1 0 0 0 0,0 0 0 0 0,0 0-1 0 0,-1 1 1 0 0,0-1 0 0 0,-1 1-1 0 0,0 0 1 0 0,0 1 0 0 0,-1-1-1 0 0,0 0 1 0 0,-1 0 0 0 0,0 1-1 0 0,-1-1 1 0 0,0 1 0 0 0,-1-1-1 0 0,0 1 1 0 0,0-1 0 0 0,-1 0-1 0 0,-1 1 1 0 0,0-1 0 0 0,0 0 0 0 0,-1-1-1 0 0,-5 11 1 0 0,9-19-36 0 0,0 0-1 0 0,-1 0 1 0 0,1 0 0 0 0,0 0-1 0 0,0 0 1 0 0,-1-1 0 0 0,1 1-1 0 0,-1 0 1 0 0,1 0 0 0 0,-1 0 0 0 0,1-1-1 0 0,-1 1 1 0 0,1 0 0 0 0,-1-1-1 0 0,0 1 1 0 0,1-1 0 0 0,-1 1-1 0 0,0 0 1 0 0,0-1 0 0 0,1 1 0 0 0,-1-1-1 0 0,0 0 1 0 0,0 1 0 0 0,0-1-1 0 0,1 0 1 0 0,-1 1 0 0 0,0-1-1 0 0,0 0 1 0 0,0 0 0 0 0,0 0 0 0 0,0 0-1 0 0,-1 0 1 0 0,2-1-8 0 0,-1-1-1 0 0,1 1 1 0 0,1 0 0 0 0,-1-1-1 0 0,0 1 1 0 0,0 0 0 0 0,0-1-1 0 0,1 1 1 0 0,-1 0 0 0 0,2-3 0 0 0,4-15-10 0 0,1 0 1 0 0,1 0 0 0 0,1 1-1 0 0,0 0 1 0 0,13-16-1 0 0,-3 6-2 0 0,2 1 0 0 0,27-28-1 0 0,-28 35 19 0 0,2 0 0 0 0,43-31 0 0 0,-55 44-25 0 0,1 0 1 0 0,0 1-1 0 0,1 0 1 0 0,0 1 0 0 0,0 0-1 0 0,0 1 1 0 0,0 1 0 0 0,21-4-1 0 0,-31 6 10 0 0,1 1 0 0 0,-1 0-1 0 0,1 0 1 0 0,0 0 0 0 0,-1 0-1 0 0,1 0 1 0 0,0 0 0 0 0,-1 1-1 0 0,1 0 1 0 0,-1-1 0 0 0,1 1 0 0 0,-1 0-1 0 0,0 0 1 0 0,1 0 0 0 0,-1 0-1 0 0,0 1 1 0 0,1-1 0 0 0,-1 1-1 0 0,0-1 1 0 0,0 1 0 0 0,0 0-1 0 0,0 0 1 0 0,-1 0 0 0 0,1 0-1 0 0,-1 0 1 0 0,1 0 0 0 0,-1 0 0 0 0,1 0-1 0 0,-1 1 1 0 0,0-1 0 0 0,0 1-1 0 0,0-1 1 0 0,-1 1 0 0 0,1-1-1 0 0,0 6 1 0 0,1 2 8 0 0,-1 1 1 0 0,0-1-1 0 0,0 1 0 0 0,-1 0 1 0 0,-1-1-1 0 0,0 1 0 0 0,-3 13 1 0 0,-2 4 20 0 0,1 1 0 0 0,-2 40 1 0 0,7-67-26 0 0,0-1-1 0 0,0 1 1 0 0,0-1-1 0 0,0 1 1 0 0,0 0 0 0 0,0-1-1 0 0,1 1 1 0 0,-1-1 0 0 0,1 1-1 0 0,-1-1 1 0 0,1 1-1 0 0,0-1 1 0 0,-1 0 0 0 0,1 1-1 0 0,0-1 1 0 0,0 0 0 0 0,0 1-1 0 0,0-1 1 0 0,0 0-1 0 0,0 0 1 0 0,1 0 0 0 0,-1 0-1 0 0,2 1 1 0 0,-1-1 0 0 0,1 1 0 0 0,0-1-1 0 0,1 0 1 0 0,-1 0 0 0 0,0-1 0 0 0,0 1 0 0 0,0-1-1 0 0,0 1 1 0 0,1-1 0 0 0,5 0 0 0 0,6-2 2 0 0,-1 0 0 0 0,1-1 0 0 0,24-7 0 0 0,-39 10-3 0 0,27-10-5 0 0,0-1 1 0 0,0-1-1 0 0,-2-1 0 0 0,1-1 1 0 0,-2-2-1 0 0,0 0 0 0 0,-1-2 1 0 0,-1 0-1 0 0,0-2 0 0 0,22-26 1 0 0,-38 39 4 0 0,-1 0 0 0 0,0 0 0 0 0,0-1 1 0 0,5-10-1 0 0,-9 16 2 0 0,0 0 1 0 0,0 0 0 0 0,0-1-1 0 0,0 1 1 0 0,0-1-1 0 0,-1 1 1 0 0,1 0-1 0 0,-1-1 1 0 0,0 1 0 0 0,0-1-1 0 0,0 1 1 0 0,0-1-1 0 0,0 1 1 0 0,0-1-1 0 0,-1 1 1 0 0,1-1 0 0 0,-1 1-1 0 0,0-1 1 0 0,-1-2-1 0 0,2 4-1 0 0,0 1-1 0 0,0-1 0 0 0,0 1 0 0 0,-1-1 1 0 0,1 1-1 0 0,0-1 0 0 0,-1 0 1 0 0,1 1-1 0 0,0 0 0 0 0,-1-1 1 0 0,1 1-1 0 0,-1-1 0 0 0,1 1 1 0 0,-1-1-1 0 0,1 1 0 0 0,-1 0 0 0 0,1-1 1 0 0,-1 1-1 0 0,1 0 0 0 0,-1-1 1 0 0,0 1-1 0 0,1 0 0 0 0,-1 0 1 0 0,1 0-1 0 0,-1 0 0 0 0,0 0 0 0 0,1-1 1 0 0,-1 1-1 0 0,1 0 0 0 0,-1 0 1 0 0,0 0-1 0 0,1 1 0 0 0,-1-1 1 0 0,0 0-1 0 0,-3 0-3 0 0,1-1 0 0 0,-1 1 0 0 0,1 0 0 0 0,-1 1 0 0 0,1-1 0 0 0,-1 0 0 0 0,1 1 0 0 0,-1 0 0 0 0,1 0 0 0 0,-1 0 0 0 0,1 0 0 0 0,0 1 0 0 0,0-1 0 0 0,0 1 0 0 0,0 0 0 0 0,-3 2 0 0 0,-6 4-5 0 0,0 1 1 0 0,-13 14-1 0 0,23-20 5 0 0,-16 14 1 0 0,1 1 0 0 0,-28 39-1 0 0,38-48 7 0 0,2 1-1 0 0,-1-1 1 0 0,1 1-1 0 0,1 0 1 0 0,0 0-1 0 0,0 0 0 0 0,1 0 1 0 0,0 1-1 0 0,-1 12 1 0 0,4-19-12 0 0,0 0 1 0 0,0-1 0 0 0,0 1 0 0 0,1 0 0 0 0,-1-1 0 0 0,1 1-1 0 0,0-1 1 0 0,0 1 0 0 0,0-1 0 0 0,1 1 0 0 0,-1-1-1 0 0,1 0 1 0 0,0 1 0 0 0,0-1 0 0 0,0 0 0 0 0,0 0 0 0 0,1-1-1 0 0,-1 1 1 0 0,1 0 0 0 0,-1-1 0 0 0,1 1 0 0 0,0-1 0 0 0,0 0-1 0 0,0 0 1 0 0,0 0 0 0 0,1 0 0 0 0,3 1 0 0 0,6 2-94 0 0,-1 0 0 0 0,1-1 0 0 0,0 0 0 0 0,0-1 0 0 0,0 0 0 0 0,15 1-1 0 0,5-2-61 0 0,0-1-1 0 0,0-2 0 0 0,0-1 0 0 0,0-1 0 0 0,0-2 1 0 0,-1-1-1 0 0,0-2 0 0 0,0-1 0 0 0,-1-2 0 0 0,0 0 1 0 0,-1-2-1 0 0,0-2 0 0 0,-1-1 0 0 0,-1-1 0 0 0,35-27 1 0 0,-62 43 164 0 0,20-15 1 0 0,27-28 1 0 0,-43 39 52 0 0,-1 0 0 0 0,1 0 0 0 0,-1-1 0 0 0,0 0 0 0 0,0 0 0 0 0,-1 0 0 0 0,0 0 0 0 0,0 0 0 0 0,0-1 0 0 0,2-10 0 0 0,-4 16-40 0 0,-1 0-1 0 0,0 0 1 0 0,0 0 0 0 0,0 0-1 0 0,0 0 1 0 0,0 0-1 0 0,0 0 1 0 0,0 0 0 0 0,0 0-1 0 0,0 0 1 0 0,0 0 0 0 0,0 1-1 0 0,-1-1 1 0 0,1 0-1 0 0,0 0 1 0 0,-1 0 0 0 0,1 0-1 0 0,-1 0 1 0 0,1 1 0 0 0,-1-1-1 0 0,1 0 1 0 0,-1 0 0 0 0,1 1-1 0 0,-1-1 1 0 0,0 0-1 0 0,1 1 1 0 0,-1-1 0 0 0,0 1-1 0 0,0-1 1 0 0,1 1 0 0 0,-1-1-1 0 0,0 1 1 0 0,0-1 0 0 0,0 1-1 0 0,0 0 1 0 0,0-1-1 0 0,0 1 1 0 0,1 0 0 0 0,-1 0-1 0 0,0 0 1 0 0,0 0 0 0 0,-2 0-1 0 0,-1 0 50 0 0,-1-1 0 0 0,1 2 0 0 0,-1-1 0 0 0,1 1 0 0 0,0-1 0 0 0,-1 1 0 0 0,-8 3 0 0 0,-16 9 73 0 0,1 2 0 0 0,0 1 0 0 0,2 1-1 0 0,-1 1 1 0 0,2 1 0 0 0,0 1 0 0 0,-26 30 0 0 0,45-44-121 0 0,0 0 1 0 0,1 1 0 0 0,0 0 0 0 0,0 0 0 0 0,0 0 0 0 0,1 0 0 0 0,-4 11 0 0 0,7-17-13 0 0,0 1 0 0 0,1-1 0 0 0,-1 1 0 0 0,1 0 1 0 0,-1-1-1 0 0,1 1 0 0 0,0 0 0 0 0,-1 0 0 0 0,1-1 0 0 0,0 1 0 0 0,0 0 0 0 0,0 0 0 0 0,0-1 0 0 0,1 1 0 0 0,-1 0 0 0 0,0 0 0 0 0,1-1 1 0 0,-1 1-1 0 0,1 0 0 0 0,0-1 0 0 0,-1 1 0 0 0,1-1 0 0 0,0 1 0 0 0,0-1 0 0 0,0 1 0 0 0,0-1 0 0 0,0 1 0 0 0,0-1 0 0 0,1 0 0 0 0,-1 0 0 0 0,0 0 1 0 0,1 0-1 0 0,-1 0 0 0 0,1 0 0 0 0,-1 0 0 0 0,1 0 0 0 0,-1 0 0 0 0,1 0 0 0 0,0-1 0 0 0,2 1 0 0 0,4 2 0 0 0,1-2 1 0 0,-1 1-1 0 0,1-1 0 0 0,0 0 1 0 0,-1-1-1 0 0,1 0 0 0 0,0 0 0 0 0,-1-1 1 0 0,1 0-1 0 0,-1-1 0 0 0,1 1 1 0 0,-1-2-1 0 0,0 1 0 0 0,1-1 0 0 0,-1-1 1 0 0,0 1-1 0 0,-1-1 0 0 0,1-1 1 0 0,9-6-1 0 0,-2 0 1 0 0,0-1 0 0 0,-1-1 0 0 0,0 0 0 0 0,-1-1 0 0 0,0 0 1 0 0,-1-1-1 0 0,18-28 0 0 0,26-42-58 0 0,-56 85 52 0 0,-1 0-1 0 0,2-1 1 0 0,-1 1-1 0 0,0 0 1 0 0,0 0-1 0 0,0 0 1 0 0,0-1-1 0 0,0 1 0 0 0,0 0 1 0 0,0 0-1 0 0,0 0 1 0 0,0-1-1 0 0,0 1 1 0 0,0 0-1 0 0,0 0 1 0 0,1 0-1 0 0,-1-1 1 0 0,0 1-1 0 0,0 0 1 0 0,0 0-1 0 0,0 0 1 0 0,0 0-1 0 0,1 0 1 0 0,-1 0-1 0 0,0-1 1 0 0,0 1-1 0 0,0 0 1 0 0,1 0-1 0 0,-1 0 1 0 0,0 0-1 0 0,0 0 0 0 0,0 0 1 0 0,1 0-1 0 0,-1 0 1 0 0,0 0-1 0 0,0 0 1 0 0,0 0-1 0 0,1 0 1 0 0,-1 0-1 0 0,0 0 1 0 0,0 0-1 0 0,1 0 1 0 0,-1 0-1 0 0,0 0 1 0 0,0 0-1 0 0,0 0 1 0 0,1 0-1 0 0,-1 0 1 0 0,0 1-1 0 0,1 13-20 0 0,-5 20 2 0 0,-32 89 600 0 0,-78 178-1 0 0,32-95 106 0 0,44-102-417 0 0,-51 133 226 0 0,-19-10 647 0 0,100-211-877 0 0,-2 0 0 0 0,0-1-1 0 0,0-1 1 0 0,-2 0 0 0 0,0 0 0 0 0,-18 16-1 0 0,26-27-211 0 0,1 0-1 0 0,-1 0 1 0 0,-1 0-1 0 0,1 0 1 0 0,0-1-1 0 0,-1 0 1 0 0,1 1-1 0 0,-1-2 1 0 0,0 1-1 0 0,0 0 0 0 0,0-1 1 0 0,1 0-1 0 0,-1 0 1 0 0,0-1-1 0 0,0 1 1 0 0,0-1-1 0 0,-1 0 1 0 0,1-1-1 0 0,0 1 1 0 0,0-1-1 0 0,0 0 0 0 0,1 0 1 0 0,-1 0-1 0 0,0-1 1 0 0,0 0-1 0 0,1 0 1 0 0,-6-2-1 0 0,0-3-31 0 0,0 0 0 0 0,0 0 0 0 0,0-1-1 0 0,1 0 1 0 0,0-1 0 0 0,1 0 0 0 0,0 0 0 0 0,0-1-1 0 0,1 0 1 0 0,0 0 0 0 0,1-1 0 0 0,0 0 0 0 0,0 0-1 0 0,2 0 1 0 0,-1-1 0 0 0,-3-14 0 0 0,3 7-28 0 0,1 0 1 0 0,1 0 0 0 0,0 0-1 0 0,2 0 1 0 0,0-1-1 0 0,1 1 1 0 0,1 0 0 0 0,1-1-1 0 0,7-32 1 0 0,-3 32-113 0 0,0 0 0 0 0,1 0 0 0 0,1 1 0 0 0,1 0-1 0 0,1 1 1 0 0,1 0 0 0 0,14-19 0 0 0,-7 14-290 0 0,0 2-1 0 0,2 0 0 0 0,1 1 1 0 0,34-26-1 0 0,14 0-1977 0 0,2 3 0 0 0,123-55 0 0 0,-138 71 795 0 0,-8 3-1110 0 0,-1-1-799 0 0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5:11.0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361 163 808 0 0,'11'-11'1127'0'0,"2"-1"92"0"0,-2 0 0 0 0,14-17 0 0 0,-23 26-1005 0 0,0 1 0 0 0,0-1 0 0 0,-1 0 0 0 0,1 0 0 0 0,0 0 0 0 0,-1 0 0 0 0,0 0 1 0 0,0 0-1 0 0,0 0 0 0 0,0 0 0 0 0,0 0 0 0 0,-1 0 0 0 0,1 0 0 0 0,-1-1 0 0 0,0 1 0 0 0,0 0 0 0 0,0-1 0 0 0,-1-2 0 0 0,0 3-134 0 0,1 1 1 0 0,-1 0 0 0 0,0 0-1 0 0,0 0 1 0 0,-1 0-1 0 0,1 0 1 0 0,0 0-1 0 0,-1 0 1 0 0,1 1-1 0 0,-1-1 1 0 0,1 0-1 0 0,-1 1 1 0 0,0-1 0 0 0,1 1-1 0 0,-1 0 1 0 0,0 0-1 0 0,0-1 1 0 0,0 1-1 0 0,0 0 1 0 0,-1 1-1 0 0,1-1 1 0 0,0 0-1 0 0,0 1 1 0 0,0-1 0 0 0,-1 1-1 0 0,1-1 1 0 0,0 1-1 0 0,0 0 1 0 0,-1 0-1 0 0,-2 1 1 0 0,-7-1 39 0 0,1 1 0 0 0,-1 1-1 0 0,1 0 1 0 0,-16 6 0 0 0,4 0-52 0 0,0 0 0 0 0,1 2 0 0 0,0 0 0 0 0,1 2 0 0 0,0 0 0 0 0,1 2 0 0 0,0 0 0 0 0,1 1 0 0 0,1 1 0 0 0,1 1 0 0 0,-25 28 0 0 0,37-38-59 0 0,0 0 1 0 0,1 1-1 0 0,-1-1 0 0 0,1 1 0 0 0,1 0 0 0 0,0 0 1 0 0,0 0-1 0 0,-2 9 0 0 0,4-14-6 0 0,1 0 1 0 0,-1 0-1 0 0,1 0 1 0 0,0 0-1 0 0,0-1 1 0 0,0 1-1 0 0,0 0 1 0 0,0 0-1 0 0,1 0 0 0 0,-1 0 1 0 0,1 0-1 0 0,0-1 1 0 0,0 1-1 0 0,0 0 1 0 0,0-1-1 0 0,1 1 1 0 0,-1 0-1 0 0,0-1 1 0 0,1 0-1 0 0,0 1 0 0 0,0-1 1 0 0,0 0-1 0 0,0 0 1 0 0,0 0-1 0 0,0 0 1 0 0,0 0-1 0 0,4 2 1 0 0,1 0-6 0 0,0 0 1 0 0,0-1 0 0 0,0 0 0 0 0,1 0 0 0 0,-1-1 0 0 0,1 0 0 0 0,-1 0-1 0 0,1-1 1 0 0,0 0 0 0 0,0 0 0 0 0,-1-1 0 0 0,1 0 0 0 0,0 0 0 0 0,0-1-1 0 0,0 0 1 0 0,-1-1 0 0 0,1 1 0 0 0,-1-1 0 0 0,1-1 0 0 0,-1 1-1 0 0,12-7 1 0 0,-7 3-19 0 0,-1-1-1 0 0,1 0 0 0 0,-1 0 0 0 0,-1-2 0 0 0,1 1 1 0 0,-1-1-1 0 0,-1-1 0 0 0,0 0 0 0 0,0 0 0 0 0,-1 0 1 0 0,13-23-1 0 0,-13 20 27 0 0,-1-1 1 0 0,-1 0-1 0 0,0 0 1 0 0,-1 0-1 0 0,0-1 1 0 0,-1 0 0 0 0,-1 0-1 0 0,2-20 1 0 0,-5 35-9 0 0,0-1 0 0 0,0 0 0 0 0,0 1 0 0 0,0-1 0 0 0,0 0 0 0 0,0 1 0 0 0,0-1 0 0 0,0 1 0 0 0,0-1 0 0 0,0 0 0 0 0,0 1 0 0 0,0-1 0 0 0,0 1 0 0 0,-1-1 0 0 0,1 1 0 0 0,0-1 0 0 0,0 0 0 0 0,-1 1 0 0 0,1-1 1 0 0,0 1-1 0 0,-1-1 0 0 0,1 1 0 0 0,-1-1 0 0 0,1 1 0 0 0,0 0 0 0 0,-1-1 0 0 0,1 1 0 0 0,-1 0 0 0 0,1-1 0 0 0,-1 1 0 0 0,0 0 0 0 0,1-1 0 0 0,-1 1 0 0 0,1 0 0 0 0,-1 0 0 0 0,1 0 0 0 0,-1-1 0 0 0,0 1 0 0 0,1 0 0 0 0,-1 0 0 0 0,1 0 1 0 0,-1 0-1 0 0,0 0 0 0 0,1 0 0 0 0,-1 0 0 0 0,1 1 0 0 0,-1-1 0 0 0,0 0 0 0 0,1 0 0 0 0,-1 0 0 0 0,1 0 0 0 0,-1 1 0 0 0,1-1 0 0 0,-1 0 0 0 0,0 1 0 0 0,0 0 0 0 0,-3 1-6 0 0,0 0 0 0 0,0 1 1 0 0,-1 0-1 0 0,2-1 0 0 0,-6 6 0 0 0,2-1 9 0 0,1 2 1 0 0,-1-1-1 0 0,2 1 1 0 0,-1 0-1 0 0,1 0 0 0 0,0 0 1 0 0,1 1-1 0 0,0-1 1 0 0,-3 13-1 0 0,4-14 7 0 0,1 1 0 0 0,1-1 1 0 0,-1 0-1 0 0,1 1 0 0 0,1-1 0 0 0,-1 1 0 0 0,2-1 0 0 0,-1 1 0 0 0,1-1 1 0 0,0 1-1 0 0,5 14 0 0 0,-5-19-2 0 0,0 0 0 0 0,1 0 1 0 0,0-1-1 0 0,0 1 0 0 0,0-1 1 0 0,1 1-1 0 0,-1-1 0 0 0,1 1 0 0 0,0-1 1 0 0,0 0-1 0 0,0 0 0 0 0,0-1 0 0 0,0 1 1 0 0,1-1-1 0 0,6 4 0 0 0,-4-3-50 0 0,0 0-1 0 0,1-1 1 0 0,-1 0 0 0 0,1-1-1 0 0,-1 1 1 0 0,1-1 0 0 0,0 0-1 0 0,-1-1 1 0 0,9 0-1 0 0,2-1-228 0 0,-1-1-1 0 0,0 0 1 0 0,0-2-1 0 0,0 0 1 0 0,0 0-1 0 0,0-2 1 0 0,19-9-1 0 0,-8 1-567 0 0,-2-2-1 0 0,0-1 0 0 0,0 0 0 0 0,-2-2 1 0 0,0-1-1 0 0,-2-1 0 0 0,34-41 0 0 0,-17 15-976 0 0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5:11.4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394 193 820 0 0,'0'-1'183'0'0,"16"-51"3664"0"0,12-70-1 0 0,-28 122-3777 0 0,0-1-1 0 0,0 0 1 0 0,1 0 0 0 0,-1 0-1 0 0,0 1 1 0 0,0-1 0 0 0,0 0-1 0 0,0 0 1 0 0,0 0 0 0 0,0 1-1 0 0,0-1 1 0 0,0 0 0 0 0,-1 0-1 0 0,1 0 1 0 0,0 1 0 0 0,0-1-1 0 0,-1 0 1 0 0,1 0 0 0 0,0 1-1 0 0,-2-2 1 0 0,2 2-32 0 0,-1-1-1 0 0,1 1 1 0 0,-1 0-1 0 0,1 0 1 0 0,-1 0-1 0 0,1 0 1 0 0,-1 0-1 0 0,1 0 1 0 0,-1 1 0 0 0,1-1-1 0 0,-1 0 1 0 0,1 0-1 0 0,-1 0 1 0 0,1 0-1 0 0,-1 0 1 0 0,1 1 0 0 0,0-1-1 0 0,-1 0 1 0 0,1 0-1 0 0,-1 1 1 0 0,1-1-1 0 0,0 0 1 0 0,-1 1 0 0 0,-4 3 125 0 0,1 0 0 0 0,0 0 0 0 0,1 0 0 0 0,-7 9 0 0 0,-82 147 1835 0 0,-100 238 0 0 0,122-222-1602 0 0,59-142-331 0 0,1 1 0 0 0,2 0 0 0 0,-5 44 1 0 0,12-71-95 0 0,1 0 0 0 0,0 0 0 0 0,0-1 0 0 0,0 1 0 0 0,1 0 0 0 0,0 0 0 0 0,1-1 0 0 0,0 1 0 0 0,0-1 0 0 0,4 9 0 0 0,-4-12-85 0 0,0-1 0 0 0,0 1-1 0 0,0-1 1 0 0,0 0 0 0 0,1 0 0 0 0,-1 0 0 0 0,1 0-1 0 0,0 0 1 0 0,0-1 0 0 0,0 1 0 0 0,0-1-1 0 0,0 0 1 0 0,0 0 0 0 0,1 0 0 0 0,-1 0 0 0 0,1-1-1 0 0,-1 1 1 0 0,1-1 0 0 0,0 0 0 0 0,-1 0-1 0 0,8 1 1 0 0,-1-2-184 0 0,-1 0-1 0 0,1 0 0 0 0,-1-1 1 0 0,1 0-1 0 0,-1-1 1 0 0,0 0-1 0 0,0-1 0 0 0,0 0 1 0 0,0 0-1 0 0,0 0 1 0 0,-1-1-1 0 0,1-1 0 0 0,-1 0 1 0 0,0 0-1 0 0,7-6 1 0 0,10-9-275 0 0,0-1 0 0 0,-2 0 0 0 0,22-28 0 0 0,81-113 507 0 0,-52 47 4179 0 0,-61 95-2773 0 0,-21 35 366 0 0,-5 9-1373 0 0,1 1 0 0 0,2 1 0 0 0,0 0 0 0 0,-6 31 0 0 0,12-43-278 0 0,2-7-77 0 0,-19 73 248 0 0,20-71-366 0 0,-1 0 1 0 0,1-1-1 0 0,1 1 1 0 0,0 0-1 0 0,0 0 1 0 0,1 0-1 0 0,1 9 1 0 0,-1-16-6 0 0,-1 0 0 0 0,1 0 0 0 0,-1-1 0 0 0,1 1 0 0 0,0 0-1 0 0,-1-1 1 0 0,1 1 0 0 0,0 0 0 0 0,0-1 0 0 0,0 0 0 0 0,0 1 0 0 0,1-1 0 0 0,-1 1 0 0 0,0-1 0 0 0,1 0 0 0 0,-1 0 0 0 0,0 0 0 0 0,1 0 0 0 0,0 0 0 0 0,-1 0 0 0 0,1 0 0 0 0,-1 0 0 0 0,1-1 0 0 0,0 1 0 0 0,0-1 0 0 0,-1 1 0 0 0,1-1 0 0 0,3 1 0 0 0,-1-1-338 0 0,1 0 0 0 0,-1 0 1 0 0,1-1-1 0 0,-1 1 0 0 0,1-1 1 0 0,-1 0-1 0 0,1 0 0 0 0,-1-1 1 0 0,0 1-1 0 0,7-4 0 0 0,5-4-1955 0 0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5:12.0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0 193 912 0 0,'40'-45'7515'0'0,"-39"43"-6794"0"0,0 2-657 0 0,-1 0 1 0 0,0 0 0 0 0,0-1 0 0 0,0 1-1 0 0,1 0 1 0 0,-1 0 0 0 0,0 0 0 0 0,0 0 0 0 0,0-1-1 0 0,1 1 1 0 0,-1 0 0 0 0,0 0 0 0 0,1 0 0 0 0,-1 0-1 0 0,0 0 1 0 0,0 0 0 0 0,1 0 0 0 0,-1 0 0 0 0,0 0-1 0 0,0 0 1 0 0,1 0 0 0 0,-1 0 0 0 0,0 0 0 0 0,1 0-1 0 0,-1 0 1 0 0,0 0 0 0 0,0 0 0 0 0,1 0 0 0 0,-1 0-1 0 0,0 1 1 0 0,0-1 0 0 0,1 0 0 0 0,-2 21 775 0 0,-1-1 1 0 0,-6 24-1 0 0,5-30-733 0 0,0-1-1 0 0,1 1 1 0 0,1-1-1 0 0,0 1 1 0 0,1 0-1 0 0,0 0 0 0 0,1-1 1 0 0,4 21-1 0 0,-5-33-96 0 0,1 1 0 0 0,-1 0-1 0 0,1 0 1 0 0,-1-1 0 0 0,1 1 0 0 0,0-1-1 0 0,0 1 1 0 0,0 0 0 0 0,0-1-1 0 0,0 0 1 0 0,0 1 0 0 0,0-1-1 0 0,0 0 1 0 0,0 1 0 0 0,1-1-1 0 0,-1 0 1 0 0,1 0 0 0 0,-1 0 0 0 0,1 0-1 0 0,-1 0 1 0 0,4 1 0 0 0,-2-1-3 0 0,0-1-1 0 0,0 0 1 0 0,0 1 0 0 0,0-1 0 0 0,0 0 0 0 0,0 0 0 0 0,0-1 0 0 0,-1 1-1 0 0,1 0 1 0 0,0-1 0 0 0,0 0 0 0 0,3-1 0 0 0,4-2-3 0 0,0 0-1 0 0,0-1 1 0 0,0-1 0 0 0,-1 0-1 0 0,0 0 1 0 0,10-9-1 0 0,10-13 63 0 0,49-62 0 0 0,-55 61-122 0 0,0 2 0 0 0,54-49 0 0 0,-76 75 52 0 0,1 0 1 0 0,0-1 0 0 0,0 1-1 0 0,-1 0 1 0 0,1 0 0 0 0,0-1-1 0 0,0 1 1 0 0,0 1 0 0 0,0-1 0 0 0,1 0-1 0 0,1 0 1 0 0,-1 0 3 0 0,0 1 0 0 0,-1 0 0 0 0,1 1 0 0 0,0-1 0 0 0,-1 0 0 0 0,1 1 0 0 0,-1-1 1 0 0,1 1-1 0 0,0 0 0 0 0,-1 0 0 0 0,0 0 0 0 0,1 0 0 0 0,-1 1 0 0 0,4 1 0 0 0,40 32-6 0 0,-40-29 5 0 0,1 0-1 0 0,0 0 1 0 0,0-1-1 0 0,1 0 0 0 0,-1 0 1 0 0,1-1-1 0 0,0 0 0 0 0,0-1 1 0 0,17 6-1 0 0,-11-7 4 0 0,0 0 1 0 0,0 0-1 0 0,0-2 0 0 0,0 0 1 0 0,0 0-1 0 0,0-1 0 0 0,0-1 0 0 0,0 0 1 0 0,0-1-1 0 0,-1-1 0 0 0,22-8 1 0 0,-27 8-2 0 0,1 0 0 0 0,-1 0 0 0 0,0-1 0 0 0,0 0 0 0 0,0 0 1 0 0,-1-1-1 0 0,0 0 0 0 0,0-1 0 0 0,-1 1 0 0 0,1-1 0 0 0,-1-1 0 0 0,-1 1 1 0 0,1-1-1 0 0,-2 0 0 0 0,1 0 0 0 0,-1-1 0 0 0,0 1 0 0 0,4-12 0 0 0,-8 19-2 0 0,1 0-1 0 0,-1 0 0 0 0,0 0 1 0 0,1 0-1 0 0,-1 0 0 0 0,0-1 1 0 0,0 1-1 0 0,1 0 0 0 0,-1 0 1 0 0,0 0-1 0 0,0 0 0 0 0,0 0 1 0 0,0 0-1 0 0,0 0 0 0 0,-1 0 1 0 0,1 0-1 0 0,0 0 0 0 0,0-1 1 0 0,-1 1-1 0 0,1 0 0 0 0,-1 0 1 0 0,1 0-1 0 0,-1 1 0 0 0,1-1 1 0 0,-1 0-1 0 0,0 0 0 0 0,1 0 1 0 0,-1 0-1 0 0,0 0 0 0 0,0 1 1 0 0,1-1-1 0 0,-1 0 0 0 0,0 1 1 0 0,0-1-1 0 0,0 0 0 0 0,0 1 1 0 0,0-1-1 0 0,0 1 0 0 0,0 0 1 0 0,0-1-1 0 0,0 1 0 0 0,0 0 1 0 0,0 0-1 0 0,0-1 0 0 0,0 1 1 0 0,-1 0-1 0 0,1 0 0 0 0,0 0 1 0 0,0 0-1 0 0,0 0 0 0 0,-1 1 1 0 0,-6-1 9 0 0,1 1 0 0 0,-1 0 0 0 0,1 1 0 0 0,0-1 1 0 0,-1 1-1 0 0,-6 4 0 0 0,-1 0 39 0 0,0 1 1 0 0,1 1-1 0 0,0 0 0 0 0,0 1 1 0 0,1 1-1 0 0,0 0 0 0 0,1 1 0 0 0,0 0 1 0 0,0 1-1 0 0,2 0 0 0 0,-1 0 1 0 0,2 1-1 0 0,-1 1 0 0 0,-10 21 0 0 0,19-32-37 0 0,-1 0-1 0 0,1 0 0 0 0,0 0 0 0 0,-1 0 0 0 0,1 1 0 0 0,1-1 0 0 0,-1 0 0 0 0,0 0 0 0 0,1 1 1 0 0,0-1-1 0 0,0 0 0 0 0,0 1 0 0 0,0-1 0 0 0,0 0 0 0 0,1 1 0 0 0,-1-1 0 0 0,1 0 1 0 0,0 0-1 0 0,0 0 0 0 0,0 1 0 0 0,1-1 0 0 0,-1 0 0 0 0,1 0 0 0 0,-1-1 0 0 0,5 6 0 0 0,-3-4-3 0 0,1-1 0 0 0,0 0 0 0 0,0 0-1 0 0,0 0 1 0 0,0 0 0 0 0,0-1-1 0 0,1 0 1 0 0,-1 0 0 0 0,1 0 0 0 0,-1 0-1 0 0,1 0 1 0 0,0-1 0 0 0,-1 0-1 0 0,1 0 1 0 0,0-1 0 0 0,7 1-1 0 0,3-1-386 0 0,-1 0 0 0 0,0-2 0 0 0,0 0 0 0 0,0 0 0 0 0,0-1 0 0 0,-1-1-1 0 0,27-10 1 0 0,-20 5-1704 0 0,-1-1 0 0 0,24-16 0 0 0,-13 6-2266 0 0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5:12.2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302 116 164 0 0,'-30'-11'2588'0'0,"1"-1"-760"0"0,0 2-219 0 0,1 1-409 0 0,3-3-124 0 0,2 5-324 0 0,3 1-72 0 0,3-3-240 0 0,-1 2 0 0 0,3 2-184 0 0,3 0 40 0 0,0 0-252 0 0,2 0-64 0 0,-8-2-1228 0 0,3 1-2792 0 0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5:12.4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176 1 828 0 0,'-33'5'2700'0'0,"-8"0"1000"0"0,-44 13-1 0 0,73-11-2876 0 0,12-7-805 0 0,0 0 0 0 0,0 0 0 0 0,-1 0 0 0 0,1 0-1 0 0,0 0 1 0 0,0 0 0 0 0,0 0 0 0 0,-1 0-1 0 0,1 0 1 0 0,0 0 0 0 0,0 0 0 0 0,0 1-1 0 0,0-1 1 0 0,-1 0 0 0 0,1 0 0 0 0,0 0 0 0 0,0 0-1 0 0,0 0 1 0 0,0 0 0 0 0,-1 1 0 0 0,1-1-1 0 0,0 0 1 0 0,0 0 0 0 0,0 0 0 0 0,0 0-1 0 0,0 1 1 0 0,0-1 0 0 0,0 0 0 0 0,0 0 0 0 0,0 0-1 0 0,0 1 1 0 0,-1-1 0 0 0,1 0 0 0 0,0 0-1 0 0,0 0 1 0 0,0 1 0 0 0,0-1 0 0 0,0 0-1 0 0,0 0 1 0 0,1 0 0 0 0,-1 1 0 0 0,0-1 0 0 0,0 0-1 0 0,0 0 1 0 0,0 1 0 0 0,69 6-176 0 0,1-3 0 0 0,104-7-1 0 0,-126 1-420 0 0,108-9-4176 0 0,-67 3 400 0 0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5:13.4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90 476 0 0,'4'-14'3495'0'0,"-3"13"-3195"0"0,-1-1 0 0 0,0 1 1 0 0,0-1-1 0 0,1 1 0 0 0,-1-1 0 0 0,1 1 0 0 0,0 0 0 0 0,-1-1 0 0 0,1 1 0 0 0,0 0 0 0 0,0-1 0 0 0,0 1 1 0 0,0 0-1 0 0,0 0 0 0 0,2-2 588 0 0,28 49 1369 0 0,29 100-1165 0 0,-24-55-978 0 0,-33-85-218 0 0,-2-2 216 0 0,1 1 0 0 0,0-1 0 0 0,0 0 0 0 0,0-1 0 0 0,0 1-1 0 0,1 0 1 0 0,2 3 0 0 0,-4-6-74 0 0,0 0 0 0 0,0-1-1 0 0,0 1 1 0 0,0-1 0 0 0,0 1 0 0 0,0-1-1 0 0,0 1 1 0 0,0-1 0 0 0,1 1 0 0 0,-1-1 0 0 0,0 0-1 0 0,0 0 1 0 0,0 1 0 0 0,0-1 0 0 0,1 0-1 0 0,-1 0 1 0 0,0 0 0 0 0,0-1 0 0 0,0 1 0 0 0,1 0-1 0 0,-1 0 1 0 0,0-1 0 0 0,0 1 0 0 0,0 0-1 0 0,0-1 1 0 0,0 1 0 0 0,0-1 0 0 0,0 1-1 0 0,0-1 1 0 0,2-1 0 0 0,11-7 98 0 0,0-1 1 0 0,-1 0-1 0 0,0-1 0 0 0,18-20 0 0 0,42-56-17 0 0,-53 61-98 0 0,120-143-73 0 0,-138 167 35 0 0,0-1-1 0 0,0 1 0 0 0,0 0 0 0 0,0 1 0 0 0,0-1 0 0 0,0 0 1 0 0,1 0-1 0 0,-1 1 0 0 0,1-1 0 0 0,-1 1 0 0 0,1 0 0 0 0,3-1 1 0 0,-5 2-32 0 0,0 0 1 0 0,0 0 0 0 0,0 0-1 0 0,0 0 1 0 0,0 0 0 0 0,1 0-1 0 0,-1 0 1 0 0,0 1 0 0 0,0-1-1 0 0,0 0 1 0 0,0 1 0 0 0,0-1-1 0 0,0 1 1 0 0,0-1 0 0 0,0 1-1 0 0,0-1 1 0 0,0 1 0 0 0,0 0-1 0 0,-1 0 1 0 0,1-1 0 0 0,0 1-1 0 0,0 0 1 0 0,-1 0 0 0 0,1 0-1 0 0,0 0 1 0 0,-1 0 0 0 0,1 0 0 0 0,-1 0-1 0 0,1 0 1 0 0,-1 0 0 0 0,0 0-1 0 0,1 0 1 0 0,-1 1 0 0 0,7 16-2452 0 0,1 0 0 0 0,11 17 1 0 0,-8-19-1279 0 0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5:14.8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410 586 704 0 0,'1'-3'386'0'0,"-1"0"0"0"0,0 0 0 0 0,0 0 0 0 0,0 0 0 0 0,0 0 0 0 0,0 0 0 0 0,0 0 0 0 0,-1-1 0 0 0,0 1 0 0 0,0 0 0 0 0,1 0 0 0 0,-2 1 0 0 0,1-1 0 0 0,-2-3 0 0 0,2 4-260 0 0,0 1 0 0 0,-1-1-1 0 0,1 0 1 0 0,-1 1 0 0 0,0 0 0 0 0,1-1 0 0 0,-1 1 0 0 0,0 0 0 0 0,0 0 0 0 0,0 0 0 0 0,0 0 0 0 0,0 0-1 0 0,0 0 1 0 0,0 1 0 0 0,0-1 0 0 0,0 1 0 0 0,0 0 0 0 0,0-1 0 0 0,0 1 0 0 0,-1 0 0 0 0,-2 0 0 0 0,-8 1 60 0 0,1 0 1 0 0,-1 1 0 0 0,0 1-1 0 0,1 0 1 0 0,0 0 0 0 0,0 2-1 0 0,0-1 1 0 0,-13 8 0 0 0,-1 2-1 0 0,0 1 0 0 0,-33 25 0 0 0,41-26-136 0 0,-1 1 0 0 0,-30 34 0 0 0,45-46-40 0 0,1 1-1 0 0,-1 0 0 0 0,1 0 0 0 0,0 0 1 0 0,0 1-1 0 0,1-1 0 0 0,-1 1 1 0 0,1-1-1 0 0,0 1 0 0 0,1 0 1 0 0,-1 0-1 0 0,1 0 0 0 0,0 0 1 0 0,0 0-1 0 0,0 0 0 0 0,1 0 1 0 0,-1 0-1 0 0,1 0 0 0 0,1 0 0 0 0,0 7 1 0 0,0-10-12 0 0,-1 1 1 0 0,1 0-1 0 0,1 0 1 0 0,-1-1-1 0 0,0 1 1 0 0,1-1-1 0 0,-1 1 1 0 0,1-1-1 0 0,0 0 1 0 0,0 1-1 0 0,0-1 1 0 0,0 0-1 0 0,0 0 1 0 0,0 0-1 0 0,0-1 1 0 0,3 2-1 0 0,0 0-2 0 0,0-1 0 0 0,0 0 0 0 0,0 0 0 0 0,0 0 0 0 0,0-1 0 0 0,0 1 0 0 0,0-1-1 0 0,7 0 1 0 0,1 0 15 0 0,-1-1-1 0 0,0-1 1 0 0,0 0 0 0 0,1 0-1 0 0,-1-2 1 0 0,21-5-1 0 0,-20 3-5 0 0,0-1 1 0 0,0-1-1 0 0,-1 0 0 0 0,0 0 1 0 0,0-1-1 0 0,-1-1 0 0 0,0 1 1 0 0,-1-2-1 0 0,0 0 0 0 0,0 0 0 0 0,14-21 1 0 0,-1-2-60 0 0,-2 0 1 0 0,32-70 0 0 0,-42 82-105 0 0,-10 20 195 0 0,-2 2-32 0 0,-5 5 24 0 0,1 1 0 0 0,0-1 0 0 0,1 1 0 0 0,-1 0 0 0 0,1 0-1 0 0,1 0 1 0 0,0 1 0 0 0,0-1 0 0 0,0 1 0 0 0,1 0 0 0 0,0 0 0 0 0,0 0 0 0 0,1 0 0 0 0,0 0-1 0 0,0 0 1 0 0,1 8 0 0 0,0-10-30 0 0,0-1-1 0 0,1 1 0 0 0,-1-1 1 0 0,1 0-1 0 0,1 1 1 0 0,-1-1-1 0 0,1 0 0 0 0,-1 0 1 0 0,1 0-1 0 0,1 0 1 0 0,-1 0-1 0 0,1 0 0 0 0,0-1 1 0 0,0 1-1 0 0,0-1 1 0 0,1 0-1 0 0,-1 0 0 0 0,1 0 1 0 0,0 0-1 0 0,0-1 0 0 0,1 0 1 0 0,-1 1-1 0 0,1-2 1 0 0,-1 1-1 0 0,6 2 0 0 0,6 0 11 0 0,0 0-1 0 0,0-1 0 0 0,0-1 0 0 0,0 0 1 0 0,1-2-1 0 0,-1 0 0 0 0,1 0 0 0 0,-1-2 0 0 0,1 0 1 0 0,-1-1-1 0 0,1 0 0 0 0,-1-1 0 0 0,26-9 1 0 0,-11 1-17 0 0,-1 0 0 0 0,0-2 0 0 0,-1-2 0 0 0,0 0 0 0 0,52-39 0 0 0,-50 28 3 0 0,-1 0-1 0 0,-1-3 0 0 0,-1 0 1 0 0,-2-2-1 0 0,-1 0 0 0 0,23-39 1 0 0,-12 9-9 0 0,-3-2-1 0 0,42-107 1 0 0,-66 145-5 0 0,-1 0 0 0 0,9-46-1 0 0,-17 70 20 0 0,0 1 0 0 0,0-1-1 0 0,1 1 1 0 0,-1-1-1 0 0,0 1 1 0 0,0 0 0 0 0,0-1-1 0 0,0 1 1 0 0,0-1-1 0 0,0 1 1 0 0,0-1-1 0 0,0 1 1 0 0,-1 0 0 0 0,1-1-1 0 0,0 1 1 0 0,0-1-1 0 0,0 1 1 0 0,0 0-1 0 0,0-1 1 0 0,-1 1 0 0 0,1-1-1 0 0,0 1 1 0 0,0 0-1 0 0,-1-1 1 0 0,1 1 0 0 0,0 0-1 0 0,-1-1 1 0 0,1 1-1 0 0,0 0 1 0 0,-1 0-1 0 0,1-1 1 0 0,0 1 0 0 0,-1 0-1 0 0,1 0 1 0 0,-1 0-1 0 0,1-1 1 0 0,0 1 0 0 0,-1 0-1 0 0,1 0 1 0 0,-1 0-1 0 0,1 0 1 0 0,-1 0-1 0 0,1 0 1 0 0,0 0 0 0 0,-1 0-1 0 0,1 0 1 0 0,-1 0-1 0 0,-18 5-14 0 0,19-5 15 0 0,-7 4 4 0 0,1 0-1 0 0,-1 1 1 0 0,1 0 0 0 0,0 0-1 0 0,1 0 1 0 0,-1 0-1 0 0,1 1 1 0 0,0 0 0 0 0,-7 11-1 0 0,2-3-8 0 0,-28 37 89 0 0,2 2-1 0 0,2 2 0 0 0,3 1 0 0 0,-43 109 0 0 0,64-140-37 0 0,2 1-1 0 0,1 1 0 0 0,-5 31 0 0 0,10-44-36 0 0,1 0 1 0 0,0 1-1 0 0,1-1 1 0 0,1 1-1 0 0,0-1 1 0 0,1 1-1 0 0,5 21 0 0 0,-6-31-7 0 0,1 0-1 0 0,0 0 1 0 0,0-1-1 0 0,0 1 1 0 0,0-1-1 0 0,1 1 1 0 0,0-1-1 0 0,0 0 1 0 0,0 0-1 0 0,0 0 0 0 0,0 0 1 0 0,1-1-1 0 0,0 1 1 0 0,7 4-1 0 0,-5-4 4 0 0,0-1 1 0 0,0 0-1 0 0,0-1 0 0 0,0 0 1 0 0,1 0-1 0 0,-1 0 0 0 0,1-1 1 0 0,-1 0-1 0 0,1 0 0 0 0,8 0 0 0 0,0-1 8 0 0,1-1 0 0 0,-1-1-1 0 0,0 0 1 0 0,1-1-1 0 0,-1-1 1 0 0,0 0 0 0 0,-1-1-1 0 0,29-14 1 0 0,-14 3-51 0 0,-1-2 1 0 0,-1-1-1 0 0,0 0 0 0 0,-1-3 1 0 0,23-24-1 0 0,0-6-49 0 0,54-74 0 0 0,-92 111 54 0 0,-6 7 8 0 0,0 1-1 0 0,1 0 1 0 0,0 0-1 0 0,6-5 1 0 0,-10 10 95 0 0,-4 4-62 0 0,0 0 1 0 0,0 0 0 0 0,1 0-1 0 0,-1 0 1 0 0,1 0-1 0 0,0 1 1 0 0,-1-1 0 0 0,0 4-1 0 0,-2 1-3 0 0,-12 19 61 0 0,-39 68 249 0 0,49-82-273 0 0,0 1-1 0 0,1 0 0 0 0,0 1 0 0 0,1-1 0 0 0,-3 22 1 0 0,6-32-40 0 0,1 0 0 0 0,-1 0 0 0 0,1 0 0 0 0,0 0 0 0 0,0 0 0 0 0,0 0 1 0 0,1 0-1 0 0,-1 0 0 0 0,1-1 0 0 0,-1 1 0 0 0,1 0 0 0 0,0 0 0 0 0,0 0 1 0 0,1 0-1 0 0,-1-1 0 0 0,0 1 0 0 0,1-1 0 0 0,0 1 0 0 0,-1-1 0 0 0,3 3 1 0 0,0-2-3 0 0,-1-1 1 0 0,0 0-1 0 0,1 1 1 0 0,-1-1 0 0 0,1-1-1 0 0,0 1 1 0 0,0 0 0 0 0,-1-1-1 0 0,1 0 1 0 0,0 0 0 0 0,0 0-1 0 0,0 0 1 0 0,0-1 0 0 0,6 0-1 0 0,5 0-3 0 0,0 0 1 0 0,-1-2-1 0 0,1 0 0 0 0,-1 0 0 0 0,0-2 1 0 0,0 0-1 0 0,0 0 0 0 0,0-1 0 0 0,0-1 1 0 0,-1 0-1 0 0,0-1 0 0 0,12-9 0 0 0,16-12-56 0 0,-2-2-1 0 0,42-41 0 0 0,-11-4 11 0 0,-19 20-88 0 0,-49 53 117 0 0,-4 14 35 0 0,0 0 7 0 0,0 0 0 0 0,-2 0 0 0 0,1 0 0 0 0,-1-1 0 0 0,-1 0 0 0 0,-6 12 0 0 0,-4 12-10 0 0,11-25-2 0 0,-18 53 76 0 0,21-57-81 0 0,-1-1 0 0 0,1 1 0 0 0,1-1 0 0 0,-1 1 0 0 0,1-1 0 0 0,0 1 0 0 0,0-1 0 0 0,0 1 0 0 0,2 7 0 0 0,-1-10-2 0 0,0-1-1 0 0,-1 0 1 0 0,1 0 0 0 0,0 0-1 0 0,0 0 1 0 0,1 0-1 0 0,-1 0 1 0 0,0 0-1 0 0,1-1 1 0 0,-1 1 0 0 0,1 0-1 0 0,-1-1 1 0 0,1 1-1 0 0,0-1 1 0 0,-1 0 0 0 0,1 1-1 0 0,3 0 1 0 0,-1 0 2 0 0,0 0 0 0 0,1 0 0 0 0,0-1 0 0 0,-1 0-1 0 0,1 0 1 0 0,0 0 0 0 0,7 1 0 0 0,5-2 0 0 0,0-1 1 0 0,-1 0-1 0 0,26-5 0 0 0,-22 2-9 0 0,0-2 1 0 0,0 0-1 0 0,-1-1 1 0 0,0-1 0 0 0,0 0-1 0 0,0-2 1 0 0,-1 0-1 0 0,-1-1 1 0 0,0-1-1 0 0,30-27 1 0 0,-20 13-21 0 0,-1-2 0 0 0,-1-1-1 0 0,-2-1 1 0 0,-1-1 0 0 0,20-35 0 0 0,-39 59 13 0 0,0 1 0 0 0,0-1 0 0 0,0 0 0 0 0,-1 0 0 0 0,3-8 0 0 0,-5 14 10 0 0,0 1 0 0 0,0-1 0 0 0,0 1 0 0 0,0 0 0 0 0,0-1 0 0 0,0 1 0 0 0,0-1 0 0 0,-1 1 1 0 0,1-1-1 0 0,0 1 0 0 0,0-1 0 0 0,0 1 0 0 0,0-1 0 0 0,0 1 0 0 0,-1 0 0 0 0,1-1 1 0 0,0 1-1 0 0,0-1 0 0 0,-1 1 0 0 0,1 0 0 0 0,0-1 0 0 0,-1 1 0 0 0,1 0 0 0 0,0-1 1 0 0,-1 1-1 0 0,1 0 0 0 0,-1 0 0 0 0,1-1 0 0 0,0 1 0 0 0,-1 0 0 0 0,1 0 0 0 0,-1 0 1 0 0,1 0-1 0 0,-1-1 0 0 0,1 1 0 0 0,0 0 0 0 0,-1 0 0 0 0,1 0 0 0 0,-1 0 0 0 0,1 0 1 0 0,-1 0-1 0 0,1 0 0 0 0,-1 0 0 0 0,-21 3-2 0 0,8 2 81 0 0,1 1-1 0 0,0 0 1 0 0,0 1 0 0 0,1 1-1 0 0,0-1 1 0 0,-22 20-1 0 0,12-7 79 0 0,1 1 0 0 0,-26 31 0 0 0,39-41-106 0 0,-1 1 1 0 0,1-1 0 0 0,1 1-1 0 0,0 0 1 0 0,1 1-1 0 0,-9 23 1 0 0,14-33-45 0 0,0 0 0 0 0,0 0 0 0 0,1 0 0 0 0,-1 0 1 0 0,1 0-1 0 0,-1 0 0 0 0,1 0 0 0 0,0 0 0 0 0,0 0 0 0 0,1 0 1 0 0,-1 0-1 0 0,1 0 0 0 0,-1 0 0 0 0,1 0 0 0 0,0 0 0 0 0,0 0 1 0 0,0 0-1 0 0,0 0 0 0 0,1-1 0 0 0,-1 1 0 0 0,1 0 0 0 0,0-1 1 0 0,0 1-1 0 0,0-1 0 0 0,0 0 0 0 0,0 0 0 0 0,0 0 0 0 0,0 0 1 0 0,1 0-1 0 0,-1 0 0 0 0,1 0 0 0 0,0-1 0 0 0,-1 1 0 0 0,1-1 0 0 0,0 0 1 0 0,0 0-1 0 0,3 1 0 0 0,11 3-214 0 0,1 0 0 0 0,0-1 0 0 0,0-1 0 0 0,-1-1 0 0 0,2-1 0 0 0,30-1 0 0 0,109-18-5639 0 0,-91 6 1072 0 0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5:16.5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467 998 1624 0 0,'-5'17'9386'0'0,"51"-43"-9241"0"0,-1-3-1 0 0,-1-1 1 0 0,-1-2-1 0 0,-2-2 1 0 0,54-59-1 0 0,-61 54-137 0 0,-1 0-1 0 0,-2-3 1 0 0,-2 0-1 0 0,-2-2 1 0 0,37-82-1 0 0,-38 64 37 0 0,-3-1-1 0 0,-3 0 0 0 0,24-131 1 0 0,-40 147-67 0 0,-4 47 24 0 0,0 0-1 0 0,0-1 0 0 0,1 1 0 0 0,-1 0 1 0 0,0-1-1 0 0,0 1 0 0 0,0 0 0 0 0,0-1 1 0 0,0 1-1 0 0,-1-1 0 0 0,1 1 0 0 0,0 0 1 0 0,0-1-1 0 0,0 1 0 0 0,0 0 0 0 0,0-1 1 0 0,0 1-1 0 0,-1 0 0 0 0,1-1 0 0 0,0 1 1 0 0,0 0-1 0 0,0 0 0 0 0,-1-1 0 0 0,1 1 1 0 0,0 0-1 0 0,0 0 0 0 0,-1-1 0 0 0,1 1 1 0 0,0 0-1 0 0,-1 0 0 0 0,1-1 0 0 0,-11 6 33 0 0,-7 16 55 0 0,-3 8 10 0 0,2 1-1 0 0,-25 56 1 0 0,-21 72 244 0 0,25-56-94 0 0,-189 528 1121 0 0,74-186-886 0 0,-33 21-296 0 0,-2 6-36 0 0,147-352-126 0 0,43-118-23 0 0,0-1-1 0 0,0 1 1 0 0,-1-1-1 0 0,1 0 1 0 0,0 1-1 0 0,0-1 1 0 0,0 1-1 0 0,0-1 0 0 0,0 1 1 0 0,0-1-1 0 0,0 1 1 0 0,0-1-1 0 0,0 1 1 0 0,0-1-1 0 0,0 1 1 0 0,0-1-1 0 0,0 1 1 0 0,0-1-1 0 0,0 1 0 0 0,1-1 1 0 0,-1 1-1 0 0,0-1 1 0 0,0 1-1 0 0,0-1 1 0 0,1 1-1 0 0,-1-1 1 0 0,0 0-1 0 0,1 1 1 0 0,-1-1-1 0 0,0 1 1 0 0,1-1-1 0 0,-1 0 0 0 0,0 1 1 0 0,1-1-1 0 0,-1 0 1 0 0,1 0-1 0 0,-1 1 1 0 0,1-1-1 0 0,-1 0 1 0 0,1 0-1 0 0,-1 0 1 0 0,1 0-1 0 0,-1 1 0 0 0,1-1 1 0 0,-1 0-1 0 0,1 0 1 0 0,24-2 13 0 0,-5-5-7 0 0,0-1-1 0 0,0-1 1 0 0,-1-1 0 0 0,0-1-1 0 0,-1 0 1 0 0,23-19-1 0 0,93-93 48 0 0,-96 86-49 0 0,-3-2-1 0 0,-1-2 0 0 0,-2-1 1 0 0,30-53-1 0 0,-50 75 0 0 0,-1-2 0 0 0,-1 1 0 0 0,0-2-1 0 0,-2 1 1 0 0,-1-1 0 0 0,-1 0 0 0 0,-1-1 0 0 0,-1 1 0 0 0,-1-1 0 0 0,-1 0 0 0 0,-1-36-1 0 0,-2 44 3 0 0,-2 0-1 0 0,0 1 0 0 0,0-1 0 0 0,-1 1 0 0 0,-1 0 0 0 0,-1 0 1 0 0,0 0-1 0 0,-16-26 0 0 0,10 21 3 0 0,-2 1-1 0 0,0 1 1 0 0,-1 1-1 0 0,-1 0 1 0 0,-27-22-1 0 0,1 6 7 0 0,-2 3 1 0 0,-2 2-1 0 0,0 1 0 0 0,-79-31 1 0 0,-81-19-251 0 0,205 77 223 0 0,0 0-1 0 0,1-1 1 0 0,-1 1 0 0 0,0 0 0 0 0,1 0 0 0 0,-1-1 0 0 0,0 1 0 0 0,1 0 0 0 0,-1-1 0 0 0,1 1-1 0 0,-1 0 1 0 0,1-1 0 0 0,-1 1 0 0 0,1-1 0 0 0,-1 1 0 0 0,1-1 0 0 0,-1 1 0 0 0,1-1-1 0 0,0 0 1 0 0,-1 1 0 0 0,1-1 0 0 0,0 1 0 0 0,-1-1 0 0 0,1 0 0 0 0,0 1 0 0 0,0-1-1 0 0,-1-1 1 0 0,2 1-6 0 0,-1 0-1 0 0,1 0 0 0 0,-1 0 0 0 0,1 1 1 0 0,-1-1-1 0 0,1 0 0 0 0,-1 0 0 0 0,1 0 0 0 0,0 1 1 0 0,-1-1-1 0 0,1 0 0 0 0,0 1 0 0 0,0-1 1 0 0,0 0-1 0 0,0 1 0 0 0,1-1 0 0 0,7-4-179 0 0,1 0 0 0 0,17-5 0 0 0,-23 9 109 0 0,259-81-2168 0 0,-36 14 788 0 0,-179 52 1209 0 0,195-75-836 0 0,-216 79 1035 0 0,-1-1-1 0 0,-1-2 1 0 0,0 0-1 0 0,-1-2 1 0 0,0-1-1 0 0,35-34 1 0 0,-52 44 179 0 0,1-1 0 0 0,-2 1 0 0 0,1-1 0 0 0,9-18 0 0 0,-14 22 18 0 0,0 0-1 0 0,0 0 1 0 0,0-1-1 0 0,0 1 1 0 0,-1 0-1 0 0,0 0 0 0 0,0-1 1 0 0,0 1-1 0 0,-1-1 1 0 0,0 1-1 0 0,-1-6 1 0 0,1 10-118 0 0,0 0 1 0 0,0 1-1 0 0,0-1 1 0 0,0 1 0 0 0,0-1-1 0 0,0 0 1 0 0,-1 1-1 0 0,1-1 1 0 0,0 1-1 0 0,0-1 1 0 0,-1 1 0 0 0,1-1-1 0 0,0 1 1 0 0,-1-1-1 0 0,1 1 1 0 0,0 0-1 0 0,-1-1 1 0 0,1 1 0 0 0,-1-1-1 0 0,1 1 1 0 0,-1 0-1 0 0,1-1 1 0 0,-1 1-1 0 0,1 0 1 0 0,-1 0 0 0 0,1-1-1 0 0,-1 1 1 0 0,1 0-1 0 0,-1 0 1 0 0,0 0-1 0 0,1 0 1 0 0,-1 0 0 0 0,1 0-1 0 0,-1 0 1 0 0,0 0-1 0 0,1 0 1 0 0,-1 0-1 0 0,1 0 1 0 0,-2 0 0 0 0,-20 8 367 0 0,9 1-212 0 0,0 1 1 0 0,0 0-1 0 0,1 1 1 0 0,1 0-1 0 0,-20 26 1 0 0,16-18-80 0 0,2 1 0 0 0,0 1 0 0 0,-12 27 0 0 0,22-41-74 0 0,0 1 0 0 0,0-1 0 0 0,1 0 0 0 0,0 1 1 0 0,0 0-1 0 0,1-1 0 0 0,0 1 0 0 0,0 0 0 0 0,1 12 0 0 0,0-16-14 0 0,1-1 0 0 0,-1 1-1 0 0,1-1 1 0 0,0 0 0 0 0,0 1-1 0 0,0-1 1 0 0,0 0-1 0 0,1 0 1 0 0,-1 1 0 0 0,1-1-1 0 0,0 0 1 0 0,0 0-1 0 0,0-1 1 0 0,0 1 0 0 0,0 0-1 0 0,1-1 1 0 0,-1 1 0 0 0,1-1-1 0 0,0 0 1 0 0,0 0-1 0 0,-1 0 1 0 0,1 0 0 0 0,5 2-1 0 0,1-1 3 0 0,0 0-1 0 0,1 0 0 0 0,-1-1 0 0 0,0 0 1 0 0,1-1-1 0 0,-1 0 0 0 0,1-1 0 0 0,0 1 1 0 0,-1-2-1 0 0,1 1 0 0 0,-1-2 1 0 0,1 1-1 0 0,-1-1 0 0 0,0-1 0 0 0,1 1 1 0 0,16-9-1 0 0,-10 4-15 0 0,-1-1 1 0 0,1-1-1 0 0,-1 0 1 0 0,-1-1-1 0 0,0-1 0 0 0,0 0 1 0 0,-1-1-1 0 0,16-19 1 0 0,-18 17 0 0 0,0-1 0 0 0,-1 0 0 0 0,-1-1 1 0 0,0 0-1 0 0,-1 0 0 0 0,-1-1 0 0 0,0 0 1 0 0,-1 0-1 0 0,-1-1 0 0 0,-1 0 0 0 0,0 0 1 0 0,-2 0-1 0 0,0 0 0 0 0,-1 0 0 0 0,-2-34 1 0 0,1 49 4 0 0,0-1 1 0 0,-1 1 0 0 0,1 0 0 0 0,-1-1 0 0 0,0 1 0 0 0,0 0 0 0 0,0 0 0 0 0,-1 0 0 0 0,1-1 0 0 0,-1 1 0 0 0,0 1 0 0 0,0-1 0 0 0,0 0 0 0 0,0 0-1 0 0,0 1 1 0 0,0-1 0 0 0,-1 1 0 0 0,1 0 0 0 0,-5-3 0 0 0,3 2-1 0 0,0 2-1 0 0,0-1 1 0 0,0 0-1 0 0,0 1 1 0 0,0 0-1 0 0,-1 0 1 0 0,1 0 0 0 0,0 1-1 0 0,-1-1 1 0 0,1 1-1 0 0,0 0 1 0 0,-1 0-1 0 0,-5 2 1 0 0,-2 0-2 0 0,1 0 0 0 0,-1 1-1 0 0,1 1 1 0 0,-1 0 0 0 0,1 0 0 0 0,0 1 0 0 0,1 1 0 0 0,-1 0 0 0 0,1 0-1 0 0,-10 9 1 0 0,17-13 2 0 0,1 0 1 0 0,0-1-1 0 0,0 1 0 0 0,0 0 0 0 0,1 0 1 0 0,-1 0-1 0 0,0 1 0 0 0,1-1 0 0 0,-1 0 0 0 0,1 1 1 0 0,-2 4-1 0 0,2-6 2 0 0,1 0 0 0 0,0 0 1 0 0,0 1-1 0 0,-1-1 0 0 0,1 0 1 0 0,0 0-1 0 0,0 0 0 0 0,0 0 0 0 0,0 0 1 0 0,0 1-1 0 0,1-1 0 0 0,-1 0 0 0 0,0 0 1 0 0,1 0-1 0 0,-1 0 0 0 0,0 0 1 0 0,1 0-1 0 0,-1 0 0 0 0,1 0 0 0 0,-1 0 1 0 0,1 0-1 0 0,0 0 0 0 0,0 0 0 0 0,-1 0 1 0 0,1 0-1 0 0,0 0 0 0 0,0-1 1 0 0,0 1-1 0 0,0 0 0 0 0,0-1 0 0 0,0 1 1 0 0,0 0-1 0 0,0-1 0 0 0,0 0 0 0 0,0 1 1 0 0,0-1-1 0 0,0 1 0 0 0,0-1 1 0 0,0 0-1 0 0,0 0 0 0 0,2 0 0 0 0,-1 1-1 0 0,10 2 2 0 0,-1-1 1 0 0,1-1 0 0 0,0 0-1 0 0,0 0 1 0 0,0-1-1 0 0,0-1 1 0 0,22-3 0 0 0,81-23-29 0 0,-68 13 30 0 0,4-2-34 0 0,90-15 0 0 0,-136 30 27 0 0,-1 1 0 0 0,1-1 0 0 0,-1 1 0 0 0,1 0 0 0 0,-1 1 0 0 0,0-1 0 0 0,1 1 0 0 0,-1-1 0 0 0,1 1 0 0 0,-1 1 0 0 0,0-1 0 0 0,0 1 0 0 0,0-1 0 0 0,0 1 0 0 0,0 0 0 0 0,0 0 0 0 0,0 1 0 0 0,0-1 0 0 0,-1 1 0 0 0,1 0 0 0 0,-1 0 0 0 0,0 0 0 0 0,0 1 0 0 0,0-1 0 0 0,-1 1 0 0 0,4 4 0 0 0,-3-1 27 0 0,0-1 1 0 0,0 1 0 0 0,-1 0-1 0 0,0 0 1 0 0,0 0 0 0 0,0 0-1 0 0,-1 0 1 0 0,0 0 0 0 0,-1 1-1 0 0,0-1 1 0 0,0 0 0 0 0,0 0-1 0 0,-1 0 1 0 0,0 1 0 0 0,-3 10-1 0 0,1-6 316 0 0,-1 1-1 0 0,-1 0 1 0 0,0-1 0 0 0,-1 0-1 0 0,0 0 1 0 0,0 0-1 0 0,-1-1 1 0 0,-1 0-1 0 0,0 0 1 0 0,-12 12 0 0 0,19-23-283 0 0,1 1 0 0 0,-1 0 1 0 0,0 0-1 0 0,1-1 0 0 0,-1 1 1 0 0,0-1-1 0 0,0 1 1 0 0,0 0-1 0 0,0-1 0 0 0,0 0 1 0 0,1 1-1 0 0,-1-1 1 0 0,0 1-1 0 0,0-1 0 0 0,0 0 1 0 0,-2 1-1 0 0,2-2-42 0 0,1 1 0 0 0,-1 0-1 0 0,1 0 1 0 0,-1 0 0 0 0,1 0 0 0 0,0 0-1 0 0,-1-1 1 0 0,1 1 0 0 0,-1 0 0 0 0,1-1 0 0 0,-1 1-1 0 0,1 0 1 0 0,0 0 0 0 0,-1-1 0 0 0,1 1-1 0 0,0-1 1 0 0,-1 1 0 0 0,1 0 0 0 0,0-1-1 0 0,0 1 1 0 0,-1-1 0 0 0,1 1 0 0 0,0-1-1 0 0,-1-2-1 0 0,0 1-1 0 0,1-1 0 0 0,-1 1 1 0 0,1-1-1 0 0,-1 0 0 0 0,1 1 0 0 0,0-1 1 0 0,0 1-1 0 0,0-1 0 0 0,1-3 0 0 0,3-7 3 0 0,-1 1 1 0 0,2 1-1 0 0,0-1 0 0 0,0 1 0 0 0,13-21 0 0 0,-3 10-106 0 0,31-36 1 0 0,-26 38-340 0 0,-1 1 0 0 0,2 1 1 0 0,1 1-1 0 0,0 0 0 0 0,28-14 0 0 0,-9 9-2476 0 0,1 2-1 0 0,54-19 0 0 0,-54 25-1954 0 0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5:17.7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143 712 848 0 0,'-13'10'1237'0'0,"-1"0"1"0"0,1 0-1 0 0,1 1 0 0 0,0 0 1 0 0,-15 20-1 0 0,21-23-1012 0 0,0 0-1 0 0,0 0 1 0 0,1 0 0 0 0,0 1-1 0 0,1 0 1 0 0,0 0 0 0 0,0 0-1 0 0,1 1 1 0 0,0-1-1 0 0,-2 13 1 0 0,5-20-189 0 0,0 0 1 0 0,-1 0-1 0 0,1-1 0 0 0,0 1 1 0 0,0 0-1 0 0,1 0 0 0 0,-1 0 1 0 0,0-1-1 0 0,0 1 0 0 0,1 0 0 0 0,-1 0 1 0 0,1-1-1 0 0,0 1 0 0 0,-1 0 1 0 0,1-1-1 0 0,0 1 0 0 0,0-1 1 0 0,0 1-1 0 0,0-1 0 0 0,0 1 1 0 0,2 1-1 0 0,-1-1 9 0 0,1-1 0 0 0,-1 1 0 0 0,1-1 0 0 0,0 0 0 0 0,-1 1 0 0 0,1-1 0 0 0,0 0 1 0 0,0 0-1 0 0,-1-1 0 0 0,1 1 0 0 0,6 0 0 0 0,4-1 56 0 0,0 0 0 0 0,0 0 0 0 0,-1-2 0 0 0,23-4 0 0 0,-6-1-90 0 0,0-1 0 0 0,-1-2 0 0 0,0 0-1 0 0,0-2 1 0 0,-1-2 0 0 0,31-20 0 0 0,-23 11 19 0 0,-1-3 1 0 0,-1 0-1 0 0,55-59 0 0 0,-34 20 11 0 0,-3-1-1 0 0,-2-3 0 0 0,75-144 1 0 0,-100 169-46 0 0,-2-1 0 0 0,-2-1 0 0 0,22-74 0 0 0,-42 119 0 0 0,1 0 0 0 0,-1 0 0 0 0,0 0 0 0 0,1 0 0 0 0,-1 0 1 0 0,0 0-1 0 0,0 0 0 0 0,0 0 0 0 0,0 0 0 0 0,0 0 0 0 0,0-1 1 0 0,0 1-1 0 0,0 0 0 0 0,-1 0 0 0 0,1 0 0 0 0,0 0 0 0 0,-1 0 1 0 0,1 0-1 0 0,0 0 0 0 0,-2-1 0 0 0,2 2 6 0 0,-1-1-1 0 0,1 1 1 0 0,-1 0 0 0 0,0 0-1 0 0,1-1 1 0 0,-1 1 0 0 0,0 0-1 0 0,1 0 1 0 0,-1 0 0 0 0,0 0-1 0 0,1 0 1 0 0,-1 0 0 0 0,0 0-1 0 0,1 0 1 0 0,-1 0 0 0 0,0 0-1 0 0,1 0 1 0 0,-1 0 0 0 0,0 0-1 0 0,1 1 1 0 0,-1-1 0 0 0,1 0-1 0 0,-2 1 1 0 0,-3 2 8 0 0,-1 0-1 0 0,1 0 1 0 0,-1 1-1 0 0,1-1 1 0 0,-5 6 0 0 0,-10 11-18 0 0,0 1 1 0 0,2 1 0 0 0,0 1 0 0 0,-21 37 0 0 0,-48 106-29 0 0,62-113 32 0 0,-23 72 1 0 0,40-101 11 0 0,2 0-1 0 0,1 0 0 0 0,0 1 1 0 0,2 0-1 0 0,0 42 1 0 0,3-62-3 0 0,0 0 1 0 0,0 0 0 0 0,1 0 0 0 0,-1 0 0 0 0,1-1 0 0 0,1 1 0 0 0,-1 0 0 0 0,0 0 0 0 0,1-1 0 0 0,0 1 0 0 0,0-1 0 0 0,1 1 0 0 0,-1-1 0 0 0,1 0 0 0 0,0 0 0 0 0,0 0 0 0 0,0-1 0 0 0,1 1 0 0 0,-1-1 0 0 0,1 1 0 0 0,0-1 0 0 0,0 0 0 0 0,0-1 0 0 0,0 1 0 0 0,0-1 0 0 0,1 1-1 0 0,-1-1 1 0 0,1-1 0 0 0,0 1 0 0 0,-1-1 0 0 0,1 1 0 0 0,0-1 0 0 0,9 0 0 0 0,2 1-34 0 0,1-2-1 0 0,0 0 1 0 0,0-1 0 0 0,-1-1-1 0 0,1 0 1 0 0,0-1-1 0 0,-1-1 1 0 0,0 0 0 0 0,25-11-1 0 0,-10 1-16 0 0,-1 0 0 0 0,0-3 0 0 0,49-34-1 0 0,-44 23-18 0 0,-2-2 0 0 0,0 0 0 0 0,-2-3 0 0 0,28-36 0 0 0,-9 2-79 0 0,50-88 0 0 0,-96 147 137 0 0,46-82-48 0 0,-44 77 53 0 0,0 0 0 0 0,-2-1-1 0 0,1 1 1 0 0,-1-1 0 0 0,1-14 0 0 0,-4 27 2 0 0,-1 0 1 0 0,0 0-1 0 0,0 0 0 0 0,0 0 1 0 0,0 1-1 0 0,1-1 0 0 0,-2 0 1 0 0,1 0-1 0 0,0 0 1 0 0,0 0-1 0 0,0 0 0 0 0,0 0 1 0 0,0 1-1 0 0,-1-1 0 0 0,1 0 1 0 0,0 0-1 0 0,-1 0 1 0 0,1 0-1 0 0,0 1 0 0 0,-1-1 1 0 0,1 0-1 0 0,-1 1 0 0 0,-1-2 1 0 0,1 1 2 0 0,0 1 0 0 0,0 0 0 0 0,1-1 0 0 0,-1 1 0 0 0,0 0 1 0 0,0 0-1 0 0,0 0 0 0 0,0 0 0 0 0,0 0 0 0 0,0 0 0 0 0,0 0 0 0 0,0 0 0 0 0,0 0 1 0 0,0 0-1 0 0,0 0 0 0 0,0 1 0 0 0,-2 0 0 0 0,-1 1 1 0 0,-1 0 0 0 0,0 0 0 0 0,0 1 0 0 0,1 0 0 0 0,0 0 0 0 0,-8 6 0 0 0,-9 14 19 0 0,1 1 0 0 0,1 0-1 0 0,-16 28 1 0 0,-42 84 191 0 0,70-124-202 0 0,-27 53 23 0 0,3 0-1 0 0,-30 90 0 0 0,60-152-38 0 0,-4 13 2 0 0,0-1-1 0 0,1 1 1 0 0,1 0-1 0 0,-3 26 1 0 0,6-41 3 0 0,0-1-1 0 0,0 1 1 0 0,0 0-1 0 0,0-1 1 0 0,-1 1 0 0 0,1 0-1 0 0,1-1 1 0 0,-1 1-1 0 0,0 0 1 0 0,0-1-1 0 0,0 1 1 0 0,0 0 0 0 0,0-1-1 0 0,1 1 1 0 0,-1 0-1 0 0,0-1 1 0 0,0 1-1 0 0,1 0 1 0 0,-1-1 0 0 0,0 1-1 0 0,1-1 1 0 0,-1 1-1 0 0,1-1 1 0 0,-1 1-1 0 0,1-1 1 0 0,-1 1-1 0 0,1-1 1 0 0,-1 1 0 0 0,2-1-1 0 0,-2 1 2 0 0,1 0 3 0 0,0-1-1 0 0,-1 1 0 0 0,1-1 1 0 0,0 1-1 0 0,0-1 0 0 0,-1 1 0 0 0,1-1 1 0 0,0 1-1 0 0,0-1 0 0 0,0 0 0 0 0,-1 1 1 0 0,1-1-1 0 0,0 0 0 0 0,0 0 1 0 0,0 1-1 0 0,0-1 0 0 0,0 0 0 0 0,0 0 1 0 0,0 0-1 0 0,-1 0 0 0 0,1 0 0 0 0,0 0 1 0 0,0-1-1 0 0,0 1 0 0 0,1-1 0 0 0,22-8 99 0 0,-5-3-71 0 0,0-1 0 0 0,-1 0-1 0 0,0-1 1 0 0,-2-2-1 0 0,1 1 1 0 0,14-20 0 0 0,32-30-41 0 0,-29 35-21 0 0,56-38 0 0 0,-78 60 16 0 0,0 0 0 0 0,1 1 0 0 0,0 0 0 0 0,0 1 0 0 0,1 1 0 0 0,-1 0 0 0 0,1 1 0 0 0,24-4-1 0 0,-35 7 12 0 0,0 1-1 0 0,0-1 1 0 0,0 1-1 0 0,0 0 1 0 0,1 0-1 0 0,-1 0 1 0 0,0 0-1 0 0,0 1 1 0 0,0-1-1 0 0,0 1 1 0 0,-1 0-1 0 0,1 0 1 0 0,0 0-1 0 0,0 0 1 0 0,0 0-1 0 0,-1 1 1 0 0,1-1-1 0 0,0 1 1 0 0,-1 0-1 0 0,0-1 1 0 0,1 1-1 0 0,-1 1 1 0 0,0-1-1 0 0,0 0 1 0 0,0 0-1 0 0,0 1 1 0 0,0-1-1 0 0,-1 1 1 0 0,1-1-1 0 0,-1 1 1 0 0,0 0-1 0 0,1 0 1 0 0,-1 0-1 0 0,0-1 1 0 0,-1 1-1 0 0,1 0 1 0 0,-1 0-1 0 0,1 0 1 0 0,-1 0-1 0 0,0 5 1 0 0,0 5 10 0 0,0 0 1 0 0,-1 0 0 0 0,-1 0 0 0 0,0 0 0 0 0,-1 0 0 0 0,0-1 0 0 0,-1 1 0 0 0,-6 12 0 0 0,-42 101 40 0 0,52-126-42 0 0,-1 1-1 0 0,1-1 0 0 0,-1 1 0 0 0,1 0 1 0 0,0-1-1 0 0,0 1 0 0 0,-1 0 0 0 0,1 0 1 0 0,0-1-1 0 0,0 1 0 0 0,0 0 0 0 0,0 0 0 0 0,0-1 1 0 0,0 1-1 0 0,0 0 0 0 0,0 0 0 0 0,0-1 1 0 0,0 1-1 0 0,0 0 0 0 0,0-1 0 0 0,1 1 1 0 0,-1 0-1 0 0,0 0 0 0 0,1-1 0 0 0,-1 1 0 0 0,0 0 1 0 0,1-1-1 0 0,-1 1 0 0 0,1-1 0 0 0,-1 1 1 0 0,1-1-1 0 0,-1 1 0 0 0,1 0 0 0 0,-1-1 1 0 0,1 0-1 0 0,-1 1 0 0 0,1-1 0 0 0,0 1 0 0 0,0 0 1 0 0,2-1-8 0 0,0 1 0 0 0,-1-1 1 0 0,1 1-1 0 0,0-1 0 0 0,-1 0 1 0 0,1 0-1 0 0,0 0 0 0 0,2 0 1 0 0,6-2 18 0 0,0 0 1 0 0,0 0 0 0 0,-1-1 0 0 0,1-1 0 0 0,-1 0 0 0 0,13-6-1 0 0,55-36 116 0 0,-70 42-138 0 0,38-29 5 0 0,-1-2 0 0 0,-2-1 1 0 0,-2-2-1 0 0,41-50 0 0 0,-61 65-79 0 0,-2-2 1 0 0,0 0-1 0 0,-2-1 0 0 0,15-31 0 0 0,-31 56 78 0 0,-1 1 0 0 0,0-1 0 0 0,1 1 0 0 0,-1-1 0 0 0,0 0 0 0 0,1 1 0 0 0,-1-1 0 0 0,0 1 0 0 0,0-1-1 0 0,0 1 1 0 0,0-1 0 0 0,0 0 0 0 0,0 1 0 0 0,0-1 0 0 0,0 1 0 0 0,0-1 0 0 0,0 0 0 0 0,0 1 0 0 0,0-1-1 0 0,0 1 1 0 0,0-1 0 0 0,0 0 0 0 0,-1 1 0 0 0,1-1 0 0 0,0 1 0 0 0,0-1 0 0 0,-1 1 0 0 0,1-1 0 0 0,0 1 0 0 0,-1-1-1 0 0,1 1 1 0 0,-1-1 0 0 0,1 1 0 0 0,-1-1 0 0 0,1 1 0 0 0,-1 0 0 0 0,0-1 0 0 0,0 0-2 0 0,0 1 1 0 0,0-1 0 0 0,0 1 0 0 0,-1 0-1 0 0,1-1 1 0 0,0 1 0 0 0,-1 0 0 0 0,1 0-1 0 0,0 0 1 0 0,-1 0 0 0 0,1 0 0 0 0,0 0-1 0 0,-3 0 1 0 0,-3 2 19 0 0,0 1 0 0 0,0 0 0 0 0,0 0 0 0 0,0 1 0 0 0,0-1 0 0 0,1 1 0 0 0,-11 9 0 0 0,-40 39 166 0 0,43-38-152 0 0,-13 12-37 0 0,1 0-1 0 0,1 2 1 0 0,1 0-1 0 0,2 2 1 0 0,1 1-1 0 0,-18 34 1 0 0,37-61 8 0 0,1 0 1 0 0,-1-1-1 0 0,1 1 1 0 0,-1 0-1 0 0,1 0 1 0 0,0 0-1 0 0,0 0 1 0 0,1 0-1 0 0,-1 0 0 0 0,1 0 1 0 0,0 0-1 0 0,0 0 1 0 0,1 0-1 0 0,-1 0 1 0 0,1 0-1 0 0,1 6 1 0 0,-1-8 4 0 0,1 1 1 0 0,-1 0-1 0 0,1-1 1 0 0,0 1-1 0 0,0-1 1 0 0,0 1-1 0 0,0-1 1 0 0,0 0-1 0 0,0 0 1 0 0,1 0-1 0 0,-1 0 1 0 0,1 0-1 0 0,0-1 1 0 0,-1 1 0 0 0,1-1-1 0 0,0 1 1 0 0,0-1-1 0 0,0 0 1 0 0,0 0-1 0 0,0-1 1 0 0,4 2-1 0 0,11 1-86 0 0,-1-2-1 0 0,1 1 1 0 0,0-2 0 0 0,-1 0-1 0 0,1-1 1 0 0,-1-1-1 0 0,1-1 1 0 0,-1 0 0 0 0,20-7-1 0 0,3-3-2037 0 0,-1-2-1 0 0,63-33 1 0 0,-55 23-1404 0 0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5:18.0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218 1 2060 0 0,'-58'4'3216'0'0,"33"-3"-1817"0"0,1 1 0 0 0,-1 1 0 0 0,-33 9 0 0 0,56-11-1328 0 0,1-1-1 0 0,-1 0 1 0 0,0 1 0 0 0,1 0-1 0 0,-1-1 1 0 0,1 1-1 0 0,-1 0 1 0 0,1 0 0 0 0,0-1-1 0 0,-1 1 1 0 0,1 0-1 0 0,0 1 1 0 0,-1-1-1 0 0,1 0 1 0 0,0 0 0 0 0,0 0-1 0 0,0 1 1 0 0,0-1-1 0 0,-1 2 1 0 0,2-2-54 0 0,0-1 0 0 0,0 1 1 0 0,0-1-1 0 0,0 1 0 0 0,0-1 0 0 0,0 0 1 0 0,0 1-1 0 0,0-1 0 0 0,1 1 0 0 0,-1-1 1 0 0,0 0-1 0 0,0 1 0 0 0,0-1 1 0 0,0 1-1 0 0,1-1 0 0 0,-1 0 0 0 0,0 1 1 0 0,0-1-1 0 0,1 0 0 0 0,-1 1 0 0 0,0-1 1 0 0,0 0-1 0 0,1 1 0 0 0,-1-1 0 0 0,1 1 1 0 0,19 5-171 0 0,14-3-138 0 0,-1-2-1 0 0,1-1 1 0 0,43-7 0 0 0,-35 3-85 0 0,247-29-4948 0 0,-189 17 2013 0 0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5:19.6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196 97 260 0 0,'2'-10'836'0'0,"0"-1"0"0"0,0 1 0 0 0,-1-1 0 0 0,-1 1 0 0 0,0-1-1 0 0,0 1 1 0 0,-2-12 0 0 0,2 21-673 0 0,-13 9 110 0 0,-13 29-172 0 0,2 2 0 0 0,1 0 0 0 0,1 2 1 0 0,3 0-1 0 0,1 1 0 0 0,3 1 0 0 0,-19 83 1 0 0,31-117-95 0 0,2 1 0 0 0,-1 0 0 0 0,1 0-1 0 0,1 0 1 0 0,0 0 0 0 0,0 0 0 0 0,1 0 0 0 0,1 0 0 0 0,3 15 0 0 0,-4-22-42 0 0,0 0 0 0 0,0 1 0 0 0,1-1 0 0 0,-1 0 0 0 0,1 0 0 0 0,0 0 0 0 0,0 0-1 0 0,0 0 1 0 0,1 0 0 0 0,-1 0 0 0 0,0-1 0 0 0,1 1 0 0 0,0-1 0 0 0,0 0 0 0 0,0 0 0 0 0,0 0 0 0 0,0 0 0 0 0,0 0 0 0 0,0-1 0 0 0,0 1 0 0 0,1-1 0 0 0,-1 0-1 0 0,1 0 1 0 0,-1 0 0 0 0,1-1 0 0 0,-1 1 0 0 0,1-1 0 0 0,-1 0 0 0 0,6 0 0 0 0,6-1-190 0 0,0 0 1 0 0,-1-1-1 0 0,1-1 1 0 0,-1 0-1 0 0,0-1 1 0 0,23-10-1 0 0,-14 4-22 0 0,-1-1-1 0 0,0 0 1 0 0,24-19-1 0 0,-32 19 334 0 0,0-1 0 0 0,-1 0 0 0 0,-1-1-1 0 0,0-1 1 0 0,-1 0 0 0 0,0 0 0 0 0,-1-1-1 0 0,0-1 1 0 0,-2 1 0 0 0,0-1 0 0 0,0-1-1 0 0,-2 0 1 0 0,0 0 0 0 0,-1 0 0 0 0,0-1-1 0 0,-2 1 1 0 0,0-1 0 0 0,-1 0 0 0 0,0-27-1 0 0,-6 32 266 0 0,-3 15 13 0 0,5-1-330 0 0,0 1-1 0 0,1-1 0 0 0,0 1 1 0 0,-1 0-1 0 0,1-1 1 0 0,0 1-1 0 0,0 0 0 0 0,0 0 1 0 0,-2 3-1 0 0,-3 15 83 0 0,1 1 1 0 0,0-1-1 0 0,1 1 1 0 0,2 0-1 0 0,-1 33 0 0 0,3-43-71 0 0,0 1 0 0 0,1-1-1 0 0,1 1 1 0 0,0-1 0 0 0,0 0 0 0 0,1 1-1 0 0,1-1 1 0 0,0-1 0 0 0,0 1-1 0 0,1 0 1 0 0,11 16 0 0 0,-13-23-17 0 0,0 0 1 0 0,1 0 0 0 0,-1 0-1 0 0,1-1 1 0 0,0 1-1 0 0,0-1 1 0 0,0 0-1 0 0,1 0 1 0 0,-1-1 0 0 0,1 1-1 0 0,-1-1 1 0 0,1 0-1 0 0,0 0 1 0 0,5 1 0 0 0,-2-1-11 0 0,1 0 1 0 0,-1-1 0 0 0,1 0 0 0 0,-1-1 0 0 0,1 0 0 0 0,-1 0 0 0 0,1-1 0 0 0,9-2 0 0 0,-7 1-13 0 0,0 0 0 0 0,0-1 0 0 0,0-1 0 0 0,0 0 0 0 0,-1-1 0 0 0,1 0 0 0 0,-1 0 0 0 0,0-1 0 0 0,-1 0 0 0 0,0-1 0 0 0,0 0 0 0 0,16-16 0 0 0,-21 18 3 0 0,0 0-1 0 0,-1 0 0 0 0,0-1 1 0 0,0 1-1 0 0,0-1 0 0 0,0 0 1 0 0,-1 0-1 0 0,0 0 1 0 0,0 0-1 0 0,-1 0 0 0 0,1-1 1 0 0,-1 1-1 0 0,-1 0 0 0 0,1-1 1 0 0,-1 1-1 0 0,-1-7 0 0 0,0 4 20 0 0,0 0-1 0 0,-1 0 1 0 0,0 0-1 0 0,-1 1 0 0 0,0-1 1 0 0,0 1-1 0 0,-1 0 1 0 0,0-1-1 0 0,0 2 0 0 0,-10-15 1 0 0,8 15-3 0 0,0 1 0 0 0,1-1-1 0 0,-2 1 1 0 0,1 0 0 0 0,-1 0 0 0 0,0 1 0 0 0,0-1 0 0 0,-1 2 0 0 0,1-1 0 0 0,-1 1 0 0 0,-9-3 0 0 0,11 5-17 0 0,0 0 0 0 0,0 0 0 0 0,0 1 0 0 0,0 0 0 0 0,0 0 0 0 0,0 1 0 0 0,-1-1 0 0 0,1 1-1 0 0,0 1 1 0 0,0-1 0 0 0,-1 1 0 0 0,1 0 0 0 0,0 0 0 0 0,0 1 0 0 0,0 0 0 0 0,-8 4 0 0 0,3-1-5 0 0,0 2 0 0 0,0-1-1 0 0,0 1 1 0 0,1 1 0 0 0,0 0 0 0 0,0 1-1 0 0,-14 15 1 0 0,20-18-3 0 0,-1-1-1 0 0,1 1 1 0 0,0 0 0 0 0,0 0-1 0 0,0 0 1 0 0,1 0 0 0 0,0 1 0 0 0,1-1-1 0 0,-1 1 1 0 0,1 0 0 0 0,0 0-1 0 0,1 0 1 0 0,0 0 0 0 0,0 0-1 0 0,0 9 1 0 0,1-13-36 0 0,0 0 0 0 0,1 1 0 0 0,-1-1 1 0 0,1 0-1 0 0,0 0 0 0 0,0 0 0 0 0,0 0 0 0 0,0 1 0 0 0,1-2 0 0 0,-1 1 1 0 0,1 0-1 0 0,-1 0 0 0 0,1 0 0 0 0,0-1 0 0 0,0 1 0 0 0,0-1 0 0 0,1 1 1 0 0,3 2-1 0 0,-2-2-139 0 0,1 0 1 0 0,0 0-1 0 0,0-1 0 0 0,1 1 1 0 0,-1-1-1 0 0,0 0 0 0 0,1-1 1 0 0,0 1-1 0 0,9 0 1 0 0,5 0-559 0 0,0-2 1 0 0,0 0-1 0 0,-1-1 1 0 0,39-7-1 0 0,-24 1-353 0 0,4-5 447 0 0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5:19.9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53 1192 0 0,'2'-4'337'0'0,"-1"0"-1"0"0,1 0 1 0 0,0 0-1 0 0,1 0 1 0 0,-1 1-1 0 0,0-1 1 0 0,1 0-1 0 0,0 1 1 0 0,0 0-1 0 0,0 0 1 0 0,0 0-1 0 0,1 0 1 0 0,4-3-1 0 0,-7 6-287 0 0,0 0 0 0 0,0 0-1 0 0,0 0 1 0 0,0 0 0 0 0,0 0 0 0 0,0 0-1 0 0,0 0 1 0 0,0 0 0 0 0,0 1-1 0 0,-1-1 1 0 0,1 0 0 0 0,0 1 0 0 0,0-1-1 0 0,0 0 1 0 0,0 1 0 0 0,0-1-1 0 0,-1 1 1 0 0,1 0 0 0 0,0-1 0 0 0,0 1-1 0 0,-1 0 1 0 0,1-1 0 0 0,-1 1 0 0 0,2 1-1 0 0,13 18 637 0 0,-9-6-453 0 0,1 0 0 0 0,-2 0 0 0 0,0 0 0 0 0,-1 1-1 0 0,0-1 1 0 0,-1 1 0 0 0,2 28 0 0 0,-3-14-49 0 0,-2 0 0 0 0,-1 1 0 0 0,-5 31 1 0 0,3-41-36 0 0,-2-1-1 0 0,0 0 1 0 0,0 0 0 0 0,-12 23 0 0 0,13-31 72 0 0,-2-1-1 0 0,1 0 0 0 0,-1 0 1 0 0,-1 0-1 0 0,1-1 0 0 0,-2 0 1 0 0,1 0-1 0 0,-14 11 0 0 0,20-19-174 0 0,0 0 0 0 0,0 0 0 0 0,0-1 0 0 0,0 1-1 0 0,0 0 1 0 0,0 0 0 0 0,-1-1 0 0 0,1 1 0 0 0,0-1-1 0 0,0 1 1 0 0,-1-1 0 0 0,1 0 0 0 0,0 1 0 0 0,0-1 0 0 0,-1 0-1 0 0,1 0 1 0 0,0 0 0 0 0,-1 0 0 0 0,0 0 0 0 0,1 0-33 0 0,0-1 1 0 0,0 1 0 0 0,0-1 0 0 0,0 1-1 0 0,0-1 1 0 0,0 0 0 0 0,0 1-1 0 0,0-1 1 0 0,0 0 0 0 0,1 1 0 0 0,-1-1-1 0 0,0 0 1 0 0,1 0 0 0 0,-1 0-1 0 0,0 0 1 0 0,1 0 0 0 0,-1 1 0 0 0,0-3-1 0 0,0-1 8 0 0,-1 0 0 0 0,1 0 1 0 0,0 0-1 0 0,0 0 0 0 0,1 0 0 0 0,-1-1 0 0 0,1 1 0 0 0,0 0 0 0 0,0-7 0 0 0,2 0-188 0 0,1 0 0 0 0,0 0 0 0 0,1 0 0 0 0,0 0 0 0 0,0 0 0 0 0,2 1 0 0 0,-1-1-1 0 0,12-14 1 0 0,-3 5-782 0 0,1 2 0 0 0,0 0 0 0 0,22-20 0 0 0,-9 14-1558 0 0,35-22 0 0 0,-39 28 795 0 0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5:20.6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4 536 0 0,'0'0'3716'0'0,"0"-1"-3592"0"0,-1 1 0 0 0,1-1 1 0 0,0 1-1 0 0,-1 0 0 0 0,1 0 0 0 0,-1-1 1 0 0,1 1-1 0 0,-1 0 0 0 0,1 0 1 0 0,-1 0-1 0 0,1-1 0 0 0,-1 1 1 0 0,0 0-1 0 0,1 0 0 0 0,-1 0 0 0 0,1 0 1 0 0,-1 0-1 0 0,0 0 0 0 0,3 33 1251 0 0,1 0 0 0 0,16 61 0 0 0,-13-69-1302 0 0,0 0 0 0 0,-2 0 0 0 0,-1 0 0 0 0,-1 1 0 0 0,-1-1 1 0 0,-3 36-1 0 0,1-53-56 0 0,-1 9 22 0 0,-1 0 1 0 0,-6 17-1 0 0,7-29-24 0 0,0 0-1 0 0,0 1 0 0 0,0-1 1 0 0,-1 0-1 0 0,0 0 0 0 0,0-1 1 0 0,0 1-1 0 0,-1-1 0 0 0,0 1 1 0 0,-6 5-1 0 0,9-9 0 0 0,-1 1 1 0 0,1-1-1 0 0,-1 0 1 0 0,1 0-1 0 0,-1 0 1 0 0,0 0-1 0 0,1 0 0 0 0,-1 0 1 0 0,0-1-1 0 0,0 1 1 0 0,-2 0-1 0 0,-8-4 59 0 0,9 2-80 0 0,1 0 2 0 0,1 0 1 0 0,-1 0-1 0 0,0-1 0 0 0,1 1 0 0 0,-1 0 0 0 0,1-1 0 0 0,-1 1 0 0 0,1-1 0 0 0,0 1 0 0 0,0-1 0 0 0,-1 0 0 0 0,1 1 1 0 0,0-1-1 0 0,1 0 0 0 0,-1 0 0 0 0,0 0 0 0 0,0 1 0 0 0,1-1 0 0 0,-1 0 0 0 0,1 0 0 0 0,0 0 0 0 0,-1-4 0 0 0,1 0-8 0 0,-1-1-1 0 0,1 1 0 0 0,0-1 1 0 0,1 1-1 0 0,1-10 0 0 0,2 5 13 0 0,-1-1 1 0 0,2 1-1 0 0,0 0 0 0 0,0 0 1 0 0,1 0-1 0 0,0 0 0 0 0,1 1 0 0 0,0 1 1 0 0,0-1-1 0 0,1 1 0 0 0,1 0 1 0 0,-1 1-1 0 0,15-11 0 0 0,-11 10 0 0 0,0 0 0 0 0,0 1 0 0 0,0 1 0 0 0,1 0 0 0 0,0 1 0 0 0,1 0-1 0 0,0 1 1 0 0,0 1 0 0 0,0 0 0 0 0,26-3 0 0 0,-31 6 1 0 0,-1 1 0 0 0,1 0 0 0 0,-1 1-1 0 0,1 0 1 0 0,-1 0 0 0 0,1 1 0 0 0,-1 0 0 0 0,11 4 0 0 0,3 3-8 0 0,33 20-1 0 0,11 3-150 0 0,-64-31 150 0 0,0 0 1 0 0,1 0-1 0 0,0 0 0 0 0,-1 0 1 0 0,1-1-1 0 0,0 0 1 0 0,-1 1-1 0 0,1-1 0 0 0,0 0 1 0 0,-1 0-1 0 0,1 0 1 0 0,0-1-1 0 0,-1 1 1 0 0,1 0-1 0 0,0-1 0 0 0,-1 0 1 0 0,1 0-1 0 0,-1 0 1 0 0,1 0-1 0 0,-1 0 1 0 0,1 0-1 0 0,-1-1 0 0 0,0 1 1 0 0,0-1-1 0 0,0 1 1 0 0,0-1-1 0 0,0 0 0 0 0,0 0 1 0 0,0 0-1 0 0,0 0 1 0 0,-1 0-1 0 0,1-1 1 0 0,2-3-1 0 0,-2 1-6 0 0,0 1 1 0 0,0-1-1 0 0,0 0 0 0 0,0 0 1 0 0,-1 0-1 0 0,0 0 0 0 0,0 0 1 0 0,0 0-1 0 0,0 0 1 0 0,-1 0-1 0 0,0 0 0 0 0,0 0 1 0 0,0 0-1 0 0,-1 0 0 0 0,0 0 1 0 0,-2-7-1 0 0,3 9 15 0 0,-1 1 0 0 0,1 0 0 0 0,-1 0 0 0 0,0 0 0 0 0,0 0 0 0 0,0 0 0 0 0,0 0 0 0 0,0 0 0 0 0,0 1 0 0 0,0-1 0 0 0,-1 0 1 0 0,1 0-1 0 0,-1 1 0 0 0,1-1 0 0 0,-1 1 0 0 0,0 0 0 0 0,1-1 0 0 0,-1 1 0 0 0,0 0 0 0 0,0 0 0 0 0,0 0 0 0 0,0 0 0 0 0,0 0 0 0 0,0 1 0 0 0,0-1 0 0 0,0 0 0 0 0,0 1 0 0 0,-4-1 0 0 0,4 2 7 0 0,0-1-1 0 0,-1 0 1 0 0,1 1-1 0 0,0-1 0 0 0,-1 1 1 0 0,1 0-1 0 0,0-1 1 0 0,0 1-1 0 0,0 0 1 0 0,0 1-1 0 0,0-1 0 0 0,0 0 1 0 0,-3 3-1 0 0,-21 18 110 0 0,15-9-98 0 0,0 0 0 0 0,0 1 0 0 0,2 0 0 0 0,-1 1-1 0 0,2-1 1 0 0,0 2 0 0 0,1-1 0 0 0,0 1 0 0 0,2 0-1 0 0,0 1 1 0 0,0-1 0 0 0,2 1 0 0 0,-3 26 0 0 0,5-38-43 0 0,1-1 0 0 0,0 1 1 0 0,0 0-1 0 0,1-1 0 0 0,-1 1 1 0 0,1 0-1 0 0,0-1 1 0 0,0 1-1 0 0,1-1 0 0 0,0 1 1 0 0,-1-1-1 0 0,1 0 0 0 0,1 0 1 0 0,3 7-1 0 0,-3-8-138 0 0,0 0-1 0 0,0 0 1 0 0,0-1 0 0 0,0 1-1 0 0,0-1 1 0 0,1 0-1 0 0,-1 1 1 0 0,1-2 0 0 0,0 1-1 0 0,0 0 1 0 0,-1-1 0 0 0,1 1-1 0 0,0-1 1 0 0,0 0 0 0 0,0-1-1 0 0,0 1 1 0 0,5-1-1 0 0,2 1-790 0 0,1 0 1 0 0,0-2-1 0 0,20-2 0 0 0,-7-3-820 0 0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5:21.0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346 24 164 0 0,'-1'-15'3902'0'0,"1"14"-3791"0"0,-1 0 0 0 0,1 1 0 0 0,-1-1 0 0 0,0 0 0 0 0,1 1 0 0 0,-1-1 0 0 0,0 1 0 0 0,0-1 0 0 0,1 1-1 0 0,-1-1 1 0 0,0 1 0 0 0,0 0 0 0 0,0-1 0 0 0,0 1 0 0 0,1 0 0 0 0,-1 0 0 0 0,0 0 0 0 0,0 0 0 0 0,0-1 0 0 0,0 1-1 0 0,0 0 1 0 0,0 1 0 0 0,0-1 0 0 0,-1 0 0 0 0,0 1 52 0 0,-1-1 1 0 0,0 1-1 0 0,1 0 0 0 0,-1 1 0 0 0,1-1 1 0 0,-1 0-1 0 0,1 1 0 0 0,-3 1 0 0 0,-4 5 164 0 0,1-1 0 0 0,-1 1 0 0 0,-7 11 0 0 0,10-12-204 0 0,0 1-1 0 0,0 0 0 0 0,0 1 1 0 0,-4 10-1 0 0,9-16-95 0 0,-1 1 0 0 0,1 0 1 0 0,-1 0-1 0 0,1 0 0 0 0,1 0 1 0 0,-1 0-1 0 0,0 0 0 0 0,1 0 1 0 0,0 0-1 0 0,0 0 0 0 0,0 0 1 0 0,2 6-1 0 0,-1-7-18 0 0,0 0 0 0 0,0 0 0 0 0,0-1 1 0 0,1 1-1 0 0,-1-1 0 0 0,1 1 0 0 0,0-1 0 0 0,0 0 0 0 0,0 1 1 0 0,0-1-1 0 0,0 0 0 0 0,4 3 0 0 0,31 20 28 0 0,-34-23-44 0 0,12 7 10 0 0,-1 1 1 0 0,23 21-1 0 0,-32-26 25 0 0,0 0 0 0 0,0 1 1 0 0,0-1-1 0 0,0 1 0 0 0,-1 0 1 0 0,0 1-1 0 0,-1-1 0 0 0,6 13 0 0 0,-8-17 16 0 0,-1 1 0 0 0,1-1 0 0 0,-1 1 0 0 0,0-1 0 0 0,0 1 0 0 0,0-1 0 0 0,0 1 0 0 0,0-1 0 0 0,-1 1 0 0 0,1-1 0 0 0,-1 1 0 0 0,0-1 0 0 0,0 0 1 0 0,0 1-1 0 0,0-1 0 0 0,0 0 0 0 0,0 0 0 0 0,0 0 0 0 0,-1 0 0 0 0,1 0 0 0 0,-1 0 0 0 0,-2 3 0 0 0,-2 1 108 0 0,0 0 0 0 0,0-1 0 0 0,-1 0 0 0 0,0 0 0 0 0,-7 4 0 0 0,1-2-2 0 0,1-1 0 0 0,-1 0 0 0 0,0-2 0 0 0,-1 1 1 0 0,1-1-1 0 0,-1-1 0 0 0,0-1 0 0 0,0 0 0 0 0,-16 0 0 0 0,18-1-114 0 0,0-2 0 0 0,0 1 0 0 0,0-2-1 0 0,0 1 1 0 0,0-2 0 0 0,1 0 0 0 0,-1 0 0 0 0,0-1 0 0 0,1 0 0 0 0,-20-11 0 0 0,29 14-79 0 0,-1-1 1 0 0,1 1 0 0 0,0 0-1 0 0,0-1 1 0 0,1 1 0 0 0,-1-1-1 0 0,0 1 1 0 0,0-1 0 0 0,1 0-1 0 0,-1 0 1 0 0,1 0 0 0 0,0 0-1 0 0,-1 0 1 0 0,1 0 0 0 0,0 0-1 0 0,0 0 1 0 0,-1-4 0 0 0,2 4-83 0 0,0-1 0 0 0,0 1-1 0 0,0 0 1 0 0,0 0 0 0 0,0 0 0 0 0,1 0 0 0 0,-1 0 0 0 0,1 0 0 0 0,-1 0 0 0 0,1 0 0 0 0,0 0 0 0 0,-1 0 0 0 0,1 0 0 0 0,0 0 0 0 0,0 0 0 0 0,2-1 0 0 0,2-4-668 0 0,1 1-1 0 0,0 0 1 0 0,0 0 0 0 0,1 1 0 0 0,-1 0-1 0 0,1 0 1 0 0,0 0 0 0 0,12-5 0 0 0,-3 0-1593 0 0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5:21.4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538 192 1444 0 0,'-17'-35'2594'0'0,"-61"-111"6255"0"0,78 145-8808 0 0,0 0-1 0 0,0 1 0 0 0,-1-1 1 0 0,1 1-1 0 0,0-1 1 0 0,0 1-1 0 0,-1-1 1 0 0,1 1-1 0 0,-1-1 0 0 0,1 1 1 0 0,0-1-1 0 0,-1 1 1 0 0,1-1-1 0 0,-1 1 1 0 0,1 0-1 0 0,-1-1 0 0 0,1 1 1 0 0,-1 0-1 0 0,0-1 1 0 0,1 1-1 0 0,-1 0 1 0 0,1 0-1 0 0,-1 0 1 0 0,1-1-1 0 0,-1 1 0 0 0,0 0 1 0 0,1 0-1 0 0,-1 0 1 0 0,0 0-1 0 0,1 0 1 0 0,-1 0-1 0 0,1 0 0 0 0,-1 0 1 0 0,0 0-1 0 0,1 1 1 0 0,-1-1-1 0 0,1 0 1 0 0,-1 0-1 0 0,0 0 0 0 0,1 1 1 0 0,-1-1-1 0 0,1 0 1 0 0,-1 1-1 0 0,1-1 1 0 0,-1 0-1 0 0,1 1 0 0 0,-1-1 1 0 0,1 1-1 0 0,0-1 1 0 0,-1 1-1 0 0,0 0 1 0 0,-2 3 135 0 0,1-1 1 0 0,0 1-1 0 0,-1 0 1 0 0,1 0-1 0 0,-3 7 1 0 0,-23 82 1025 0 0,4 0 0 0 0,-14 118 1 0 0,29-157-808 0 0,-64 476 1522 0 0,-40 213-617 0 0,110-725-1237 0 0,1-6 8 0 0,-1-1 0 0 0,0 0 0 0 0,0 1 0 0 0,-9 20 0 0 0,11-32-74 0 0,1 1-1 0 0,0 0 1 0 0,-1-1 0 0 0,1 1-1 0 0,0-1 1 0 0,-1 1-1 0 0,1 0 1 0 0,-1-1 0 0 0,1 1-1 0 0,-1-1 1 0 0,1 1-1 0 0,-1-1 1 0 0,0 1-1 0 0,1-1 1 0 0,-1 0 0 0 0,0 1-1 0 0,1-1 1 0 0,-1 0-1 0 0,0 1 1 0 0,1-1 0 0 0,-1 0-1 0 0,0 0 1 0 0,1 0-1 0 0,-1 1 1 0 0,0-1 0 0 0,0 0-1 0 0,1 0 1 0 0,-2 0-1 0 0,0-1-16 0 0,1 0 0 0 0,0 1 0 0 0,-1-1 0 0 0,1 0-1 0 0,0 1 1 0 0,0-1 0 0 0,-1 0 0 0 0,1 0 0 0 0,0 0-1 0 0,0 0 1 0 0,0 0 0 0 0,0-1 0 0 0,-1 0-1 0 0,-2-5-218 0 0,0 0-1 0 0,0 0 0 0 0,-5-13 0 0 0,2 0-819 0 0,1-1 1 0 0,-7-40-1 0 0,10 28-379 0 0,0 1-1 0 0,5-64 0 0 0,39-170-5158 0 0,-38 252 6234 0 0,10-51-2110 0 0,2-2-543 0 0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5:21.7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0 105 392 0 0,'1'-6'275'0'0,"0"1"0"0"0,1 0 0 0 0,-1 0 1 0 0,1 0-1 0 0,0 0 0 0 0,1 0 0 0 0,-1 0 0 0 0,1 0 0 0 0,0 1 0 0 0,0 0 0 0 0,0-1 0 0 0,1 1 1 0 0,-1 0-1 0 0,1 0 0 0 0,0 1 0 0 0,0-1 0 0 0,1 1 0 0 0,-1 0 0 0 0,1 0 0 0 0,-1 1 1 0 0,1-1-1 0 0,0 1 0 0 0,0 0 0 0 0,0 0 0 0 0,0 0 0 0 0,1 1 0 0 0,-1 0 0 0 0,0 0 0 0 0,1 0 1 0 0,-1 1-1 0 0,0 0 0 0 0,1 0 0 0 0,-1 0 0 0 0,0 1 0 0 0,9 1 0 0 0,1 1 43 0 0,0 1-1 0 0,0 0 0 0 0,-1 1 1 0 0,1 0-1 0 0,-1 2 0 0 0,0-1 1 0 0,-1 2-1 0 0,0 0 0 0 0,23 18 1 0 0,-29-21-248 0 0,0 1 0 0 0,0 0 0 0 0,-1 1 1 0 0,0 0-1 0 0,0 0 0 0 0,0 0 0 0 0,-1 0 0 0 0,0 1 1 0 0,-1 0-1 0 0,0 0 0 0 0,0 0 0 0 0,0 0 0 0 0,-1 1 0 0 0,-1-1 1 0 0,1 1-1 0 0,-1 0 0 0 0,-1 0 0 0 0,1 11 0 0 0,-3-11-26 0 0,0 0 1 0 0,0 1-1 0 0,-1-1 0 0 0,-1 0 0 0 0,0 0 0 0 0,0 0 0 0 0,0 0 0 0 0,-1-1 0 0 0,-1 1 1 0 0,1-1-1 0 0,-1 0 0 0 0,-1 0 0 0 0,1-1 0 0 0,-1 1 0 0 0,-9 7 0 0 0,8-8-46 0 0,1-1-1 0 0,-1 0 0 0 0,0 0 1 0 0,0-1-1 0 0,-1 0 1 0 0,0 0-1 0 0,0 0 0 0 0,0-1 1 0 0,0-1-1 0 0,-1 1 1 0 0,1-1-1 0 0,-1-1 0 0 0,0 1 1 0 0,0-2-1 0 0,-14 2 0 0 0,18-3-281 0 0,1 0 0 0 0,-1 0-1 0 0,0-1 1 0 0,0 0 0 0 0,0 0-1 0 0,1 0 1 0 0,-1 0 0 0 0,-8-5-1 0 0,12 6 159 0 0,0-1 0 0 0,0 1-1 0 0,0-1 1 0 0,1 1 0 0 0,-1-1-1 0 0,0 0 1 0 0,0 0-1 0 0,0 1 1 0 0,1-1 0 0 0,-1 0-1 0 0,1 0 1 0 0,-1 0 0 0 0,0 0-1 0 0,1 0 1 0 0,-1 0-1 0 0,1 0 1 0 0,0 0 0 0 0,-1-1-1 0 0,1 1-17 0 0,0-1-1 0 0,0 0 1 0 0,0 1-1 0 0,0-1 1 0 0,1 1-1 0 0,-1-1 0 0 0,0 1 1 0 0,1-1-1 0 0,-1 1 1 0 0,1 0-1 0 0,-1-1 1 0 0,1 1-1 0 0,0-1 1 0 0,0 1-1 0 0,0 0 1 0 0,1-2-1 0 0,20-29-3239 0 0,-7 18 1122 0 0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5:22.5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26 224 0 0,'6'-26'9731'0'0,"-13"35"-8748"0"0,2 0-677 0 0,0 1 0 0 0,1 0 0 0 0,0 1 0 0 0,1-1 0 0 0,-3 17 0 0 0,-7 55 408 0 0,11-67-657 0 0,1-6-16 0 0,1 0-1 0 0,-1 0 1 0 0,1 0 0 0 0,1-1-1 0 0,0 1 1 0 0,0 0-1 0 0,0 0 1 0 0,1-1 0 0 0,1 1-1 0 0,-1-1 1 0 0,1 1 0 0 0,8 13-1 0 0,-8-18-20 0 0,0 1-1 0 0,0-1 1 0 0,0 0-1 0 0,0 0 1 0 0,1-1-1 0 0,0 1 1 0 0,0-1 0 0 0,0 1-1 0 0,0-1 1 0 0,0 0-1 0 0,1-1 1 0 0,-1 1-1 0 0,1-1 1 0 0,0 0-1 0 0,0 0 1 0 0,0-1-1 0 0,0 1 1 0 0,0-1-1 0 0,0 0 1 0 0,0 0 0 0 0,0-1-1 0 0,10 1 1 0 0,-1-1 3 0 0,-1-1 0 0 0,1 0 1 0 0,0-1-1 0 0,-1 0 1 0 0,1-1-1 0 0,-1 0 0 0 0,0-1 1 0 0,22-10-1 0 0,-30 11-9 0 0,0 0 0 0 0,0 0 0 0 0,-1 0 0 0 0,1 0 0 0 0,-1-1 0 0 0,1 0 0 0 0,-1 0 0 0 0,0 0 0 0 0,0 0 0 0 0,-1-1 0 0 0,1 1 0 0 0,-1-1 0 0 0,0 0 0 0 0,-1 0 0 0 0,1 0 0 0 0,-1-1 0 0 0,0 1 0 0 0,0-1 0 0 0,0 1 0 0 0,-1-1 0 0 0,0 1 0 0 0,0-1 0 0 0,0-7 0 0 0,-1 8-14 0 0,0 0-1 0 0,0 0 1 0 0,0 0 0 0 0,-1 0 0 0 0,1 0 0 0 0,-1 0 0 0 0,0 0 0 0 0,-1 0-1 0 0,1 1 1 0 0,-1-1 0 0 0,0 0 0 0 0,0 1 0 0 0,0-1 0 0 0,-1 1-1 0 0,0 0 1 0 0,0 0 0 0 0,0 0 0 0 0,0 0 0 0 0,0 0 0 0 0,-1 1 0 0 0,0-1-1 0 0,0 1 1 0 0,0 0 0 0 0,-7-4 0 0 0,4 3-5 0 0,-1 1 0 0 0,0 0 0 0 0,0 0 0 0 0,0 0 0 0 0,-1 1 0 0 0,1 1 0 0 0,-1-1 0 0 0,1 2 0 0 0,-1-1 0 0 0,1 1 0 0 0,-1 0 0 0 0,1 0 0 0 0,-15 4 0 0 0,-10 3-43 0 0,1 3 1 0 0,-51 20 0 0 0,74-24-91 0 0,13-2-64 0 0,-3-3 180 0 0,1-1 1 0 0,0 0-1 0 0,0 1 0 0 0,-1-1 1 0 0,1 0-1 0 0,0 0 1 0 0,0 0-1 0 0,-1 0 0 0 0,1-1 1 0 0,2 1-1 0 0,119-47-947 0 0,-1 0 910 0 0,-101 41 27 0 0,0 0-1 0 0,1 2 1 0 0,41-4-1 0 0,-57 7 29 0 0,0 1 0 0 0,1 1 0 0 0,-1-1 0 0 0,0 1 1 0 0,0 0-1 0 0,0 0 0 0 0,0 1 0 0 0,0-1 0 0 0,0 2 0 0 0,-1-1 0 0 0,1 0 0 0 0,0 1 0 0 0,-1 0 0 0 0,0 1 0 0 0,0-1 0 0 0,0 1 0 0 0,0 0 0 0 0,0 0 0 0 0,-1 0 0 0 0,0 1 0 0 0,0 0 1 0 0,0-1-1 0 0,0 1 0 0 0,-1 1 0 0 0,0-1 0 0 0,0 0 0 0 0,0 1 0 0 0,-1 0 0 0 0,4 11 0 0 0,-3-6-13 0 0,0 0-1 0 0,-1 0 1 0 0,0 0-1 0 0,-1 1 1 0 0,0-1-1 0 0,-1 0 1 0 0,0 1-1 0 0,-1-1 1 0 0,0 0 0 0 0,-1 0-1 0 0,0 0 1 0 0,-1 0-1 0 0,0 0 1 0 0,0 0-1 0 0,-9 16 1 0 0,7-16 25 0 0,3-7-4 0 0,1 0 0 0 0,-1-1-1 0 0,0 1 1 0 0,-1-1 0 0 0,1 1 0 0 0,0-1-1 0 0,-1 0 1 0 0,-3 3 0 0 0,5-5-7 0 0,0-2 2 0 0,1-1 0 0 0,0 0 0 0 0,0 0 1 0 0,0 0-1 0 0,1 0 0 0 0,-1 0 0 0 0,0 1 1 0 0,1-1-1 0 0,-1 0 0 0 0,1 0 1 0 0,0 0-1 0 0,1-2 0 0 0,-2 4 1 0 0,19-43 140 0 0,39-60 0 0 0,-44 82-130 0 0,2-1 0 0 0,0 2 1 0 0,1 0-1 0 0,25-21 0 0 0,-36 34-10 0 0,1 2 1 0 0,0-1-1 0 0,0 1 1 0 0,0 0-1 0 0,1 1 0 0 0,-1 0 1 0 0,1 0-1 0 0,0 0 1 0 0,1 1-1 0 0,15-3 1 0 0,-23 5 13 0 0,1 1 1 0 0,0 0 0 0 0,-1 0 0 0 0,1 0 0 0 0,0 0 0 0 0,-1 1-1 0 0,1-1 1 0 0,-1 0 0 0 0,1 1 0 0 0,0-1 0 0 0,-1 1 0 0 0,1 0-1 0 0,-1-1 1 0 0,1 1 0 0 0,-1 0 0 0 0,0 0 0 0 0,1 0 0 0 0,-1 0-1 0 0,0 0 1 0 0,0 0 0 0 0,1 0 0 0 0,-1 0 0 0 0,0 1 0 0 0,0-1-1 0 0,0 0 1 0 0,-1 1 0 0 0,1-1 0 0 0,0 1 0 0 0,0 1 0 0 0,1 2 51 0 0,0-1 1 0 0,0 1-1 0 0,-1 0 1 0 0,1 0-1 0 0,-1 0 1 0 0,-1 0-1 0 0,1 8 1 0 0,-2 10 28 0 0,-2-1-1 0 0,0 1 1 0 0,-1-1-1 0 0,-12 32 1 0 0,9-29-720 0 0,1 0 0 0 0,-7 49 0 0 0,13-72 397 0 0,0 0-1 0 0,0 0 0 0 0,0 1 1 0 0,1-1-1 0 0,-1 0 0 0 0,0 0 0 0 0,1 0 1 0 0,0 1-1 0 0,-1-1 0 0 0,1 0 0 0 0,0 0 1 0 0,0 0-1 0 0,0 0 0 0 0,0 0 0 0 0,0-1 1 0 0,1 1-1 0 0,-1 0 0 0 0,1 0 0 0 0,-1-1 1 0 0,1 1-1 0 0,-1-1 0 0 0,1 1 0 0 0,0-1 1 0 0,0 0-1 0 0,0 0 0 0 0,0 0 0 0 0,0 0 1 0 0,0 0-1 0 0,0 0 0 0 0,0 0 0 0 0,0-1 1 0 0,0 1-1 0 0,4 0 0 0 0,8 1-2250 0 0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5:23.0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369 518 1204 0 0,'2'-8'677'0'0,"1"-4"416"0"0,0 1-1 0 0,0-1 1 0 0,0-16 0 0 0,-3 25-915 0 0,0 0 1 0 0,0-1-1 0 0,0 1 0 0 0,0 0 0 0 0,-1 0 0 0 0,1 0 1 0 0,-1 0-1 0 0,0 0 0 0 0,0 0 0 0 0,0 0 1 0 0,-1 0-1 0 0,1 0 0 0 0,-1 0 0 0 0,1 0 1 0 0,-1 1-1 0 0,0-1 0 0 0,-3-3 0 0 0,4 5-123 0 0,-1 0 0 0 0,1 0 0 0 0,0 1 0 0 0,0-1 0 0 0,-1 0 0 0 0,1 1 0 0 0,-1-1 0 0 0,1 1 0 0 0,-1-1 0 0 0,1 1 0 0 0,-1 0 1 0 0,1 0-1 0 0,-1 0 0 0 0,1-1 0 0 0,-1 1 0 0 0,1 1 0 0 0,-1-1 0 0 0,1 0 0 0 0,-3 1 0 0 0,-28 9 546 0 0,21-4-379 0 0,1 0 0 0 0,0 0 1 0 0,0 1-1 0 0,0 0 0 0 0,1 1 0 0 0,-10 9 0 0 0,-46 58 570 0 0,49-55-618 0 0,-8 9 11 0 0,-35 58 0 0 0,49-69-146 0 0,0 0-1 0 0,2 0 1 0 0,0 1 0 0 0,2 0-1 0 0,-6 21 1 0 0,12-38-34 0 0,-1 1 1 0 0,0-1 0 0 0,1 1 0 0 0,0-1 0 0 0,0 1-1 0 0,0-1 1 0 0,0 1 0 0 0,0 0 0 0 0,0-1-1 0 0,1 1 1 0 0,-1-1 0 0 0,1 1 0 0 0,-1-1 0 0 0,1 1-1 0 0,0-1 1 0 0,2 4 0 0 0,-2-4-6 0 0,1-1 0 0 0,-1 1 0 0 0,1 0 0 0 0,-1-1 0 0 0,1 1 0 0 0,0-1 0 0 0,0 0 0 0 0,-1 0 0 0 0,1 0 0 0 0,0 0 0 0 0,0 0 0 0 0,0 0 0 0 0,0 0 0 0 0,0 0 0 0 0,4 0 1 0 0,1 0-59 0 0,0 0 0 0 0,0-1 0 0 0,0 0 0 0 0,0 0 0 0 0,0-1 0 0 0,0 0 0 0 0,0 0 0 0 0,0 0 0 0 0,-1-1 0 0 0,13-5 0 0 0,-1-1-172 0 0,-1-2-1 0 0,1 0 1 0 0,-2-1-1 0 0,0-1 1 0 0,0 0-1 0 0,-1-1 1 0 0,-1-1 0 0 0,0 0-1 0 0,-1-1 1 0 0,0 0-1 0 0,-1-1 1 0 0,15-27 0 0 0,-1-6 2 0 0,-2 0-1 0 0,-2-2 1 0 0,20-67 0 0 0,7-58 162 0 0,-43 146 230 0 0,-2 0 0 0 0,0 0 0 0 0,-2-61 0 0 0,-2 89-151 0 0,0 1 1 0 0,0-1-1 0 0,0 1 1 0 0,0-1-1 0 0,0 1 1 0 0,-1 0-1 0 0,1-1 1 0 0,0 1-1 0 0,-1-1 1 0 0,1 1-1 0 0,-1 0 1 0 0,0-1 0 0 0,1 1-1 0 0,-1 0 1 0 0,0-1-1 0 0,0 1 1 0 0,0 0-1 0 0,0 0 1 0 0,0 0-1 0 0,0 0 1 0 0,0 0-1 0 0,-2-2 1 0 0,2 3-4 0 0,0 0 1 0 0,0 0-1 0 0,-1 0 1 0 0,1 0-1 0 0,0 0 1 0 0,0 1-1 0 0,0-1 1 0 0,0 0-1 0 0,0 0 0 0 0,0 1 1 0 0,0-1-1 0 0,0 1 1 0 0,0-1-1 0 0,0 1 1 0 0,0-1-1 0 0,0 1 1 0 0,0 0-1 0 0,0-1 1 0 0,0 1-1 0 0,0 0 0 0 0,1 0 1 0 0,-1-1-1 0 0,0 1 1 0 0,1 0-1 0 0,-1 0 1 0 0,0 0-1 0 0,1 0 1 0 0,-1 0-1 0 0,1 0 1 0 0,-1 2-1 0 0,-12 21 160 0 0,1 1 1 0 0,1 0-1 0 0,-13 47 1 0 0,-12 85 491 0 0,31-132-573 0 0,-4 24 114 0 0,-5 75-1 0 0,13-102-223 0 0,1-1-1 0 0,1 1 0 0 0,0 0 0 0 0,2-1 1 0 0,1 0-1 0 0,6 22 0 0 0,-9-38-118 0 0,1-1 0 0 0,-1 0 0 0 0,1-1 0 0 0,0 1 0 0 0,0 0-1 0 0,0 0 1 0 0,1-1 0 0 0,-1 1 0 0 0,1-1 0 0 0,0 0 0 0 0,0 0 0 0 0,0 0-1 0 0,0 0 1 0 0,0 0 0 0 0,1-1 0 0 0,-1 0 0 0 0,1 1 0 0 0,-1-1 0 0 0,1 0 0 0 0,0-1-1 0 0,6 3 1 0 0,-4-3-195 0 0,0 0 0 0 0,0 0 0 0 0,1 0 0 0 0,-1-1-1 0 0,0 0 1 0 0,1 0 0 0 0,-1-1 0 0 0,0 0 0 0 0,1 0-1 0 0,-1 0 1 0 0,0-1 0 0 0,0 0 0 0 0,11-4 0 0 0,5-6-1079 0 0,2-1 258 0 0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5:23.2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53 728 0 0,'3'-4'874'0'0,"12"-25"2785"0"0,-10 9 1825 0 0,-19 36-3983 0 0,4 12-969 0 0,1 1-1 0 0,1 1 1 0 0,2-1-1 0 0,-5 59 0 0 0,10-83-510 0 0,1 1-1 0 0,0-1 0 0 0,1 1 1 0 0,-1-1-1 0 0,1 1 0 0 0,0-1 1 0 0,3 7-1 0 0,-4-11-124 0 0,1 0-1 0 0,-1 1 1 0 0,1-1 0 0 0,-1 1 0 0 0,1-1-1 0 0,0 0 1 0 0,0 1 0 0 0,0-1 0 0 0,0 0-1 0 0,0 0 1 0 0,0 0 0 0 0,0 0 0 0 0,0 0-1 0 0,0 0 1 0 0,0 0 0 0 0,1 0 0 0 0,-1 0-1 0 0,0 0 1 0 0,1-1 0 0 0,-1 1 0 0 0,1 0-1 0 0,-1-1 1 0 0,1 1 0 0 0,-1-1 0 0 0,1 0-1 0 0,-1 0 1 0 0,1 1 0 0 0,-1-1 0 0 0,1 0-1 0 0,-1 0 1 0 0,1 0 0 0 0,1-1 0 0 0,5 0-781 0 0,0-1 1 0 0,0 0 0 0 0,0-1-1 0 0,0 1 1 0 0,0-2 0 0 0,9-4-1 0 0,-2-4-2146 0 0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5:23.4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160 26 720 0 0,'-13'-7'1664'0'0,"-1"2"-404"0"0,0 0-200 0 0,4 0-271 0 0,-2 3 403 0 0,-10 0-404 0 0,1 6-540 0 0,12 1-12 0 0,1 0-80 0 0,-1 4-188 0 0,1-3-308 0 0,1 5-260 0 0,1 1-540 0 0,3-2-749 0 0,0 2 181 0 0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5:24.0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12 222 1600 0 0,'-12'-16'4461'0'0,"19"3"-2842"0"0,-3 12-1514 0 0,-1 0 0 0 0,0 0 0 0 0,0 0 0 0 0,0 1 0 0 0,1-1 0 0 0,-1 1 0 0 0,0-1 0 0 0,1 1 0 0 0,-1 0 0 0 0,0 0 0 0 0,1 1-1 0 0,-1-1 1 0 0,0 1 0 0 0,1 0 0 0 0,-1 0 0 0 0,0 0 0 0 0,0 0 0 0 0,0 0 0 0 0,0 1 0 0 0,0-1 0 0 0,0 1 0 0 0,0 0 0 0 0,0 0 0 0 0,-1 0 0 0 0,1 0 0 0 0,-1 0 0 0 0,1 0 0 0 0,-1 1 0 0 0,0 0 0 0 0,0-1 0 0 0,2 5-1 0 0,-1-2-60 0 0,0 0-1 0 0,0 0 0 0 0,0 0 1 0 0,-1 0-1 0 0,1 1 0 0 0,-1-1 0 0 0,-1 1 1 0 0,1 0-1 0 0,-1-1 0 0 0,0 1 0 0 0,-1 0 1 0 0,1 0-1 0 0,-1 0 0 0 0,0 0 0 0 0,0 0 1 0 0,-1-1-1 0 0,-2 10 0 0 0,-1-1 6 0 0,-1 1 0 0 0,-1-2 0 0 0,-1 1 0 0 0,0 0 0 0 0,-16 22 0 0 0,22-35-25 0 0,-1 0 0 0 0,1 1 1 0 0,-1-1-1 0 0,0 0 0 0 0,0 0 0 0 0,1 0 0 0 0,-1 0 1 0 0,0 0-1 0 0,0 0 0 0 0,-2 0 0 0 0,3-4-9 0 0,1-1 0 0 0,0 0 0 0 0,0 0 0 0 0,0 0 0 0 0,1 0 0 0 0,-1 0 0 0 0,1 1 0 0 0,0-1 0 0 0,0 0 0 0 0,1 0 0 0 0,-1 1 0 0 0,1-1 0 0 0,-1 1 0 0 0,5-6 0 0 0,1-6 45 0 0,11-22-90 0 0,1 1-1 0 0,1 1 0 0 0,2 1 0 0 0,2 0 0 0 0,54-58 0 0 0,-67 80 55 0 0,0 1 1 0 0,1 0-1 0 0,0 1 0 0 0,1 1 0 0 0,1 0 1 0 0,-1 1-1 0 0,1 0 0 0 0,0 1 0 0 0,1 0 1 0 0,22-6-1 0 0,-35 12 38 0 0,0 1 1 0 0,0-1-1 0 0,1 1 0 0 0,-1-1 1 0 0,0 1-1 0 0,1 0 0 0 0,-1 0 1 0 0,0 0-1 0 0,1 0 0 0 0,-1 0 1 0 0,0 1-1 0 0,1-1 0 0 0,-1 1 1 0 0,0-1-1 0 0,1 1 1 0 0,-1 0-1 0 0,0 0 0 0 0,0 0 1 0 0,0 0-1 0 0,0 0 0 0 0,0 0 1 0 0,0 1-1 0 0,0-1 0 0 0,0 1 1 0 0,-1-1-1 0 0,1 1 0 0 0,0 0 1 0 0,-1 0-1 0 0,0 0 1 0 0,1-1-1 0 0,-1 1 0 0 0,0 1 1 0 0,0-1-1 0 0,0 0 0 0 0,0 0 1 0 0,0 0-1 0 0,0 4 0 0 0,1 3 70 0 0,0-1-1 0 0,-1 1 0 0 0,0-1 1 0 0,0 1-1 0 0,-1 0 0 0 0,0 0 1 0 0,-1-1-1 0 0,-2 13 0 0 0,-27 88 354 0 0,21-82-1171 0 0,1 1 1 0 0,1 0-1 0 0,-6 44 1 0 0,13-69 404 0 0,0 0-1 0 0,0 0 1 0 0,1 0-1 0 0,-1 0 1 0 0,0 0 0 0 0,1 0-1 0 0,0-1 1 0 0,0 1-1 0 0,-1 0 1 0 0,3 3 0 0 0,-2-5 48 0 0,-1 0 0 0 0,1 0 0 0 0,0 0 1 0 0,0 1-1 0 0,0-1 0 0 0,-1 0 1 0 0,1 0-1 0 0,0-1 0 0 0,0 1 0 0 0,1 0 1 0 0,-1 0-1 0 0,0 0 0 0 0,0-1 0 0 0,0 1 1 0 0,0 0-1 0 0,1-1 0 0 0,-1 1 1 0 0,0-1-1 0 0,0 0 0 0 0,1 1 0 0 0,-1-1 1 0 0,0 0-1 0 0,1 0 0 0 0,-1 0 1 0 0,1 0-1 0 0,0 0 0 0 0,19-1-2022 0 0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5:24.5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640 101 376 0 0,'13'-15'2063'0'0,"-1"0"-1"0"0,0 0 1 0 0,12-23-1 0 0,-24 38-1992 0 0,1-1-1 0 0,-1 1 0 0 0,1-1 1 0 0,-1 1-1 0 0,0-1 1 0 0,1 1-1 0 0,-1-1 1 0 0,0 1-1 0 0,0-1 1 0 0,1 1-1 0 0,-1-1 0 0 0,0 1 1 0 0,0-1-1 0 0,0 1 1 0 0,0-1-1 0 0,0 1 1 0 0,0-1-1 0 0,0 1 1 0 0,0-1-1 0 0,0 0 0 0 0,0 1 1 0 0,0-1-1 0 0,0 1 1 0 0,0-1-1 0 0,0 1 1 0 0,0-1-1 0 0,0 1 1 0 0,-1-2-1 0 0,0 2-21 0 0,1 0 1 0 0,-1 0-1 0 0,0-1 0 0 0,0 1 1 0 0,1 0-1 0 0,-1 0 0 0 0,0 0 1 0 0,1 0-1 0 0,-1 0 0 0 0,0 0 1 0 0,0 0-1 0 0,0 0 0 0 0,1 0 1 0 0,-1 0-1 0 0,0 0 0 0 0,1 1 1 0 0,-2-1-1 0 0,-31 15 768 0 0,28-12-710 0 0,-17 11 162 0 0,0 2-1 0 0,1 0 1 0 0,1 1 0 0 0,0 1 0 0 0,-22 27 0 0 0,39-41-253 0 0,0 0 1 0 0,1 0 0 0 0,-1 1 0 0 0,1-1 0 0 0,-2 7 0 0 0,3-9-11 0 0,0-1 1 0 0,1 1 0 0 0,0 0-1 0 0,-1-1 1 0 0,1 1-1 0 0,0 0 1 0 0,0-1 0 0 0,0 1-1 0 0,0 0 1 0 0,0-1 0 0 0,0 1-1 0 0,1 0 1 0 0,-1 0 0 0 0,1-1-1 0 0,-1 1 1 0 0,1-1 0 0 0,0 3-1 0 0,0-3-3 0 0,0 0-1 0 0,0 0 0 0 0,0-1 1 0 0,0 1-1 0 0,0 0 0 0 0,0-1 1 0 0,0 1-1 0 0,0-1 0 0 0,1 1 1 0 0,-1-1-1 0 0,0 0 0 0 0,0 0 1 0 0,0 1-1 0 0,0-1 0 0 0,1 0 1 0 0,-1 0-1 0 0,0 0 0 0 0,0 0 1 0 0,0 0-1 0 0,0 0 1 0 0,2-1-1 0 0,24-4 3 0 0,-25 5-3 0 0,4-2-3 0 0,1 0-1 0 0,-1 0 1 0 0,0-1 0 0 0,0 0 0 0 0,0 0-1 0 0,0-1 1 0 0,0 0 0 0 0,-1 0 0 0 0,11-9-1 0 0,0-3-10 0 0,22-30 0 0 0,4-4-8 0 0,-42 50 17 0 0,0-1 1 0 0,1 1-1 0 0,-1-1 1 0 0,1 1-1 0 0,-1-1 1 0 0,1 1-1 0 0,-1-1 0 0 0,1 1 1 0 0,0-1-1 0 0,-1 1 1 0 0,1 0-1 0 0,-1-1 1 0 0,1 1-1 0 0,0 0 1 0 0,-1 0-1 0 0,1-1 0 0 0,0 1 1 0 0,-1 0-1 0 0,1 0 1 0 0,1 0-1 0 0,-2 0 4 0 0,0 0 0 0 0,1 1-1 0 0,-1-1 1 0 0,0 0 0 0 0,1 1-1 0 0,-1-1 1 0 0,0 1 0 0 0,0-1 0 0 0,0 0-1 0 0,1 1 1 0 0,-1-1 0 0 0,0 1 0 0 0,0-1-1 0 0,0 1 1 0 0,0-1 0 0 0,0 0-1 0 0,0 1 1 0 0,0-1 0 0 0,0 1 0 0 0,0-1-1 0 0,0 1 1 0 0,0-1 0 0 0,0 1-1 0 0,-8 38 202 0 0,6-29-64 0 0,-43 207 1747 0 0,-34 154 194 0 0,-18-27-1133 0 0,75-281-667 0 0,-3-2 0 0 0,-3 0 0 0 0,-48 78 0 0 0,59-113 69 0 0,-2 0 1 0 0,-26 29 0 0 0,35-44-203 0 0,-1-1-1 0 0,0 0 1 0 0,0-1 0 0 0,-1 0-1 0 0,0-1 1 0 0,0 0 0 0 0,-16 7-1 0 0,24-13-102 0 0,0 0 0 0 0,0-1 0 0 0,1 0-1 0 0,-1 1 1 0 0,0-1 0 0 0,-1-1-1 0 0,1 1 1 0 0,0-1 0 0 0,0 1-1 0 0,0-1 1 0 0,0 0 0 0 0,0-1 0 0 0,-1 1-1 0 0,1-1 1 0 0,0 1 0 0 0,0-1-1 0 0,0-1 1 0 0,0 1 0 0 0,0 0 0 0 0,1-1-1 0 0,-1 0 1 0 0,0 0 0 0 0,1 0-1 0 0,-5-3 1 0 0,3 0-30 0 0,1 1 0 0 0,-1-1 0 0 0,1 0 0 0 0,0 0 0 0 0,1-1 0 0 0,-1 1 0 0 0,1-1 0 0 0,0 1 0 0 0,0-1 0 0 0,1 0 0 0 0,-1 0 0 0 0,1 0 0 0 0,1-1 0 0 0,-2-11 0 0 0,1 2-39 0 0,1 0 0 0 0,1-1 1 0 0,0 1-1 0 0,2 0 0 0 0,0-1 1 0 0,0 1-1 0 0,2 0 1 0 0,0 0-1 0 0,1 1 0 0 0,10-25 1 0 0,0 7-285 0 0,2 1 0 0 0,1 1 0 0 0,38-50 0 0 0,-23 42-581 0 0,1 1 1 0 0,2 1-1 0 0,1 2 1 0 0,54-39-1 0 0,-10 17-4562 0 0,111-58 0 0 0,-147 91 863 0 0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5:25.0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352 112 224 0 0,'5'-15'3456'0'0,"0"-2"1"0"0,5-27-1 0 0,-10 42-3346 0 0,0 1 0 0 0,0-1 0 0 0,0 1 0 0 0,0-1 0 0 0,-1 1-1 0 0,1-1 1 0 0,-1 1 0 0 0,1 0 0 0 0,-1-1 0 0 0,1 1 0 0 0,-1 0 0 0 0,0-1 0 0 0,1 1 0 0 0,-1 0 0 0 0,0 0-1 0 0,0 0 1 0 0,0-1 0 0 0,0 1 0 0 0,0 0 0 0 0,0 0 0 0 0,-1 1 0 0 0,1-1 0 0 0,0 0 0 0 0,0 0 0 0 0,-1 0 0 0 0,1 1-1 0 0,0-1 1 0 0,-1 1 0 0 0,1-1 0 0 0,-1 1 0 0 0,0-1 0 0 0,0 1 166 0 0,-2 0-45 0 0,1 1-185 0 0,0-1 0 0 0,0 1 0 0 0,0 0 1 0 0,0 0-1 0 0,0 0 0 0 0,0 1 0 0 0,0-1 1 0 0,0 1-1 0 0,1-1 0 0 0,-1 1 1 0 0,1 0-1 0 0,-4 4 0 0 0,-30 32 470 0 0,17-16-344 0 0,-110 129 580 0 0,109-124-657 0 0,1 1-1 0 0,2 0 1 0 0,-27 60 0 0 0,41-82-125 0 0,1 0-1 0 0,0 0 1 0 0,0 0 0 0 0,1 1 0 0 0,0-1-1 0 0,0 0 1 0 0,0 1 0 0 0,1-1-1 0 0,0 1 1 0 0,0-1 0 0 0,1 0 0 0 0,1 8-1 0 0,-1-10-51 0 0,0 0-1 0 0,0-1 0 0 0,1 1 1 0 0,0-1-1 0 0,-1 1 0 0 0,1-1 1 0 0,1 0-1 0 0,-1 1 0 0 0,0-1 1 0 0,1-1-1 0 0,0 1 0 0 0,-1 0 1 0 0,1-1-1 0 0,0 1 0 0 0,0-1 1 0 0,1 0-1 0 0,-1 0 0 0 0,0 0 1 0 0,1 0-1 0 0,-1 0 0 0 0,5 0 1 0 0,8 3-504 0 0,-1 0 1 0 0,1-2 0 0 0,0 0-1 0 0,0 0 1 0 0,0-2 0 0 0,24 0 0 0 0,-7-2-1361 0 0,-1-2 1 0 0,38-8-1 0 0,-36 4-541 0 0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5:25.3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373 69 36 0 0,'2'-3'701'0'0,"0"0"1"0"0,0 0-1 0 0,0 0 1 0 0,-1-1-1 0 0,1 1 1 0 0,-1 0-1 0 0,0-1 1 0 0,0 1-1 0 0,0-1 1 0 0,0 1-1 0 0,-1-1 1 0 0,1 0-1 0 0,-1 1 1 0 0,0-1-1 0 0,0 1 1 0 0,-1-7 1057 0 0,1 10-1728 0 0,0 0 0 0 0,0 0 0 0 0,0 0 0 0 0,0 0 0 0 0,0 0 0 0 0,0 0 0 0 0,0 0 0 0 0,0-1 0 0 0,0 1 0 0 0,1 0 0 0 0,-1 0 0 0 0,0 0 0 0 0,0 0 0 0 0,0 0 0 0 0,0 0 0 0 0,0-1 0 0 0,0 1 0 0 0,0 0 0 0 0,0 0 0 0 0,0 0 0 0 0,0 0 0 0 0,0 0 0 0 0,0-1 0 0 0,-1 1 0 0 0,1 0 0 0 0,0 0 0 0 0,0 0-1 0 0,0 0 1 0 0,0 0 0 0 0,0 0 0 0 0,0-1 0 0 0,0 1 0 0 0,0 0 0 0 0,0 0 0 0 0,0 0 0 0 0,0 0 0 0 0,0 0 0 0 0,-1 0 0 0 0,1 0 0 0 0,0 0 0 0 0,0 0 0 0 0,0-1 0 0 0,0 1 0 0 0,0 0 0 0 0,0 0 0 0 0,-1 0 0 0 0,1 0 0 0 0,0 0 0 0 0,0 0 0 0 0,0 0 0 0 0,0 0 0 0 0,0 0 0 0 0,-1 0 0 0 0,1 0 0 0 0,0 0 0 0 0,0 0 0 0 0,0 0 0 0 0,0 0 0 0 0,-1 0 0 0 0,-6 10 1364 0 0,-6 15 325 0 0,13-25-1709 0 0,-10 28 634 0 0,1 0 1 0 0,1 0 0 0 0,1 1 0 0 0,2 0-1 0 0,-3 47 1 0 0,1-13-146 0 0,-3 21 78 0 0,-11 71 220 0 0,16-125-604 0 0,-3-1-1 0 0,0 1 1 0 0,-14 30-1 0 0,18-51-120 0 0,0 0-1 0 0,0-1 1 0 0,-1 0-1 0 0,-1 1 0 0 0,-11 12 1 0 0,15-18-76 0 0,-1 0 1 0 0,0 0 0 0 0,1-1 0 0 0,-1 0-1 0 0,-1 1 1 0 0,1-1 0 0 0,0 0-1 0 0,0 0 1 0 0,-1-1 0 0 0,1 1-1 0 0,-1-1 1 0 0,1 0 0 0 0,-1 0-1 0 0,0 0 1 0 0,0 0 0 0 0,1-1 0 0 0,-1 1-1 0 0,-7-1 1 0 0,5-1-152 0 0,-1 0 0 0 0,1 0 0 0 0,0 0-1 0 0,0-1 1 0 0,0 0 0 0 0,0 0 0 0 0,1 0 0 0 0,-1-1 0 0 0,0 0 0 0 0,-9-7 0 0 0,11 7-309 0 0,0 0 1 0 0,0-1 0 0 0,0 0 0 0 0,0 1 0 0 0,1-1 0 0 0,-1-1-1 0 0,1 1 1 0 0,0 0 0 0 0,1-1 0 0 0,-1 0 0 0 0,1 1 0 0 0,0-1-1 0 0,0 0 1 0 0,0 0 0 0 0,1-1 0 0 0,-1 1 0 0 0,1 0 0 0 0,1 0-1 0 0,-1 0 1 0 0,1-1 0 0 0,0-9 0 0 0,5-31-5307 0 0,1 17 886 0 0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5:25.5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69 256 0 0,'2'-16'4805'0'0,"7"-29"2750"0"0,-8 43-7359 0 0,0-3 334 0 0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5:39.8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149 367 432 0 0,'9'-28'5002'0'0,"-6"10"-3506"0"0,-3 16-823 0 0,3-15 1622 0 0,-102 312-1665 0 0,86-263-615 0 0,2-8-5 0 0,2 0 0 0 0,0 0 0 0 0,2 1 0 0 0,-8 45-1 0 0,15-68-5 0 0,-1-1 0 0 0,1 1-1 0 0,0-1 1 0 0,0 1 0 0 0,0-1-1 0 0,0 1 1 0 0,1-1 0 0 0,-1 1-1 0 0,0-1 1 0 0,1 1 0 0 0,-1-1-1 0 0,1 0 1 0 0,-1 1 0 0 0,1-1-1 0 0,-1 0 1 0 0,2 2 0 0 0,-1-2-3 0 0,-1-1 0 0 0,1 1 0 0 0,0-1 0 0 0,0 1 0 0 0,-1-1 0 0 0,1 1 0 0 0,0-1 0 0 0,0 1 0 0 0,-1-1 0 0 0,1 0 0 0 0,0 1 0 0 0,0-1 0 0 0,0 0 0 0 0,0 0 1 0 0,0 0-1 0 0,0 0 0 0 0,-1 0 0 0 0,1 0 0 0 0,1 0 0 0 0,2 0 0 0 0,1-1 0 0 0,-1 0-1 0 0,0 0 1 0 0,0-1 0 0 0,0 1 0 0 0,0-1 0 0 0,5-2-1 0 0,4-4 3 0 0,0-1-1 0 0,0 0 0 0 0,-1 0 1 0 0,-1-1-1 0 0,0-1 1 0 0,0 0-1 0 0,13-17 0 0 0,57-94-17 0 0,-48 70 15 0 0,-23 34-15 0 0,-7 13-3 0 0,0 0-1 0 0,0 0 1 0 0,0 0 0 0 0,1 0 0 0 0,-1 1 0 0 0,6-6 0 0 0,-8 9-2 0 0,3 10-41 0 0,-9 33-18 0 0,4-35 83 0 0,0 1 0 0 0,0 0 0 0 0,0-1 0 0 0,1 15 0 0 0,1-19-1 0 0,0 0 0 0 0,-1 0 0 0 0,1 0 0 0 0,0 0 1 0 0,0 0-1 0 0,1 0 0 0 0,-1 0 0 0 0,1 0 0 0 0,-1 0 0 0 0,1-1 0 0 0,0 1 1 0 0,0 0-1 0 0,0-1 0 0 0,1 0 0 0 0,3 4 0 0 0,1-1 4 0 0,-1 0 0 0 0,2-1 0 0 0,-1 0-1 0 0,0 0 1 0 0,1-1 0 0 0,0 0 0 0 0,0 0-1 0 0,0-1 1 0 0,0 1 0 0 0,0-2 0 0 0,0 1-1 0 0,1-1 1 0 0,-1-1 0 0 0,17 0 0 0 0,-18 0-6 0 0,1-1 0 0 0,-1 0 1 0 0,0 0-1 0 0,0-1 0 0 0,1 1 1 0 0,-1-2-1 0 0,0 1 0 0 0,-1-1 1 0 0,1 0-1 0 0,0 0 0 0 0,-1-1 1 0 0,1 0-1 0 0,-1 0 0 0 0,0 0 1 0 0,-1-1-1 0 0,11-10 0 0 0,-12 9 0 0 0,-1 0 0 0 0,1 0-1 0 0,-1 0 1 0 0,0 0 0 0 0,-1-1-1 0 0,1 1 1 0 0,-1-1 0 0 0,-1 1-1 0 0,1-1 1 0 0,-1 0 0 0 0,0-7 0 0 0,0-2 7 0 0,0 0 0 0 0,-2-1 0 0 0,-3-23 0 0 0,0 17-19 0 0,0 1 0 0 0,-2-1 0 0 0,0 1 0 0 0,-2 0 0 0 0,-10-21 0 0 0,14 34 4 0 0,-1 1 0 0 0,0 0-1 0 0,0 0 1 0 0,-1 0 0 0 0,0 1-1 0 0,-10-10 1 0 0,12 13 5 0 0,0 1 0 0 0,-1 0 1 0 0,1 0-1 0 0,-1 0 0 0 0,1 1 0 0 0,-1-1 0 0 0,0 1 0 0 0,0 0 1 0 0,0 0-1 0 0,0 1 0 0 0,0-1 0 0 0,-8 0 0 0 0,11 2 2 0 0,0 0 0 0 0,-1-1-1 0 0,1 1 1 0 0,0 0-1 0 0,0 0 1 0 0,-1 1 0 0 0,1-1-1 0 0,0 0 1 0 0,0 1 0 0 0,0-1-1 0 0,0 1 1 0 0,0 0-1 0 0,0 0 1 0 0,0 0 0 0 0,0 0-1 0 0,0 0 1 0 0,0 0 0 0 0,0 0-1 0 0,0 1 1 0 0,1-1 0 0 0,-1 0-1 0 0,0 1 1 0 0,1 0-1 0 0,-1-1 1 0 0,1 1 0 0 0,-2 3-1 0 0,2-3 1 0 0,0 0 0 0 0,1-1-1 0 0,-1 1 1 0 0,1 0 0 0 0,0 0-1 0 0,-1 0 1 0 0,1 0 0 0 0,0 0-1 0 0,0 0 1 0 0,0 0 0 0 0,0 0-1 0 0,0 0 1 0 0,1-1 0 0 0,-1 1-1 0 0,1 0 1 0 0,-1 0 0 0 0,1 0-1 0 0,0 0 1 0 0,-1-1 0 0 0,1 1-1 0 0,0 0 1 0 0,0-1 0 0 0,0 1-1 0 0,1 0 1 0 0,-1-1 0 0 0,0 0-1 0 0,0 1 1 0 0,1-1 0 0 0,1 2-1 0 0,4 2 3 0 0,1 1 0 0 0,0-1-1 0 0,1-1 1 0 0,-1 1 0 0 0,1-1-1 0 0,0-1 1 0 0,0 0 0 0 0,0 0-1 0 0,0 0 1 0 0,12 0-1 0 0,6 1 7 0 0,-1-2-1 0 0,38-1 0 0 0,-10-3 0 0 0,0-2 0 0 0,0-2 0 0 0,-1-3 0 0 0,0-2 0 0 0,-1-3 0 0 0,88-34 1 0 0,-117 37 2 0 0,0-1 1 0 0,0-1 0 0 0,40-30 0 0 0,-52 34-7 0 0,0-1 0 0 0,0 0 0 0 0,-1-1 0 0 0,0 0 0 0 0,-1 0 0 0 0,0-1-1 0 0,-1 0 1 0 0,10-20 0 0 0,-17 29-16 0 0,0 0-1 0 0,0 0 0 0 0,0 0 0 0 0,0 0 1 0 0,-1 0-1 0 0,1 0 0 0 0,-1-5 0 0 0,0 8 11 0 0,0-1 1 0 0,0 1-1 0 0,0 0 0 0 0,0-1 0 0 0,0 1 0 0 0,0 0 0 0 0,0-1 0 0 0,0 1 0 0 0,0-1 0 0 0,0 1 0 0 0,-1 0 0 0 0,1-1 0 0 0,0 1 0 0 0,0 0 0 0 0,0-1 0 0 0,0 1 0 0 0,-1 0 0 0 0,1 0 0 0 0,0-1 1 0 0,0 1-1 0 0,-1 0 0 0 0,1 0 0 0 0,0-1 0 0 0,-1 1 0 0 0,1 0 0 0 0,-1 0 6 0 0,0 0-1 0 0,0 0 1 0 0,0 0 0 0 0,1 0-1 0 0,-1 0 1 0 0,0 0 0 0 0,0 0 0 0 0,1 0-1 0 0,-1 0 1 0 0,0 1 0 0 0,0-1 0 0 0,1 0-1 0 0,-1 1 1 0 0,0-1 0 0 0,1 1 0 0 0,-1-1-1 0 0,-1 1 1 0 0,-15 13-13 0 0,1 1 0 0 0,0 0 1 0 0,1 1-1 0 0,-24 32 0 0 0,24-28-4 0 0,-164 221-21 0 0,149-196 32 0 0,3 2-1 0 0,2 0 1 0 0,-31 82 0 0 0,53-122 4 0 0,1 0-1 0 0,-1 0 1 0 0,1 0 0 0 0,1 1-1 0 0,-1-1 1 0 0,1 1 0 0 0,1 0 0 0 0,-1 11-1 0 0,2-18 13 0 0,1-1 1 0 0,2-2-13 0 0,-1 1 1 0 0,1-1-1 0 0,-1 1 0 0 0,1-1 1 0 0,-1 0-1 0 0,0-1 1 0 0,0 1-1 0 0,0 0 0 0 0,0-1 1 0 0,0 0-1 0 0,-1 1 0 0 0,1-1 1 0 0,2-5-1 0 0,31-48-9 0 0,-27 40 8 0 0,4-8 10 0 0,53-83-7 0 0,-54 91-12 0 0,0 0-1 0 0,0 1 1 0 0,2 1-1 0 0,18-17 1 0 0,-30 29 5 0 0,0 0 1 0 0,1 0-1 0 0,0 0 1 0 0,-1 0-1 0 0,1 0 0 0 0,0 0 1 0 0,0 1-1 0 0,0-1 1 0 0,0 1-1 0 0,0 0 0 0 0,0 0 1 0 0,0 0-1 0 0,0 1 1 0 0,0-1-1 0 0,1 1 0 0 0,-1-1 1 0 0,0 1-1 0 0,1 0 1 0 0,-1 0-1 0 0,0 1 0 0 0,0-1 1 0 0,0 1-1 0 0,1-1 1 0 0,-1 1-1 0 0,0 0 0 0 0,0 0 1 0 0,0 1-1 0 0,0-1 1 0 0,0 0-1 0 0,0 1 0 0 0,-1 0 1 0 0,1 0-1 0 0,0 0 1 0 0,-1 0-1 0 0,1 0 0 0 0,-1 0 1 0 0,0 1-1 0 0,0-1 1 0 0,0 1-1 0 0,0 0 0 0 0,0-1 1 0 0,-1 1-1 0 0,1 0 1 0 0,-1 0-1 0 0,1 0 0 0 0,-1 0 1 0 0,1 5-1 0 0,2 6 5 0 0,0 0-1 0 0,-1 0 0 0 0,-1 0 1 0 0,0 1-1 0 0,-1-1 0 0 0,0 17 1 0 0,-12 87 35 0 0,2-33-2 0 0,9-83-32 0 0,0 0 0 0 0,-1 0 0 0 0,1 0 0 0 0,0 0 0 0 0,1 0 0 0 0,-1 1 0 0 0,0-1 0 0 0,1 0 0 0 0,-1 0 0 0 0,1 0 0 0 0,0 0 0 0 0,-1 0 0 0 0,1-1 0 0 0,0 1 0 0 0,0 0 0 0 0,0 0 0 0 0,1 0 0 0 0,-1-1 0 0 0,0 1 0 0 0,1-1 0 0 0,1 3 0 0 0,-1-3-1 0 0,0 0 1 0 0,1 0-1 0 0,-1 0 0 0 0,1 0 0 0 0,-1 0 0 0 0,0 0 0 0 0,1 0 0 0 0,0-1 0 0 0,-1 1 0 0 0,1-1 1 0 0,-1 0-1 0 0,1 0 0 0 0,-1 0 0 0 0,1 0 0 0 0,0 0 0 0 0,-1-1 0 0 0,4 0 0 0 0,15-4 4 0 0,-1-1 0 0 0,1 0 0 0 0,-1-2 0 0 0,-1-1 0 0 0,1 0 0 0 0,-2-1 0 0 0,1-1 0 0 0,-1-1 0 0 0,-1 0 0 0 0,29-28 0 0 0,-20 14 2 0 0,-2 0 1 0 0,0-2-1 0 0,-2 0 1 0 0,-1-2-1 0 0,27-52 1 0 0,-35 43 20 0 0,-5 12-41 0 0,-8 27 11 0 0,0-1-1 0 0,1 1 0 0 0,-1-1 1 0 0,0 1-1 0 0,0-1 0 0 0,1 1 0 0 0,-1-1 1 0 0,0 0-1 0 0,0 1 0 0 0,0-1 1 0 0,0 1-1 0 0,0-1 0 0 0,0 1 1 0 0,0-1-1 0 0,0 0 0 0 0,0 1 0 0 0,0-1 1 0 0,0 1-1 0 0,0-1 0 0 0,-1 0 1 0 0,1 1-1 0 0,-1-2 0 0 0,1 2 2 0 0,0 0-1 0 0,-1 0 1 0 0,1-1-1 0 0,-1 1 0 0 0,1 0 1 0 0,-1 0-1 0 0,1 0 1 0 0,-1-1-1 0 0,1 1 0 0 0,-1 0 1 0 0,1 0-1 0 0,-1 0 1 0 0,1 0-1 0 0,-1 0 1 0 0,1 0-1 0 0,0 0 0 0 0,-1 0 1 0 0,1 0-1 0 0,-1 1 1 0 0,0-1-1 0 0,-2 1 6 0 0,0 0 1 0 0,0 0-1 0 0,0 0 0 0 0,0 1 0 0 0,1-1 0 0 0,-1 1 1 0 0,-3 2-1 0 0,-11 13 38 0 0,1 1 0 0 0,1 0 0 0 0,-23 35 0 0 0,-28 67 76 0 0,56-100-110 0 0,1 0 0 0 0,-10 36 0 0 0,17-49-7 0 0,1 0 0 0 0,-1 0 0 0 0,1 0-1 0 0,0 0 1 0 0,1 0 0 0 0,-1 0 0 0 0,2 0 0 0 0,-1 1 0 0 0,1-1 0 0 0,0 0 0 0 0,0 0 0 0 0,3 8 0 0 0,-3-13-1 0 0,0 1 1 0 0,1 0 0 0 0,-1-1 0 0 0,1 1-1 0 0,0-1 1 0 0,-1 1 0 0 0,1-1-1 0 0,0 0 1 0 0,0 0 0 0 0,1 0 0 0 0,-1 0-1 0 0,0 0 1 0 0,1 0 0 0 0,-1-1-1 0 0,1 1 1 0 0,3 1 0 0 0,-1-1 2 0 0,1-1 0 0 0,-1 1 0 0 0,1-1 1 0 0,-1 0-1 0 0,1 0 0 0 0,0 0 0 0 0,-1-1 0 0 0,7 0 1 0 0,5-2 9 0 0,-1 0 1 0 0,0-1-1 0 0,0 0 1 0 0,0-2 0 0 0,16-5-1 0 0,-15 2-9 0 0,0 0 0 0 0,0 0-1 0 0,-1-2 1 0 0,0 0 0 0 0,-1-1-1 0 0,0 0 1 0 0,0-1-1 0 0,-2-1 1 0 0,1 0 0 0 0,-2-1-1 0 0,0-1 1 0 0,14-20 0 0 0,-13 15-14 0 0,-1-2 0 0 0,-1 1 1 0 0,-1-2-1 0 0,-1 1 0 0 0,0-1 1 0 0,-2 0-1 0 0,-1-1 1 0 0,-1 0-1 0 0,3-27 0 0 0,-8 48 5 0 0,0 0-1 0 0,0-1 0 0 0,0 1 0 0 0,-1-1 0 0 0,1 1 0 0 0,-1 0 0 0 0,0-1 1 0 0,0 1-1 0 0,0 0 0 0 0,0 0 0 0 0,-1-1 0 0 0,1 1 0 0 0,-1 0 1 0 0,-3-4-1 0 0,4 6 3 0 0,0 0 0 0 0,0 1 0 0 0,0-1 0 0 0,0 0 0 0 0,-1 1 1 0 0,1 0-1 0 0,0-1 0 0 0,0 1 0 0 0,0 0 0 0 0,0-1 0 0 0,-1 1 1 0 0,1 0-1 0 0,0 0 0 0 0,0 0 0 0 0,-1 0 0 0 0,1 0 0 0 0,0 0 0 0 0,0 1 1 0 0,0-1-1 0 0,-1 0 0 0 0,1 1 0 0 0,0-1 0 0 0,0 1 0 0 0,0-1 1 0 0,0 1-1 0 0,-2 0 0 0 0,-29 18-4 0 0,29-17 9 0 0,0 1-1 0 0,0 0 1 0 0,0 0 0 0 0,0 0-1 0 0,0 0 1 0 0,0 0-1 0 0,1 1 1 0 0,0-1-1 0 0,-1 1 1 0 0,1 0-1 0 0,1-1 1 0 0,-1 1 0 0 0,1 0-1 0 0,-1 0 1 0 0,1 0-1 0 0,0 1 1 0 0,0-1-1 0 0,0 6 1 0 0,1-7-1 0 0,1 1-1 0 0,-1-1 1 0 0,1 0-1 0 0,-1 0 1 0 0,1-1 0 0 0,0 1-1 0 0,0 0 1 0 0,0 0 0 0 0,1 0-1 0 0,-1 0 1 0 0,1-1-1 0 0,-1 1 1 0 0,1-1 0 0 0,0 1-1 0 0,0-1 1 0 0,0 0 0 0 0,0 0-1 0 0,1 0 1 0 0,-1 0 0 0 0,0 0-1 0 0,1 0 1 0 0,-1-1-1 0 0,1 1 1 0 0,0-1 0 0 0,0 1-1 0 0,3 0 1 0 0,7 2-4 0 0,-1 0-1 0 0,1-1 1 0 0,0-1-1 0 0,-1 0 1 0 0,1 0-1 0 0,0-2 1 0 0,0 0-1 0 0,0 0 1 0 0,14-2 0 0 0,7-3-6 0 0,0-1 1 0 0,40-13 0 0 0,-39 7-9 0 0,58-25 0 0 0,-77 29 10 0 0,1-1 0 0 0,-2-1 1 0 0,1 0-1 0 0,-2 0 1 0 0,21-19-1 0 0,-16 6-7 0 0,-18 21 13 0 0,-4 3-15 0 0,0 0 14 0 0,0 0 0 0 0,0 0 0 0 0,-1 0 0 0 0,1 0 1 0 0,0 1-1 0 0,0 0 0 0 0,0-1 0 0 0,1 1 0 0 0,-1 0 0 0 0,-4 4 0 0 0,-29 31 16 0 0,20-21-1 0 0,-28 28 34 0 0,2 2 0 0 0,2 2 0 0 0,-42 66 0 0 0,78-108-40 0 0,0 0-1 0 0,1 0 0 0 0,0 1 1 0 0,1-1-1 0 0,-1 1 0 0 0,1-1 1 0 0,0 1-1 0 0,1 0 0 0 0,0 0 0 0 0,-1 11 1 0 0,2-15-4 0 0,0-1-1 0 0,1 1 1 0 0,-1-1 0 0 0,1 1-1 0 0,-1-1 1 0 0,1 0 0 0 0,0 1 0 0 0,0-1-1 0 0,0 0 1 0 0,0 0 0 0 0,0 0-1 0 0,1 0 1 0 0,-1 0 0 0 0,0 0 0 0 0,1 0-1 0 0,0 0 1 0 0,-1 0 0 0 0,1-1-1 0 0,0 1 1 0 0,0-1 0 0 0,0 1-1 0 0,0-1 1 0 0,0 0 0 0 0,1 0 0 0 0,-1 0-1 0 0,0 0 1 0 0,0 0 0 0 0,1 0-1 0 0,-1 0 1 0 0,1-1 0 0 0,-1 0 0 0 0,0 1-1 0 0,4-1 1 0 0,7 1-1 0 0,0 0 0 0 0,0-1-1 0 0,0 0 1 0 0,0-1 0 0 0,0-1 0 0 0,23-5 0 0 0,74-28 53 0 0,-107 34-53 0 0,42-17-13 0 0,-1-1-1 0 0,-2-2 0 0 0,0-2 0 0 0,-1-2 1 0 0,-1-1-1 0 0,-2-3 0 0 0,69-64 0 0 0,-107 92 11 0 0,35-37-46 0 0,-32 35 43 0 0,0-1-1 0 0,-1 1 0 0 0,0-1 0 0 0,0 0 0 0 0,0 1 1 0 0,0-1-1 0 0,0 0 0 0 0,-1 0 0 0 0,2-7 0 0 0,-3 9-13 0 0,-3 3 0 0 0,-3 0 37 0 0,1 0-1 0 0,0 1 1 0 0,-1-1-1 0 0,1 1 0 0 0,0 1 1 0 0,0-1-1 0 0,0 1 1 0 0,0 0-1 0 0,1 0 1 0 0,-6 5-1 0 0,-48 44 293 0 0,39-34-204 0 0,-17 14 128 0 0,14-12-116 0 0,0 0 0 0 0,1 2 0 0 0,1 0 0 0 0,-28 41 0 0 0,46-61-107 0 0,0 1 0 0 0,0 0 0 0 0,1 1 0 0 0,-1-1 0 0 0,1 0 0 0 0,0 0 0 0 0,0 1 0 0 0,0-1-1 0 0,0 1 1 0 0,1-1 0 0 0,-1 0 0 0 0,1 1 0 0 0,0-1 0 0 0,1 8 0 0 0,-1-10-11 0 0,1 1 1 0 0,0 0 0 0 0,0 0 0 0 0,0-1-1 0 0,0 1 1 0 0,0 0 0 0 0,0-1 0 0 0,0 1-1 0 0,0-1 1 0 0,1 1 0 0 0,-1-1 0 0 0,0 0-1 0 0,1 0 1 0 0,-1 1 0 0 0,1-1 0 0 0,0 0-1 0 0,-1 0 1 0 0,1-1 0 0 0,0 1 0 0 0,0 0-1 0 0,-1 0 1 0 0,1-1 0 0 0,0 1-1 0 0,0-1 1 0 0,0 0 0 0 0,0 0 0 0 0,0 1-1 0 0,2-1 1 0 0,13 1-218 0 0,-1-1-1 0 0,1-1 1 0 0,-1 0-1 0 0,27-5 1 0 0,64-21-2060 0 0,-80 19 1471 0 0,31-9-1980 0 0,0-1-875 0 0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5:40.8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1021 224 0 0,'-74'58'9717'0'0,"94"-71"-8862"0"0,-3-4-639 0 0,-1-1 0 0 0,0-1 0 0 0,-1 0 0 0 0,17-29 0 0 0,41-89-238 0 0,-51 94 37 0 0,75-154 190 0 0,83-153-237 0 0,-174 339-6 0 0,1 1 0 0 0,0 0 0 0 0,11-12 0 0 0,-17 21 35 0 0,-1 1 0 0 0,0-1 0 0 0,1 1-1 0 0,-1-1 1 0 0,1 1 0 0 0,-1-1 0 0 0,1 1 0 0 0,0 0 0 0 0,-1-1 0 0 0,1 1 0 0 0,-1 0 0 0 0,1-1 0 0 0,0 1 0 0 0,-1 0 0 0 0,1 0-1 0 0,0 0 1 0 0,-1 0 0 0 0,1-1 0 0 0,0 1 0 0 0,-1 0 0 0 0,1 0 0 0 0,0 0 0 0 0,-1 0 0 0 0,1 1 0 0 0,0-1 0 0 0,0 0 0 0 0,1 1 6 0 0,-1-1 1 0 0,0 1-1 0 0,0 0 1 0 0,0 0 0 0 0,0 0-1 0 0,-1 0 1 0 0,1-1-1 0 0,0 1 1 0 0,0 0-1 0 0,0 0 1 0 0,-1 1 0 0 0,1-1-1 0 0,0 1 1 0 0,2 3 10 0 0,-1 1 1 0 0,0 0-1 0 0,0 0 1 0 0,1 8-1 0 0,11 111-156 0 0,-12-88 145 0 0,2 0-1 0 0,1-1 1 0 0,17 60 0 0 0,-21-92 5 0 0,0 0 1 0 0,0-1 0 0 0,1 1-1 0 0,0-1 1 0 0,-1 1-1 0 0,1-1 1 0 0,0 0-1 0 0,0 0 1 0 0,1 0 0 0 0,-1 0-1 0 0,1 0 1 0 0,-1 0-1 0 0,1-1 1 0 0,0 1 0 0 0,0-1-1 0 0,6 4 1 0 0,-7-5-8 0 0,0-1 1 0 0,0 0-1 0 0,0 0 1 0 0,0 0-1 0 0,0 0 1 0 0,0 0 0 0 0,0 0-1 0 0,-1 0 1 0 0,1-1-1 0 0,0 1 1 0 0,0-1-1 0 0,0 1 1 0 0,0-1-1 0 0,0 0 1 0 0,-1 1-1 0 0,1-1 1 0 0,0 0-1 0 0,2-2 1 0 0,26-21 23 0 0,14-28 44 0 0,-3-2 1 0 0,60-105-1 0 0,-42 62-110 0 0,60-74-81 0 0,-118 169 115 0 0,1-1-1 0 0,-1 1 1 0 0,1 0-1 0 0,0 0 1 0 0,0 0 0 0 0,0 0-1 0 0,0 0 1 0 0,0 0-1 0 0,0 1 1 0 0,1-1-1 0 0,-1 1 1 0 0,1-1 0 0 0,-1 1-1 0 0,1 0 1 0 0,-1 0-1 0 0,1 0 1 0 0,0 0-1 0 0,-1 1 1 0 0,1-1 0 0 0,0 1-1 0 0,5-1 1 0 0,-7 2 5 0 0,1 0 0 0 0,-1 0 1 0 0,1 1-1 0 0,-1-1 0 0 0,0 0 1 0 0,0 1-1 0 0,1-1 0 0 0,-1 1 1 0 0,0-1-1 0 0,0 1 0 0 0,-1 0 1 0 0,1-1-1 0 0,0 1 0 0 0,0 0 0 0 0,-1 0 1 0 0,1 2-1 0 0,1 6 23 0 0,0 0 0 0 0,-1 0 0 0 0,0 0 1 0 0,-1 1-1 0 0,0-1 0 0 0,-2 18 0 0 0,-17 63 98 0 0,11-56-125 0 0,-23 81-90 0 0,19-79 110 0 0,1 2 0 0 0,3-1 0 0 0,1 1 0 0 0,-3 56 0 0 0,10-90-107 0 0,0 1-1 0 0,0-1 0 0 0,1 0 0 0 0,0 0 0 0 0,0 1 0 0 0,0-1 0 0 0,1 0 0 0 0,0 0 0 0 0,0 0 1 0 0,0 0-1 0 0,5 7 0 0 0,-5-9-211 0 0,0 0-1 0 0,1 0 1 0 0,-1 0 0 0 0,1-1 0 0 0,0 1-1 0 0,0-1 1 0 0,0 1 0 0 0,0-1 0 0 0,0 0-1 0 0,0-1 1 0 0,1 1 0 0 0,-1 0-1 0 0,1-1 1 0 0,-1 0 0 0 0,1 0 0 0 0,-1 0-1 0 0,6 1 1 0 0,11 0-2756 0 0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5:41.3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210 22 184 0 0,'-2'-1'1748'0'0,"-30"-19"3630"0"0,30 19-4808 0 0,-11 10 995 0 0,12-7-1487 0 0,0 0 1 0 0,0 0-1 0 0,0 1 0 0 0,1-1 1 0 0,-1 0-1 0 0,1 0 0 0 0,-1 1 1 0 0,1-1-1 0 0,0 1 0 0 0,0-1 1 0 0,0 0-1 0 0,0 1 0 0 0,0-1 1 0 0,0 1-1 0 0,1-1 0 0 0,-1 0 1 0 0,1 0-1 0 0,2 5 0 0 0,-1-2-20 0 0,0-1 0 0 0,1 0 0 0 0,0 0 0 0 0,0 0 1 0 0,0 0-1 0 0,0-1 0 0 0,1 1 0 0 0,7 5 0 0 0,4 2-6 0 0,1-1-1 0 0,0 0 1 0 0,1-2 0 0 0,19 8 0 0 0,40 12 7 0 0,107 23 1 0 0,-79-24-61 0 0,-97-25 10 0 0,-1 0 0 0 0,1 0 0 0 0,-1 0 0 0 0,1 1 1 0 0,-1 0-1 0 0,0 0 0 0 0,8 6 0 0 0,-13-8 10 0 0,0 0 0 0 0,0 0-1 0 0,0-1 1 0 0,-1 1 0 0 0,1 0 0 0 0,0 0 0 0 0,-1 0 0 0 0,1 0 0 0 0,-1 0 0 0 0,1 0 0 0 0,-1 0 0 0 0,1 0-1 0 0,-1 0 1 0 0,0 0 0 0 0,0 0 0 0 0,1 1 0 0 0,-1-1 0 0 0,0 0 0 0 0,0 0 0 0 0,0 0 0 0 0,0 0 0 0 0,0 0 0 0 0,-1 0-1 0 0,1 0 1 0 0,0 1 0 0 0,0-1 0 0 0,-1 0 0 0 0,1 0 0 0 0,0 0 0 0 0,-1 0 0 0 0,0 1 0 0 0,-2 3 83 0 0,0-1 0 0 0,1 1 1 0 0,-1-1-1 0 0,-7 8 1 0 0,-12 8 263 0 0,-1-1 1 0 0,0 0-1 0 0,-1-2 1 0 0,-39 21-1 0 0,-2 2 616 0 0,-272 145 460 0 0,299-166-1387 0 0,-61 30-145 0 0,98-48-185 0 0,-4 2-237 0 0,20-2-3461 0 0,0-3 2173 0 0,1-1 0 0 0,17-5 1 0 0,-4-2-2882 0 0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5:41.7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614 188 2048 0 0,'48'-48'12095'0'0,"-50"49"-11656"0"0,-16 14 11 0 0,0 1 0 0 0,1 1-1 0 0,1 1 1 0 0,-25 35 0 0 0,-46 89 164 0 0,84-136-578 0 0,-14 24 172 0 0,-17 45 0 0 0,31-67-180 0 0,0 0 0 0 0,1 0 0 0 0,0 1 0 0 0,0 0 0 0 0,0-1 0 0 0,1 1 0 0 0,1 0 0 0 0,0 0-1 0 0,0-1 1 0 0,2 18 0 0 0,-1-22-19 0 0,0 0-1 0 0,1 0 1 0 0,-1 0-1 0 0,1 0 1 0 0,0-1-1 0 0,0 1 0 0 0,0-1 1 0 0,0 1-1 0 0,0-1 1 0 0,1 1-1 0 0,0-1 1 0 0,0 0-1 0 0,0 0 0 0 0,3 2 1 0 0,0-1 3 0 0,0 0-1 0 0,0-1 1 0 0,0 1-1 0 0,1-1 1 0 0,-1-1 0 0 0,0 1-1 0 0,13 2 1 0 0,0-2 1 0 0,0-1 0 0 0,1 0 0 0 0,-1-1 1 0 0,0-1-1 0 0,25-4 0 0 0,-13 0-17 0 0,0-2 0 0 0,0-1 0 0 0,0-1 0 0 0,-1-2-1 0 0,0-1 1 0 0,-1-1 0 0 0,0-2 0 0 0,-1 0 0 0 0,26-20 0 0 0,-33 20-4 0 0,0-1 0 0 0,-1-2 1 0 0,-1 0-1 0 0,-1 0 0 0 0,0-2 1 0 0,-2 0-1 0 0,0-1 0 0 0,-1-1 1 0 0,-1-1-1 0 0,-1 0 0 0 0,18-39 1 0 0,-27 50 8 0 0,0-1 1 0 0,-1 1-1 0 0,0 0 1 0 0,-1-1 0 0 0,0 0-1 0 0,0 0 1 0 0,-1 1-1 0 0,-1-1 1 0 0,0 0 0 0 0,-1 0-1 0 0,-2-13 1 0 0,1 18-2 0 0,0-1 0 0 0,0 1 0 0 0,-1-1 0 0 0,0 1 0 0 0,0 0 0 0 0,-1 0 0 0 0,0 0 0 0 0,0 1 0 0 0,0-1 0 0 0,-1 1 0 0 0,0 0 0 0 0,0 0 0 0 0,-1 1 0 0 0,0-1 0 0 0,0 1 0 0 0,0 1 0 0 0,-12-8 0 0 0,0 3-2 0 0,0 1 1 0 0,0 0-1 0 0,-1 2 0 0 0,0 0 1 0 0,0 1-1 0 0,0 1 0 0 0,-1 1 1 0 0,1 1-1 0 0,-1 1 0 0 0,-36 1 1 0 0,1 4-22 0 0,0 3 0 0 0,-87 21 0 0 0,68-7-875 0 0,2 2 0 0 0,-101 47 0 0 0,-29 33-6186 0 0,113-52 964 0 0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6:31.0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702 234 788 0 0,'3'-9'1380'0'0,"0"0"1"0"0,0-1-1 0 0,-1 1 0 0 0,0-1 1 0 0,1-15-1 0 0,-3 15-891 0 0,0 0 0 0 0,0 0 0 0 0,-1 0 0 0 0,0 0 0 0 0,-5-19 1 0 0,5 24-472 0 0,0 1 1 0 0,0 0 0 0 0,-1 0 0 0 0,0 0 0 0 0,1 0-1 0 0,-2 0 1 0 0,1 0 0 0 0,0 0 0 0 0,-1 0 0 0 0,1 1 0 0 0,-1-1-1 0 0,0 1 1 0 0,0 0 0 0 0,-1 0 0 0 0,1 0 0 0 0,-1 0 0 0 0,1 1-1 0 0,-1-1 1 0 0,0 1 0 0 0,0 0 0 0 0,0 0 0 0 0,0 0 0 0 0,0 1-1 0 0,0 0 1 0 0,-1-1 0 0 0,1 1 0 0 0,0 1 0 0 0,-1-1 0 0 0,1 1-1 0 0,-1-1 1 0 0,1 1 0 0 0,-6 1 0 0 0,0 1-13 0 0,0 0 1 0 0,1 0 0 0 0,-1 1-1 0 0,1 0 1 0 0,0 1 0 0 0,0 0-1 0 0,0 0 1 0 0,-14 11 0 0 0,-64 50 148 0 0,84-62-140 0 0,-49 44 6 0 0,2 1-1 0 0,2 3 1 0 0,3 2 0 0 0,-74 114 0 0 0,104-145 0 0 0,2 2 1 0 0,0 0-1 0 0,2 0 1 0 0,0 1-1 0 0,2 1 0 0 0,-9 35 1 0 0,16-50 3 0 0,1 0 0 0 0,0 0 1 0 0,0 0-1 0 0,1 1 1 0 0,0-1-1 0 0,1 0 0 0 0,4 20 1 0 0,-3-23-12 0 0,1-1 1 0 0,0 1 0 0 0,0 0-1 0 0,0-1 1 0 0,1 0 0 0 0,0 0-1 0 0,0 0 1 0 0,1 0 0 0 0,0 0-1 0 0,0-1 1 0 0,11 10 0 0 0,-3-6 13 0 0,1 0 0 0 0,0 0 0 0 0,1-1 1 0 0,-1-1-1 0 0,2-1 0 0 0,-1 0 1 0 0,1-1-1 0 0,0 0 0 0 0,0-1 0 0 0,1-1 1 0 0,25 3-1 0 0,-3-3-877 0 0,0-1 1 0 0,0-3-1 0 0,76-7 1 0 0,-76-2-4096 0 0,-28 4 1858 0 0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6:31.5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280 112 1516 0 0,'2'-6'728'0'0,"-1"0"0"0"0,0-1 0 0 0,-1 1 1 0 0,1 0-1 0 0,-1-1 0 0 0,-1 1 0 0 0,1 0 0 0 0,-1 0 0 0 0,0-1 0 0 0,0 1 0 0 0,-1 0 1 0 0,0 0-1 0 0,-2-6 0 0 0,3 11-670 0 0,0-1 0 0 0,0 1-1 0 0,0 0 1 0 0,0 0 0 0 0,0-1 0 0 0,0 1 0 0 0,0 0 0 0 0,0 0 0 0 0,-1 0 0 0 0,1 0-1 0 0,0 0 1 0 0,-1 1 0 0 0,1-1 0 0 0,0 0 0 0 0,-1 1 0 0 0,1-1 0 0 0,-1 1 0 0 0,1-1 0 0 0,-1 1-1 0 0,-2-1 1 0 0,1 1-13 0 0,-1 0-1 0 0,1 0 1 0 0,0 1-1 0 0,0-1 1 0 0,0 1 0 0 0,0 0-1 0 0,0 0 1 0 0,0 0-1 0 0,-5 2 1 0 0,-2 3 3 0 0,0-1 0 0 0,1 1 0 0 0,0 1 1 0 0,-15 13-1 0 0,6-2 14 0 0,1 0 0 0 0,1 1 0 0 0,1 1 1 0 0,0 0-1 0 0,2 1 0 0 0,0 0 0 0 0,-17 41 0 0 0,29-58-52 0 0,-1-1 0 0 0,1 1 0 0 0,0 0-1 0 0,0-1 1 0 0,0 1 0 0 0,1 0 0 0 0,-1 0 0 0 0,1-1 0 0 0,0 1-1 0 0,0 0 1 0 0,0 0 0 0 0,0 0 0 0 0,1-1 0 0 0,-1 1-1 0 0,1 0 1 0 0,0 0 0 0 0,0-1 0 0 0,1 1 0 0 0,-1-1-1 0 0,4 7 1 0 0,-3-7-4 0 0,1 0-1 0 0,0 0 1 0 0,0 0-1 0 0,0-1 1 0 0,0 1-1 0 0,0-1 1 0 0,0 1-1 0 0,1-1 1 0 0,-1 0 0 0 0,1-1-1 0 0,0 1 1 0 0,-1 0-1 0 0,1-1 1 0 0,0 0-1 0 0,0 0 1 0 0,0 0-1 0 0,0-1 1 0 0,0 1-1 0 0,6-1 1 0 0,1 1-11 0 0,1-2 1 0 0,-1 1-1 0 0,1-1 0 0 0,-1-1 0 0 0,0 0 1 0 0,0-1-1 0 0,1 0 0 0 0,-2 0 1 0 0,1-1-1 0 0,0-1 0 0 0,-1 0 0 0 0,0 0 1 0 0,0-1-1 0 0,0 0 0 0 0,-1-1 0 0 0,0 0 1 0 0,0-1-1 0 0,-1 1 0 0 0,0-2 1 0 0,0 1-1 0 0,-1-1 0 0 0,0 0 0 0 0,-1-1 1 0 0,0 1-1 0 0,8-19 0 0 0,26-61-144 0 0,-39 87 108 0 0,-5 26-37 0 0,2-8 81 0 0,0 0 1 0 0,1 0-1 0 0,0 0 0 0 0,1 0 0 0 0,1 0 0 0 0,5 29 1 0 0,-3-36-359 0 0,-1-1 0 0 0,1 0 0 0 0,0 1 1 0 0,1-1-1 0 0,8 15 0 0 0,-8-17-318 0 0,1 0-1 0 0,-1 0 1 0 0,1-1-1 0 0,0 0 1 0 0,1 0-1 0 0,-1 0 1 0 0,1 0-1 0 0,6 3 1 0 0,5 1-2791 0 0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6:31.9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216 125 1552 0 0,'1'-6'623'0'0,"0"-1"0"0"0,-1 0 1 0 0,1 0-1 0 0,-2 1 0 0 0,1-1 0 0 0,-1 0 0 0 0,1 0 0 0 0,-2 1 0 0 0,1-1 1 0 0,-1 1-1 0 0,0-1 0 0 0,-1 1 0 0 0,1-1 0 0 0,-1 1 0 0 0,-7-11 0 0 0,9 16-592 0 0,0 0 0 0 0,1 1 0 0 0,-1-1 1 0 0,0 0-1 0 0,0 1 0 0 0,0-1 0 0 0,1 1 0 0 0,-1-1 0 0 0,0 1 0 0 0,0-1 0 0 0,0 1 0 0 0,0 0 0 0 0,0-1 0 0 0,0 1 0 0 0,0 0 0 0 0,0 0 0 0 0,0-1 0 0 0,0 1 0 0 0,0 0 0 0 0,1 0 0 0 0,-1 0 0 0 0,0 0 0 0 0,0 1 0 0 0,0-1 0 0 0,0 0 0 0 0,0 0 0 0 0,0 0 0 0 0,0 1 0 0 0,0-1 0 0 0,0 1 0 0 0,0-1 0 0 0,-1 1 0 0 0,-1 1-3 0 0,0-1 0 0 0,1 1-1 0 0,-1 0 1 0 0,0 0 0 0 0,1 0-1 0 0,-1 0 1 0 0,-2 4 0 0 0,3-4-17 0 0,0 1-1 0 0,0 0 1 0 0,0 0 0 0 0,0 0-1 0 0,1 0 1 0 0,-1 0 0 0 0,1 1 0 0 0,0-1-1 0 0,0 0 1 0 0,0 1 0 0 0,0-1 0 0 0,1 1-1 0 0,-1-1 1 0 0,1 1 0 0 0,0-1-1 0 0,0 1 1 0 0,0-1 0 0 0,0 1 0 0 0,1-1-1 0 0,-1 0 1 0 0,1 1 0 0 0,0-1 0 0 0,0 1-1 0 0,1-1 1 0 0,-1 0 0 0 0,0 0-1 0 0,1 0 1 0 0,0 0 0 0 0,0 0 0 0 0,0 0-1 0 0,0 0 1 0 0,3 2 0 0 0,8 9 25 0 0,0-1 0 0 0,2 0 0 0 0,-1-1 0 0 0,29 18 0 0 0,-20-15 31 0 0,-8-4-48 0 0,-7-6 1 0 0,1 1-1 0 0,-1 0 1 0 0,-1 1-1 0 0,1 0 1 0 0,9 10-1 0 0,-17-16-9 0 0,1 0-1 0 0,-1 1 0 0 0,0-1 1 0 0,1 0-1 0 0,-1 0 1 0 0,0 0-1 0 0,0 0 0 0 0,1 0 1 0 0,-1 0-1 0 0,0 0 1 0 0,0 0-1 0 0,0 1 0 0 0,0-1 1 0 0,0 0-1 0 0,-1 0 0 0 0,1 0 1 0 0,0 0-1 0 0,0 0 1 0 0,-1 0-1 0 0,1 0 0 0 0,-1 0 1 0 0,1 0-1 0 0,-1 0 1 0 0,0 1-1 0 0,-18 21 289 0 0,10-16-237 0 0,-1 0 1 0 0,0-1-1 0 0,0 0 1 0 0,0-1-1 0 0,-1 0 1 0 0,0-1-1 0 0,0 0 0 0 0,-17 3 1 0 0,-10 1 31 0 0,-45 2 0 0 0,54-7-41 0 0,27-2-122 0 0,-1-1 0 0 0,0 1-1 0 0,1-1 1 0 0,-1 0 0 0 0,0 0-1 0 0,1 0 1 0 0,-1 0 0 0 0,0 0-1 0 0,0-1 1 0 0,1 1 0 0 0,-1-1-1 0 0,0 0 1 0 0,1 0 0 0 0,-1 0 0 0 0,1 0-1 0 0,-1 0 1 0 0,1-1 0 0 0,-3-1-1 0 0,4 2 9 0 0,1 1 0 0 0,0-1 0 0 0,0 1 0 0 0,0-1 0 0 0,0 1 0 0 0,0-1-1 0 0,0 1 1 0 0,0-1 0 0 0,0 1 0 0 0,0 0 0 0 0,0-1 0 0 0,0 1 0 0 0,1-1 0 0 0,-1 1 0 0 0,0-1-1 0 0,0 1 1 0 0,0-1 0 0 0,1 1 0 0 0,-1 0 0 0 0,0-1 0 0 0,0 1 0 0 0,1-1 0 0 0,-1 1 0 0 0,0 0-1 0 0,1-1 1 0 0,-1 1 0 0 0,10-10-1072 0 0,18-11-3360 0 0,-10 9 710 0 0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6:32.3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54 84 0 0,'20'-9'9752'0'0,"-19"10"-9651"0"0,-1 0 0 0 0,1 0 0 0 0,0 0 0 0 0,-1 1 0 0 0,1-1 0 0 0,-1 0 0 0 0,1 0 0 0 0,-1 0 0 0 0,0 1 0 0 0,1-1 0 0 0,-1 0 0 0 0,0 0 0 0 0,0 1 0 0 0,0-1 0 0 0,0 0 0 0 0,0 1 0 0 0,0 0 0 0 0,0 0-50 0 0,0 1-1 0 0,0-1 0 0 0,0 0 0 0 0,0 0 1 0 0,0 0-1 0 0,0 0 0 0 0,1 0 0 0 0,-1 0 1 0 0,1 0-1 0 0,0-1 0 0 0,0 1 0 0 0,-1 0 1 0 0,1 0-1 0 0,0 0 0 0 0,2 2 0 0 0,0-1 5 0 0,-1 0 0 0 0,1-1 0 0 0,0 1 0 0 0,0-1 0 0 0,0 0 0 0 0,0 1 0 0 0,0-1 0 0 0,0-1-1 0 0,1 1 1 0 0,-1 0 0 0 0,1-1 0 0 0,6 2 0 0 0,1-1 9 0 0,1 0 0 0 0,-1-1-1 0 0,20 0 1 0 0,-25-1-61 0 0,0 0 17 0 0,0 1 0 0 0,0-2 0 0 0,0 1 1 0 0,0 0-1 0 0,0-1 0 0 0,0 0 0 0 0,0-1 0 0 0,0 1 1 0 0,0-1-1 0 0,7-3 0 0 0,-12 4-18 0 0,1 0-1 0 0,0-1 1 0 0,0 1 0 0 0,0 0-1 0 0,-1-1 1 0 0,1 1 0 0 0,-1-1 0 0 0,1 1-1 0 0,-1-1 1 0 0,0 0 0 0 0,0 1-1 0 0,1-1 1 0 0,-1 0 0 0 0,0 0-1 0 0,-1 0 1 0 0,1 0 0 0 0,0 0 0 0 0,-1 0-1 0 0,1 0 1 0 0,-1 0 0 0 0,1 0-1 0 0,-1-1 1 0 0,0 1 0 0 0,0 0-1 0 0,0 0 1 0 0,0 0 0 0 0,0 0 0 0 0,-1 0-1 0 0,1 0 1 0 0,0-1 0 0 0,-1 1-1 0 0,0 0 1 0 0,1 0 0 0 0,-1 0-1 0 0,0 0 1 0 0,0 1 0 0 0,0-1 0 0 0,-1 0-1 0 0,-1-3 1 0 0,-1 1-3 0 0,1 0 0 0 0,-1 0 0 0 0,1 1 0 0 0,-1-1 1 0 0,0 1-1 0 0,-1-1 0 0 0,1 1 0 0 0,0 1 0 0 0,-1-1 0 0 0,0 1 0 0 0,1-1 0 0 0,-1 1 1 0 0,0 1-1 0 0,0-1 0 0 0,-10-1 0 0 0,4 3 67 0 0,0 0 1 0 0,0 0-1 0 0,0 1 1 0 0,0 1-1 0 0,1 0 1 0 0,-1 0 0 0 0,0 1-1 0 0,1 1 1 0 0,0-1-1 0 0,0 2 1 0 0,0-1-1 0 0,0 2 1 0 0,1-1-1 0 0,-16 13 1 0 0,13-9 110 0 0,1 0 1 0 0,0 1 0 0 0,0 1 0 0 0,1-1 0 0 0,1 2 0 0 0,0-1 0 0 0,0 1 0 0 0,1 1-1 0 0,1 0 1 0 0,-9 21 0 0 0,13-29-158 0 0,1 0 0 0 0,1 0 0 0 0,-1 0 0 0 0,1 0 0 0 0,0 0-1 0 0,0 1 1 0 0,0-1 0 0 0,1 0 0 0 0,0 0 0 0 0,0 1 0 0 0,0-1 0 0 0,1 0 0 0 0,0 1-1 0 0,0-1 1 0 0,0 0 0 0 0,0 0 0 0 0,1 0 0 0 0,0 0 0 0 0,0 0 0 0 0,1 0 0 0 0,-1-1-1 0 0,1 1 1 0 0,0-1 0 0 0,0 1 0 0 0,0-1 0 0 0,1 0 0 0 0,-1 0 0 0 0,1-1-1 0 0,0 1 1 0 0,0-1 0 0 0,1 0 0 0 0,-1 0 0 0 0,1 0 0 0 0,-1 0 0 0 0,1-1 0 0 0,0 0-1 0 0,0 0 1 0 0,0 0 0 0 0,0-1 0 0 0,5 2 0 0 0,15 2-209 0 0,0 0 0 0 0,1-2 0 0 0,-1-1 0 0 0,1-1 0 0 0,-1-1 0 0 0,28-3 0 0 0,-24-1-2538 0 0,0-1 0 0 0,48-16 0 0 0,-37 7-2840 0 0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6:32.6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46 872 0 0,'0'-2'1954'0'0,"-2"-41"9606"0"0,2 60-9118 0 0,0 4-1704 0 0,-12 268 3479 0 0,-3-177-4143 0 0,-37 137 1 0 0,52-248-313 0 0,0-1-1 0 0,0 1 1 0 0,-1 0-1 0 0,1 0 1 0 0,0 0 0 0 0,0-1-1 0 0,-1 1 1 0 0,1 0 0 0 0,-1 0-1 0 0,1-1 1 0 0,-1 1-1 0 0,1 0 1 0 0,-1-1 0 0 0,1 1-1 0 0,-1 0 1 0 0,0-1 0 0 0,1 1-1 0 0,-1-1 1 0 0,0 1-1 0 0,0-1 1 0 0,1 1 0 0 0,-3 0-1 0 0,3-1-17 0 0,-1 0 1 0 0,0 0-1 0 0,1 0 0 0 0,-1-1 0 0 0,0 1 0 0 0,1 0 0 0 0,-1 0 0 0 0,1 0 1 0 0,-1 0-1 0 0,0-1 0 0 0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6:32.9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55 808 0 0,'-69'-9'8602'0'0,"71"9"-8389"0"0,19-5-11 0 0,1 2-1 0 0,29-2 1 0 0,-5 1-106 0 0,-33 3-74 0 0,103-14 76 0 0,171 2 1 0 0,-269 14-525 0 0,0 0 1 0 0,34 8-1 0 0,-45-7-353 0 0,0 0 0 0 0,0 1-1 0 0,0-1 1 0 0,-1 1 0 0 0,13 8-1 0 0,-9-4-1406 0 0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6:33.2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0 488 0 0,'-16'16'1195'0'0,"1"1"0"0"0,0 0 0 0 0,1 1 0 0 0,1 1 0 0 0,-21 39 0 0 0,31-51-996 0 0,-1 0 0 0 0,1 0 0 0 0,1 1 0 0 0,-1 0 0 0 0,1-1 0 0 0,1 1 0 0 0,0 0 0 0 0,0 0 0 0 0,0 0 0 0 0,1 0 0 0 0,0 0 1 0 0,0 0-1 0 0,1 0 0 0 0,0 0 0 0 0,1-1 0 0 0,-1 1 0 0 0,2 0 0 0 0,-1-1 0 0 0,1 1 0 0 0,5 9 0 0 0,-4-11-36 0 0,0-1 0 0 0,1 1 0 0 0,-1-1 0 0 0,1 1 0 0 0,1-1 0 0 0,-1-1 0 0 0,1 1 0 0 0,0-1 0 0 0,0 0 0 0 0,0 0 0 0 0,0-1 0 0 0,1 0 0 0 0,-1 0 0 0 0,1 0 0 0 0,0-1 0 0 0,12 3 0 0 0,9 1 188 0 0,1-2-1 0 0,47 2 0 0 0,-40-4-227 0 0,0-1 0 0 0,0-2 0 0 0,0-2 0 0 0,-1-1 0 0 0,0-2 0 0 0,1-1 0 0 0,-2-2 0 0 0,43-17 0 0 0,-39 3 166 0 0,-35 20-411 0 0,1 0 0 0 0,-1 0-1 0 0,0 1 1 0 0,0-2 0 0 0,0 1 0 0 0,0 0 0 0 0,0-1 0 0 0,-1 1-1 0 0,0-1 1 0 0,3-4 0 0 0,-2 1-1005 0 0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6:33.5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1 122 1656 0 0,'13'-51'9976'0'0,"2"1"-5901"0"0,-14 48-3925 0 0,1-3 18 0 0,-2 5-187 0 0,0-1 0 0 0,0 1 0 0 0,0-1 1 0 0,0 0-1 0 0,0 1 0 0 0,0-1 0 0 0,0 1 0 0 0,0-1 1 0 0,1 0-1 0 0,-1 1 0 0 0,0-1 0 0 0,0 1 0 0 0,1-1 0 0 0,-1 1 1 0 0,0-1-1 0 0,1 1 0 0 0,-1-1 0 0 0,1 1 0 0 0,-1 0 1 0 0,1-1-1 0 0,-1 1 0 0 0,0-1 0 0 0,1 1 0 0 0,-1 0 1 0 0,1-1-1 0 0,0 1 0 0 0,0 0 0 0 0,0 0-121 0 0,0 0 0 0 0,-1 0 0 0 0,1 0 0 0 0,0 0 0 0 0,-1 1 0 0 0,1-1 0 0 0,0 0 0 0 0,-1 0 0 0 0,1 1 0 0 0,0-1 0 0 0,-1 1 0 0 0,1-1-1 0 0,-1 0 1 0 0,1 1 0 0 0,-1-1 0 0 0,1 1 0 0 0,-1 0 0 0 0,1-1 0 0 0,-1 1 0 0 0,1-1 0 0 0,-1 1 0 0 0,0 0 0 0 0,1-1 0 0 0,-1 1 0 0 0,0 0 0 0 0,1 0 0 0 0,-1 2-487 0 0,1-1 0 0 0,-1 1 0 0 0,0-1 0 0 0,0 0 0 0 0,0 1 0 0 0,0-1 0 0 0,0 1 0 0 0,-1 2 1 0 0,1 5-3045 0 0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6:33.7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0 1012 0 0,'-20'39'15514'0'0,"20"-38"-15486"0"0,0-1 0 0 0,0 0 0 0 0,0 0 1 0 0,0 0-1 0 0,0 1 0 0 0,0-1 0 0 0,0 0 0 0 0,0 0 0 0 0,0 1 0 0 0,0-1 0 0 0,0 0 0 0 0,0 0 0 0 0,0 1 0 0 0,0-1 0 0 0,0 0 1 0 0,0 0-1 0 0,0 1 0 0 0,0-1 0 0 0,0 0 0 0 0,0 0 0 0 0,0 0 0 0 0,1 1 0 0 0,-1-1 0 0 0,0 0 0 0 0,0 0 0 0 0,0 0 0 0 0,0 1 1 0 0,0-1-1 0 0,1 0 0 0 0,-1 0 0 0 0,0 0 0 0 0,0 0 0 0 0,0 1 0 0 0,1-1 0 0 0,-1 0 0 0 0,0 0 0 0 0,0 0 0 0 0,0 0 0 0 0,1 0 1 0 0,-1 0-1 0 0,0 0 0 0 0,0 0 0 0 0,1 0 0 0 0,-1 0 0 0 0,0 0 0 0 0,0 0 0 0 0,1 0 0 0 0,-1 0 0 0 0,0 0 0 0 0,0 0 0 0 0,1 0 1 0 0,-1 0-1 0 0,0 0 0 0 0,0 0 0 0 0,1 0 0 0 0,-1 0 0 0 0,0 0 0 0 0,0-1 0 0 0,2 1-321 0 0,1 0-335 0 0,7-2-3439 0 0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6:38.9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706 66 444 0 0,'9'7'2266'0'0,"-6"-2"-1971"0"0,0 1 1 0 0,0 0-1 0 0,0 0 1 0 0,-1 0 0 0 0,0 0-1 0 0,0 0 1 0 0,0 0 0 0 0,-1 0-1 0 0,0 1 1 0 0,0-1 0 0 0,0 1-1 0 0,-1-1 1 0 0,0 1 0 0 0,-1-1-1 0 0,1 1 1 0 0,-1-1-1 0 0,0 0 1 0 0,-1 1 0 0 0,0-1-1 0 0,0 0 1 0 0,0 0 0 0 0,-5 10-1 0 0,3-9-109 0 0,0 1-1 0 0,0-1 1 0 0,0 0-1 0 0,-1 0 1 0 0,0-1 0 0 0,-1 1-1 0 0,0-1 1 0 0,1-1-1 0 0,-2 1 1 0 0,1-1-1 0 0,-1 0 1 0 0,0 0-1 0 0,0-1 1 0 0,0 1 0 0 0,0-2-1 0 0,-1 1 1 0 0,-8 2-1 0 0,15-6-167 0 0,-1 0 0 0 0,0 0 0 0 0,1 1 0 0 0,-1-1 0 0 0,0 0 0 0 0,1-1 0 0 0,-1 1 0 0 0,0 0-1 0 0,0 0 1 0 0,1-1 0 0 0,-1 1 0 0 0,0-1 0 0 0,1 0 0 0 0,-1 1 0 0 0,1-1 0 0 0,-1 0 0 0 0,1 0 0 0 0,-1 0 0 0 0,1 0 0 0 0,0 0 0 0 0,-1 0-1 0 0,1 0 1 0 0,-1-2 0 0 0,-2-1-7 0 0,1 0-1 0 0,0 0 0 0 0,0 0 0 0 0,1 0 1 0 0,-1-1-1 0 0,-2-4 0 0 0,0-8-20 0 0,1 0 0 0 0,0-1 0 0 0,1 1-1 0 0,1 0 1 0 0,0-1 0 0 0,2 0 0 0 0,0 1 0 0 0,1-1 0 0 0,0 0-1 0 0,7-26 1 0 0,-8 41 4 0 0,1 0 1 0 0,-1 0-1 0 0,1-1 0 0 0,0 1 0 0 0,0 0 0 0 0,0 0 0 0 0,0 1 0 0 0,1-1 1 0 0,-1 0-1 0 0,1 0 0 0 0,-1 1 0 0 0,1-1 0 0 0,0 0 0 0 0,0 1 0 0 0,0 0 1 0 0,0 0-1 0 0,1-1 0 0 0,-1 1 0 0 0,1 1 0 0 0,-1-1 0 0 0,6-3 1 0 0,-7 5 4 0 0,1 0 1 0 0,0 0 0 0 0,-1 0-1 0 0,1 0 1 0 0,-1 0 0 0 0,1 0-1 0 0,-1 1 1 0 0,1-1 0 0 0,-1 1-1 0 0,1-1 1 0 0,-1 1 0 0 0,0-1-1 0 0,1 1 1 0 0,-1 0 0 0 0,0-1-1 0 0,1 1 1 0 0,-1 0 0 0 0,0 0-1 0 0,0 0 1 0 0,0 0 0 0 0,0 0 0 0 0,0 0-1 0 0,0 1 1 0 0,2 1 0 0 0,0 1 5 0 0,1 1 1 0 0,-1 0 0 0 0,0 0-1 0 0,4 9 1 0 0,0 7 39 0 0,-1 0 0 0 0,0 1 0 0 0,-2 0-1 0 0,-1 0 1 0 0,0 0 0 0 0,-2 1 0 0 0,-2 29-1 0 0,-3 12 70 0 0,-17 80-1 0 0,14-107-97 0 0,-2-1-1 0 0,-1 0 1 0 0,-24 54 0 0 0,26-72-9 0 0,-1-1 1 0 0,0 0-1 0 0,-1 0 1 0 0,-1-1-1 0 0,-1 0 1 0 0,0-1-1 0 0,-1 0 0 0 0,-23 19 1 0 0,31-29-5 0 0,-1-1 1 0 0,0 0 0 0 0,0 0-1 0 0,-1-1 1 0 0,1 1-1 0 0,-1-1 1 0 0,1-1-1 0 0,-1 1 1 0 0,0-1-1 0 0,0-1 1 0 0,0 1 0 0 0,0-1-1 0 0,-10 0 1 0 0,8-1-4 0 0,-1 0 1 0 0,0-1 0 0 0,0-1 0 0 0,1 0-1 0 0,-1 0 1 0 0,0-1 0 0 0,1 0 0 0 0,-15-7-1 0 0,-7-8 12 0 0,0-1-1 0 0,2-1 1 0 0,1-1-1 0 0,-33-32 1 0 0,48 41 4 0 0,2 3-19 0 0,1 1-51 0 0,0-1 0 0 0,1 0-1 0 0,-8-10 1 0 0,15 17-175 0 0,3-3-334 0 0,-1 5 539 0 0,0 0 0 0 0,0 0 0 0 0,0 0 0 0 0,0 0 0 0 0,0-1 0 0 0,0 1 0 0 0,0 0 0 0 0,0 0 0 0 0,0 0 0 0 0,0-1 0 0 0,0 1 0 0 0,0 0 0 0 0,0 0 0 0 0,0 0 0 0 0,0-1 0 0 0,0 1 0 0 0,0 0 0 0 0,0 0 0 0 0,0 0 0 0 0,0-1 0 0 0,0 1 0 0 0,0 0 1 0 0,0 0-1 0 0,0 0 0 0 0,1 0 0 0 0,-1-1 0 0 0,0 1 0 0 0,0 0 0 0 0,0 0 0 0 0,0 0 0 0 0,0 0 0 0 0,1 0 0 0 0,-1 0 0 0 0,0 0 0 0 0,0-1 0 0 0,0 1 0 0 0,1 0 0 0 0,-1 0 0 0 0,37-2-6056 0 0,-14 1 2535 0 0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6:39.4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412 120 1220 0 0,'53'-108'7531'0'0,"-53"107"-7480"0"0,0 1 0 0 0,0-1 0 0 0,0 1 0 0 0,1-1 1 0 0,-1 1-1 0 0,0-1 0 0 0,0 1 0 0 0,1-1 0 0 0,-1 1 0 0 0,0-1 0 0 0,1 1 1 0 0,-1-1-1 0 0,0 1 0 0 0,1-1 0 0 0,-1 1 0 0 0,1 0 0 0 0,-1-1 0 0 0,1 1 1 0 0,-1 0-1 0 0,1-1 0 0 0,-1 1 0 0 0,1 0 0 0 0,-1 0 0 0 0,1-1 0 0 0,-1 1 1 0 0,1 0-1 0 0,0 0 0 0 0,0 0 0 0 0,-1 0 1 0 0,1 1 0 0 0,0-1 0 0 0,-1 1 0 0 0,1-1 0 0 0,0 1 0 0 0,-1-1 0 0 0,1 1 0 0 0,-1-1 0 0 0,1 1 0 0 0,-1 0 0 0 0,0-1-1 0 0,1 1 1 0 0,-1 0 0 0 0,1-1 0 0 0,-1 1 0 0 0,0 0 0 0 0,1 0 0 0 0,6 32 1119 0 0,-5 22 28 0 0,-2 1 0 0 0,-12 85 0 0 0,5-73-732 0 0,-97 765 1477 0 0,74-588-1654 0 0,27-193-211 0 0,2-1-1 0 0,10 91 1 0 0,-8-133-70 0 0,1-1-1 0 0,-1 0 0 0 0,1 1 0 0 0,1-1 0 0 0,-1 0 0 0 0,1 0 1 0 0,1 0-1 0 0,5 9 0 0 0,-7-15-6 0 0,-1 0-1 0 0,1 0 1 0 0,-1 0 0 0 0,1-1-1 0 0,0 1 1 0 0,0 0-1 0 0,0-1 1 0 0,0 0 0 0 0,0 1-1 0 0,0-1 1 0 0,0 0 0 0 0,0 0-1 0 0,0 0 1 0 0,1 0 0 0 0,-1 0-1 0 0,0-1 1 0 0,1 1 0 0 0,-1-1-1 0 0,1 0 1 0 0,-1 1-1 0 0,0-1 1 0 0,1 0 0 0 0,-1 0-1 0 0,1-1 1 0 0,-1 1 0 0 0,1 0-1 0 0,-1-1 1 0 0,0 0 0 0 0,1 1-1 0 0,-1-1 1 0 0,0 0-1 0 0,0 0 1 0 0,3-2 0 0 0,6-3-7 0 0,1 0 1 0 0,-1-1 0 0 0,0-1 0 0 0,-1 1-1 0 0,0-2 1 0 0,0 0 0 0 0,-1 0 0 0 0,0 0-1 0 0,0-1 1 0 0,-1-1 0 0 0,-1 1-1 0 0,0-1 1 0 0,0-1 0 0 0,-1 1 0 0 0,0-1-1 0 0,-1 0 1 0 0,-1 0 0 0 0,0-1-1 0 0,0 1 1 0 0,-1-1 0 0 0,-1 0 0 0 0,0 0-1 0 0,-1 0 1 0 0,0 0 0 0 0,-1 0 0 0 0,-1 0-1 0 0,0 0 1 0 0,-3-13 0 0 0,0 9-4 0 0,-2 0-1 0 0,0 1 1 0 0,-1-1 0 0 0,-1 2 0 0 0,0-1 0 0 0,-2 1 0 0 0,1 0 0 0 0,-2 1 0 0 0,1 0 0 0 0,-2 1-1 0 0,0 0 1 0 0,-1 1 0 0 0,-26-20 0 0 0,6 8-3 0 0,-1 2-1 0 0,-1 1 0 0 0,0 2 1 0 0,-72-28-1 0 0,76 35-5 0 0,-141-48-44 0 0,171 60 54 0 0,1-1 1 0 0,-1 1 0 0 0,1 0 0 0 0,-1 0-1 0 0,1 0 1 0 0,-1 0 0 0 0,1 0 0 0 0,-1-1-1 0 0,1 1 1 0 0,0 0 0 0 0,-1 0-1 0 0,1-1 1 0 0,-1 1 0 0 0,1 0 0 0 0,0-1-1 0 0,-1 1 1 0 0,1 0 0 0 0,0-1 0 0 0,0 1-1 0 0,-1 0 1 0 0,1-1 0 0 0,0 1-1 0 0,0-1 1 0 0,-1 1 0 0 0,1-1 0 0 0,0 1-1 0 0,0-1 1 0 0,0 1 0 0 0,0 0 0 0 0,0-1-1 0 0,0 1 1 0 0,0-1 0 0 0,0 1-1 0 0,0-1 1 0 0,0 1 0 0 0,0-1 0 0 0,0 1-1 0 0,0-1 1 0 0,0 1 0 0 0,0-1 0 0 0,0 1-1 0 0,0-1 1 0 0,1 1 0 0 0,-1 0-1 0 0,0-1 1 0 0,13-16-593 0 0,9 0-526 0 0,1 0-1 0 0,0 2 1 0 0,45-22 0 0 0,84-28-3136 0 0,-86 39 1304 0 0,1-3-662 0 0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6:39.9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23 424 224 0 0,'-5'15'3399'0'0,"1"-6"-2099"0"0,1 0-1 0 0,0 1 0 0 0,1-1 0 0 0,0 1 1 0 0,-1 17-1 0 0,3-24-1207 0 0,0-1-1 0 0,0 0 1 0 0,0 1-1 0 0,1-1 1 0 0,-1 1 0 0 0,1-1-1 0 0,0 0 1 0 0,0 1-1 0 0,0-1 1 0 0,0 0 0 0 0,0 0-1 0 0,0 1 1 0 0,0-1-1 0 0,1 0 1 0 0,-1 0 0 0 0,1-1-1 0 0,0 1 1 0 0,-1 0-1 0 0,1 0 1 0 0,0-1-1 0 0,0 1 1 0 0,0-1 0 0 0,0 0-1 0 0,0 1 1 0 0,1-1-1 0 0,-1 0 1 0 0,0 0 0 0 0,4 0-1 0 0,3 2-26 0 0,-1-1-1 0 0,1-1 1 0 0,-1 1-1 0 0,1-1 0 0 0,-1-1 1 0 0,1 0-1 0 0,0 0 1 0 0,-1-1-1 0 0,1 0 1 0 0,0 0-1 0 0,-1-1 1 0 0,1 0-1 0 0,-1 0 0 0 0,0-1 1 0 0,0-1-1 0 0,0 1 1 0 0,8-5-1 0 0,-3 0-63 0 0,1-1 0 0 0,-1 0-1 0 0,0 0 1 0 0,-1-2 0 0 0,0 1 0 0 0,0-1 0 0 0,-1-1-1 0 0,13-18 1 0 0,-3-2-76 0 0,-1-2 0 0 0,-1-1-1 0 0,-2 0 1 0 0,-2-1 0 0 0,-1-1 0 0 0,-2 0 0 0 0,-1-1-1 0 0,-2 0 1 0 0,5-45 0 0 0,-11 49-72 0 0,-4 32 126 0 0,-1 3-5 0 0,-1 2 24 0 0,0-1 0 0 0,1 1 0 0 0,-1-1 0 0 0,0 1 0 0 0,1 0 0 0 0,-1 0 1 0 0,1 0-1 0 0,0 0 0 0 0,0 1 0 0 0,0-1 0 0 0,-1 5 0 0 0,-18 48 31 0 0,13-33-2 0 0,-10 27 88 0 0,-16 70 0 0 0,29-98-88 0 0,1 1 0 0 0,1 0 0 0 0,1 1 0 0 0,2-1 0 0 0,2 38 0 0 0,-1-54-174 0 0,1 1-1 0 0,0 0 0 0 0,0-1 0 0 0,0 1 1 0 0,1-1-1 0 0,0 0 0 0 0,1 0 0 0 0,4 7 0 0 0,-7-11-175 0 0,1 0-1 0 0,0-1 1 0 0,0 1-1 0 0,0-1 1 0 0,0 1-1 0 0,0-1 0 0 0,1 0 1 0 0,-1 0-1 0 0,1 0 1 0 0,-1 0-1 0 0,1-1 1 0 0,0 1-1 0 0,-1-1 0 0 0,1 1 1 0 0,0-1-1 0 0,0 0 1 0 0,0 0-1 0 0,0 0 1 0 0,0-1-1 0 0,0 1 0 0 0,1-1 1 0 0,4 1-1 0 0,8-4-3221 0 0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6:40.6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54 328 0 0,'14'-54'6089'0'0,"-13"64"-5758"0"0,-1 0 0 0 0,0 0-1 0 0,0-1 1 0 0,-1 1 0 0 0,-1 0-1 0 0,1-1 1 0 0,-6 16 0 0 0,3-7-14 0 0,-85 445 2431 0 0,90-449-2503 0 0,6-18-40 0 0,9-22-151 0 0,-4 1-54 0 0,49-101-288 0 0,-52 108 270 0 0,2 2-1 0 0,0-1 1 0 0,1 2 0 0 0,1-1-1 0 0,14-13 1 0 0,-24 27 42 0 0,-1-1-1 0 0,1 1 1 0 0,-1 0 0 0 0,1 0 0 0 0,0 0 0 0 0,0 0-1 0 0,-1 0 1 0 0,2 1 0 0 0,-1-1 0 0 0,0 1 0 0 0,0 0-1 0 0,0 0 1 0 0,0 0 0 0 0,1 0 0 0 0,-1 1 0 0 0,1-1-1 0 0,-1 1 1 0 0,0 0 0 0 0,1 0 0 0 0,-1 0-1 0 0,0 1 1 0 0,1-1 0 0 0,-1 1 0 0 0,0-1 0 0 0,1 1-1 0 0,-1 0 1 0 0,0 1 0 0 0,0-1 0 0 0,0 0 0 0 0,0 1-1 0 0,0 0 1 0 0,0 0 0 0 0,0 0 0 0 0,0 0 0 0 0,-1 0-1 0 0,1 0 1 0 0,-1 1 0 0 0,0-1 0 0 0,0 1 0 0 0,0-1-1 0 0,0 1 1 0 0,0 0 0 0 0,0 0 0 0 0,1 4 0 0 0,4 8 141 0 0,-1 0 1 0 0,-1 0-1 0 0,-1 0 1 0 0,0 1 0 0 0,3 24-1 0 0,-5-22-102 0 0,1-1-1 0 0,1 0 0 0 0,1 0 1 0 0,8 19-1 0 0,-12-33-59 0 0,0 0 0 0 0,1-1 1 0 0,-1 1-1 0 0,1-1 0 0 0,0 1 0 0 0,0-1 1 0 0,0 0-1 0 0,0 1 0 0 0,0-1 0 0 0,0 0 1 0 0,1-1-1 0 0,-1 1 0 0 0,1 0 0 0 0,-1-1 1 0 0,1 1-1 0 0,0-1 0 0 0,4 2 0 0 0,-1-2 6 0 0,-1 0 1 0 0,0 0-1 0 0,1 0 0 0 0,-1-1 0 0 0,0 0 0 0 0,1 0 0 0 0,-1 0 0 0 0,1-1 0 0 0,6-1 0 0 0,4-2 2 0 0,0-1-1 0 0,0-1 0 0 0,-1 0 0 0 0,0-1 0 0 0,23-13 1 0 0,-14 5-22 0 0,0-2 0 0 0,-1 0 0 0 0,-1-1 0 0 0,0-1 0 0 0,-1-1 0 0 0,-2 0 0 0 0,0-2 0 0 0,-1-1 0 0 0,-1 0 0 0 0,-1-1 0 0 0,-1 0 0 0 0,19-46 0 0 0,-32 66 12 0 0,-1 3 1 0 0,-1-1 0 0 0,1 1 0 0 0,-1 0 0 0 0,1-1 0 0 0,-1 1 0 0 0,1-1 0 0 0,-1 1 0 0 0,0-1 0 0 0,0 1 0 0 0,0-1 0 0 0,0-2 0 0 0,-5-12 0 0 0,-4 13-1 0 0,-7 12 5 0 0,15-8-4 0 0,-10 10 47 0 0,1 0 0 0 0,0 0-1 0 0,1 1 1 0 0,0 0 0 0 0,1 1 0 0 0,0 0 0 0 0,1 0 0 0 0,1 0-1 0 0,0 1 1 0 0,0 0 0 0 0,2 1 0 0 0,0-1 0 0 0,0 1 0 0 0,1 0-1 0 0,1-1 1 0 0,0 20 0 0 0,2-27-28 0 0,0 0 0 0 0,1 0 0 0 0,-1-1 1 0 0,2 1-1 0 0,-1 0 0 0 0,1 0 0 0 0,0-1 0 0 0,0 1 0 0 0,1-1 0 0 0,0 0 1 0 0,0 0-1 0 0,0 0 0 0 0,1 0 0 0 0,4 5 0 0 0,-2-4 17 0 0,-1-1 1 0 0,1-1-1 0 0,1 1 1 0 0,-1-1-1 0 0,1 0 0 0 0,0-1 1 0 0,0 0-1 0 0,0 0 0 0 0,1 0 1 0 0,10 3-1 0 0,-2-2-142 0 0,0-1 0 0 0,1 0 0 0 0,-1-2 0 0 0,0 0 0 0 0,1 0 0 0 0,0-2 0 0 0,-1 0 0 0 0,1-1 0 0 0,-1-1 0 0 0,1 0 0 0 0,16-5 0 0 0,-6-1-956 0 0,-1 0 0 0 0,29-15 1 0 0,-37 14-1416 0 0,29-19 1 0 0,-17 5-2029 0 0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6:40.8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196 97 1100 0 0,'-65'13'3967'0'0,"-63"14"5053"0"0,126-26-8543 0 0,4-2-95 0 0,32-11-166 0 0,0 1 0 0 0,40-7-1 0 0,-25 7-776 0 0,97-26-2373 0 0,-47 10-1765 0 0,-22 7-296 0 0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6:41.7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 89 1508 0 0,'12'-86'10228'0'0,"-12"84"-9689"0"0,2 27 303 0 0,-1 18-273 0 0,-25 106 263 0 0,-45 158 0 0 0,60-272-796 0 0,7-24-22 0 0,1-6 16 0 0,-1 1 1 0 0,1 0-1 0 0,-1-1 0 0 0,1 0 1 0 0,-2 1-1 0 0,1-1 0 0 0,0 0 1 0 0,-1 0-1 0 0,-5 6 0 0 0,7-10 13 0 0,-6-9 12 0 0,6 1-60 0 0,-1 1 0 0 0,1 0 0 0 0,1 0 0 0 0,-1 0 0 0 0,1-1 0 0 0,0 1 0 0 0,1 0 0 0 0,-1 0 0 0 0,3-8-1 0 0,-1 1-13 0 0,2-21-64 0 0,2 1-1 0 0,1 0 0 0 0,18-48 1 0 0,-19 63 36 0 0,2 0-1 0 0,0 1 1 0 0,1 0 0 0 0,0 1 0 0 0,2-1 0 0 0,0 2 0 0 0,22-25-1 0 0,-28 35 57 0 0,0 0 0 0 0,0 0 0 0 0,0 1 0 0 0,1 0 0 0 0,-1 0 0 0 0,1 1 0 0 0,0-1 0 0 0,0 1 0 0 0,0 1 0 0 0,1-1 0 0 0,-1 1 0 0 0,1 0-1 0 0,-1 0 1 0 0,1 1 0 0 0,0 0 0 0 0,-1 0 0 0 0,1 1 0 0 0,0 0 0 0 0,0 0 0 0 0,0 0 0 0 0,-1 1 0 0 0,1 0 0 0 0,0 0 0 0 0,-1 1 0 0 0,1 0-1 0 0,-1 0 1 0 0,1 0 0 0 0,-1 1 0 0 0,0 0 0 0 0,0 0 0 0 0,0 1 0 0 0,0 0 0 0 0,-1 0 0 0 0,0 0 0 0 0,0 1 0 0 0,0-1 0 0 0,0 1 0 0 0,0 0 0 0 0,-1 1-1 0 0,5 7 1 0 0,-5-5 19 0 0,-1-1-1 0 0,1 1 0 0 0,-2-1 0 0 0,1 1 0 0 0,-1 0 0 0 0,-1 0 0 0 0,1 0 1 0 0,-1 0-1 0 0,-1 0 0 0 0,1 1 0 0 0,-1-1 0 0 0,-1 0 0 0 0,0 0 0 0 0,0 0 1 0 0,0 0-1 0 0,-5 12 0 0 0,4-12-4 0 0,0 0 1 0 0,-1 0-1 0 0,0-1 0 0 0,0 1 1 0 0,-1-1-1 0 0,0 0 0 0 0,0 0 1 0 0,-1 0-1 0 0,0-1 1 0 0,0 1-1 0 0,-1-1 0 0 0,1 0 1 0 0,-1-1-1 0 0,-1 0 0 0 0,1 0 1 0 0,-12 7-1 0 0,15-11-23 0 0,0 1 1 0 0,0-1-1 0 0,0 0 0 0 0,0 0 0 0 0,-1 0 1 0 0,1-1-1 0 0,0 1 0 0 0,-1-1 0 0 0,1 0 1 0 0,0 0-1 0 0,-1 0 0 0 0,1 0 0 0 0,-1-1 0 0 0,1 1 1 0 0,0-1-1 0 0,0 0 0 0 0,-1 0 0 0 0,1 0 1 0 0,0 0-1 0 0,0 0 0 0 0,0-1 0 0 0,0 0 1 0 0,0 1-1 0 0,1-1 0 0 0,-1 0 0 0 0,0-1 1 0 0,-3-3-1 0 0,5 5-6 0 0,0 1 1 0 0,1-1 0 0 0,-1 0-1 0 0,1 0 1 0 0,-1 0-1 0 0,1 0 1 0 0,-1 0 0 0 0,1 0-1 0 0,-1 0 1 0 0,1 0-1 0 0,0 0 1 0 0,0 0 0 0 0,0 0-1 0 0,-1 0 1 0 0,1 0-1 0 0,0 0 1 0 0,0 0 0 0 0,0 0-1 0 0,1 0 1 0 0,-1 0 0 0 0,0-1-1 0 0,1-17-112 0 0,-1 19 104 0 0,0-1 0 0 0,0 1 1 0 0,0-1-1 0 0,0 1 0 0 0,0-1 0 0 0,1 1 0 0 0,-1-1 0 0 0,0 0 0 0 0,0 1 1 0 0,0-1-1 0 0,1 1 0 0 0,-1-1 0 0 0,0 1 0 0 0,0-1 0 0 0,1 1 0 0 0,-1 0 1 0 0,1-1-1 0 0,-1 1 0 0 0,0-1 0 0 0,1 1 0 0 0,-1 0 0 0 0,1-1 0 0 0,-1 1 1 0 0,1 0-1 0 0,-1-1 0 0 0,1 1 0 0 0,-1 0 0 0 0,1 0 0 0 0,0-1 0 0 0,-1 1-45 0 0,1 0-1 0 0,-1 0 1 0 0,0 0-1 0 0,0 0 0 0 0,1 0 1 0 0,-1 0-1 0 0,0 0 1 0 0,1 0-1 0 0,-1 0 0 0 0,0 0 1 0 0,0 0-1 0 0,1 0 0 0 0,-1 0 1 0 0,0 0-1 0 0,1 0 1 0 0,-1 0-1 0 0,0 1 0 0 0,0-1 1 0 0,1 0-1 0 0,-1 0 1 0 0,0 0-1 0 0,0 0 0 0 0,1 1 1 0 0,-1-1-1 0 0,0 0 1 0 0,0 0-1 0 0,0 0 0 0 0,1 1 1 0 0,-1-1-1 0 0,0 0 1 0 0,0 0-1 0 0,0 1 0 0 0,0-1 1 0 0,0 0-1 0 0,1 0 0 0 0,-1 1 1 0 0,0-1-1 0 0,0 0 1 0 0,0 0-1 0 0,0 1 0 0 0,0-1 1 0 0,0 0-1 0 0,0 1 1 0 0,0-1-1 0 0,0 0 0 0 0,0 0 1 0 0,0 1-1 0 0,-4 12-1965 0 0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6:42.2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134 75 172 0 0,'20'-66'7805'0'0,"-16"57"-6867"0"0,0 13-104 0 0,-1 13-220 0 0,-12 57 338 0 0,-2-1 0 0 0,-36 120 0 0 0,10-51-453 0 0,19-66-258 0 0,-15 70-374 0 0,29-119-574 0 0,1-1-1 0 0,1 1 1 0 0,2 40-1 0 0,0-62 188 0 0,1 0 0 0 0,-1 1-1 0 0,1-1 1 0 0,1 0-1 0 0,-1 0 1 0 0,1 0 0 0 0,0 0-1 0 0,0 0 1 0 0,5 9 0 0 0,3 0-2869 0 0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6:42.7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248 61 1896 0 0,'0'-3'1722'0'0,"0"-1"-1085"0"0,0 0 0 0 0,0 0 0 0 0,-1 0 0 0 0,1 0 0 0 0,-1 0 0 0 0,0 0 0 0 0,0 1 0 0 0,-2-6 1 0 0,2 8-543 0 0,1 0 0 0 0,-1-1 1 0 0,0 1-1 0 0,0 0 0 0 0,0 0 1 0 0,0 0-1 0 0,0 0 0 0 0,0 0 1 0 0,0 0-1 0 0,0 0 0 0 0,0 0 1 0 0,0 1-1 0 0,-1-1 0 0 0,1 0 1 0 0,0 1-1 0 0,-1-1 0 0 0,1 1 1 0 0,0-1-1 0 0,-1 1 0 0 0,1 0 1 0 0,-1-1-1 0 0,1 1 0 0 0,0 0 1 0 0,-1 0-1 0 0,1 0 0 0 0,-1 0 1 0 0,1 0-1 0 0,-3 1 0 0 0,-1 0 41 0 0,0 0 0 0 0,0 1 0 0 0,1 0 0 0 0,-1 0-1 0 0,0 0 1 0 0,1 0 0 0 0,0 0 0 0 0,-1 1-1 0 0,1 0 1 0 0,-7 6 0 0 0,-34 35 644 0 0,31-28-584 0 0,1 1 0 0 0,0 0 0 0 0,-19 34 0 0 0,28-42-155 0 0,-1 0-1 0 0,1 0 0 0 0,1 0 0 0 0,0 1 0 0 0,0-1 0 0 0,1 1 0 0 0,0 0 1 0 0,0 0-1 0 0,1-1 0 0 0,1 14 0 0 0,0-20-31 0 0,0 0-1 0 0,1 0 0 0 0,-1 0 1 0 0,1 0-1 0 0,-1 0 1 0 0,1-1-1 0 0,0 1 0 0 0,0 0 1 0 0,1 0-1 0 0,-1-1 1 0 0,0 1-1 0 0,1-1 0 0 0,0 1 1 0 0,-1-1-1 0 0,1 0 1 0 0,0 0-1 0 0,0 0 1 0 0,4 4-1 0 0,-2-4-26 0 0,0 1-1 0 0,0-1 1 0 0,1 0 0 0 0,-1 0 0 0 0,0-1 0 0 0,1 1-1 0 0,0-1 1 0 0,-1 0 0 0 0,1 0 0 0 0,8 1-1 0 0,-3-2-92 0 0,1 0 0 0 0,0 0 0 0 0,-1-1 0 0 0,1-1-1 0 0,-1 1 1 0 0,1-2 0 0 0,-1 1 0 0 0,0-2 0 0 0,17-7-1 0 0,-17 5 24 0 0,0 0 0 0 0,0-1 0 0 0,-1-1 0 0 0,0 1 0 0 0,0-1-1 0 0,-1-1 1 0 0,0 0 0 0 0,-1 0 0 0 0,0 0 0 0 0,0-1 0 0 0,9-19-1 0 0,-3 1-11 0 0,0-1 0 0 0,-2-1-1 0 0,9-36 1 0 0,-9 13 467 0 0,-10 50 145 0 0,-7 13 140 0 0,-3 18-311 0 0,2-1-1 0 0,-5 42 1 0 0,10-61-540 0 0,2 0-1 0 0,-1 0 1 0 0,1-1 0 0 0,1 1 0 0 0,-1 0-1 0 0,1 0 1 0 0,1-1 0 0 0,-1 1-1 0 0,1 0 1 0 0,1-1 0 0 0,-1 0 0 0 0,1 1-1 0 0,0-1 1 0 0,8 11 0 0 0,-8-14-206 0 0,0-1 0 0 0,0 0 1 0 0,0 0-1 0 0,1 0 0 0 0,-1-1 1 0 0,1 1-1 0 0,0-1 0 0 0,-1 0 1 0 0,1 0-1 0 0,0 0 1 0 0,1-1-1 0 0,-1 1 0 0 0,0-1 1 0 0,0 0-1 0 0,0 0 0 0 0,7 0 1 0 0,9 0-2881 0 0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6:43.0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221 87 404 0 0,'11'-44'5469'0'0,"-11"42"-5262"0"0,0 0-1 0 0,0 0 1 0 0,0 0 0 0 0,0 0-1 0 0,0 0 1 0 0,0 0 0 0 0,0 0-1 0 0,-1 0 1 0 0,1 0-1 0 0,-1 0 1 0 0,0 0 0 0 0,1 1-1 0 0,-1-1 1 0 0,0 0-1 0 0,0 0 1 0 0,0 0 0 0 0,0 1-1 0 0,-3-4 1 0 0,4 5-175 0 0,-1-1 0 0 0,0 1 0 0 0,0 0 0 0 0,0-1 0 0 0,1 1 0 0 0,-1 0-1 0 0,0-1 1 0 0,0 1 0 0 0,0 0 0 0 0,0 0 0 0 0,1 0 0 0 0,-1 0 0 0 0,0 0 0 0 0,0 0 0 0 0,0 0 0 0 0,0 0 0 0 0,0 0 0 0 0,0 0 0 0 0,1 1 0 0 0,-1-1 0 0 0,0 0 0 0 0,0 0 0 0 0,0 1-1 0 0,0-1 1 0 0,1 1 0 0 0,-1-1 0 0 0,-1 1 0 0 0,-18 14 347 0 0,17-12-347 0 0,0 0-1 0 0,0 0 0 0 0,0 0 0 0 0,0 1 0 0 0,1-1 1 0 0,0 0-1 0 0,0 1 0 0 0,0 0 0 0 0,0 0 1 0 0,0-1-1 0 0,1 1 0 0 0,-1 0 0 0 0,1 0 0 0 0,0 0 1 0 0,1 0-1 0 0,-1 1 0 0 0,1-1 0 0 0,-1 0 1 0 0,1 0-1 0 0,0 0 0 0 0,1 0 0 0 0,-1 0 0 0 0,1 1 1 0 0,1 3-1 0 0,3 5 29 0 0,1 0 1 0 0,0 0-1 0 0,0 0 0 0 0,2 0 1 0 0,14 18-1 0 0,-14-20-18 0 0,0 1-1 0 0,0 0 0 0 0,-1 1 1 0 0,-1-1-1 0 0,6 16 1 0 0,-11-24-19 0 0,0 0 0 0 0,0 0-1 0 0,0 0 1 0 0,-1 0 0 0 0,1 0 0 0 0,-1 0 0 0 0,0 0 0 0 0,-1 0 0 0 0,1 0-1 0 0,-1 0 1 0 0,1 0 0 0 0,-1 0 0 0 0,0 0 0 0 0,-1 0 0 0 0,1 0 0 0 0,-4 6-1 0 0,2-5 4 0 0,0-1 0 0 0,0 1 0 0 0,-1-1 0 0 0,0 0 0 0 0,1-1-1 0 0,-1 1 1 0 0,-1-1 0 0 0,1 1 0 0 0,0-1 0 0 0,-1 0 0 0 0,-7 3-1 0 0,4-2-22 0 0,0-1 0 0 0,1 0 1 0 0,-1-1-1 0 0,0 1 0 0 0,0-2 0 0 0,-1 1 0 0 0,1-1 0 0 0,0 0 0 0 0,0-1 0 0 0,-1 0 0 0 0,1 0 0 0 0,0-1 0 0 0,-1 0 0 0 0,1-1 0 0 0,0 1 0 0 0,-10-5 1 0 0,13 4-149 0 0,-18-10-413 0 0,23 12 452 0 0,-1-1-1 0 0,0 0 0 0 0,0 1 1 0 0,0-1-1 0 0,1 0 0 0 0,-1 0 0 0 0,0 0 1 0 0,1 1-1 0 0,-1-1 0 0 0,1 0 0 0 0,-1 0 1 0 0,1 0-1 0 0,-1 0 0 0 0,1 0 0 0 0,0 0 1 0 0,0 0-1 0 0,-1 0 0 0 0,1 0 1 0 0,0 0-1 0 0,0 0 0 0 0,0-1 0 0 0,0 1 1 0 0,0-2-1 0 0,1-2-501 0 0,1 1 0 0 0,-1-1 0 0 0,1 0-1 0 0,0 1 1 0 0,0-1 0 0 0,1 1 0 0 0,5-9 0 0 0,3-3-2074 0 0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6:43.3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33 1044 0 0,'38'-28'8805'0'0,"-36"27"-8228"0"0,-2 1-522 0 0,0 0-1 0 0,0-1 0 0 0,0 1 0 0 0,0 0 0 0 0,1 0 1 0 0,-1-1-1 0 0,0 1 0 0 0,0 0 0 0 0,0 0 0 0 0,1 0 1 0 0,-1-1-1 0 0,0 1 0 0 0,0 0 0 0 0,0 0 1 0 0,1 0-1 0 0,-1 0 0 0 0,0 0 0 0 0,0-1 0 0 0,1 1 1 0 0,-1 0-1 0 0,0 0 0 0 0,1 0 0 0 0,-1 0 0 0 0,0 0 1 0 0,0 0-1 0 0,1 0 0 0 0,-1 0 0 0 0,0 0 1 0 0,0 0-1 0 0,1 0 0 0 0,-1 0 0 0 0,0 0 0 0 0,1 0 1 0 0,-1 0-1 0 0,0 1 0 0 0,0-1 0 0 0,1 0 1 0 0,-1 0-1 0 0,0 0 0 0 0,0 0 0 0 0,1 0 0 0 0,-1 0 1 0 0,0 1-1 0 0,0-1 0 0 0,0 0 0 0 0,1 1 0 0 0,3 17 1553 0 0,-5 20-191 0 0,-1-25-1155 0 0,-12 122 1446 0 0,13-109-1919 0 0,0 1 1 0 0,2 0-1 0 0,5 27 1 0 0,-6-52-33 0 0,10 34-1424 0 0,1-19-673 0 0,-7-14 521 0 0,-3-2 1365 0 0,0 0 0 0 0,0 0 0 0 0,1-1 0 0 0,-1 1 0 0 0,0-1 0 0 0,0 1 0 0 0,1-1 0 0 0,1 1 0 0 0,14 2-4092 0 0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6:43.6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71 1776 0 0,'3'-9'1325'0'0,"0"-1"625"0"0,-1 1 0 0 0,0-1 0 0 0,0-17-1 0 0,-1 27-1920 0 0,-1 0 0 0 0,0-1 0 0 0,0 1 0 0 0,0 0 0 0 0,0 0 0 0 0,0 0 0 0 0,0 0 0 0 0,0-1 0 0 0,0 1 0 0 0,0 0 0 0 0,0 0 0 0 0,0 0 0 0 0,0 0 0 0 0,0-1 0 0 0,0 1 0 0 0,0 0-1 0 0,0 0 1 0 0,0 0 0 0 0,-1 0 0 0 0,1-1 0 0 0,0 1 0 0 0,0 0 0 0 0,0 0 0 0 0,0 0 0 0 0,0 0 0 0 0,0-1 0 0 0,0 1 0 0 0,0 0 0 0 0,-1 0 0 0 0,1 0 0 0 0,0 0 0 0 0,0 0 0 0 0,0 0 0 0 0,0 0 0 0 0,-1 0 0 0 0,1-1-1 0 0,0 1 1 0 0,0 0 0 0 0,0 0 0 0 0,0 0 0 0 0,-1 0 0 0 0,1 0 0 0 0,0 0 0 0 0,-8 6 499 0 0,-6 11-93 0 0,10-11-360 0 0,1 0 0 0 0,0 1 0 0 0,0-1 0 0 0,0 0-1 0 0,1 1 1 0 0,0 0 0 0 0,1 0 0 0 0,-1-1 0 0 0,1 1 0 0 0,1 0 0 0 0,-1 0 0 0 0,1 0 0 0 0,0 0 0 0 0,1 0 0 0 0,-1 0 0 0 0,2 0 0 0 0,-1 0 0 0 0,5 12 0 0 0,2 1 31 0 0,1-1 0 0 0,1 0 0 0 0,1 0 0 0 0,24 31 0 0 0,-33-48-86 0 0,-1 0 1 0 0,1 0 0 0 0,-1 0 0 0 0,0 0-1 0 0,1 0 1 0 0,-1 0 0 0 0,0 0 0 0 0,0 1-1 0 0,-1-1 1 0 0,1 0 0 0 0,0 1 0 0 0,-1-1-1 0 0,1 1 1 0 0,-1-1 0 0 0,0 1-1 0 0,0-1 1 0 0,0 0 0 0 0,0 1 0 0 0,0-1-1 0 0,-1 1 1 0 0,1-1 0 0 0,-2 4 0 0 0,0-3-30 0 0,1 0 1 0 0,-1-1-1 0 0,0 1 1 0 0,0-1-1 0 0,0 1 1 0 0,-1-1-1 0 0,1 0 1 0 0,0 0 0 0 0,-1 0-1 0 0,1 0 1 0 0,-1-1-1 0 0,0 1 1 0 0,0-1-1 0 0,0 1 1 0 0,0-1-1 0 0,0 0 1 0 0,-4 1-1 0 0,-1 0-540 0 0,0 0 0 0 0,1 0 0 0 0,-1-1 0 0 0,0 0 0 0 0,-10 0-1 0 0,-6-1-2961 0 0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6:43.7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65 1036 0 0,'2'-11'3472'0'0,"-1"-6"-1415"0"0,3 3-777 0 0,-1 2-480 0 0,2 5-184 0 0,9 4-764 0 0,2 10-1556 0 0,3 1-3301 0 0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6:44.1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311 23 1072 0 0,'-15'-4'1638'0'0,"-6"-2"1966"0"0,-38-6 0 0 0,58 12-3532 0 0,-1 0 1 0 0,1 0 0 0 0,-1 0 0 0 0,1 1 0 0 0,-1-1 0 0 0,1 1 0 0 0,-1-1-1 0 0,1 1 1 0 0,-1-1 0 0 0,1 1 0 0 0,0 0 0 0 0,-1 0 0 0 0,1-1 0 0 0,0 1-1 0 0,-1 0 1 0 0,1 0 0 0 0,0 0 0 0 0,0 1 0 0 0,0-1 0 0 0,0 0 0 0 0,-1 2-1 0 0,-16 30 834 0 0,15-28-759 0 0,-103 253 1803 0 0,56-81-4143 0 0,45-150 503 0 0,1-1-1433 0 0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6:44.6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74 2288 0 0,'0'-17'1804'0'0,"-1"11"-806"0"0,1-1 1 0 0,0 0 0 0 0,1 0 0 0 0,2-13-1 0 0,-3 19-961 0 0,1 1 0 0 0,0-1 0 0 0,-1 0 0 0 0,1 1 0 0 0,0-1 0 0 0,0 0 0 0 0,-1 1 0 0 0,1-1 0 0 0,0 1 0 0 0,0-1 0 0 0,0 1 0 0 0,0-1 0 0 0,0 1 0 0 0,0 0 0 0 0,0-1 0 0 0,0 1 0 0 0,0 0 0 0 0,-1 0 0 0 0,1 0 0 0 0,0-1-1 0 0,0 1 1 0 0,0 0 0 0 0,0 1 0 0 0,0-1 0 0 0,0 0 0 0 0,2 0 0 0 0,28 6 238 0 0,-18-1-212 0 0,0 1 1 0 0,0 0-1 0 0,-1 0 0 0 0,1 2 0 0 0,-2-1 1 0 0,1 2-1 0 0,-1-1 0 0 0,0 1 0 0 0,14 17 0 0 0,-18-19-39 0 0,0 0 0 0 0,-1 1-1 0 0,0 0 1 0 0,-1 0 0 0 0,0 0-1 0 0,0 1 1 0 0,-1-1 0 0 0,0 1 0 0 0,0 0-1 0 0,-1 1 1 0 0,-1-1 0 0 0,1 0-1 0 0,-1 1 1 0 0,1 16 0 0 0,-4-18-7 0 0,1 0 1 0 0,-1 0 0 0 0,-1 0-1 0 0,1 0 1 0 0,-1 0 0 0 0,-1 0 0 0 0,0 0-1 0 0,0 0 1 0 0,0-1 0 0 0,-1 1-1 0 0,0-1 1 0 0,-6 8 0 0 0,2-5 117 0 0,0-1 0 0 0,0 1 0 0 0,-1-2 0 0 0,0 1 0 0 0,0-1 0 0 0,-1-1 0 0 0,-14 9 0 0 0,23-15 159 0 0,22-3-239 0 0,-10 1-41 0 0,-1 0 0 0 0,1 1 1 0 0,0 1-1 0 0,0-1 0 0 0,0 2 0 0 0,-1 0 0 0 0,1 0 0 0 0,-1 0 0 0 0,1 2 1 0 0,15 6-1 0 0,-16-6-1 0 0,0 0 73 0 0,0 0 0 0 0,0 0 0 0 0,-1 1-1 0 0,0 1 1 0 0,0 0 0 0 0,0 0 0 0 0,-1 1 0 0 0,11 10 0 0 0,-17-15 1 0 0,0 0 1 0 0,0 1-1 0 0,0-1 1 0 0,0 1-1 0 0,-1 0 1 0 0,1-1-1 0 0,-1 1 1 0 0,0 0-1 0 0,1 0 1 0 0,-1 0-1 0 0,-1 0 0 0 0,1 0 1 0 0,0 0-1 0 0,-1 0 1 0 0,0 0-1 0 0,1 1 1 0 0,-1-1-1 0 0,0 0 1 0 0,-1 0-1 0 0,1 0 1 0 0,0 0-1 0 0,-1 0 1 0 0,0 0-1 0 0,0 0 1 0 0,0 0-1 0 0,0 0 1 0 0,0 0-1 0 0,-1 0 1 0 0,1 0-1 0 0,-1-1 1 0 0,0 1-1 0 0,-2 2 1 0 0,-3 4 58 0 0,0-2 0 0 0,0 1 0 0 0,-1-1 0 0 0,0 0 0 0 0,-1-1 0 0 0,1 0 0 0 0,-1 0 0 0 0,0-1 0 0 0,-1 0 0 0 0,-12 5 0 0 0,-2-1 12 0 0,1-1 1 0 0,-2-1 0 0 0,-30 4 0 0 0,33-8-174 0 0,0-1 0 0 0,0-2 0 0 0,0 0 0 0 0,0-1 0 0 0,0-1 0 0 0,0-2-1 0 0,-31-7 1 0 0,46 9-438 0 0,1 0 0 0 0,-1 0 0 0 0,1-1-1 0 0,-8-4 1 0 0,13 7 174 0 0,0-1 0 0 0,0 1 0 0 0,0-1 0 0 0,0 0 0 0 0,0 1 0 0 0,0-1 0 0 0,0 0 0 0 0,0 1 0 0 0,1-1 0 0 0,-1 0 0 0 0,0 0 0 0 0,0 0-1 0 0,1 0 1 0 0,-1 0 0 0 0,0 0 0 0 0,1 0 0 0 0,-1 0 0 0 0,1 0 0 0 0,0 0 0 0 0,-1 0 0 0 0,1 0 0 0 0,0 0 0 0 0,0 0 0 0 0,-1 0 0 0 0,1 0 0 0 0,0 0 0 0 0,0-1 0 0 0,0 1 0 0 0,0 0 0 0 0,1 0 0 0 0,-1 0 0 0 0,0 0 0 0 0,1-2 0 0 0,5-8-4518 0 0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6:45.8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158 50 1932 0 0,'1'-4'933'0'0,"-1"-1"0"0"0,1 1 0 0 0,-1 0 1 0 0,0-1-1 0 0,0 1 0 0 0,0-1 0 0 0,-2-7 0 0 0,2 10-579 0 0,-3 4-62 0 0,-3 3-183 0 0,0 0 1 0 0,0 1 0 0 0,0-1-1 0 0,0 2 1 0 0,1-1-1 0 0,0 0 1 0 0,0 1-1 0 0,-4 8 1 0 0,-32 65 157 0 0,34-66-207 0 0,-5 10 24 0 0,2 1 0 0 0,-12 41 0 0 0,20-58-77 0 0,0 0 0 0 0,0 1-1 0 0,1-1 1 0 0,0 0 0 0 0,1 1 0 0 0,-1-1-1 0 0,2 1 1 0 0,-1-1 0 0 0,1 1 0 0 0,1-1-1 0 0,-1 0 1 0 0,4 11 0 0 0,-3-16-78 0 0,-1 1 0 0 0,1-1-1 0 0,0 0 1 0 0,0 1 0 0 0,0-1 0 0 0,0 0 0 0 0,0 0 0 0 0,1 0 0 0 0,0-1 0 0 0,-1 1 0 0 0,1 0 0 0 0,0-1 0 0 0,0 0 0 0 0,0 0 0 0 0,1 0-1 0 0,-1 0 1 0 0,5 2 0 0 0,-2-3-108 0 0,0 1 0 0 0,0-1-1 0 0,0 0 1 0 0,0 0-1 0 0,0 0 1 0 0,0-1 0 0 0,0 0-1 0 0,0 0 1 0 0,0-1 0 0 0,6-1-1 0 0,5-2-343 0 0,0 0 0 0 0,-1-2 0 0 0,1 0 0 0 0,-1 0 0 0 0,0-2 0 0 0,24-15 0 0 0,-24 12 295 0 0,-1-1 1 0 0,0 0 0 0 0,-1 0-1 0 0,-1-2 1 0 0,0 0 0 0 0,0 0-1 0 0,19-31 1 0 0,-4-4 2049 0 0,30-71 0 0 0,-50 102-972 0 0,2-1 114 0 0,-10 17-428 0 0,-1 31 313 0 0,-10 52 0 0 0,-2 18-554 0 0,13-88-244 0 0,0-1 0 0 0,0 1-1 0 0,1-1 1 0 0,1 0 0 0 0,-1 0-1 0 0,2 1 1 0 0,4 13 0 0 0,-5-20-39 0 0,0 1-1 0 0,0-1 1 0 0,0 0 0 0 0,0-1 0 0 0,1 1 0 0 0,0 0 0 0 0,-1-1 0 0 0,1 1 0 0 0,0-1-1 0 0,1 0 1 0 0,-1 0 0 0 0,1 0 0 0 0,-1-1 0 0 0,1 1 0 0 0,6 2 0 0 0,-4-2-16 0 0,0-1 1 0 0,0 0-1 0 0,0 0 1 0 0,0-1-1 0 0,0 1 1 0 0,0-2-1 0 0,0 1 1 0 0,1 0-1 0 0,-1-1 1 0 0,9-1-1 0 0,-7 0-4 0 0,1 0-1 0 0,0-1 1 0 0,-1 0 0 0 0,1 0-1 0 0,-1-1 1 0 0,0 0 0 0 0,0 0-1 0 0,0-1 1 0 0,0 0 0 0 0,0-1-1 0 0,-1 0 1 0 0,0 0 0 0 0,0 0-1 0 0,0-1 1 0 0,11-12 0 0 0,-12 10 6 0 0,-1 1 0 0 0,-1-1 0 0 0,1 0 0 0 0,-1 0 0 0 0,-1-1 0 0 0,1 1 0 0 0,-2-1 0 0 0,1 1 0 0 0,-1-1 0 0 0,0 0 0 0 0,-1 0 0 0 0,0 0 0 0 0,0-9 0 0 0,-1 12 6 0 0,0 0-1 0 0,-1 1 1 0 0,0-1 0 0 0,0 1 0 0 0,0-1 0 0 0,0 1-1 0 0,-1-1 1 0 0,0 1 0 0 0,0 0 0 0 0,-1 0 0 0 0,0 0 0 0 0,1 0-1 0 0,-1 0 1 0 0,-1 1 0 0 0,1-1 0 0 0,-1 1 0 0 0,0 0-1 0 0,0 0 1 0 0,0 0 0 0 0,0 1 0 0 0,-10-7 0 0 0,-2 2 2 0 0,0 1 0 0 0,0 0 0 0 0,-1 1 0 0 0,0 1 0 0 0,-1 0 0 0 0,1 2 0 0 0,-25-3 0 0 0,10-1 1 0 0,29 6-17 0 0,5 0-54 0 0,0 0 62 0 0,0-1 0 0 0,0 1 1 0 0,0 0-1 0 0,0 0 0 0 0,0 0 0 0 0,1 0 1 0 0,-1 1-1 0 0,0-1 0 0 0,4 0 1 0 0,18-3-1 0 0,0 1 0 0 0,0 2-1 0 0,0 0 1 0 0,1 2 0 0 0,-1 1 0 0 0,0 0 0 0 0,-1 2 0 0 0,1 1 0 0 0,0 0 0 0 0,-1 2 0 0 0,-1 1-1 0 0,1 1 1 0 0,-1 0 0 0 0,0 2 0 0 0,-1 1 0 0 0,-1 0 0 0 0,0 1 0 0 0,29 26 0 0 0,-42-33 8 0 0,-1 0 1 0 0,0 1-1 0 0,-1 0 1 0 0,1 0-1 0 0,-1 0 1 0 0,-1 0-1 0 0,7 13 1 0 0,-10-16-1 0 0,1 0 0 0 0,-1 1 0 0 0,0-1 0 0 0,0 0 0 0 0,0 1 0 0 0,0-1 0 0 0,-1 1 0 0 0,0-1-1 0 0,0 1 1 0 0,0-1 0 0 0,0 1 0 0 0,-1-1 0 0 0,0 1 0 0 0,0-1 0 0 0,0 0 0 0 0,-3 9 0 0 0,-6 7 101 0 0,9-21-107 0 0,1 1 0 0 0,-1 0 0 0 0,1 0 0 0 0,-1 0 0 0 0,1-1 0 0 0,-1 1 0 0 0,1 0 0 0 0,0-1 0 0 0,-1 1 0 0 0,1 0 0 0 0,-1-1 0 0 0,1 1 0 0 0,0 0 0 0 0,-1-1 0 0 0,1 1 0 0 0,0-1 0 0 0,-1 1 0 0 0,1-1 0 0 0,0 1 0 0 0,0-1 0 0 0,-1 1 0 0 0,1-1 0 0 0,0 1 0 0 0,0-1 0 0 0,0 1 0 0 0,0-1 0 0 0,0 1 0 0 0,0-1 0 0 0,0 1 0 0 0,0-1 0 0 0,0 1 0 0 0,0-1 0 0 0,0 1 0 0 0,0-1 0 0 0,0 1 0 0 0,0-1 0 0 0,0 1 0 0 0,1-1 0 0 0,-1 1 0 0 0,0-1 0 0 0,0 1 0 0 0,1-1 0 0 0,-1 0 0 0 0,6-22-14 0 0,2 0-1 0 0,0 1 0 0 0,1-1 0 0 0,1 2 0 0 0,1-1 0 0 0,1 2 1 0 0,0-1-1 0 0,2 2 0 0 0,1 0 0 0 0,0 0 0 0 0,1 1 1 0 0,27-22-1 0 0,-37 35 13 0 0,0 0 1 0 0,0 1-1 0 0,1 0 1 0 0,0 0-1 0 0,0 0 1 0 0,0 1-1 0 0,0 0 1 0 0,0 1 0 0 0,1-1-1 0 0,-1 1 1 0 0,1 1-1 0 0,-1-1 1 0 0,9 1-1 0 0,-11 1 9 0 0,0 0-1 0 0,0 1 1 0 0,0-1-1 0 0,0 1 0 0 0,-1 0 1 0 0,1 0-1 0 0,0 1 1 0 0,-1 0-1 0 0,1 0 1 0 0,-1 0-1 0 0,1 0 1 0 0,-1 0-1 0 0,0 1 0 0 0,0 0 1 0 0,0 0-1 0 0,-1 0 1 0 0,1 0-1 0 0,-1 1 1 0 0,1 0-1 0 0,-1-1 1 0 0,4 7-1 0 0,-3-3 16 0 0,0 0 0 0 0,0 0 0 0 0,0 1 0 0 0,-1-1 0 0 0,0 1 1 0 0,-1-1-1 0 0,0 1 0 0 0,0 0 0 0 0,1 14 0 0 0,-2 1 24 0 0,-3 47 0 0 0,0-44-1823 0 0,1 32 0 0 0,3-46-825 0 0,1-1-694 0 0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6:46.1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113 107 1808 0 0,'4'-106'8695'0'0,"-14"120"-7752"0"0,-1 18-244 0 0,1 1-1 0 0,2 1 0 0 0,-5 44 1 0 0,3-20-301 0 0,1-11-186 0 0,-8 40 63 0 0,4 1 0 0 0,-3 105 0 0 0,16-192-289 0 0,4 76-983 0 0,-4-69 164 0 0,1-1-1 0 0,1 1 0 0 0,0-1 1 0 0,0 1-1 0 0,0-1 0 0 0,1 0 1 0 0,0 0-1 0 0,4 7 0 0 0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6:46.3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128 144 1940 0 0,'-35'-11'3123'0'0,"20"7"-1634"0"0,1-1-1 0 0,0 0 0 0 0,0-1 1 0 0,-16-10-1 0 0,30 16-1461 0 0,0 0 0 0 0,-1 0 1 0 0,1-1-1 0 0,0 1 0 0 0,-1 0 0 0 0,1 0 0 0 0,0-1 0 0 0,-1 1 0 0 0,1 0 1 0 0,0-1-1 0 0,0 1 0 0 0,-1 0 0 0 0,1-1 0 0 0,0 1 0 0 0,0 0 0 0 0,0-1 1 0 0,-1 1-1 0 0,1 0 0 0 0,0-1 0 0 0,0 1 0 0 0,0-1 0 0 0,0 1 0 0 0,0 0 1 0 0,0-1-1 0 0,0 1 0 0 0,0-1 0 0 0,0 1 0 0 0,0-1 0 0 0,0 1 1 0 0,0 0-1 0 0,0-1 0 0 0,0 1 0 0 0,0-1 0 0 0,1 1 0 0 0,-1 0 0 0 0,0-1 1 0 0,0 1-1 0 0,0 0 0 0 0,1-1 0 0 0,-1 1 0 0 0,11-11 194 0 0,-10 10-211 0 0,9-4 53 0 0,-1 0 0 0 0,1 0-1 0 0,0 1 1 0 0,0 1 0 0 0,1-1 0 0 0,-1 2-1 0 0,15-3 1 0 0,-6 1-15 0 0,39-8-1 0 0,108-9 0 0 0,-51 21-1848 0 0,-83 2-841 0 0,47 11 1 0 0,-61-9 335 0 0,-4 2-393 0 0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6:46.8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303 31 1308 0 0,'5'-8'7747'0'0,"-5"7"-7594"0"0,1 0-1 0 0,-1 0 0 0 0,0 0 1 0 0,0 1-1 0 0,0-1 0 0 0,-1 0 0 0 0,1 0 1 0 0,0 0-1 0 0,0 0 0 0 0,0 0 1 0 0,-1 1-1 0 0,1-1 0 0 0,0 0 0 0 0,-1 0 1 0 0,1 0-1 0 0,0 1 0 0 0,-1-1 0 0 0,1 0 1 0 0,-1 1-1 0 0,0-1 0 0 0,1 0 1 0 0,-1 1-1 0 0,1-1 0 0 0,-1 1 0 0 0,0-1 1 0 0,0 0-1 0 0,1 1 0 0 0,-2-1 1 0 0,0 1-103 0 0,0 0 0 0 0,0-1 1 0 0,0 1-1 0 0,0 0 1 0 0,0 0-1 0 0,1 1 1 0 0,-1-1-1 0 0,0 0 1 0 0,0 1-1 0 0,0-1 1 0 0,0 1-1 0 0,0-1 1 0 0,1 1-1 0 0,-3 1 1 0 0,-20 9 42 0 0,1 2 1 0 0,1 1-1 0 0,0 1 1 0 0,0 0 0 0 0,2 2-1 0 0,0 0 1 0 0,1 2 0 0 0,0 0-1 0 0,-25 35 1 0 0,40-49-88 0 0,1 1 1 0 0,-1 0-1 0 0,1-1 1 0 0,0 1 0 0 0,0 0-1 0 0,1 0 1 0 0,0 1-1 0 0,0-1 1 0 0,0 0 0 0 0,1 1-1 0 0,0-1 1 0 0,0 1-1 0 0,1 8 1 0 0,0-12-34 0 0,0 0 0 0 0,1 0 0 0 0,-1 0 1 0 0,1 0-1 0 0,0 0 0 0 0,0-1 0 0 0,0 1 0 0 0,0 0 0 0 0,1 0 1 0 0,-1-1-1 0 0,1 1 0 0 0,-1-1 0 0 0,1 1 0 0 0,0-1 1 0 0,0 0-1 0 0,0 1 0 0 0,0-1 0 0 0,0 0 0 0 0,1 0 0 0 0,-1-1 1 0 0,1 1-1 0 0,-1 0 0 0 0,1-1 0 0 0,0 0 0 0 0,-1 1 0 0 0,1-1 1 0 0,0 0-1 0 0,0 0 0 0 0,0-1 0 0 0,5 2 0 0 0,1-1-92 0 0,-1 0-1 0 0,0 0 1 0 0,1 0-1 0 0,-1-1 0 0 0,1-1 1 0 0,-1 1-1 0 0,0-1 1 0 0,1-1-1 0 0,-1 1 1 0 0,0-2-1 0 0,0 1 0 0 0,0-1 1 0 0,0 0-1 0 0,0 0 1 0 0,-1-1-1 0 0,0 0 0 0 0,12-9 1 0 0,-9 5 100 0 0,0-1 0 0 0,0-1 0 0 0,-1 1 0 0 0,0-2 0 0 0,0 1 0 0 0,-2-1 0 0 0,1 0 0 0 0,-1-1 0 0 0,-1 0 0 0 0,7-17 0 0 0,38-105 2215 0 0,-50 132-1888 0 0,0 4-174 0 0,0 6-56 0 0,-1 1-1 0 0,1 0 1 0 0,-2 0-1 0 0,1 0 1 0 0,-1 0-1 0 0,-1 0 1 0 0,1 0-1 0 0,-4 9 1 0 0,-2 12 9 0 0,4-8-421 0 0,-1-1 1 0 0,2 1-1 0 0,1-1 1 0 0,1 1-1 0 0,4 33 1 0 0,-4-52-250 0 0,1 0 1 0 0,0 0-1 0 0,0 0 1 0 0,0 0-1 0 0,0 0 1 0 0,0 0-1 0 0,1-1 1 0 0,-1 1-1 0 0,1 0 1 0 0,2 2-1 0 0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6:47.0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50 908 0 0,'5'-50'13259'0'0,"-5"62"-11503"0"0,-34 190 1151 0 0,22-142-4967 0 0,1 0-3340 0 0,9-52 1704 0 0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6:47.4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28 1160 0 0,'1'-4'1326'0'0,"1"1"-1"0"0,0-1 1 0 0,0 1 0 0 0,0 0-1 0 0,0-1 1 0 0,4-3 0 0 0,-4 11-1166 0 0,0-1 1 0 0,0 1 0 0 0,0-1 0 0 0,-1 1 0 0 0,1-1-1 0 0,-1 1 1 0 0,0 0 0 0 0,0 0 0 0 0,0 0 0 0 0,0 0 0 0 0,-1 0-1 0 0,1 0 1 0 0,-1 0 0 0 0,-1 6 0 0 0,-5 60 617 0 0,2-49-645 0 0,-1 0 1 0 0,-1-1-1 0 0,-1 1 1 0 0,-14 30-1 0 0,-46 71 407 0 0,57-112-474 0 0,10-10-69 0 0,0 0-1 0 0,-1 0 1 0 0,1 0-1 0 0,0 0 1 0 0,0 0-1 0 0,0 0 1 0 0,-1 0-1 0 0,1 0 1 0 0,0 0-1 0 0,0 0 1 0 0,0 0-1 0 0,-1 0 0 0 0,1-1 1 0 0,0 1-1 0 0,0 0 1 0 0,0 0-1 0 0,0 0 1 0 0,-1 0-1 0 0,1 0 1 0 0,0 0-1 0 0,0-1 1 0 0,0 1-1 0 0,0 0 1 0 0,-1 0-1 0 0,1 0 1 0 0,0 0-1 0 0,0-1 1 0 0,0 1-1 0 0,0 0 0 0 0,0 0 1 0 0,0 0-1 0 0,0-1 1 0 0,0 1-1 0 0,-1-2-26 0 0,1 1 0 0 0,0-1 0 0 0,-1 0 0 0 0,1 0 0 0 0,0 1 0 0 0,0-1 0 0 0,0 0 0 0 0,0 1 0 0 0,0-1 0 0 0,1 0 0 0 0,0-3 0 0 0,11-27-269 0 0,1 1 0 0 0,2 0 0 0 0,1 1-1 0 0,31-45 1 0 0,-36 60 263 0 0,0 1-1 0 0,1 0 0 0 0,1 1 1 0 0,0 0-1 0 0,1 1 1 0 0,0 0-1 0 0,1 1 0 0 0,0 1 1 0 0,0 0-1 0 0,22-9 0 0 0,-32 17 51 0 0,0 0-1 0 0,0 0 1 0 0,0 0-1 0 0,1 1 1 0 0,-1 0-1 0 0,0 0 1 0 0,1 1-1 0 0,-1 0 1 0 0,1 0-1 0 0,-1 0 0 0 0,10 1 1 0 0,-12 0 10 0 0,0 0 1 0 0,-1 0-1 0 0,1 0 0 0 0,-1 0 1 0 0,1 0-1 0 0,-1 0 1 0 0,0 1-1 0 0,1-1 0 0 0,-1 1 1 0 0,0-1-1 0 0,0 1 0 0 0,0 0 1 0 0,0 0-1 0 0,0 0 1 0 0,0 0-1 0 0,-1 0 0 0 0,1 0 1 0 0,-1 1-1 0 0,1-1 1 0 0,-1 0-1 0 0,0 1 0 0 0,0-1 1 0 0,0 1-1 0 0,0 0 0 0 0,0 3 1 0 0,1 3 31 0 0,-1 0 0 0 0,0 0 0 0 0,-1 0 1 0 0,0 0-1 0 0,0 1 0 0 0,-1-1 0 0 0,0 0 0 0 0,-4 16 0 0 0,-5 7-119 0 0,-14 35 0 0 0,-1-1-3067 0 0,24-63 2606 0 0,-1 17-7117 0 0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6:47.8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371 46 1220 0 0,'4'-5'1287'0'0,"-1"0"0"0"0,1 0-1 0 0,-1-1 1 0 0,3-9 0 0 0,-5 13-636 0 0,-1 2-603 0 0,0 0-1 0 0,0-1 1 0 0,0 1-1 0 0,0 0 0 0 0,0-1 1 0 0,0 1-1 0 0,0 0 0 0 0,0-1 1 0 0,-1 1-1 0 0,1 0 0 0 0,0-1 1 0 0,0 1-1 0 0,0 0 0 0 0,0 0 1 0 0,0-1-1 0 0,-1 1 1 0 0,1 0-1 0 0,0 0 0 0 0,0-1 1 0 0,-1 1-1 0 0,1 0 0 0 0,0 0 1 0 0,0 0-1 0 0,-1-1 0 0 0,1 1 1 0 0,0 0-1 0 0,0 0 0 0 0,-1 0 1 0 0,1 0-1 0 0,0 0 1 0 0,-1-1-1 0 0,1 1 0 0 0,-7 2 9 0 0,1 0 0 0 0,0 1 0 0 0,0 0 0 0 0,0 0 0 0 0,1 0 0 0 0,-1 0 0 0 0,1 1 0 0 0,0 0 0 0 0,0 0 0 0 0,0 1 0 0 0,0-1-1 0 0,1 1 1 0 0,0 0 0 0 0,0 0 0 0 0,-6 10 0 0 0,7-10-42 0 0,0 0-1 0 0,0 0 1 0 0,1 0-1 0 0,-1 0 1 0 0,1 1-1 0 0,0-1 1 0 0,0 1-1 0 0,1-1 1 0 0,0 1 0 0 0,0 0-1 0 0,0-1 1 0 0,1 1-1 0 0,0 0 1 0 0,0 0-1 0 0,0 0 1 0 0,1-1-1 0 0,-1 1 1 0 0,3 6-1 0 0,3 2-12 0 0,1-1 0 0 0,0 0 0 0 0,1-1 0 0 0,0 0 0 0 0,15 17-1 0 0,-12-15 305 0 0,0 0 0 0 0,14 26-1 0 0,-25-38-238 0 0,1-1 1 0 0,-1 1-1 0 0,1-1 1 0 0,-1 1-1 0 0,0 0 0 0 0,0-1 1 0 0,1 1-1 0 0,-1-1 1 0 0,0 1-1 0 0,0 0 0 0 0,-1-1 1 0 0,1 1-1 0 0,0 0 1 0 0,-1-1-1 0 0,1 1 0 0 0,-1-1 1 0 0,1 1-1 0 0,-1-1 1 0 0,1 1-1 0 0,-1-1 0 0 0,0 1 1 0 0,0-1-1 0 0,0 0 1 0 0,0 1-1 0 0,0-1 0 0 0,0 0 1 0 0,0 0-1 0 0,-1 0 0 0 0,-1 2 1 0 0,-2 1 56 0 0,0 0 0 0 0,-1-1 0 0 0,1 1 0 0 0,-1-1 0 0 0,1-1 0 0 0,-8 4 0 0 0,1-3-134 0 0,0 0 0 0 0,0 0 0 0 0,-1-1 0 0 0,1-1 0 0 0,-1 0 0 0 0,1-1 0 0 0,-1 0 0 0 0,1-1 0 0 0,-21-4 0 0 0,13 1-1265 0 0,0-1 0 0 0,0-1 0 0 0,0-1 1 0 0,1 0-1 0 0,-20-12 0 0 0,-3-4-3347 0 0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6:48.0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79 1872 0 0,'-66'-72'10260'0'0,"66"72"-10291"0"0,0 0 1 0 0,0-1 0 0 0,0 1-1 0 0,0 0 1 0 0,-1-1 0 0 0,1 1-1 0 0,0 0 1 0 0,0-1 0 0 0,0 1-1 0 0,-1 0 1 0 0,1-1 0 0 0,0 1-1 0 0,0 0 1 0 0,-1 0 0 0 0,1-1-1 0 0,0 1 1 0 0,-1 0 0 0 0,1 0 0 0 0,0-1-1 0 0,0 1 1 0 0,-1 0 0 0 0,1 0-1 0 0,-1 0 1 0 0,1 0 0 0 0,0 0-1 0 0,-1 0 1 0 0,1-1 0 0 0,0 1-1 0 0,-1 0 1 0 0,1 0 0 0 0,0 0-1 0 0,-1 0 1 0 0,1 0 0 0 0,-1 0-1 0 0,1 0 1 0 0,0 1 0 0 0,-1-1-1 0 0,1 0 1 0 0,0 0 0 0 0,-1 0-1 0 0,1 0 1 0 0,0 0 0 0 0,-1 0-1 0 0,1 1 1 0 0,0-1 0 0 0,-1 0-1 0 0,1 0 1 0 0,0 1 0 0 0,-1-1-1 0 0,1 0 1 0 0,0 0 0 0 0,-1 1-1 0 0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6:48.6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84 1812 0 0,'-3'-2'433'0'0,"1"0"0"0"0,0 0 1 0 0,0-1-1 0 0,0 1 0 0 0,0-1 0 0 0,0 0 0 0 0,0 1 0 0 0,0-1 0 0 0,1 0 1 0 0,0 0-1 0 0,-1 0 0 0 0,1 0 0 0 0,-1-5 0 0 0,2 7-393 0 0,0 1 0 0 0,0-1-1 0 0,1 1 1 0 0,-1 0 0 0 0,0-1 0 0 0,0 1-1 0 0,0-1 1 0 0,1 1 0 0 0,-1 0 0 0 0,0-1-1 0 0,0 1 1 0 0,1 0 0 0 0,-1 0 0 0 0,0-1-1 0 0,0 1 1 0 0,1 0 0 0 0,-1 0 0 0 0,0-1 0 0 0,1 1-1 0 0,-1 0 1 0 0,0 0 0 0 0,1 0 0 0 0,-1-1-1 0 0,1 1 1 0 0,-1 0 0 0 0,0 0 0 0 0,1 0-1 0 0,-1 0 1 0 0,1 0 0 0 0,-1 0 0 0 0,1 0-1 0 0,12 0 232 0 0,-13 0-253 0 0,8 1 118 0 0,-1 0 1 0 0,1 0 0 0 0,0 1-1 0 0,-1 1 1 0 0,0-1-1 0 0,14 8 1 0 0,40 25 263 0 0,-51-29-333 0 0,7 6 43 0 0,0 0 1 0 0,17 16-1 0 0,-27-22-48 0 0,-1 0 0 0 0,1 1 0 0 0,-1 0 0 0 0,-1 1 0 0 0,1-1 0 0 0,-1 1 0 0 0,4 9 0 0 0,-7-13-34 0 0,-1 0-1 0 0,0 0 1 0 0,0-1-1 0 0,-1 1 1 0 0,1 0 0 0 0,-1 0-1 0 0,0 0 1 0 0,0 0-1 0 0,0 0 1 0 0,0 0-1 0 0,-1 0 1 0 0,0 0 0 0 0,1-1-1 0 0,-1 1 1 0 0,-1 0-1 0 0,1 0 1 0 0,-1-1-1 0 0,1 1 1 0 0,-1-1 0 0 0,0 1-1 0 0,0-1 1 0 0,0 0-1 0 0,-5 5 1 0 0,2-2 13 0 0,1-1 1 0 0,-1-1-1 0 0,0 1 1 0 0,0 0-1 0 0,-1-1 1 0 0,0 0-1 0 0,1-1 1 0 0,-1 1-1 0 0,0-1 0 0 0,0 0 1 0 0,-1-1-1 0 0,-8 3 1 0 0,14-4-39 0 0,-1-1 1 0 0,1 0-1 0 0,0 0 1 0 0,0 0-1 0 0,0 0 0 0 0,0 0 1 0 0,0 0-1 0 0,0 0 1 0 0,-1-1-1 0 0,1 1 0 0 0,0 0 1 0 0,0-1-1 0 0,0 1 1 0 0,0-1-1 0 0,0 1 0 0 0,0-1 1 0 0,0 1-1 0 0,0-1 1 0 0,0 0-1 0 0,1 1 1 0 0,-1-1-1 0 0,0 0 0 0 0,0 0 1 0 0,0 0-1 0 0,1 0 1 0 0,-1 1-1 0 0,0-1 0 0 0,1 0 1 0 0,-1 0-1 0 0,1 0 1 0 0,-1 0-1 0 0,1 0 1 0 0,0-1-1 0 0,-1 1 0 0 0,1 0 1 0 0,0-1-1 0 0,-2-4-3 0 0,1 1-1 0 0,1 0 1 0 0,-1-1 0 0 0,1 1-1 0 0,0-11 1 0 0,3 0-12 0 0,0 0-1 0 0,1 0 1 0 0,1 1 0 0 0,1-1 0 0 0,0 1-1 0 0,1 0 1 0 0,0 1 0 0 0,1 0 0 0 0,1 0-1 0 0,0 1 1 0 0,1 0 0 0 0,0 0 0 0 0,1 1-1 0 0,1 1 1 0 0,0 0 0 0 0,0 0 0 0 0,1 1-1 0 0,0 1 1 0 0,1 0 0 0 0,18-8 0 0 0,-26 14 19 0 0,0 1 0 0 0,0 0 0 0 0,0 0 0 0 0,0 0 0 0 0,1 1 0 0 0,-1 0 1 0 0,0 0-1 0 0,1 1 0 0 0,-1 0 0 0 0,1 0 0 0 0,-1 0 0 0 0,1 1 1 0 0,-1 0-1 0 0,0 0 0 0 0,0 1 0 0 0,1 0 0 0 0,-1 0 0 0 0,0 0 1 0 0,0 1-1 0 0,-1-1 0 0 0,1 2 0 0 0,0-1 0 0 0,-1 0 0 0 0,0 1 0 0 0,0 0 1 0 0,0 1-1 0 0,0-1 0 0 0,-1 1 0 0 0,0 0 0 0 0,0 0 0 0 0,0 0 1 0 0,0 0-1 0 0,-1 1 0 0 0,0-1 0 0 0,0 1 0 0 0,0 0 0 0 0,-1 0 1 0 0,0 0-1 0 0,0 0 0 0 0,-1 0 0 0 0,2 10 0 0 0,-2 11 82 0 0,0-1 1 0 0,-2 0-1 0 0,-1 1 0 0 0,-7 28 0 0 0,4-21-964 0 0,-2 51 0 0 0,11-60-876 0 0,-4-24 1591 0 0,1-1 0 0 0,-1 1-1 0 0,0 0 1 0 0,0 0 0 0 0,1-1 0 0 0,-1 1-1 0 0,1 0 1 0 0,-1-1 0 0 0,0 1-1 0 0,1 0 1 0 0,-1-1 0 0 0,1 1-1 0 0,-1-1 1 0 0,1 1 0 0 0,0 0-1 0 0,-1-1 1 0 0,1 0 0 0 0,0 1-1 0 0,-1-1 1 0 0,1 1 0 0 0,0-1-1 0 0,-1 0 1 0 0,1 1 0 0 0,0-1-1 0 0,0 0 1 0 0,-1 0 0 0 0,1 0-1 0 0,0 1 1 0 0,0-1 0 0 0,0 0-1 0 0,-1 0 1 0 0,2 0 0 0 0,17-3-2146 0 0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6:49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1 243 600 0 0,'17'-31'2576'0'0,"-1"-1"0"0"0,-2-1-1 0 0,16-51 1 0 0,-32 91-2385 0 0,-4 17 200 0 0,0 0 0 0 0,2 1 1 0 0,0-1-1 0 0,1 33 0 0 0,2-52-363 0 0,2 1-1 0 0,-1-1 1 0 0,0 1-1 0 0,1-1 1 0 0,0 1-1 0 0,1-1 1 0 0,-1 1-1 0 0,1-1 0 0 0,0 0 1 0 0,0 0-1 0 0,1 0 1 0 0,-1 0-1 0 0,1 0 1 0 0,0 0-1 0 0,0-1 1 0 0,1 0-1 0 0,0 1 1 0 0,-1-1-1 0 0,1 0 1 0 0,1-1-1 0 0,-1 1 1 0 0,0-1-1 0 0,1 0 1 0 0,0 0-1 0 0,6 3 1 0 0,-3-3-5 0 0,0 1 1 0 0,1-1-1 0 0,-1-1 1 0 0,1 1 0 0 0,0-2-1 0 0,-1 1 1 0 0,1-1-1 0 0,0-1 1 0 0,0 1 0 0 0,0-1-1 0 0,0-1 1 0 0,0 0 0 0 0,0 0-1 0 0,-1-1 1 0 0,1 0-1 0 0,10-4 1 0 0,-10 3-13 0 0,0-2 0 0 0,0 1 1 0 0,0-1-1 0 0,0-1 0 0 0,-1 0 0 0 0,0 0 1 0 0,0 0-1 0 0,-1-1 0 0 0,0 0 0 0 0,0-1 1 0 0,0 0-1 0 0,-1 0 0 0 0,0 0 0 0 0,4-10 1 0 0,-4 7 52 0 0,0 0 1 0 0,-2 0 0 0 0,1-1-1 0 0,-1 0 1 0 0,-1 0 0 0 0,0 0 0 0 0,-1-1-1 0 0,0 1 1 0 0,-1 0 0 0 0,-1-17-1 0 0,0 24-41 0 0,0 0 0 0 0,-1 0 0 0 0,0 0 0 0 0,0 0 0 0 0,0 0 0 0 0,-1 0 0 0 0,0 0 0 0 0,0 1 0 0 0,0-1 0 0 0,0 1 0 0 0,-1-1 0 0 0,-3-4 0 0 0,4 6-21 0 0,-1 0-1 0 0,0 1 1 0 0,0-1 0 0 0,-1 0 0 0 0,1 1-1 0 0,0 0 1 0 0,-1 0 0 0 0,0 0 0 0 0,1 0-1 0 0,-1 0 1 0 0,0 1 0 0 0,0 0-1 0 0,0 0 1 0 0,0 0 0 0 0,0 0 0 0 0,0 0-1 0 0,-4 1 1 0 0,-2-1-154 0 0,0 1 0 0 0,0 0 0 0 0,0 1 1 0 0,0 0-1 0 0,-1 1 0 0 0,2 0 0 0 0,-1 0 0 0 0,0 1 0 0 0,0 0 0 0 0,1 1 0 0 0,0 0 1 0 0,-13 8-1 0 0,15-8-674 0 0,-1 1 0 0 0,1 1 0 0 0,0 0 0 0 0,1 0 0 0 0,-1 0 0 0 0,1 1 0 0 0,1-1 0 0 0,-10 15 1 0 0,7-5-2740 0 0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6:50.4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565 498 2140 0 0,'-7'-12'2165'0'0,"1"0"-1"0"0,-13-15 0 0 0,14 21-1540 0 0,0 0 0 0 0,0 0 0 0 0,-1 0 0 0 0,-13-9 0 0 0,15 12-527 0 0,-1 0-1 0 0,1 0 1 0 0,-1 1 0 0 0,0 0 0 0 0,0 0-1 0 0,0 0 1 0 0,0 0 0 0 0,-1 1-1 0 0,1 0 1 0 0,0 0 0 0 0,-1 0 0 0 0,1 1-1 0 0,-1 0 1 0 0,1 0 0 0 0,0 0-1 0 0,-1 1 1 0 0,1-1 0 0 0,-1 1 0 0 0,-5 2-1 0 0,-10 4-35 0 0,0 1 0 0 0,0 1 0 0 0,1 1 0 0 0,0 0 0 0 0,1 2-1 0 0,0 0 1 0 0,-27 24 0 0 0,19-12-55 0 0,2 0-1 0 0,0 2 0 0 0,2 0 1 0 0,-22 34-1 0 0,37-49-1 0 0,1 1 0 0 0,0 0-1 0 0,1 0 1 0 0,0 1-1 0 0,-7 25 1 0 0,12-34 0 0 0,0 0 0 0 0,0 0 1 0 0,0 1-1 0 0,1-1 0 0 0,0 0 1 0 0,0 0-1 0 0,0 1 0 0 0,1-1 0 0 0,-1 0 1 0 0,2 5-1 0 0,-1-7-1 0 0,0 1 1 0 0,0 0 0 0 0,0-1 0 0 0,1 0-1 0 0,-1 1 1 0 0,0-1 0 0 0,1 0-1 0 0,0 0 1 0 0,0 0 0 0 0,-1 0-1 0 0,1 0 1 0 0,0 0 0 0 0,1 0-1 0 0,-1-1 1 0 0,0 1 0 0 0,0-1-1 0 0,4 2 1 0 0,1 0-9 0 0,0 0-1 0 0,1 0 1 0 0,-1-1 0 0 0,1 0 0 0 0,0-1-1 0 0,0 1 1 0 0,-1-1 0 0 0,1-1 0 0 0,0 0-1 0 0,0 0 1 0 0,0 0 0 0 0,0-1 0 0 0,0 0-1 0 0,-1-1 1 0 0,1 1 0 0 0,-1-2 0 0 0,1 1-1 0 0,-1-1 1 0 0,1 0 0 0 0,8-6 0 0 0,-3 2 15 0 0,0-1 1 0 0,-1-1 0 0 0,0 0 0 0 0,0-1 0 0 0,-1 0 0 0 0,-1 0-1 0 0,0-2 1 0 0,0 1 0 0 0,14-23 0 0 0,-8 5 11 0 0,-2-1 0 0 0,20-55 1 0 0,-13 28 35 0 0,-15 47-90 0 0,-9 29 37 0 0,0 0-10 0 0,1-2-22 0 0,0-1 0 0 0,1 1 0 0 0,1 0-1 0 0,1 0 1 0 0,0 0 0 0 0,2 0 0 0 0,5 22-1 0 0,-7-33 32 0 0,1 0 1 0 0,0-1-1 0 0,1 1 0 0 0,-1-1 0 0 0,1 0 0 0 0,0 0 0 0 0,0 0 0 0 0,0 0 0 0 0,1 0 0 0 0,0-1 1 0 0,0 1-1 0 0,0-1 0 0 0,1 0 0 0 0,-1 0 0 0 0,1-1 0 0 0,0 1 0 0 0,0-1 0 0 0,0 0 0 0 0,0-1 0 0 0,1 1 1 0 0,-1-1-1 0 0,1 0 0 0 0,-1 0 0 0 0,9 1 0 0 0,-6-2-2 0 0,0 0 0 0 0,0 0 0 0 0,0 0 0 0 0,0-2 1 0 0,0 1-1 0 0,0-1 0 0 0,-1 0 0 0 0,1 0 0 0 0,0-1 0 0 0,0 0 0 0 0,-1 0 0 0 0,1-1 0 0 0,8-4 0 0 0,-7 2 13 0 0,0-1-1 0 0,0 0 0 0 0,0 0 0 0 0,-1-1 0 0 0,0 0 0 0 0,-1 0 0 0 0,1-1 0 0 0,-1 0 0 0 0,7-11 1 0 0,-6 7-18 0 0,-1 0 1 0 0,0 0 0 0 0,-1 0-1 0 0,0-1 1 0 0,-1 0 0 0 0,0 0 0 0 0,-1-1-1 0 0,-1 1 1 0 0,0-1 0 0 0,-1 0-1 0 0,0 0 1 0 0,-1 0 0 0 0,-1 0 0 0 0,0 0-1 0 0,-4-21 1 0 0,4 32 13 0 0,-1-1 0 0 0,0 1-1 0 0,0 0 1 0 0,0-1 0 0 0,0 1 0 0 0,-1 0-1 0 0,1-1 1 0 0,-1 1 0 0 0,0 0 0 0 0,-4-5-1 0 0,5 7-5 0 0,0-1-1 0 0,0 1 0 0 0,-1 0 0 0 0,1 0 1 0 0,0 1-1 0 0,-1-1 0 0 0,1 0 0 0 0,-1 0 1 0 0,1 1-1 0 0,-1-1 0 0 0,1 1 0 0 0,-1-1 1 0 0,0 1-1 0 0,1 0 0 0 0,-1-1 0 0 0,0 1 1 0 0,1 0-1 0 0,-1 0 0 0 0,0 0 0 0 0,1 0 1 0 0,-1 1-1 0 0,-2-1 0 0 0,2 1-4 0 0,1 0 0 0 0,-1-1 0 0 0,1 1 0 0 0,-1 0 0 0 0,1 0 0 0 0,-1 0 0 0 0,1 0-1 0 0,-1 0 1 0 0,1 0 0 0 0,0 0 0 0 0,-1 1 0 0 0,1-1 0 0 0,0 0 0 0 0,0 1 0 0 0,0-1 0 0 0,0 1 0 0 0,0-1 0 0 0,1 1 0 0 0,-1 0 0 0 0,0 1 0 0 0,-1 0-5 0 0,1 1 1 0 0,0 0 0 0 0,0-1 0 0 0,0 1 0 0 0,1 0 0 0 0,-1 0-1 0 0,1 6 1 0 0,0-5-7 0 0,1-1 0 0 0,-1 1-1 0 0,1-1 1 0 0,1 0 0 0 0,-1 1 0 0 0,1-1-1 0 0,-1 0 1 0 0,1 0 0 0 0,0 0-1 0 0,1 0 1 0 0,-1 0 0 0 0,1-1-1 0 0,5 8 1 0 0,-2-6 5 0 0,0 0 0 0 0,0 0 0 0 0,0 0 0 0 0,1-1 0 0 0,0 1 0 0 0,0-2 0 0 0,10 6 1 0 0,-1-3-34 0 0,1-1 0 0 0,-1 0 1 0 0,1-1-1 0 0,0-1 1 0 0,0-1-1 0 0,29 1 0 0 0,-34-3 39 0 0,-1 0-1 0 0,1-1 0 0 0,-1 0 0 0 0,1-1 0 0 0,-1 0 1 0 0,0-1-1 0 0,0 0 0 0 0,0-1 0 0 0,0 0 1 0 0,0-1-1 0 0,-1 0 0 0 0,0 0 0 0 0,0-1 1 0 0,0-1-1 0 0,-1 1 0 0 0,0-2 0 0 0,0 1 0 0 0,-1-1 1 0 0,14-17-1 0 0,-13 8 98 0 0,-9 16-96 0 0,0 1 1 0 0,0 0-1 0 0,0-1 0 0 0,0 1 0 0 0,0 0 0 0 0,0-1 0 0 0,0 1 1 0 0,0 0-1 0 0,0-1 0 0 0,0 1 0 0 0,0 0 0 0 0,0 0 1 0 0,0-1-1 0 0,0 1 0 0 0,0 0 0 0 0,0-1 0 0 0,0 1 0 0 0,-1 0 1 0 0,1 0-1 0 0,0-1 0 0 0,0 1 0 0 0,0 0 0 0 0,-1 0 1 0 0,1-1-1 0 0,0 1 0 0 0,0 0 0 0 0,0 0 0 0 0,-1 0 0 0 0,1-1 1 0 0,-2 1 0 0 0,1 0 0 0 0,0 0 0 0 0,-1 0 0 0 0,1 0 0 0 0,-1 0 0 0 0,1 0 1 0 0,0 0-1 0 0,-1 0 0 0 0,1 1 0 0 0,0-1 0 0 0,-1 0 0 0 0,1 1 0 0 0,0-1 0 0 0,0 1 1 0 0,0 0-1 0 0,-1-1 0 0 0,1 1 0 0 0,0 0 0 0 0,-2 1 0 0 0,-9 8-6 0 0,-1 1 0 0 0,1 1-1 0 0,1 0 1 0 0,0 0 0 0 0,-18 28 0 0 0,14-17-22 0 0,2 1 1 0 0,-19 46-1 0 0,27-59 33 0 0,1 0 1 0 0,1 1-1 0 0,0-1 0 0 0,0 1 0 0 0,1 0 0 0 0,1 0 0 0 0,0 0 1 0 0,0 15-1 0 0,2-23-1 0 0,-1 0 0 0 0,1 0 0 0 0,-1 0 0 0 0,1-1 0 0 0,0 1 0 0 0,1 0 0 0 0,-1 0 0 0 0,1-1 0 0 0,-1 1 0 0 0,1-1 0 0 0,0 1 0 0 0,0-1 0 0 0,1 0 0 0 0,-1 0 0 0 0,1 0 0 0 0,-1 0 0 0 0,1 0 0 0 0,0-1 0 0 0,0 1 0 0 0,0-1 0 0 0,1 0 0 0 0,-1 0 0 0 0,0 0 0 0 0,1 0 0 0 0,0 0 0 0 0,-1-1 0 0 0,1 0 0 0 0,5 2 0 0 0,3-1-111 0 0,0 0 1 0 0,0-1 0 0 0,-1 0-1 0 0,1-1 1 0 0,0-1-1 0 0,0 1 1 0 0,0-2-1 0 0,-1 0 1 0 0,1 0-1 0 0,0-1 1 0 0,-1 0-1 0 0,0-1 1 0 0,0-1-1 0 0,0 1 1 0 0,0-2-1 0 0,-1 1 1 0 0,17-14-1 0 0,-7 5-68 0 0,0-2 0 0 0,-2 0 0 0 0,0-2 0 0 0,0 0 0 0 0,-2 0 0 0 0,0-2 0 0 0,18-31 0 0 0,-2-4-74 0 0,-4-1-1 0 0,29-78 1 0 0,25-124 198 0 0,-76 232 102 0 0,32-127 1330 0 0,-38 153-1370 0 0,1 0 0 0 0,-1 0 0 0 0,0-1-1 0 0,0 1 1 0 0,0 0 0 0 0,0-1 0 0 0,1 1-1 0 0,-1 0 1 0 0,0-1 0 0 0,0 1 0 0 0,0 0-1 0 0,0-1 1 0 0,0 1 0 0 0,0 0-1 0 0,0-1 1 0 0,0 1 0 0 0,0 0 0 0 0,0-1-1 0 0,0 1 1 0 0,0 0 0 0 0,0-1 0 0 0,0 1-1 0 0,-1 0 1 0 0,1-1 0 0 0,0 1 0 0 0,0 0-1 0 0,0-1 1 0 0,0 1 0 0 0,-1 0-1 0 0,1-1 1 0 0,0 1 0 0 0,-9 9 204 0 0,-8 22 133 0 0,-25 78 609 0 0,-34 140 1 0 0,72-235-928 0 0,-38 171 166 0 0,37-154-246 0 0,2 0 1 0 0,2 0-1 0 0,0 0 0 0 0,5 33 0 0 0,-4-58-105 0 0,1 0 0 0 0,1 0 0 0 0,-1 0 0 0 0,1 0 0 0 0,0-1 0 0 0,0 1 0 0 0,0 0 0 0 0,1-1 0 0 0,0 0 0 0 0,0 1 0 0 0,0-1 0 0 0,1-1 0 0 0,4 6 0 0 0,-6-8 40 0 0,0 0-1 0 0,1 0 1 0 0,-1 0 0 0 0,1-1-1 0 0,-1 1 1 0 0,1-1 0 0 0,0 1-1 0 0,-1-1 1 0 0,1 0 0 0 0,0 0 0 0 0,0 0-1 0 0,0 0 1 0 0,0-1 0 0 0,0 1-1 0 0,0-1 1 0 0,0 0 0 0 0,0 0-1 0 0,0 0 1 0 0,0 0 0 0 0,0 0-1 0 0,0-1 1 0 0,-1 1 0 0 0,1-1-1 0 0,0 0 1 0 0,0 0 0 0 0,0 0 0 0 0,5-3-1 0 0,0 0-33 0 0,0-1 1 0 0,0-1-1 0 0,0 1 0 0 0,-1-1 0 0 0,0 0 1 0 0,0-1-1 0 0,-1 0 0 0 0,1 0 0 0 0,9-16 1 0 0,3-6 146 0 0,19-44 0 0 0,-21 39 286 0 0,50-104 3831 0 0,-56 112-3192 0 0,-9 24-277 0 0,-1 14-101 0 0,-1 2-275 0 0,-1-1 0 0 0,0 0 0 0 0,-1 1 0 0 0,-4 16 1 0 0,-2 15 87 0 0,5-25-288 0 0,1 0-1 0 0,1 0 0 0 0,0-1 0 0 0,5 36 0 0 0,-3-51-79 0 0,0 1-1 0 0,0-1 1 0 0,0 1-1 0 0,1-1 1 0 0,0 0-1 0 0,0 0 1 0 0,0 1-1 0 0,0-1 1 0 0,0-1-1 0 0,1 1 1 0 0,4 5-1 0 0,-4-7-63 0 0,-1 1 0 0 0,1-1 0 0 0,0-1 0 0 0,-1 1 0 0 0,1 0 0 0 0,0-1 0 0 0,0 1-1 0 0,0-1 1 0 0,0 0 0 0 0,1 0 0 0 0,-1 0 0 0 0,0 0 0 0 0,0-1 0 0 0,1 1 0 0 0,-1-1 0 0 0,0 0 0 0 0,7 0-1 0 0,-3-1-515 0 0,1 0 0 0 0,-1 0-1 0 0,0-1 1 0 0,1 0-1 0 0,-1 0 1 0 0,0 0-1 0 0,0-1 1 0 0,-1 0-1 0 0,1 0 1 0 0,0-1 0 0 0,-1 0-1 0 0,0 0 1 0 0,11-10-1 0 0,8-9-3900 0 0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6:50.6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174 30 32 0 0,'-42'-10'3777'0'0,"21"4"-2268"0"0,0 1 0 0 0,-1 2 0 0 0,-35-3 1 0 0,56 7-1531 0 0,1-1 1 0 0,-1 0-1 0 0,1 0 1 0 0,-1 0-1 0 0,1 1 1 0 0,-1-1 0 0 0,1 0-1 0 0,-1 1 1 0 0,1-1-1 0 0,-1 0 1 0 0,1 1 0 0 0,-1-1-1 0 0,1 1 1 0 0,-1-1-1 0 0,1 1 1 0 0,0-1-1 0 0,-1 1 1 0 0,1-1 0 0 0,0 1-1 0 0,0-1 1 0 0,-1 2-1 0 0,1-2-140 0 0,0 1 0 0 0,0-1 0 0 0,0 0 1 0 0,-1 1-1 0 0,1-1 0 0 0,0 1 0 0 0,0-1 0 0 0,0 1 0 0 0,0-1 0 0 0,0 0 0 0 0,1 1 0 0 0,-1-1 0 0 0,0 1 0 0 0,0-1 0 0 0,0 1 0 0 0,0-1 0 0 0,0 0 0 0 0,0 1 0 0 0,1-1 0 0 0,-1 0 0 0 0,1 2-644 0 0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6:50.8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81 1916 0 0,'-9'2'1399'0'0,"0"1"0"0"0,0 0-1 0 0,0 1 1 0 0,1 0 0 0 0,-10 6-1 0 0,16-9-657 0 0,38 4-39 0 0,88-12-1076 0 0,131-26 0 0 0,-7-23-5749 0 0,-186 39 3647 0 0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6:51.5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743 5 1468 0 0,'0'0'2983'0'0,"0"0"-2819"0"0,-1-1 0 0 0,1 1 0 0 0,-1-1 0 0 0,1 1 0 0 0,-1 0 0 0 0,1-1-1 0 0,-1 1 1 0 0,1 0 0 0 0,-1 0 0 0 0,1 0 0 0 0,-1-1 0 0 0,0 1 0 0 0,1 0 0 0 0,-1 0 0 0 0,1 0 0 0 0,-1 0 0 0 0,0 0-1 0 0,0 0 1 0 0,-8 4 423 0 0,0 1 0 0 0,0 0 0 0 0,1 1-1 0 0,-1 0 1 0 0,1 0 0 0 0,1 1 0 0 0,-1 0 0 0 0,1 1-1 0 0,0-1 1 0 0,-9 15 0 0 0,0 1 435 0 0,1 1 0 0 0,-21 45 0 0 0,20-28-221 0 0,1 0-1 0 0,2 1 0 0 0,2 0 0 0 0,-7 56 1 0 0,-7 179 1314 0 0,20-201-1794 0 0,0-5-58 0 0,-19 236 423 0 0,-21-3-355 0 0,35-261-274 0 0,-27 76 0 0 0,30-102-25 0 0,-1 1 1 0 0,0-1-1 0 0,-1 0 1 0 0,-1-1 0 0 0,-1 0-1 0 0,-22 25 1 0 0,28-35-17 0 0,-1-1 0 0 0,0 1 0 0 0,-1-1 1 0 0,1-1-1 0 0,-1 1 0 0 0,0-1 0 0 0,0 0 1 0 0,-1 0-1 0 0,1-1 0 0 0,-13 4 0 0 0,15-6-92 0 0,1 0 0 0 0,0 0-1 0 0,0-1 1 0 0,0 0-1 0 0,-1 1 1 0 0,1-1-1 0 0,0-1 1 0 0,-1 1-1 0 0,1-1 1 0 0,0 1 0 0 0,0-1-1 0 0,0-1 1 0 0,0 1-1 0 0,0 0 1 0 0,0-1-1 0 0,0 0 1 0 0,0 0-1 0 0,1 0 1 0 0,-1 0-1 0 0,0-1 1 0 0,1 0 0 0 0,-3-2-1 0 0,-3-4-309 0 0,2-1-1 0 0,-1 1 1 0 0,1-1-1 0 0,1-1 1 0 0,0 1-1 0 0,0-1 1 0 0,1 0-1 0 0,1 0 1 0 0,0 0-1 0 0,0-1 1 0 0,1 0-1 0 0,1 0 1 0 0,0 1-1 0 0,0-1 1 0 0,1-16-1 0 0,0-4-303 0 0,2 1 1 0 0,1 0-1 0 0,2-1 0 0 0,13-52 0 0 0,-7 46 419 0 0,1 0 0 0 0,3 1 1 0 0,0 1-1 0 0,3 0 0 0 0,1 1 0 0 0,1 1 0 0 0,38-50 0 0 0,-42 65 257 0 0,1 0 1 0 0,1 2-1 0 0,0 0 0 0 0,2 0 1 0 0,0 2-1 0 0,0 0 0 0 0,2 1 1 0 0,-1 1-1 0 0,2 2 1 0 0,0 0-1 0 0,0 0 0 0 0,1 2 1 0 0,30-7-1 0 0,-3 5 8 0 0,62-3 0 0 0,43-9-693 0 0,-147 21 649 0 0,-1-1 1 0 0,1 0-1 0 0,-1 0 1 0 0,0 0-1 0 0,0-1 1 0 0,0 0-1 0 0,-1-1 1 0 0,1 1-1 0 0,-1-1 1 0 0,0 0-1 0 0,0-1 1 0 0,-1 0-1 0 0,0 0 1 0 0,0 0-1 0 0,0 0 1 0 0,6-12-1 0 0,-2 2 346 0 0,-1 0 0 0 0,-1 0 1 0 0,-1-1-1 0 0,-1 1 0 0 0,0-1 0 0 0,4-25 0 0 0,-8 36 177 0 0,4-29 1549 0 0,-6 31-1643 0 0,0 5-82 0 0,-7 16-16 0 0,-3 16-5 0 0,0 0 1 0 0,-8 48-1 0 0,18-72-326 0 0,-1 0 0 0 0,1 0 0 0 0,1 0-1 0 0,0 0 1 0 0,0 0 0 0 0,0 0-1 0 0,1 0 1 0 0,1-1 0 0 0,0 1 0 0 0,0 0-1 0 0,0 0 1 0 0,1-1 0 0 0,0 0-1 0 0,9 16 1 0 0,-11-22-179 0 0,1-1 0 0 0,-1 1 0 0 0,1 0 0 0 0,-1 0 0 0 0,1-1 1 0 0,0 1-1 0 0,0 0 0 0 0,0-1 0 0 0,0 0 0 0 0,0 1 0 0 0,3 0 0 0 0,-4-1-103 0 0,0-1-1 0 0,1 1 1 0 0,-1-1 0 0 0,1 0-1 0 0,0 1 1 0 0,-1-1 0 0 0,1 0-1 0 0,-1 0 1 0 0,1 0 0 0 0,-1 0-1 0 0,1 0 1 0 0,-1-1 0 0 0,1 1 0 0 0,-1 0-1 0 0,1-1 1 0 0,-1 1 0 0 0,1-1-1 0 0,-1 1 1 0 0,2-2 0 0 0,9-4-3493 0 0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6:51.7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61 1416 0 0,'-5'-14'1852'0'0,"1"2"-368"0"0,1 3 593 0 0,-4-6-773 0 0,0 5 64 0 0,-10 15-1228 0 0,14 3-136 0 0,1 1-204 0 0,2 1-400 0 0,-2 6-512 0 0,4-1-1313 0 0,-2 1-479 0 0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6:52.0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270 34 1784 0 0,'6'-19'11737'0'0,"-6"18"-11643"0"0,0 0-1 0 0,-1 0 0 0 0,1 1 1 0 0,-1-1-1 0 0,1 0 1 0 0,-1 0-1 0 0,1 1 0 0 0,-1-1 1 0 0,1 0-1 0 0,-1 1 0 0 0,0-1 1 0 0,1 0-1 0 0,-1 1 1 0 0,0-1-1 0 0,1 1 0 0 0,-1-1 1 0 0,0 1-1 0 0,0 0 1 0 0,1-1-1 0 0,-1 1 0 0 0,0 0 1 0 0,0-1-1 0 0,0 1 0 0 0,-1 0 1 0 0,-1 0 4 0 0,0-1 1 0 0,0 1-1 0 0,-1 1 0 0 0,1-1 1 0 0,0 0-1 0 0,0 1 0 0 0,-4 1 1 0 0,-4 2 35 0 0,-1 0 1 0 0,-20 11-1 0 0,16-6-23 0 0,1 2 0 0 0,-1-1 0 0 0,2 2 0 0 0,0 0 0 0 0,-25 26 0 0 0,32-30-111 0 0,1-1 0 0 0,0 1 0 0 0,1 0 1 0 0,-1 1-1 0 0,2-1 0 0 0,-1 1 0 0 0,1 0 0 0 0,0 0 0 0 0,1 0 0 0 0,0 1 0 0 0,1-1 0 0 0,-3 19 0 0 0,5-24 2 0 0,0 0 1 0 0,0 0-1 0 0,0 0 0 0 0,1 0 0 0 0,0 0 1 0 0,0 0-1 0 0,0 0 0 0 0,0 0 1 0 0,0 0-1 0 0,1-1 0 0 0,-1 1 1 0 0,1 0-1 0 0,0-1 0 0 0,5 7 0 0 0,-2-5-52 0 0,-1 0-1 0 0,1-1 1 0 0,0 1-1 0 0,1-1 1 0 0,-1 0-1 0 0,1 0 1 0 0,0 0-1 0 0,7 3 1 0 0,2-1-472 0 0,0-1 0 0 0,0 0 0 0 0,0-1 0 0 0,0 0 0 0 0,1-1 0 0 0,31 1 0 0 0,-26-4-803 0 0,1-1 0 0 0,-1-1 0 0 0,1-1 0 0 0,-1-1 0 0 0,34-11 0 0 0,-17 1-1960 0 0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6:52.2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0 138 252 0 0,'15'-18'3619'0'0,"-1"-1"-1"0"0,21-41 1 0 0,-12 20 1513 0 0,-30 56-4572 0 0,0 0-1 0 0,2 0 1 0 0,-1 1 0 0 0,-2 22-1 0 0,0-2-453 0 0,-3 55 0 0 0,11-82-484 0 0,0 0 0 0 0,1-1 1 0 0,0 1-1 0 0,0-1 0 0 0,5 17 1 0 0,-4-24-42 0 0,-1 0 1 0 0,0 0-1 0 0,0-1 1 0 0,0 1 0 0 0,1-1-1 0 0,-1 1 1 0 0,1-1-1 0 0,-1 0 1 0 0,1 1 0 0 0,2 0-1 0 0,20-4-9558 0 0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6:52.4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79 1336 0 0,'-6'-10'1086'0'0,"-1"1"1"0"0,-1 0-1 0 0,0 0 1 0 0,0 1-1 0 0,0 0 0 0 0,-1 0 1 0 0,-13-9-1 0 0,19 16-839 0 0,2 2-223 0 0,0-1 1 0 0,0 0 0 0 0,0 1 0 0 0,0-1-1 0 0,0 0 1 0 0,0 1 0 0 0,-1-1-1 0 0,1 0 1 0 0,0 0 0 0 0,0 0 0 0 0,0 0-1 0 0,-2 0 1 0 0,2 0 12 0 0,0 0-36 0 0,1 1 0 0 0,-1-1 0 0 0,1 0 0 0 0,-1 1 0 0 0,1-1 0 0 0,-1 1 0 0 0,1-1 0 0 0,-1 1 0 0 0,1-1 1 0 0,-1 1-1 0 0,1-1 0 0 0,-1 1 0 0 0,1-1 0 0 0,0 1 0 0 0,-1-1 0 0 0,1 1 0 0 0,0 0 0 0 0,0-1 0 0 0,-1 1 0 0 0,1 0 1 0 0,0-1-1 0 0,0 1 0 0 0,0 0 0 0 0,0-1 0 0 0,0 1 0 0 0,0 0 0 0 0,0-1 0 0 0,0 1 0 0 0,0 1 0 0 0,2 18-568 0 0,-2-20 533 0 0,2 6-629 0 0,0 0 0 0 0,0 0-1 0 0,0 0 1 0 0,1 0 0 0 0,0 0 0 0 0,5 8-1 0 0,1 2-2352 0 0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6:53.1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315 571 748 0 0,'17'-10'7107'0'0,"-17"9"-6992"0"0,0 1 0 0 0,0 0 1 0 0,1-1-1 0 0,-1 1 0 0 0,0 0 0 0 0,0 0 1 0 0,0-1-1 0 0,0 1 0 0 0,0 0 0 0 0,0-1 1 0 0,0 1-1 0 0,0 0 0 0 0,0-1 1 0 0,0 1-1 0 0,0 0 0 0 0,0-1 0 0 0,0 1 1 0 0,0 0-1 0 0,0-1 0 0 0,0 1 1 0 0,0 0-1 0 0,0 0 0 0 0,0-1 0 0 0,0 1 1 0 0,-1 0-1 0 0,1-1 0 0 0,0 1 116 0 0,-1-1-116 0 0,-4 0 106 0 0,0 0-1 0 0,0 1 0 0 0,-1 0 1 0 0,1 0-1 0 0,0 0 1 0 0,0 0-1 0 0,-1 1 1 0 0,1 0-1 0 0,0 0 1 0 0,0 0-1 0 0,0 0 1 0 0,0 1-1 0 0,0 0 1 0 0,0 0-1 0 0,-6 4 1 0 0,-9 5 142 0 0,1 0 0 0 0,-23 18 1 0 0,20-12-242 0 0,0 1-1 0 0,-29 33 1 0 0,43-43-102 0 0,1 1-1 0 0,0 1 0 0 0,0-1 1 0 0,1 1-1 0 0,0 1 1 0 0,0-1-1 0 0,1 1 0 0 0,-6 19 1 0 0,10-26-14 0 0,0-1 0 0 0,1 1-1 0 0,-1-1 1 0 0,1 0 0 0 0,0 1 0 0 0,0-1 0 0 0,0 1 0 0 0,0-1-1 0 0,0 1 1 0 0,1-1 0 0 0,0 1 0 0 0,-1-1 0 0 0,1 0 0 0 0,0 1-1 0 0,1-1 1 0 0,-1 0 0 0 0,1 0 0 0 0,-1 0 0 0 0,1 0 0 0 0,0 0-1 0 0,0 0 1 0 0,0 0 0 0 0,1-1 0 0 0,-1 1 0 0 0,1-1 0 0 0,-1 0-1 0 0,1 1 1 0 0,0-1 0 0 0,0-1 0 0 0,-1 1 0 0 0,2 0 0 0 0,-1-1-1 0 0,0 1 1 0 0,0-1 0 0 0,0 0 0 0 0,1 0 0 0 0,-1 0 0 0 0,0 0 0 0 0,1-1-1 0 0,-1 1 1 0 0,1-1 0 0 0,-1 0 0 0 0,1 0 0 0 0,3-1 0 0 0,1 0 9 0 0,0 0 1 0 0,0-1-1 0 0,-1 0 1 0 0,1 0-1 0 0,0-1 1 0 0,-1 0-1 0 0,1-1 1 0 0,-1 1-1 0 0,0-1 1 0 0,0-1-1 0 0,-1 1 1 0 0,1-1-1 0 0,-1 0 1 0 0,0-1-1 0 0,8-9 1 0 0,7-10 36 0 0,0-2 1 0 0,25-43 0 0 0,-18 26 75 0 0,-39 90-48 0 0,6-28-73 0 0,0-1 0 0 0,-3 33 0 0 0,7-41 41 0 0,0 0-1 0 0,1 0 0 0 0,0 0 1 0 0,0-1-1 0 0,1 1 1 0 0,1 0-1 0 0,3 16 0 0 0,-4-23-2 0 0,0 1 0 0 0,1 0 0 0 0,-1-1 0 0 0,0 0 0 0 0,1 1-1 0 0,-1-1 1 0 0,1 0 0 0 0,0 1 0 0 0,0-1 0 0 0,0 0 0 0 0,0-1-1 0 0,0 1 1 0 0,0 0 0 0 0,1 0 0 0 0,3 2 0 0 0,-1-2-3 0 0,0-1 1 0 0,-1 1-1 0 0,1-1 0 0 0,0 1 1 0 0,0-1-1 0 0,0-1 0 0 0,-1 1 1 0 0,9-1-1 0 0,-1 0 0 0 0,0-1 0 0 0,1-1 0 0 0,-1 0 0 0 0,0 0 0 0 0,0-1 0 0 0,18-8 0 0 0,-8 1-10 0 0,0-2 1 0 0,0 0-1 0 0,-2-1 0 0 0,1-2 1 0 0,-2 0-1 0 0,0-1 0 0 0,-1 0 0 0 0,0-2 1 0 0,-2 0-1 0 0,26-36 0 0 0,-10 6-115 0 0,-2 0 0 0 0,-3-3 0 0 0,33-81 0 0 0,-37 73-18 0 0,17-65-1 0 0,-34 99 124 0 0,-1 0 1 0 0,0-1-1 0 0,-2 1 1 0 0,-1-1-1 0 0,-2-38 1 0 0,-1 60-23 0 0,1 1 1 0 0,0-1 0 0 0,-1 1-1 0 0,0-1 1 0 0,0 1 0 0 0,0-1-1 0 0,0 1 1 0 0,0-1 0 0 0,-1 1-1 0 0,1 0 1 0 0,-1 0 0 0 0,0 0-1 0 0,0 0 1 0 0,0 0 0 0 0,0 0-1 0 0,-1 0 1 0 0,1 1 0 0 0,-4-4-1 0 0,3 5-8 0 0,0-1-1 0 0,0 1 1 0 0,1 0-1 0 0,-1 0 1 0 0,0 0 0 0 0,0 0-1 0 0,0 0 1 0 0,-1 0-1 0 0,1 1 1 0 0,0 0-1 0 0,0 0 1 0 0,0-1-1 0 0,0 2 1 0 0,0-1 0 0 0,0 0-1 0 0,0 1 1 0 0,0-1-1 0 0,0 1 1 0 0,0 0-1 0 0,0 0 1 0 0,-5 3-1 0 0,-5 2 72 0 0,0 1 0 0 0,0 1 0 0 0,1 0 0 0 0,0 1 0 0 0,1 0 0 0 0,0 1 0 0 0,0 0 0 0 0,1 0 0 0 0,1 1 0 0 0,0 1 0 0 0,-15 23 0 0 0,7-7 143 0 0,2 1 0 0 0,1 1 1 0 0,1 0-1 0 0,-11 39 0 0 0,18-47-110 0 0,0 1 0 0 0,2 0 0 0 0,1 1 0 0 0,0-1 0 0 0,2 1 0 0 0,0-1 0 0 0,2 1 0 0 0,6 42 0 0 0,-3-48-144 0 0,0-1-1 0 0,1 1 1 0 0,1-1 0 0 0,0 0-1 0 0,2 0 1 0 0,-1-1 0 0 0,2 0 0 0 0,1 0-1 0 0,0-1 1 0 0,0-1 0 0 0,25 27-1 0 0,-14-22-973 0 0,1 0 0 0 0,0-1 0 0 0,43 24-1 0 0,31 7-6045 0 0,-37-27-364 0 0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6:53.2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81 2060 0 0,'3'0'2986'0'0,"51"-12"11202"0"0,-52 12-14062 0 0,0 0 0 0 0,-1-1 1 0 0,1 0-1 0 0,0 1 0 0 0,0-1 0 0 0,0 0 1 0 0,-1 0-1 0 0,1 0 0 0 0,0 0 0 0 0,1-2 1 0 0,-6-1-791 0 0,0 1 0 0 0,0-1 0 0 0,0 1 0 0 0,-1 0 0 0 0,1 0 1 0 0,-1 0-1 0 0,0 0 0 0 0,0 1 0 0 0,0-1 0 0 0,0 1 0 0 0,-1 0 1 0 0,-3-1-1 0 0,-6-4-2067 0 0,-12-6-4127 0 0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6:54.6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99 1332 0 0,'-21'-98'10352'0'0,"28"113"-9662"0"0,2 3-139 0 0,-1 1 1 0 0,-1 1-1 0 0,4 22 1 0 0,6 12 75 0 0,-2-9-272 0 0,32 81 224 0 0,-46-122-548 0 0,1 0 1 0 0,-1 0-1 0 0,1-1 1 0 0,0 1-1 0 0,1-1 1 0 0,-1 1-1 0 0,0-1 1 0 0,1 0-1 0 0,0 0 1 0 0,3 3 0 0 0,-4-5 19 0 0,0-1-47 0 0,1 0 0 0 0,-1-1 1 0 0,0 0-1 0 0,0 0 0 0 0,1 1 0 0 0,-1-1 0 0 0,0 0 1 0 0,0-1-1 0 0,0 1 0 0 0,0 0 0 0 0,0-1 1 0 0,0 1-1 0 0,0-1 0 0 0,0 1 0 0 0,-1-1 1 0 0,1 0-1 0 0,-1 0 0 0 0,3-4 0 0 0,24-43-35 0 0,-24 42 26 0 0,31-71-43 0 0,-16 36-45 0 0,27-46-1 0 0,-44 85 87 0 0,0 0-1 0 0,0 1 1 0 0,0-1-1 0 0,1 1 1 0 0,-1 0-1 0 0,1 0 1 0 0,-1 0-1 0 0,1 0 1 0 0,0 0-1 0 0,0 0 1 0 0,0 1-1 0 0,0-1 1 0 0,0 1 0 0 0,0 0-1 0 0,0 0 1 0 0,0 0-1 0 0,0 0 1 0 0,1 1-1 0 0,-1-1 1 0 0,0 1-1 0 0,1 0 1 0 0,-1 0-1 0 0,0 0 1 0 0,1 0-1 0 0,-1 1 1 0 0,0-1-1 0 0,5 2 1 0 0,9 3 19 0 0,1 0 1 0 0,-1 1 0 0 0,29 15-1 0 0,-35-16-3 0 0,1 1 2 0 0,-1-1 0 0 0,1-1 0 0 0,0 0-1 0 0,0 0 1 0 0,1-1 0 0 0,-1-1 0 0 0,1 0 0 0 0,-1-1 0 0 0,1 0-1 0 0,0-1 1 0 0,21-2 0 0 0,-32 2-12 0 0,1-1 0 0 0,-1 1 0 0 0,0-1 1 0 0,0 0-1 0 0,0 0 0 0 0,-1 1 0 0 0,1-1 0 0 0,0-1 0 0 0,0 1 0 0 0,0 0 0 0 0,-1 0 0 0 0,1-1 0 0 0,-1 1 0 0 0,1-1 0 0 0,-1 1 1 0 0,1-1-1 0 0,-1 0 0 0 0,0 1 0 0 0,0-1 0 0 0,0 0 0 0 0,0 0 0 0 0,0 0 0 0 0,0 0 0 0 0,0 0 0 0 0,-1 0 0 0 0,1 0 0 0 0,-1 0 1 0 0,1 0-1 0 0,-1 0 0 0 0,0-2 0 0 0,0 1-4 0 0,0 0 0 0 0,0 1 0 0 0,0-1-1 0 0,0 0 1 0 0,-1 1 0 0 0,1-1 0 0 0,-1 1 0 0 0,0-1 0 0 0,0 1 0 0 0,0-1 0 0 0,0 1 0 0 0,0 0 0 0 0,0-1 0 0 0,-1 1 0 0 0,1 0-1 0 0,-1 0 1 0 0,1 0 0 0 0,-1 0 0 0 0,0 0 0 0 0,0 0 0 0 0,0 0 0 0 0,-3-1 0 0 0,2 2 3 0 0,1 0 0 0 0,-1 1 0 0 0,0 0 1 0 0,1-1-1 0 0,-1 1 0 0 0,0 0 0 0 0,1 0 0 0 0,-1 1 1 0 0,0-1-1 0 0,1 1 0 0 0,-1-1 0 0 0,1 1 0 0 0,-1 0 0 0 0,1 0 1 0 0,-1 0-1 0 0,1 0 0 0 0,-1 0 0 0 0,1 0 0 0 0,0 1 1 0 0,-4 3-1 0 0,-3 2 13 0 0,1 1-1 0 0,0 0 1 0 0,1 0 0 0 0,0 1 0 0 0,0 0 0 0 0,1 0-1 0 0,0 1 1 0 0,0 0 0 0 0,1 0 0 0 0,1 0-1 0 0,0 1 1 0 0,0-1 0 0 0,1 1 0 0 0,0 0 0 0 0,1 0-1 0 0,0 0 1 0 0,1 0 0 0 0,0 1 0 0 0,1-1-1 0 0,0 0 1 0 0,0 0 0 0 0,4 18 0 0 0,-2-23-69 0 0,-1 0 1 0 0,1-1-1 0 0,-1 1 1 0 0,2-1-1 0 0,-1 1 1 0 0,1-1-1 0 0,-1 0 1 0 0,2 0-1 0 0,-1 0 1 0 0,0 0-1 0 0,1 0 1 0 0,0-1-1 0 0,0 1 1 0 0,0-1-1 0 0,1 0 1 0 0,-1-1-1 0 0,8 5 1 0 0,-4-3-707 0 0,-1-1 1 0 0,1 0-1 0 0,0-1 0 0 0,1 0 1 0 0,-1 0-1 0 0,1-1 0 0 0,-1 0 1 0 0,1 0-1 0 0,0-1 1 0 0,16 0-1 0 0,-1-1-3790 0 0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6:54.9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193 81 976 0 0,'0'-6'1088'0'0,"0"0"0"0"0,0 0 0 0 0,0 0-1 0 0,-1 0 1 0 0,0 0 0 0 0,0 1 0 0 0,-1-1 0 0 0,0 0 0 0 0,-4-9-1 0 0,6 14-1002 0 0,-1 0 0 0 0,1 0-1 0 0,-1 1 1 0 0,1-1-1 0 0,-1 0 1 0 0,1 0-1 0 0,-1 1 1 0 0,0-1-1 0 0,1 0 1 0 0,-1 1 0 0 0,0-1-1 0 0,0 1 1 0 0,1-1-1 0 0,-1 1 1 0 0,0-1-1 0 0,0 1 1 0 0,0 0-1 0 0,0-1 1 0 0,1 1 0 0 0,-1 0-1 0 0,0 0 1 0 0,0 0-1 0 0,0-1 1 0 0,-1 1-1 0 0,-1 1 31 0 0,1-1 0 0 0,0 0 0 0 0,0 1 0 0 0,0 0 0 0 0,0-1 0 0 0,0 1-1 0 0,0 0 1 0 0,1 0 0 0 0,-1 0 0 0 0,-3 2 0 0 0,-1 2 151 0 0,-1 0 1 0 0,1 1-1 0 0,0 0 1 0 0,-6 8-1 0 0,-1 2-49 0 0,1 1 0 0 0,0 1 0 0 0,2 0 0 0 0,0 0 0 0 0,1 1 0 0 0,-7 21 0 0 0,12-29-191 0 0,1 0 1 0 0,0 0 0 0 0,1 0 0 0 0,0 0 0 0 0,0 1-1 0 0,2-1 1 0 0,-1 1 0 0 0,1-1 0 0 0,1 0 0 0 0,0 1-1 0 0,1-1 1 0 0,5 19 0 0 0,-6-26-127 0 0,1 1 1 0 0,-1-1-1 0 0,1 0 0 0 0,0 0 1 0 0,0-1-1 0 0,1 1 0 0 0,-1 0 0 0 0,1-1 1 0 0,0 1-1 0 0,0-1 0 0 0,0 0 1 0 0,0 0-1 0 0,1 0 0 0 0,-1-1 1 0 0,1 1-1 0 0,-1-1 0 0 0,1 1 1 0 0,0-1-1 0 0,0 0 0 0 0,0-1 0 0 0,8 3 1 0 0,-3-2-776 0 0,-1-1-1 0 0,1 0 1 0 0,0 0 0 0 0,0-1 0 0 0,0 0 0 0 0,-1-1 0 0 0,1 0-1 0 0,0 0 1 0 0,15-5 0 0 0,5-2-4207 0 0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6:55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101 145 512 0 0,'-1'-45'6573'0'0,"-7"-54"1167"0"0,5 125-6029 0 0,-51 444 2532 0 0,34-324-4016 0 0,16-120-279 0 0,-6 63-953 0 0,10-80 335 0 0,0 1-1 0 0,1 0 1 0 0,-1 0 0 0 0,2 0-1 0 0,0-1 1 0 0,5 19 0 0 0,-6-26 284 0 0,0 0 0 0 0,0 0 0 0 0,0 0 0 0 0,0 0 0 0 0,0 0 0 0 0,0-1 1 0 0,0 1-1 0 0,1 0 0 0 0,-1-1 0 0 0,1 1 0 0 0,-1 0 0 0 0,1-1 0 0 0,0 0 0 0 0,0 1 1 0 0,0-1-1 0 0,-1 0 0 0 0,1 0 0 0 0,0 0 0 0 0,0 0 0 0 0,3 0 0 0 0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6:55.8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33 185 848 0 0,'17'-47'12788'0'0,"-18"70"-11033"0"0,0-18-1762 0 0,0 9 173 0 0,1 0 0 0 0,0 1 0 0 0,0-1 0 0 0,2 0 0 0 0,0 0 0 0 0,0 0 0 0 0,7 21 0 0 0,-7-30-151 0 0,0-1 0 0 0,-1 0 0 0 0,1 0 0 0 0,1 0 1 0 0,-1 0-1 0 0,1 0 0 0 0,-1 0 0 0 0,1 0 1 0 0,0-1-1 0 0,0 1 0 0 0,1-1 0 0 0,-1 0 1 0 0,1 0-1 0 0,0 0 0 0 0,-1-1 0 0 0,1 1 1 0 0,0-1-1 0 0,1 0 0 0 0,-1 0 0 0 0,0 0 0 0 0,1-1 1 0 0,-1 0-1 0 0,1 0 0 0 0,-1 0 0 0 0,1 0 1 0 0,7 0-1 0 0,-5-1-11 0 0,1 0 0 0 0,0 0 0 0 0,-1-1 0 0 0,1 0 0 0 0,-1-1 0 0 0,1 1 0 0 0,-1-1 0 0 0,0-1 0 0 0,1 0 1 0 0,-1 0-1 0 0,0 0 0 0 0,-1-1 0 0 0,1 1 0 0 0,-1-2 0 0 0,1 1 0 0 0,-1-1 0 0 0,-1 0 0 0 0,1 0 0 0 0,7-9 0 0 0,-10 9-2 0 0,0 1 0 0 0,0-1 0 0 0,0 1-1 0 0,0-1 1 0 0,-1 0 0 0 0,0 0 0 0 0,0 0 0 0 0,0 0 0 0 0,-1-1-1 0 0,1 1 1 0 0,-1 0 0 0 0,-1-1 0 0 0,1 1 0 0 0,-1 0 0 0 0,0-1 0 0 0,0 1-1 0 0,0-1 1 0 0,-1 1 0 0 0,0-1 0 0 0,0 1 0 0 0,0 0 0 0 0,-1 0-1 0 0,0-1 1 0 0,0 1 0 0 0,0 0 0 0 0,0 1 0 0 0,-6-10 0 0 0,4 10 1 0 0,0-1 1 0 0,0 0 0 0 0,0 1 0 0 0,0 0-1 0 0,-1 0 1 0 0,0 0 0 0 0,0 1-1 0 0,0-1 1 0 0,0 1 0 0 0,0 0 0 0 0,-1 1-1 0 0,1-1 1 0 0,-1 1 0 0 0,0 0 0 0 0,1 1-1 0 0,-13-3 1 0 0,-6 1-3 0 0,0 1 0 0 0,-46 2 0 0 0,40 0-5 0 0,19 0-155 0 0,1 0 0 0 0,-1 1 0 0 0,1 0 0 0 0,-14 3 1 0 0,21-3-143 0 0,5 0-265 0 0,0 0 469 0 0,-1-1 1 0 0,0 1-1 0 0,0-1 0 0 0,0 1 0 0 0,0-1 1 0 0,1 0-1 0 0,-1 1 0 0 0,0-1 0 0 0,0 0 0 0 0,0 0 1 0 0,1 0-1 0 0,-1 0 0 0 0,0 0 0 0 0,0 0 0 0 0,1 0 1 0 0,-1-1-1 0 0,0 1 0 0 0,1-1 0 0 0,0 1 73 0 0,108-20-1903 0 0,22-4 1306 0 0,-112 22 655 0 0,0 1 0 0 0,0 1 0 0 0,0 0-1 0 0,33 6 1 0 0,-17 0 302 0 0,0 3 0 0 0,35 12 0 0 0,-57-16-131 0 0,0 0 0 0 0,-1 2 1 0 0,0 0-1 0 0,0 0 0 0 0,-1 1 0 0 0,0 0 0 0 0,0 1 1 0 0,10 11-1 0 0,-19-17-78 0 0,0 0-1 0 0,0 0 1 0 0,-1 0 0 0 0,1 0 0 0 0,-1 0 0 0 0,0 1-1 0 0,0-1 1 0 0,0 1 0 0 0,0-1 0 0 0,-1 1-1 0 0,0 0 1 0 0,1-1 0 0 0,-1 1 0 0 0,0 0-1 0 0,-1 0 1 0 0,1 0 0 0 0,-1 0 0 0 0,0 0-1 0 0,0 0 1 0 0,0 0 0 0 0,0 0 0 0 0,-1 0-1 0 0,0 0 1 0 0,-1 5 0 0 0,-2 0 346 0 0,1 0 0 0 0,-1-1 0 0 0,-1 1 0 0 0,0-1 0 0 0,0 0-1 0 0,-1-1 1 0 0,0 1 0 0 0,-13 12 0 0 0,18-18-373 0 0,-1-1-1 0 0,1 0 1 0 0,-1 1-1 0 0,1-1 0 0 0,-1 0 1 0 0,0 0-1 0 0,0 0 1 0 0,1 0-1 0 0,-1-1 1 0 0,0 1-1 0 0,0 0 0 0 0,0-1 1 0 0,0 1-1 0 0,0-1 1 0 0,0 0-1 0 0,0 1 1 0 0,0-1-1 0 0,0 0 1 0 0,1 0-1 0 0,-1 0 0 0 0,0-1 1 0 0,0 1-1 0 0,0 0 1 0 0,0-1-1 0 0,0 1 1 0 0,0-1-1 0 0,0 0 0 0 0,0 0 1 0 0,-2-1-1 0 0,4 1-80 0 0,-1 0 0 0 0,0 0 0 0 0,1 0 0 0 0,-1 0 0 0 0,1 0 0 0 0,0 0 0 0 0,-1 0-1 0 0,1 0 1 0 0,0 0 0 0 0,-1 0 0 0 0,1 0 0 0 0,0 0 0 0 0,0-1 0 0 0,0 1 0 0 0,0 0 0 0 0,0 0 0 0 0,0 0-1 0 0,0 0 1 0 0,1-2 0 0 0,8-20 55 0 0,-1 9-66 0 0,2 1 0 0 0,0 0 1 0 0,1 0-1 0 0,0 1 0 0 0,0 0 0 0 0,16-11 1 0 0,84-57-617 0 0,-79 59 40 0 0,12-7-862 0 0,-24 16-868 0 0,-1-1 0 0 0,0-1 0 0 0,21-19 0 0 0,-24 13-3775 0 0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6:56.0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206 68 364 0 0,'-136'-1'11663'0'0,"76"2"-6933"0"0,56-1-4137 0 0,2-1-117 0 0,-2 0 30 0 0,9-2-156 0 0,19-5 8 0 0,35-6-122 0 0,23 0-1037 0 0,103-4-1 0 0,84 11-6475 0 0,-210 6 4378 0 0,8 1-2194 0 0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6:58.4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318 150 1292 0 0,'16'-21'5818'0'0,"-16"16"-5504"0"0,0 0 0 0 0,1 0 0 0 0,-2 0 0 0 0,1 0 0 0 0,-1 0 0 0 0,1 0 0 0 0,-1 1 0 0 0,-1-1 0 0 0,1 0 0 0 0,-1 0 0 0 0,-2-5 0 0 0,1 5-279 0 0,1 1 0 0 0,-1-1 0 0 0,0 1-1 0 0,0 0 1 0 0,0 0 0 0 0,-1 0 0 0 0,1 1 0 0 0,-1-1-1 0 0,0 1 1 0 0,0 0 0 0 0,0 0 0 0 0,-1 0-1 0 0,1 0 1 0 0,-1 1 0 0 0,1 0 0 0 0,-1 0 0 0 0,-6-2-1 0 0,6 3-30 0 0,0 0-1 0 0,0 1 0 0 0,0-1 0 0 0,0 1 0 0 0,0 0 1 0 0,-1 0-1 0 0,1 1 0 0 0,0 0 0 0 0,0 0 1 0 0,0 0-1 0 0,0 0 0 0 0,0 1 0 0 0,0 0 0 0 0,0 0 1 0 0,1 0-1 0 0,-1 0 0 0 0,1 1 0 0 0,-1 0 1 0 0,1 0-1 0 0,-6 5 0 0 0,-1 3 23 0 0,-1-1 1 0 0,2 2-1 0 0,-1 0 1 0 0,2 0-1 0 0,-12 19 0 0 0,10-13 14 0 0,0 0 0 0 0,2 1-1 0 0,0 0 1 0 0,-7 23-1 0 0,14-34-32 0 0,-1 0-1 0 0,2 0 0 0 0,-1 0 0 0 0,1 1 1 0 0,0-1-1 0 0,1 0 0 0 0,0 0 0 0 0,0 1 1 0 0,1-1-1 0 0,0 0 0 0 0,0 0 0 0 0,1 0 1 0 0,4 14-1 0 0,-4-20-5 0 0,-1 1 1 0 0,0 0-1 0 0,1 0 1 0 0,0-1 0 0 0,-1 1-1 0 0,1-1 1 0 0,0 1-1 0 0,0-1 1 0 0,0 0-1 0 0,1 0 1 0 0,-1 0-1 0 0,1 0 1 0 0,-1 0 0 0 0,1 0-1 0 0,-1-1 1 0 0,4 2-1 0 0,-1-1 0 0 0,1 0 1 0 0,-1-1-1 0 0,0 0 0 0 0,1 0 1 0 0,-1 0-1 0 0,0-1 0 0 0,1 1 0 0 0,8-2 1 0 0,3 0-2 0 0,-1-2 1 0 0,1 0-1 0 0,-1-1 0 0 0,30-12 1 0 0,-34 11-19 0 0,-1 1 0 0 0,-1-2 1 0 0,1 0-1 0 0,-1 0 1 0 0,0-1-1 0 0,0 0 0 0 0,-1-1 1 0 0,0 0-1 0 0,-1 0 0 0 0,11-14 1 0 0,-9 9-13 0 0,0-1 1 0 0,-1-1 0 0 0,-1 0-1 0 0,-1 0 1 0 0,0-1 0 0 0,8-27-1 0 0,11-54 694 0 0,-33 131-557 0 0,3 0 0 0 0,0 1-1 0 0,2-1 1 0 0,2 1-1 0 0,1-1 1 0 0,7 42 0 0 0,-6-60-454 0 0,1 0 1 0 0,7 20 0 0 0,-8-31-135 0 0,-1-1 0 0 0,1 0 0 0 0,0 1 0 0 0,1-1-1 0 0,-1 0 1 0 0,1 0 0 0 0,-1 0 0 0 0,1 0 0 0 0,0-1 0 0 0,1 1 0 0 0,-1-1-1 0 0,6 4 1 0 0,1-1-2888 0 0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6:58.9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0 106 788 0 0,'5'-96'8266'0'0,"-4"94"-7394"0"0,1 2-766 0 0,1 1 1 0 0,-1 0 0 0 0,1 0-1 0 0,-1 0 1 0 0,1 1-1 0 0,-1-1 1 0 0,0 0 0 0 0,1 1-1 0 0,-1-1 1 0 0,0 1 0 0 0,0 0-1 0 0,0 0 1 0 0,0 0 0 0 0,-1 0-1 0 0,1 0 1 0 0,0 0 0 0 0,-1 0-1 0 0,0 1 1 0 0,1-1-1 0 0,-1 1 1 0 0,1 3 0 0 0,5 9 271 0 0,-1-1 1 0 0,5 21 0 0 0,-5-10-52 0 0,-1 0 1 0 0,4 51 0 0 0,-8-61-255 0 0,-1 0 0 0 0,-1 0 0 0 0,0 0 0 0 0,-1 0 0 0 0,0 0 1 0 0,-7 19-1 0 0,9-32-58 0 0,-1-1 0 0 0,1 0 0 0 0,-1 1 0 0 0,1-1 1 0 0,-1 0-1 0 0,0 0 0 0 0,1 1 0 0 0,-1-1 0 0 0,0 0 0 0 0,0 0 1 0 0,0 0-1 0 0,-2 2 0 0 0,3-3-9 0 0,-1 0 0 0 0,1 0 0 0 0,-1 1 0 0 0,1-1 0 0 0,-1 0 1 0 0,1 0-1 0 0,-1 0 0 0 0,1 0 0 0 0,-1 1 0 0 0,1-1 0 0 0,-1 0 0 0 0,1 0 0 0 0,-1 0 1 0 0,1 0-1 0 0,-1 0 0 0 0,1-1 0 0 0,-1 1 0 0 0,1 0 0 0 0,-1 0 0 0 0,1 0 0 0 0,-1 0 1 0 0,1 0-1 0 0,-1-1 0 0 0,-1 0 0 0 0,1 0 1 0 0,-1-1-1 0 0,1 1 1 0 0,0 0-1 0 0,-1-1 1 0 0,1 1-1 0 0,0-1 0 0 0,0 1 1 0 0,0-1-1 0 0,0 0 1 0 0,0 1-1 0 0,0-1 1 0 0,0 0-1 0 0,1 0 1 0 0,-1-1-1 0 0,-1-6-5 0 0,1 1 0 0 0,0-1 0 0 0,0 1 0 0 0,1-1 1 0 0,0 1-1 0 0,2-14 0 0 0,12-51-110 0 0,-10 56 78 0 0,-1 4 7 0 0,0 0 1 0 0,1 1-1 0 0,1-1 1 0 0,0 1-1 0 0,1 0 0 0 0,0 0 1 0 0,0 1-1 0 0,2 0 1 0 0,-1 0-1 0 0,15-15 0 0 0,-18 22 23 0 0,1-1-1 0 0,-1 1 1 0 0,1 0-1 0 0,0 1 1 0 0,0-1-1 0 0,0 1 1 0 0,1 0-1 0 0,-1 1 1 0 0,1-1 0 0 0,0 1-1 0 0,0 0 1 0 0,-1 0-1 0 0,1 1 1 0 0,1 0-1 0 0,-1 0 1 0 0,0 0-1 0 0,0 1 1 0 0,0-1-1 0 0,0 2 1 0 0,0-1-1 0 0,1 1 1 0 0,-1 0-1 0 0,0 0 1 0 0,9 3-1 0 0,-7-1 60 0 0,0-1 0 0 0,0 2 0 0 0,0-1 0 0 0,0 1 0 0 0,0 1 0 0 0,-1-1 0 0 0,1 1 0 0 0,-1 0 0 0 0,0 1 0 0 0,-1 0 0 0 0,0 0 0 0 0,0 0 0 0 0,0 1 0 0 0,0 0 0 0 0,-1 0 0 0 0,-1 0 0 0 0,1 1 0 0 0,-1-1 0 0 0,0 1 0 0 0,-1 0 0 0 0,1 0 0 0 0,-2 1 0 0 0,4 16 0 0 0,-3-1 25 0 0,-1 1-1 0 0,-2-1 0 0 0,-3 30 0 0 0,1 6-2399 0 0,2-59 2171 0 0,0 0 0 0 0,0 0 0 0 0,-1 0 0 0 0,1 0 0 0 0,0 0 0 0 0,0 0 0 0 0,1 0 0 0 0,-1 0 0 0 0,0 0 0 0 0,0 0 0 0 0,0 0 0 0 0,1 0 0 0 0,-1 0 0 0 0,0 0 0 0 0,1 0 0 0 0,-1 0 0 0 0,1-1 0 0 0,-1 1 0 0 0,1 0 0 0 0,0 0 0 0 0,-1 0 0 0 0,1-1 0 0 0,0 1 0 0 0,-1 0 0 0 0,1-1 0 0 0,0 1 0 0 0,0-1 0 0 0,0 1 0 0 0,-1-1 0 0 0,1 1 0 0 0,2 0 0 0 0,-1-1-210 0 0,0 0 0 0 0,0 0 1 0 0,0 0-1 0 0,0 0 0 0 0,0 0 0 0 0,0-1 1 0 0,0 1-1 0 0,0 0 0 0 0,0-1 0 0 0,-1 0 1 0 0,4-1-1 0 0,7-3-2624 0 0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6:59.4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233 620 804 0 0,'7'-15'2037'0'0,"-2"0"0"0"0,7-22 0 0 0,-11 32-1598 0 0,0 0 1 0 0,0-1-1 0 0,0 1 1 0 0,-1-1-1 0 0,1 0 1 0 0,-1 1-1 0 0,-1-1 1 0 0,1 1 0 0 0,-1-1-1 0 0,-1-6 1 0 0,1 11-391 0 0,1 0 0 0 0,-1-1 0 0 0,1 1 1 0 0,-1 0-1 0 0,1 0 0 0 0,-1 0 0 0 0,1 0 1 0 0,-1 0-1 0 0,0 1 0 0 0,0-1 0 0 0,1 0 1 0 0,-1 0-1 0 0,0 0 0 0 0,0 1 0 0 0,0-1 0 0 0,0 0 1 0 0,0 1-1 0 0,0-1 0 0 0,0 1 0 0 0,0-1 1 0 0,0 1-1 0 0,0 0 0 0 0,0-1 0 0 0,-1 1 1 0 0,1 0-1 0 0,0 0 0 0 0,0-1 0 0 0,0 1 0 0 0,0 0 1 0 0,0 0-1 0 0,-1 1 0 0 0,1-1 0 0 0,0 0 1 0 0,0 0-1 0 0,0 0 0 0 0,0 1 0 0 0,0-1 1 0 0,0 1-1 0 0,-2 0 0 0 0,-3 1 37 0 0,1 1-1 0 0,0-1 1 0 0,0 1 0 0 0,0 0-1 0 0,0 1 1 0 0,-7 6 0 0 0,-10 12 207 0 0,1 1 0 0 0,0 0 1 0 0,-25 42-1 0 0,36-50-241 0 0,1 1 0 0 0,1-1 0 0 0,0 1 0 0 0,2 1 0 0 0,-1 0 1 0 0,2 0-1 0 0,-6 29 0 0 0,11-42-46 0 0,-1 0 0 0 0,1 0 0 0 0,0-1 1 0 0,0 1-1 0 0,0 0 0 0 0,0 0 0 0 0,1 0 0 0 0,-1-1 1 0 0,1 1-1 0 0,0 0 0 0 0,0 0 0 0 0,1-1 0 0 0,-1 1 1 0 0,1-1-1 0 0,0 1 0 0 0,-1-1 0 0 0,2 0 0 0 0,-1 0 1 0 0,5 6-1 0 0,-4-7-1 0 0,0 1 1 0 0,1 0-1 0 0,0-1 1 0 0,-1 0-1 0 0,1 0 0 0 0,0 0 1 0 0,0 0-1 0 0,0-1 1 0 0,0 0-1 0 0,0 0 1 0 0,0 0-1 0 0,0 0 1 0 0,1 0-1 0 0,-1-1 0 0 0,0 0 1 0 0,1 0-1 0 0,6 0 1 0 0,2-2-1 0 0,1 0 0 0 0,-1-1 1 0 0,0 0-1 0 0,0-1 0 0 0,0-1 1 0 0,-1 0-1 0 0,0 0 1 0 0,1-2-1 0 0,-2 1 0 0 0,1-1 1 0 0,-1-1-1 0 0,0 0 0 0 0,-1-1 1 0 0,0 0-1 0 0,0 0 0 0 0,14-19 1 0 0,-11 11-21 0 0,-1-1 0 0 0,0 0 0 0 0,-2 0 0 0 0,0-1 0 0 0,-1 0 0 0 0,-1-1-1 0 0,0 0 1 0 0,-2 0 0 0 0,8-42 0 0 0,-8 12-20 0 0,-2 0-1 0 0,-3 0 1 0 0,-5-63-1 0 0,-5 27-26 0 0,-22-89 0 0 0,31 174 58 0 0,0 0 0 0 0,0 0 0 0 0,0 0-1 0 0,0 0 1 0 0,0 0 0 0 0,-1 1 0 0 0,1-1 0 0 0,0 0 0 0 0,0 0 0 0 0,-1 0 0 0 0,1 1 0 0 0,-1-1 0 0 0,1 0 0 0 0,-1 1 0 0 0,1-1-1 0 0,-1 0 1 0 0,0 0 0 0 0,0 1 7 0 0,1 0 0 0 0,0 0 0 0 0,-1 0 1 0 0,1 1-1 0 0,0-1 0 0 0,-1 0 0 0 0,1 0 0 0 0,0 0 0 0 0,-1 1 0 0 0,1-1 0 0 0,0 0 0 0 0,0 0 0 0 0,-1 1 0 0 0,1-1 0 0 0,0 0 0 0 0,0 1 0 0 0,0-1 0 0 0,-1 0 0 0 0,1 1 0 0 0,0-1 0 0 0,0 0 0 0 0,0 1 1 0 0,0-1-1 0 0,0 1 0 0 0,0-1 0 0 0,-8 34 349 0 0,4 21 361 0 0,3 1-1 0 0,3 0 0 0 0,10 63 1 0 0,-3-25-148 0 0,-2 34-118 0 0,-6-66-1010 0 0,4 0 0 0 0,19 101 0 0 0,-20-149-403 0 0,-1-1 1 0 0,11 22 0 0 0,-12-30-115 0 0,1 0-1 0 0,0 0 0 0 0,0-1 1 0 0,0 1-1 0 0,7 6 1 0 0,7 5-5473 0 0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6:59.9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203 715 1296 0 0,'-7'3'542'0'0,"-94"42"4872"0"0,87-37-4729 0 0,0 0 1 0 0,1 0-1 0 0,0 1 1 0 0,-22 21 0 0 0,35-30-663 0 0,0 0 0 0 0,-1 0 0 0 0,1 0 0 0 0,0 1-1 0 0,-1-1 1 0 0,1 0 0 0 0,0 1 0 0 0,-1-1 0 0 0,1 0 0 0 0,0 0 0 0 0,-1 1 0 0 0,1-1 0 0 0,0 1 0 0 0,0-1 0 0 0,-1 0 0 0 0,1 1 0 0 0,0-1 0 0 0,0 0 0 0 0,0 1 0 0 0,0-1 0 0 0,0 1 0 0 0,0-1 0 0 0,-1 1 0 0 0,1-1 0 0 0,0 0 0 0 0,0 1 0 0 0,0-1 0 0 0,0 1 0 0 0,0-1 0 0 0,1 1 0 0 0,-1-1 0 0 0,0 0 0 0 0,0 1 0 0 0,0-1 0 0 0,0 1 0 0 0,0-1 0 0 0,1 0 0 0 0,-1 1-1 0 0,0-1 1 0 0,0 1 0 0 0,0-1 0 0 0,1 0 0 0 0,-1 1 0 0 0,0-1 0 0 0,1 0 0 0 0,0 1 0 0 0,0 0 31 0 0,0-1 0 0 0,0 1 0 0 0,0-1 0 0 0,1 0 0 0 0,-1 1 0 0 0,0-1 0 0 0,0 0 0 0 0,1 0 0 0 0,-1 1 0 0 0,0-1 0 0 0,1 0 0 0 0,1-1 0 0 0,6-1 32 0 0,-1-1 0 0 0,1 0 0 0 0,-1 0 0 0 0,0-1 0 0 0,0 0 0 0 0,0-1-1 0 0,0 0 1 0 0,9-8 0 0 0,1 1-6 0 0,5-5-64 0 0,0 0 1 0 0,-2-1-1 0 0,0-1 1 0 0,-1-1-1 0 0,-1-1 1 0 0,-1-1-1 0 0,-1 0 1 0 0,-1-1-1 0 0,-1-1 1 0 0,17-37-1 0 0,-15 23-75 0 0,-3 0 0 0 0,-1-1 0 0 0,-1 0 0 0 0,-3-1 0 0 0,-1 0 0 0 0,4-65 1 0 0,-10 73 2 0 0,1 5-3 0 0,-1-1 1 0 0,-2 1 0 0 0,-4-38-1 0 0,4 65 56 0 0,0 0 0 0 0,0-1 0 0 0,0 1 0 0 0,0 0 0 0 0,0-1 0 0 0,0 1 0 0 0,0 0 0 0 0,0-1 0 0 0,0 1 0 0 0,0-1 0 0 0,0 1 0 0 0,0 0 0 0 0,0-1 0 0 0,0 1 0 0 0,-1 0 0 0 0,1-1 0 0 0,0 1 0 0 0,0 0 0 0 0,0 0 0 0 0,-1-1 0 0 0,1 1 0 0 0,0 0 0 0 0,0 0 0 0 0,-1-1 0 0 0,1 1 1 0 0,0 0-1 0 0,-1 0 0 0 0,1-1 0 0 0,0 1 0 0 0,-1 0 0 0 0,1 0 0 0 0,0 0 0 0 0,-1 0 0 0 0,-8 8-19 0 0,-3 20 4 0 0,5-4 35 0 0,1 1 1 0 0,1 0 0 0 0,-2 33-1 0 0,2 78 260 0 0,5-107-235 0 0,1 1 0 0 0,1 0 0 0 0,2 0 0 0 0,1-1 1 0 0,15 52-1 0 0,-16-71-75 0 0,0-1-1 0 0,0 1 1 0 0,1-1 0 0 0,0 0 0 0 0,1 0-1 0 0,0-1 1 0 0,0 1 0 0 0,13 12 0 0 0,-13-16-83 0 0,0-1 0 0 0,0 1 0 0 0,1-1 1 0 0,-1 0-1 0 0,1 0 0 0 0,0-1 1 0 0,0 0-1 0 0,0 0 0 0 0,0 0 0 0 0,0-1 1 0 0,1 0-1 0 0,-1-1 0 0 0,10 1 0 0 0,-6-1-477 0 0,0 0 0 0 0,0-1 0 0 0,0-1 0 0 0,0 1-1 0 0,0-2 1 0 0,-1 0 0 0 0,1 0 0 0 0,0-1 0 0 0,-1 0-1 0 0,17-8 1 0 0,1-2-1810 0 0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00.6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62 141 1712 0 0,'-4'-31'3185'0'0,"-9"-40"0"0"0,6 39-1522 0 0,7 31-1646 0 0,0 1 0 0 0,0 0 0 0 0,0 0 0 0 0,0 0 0 0 0,0-1 0 0 0,0 1-1 0 0,0 0 1 0 0,0 0 0 0 0,0 0 0 0 0,0-1 0 0 0,0 1 0 0 0,0 0 0 0 0,0 0 0 0 0,0 0 0 0 0,0-1 0 0 0,0 1 0 0 0,-1 0 0 0 0,1 0 0 0 0,0 0 0 0 0,0-1 0 0 0,0 1 0 0 0,0 0 0 0 0,0 0-1 0 0,0 0 1 0 0,-1 0 0 0 0,1 0 0 0 0,0-1 0 0 0,0 1 0 0 0,0 0 0 0 0,-1 0 0 0 0,1 0 0 0 0,0 0 0 0 0,0 0 0 0 0,0 0 0 0 0,-1 0 0 0 0,1 0 0 0 0,0 0 0 0 0,0 0 0 0 0,0 0 0 0 0,-1 0-1 0 0,1 0 1 0 0,0 0 0 0 0,0 0 0 0 0,0 0 0 0 0,-1 0 0 0 0,1 0 0 0 0,0 0 0 0 0,0 0 0 0 0,-1 0 0 0 0,1 0 0 0 0,0 0 0 0 0,0 0 0 0 0,0 0 0 0 0,0 0 0 0 0,-1 1 0 0 0,1-1 0 0 0,0 0-1 0 0,0 0 1 0 0,0 0 0 0 0,0 0 0 0 0,-1 0 0 0 0,1 1 0 0 0,0-1 0 0 0,0 0 0 0 0,0 0 0 0 0,0 0 0 0 0,0 1 0 0 0,0-1 0 0 0,0 0 0 0 0,-8 14 443 0 0,0 22 39 0 0,3 1 1 0 0,0 0-1 0 0,3 0 0 0 0,3 65 0 0 0,0-34-141 0 0,18 172 261 0 0,-10-160-256 0 0,-9-79-357 0 0,-1-1-1 0 0,1 1 1 0 0,0-1-1 0 0,0 1 1 0 0,1-1-1 0 0,-1 1 1 0 0,0-1-1 0 0,0 1 1 0 0,0-1-1 0 0,0 1 1 0 0,0-1-1 0 0,0 0 1 0 0,1 1-1 0 0,-1-1 1 0 0,0 1-1 0 0,0-1 1 0 0,1 1-1 0 0,-1-1 1 0 0,0 0 0 0 0,1 1-1 0 0,-1-1 1 0 0,0 0-1 0 0,1 1 1 0 0,6-6 42 0 0,4-13-23 0 0,20-69-101 0 0,-25 66 32 0 0,0 1 0 0 0,2-1 1 0 0,1 1-1 0 0,17-30 0 0 0,-20 42 13 0 0,0 0 1 0 0,0-1-1 0 0,13-11 0 0 0,-16 17 21 0 0,0 1-1 0 0,0 0 0 0 0,0 0 0 0 0,0 0 0 0 0,0 0 0 0 0,0 0 0 0 0,1 1 0 0 0,-1-1 1 0 0,1 1-1 0 0,-1 0 0 0 0,1 0 0 0 0,6-1 0 0 0,-7 2 10 0 0,0 0-1 0 0,0 0 1 0 0,0 1 0 0 0,0-1-1 0 0,0 1 1 0 0,0 0 0 0 0,0 0-1 0 0,0 0 1 0 0,0 0 0 0 0,-1 0-1 0 0,1 1 1 0 0,0-1 0 0 0,-1 1-1 0 0,1 0 1 0 0,-1-1-1 0 0,0 1 1 0 0,1 0 0 0 0,-1 1-1 0 0,2 2 1 0 0,2 2 19 0 0,-1-1 0 0 0,0 2 1 0 0,0-1-1 0 0,-1 1 0 0 0,4 8 0 0 0,0 4 18 0 0,-1 1 0 0 0,-2 0 0 0 0,0 1 0 0 0,3 29 0 0 0,-4-22 2 0 0,11 40 1 0 0,-14-67-35 0 0,-1 0 1 0 0,1 0 0 0 0,0 0-1 0 0,0 0 1 0 0,0-1-1 0 0,0 1 1 0 0,0 0 0 0 0,0 0-1 0 0,0-1 1 0 0,0 1 0 0 0,1-1-1 0 0,-1 1 1 0 0,1-1-1 0 0,2 3 1 0 0,-3-3-3 0 0,0 0-1 0 0,0-1 1 0 0,0 1-1 0 0,0 0 1 0 0,0-1-1 0 0,0 1 1 0 0,0-1-1 0 0,0 1 1 0 0,1-1 0 0 0,-1 1-1 0 0,0-1 1 0 0,0 0-1 0 0,0 1 1 0 0,1-1-1 0 0,-1 0 1 0 0,0 0-1 0 0,0 0 1 0 0,1 0-1 0 0,-1 0 1 0 0,0 0 0 0 0,2-1-1 0 0,1 0 4 0 0,7 1-15 0 0,1-1 0 0 0,-1 0-1 0 0,0-1 1 0 0,0 0 0 0 0,0-1-1 0 0,0 0 1 0 0,0-1-1 0 0,0 0 1 0 0,-1-1 0 0 0,0 0-1 0 0,11-7 1 0 0,-1-1-105 0 0,1-1 0 0 0,-2-1 0 0 0,0-1 1 0 0,17-19-1 0 0,-20 18 20 0 0,0-1 1 0 0,17-25 0 0 0,-29 36 76 0 0,0 1 0 0 0,0-1 0 0 0,-1 0 1 0 0,1 0-1 0 0,-2 0 0 0 0,1-1 0 0 0,-1 1 1 0 0,0-1-1 0 0,-1 1 0 0 0,1-1 0 0 0,-1-8 1 0 0,-1 14 12 0 0,0 0 0 0 0,0 0 0 0 0,0 1 0 0 0,0-1 1 0 0,0 0-1 0 0,0 0 0 0 0,0 1 0 0 0,-1-1 1 0 0,1 0-1 0 0,-1 0 0 0 0,0 1 0 0 0,1-1 0 0 0,-1 0 1 0 0,0 1-1 0 0,0-1 0 0 0,0 1 0 0 0,0-1 0 0 0,0 1 1 0 0,0 0-1 0 0,0-1 0 0 0,-1 1 0 0 0,1 0 1 0 0,0 0-1 0 0,-1 0 0 0 0,1 0 0 0 0,-1 0 0 0 0,1 0 1 0 0,-1 0-1 0 0,-2-1 0 0 0,1 2 9 0 0,0-1-1 0 0,-1 1 1 0 0,1 0-1 0 0,0 0 1 0 0,0 0 0 0 0,0 0-1 0 0,0 0 1 0 0,0 1-1 0 0,-1 0 1 0 0,1-1-1 0 0,0 1 1 0 0,0 0 0 0 0,0 1-1 0 0,1-1 1 0 0,-1 0-1 0 0,-3 3 1 0 0,-4 3 52 0 0,1 0-1 0 0,1 0 1 0 0,-1 1 0 0 0,1 1-1 0 0,0-1 1 0 0,1 1 0 0 0,0 0 0 0 0,1 1-1 0 0,0 0 1 0 0,0 0 0 0 0,1 0-1 0 0,0 1 1 0 0,1 0 0 0 0,0 0 0 0 0,1 0-1 0 0,0 0 1 0 0,-2 15 0 0 0,4-21-44 0 0,1 0 0 0 0,-1 1 0 0 0,1-1 1 0 0,0 0-1 0 0,1 0 0 0 0,-1 1 0 0 0,1-1 1 0 0,0 0-1 0 0,1 0 0 0 0,-1 0 0 0 0,1 0 0 0 0,0 0 1 0 0,0 0-1 0 0,0 0 0 0 0,1 0 0 0 0,0-1 1 0 0,0 1-1 0 0,0-1 0 0 0,0 0 0 0 0,1 0 0 0 0,0 0 1 0 0,-1-1-1 0 0,1 1 0 0 0,1-1 0 0 0,6 5 1 0 0,-1-2-40 0 0,0-1 1 0 0,1 0 0 0 0,0-1 0 0 0,0 0-1 0 0,0-1 1 0 0,0 0 0 0 0,0 0 0 0 0,1-1-1 0 0,-1-1 1 0 0,21 0 0 0 0,-14-1-528 0 0,-1-1 1 0 0,1-1-1 0 0,-1-1 1 0 0,29-8-1 0 0,-26 4-2143 0 0,33-15 1 0 0,-20 5-1815 0 0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00.9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300 7 1260 0 0,'-296'60'13748'0'0,"293"-60"-13504"0"0,6 0-188 0 0,1 0 0 0 0,-1 0-1 0 0,0-1 1 0 0,1 1 0 0 0,-1-1-1 0 0,0 0 1 0 0,1 0 0 0 0,4-2 0 0 0,6-1-15 0 0,80-13-2291 0 0,126-6 0 0 0,-92 13-2622 0 0,-68 4 853 0 0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01.6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68 139 744 0 0,'0'-3'1774'0'0,"4"-35"6434"0"0,-11 56-7519 0 0,-1 10-376 0 0,1 0 0 0 0,2 0 0 0 0,0 1 0 0 0,0 52 0 0 0,5-76-296 0 0,0 0 1 0 0,0 1 0 0 0,1-1-1 0 0,-1 0 1 0 0,1 0-1 0 0,0 0 1 0 0,1 0 0 0 0,-1 0-1 0 0,1 0 1 0 0,0 0-1 0 0,1 0 1 0 0,-1-1 0 0 0,1 1-1 0 0,5 7 1 0 0,-5-9-7 0 0,1 0 0 0 0,-1 0 1 0 0,0-1-1 0 0,1 1 0 0 0,0-1 1 0 0,0 0-1 0 0,0 0 0 0 0,0 0 1 0 0,0 0-1 0 0,0-1 0 0 0,0 1 1 0 0,0-1-1 0 0,0 0 1 0 0,1-1-1 0 0,-1 1 0 0 0,1-1 1 0 0,7 0-1 0 0,-1 0-1 0 0,-1 0-1 0 0,1-1 1 0 0,-1-1 0 0 0,1 0-1 0 0,-1 0 1 0 0,1-1 0 0 0,-1 0-1 0 0,0-1 1 0 0,0 0 0 0 0,0-1 0 0 0,-1 0-1 0 0,16-11 1 0 0,-19 12-14 0 0,0-1 0 0 0,-1 0 0 0 0,0 0-1 0 0,0 0 1 0 0,-1-1 0 0 0,1 0 0 0 0,-1 0 0 0 0,-1 0 0 0 0,1 0 0 0 0,-1 0-1 0 0,0-1 1 0 0,0 0 0 0 0,-1 0 0 0 0,0 1 0 0 0,0-1 0 0 0,0 0 0 0 0,-1-1 0 0 0,0 1-1 0 0,0-12 1 0 0,-2 7 7 0 0,1 0-1 0 0,-2 0 0 0 0,1 0 1 0 0,-2 0-1 0 0,0 1 1 0 0,0-1-1 0 0,-1 1 0 0 0,0 0 1 0 0,-1 0-1 0 0,0 0 1 0 0,-1 0-1 0 0,0 1 0 0 0,-1 0 1 0 0,-8-10-1 0 0,10 14 5 0 0,0 1 1 0 0,-1 0-1 0 0,1 0 0 0 0,-1 0 1 0 0,0 1-1 0 0,0-1 0 0 0,0 2 0 0 0,-1-1 1 0 0,0 1-1 0 0,1 0 0 0 0,-1 0 1 0 0,0 0-1 0 0,-1 1 0 0 0,1 0 0 0 0,0 1 1 0 0,-1 0-1 0 0,1 0 0 0 0,0 0 1 0 0,-1 1-1 0 0,1 0 0 0 0,-1 1 0 0 0,1-1 1 0 0,-12 4-1 0 0,11-2-3 0 0,0 0 0 0 0,0 1 0 0 0,0 0 0 0 0,1 1-1 0 0,0 0 1 0 0,0 0 0 0 0,0 0 0 0 0,0 1 0 0 0,1 0 0 0 0,-1 0 0 0 0,-9 11 0 0 0,14-14-25 0 0,0 1 0 0 0,0-1 0 0 0,0 1 1 0 0,0 0-1 0 0,0-1 0 0 0,1 1 0 0 0,-1 0 0 0 0,1 0 0 0 0,0 0 1 0 0,0 0-1 0 0,0 0 0 0 0,0 0 0 0 0,0 0 0 0 0,1 0 1 0 0,0 1-1 0 0,-1-1 0 0 0,1 0 0 0 0,0 0 0 0 0,0 0 0 0 0,1 1 1 0 0,-1-1-1 0 0,1 0 0 0 0,0 0 0 0 0,-1 0 0 0 0,1 0 1 0 0,1 0-1 0 0,-1 0 0 0 0,0 0 0 0 0,1 0 0 0 0,-1 0 0 0 0,1-1 1 0 0,3 5-1 0 0,0-2-207 0 0,0 0 0 0 0,0-1 0 0 0,0 1 0 0 0,1-1 0 0 0,-1 0 0 0 0,1-1 0 0 0,0 1 0 0 0,0-1 0 0 0,0 0 0 0 0,12 3 0 0 0,1 0-1474 0 0,1-1 1 0 0,28 3-1 0 0,-16-5-1343 0 0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01.9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75 2096 0 0,'8'-65'8605'0'0,"-8"63"-8062"0"0,-2-3 499 0 0,1 2-506 0 0,-2 10-424 0 0,-2 9 397 0 0,1 0 1 0 0,0 0-1 0 0,1 0 1 0 0,-1 32 0 0 0,6 68 837 0 0,0-58-792 0 0,5 153 343 0 0,-5 361-1433 0 0,-3-549-565 0 0,-1 4-666 0 0,1-8-6442 0 0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02.2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0 181 1760 0 0,'1'-6'361'0'0,"-1"-9"666"0"0,1 0-1 0 0,1 0 1 0 0,0 0-1 0 0,9-25 0 0 0,-10 36-894 0 0,1-1-1 0 0,0 1 0 0 0,0 0 0 0 0,0 1 1 0 0,1-1-1 0 0,-1 0 0 0 0,1 1 0 0 0,0-1 1 0 0,0 1-1 0 0,0 0 0 0 0,1 0 0 0 0,-1 0 1 0 0,1 0-1 0 0,0 1 0 0 0,-1-1 0 0 0,1 1 1 0 0,0 0-1 0 0,0 0 0 0 0,1 1 0 0 0,5-3 1 0 0,3 1-13 0 0,0 1 0 0 0,0 0 0 0 0,0 1 0 0 0,0 1 0 0 0,0 0 0 0 0,0 0 1 0 0,0 1-1 0 0,0 1 0 0 0,0 0 0 0 0,-1 1 0 0 0,22 8 0 0 0,-15-4-14 0 0,0 0-1 0 0,-1 2 1 0 0,0 0 0 0 0,0 1-1 0 0,-1 1 1 0 0,29 24-1 0 0,-42-31 11 0 0,0 0 0 0 0,0 0 0 0 0,0 0 0 0 0,0 0 0 0 0,-1 1 0 0 0,0-1 0 0 0,0 1 0 0 0,0 0 0 0 0,-1 0 0 0 0,0 0 0 0 0,1 0 0 0 0,1 11 0 0 0,-3-13-48 0 0,-1 0-1 0 0,0 1 0 0 0,1-1 0 0 0,-2 0 1 0 0,1 1-1 0 0,0-1 0 0 0,0 0 0 0 0,-1 0 1 0 0,0 0-1 0 0,0 1 0 0 0,0-1 0 0 0,0 0 0 0 0,0 0 1 0 0,-1 0-1 0 0,1 0 0 0 0,-1-1 0 0 0,0 1 1 0 0,0 0-1 0 0,0-1 0 0 0,0 1 0 0 0,0-1 1 0 0,0 1-1 0 0,-4 1 0 0 0,-3 4-109 0 0,-1-1 1 0 0,0 0-1 0 0,0-1 0 0 0,0 0 1 0 0,-1-1-1 0 0,0 0 0 0 0,0-1 1 0 0,-1 0-1 0 0,1 0 0 0 0,-1-1 1 0 0,0-1-1 0 0,0 0 0 0 0,-14 0 1 0 0,26-2-52 0 0,0 1 0 0 0,-1-1 1 0 0,1 0-1 0 0,0 0 0 0 0,-1 0 1 0 0,1 0-1 0 0,-1 0 0 0 0,1 0 1 0 0,0 0-1 0 0,-1 0 1 0 0,1 0-1 0 0,-1-1 0 0 0,1 1 1 0 0,0 0-1 0 0,-1 0 0 0 0,1 0 1 0 0,0 0-1 0 0,-1-1 0 0 0,1 1 1 0 0,0 0-1 0 0,-1 0 0 0 0,1 0 1 0 0,0-1-1 0 0,-1 1 0 0 0,1 0 1 0 0,0-1-1 0 0,0 1 0 0 0,-1 0 1 0 0,1 0-1 0 0,0-1 1 0 0,0 1-1 0 0,0-1 0 0 0,0 1 1 0 0,-1 0-1 0 0,1-1 0 0 0,0 1 1 0 0,0 0-1 0 0,0-1 0 0 0,0 1 1 0 0,0-1-1 0 0,0 1 0 0 0,0 0 1 0 0,0-1-1 0 0,0 1 0 0 0,0-1 1 0 0,0 0-1 0 0,10-17-4379 0 0,-1 6 1093 0 0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02.5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87 820 0 0,'39'-86'12730'0'0,"-38"87"-12660"0"0,0 1-1 0 0,0-1 1 0 0,0 1-1 0 0,-1-1 1 0 0,1 1-1 0 0,0 0 1 0 0,-1-1 0 0 0,0 1-1 0 0,1 0 1 0 0,-1-1-1 0 0,0 1 1 0 0,0 3 0 0 0,-8 178 2189 0 0,1-45-1736 0 0,-1-31-314 0 0,4-73-420 0 0,1 1 0 0 0,2 1 1 0 0,1-1-1 0 0,8 50 0 0 0,-7-80-92 0 0,0 0-1 0 0,1 1 0 0 0,-1-1 1 0 0,1 0-1 0 0,0 0 0 0 0,1-1 1 0 0,-1 1-1 0 0,1 0 0 0 0,6 7 1 0 0,-7-9-95 0 0,0-1 0 0 0,1 0 0 0 0,-1 1 0 0 0,1-1 0 0 0,0 0 0 0 0,-1 0 0 0 0,1-1 0 0 0,0 1 0 0 0,0-1 0 0 0,0 1 0 0 0,0-1 0 0 0,1 0 0 0 0,-1 0 0 0 0,0 0 0 0 0,0-1 0 0 0,1 1 0 0 0,3 0 0 0 0,12-2-3390 0 0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02.8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1 148 992 0 0,'4'-16'2115'0'0,"1"-1"0"0"0,-2 1 1 0 0,0-1-1 0 0,-2 0 0 0 0,1 0 0 0 0,-3-30 0 0 0,-8 80-1804 0 0,6-12-158 0 0,2 1 0 0 0,0-1 0 0 0,6 43 0 0 0,-3-50-105 0 0,0 0 1 0 0,1 0 0 0 0,1 0-1 0 0,0 0 1 0 0,1-1-1 0 0,13 25 1 0 0,-16-35-133 0 0,0 0-1 0 0,0-1 1 0 0,0 1 0 0 0,0-1-1 0 0,0 0 1 0 0,1 1-1 0 0,-1-1 1 0 0,1 0 0 0 0,-1-1-1 0 0,1 1 1 0 0,0 0 0 0 0,-1-1-1 0 0,1 1 1 0 0,0-1 0 0 0,0 0-1 0 0,0 0 1 0 0,0 0 0 0 0,0 0-1 0 0,1-1 1 0 0,-1 1 0 0 0,0-1-1 0 0,0 0 1 0 0,0 0 0 0 0,1 0-1 0 0,3-1 1 0 0,0 0-604 0 0,-1 0-1 0 0,1-1 1 0 0,-1 1 0 0 0,1-1-1 0 0,-1-1 1 0 0,0 1 0 0 0,0-1-1 0 0,0 0 1 0 0,0-1 0 0 0,0 1-1 0 0,6-7 1 0 0,6-6-3516 0 0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02.9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51 122 1148 0 0,'-25'-68'9700'0'0,"4"23"-7912"0"0,21 43-2142 0 0,-4-4-1447 0 0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03.1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0 2224 0 0,'-11'3'1202'0'0,"-5"1"740"0"0,1 1 0 0 0,0 0 1 0 0,-17 8-1 0 0,30-12-1490 0 0,3 0-391 0 0,-1-1-1 0 0,1 1 1 0 0,0 0-1 0 0,-1-1 1 0 0,1 1-1 0 0,0-1 1 0 0,-1 1-1 0 0,1-1 1 0 0,0 1-1 0 0,0-1 1 0 0,-1 0-1 0 0,1 1 1 0 0,0-1-1 0 0,0 0 1 0 0,1 1-1 0 0,47 3-6 0 0,74-2 0 0 0,-4-7-2784 0 0,-55 2-453 0 0,-2-1-1223 0 0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04.1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92 104 0 0,'-4'-24'6909'0'0,"3"4"-4506"0"0,1 18-2077 0 0,0 1-297 0 0,0 1 0 0 0,0 0 1 0 0,0-1-1 0 0,0 1 0 0 0,0 0 0 0 0,1-1 0 0 0,-1 1 0 0 0,0 0 0 0 0,0-1 0 0 0,0 1 0 0 0,0 0 0 0 0,1 0 1 0 0,-1-1-1 0 0,0 1 0 0 0,0 0 0 0 0,1-1 0 0 0,-1 1 0 0 0,0 0 0 0 0,0 0 0 0 0,1 0 0 0 0,-1-1 0 0 0,0 1 1 0 0,1 0-1 0 0,-1 0 0 0 0,0 0 0 0 0,1 0 0 0 0,-1 0 0 0 0,0 0 0 0 0,1-1 0 0 0,0 1 0 0 0,4 4 32 0 0,1 0-1 0 0,-1-1 1 0 0,0 2-1 0 0,0-1 1 0 0,0 1 0 0 0,0-1-1 0 0,-1 1 1 0 0,0 1-1 0 0,0-1 1 0 0,0 0-1 0 0,-1 1 1 0 0,0 0-1 0 0,0 0 1 0 0,4 11-1 0 0,-1 1 41 0 0,0 0 0 0 0,0 1-1 0 0,-2 0 1 0 0,2 19 0 0 0,-5-30-58 0 0,0 0 0 0 0,-1 0 1 0 0,0 0-1 0 0,0 0 0 0 0,-1 0 1 0 0,0 0-1 0 0,0 0 0 0 0,-1 0 1 0 0,0 0-1 0 0,0-1 0 0 0,-1 1 1 0 0,-4 9-1 0 0,6-16 150 0 0,0-1-186 0 0,0 0 0 0 0,0 0 1 0 0,0 0-1 0 0,0 0 0 0 0,0-1 0 0 0,0 1 0 0 0,0 0 1 0 0,0-1-1 0 0,0 1 0 0 0,0 0 0 0 0,0-1 1 0 0,1 1-1 0 0,-1-1 0 0 0,0 0 0 0 0,0 1 0 0 0,0-1 1 0 0,1 0-1 0 0,-1 1 0 0 0,0-1 0 0 0,1 0 1 0 0,-1 0-1 0 0,-1-2-4 0 0,1 0 1 0 0,-1 1-1 0 0,1-1 1 0 0,0 0-1 0 0,0 0 1 0 0,0 0 0 0 0,0-3-1 0 0,-1-8-46 0 0,1 1 0 0 0,0-20 1 0 0,1 26 19 0 0,0-8-15 0 0,1-1 1 0 0,0 1-1 0 0,1-1 0 0 0,1 1 1 0 0,0 0-1 0 0,1 0 1 0 0,7-16-1 0 0,-10 27 28 0 0,1 0 0 0 0,-1 0 0 0 0,1 0 0 0 0,1 0 0 0 0,-1 1 1 0 0,0-1-1 0 0,1 1 0 0 0,0-1 0 0 0,0 1 0 0 0,0 0 0 0 0,0 0 0 0 0,0 0 0 0 0,1 1 0 0 0,-1-1 0 0 0,1 1 0 0 0,0 0 1 0 0,-1 0-1 0 0,1 0 0 0 0,0 0 0 0 0,0 1 0 0 0,1 0 0 0 0,-1-1 0 0 0,0 2 0 0 0,0-1 0 0 0,0 0 0 0 0,1 1 1 0 0,-1 0-1 0 0,0 0 0 0 0,8 1 0 0 0,-3 0 26 0 0,-1 1-1 0 0,0 0 1 0 0,0 0 0 0 0,0 1-1 0 0,0 0 1 0 0,0 1 0 0 0,-1 0 0 0 0,1 0-1 0 0,-1 0 1 0 0,0 1 0 0 0,0 0-1 0 0,-1 1 1 0 0,1-1 0 0 0,-1 1 0 0 0,0 0-1 0 0,-1 1 1 0 0,0 0 0 0 0,0 0-1 0 0,0 0 1 0 0,-1 0 0 0 0,0 0 0 0 0,0 1-1 0 0,-1 0 1 0 0,0 0 0 0 0,0 0-1 0 0,-1 0 1 0 0,2 13 0 0 0,-4-19-1 0 0,0 0 1 0 0,0 0-1 0 0,0 0 1 0 0,0 0-1 0 0,0 0 0 0 0,-1 0 1 0 0,1 0-1 0 0,0 0 1 0 0,-2 3-1 0 0,2-5-13 0 0,0 0 0 0 0,0 1 0 0 0,-1-1 0 0 0,1 1 0 0 0,0-1 0 0 0,0 0-1 0 0,0 1 1 0 0,0-1 0 0 0,0 0 0 0 0,-1 1 0 0 0,1-1 0 0 0,0 0 0 0 0,0 1 0 0 0,-1-1 0 0 0,1 0-1 0 0,0 1 1 0 0,0-1 0 0 0,-1 0 0 0 0,1 0 0 0 0,0 1 0 0 0,-1-1 0 0 0,1 0 0 0 0,0 0 0 0 0,-1 0-1 0 0,1 1 1 0 0,-1-1 0 0 0,1 0 0 0 0,0 0 0 0 0,-1 0 0 0 0,1 0 0 0 0,0 0 0 0 0,-1 0 0 0 0,1 0 0 0 0,-1 0-1 0 0,1 0 1 0 0,0 0 0 0 0,-1 0 0 0 0,1 0 0 0 0,-1 0 0 0 0,1 0 0 0 0,0 0 0 0 0,-1-1 0 0 0,1 1-1 0 0,-1 0 1 0 0,1 0 0 0 0,-1-1-3 0 0,1 0 1 0 0,-1 0-1 0 0,1 0 0 0 0,-1 0 0 0 0,1 0 1 0 0,-1 0-1 0 0,1 0 0 0 0,0 0 0 0 0,0-1 1 0 0,-1 1-1 0 0,1 0 0 0 0,0 0 0 0 0,0 0 1 0 0,0 0-1 0 0,0 0 0 0 0,1 0 0 0 0,-1-2 1 0 0,4-18-100 0 0,0 6 60 0 0,0 1 1 0 0,1 0-1 0 0,0 0 1 0 0,1 1-1 0 0,0-1 1 0 0,1 1 0 0 0,1 1-1 0 0,14-19 1 0 0,-18 26 33 0 0,0 1 0 0 0,1-1 0 0 0,-1 1 0 0 0,1 0 0 0 0,0 0 0 0 0,1 1 0 0 0,-1-1 0 0 0,0 1 0 0 0,1 0 0 0 0,0 1 0 0 0,0-1 0 0 0,-1 1 0 0 0,1 0 0 0 0,1 1 0 0 0,-1-1 0 0 0,0 1 0 0 0,0 1 0 0 0,0-1 0 0 0,1 1 0 0 0,-1 0 0 0 0,0 0 0 0 0,9 2 0 0 0,-7-1 11 0 0,-1 1-1 0 0,0-1 1 0 0,0 1 0 0 0,-1 1-1 0 0,1-1 1 0 0,0 1-1 0 0,-1 0 1 0 0,1 1 0 0 0,-1 0-1 0 0,0 0 1 0 0,0 0-1 0 0,-1 0 1 0 0,1 1 0 0 0,7 9-1 0 0,-7-7 16 0 0,-1 0-1 0 0,-1 1 0 0 0,1 0 1 0 0,-1 0-1 0 0,0 0 0 0 0,-1 0 1 0 0,0 0-1 0 0,0 1 0 0 0,-1-1 1 0 0,0 1-1 0 0,1 12 0 0 0,-2-15-203 0 0,7 38-1400 0 0,4-19-3082 0 0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05.3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301 498 2412 0 0,'2'-3'669'0'0,"-1"-1"0"0"0,0 1 0 0 0,1-1 1 0 0,-1 0-1 0 0,-1 1 0 0 0,1-1 0 0 0,0 0 0 0 0,-1 0 0 0 0,0 1 0 0 0,0-1 0 0 0,0 0 0 0 0,0 0 0 0 0,-1 0 0 0 0,-1-7 0 0 0,1 10-620 0 0,1 0-1 0 0,-1 0 1 0 0,0-1-1 0 0,1 1 1 0 0,-1 0-1 0 0,0 0 1 0 0,0 0-1 0 0,1 0 1 0 0,-1 0-1 0 0,0 0 1 0 0,0 0-1 0 0,0 0 1 0 0,-1 0-1 0 0,1 1 1 0 0,0-1-1 0 0,0 0 1 0 0,0 1-1 0 0,0-1 1 0 0,-1 1-1 0 0,1-1 1 0 0,0 1-1 0 0,-1-1 1 0 0,1 1-1 0 0,0 0 1 0 0,-1 0-1 0 0,1 0 1 0 0,0 0-1 0 0,-1 0 1 0 0,1 0-1 0 0,0 0 1 0 0,-1 0-1 0 0,1 0 1 0 0,0 1-1 0 0,-3 0 1 0 0,-3 0-16 0 0,0 1-1 0 0,1 0 1 0 0,-1 0-1 0 0,1 1 1 0 0,-8 4-1 0 0,-11 7 19 0 0,1 2 0 0 0,0 1 1 0 0,-32 31-1 0 0,46-39-35 0 0,1 1-1 0 0,0 0 1 0 0,1 0 0 0 0,0 0 0 0 0,0 1 0 0 0,1 0 0 0 0,1 1-1 0 0,0-1 1 0 0,0 1 0 0 0,-3 14 0 0 0,8-24-22 0 0,1 0 0 0 0,-1 0-1 0 0,1 0 1 0 0,-1 0 0 0 0,1 0 0 0 0,0 0 0 0 0,0 0-1 0 0,0 0 1 0 0,0 0 0 0 0,0 0 0 0 0,1 0-1 0 0,-1 0 1 0 0,1 0 0 0 0,-1 0 0 0 0,1 0 0 0 0,0 0-1 0 0,-1 0 1 0 0,1 0 0 0 0,0-1 0 0 0,3 4-1 0 0,-2-3-15 0 0,0 1-1 0 0,0-2 0 0 0,1 1 0 0 0,-1 0 1 0 0,1 0-1 0 0,-1-1 0 0 0,1 1 0 0 0,0-1 1 0 0,0 0-1 0 0,-1 0 0 0 0,1 0 0 0 0,5 1 1 0 0,3 0-42 0 0,-1-1 0 0 0,1 0-1 0 0,0-1 1 0 0,-1 0 0 0 0,1-1 0 0 0,-1 0 0 0 0,11-2 0 0 0,-11 0-3 0 0,0 0 0 0 0,0 0 0 0 0,-1-1 0 0 0,1 0 0 0 0,-1-1 0 0 0,0 0 0 0 0,0 0 0 0 0,-1-1 0 0 0,0 0 0 0 0,0-1 1 0 0,0 0-1 0 0,-1 0 0 0 0,0 0 0 0 0,9-13 0 0 0,-3 2 208 0 0,-1-1 0 0 0,-1-1 1 0 0,-1 0-1 0 0,-1 0 0 0 0,11-32 1 0 0,-15 42-138 0 0,-2 15 25 0 0,-1 13 42 0 0,-4 92 245 0 0,3-97-284 0 0,0 0-1 0 0,1 1 1 0 0,1-1-1 0 0,0 0 1 0 0,9 25 0 0 0,-10-34-23 0 0,0-1 0 0 0,-1 1 0 0 0,1-1 0 0 0,1 1 0 0 0,-1-1 0 0 0,1 0 0 0 0,-1 0 0 0 0,1 0 0 0 0,0 0 0 0 0,0 0 0 0 0,0 0 0 0 0,0-1 0 0 0,1 0 0 0 0,-1 1 0 0 0,1-1 0 0 0,4 2 0 0 0,-3-2-15 0 0,1-1 0 0 0,0 1 0 0 0,-1-1-1 0 0,1 0 1 0 0,0-1 0 0 0,-1 1 0 0 0,1-1-1 0 0,0 0 1 0 0,0-1 0 0 0,8-1 0 0 0,-1-1-93 0 0,0 0 0 0 0,0-1 0 0 0,0-1 0 0 0,-1 0 0 0 0,0-1 0 0 0,0 0 0 0 0,0 0 0 0 0,-1-2 0 0 0,12-9 1 0 0,-7 3-29 0 0,-1-1 1 0 0,-1 0-1 0 0,-1-1 1 0 0,0-1-1 0 0,-2 0 1 0 0,1-1-1 0 0,-2 0 1 0 0,-1 0-1 0 0,0-1 1 0 0,7-23-1 0 0,1-12-49 0 0,-2 0-1 0 0,12-86 1 0 0,-22 113 152 0 0,7-67 131 0 0,-11 81-66 0 0,0 1 0 0 0,-1-1-1 0 0,-1 1 1 0 0,0-1 0 0 0,-4-14 0 0 0,5 26-40 0 0,0 1 1 0 0,0-1-1 0 0,0 0 0 0 0,0 1 1 0 0,0-1-1 0 0,0 1 1 0 0,-1-1-1 0 0,1 0 1 0 0,0 1-1 0 0,0-1 0 0 0,-1 1 1 0 0,1-1-1 0 0,0 1 1 0 0,-1-1-1 0 0,1 1 1 0 0,-1-1-1 0 0,1 1 0 0 0,0 0 1 0 0,-1-1-1 0 0,1 1 1 0 0,-1-1-1 0 0,1 1 1 0 0,-1 0-1 0 0,1 0 0 0 0,-1-1 1 0 0,0 1-1 0 0,0 0 1 0 0,0 0 3 0 0,0 0 0 0 0,0 0 0 0 0,0 0 0 0 0,0 1 1 0 0,0-1-1 0 0,1 0 0 0 0,-1 1 0 0 0,0-1 0 0 0,0 0 1 0 0,0 1-1 0 0,1-1 0 0 0,-1 1 0 0 0,0 0 0 0 0,0-1 1 0 0,0 2-1 0 0,-23 30 140 0 0,11-9 27 0 0,1 0 0 0 0,2 1 1 0 0,-14 46-1 0 0,-12 80 456 0 0,28-112-310 0 0,-3 72-1 0 0,10-93-257 0 0,1-1 0 0 0,1 1 0 0 0,1-1-1 0 0,0 1 1 0 0,1-1 0 0 0,10 32 0 0 0,-11-44-47 0 0,0 1 1 0 0,0-1 0 0 0,0 1 0 0 0,1-1-1 0 0,0 0 1 0 0,0 0 0 0 0,0 0 0 0 0,0 0-1 0 0,0 0 1 0 0,1-1 0 0 0,0 0 0 0 0,0 1-1 0 0,0-1 1 0 0,0-1 0 0 0,5 4 0 0 0,-2-3-19 0 0,0 0 1 0 0,0-1-1 0 0,1 1 1 0 0,-1-1 0 0 0,1-1-1 0 0,-1 0 1 0 0,1 0-1 0 0,-1 0 1 0 0,10-1 0 0 0,0-1-130 0 0,0-1 1 0 0,0 0 0 0 0,0-2 0 0 0,0 0 0 0 0,0 0-1 0 0,-1-2 1 0 0,0 0 0 0 0,18-10 0 0 0,-17 6-34 0 0,0-1-1 0 0,-1-1 1 0 0,0-1-1 0 0,0 0 1 0 0,-2-1 0 0 0,1-1-1 0 0,-2 0 1 0 0,0-1-1 0 0,-1 0 1 0 0,-1-1 0 0 0,15-30-1 0 0,-9 12 69 0 0,-1 0 0 0 0,-2-2 0 0 0,-1 0 0 0 0,-3 0-1 0 0,8-44 1 0 0,-18 81 99 0 0,14-100 462 0 0,-12 85-232 0 0,-2 1-1 0 0,0-1 1 0 0,0 0 0 0 0,-5-25-1 0 0,5 39-217 0 0,0 0 0 0 0,-1 0 0 0 0,1 0 0 0 0,0 0 0 0 0,0-1-1 0 0,-1 1 1 0 0,1 0 0 0 0,0 0 0 0 0,-1 0 0 0 0,1 0 0 0 0,-1 0-1 0 0,0 0 1 0 0,1 1 0 0 0,-1-1 0 0 0,0 0 0 0 0,1 0-1 0 0,-1 0 1 0 0,0 0 0 0 0,0 1 0 0 0,0-1 0 0 0,0 0 0 0 0,1 1-1 0 0,-3-1 1 0 0,2 1-2 0 0,0 0-1 0 0,0 0 1 0 0,0 0-1 0 0,0 0 1 0 0,0 0-1 0 0,0 0 1 0 0,0 0-1 0 0,0 1 1 0 0,0-1 0 0 0,0 0-1 0 0,0 1 1 0 0,0-1-1 0 0,0 1 1 0 0,0-1-1 0 0,0 1 1 0 0,0 0-1 0 0,1-1 1 0 0,-3 2-1 0 0,-2 4 39 0 0,-1 0-1 0 0,1 0 1 0 0,0 0-1 0 0,1 1 1 0 0,-5 7 0 0 0,0 3 91 0 0,1 1 0 0 0,1 1 0 0 0,0 0 0 0 0,-5 26 1 0 0,-10 82 692 0 0,17-95-606 0 0,-1 7 162 0 0,0 67 1 0 0,7-84-300 0 0,0-1 1 0 0,1 0-1 0 0,1 1 0 0 0,11 35 1 0 0,-13-52-107 0 0,1 1 1 0 0,1-1-1 0 0,-1 0 0 0 0,1 0 1 0 0,0 0-1 0 0,0 0 0 0 0,0 0 1 0 0,1-1-1 0 0,-1 1 0 0 0,1-1 1 0 0,0 0-1 0 0,1 0 1 0 0,-1-1-1 0 0,1 1 0 0 0,6 3 1 0 0,-4-3-172 0 0,1-1 0 0 0,-1 1 1 0 0,1-1-1 0 0,0-1 0 0 0,1 0 0 0 0,-1 0 1 0 0,0-1-1 0 0,0 1 0 0 0,15-1 1 0 0,-9-2-139 0 0,0 1 1 0 0,-1-2 0 0 0,1 0 0 0 0,-1 0 0 0 0,0-1 0 0 0,0-1 0 0 0,0 0 0 0 0,0-1-1 0 0,0-1 1 0 0,-1 0 0 0 0,0 0 0 0 0,20-15 0 0 0,-22 12 350 0 0,1-1 1 0 0,-1 0-1 0 0,-1 0 1 0 0,0-1-1 0 0,0-1 0 0 0,11-19 1 0 0,-15 21 724 0 0,0-1-1 0 0,0 0 1 0 0,-1 0 0 0 0,5-18-1 0 0,-3 10 367 0 0,-4 17-516 0 0,-3 12-304 0 0,-2 5-196 0 0,2 0 0 0 0,-1 0 0 0 0,2 1 0 0 0,0-1 0 0 0,1 0 1 0 0,1 0-1 0 0,0 0 0 0 0,1 0 0 0 0,0 0 0 0 0,6 15 0 0 0,-7-27-181 0 0,-1 0 0 0 0,0 0-1 0 0,1-1 1 0 0,-1 1 0 0 0,1 0 0 0 0,0-1 0 0 0,0 1-1 0 0,0-1 1 0 0,0 1 0 0 0,0-1 0 0 0,1 0-1 0 0,-1 0 1 0 0,1 0 0 0 0,-1 0 0 0 0,1-1-1 0 0,0 1 1 0 0,-1-1 0 0 0,1 0 0 0 0,0 1-1 0 0,0-1 1 0 0,0 0 0 0 0,0-1 0 0 0,0 1-1 0 0,4 0 1 0 0,-3-1-385 0 0,-1 0-1 0 0,0 0 1 0 0,0-1 0 0 0,0 1-1 0 0,0-1 1 0 0,0 0 0 0 0,0 0-1 0 0,0 0 1 0 0,0 0 0 0 0,0 0-1 0 0,0-1 1 0 0,0 1-1 0 0,-1-1 1 0 0,1 0 0 0 0,3-3-1 0 0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05.5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71 104 1420 0 0,'-5'-11'2012'0'0,"-2"0"0"0"0,1 1 0 0 0,-11-13 0 0 0,9 12-710 0 0,0 0 0 0 0,-8-15 0 0 0,15 30-1725 0 0,1-4 397 0 0,0 0 1 0 0,-1 0-1 0 0,1 0 1 0 0,0 0-1 0 0,0 0 0 0 0,0 0 1 0 0,0 1-1 0 0,0-1 1 0 0,0 0-1 0 0,-1 0 0 0 0,1 0 1 0 0,0 0-1 0 0,0 1 1 0 0,0-1-1 0 0,0 0 0 0 0,0 0 1 0 0,0 0-1 0 0,0 0 1 0 0,0 1-1 0 0,0-1 0 0 0,0 0 1 0 0,0 0-1 0 0,0 0 1 0 0,0 1-1 0 0,0-1 0 0 0,0 0 1 0 0,0 0-1 0 0,0 0 1 0 0,0 0-1 0 0,0 1 0 0 0,0-1 1 0 0,0 0-1 0 0,0 0 1 0 0,0 0-1 0 0,1 0 0 0 0,-1 1 1 0 0,0-1-1 0 0,0 0 1 0 0,0 0-1 0 0,16 17-5470 0 0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05.8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31 2748 0 0,'-3'-31'14227'0'0,"0"59"-12056"0"0,0 47 1 0 0,1 8-1054 0 0,-65 381 757 0 0,50-360-2313 0 0,13-37-4891 0 0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06.6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55 2068 0 0,'-3'-1'1792'0'0,"-2"-1"-1506"0"0,-15-7 3938 0 0,18 4-2347 0 0,13-1-1728 0 0,12 1 30 0 0,0 1 0 0 0,0 1 0 0 0,35-1 0 0 0,-19 2-75 0 0,436-12 203 0 0,-467 14-312 0 0,0 0-1 0 0,-1 1 1 0 0,1-1 0 0 0,-1 2-1 0 0,1-1 1 0 0,12 5 0 0 0,-18-6 22 0 0,-1 1-1 0 0,0 0 1 0 0,1 0 0 0 0,-1 0 0 0 0,0 0 0 0 0,1 0-1 0 0,-1 0 1 0 0,0 0 0 0 0,0 1 0 0 0,0-1 0 0 0,0 0-1 0 0,0 1 1 0 0,0-1 0 0 0,-1 1 0 0 0,1-1 0 0 0,0 1-1 0 0,-1-1 1 0 0,1 1 0 0 0,-1-1 0 0 0,1 1 0 0 0,-1-1-1 0 0,0 1 1 0 0,0 0 0 0 0,1-1 0 0 0,-1 1 0 0 0,0 0-1 0 0,-1 2 1 0 0,1 4 72 0 0,-1 0 0 0 0,0 0 1 0 0,0-1-1 0 0,-3 9 0 0 0,-3 9 209 0 0,-2 3-27 0 0,2 0 0 0 0,1 0 0 0 0,1 1 0 0 0,-2 31 0 0 0,8-59-260 0 0,-1 1 0 0 0,1 0 1 0 0,-1-1-1 0 0,1 1 1 0 0,-1 0-1 0 0,1-1 0 0 0,0 1 1 0 0,0-1-1 0 0,0 1 1 0 0,0-1-1 0 0,0 0 1 0 0,0 1-1 0 0,0-1 0 0 0,0 0 1 0 0,1 0-1 0 0,-1 0 1 0 0,0 0-1 0 0,1 0 0 0 0,-1 0 1 0 0,1 0-1 0 0,-1 0 1 0 0,1 0-1 0 0,-1-1 0 0 0,1 1 1 0 0,0 0-1 0 0,2 0 1 0 0,1 0-4 0 0,1 0 0 0 0,-1-1 0 0 0,0 1 1 0 0,1-1-1 0 0,-1 0 0 0 0,0 0 0 0 0,1-1 1 0 0,-1 0-1 0 0,0 0 0 0 0,1 0 0 0 0,-1 0 1 0 0,8-4-1 0 0,-3 0-7 0 0,-1 0 0 0 0,1 0-1 0 0,-1-1 1 0 0,0 0 0 0 0,15-13 0 0 0,-1-4 42 0 0,0-2 1 0 0,-2 0-1 0 0,22-33 0 0 0,44-62 1889 0 0,-87 119-1908 0 0,1 1-21 0 0,-1 0 1 0 0,1 1-1 0 0,-1-1 1 0 0,1 0-1 0 0,-1 1 1 0 0,1-1-1 0 0,-1 0 1 0 0,0 1 0 0 0,1-1-1 0 0,-1 1 1 0 0,0-1-1 0 0,0 1 1 0 0,1-1-1 0 0,-1 1 1 0 0,0-1-1 0 0,0 1 1 0 0,1-1 0 0 0,-1 1-1 0 0,0-1 1 0 0,0 1-1 0 0,0 0 1 0 0,0-1-1 0 0,0 1 1 0 0,0-1-1 0 0,0 1 1 0 0,0 0-1 0 0,0 17 156 0 0,-46 216 1916 0 0,32-169-1645 0 0,-42 173 996 0 0,-131 358-1 0 0,163-536-1104 0 0,-49 86-1 0 0,58-121-186 0 0,-1 0-1 0 0,-1-1 0 0 0,-1-1 0 0 0,-1-1 1 0 0,-39 36-1 0 0,48-50-90 0 0,0-1 0 0 0,-1 1 0 0 0,0-2 0 0 0,0 0 0 0 0,-1 0 0 0 0,0-1 0 0 0,0 0 0 0 0,0-1 0 0 0,-1 0 0 0 0,1-1 0 0 0,-1-1 0 0 0,0 0 0 0 0,-19 1 0 0 0,25-3-42 0 0,0 0-1 0 0,0-1 1 0 0,0 0 0 0 0,0 0 0 0 0,1 0-1 0 0,-1-1 1 0 0,0 0 0 0 0,0 0-1 0 0,1 0 1 0 0,0-1 0 0 0,-1 0 0 0 0,1-1-1 0 0,0 1 1 0 0,0-1 0 0 0,1 0 0 0 0,-1-1-1 0 0,1 1 1 0 0,0-1 0 0 0,0 0 0 0 0,1 0-1 0 0,-1-1 1 0 0,1 1 0 0 0,0-1 0 0 0,1 0-1 0 0,-1 0 1 0 0,-3-10 0 0 0,5 9-58 0 0,-1-1 0 0 0,2 1 0 0 0,-1-1 1 0 0,1 0-1 0 0,0 0 0 0 0,1 1 0 0 0,-1-1 0 0 0,2 0 0 0 0,-1 0 1 0 0,1 0-1 0 0,0 0 0 0 0,1 1 0 0 0,0-1 0 0 0,0 1 0 0 0,0-1 1 0 0,1 1-1 0 0,0 0 0 0 0,8-13 0 0 0,3-2-195 0 0,0 0-1 0 0,2 1 1 0 0,0 0 0 0 0,26-24-1 0 0,-3 8-698 0 0,1 2 0 0 0,2 1-1 0 0,91-54 1 0 0,154-57-9519 0 0,-234 122 5214 0 0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09.0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335 62 128 0 0,'2'-12'3730'0'0,"-2"9"-3473"0"0,0 1 0 0 0,0 0 0 0 0,0-1 1 0 0,0 1-1 0 0,0-1 0 0 0,0 1 1 0 0,-1 0-1 0 0,1-1 0 0 0,-1 1 0 0 0,0 0 1 0 0,0 0-1 0 0,0-1 0 0 0,0 1 0 0 0,0 0 1 0 0,0 0-1 0 0,0 0 0 0 0,-1 0 0 0 0,1 0 1 0 0,-1 0-1 0 0,-2-2 0 0 0,3 3 8 0 0,-3 1 6 0 0,-1 1-205 0 0,0 0 1 0 0,-1 0-1 0 0,1 1 1 0 0,0-1-1 0 0,0 1 1 0 0,0 0-1 0 0,1 1 1 0 0,-1-1 0 0 0,0 1-1 0 0,1 0 1 0 0,0 0-1 0 0,-1 0 1 0 0,1 1-1 0 0,0 0 1 0 0,-5 6-1 0 0,-10 11 167 0 0,-25 38 0 0 0,40-53-209 0 0,-17 23 105 0 0,-60 91 189 0 0,69-99-221 0 0,0 0 0 0 0,2 1 1 0 0,-15 43-1 0 0,24-60-82 0 0,-1 0 1 0 0,1 0 0 0 0,0 0-1 0 0,1 0 1 0 0,-1 0 0 0 0,1 0-1 0 0,0 0 1 0 0,0 0-1 0 0,1 0 1 0 0,0 0 0 0 0,2 10-1 0 0,-2-12-8 0 0,0-1 0 0 0,0 1 0 0 0,1 0 0 0 0,-1-1 1 0 0,1 1-1 0 0,0 0 0 0 0,0-1 0 0 0,0 0 0 0 0,0 1 0 0 0,0-1 0 0 0,0 0 0 0 0,1 0 0 0 0,-1 0 0 0 0,1-1 0 0 0,-1 1 0 0 0,1-1 0 0 0,0 1 0 0 0,0-1 0 0 0,-1 0 0 0 0,1 0 0 0 0,4 1 0 0 0,11 2-57 0 0,-1-1-1 0 0,1-1 0 0 0,0 0 0 0 0,0-2 1 0 0,0 0-1 0 0,0 0 0 0 0,0-2 0 0 0,32-7 0 0 0,-20 2-93 0 0,0-1-1 0 0,-1-2 0 0 0,0-1 0 0 0,37-20 0 0 0,-45 19 95 0 0,0-1 0 0 0,0-2 0 0 0,-1 0 0 0 0,-1 0 0 0 0,0-2 0 0 0,-2-1 0 0 0,17-19 0 0 0,-24 25 66 0 0,-1-1 0 0 0,0 0 0 0 0,0 0 0 0 0,-2-1 0 0 0,0-1 0 0 0,0 1 0 0 0,-1-1 0 0 0,-1 0 0 0 0,0 0 0 0 0,-1 0 0 0 0,-1-1 0 0 0,1-16 0 0 0,-5 1 206 0 0,1 30-207 0 0,0 0 0 0 0,-1 0 0 0 0,1 0 1 0 0,0 0-1 0 0,-1 0 0 0 0,1 1 0 0 0,-1-1 0 0 0,1 0 1 0 0,-1 0-1 0 0,0 0 0 0 0,1 0 0 0 0,-1 1 1 0 0,0-1-1 0 0,0 0 0 0 0,1 1 0 0 0,-1-1 0 0 0,0 1 1 0 0,0-1-1 0 0,0 1 0 0 0,0-1 0 0 0,0 1 0 0 0,0-1 1 0 0,0 1-1 0 0,-1-1 0 0 0,1 1-3 0 0,0 0-1 0 0,0 1 0 0 0,0-1 1 0 0,0 0-1 0 0,0 0 1 0 0,0 0-1 0 0,0 1 1 0 0,0-1-1 0 0,1 0 0 0 0,-1 1 1 0 0,0-1-1 0 0,0 1 1 0 0,0-1-1 0 0,1 1 1 0 0,-1-1-1 0 0,0 1 1 0 0,0-1-1 0 0,0 2 0 0 0,-1 0 22 0 0,-5 3 38 0 0,1 0 1 0 0,-1 0-1 0 0,1 1 0 0 0,0 0 0 0 0,1 1 0 0 0,-1-1 1 0 0,1 1-1 0 0,1 0 0 0 0,-8 13 0 0 0,3-1 43 0 0,1 0-1 0 0,-11 34 1 0 0,17-47-100 0 0,1 0-1 0 0,-1 0 1 0 0,1 0 0 0 0,0 0 0 0 0,0 1-1 0 0,1-1 1 0 0,0 0 0 0 0,0 0-1 0 0,1 1 1 0 0,-1-1 0 0 0,1 0 0 0 0,0 0-1 0 0,1 0 1 0 0,0 0 0 0 0,0 0 0 0 0,0 0-1 0 0,1 0 1 0 0,-1-1 0 0 0,1 1-1 0 0,1-1 1 0 0,-1 0 0 0 0,1 0 0 0 0,0 0-1 0 0,0 0 1 0 0,0-1 0 0 0,1 1 0 0 0,0-1-1 0 0,-1 0 1 0 0,2-1 0 0 0,-1 1 0 0 0,0-1-1 0 0,1 0 1 0 0,-1 0 0 0 0,1-1-1 0 0,0 0 1 0 0,0 0 0 0 0,0 0 0 0 0,0 0-1 0 0,0-1 1 0 0,0 0 0 0 0,9 0 0 0 0,-4 0-7 0 0,0-1 0 0 0,0 0 1 0 0,-1-1-1 0 0,1 0 0 0 0,0 0 1 0 0,0-1-1 0 0,-1-1 0 0 0,1 0 1 0 0,-1 0-1 0 0,0-1 0 0 0,18-9 1 0 0,-23 10-9 0 0,1-1 1 0 0,-1 0 0 0 0,0 0-1 0 0,0 0 1 0 0,0 0-1 0 0,-1-1 1 0 0,1 0 0 0 0,-1 0-1 0 0,0 0 1 0 0,-1 0-1 0 0,1-1 1 0 0,-1 0 0 0 0,0 1-1 0 0,-1-1 1 0 0,1 0 0 0 0,-1 0-1 0 0,0-1 1 0 0,-1 1-1 0 0,1 0 1 0 0,0-13 0 0 0,-2 5-3 0 0,0 1 1 0 0,0 0-1 0 0,-1-1 1 0 0,-1 1 0 0 0,0 0-1 0 0,-1 0 1 0 0,-1 0-1 0 0,-8-23 1 0 0,9 30-3 0 0,0 0-1 0 0,0 0 1 0 0,0 0-1 0 0,-1 0 1 0 0,1 1-1 0 0,-1-1 1 0 0,-1 1-1 0 0,1 0 1 0 0,-1 0 0 0 0,0 1-1 0 0,0-1 1 0 0,0 1-1 0 0,-1 0 1 0 0,1 0-1 0 0,-1 1 1 0 0,0 0-1 0 0,0 0 1 0 0,0 0-1 0 0,-10-2 1 0 0,10 4 1 0 0,-1 1 1 0 0,1-1-1 0 0,-1 1 1 0 0,1 1-1 0 0,0-1 1 0 0,-1 1-1 0 0,1 0 1 0 0,0 1-1 0 0,-1-1 0 0 0,1 1 1 0 0,0 0-1 0 0,0 1 1 0 0,1-1-1 0 0,-1 1 1 0 0,-6 5-1 0 0,-1 0 8 0 0,1 0-1 0 0,0 1 1 0 0,1 0-1 0 0,0 1 1 0 0,-14 17 0 0 0,17-18 4 0 0,1 1 0 0 0,0-1 0 0 0,0 1 0 0 0,1 0 0 0 0,1 1 0 0 0,-9 20 0 0 0,13-28-2 0 0,0 1 0 0 0,0 0 0 0 0,0-1 0 0 0,1 1-1 0 0,-1 0 1 0 0,1-1 0 0 0,0 1 0 0 0,0 0 0 0 0,0 0 0 0 0,1-1 0 0 0,-1 1 0 0 0,1 0 0 0 0,0-1 0 0 0,0 1 0 0 0,0 0 0 0 0,1-1 0 0 0,-1 1 0 0 0,1-1 0 0 0,0 0 0 0 0,-1 0 0 0 0,2 0-1 0 0,-1 1 1 0 0,0-2 0 0 0,1 1 0 0 0,3 4 0 0 0,0-3-1 0 0,0 0-1 0 0,0 0 0 0 0,0 0 1 0 0,0-1-1 0 0,0 0 0 0 0,1 0 0 0 0,-1-1 1 0 0,1 0-1 0 0,0 0 0 0 0,0 0 1 0 0,-1-1-1 0 0,1 0 0 0 0,0-1 1 0 0,0 1-1 0 0,0-1 0 0 0,14-2 1 0 0,-2 0-22 0 0,0-1-1 0 0,0-1 1 0 0,0-1 0 0 0,34-13 0 0 0,-37 11-3 0 0,0-1 0 0 0,-1-1 0 0 0,0 0 0 0 0,-1-1 0 0 0,18-15 0 0 0,59-64-63 0 0,-47 44 1 0 0,-42 43 68 0 0,-1 0 0 0 0,1 0-1 0 0,0 0 1 0 0,0 1 0 0 0,0-1 0 0 0,0 1 0 0 0,0-1 0 0 0,0 1-1 0 0,0 0 1 0 0,0 0 0 0 0,1 0 0 0 0,-1 0 0 0 0,0 0 0 0 0,1 1-1 0 0,-1-1 1 0 0,1 1 0 0 0,-1-1 0 0 0,0 1 0 0 0,4 0 0 0 0,-4 1 11 0 0,0-1 1 0 0,0 1-1 0 0,1 0 1 0 0,-1 0-1 0 0,0 0 1 0 0,0 1-1 0 0,-1-1 1 0 0,1 0-1 0 0,0 1 1 0 0,0-1-1 0 0,0 1 1 0 0,-1-1-1 0 0,1 1 1 0 0,-1 0-1 0 0,0 0 1 0 0,1 0-1 0 0,-1 0 1 0 0,0 0-1 0 0,0 0 1 0 0,1 4 0 0 0,4 6 19 0 0,-2 1 0 0 0,0 0 1 0 0,0-1-1 0 0,-1 1 1 0 0,-1 0-1 0 0,0 0 1 0 0,0 1-1 0 0,-2-1 0 0 0,1 0 1 0 0,-2 1-1 0 0,0-1 1 0 0,-1 0-1 0 0,-5 22 1 0 0,7-34-12 0 0,0 0-1 0 0,0 1 1 0 0,0-1 0 0 0,-1 0 0 0 0,1 0 0 0 0,0 0 0 0 0,-1 0 0 0 0,1 0 0 0 0,-1 0 0 0 0,0 0 0 0 0,1 0 0 0 0,-1 0 0 0 0,0 0 0 0 0,1 0 0 0 0,-1 0 0 0 0,0-1 0 0 0,0 1 0 0 0,0 0 0 0 0,0 0 0 0 0,1-1 0 0 0,-1 1 0 0 0,0-1 0 0 0,0 1 0 0 0,-1-1 0 0 0,1 1 0 0 0,0-1 0 0 0,0 1 0 0 0,0-1 0 0 0,0 0 0 0 0,0 0 0 0 0,0 0-1 0 0,0 0 1 0 0,-1 0 0 0 0,1 0 0 0 0,0 0 0 0 0,0 0 0 0 0,0 0 0 0 0,-2 0 0 0 0,3-1-4 0 0,-1 1-1 0 0,0-1 1 0 0,1 1-1 0 0,-1-1 1 0 0,0 1 0 0 0,1-1-1 0 0,-1 0 1 0 0,1 1-1 0 0,-1-1 1 0 0,1 1-1 0 0,-1-1 1 0 0,1 0 0 0 0,-1 0-1 0 0,1 1 1 0 0,0-1-1 0 0,-1 0 1 0 0,1 0-1 0 0,0 0 1 0 0,0 1-1 0 0,0-1 1 0 0,-1-2 0 0 0,0-16-9 0 0,1 19 6 0 0,1-12-8 0 0,0 0 0 0 0,0 0 0 0 0,1 1 1 0 0,1-1-1 0 0,0 1 0 0 0,1-1 0 0 0,0 1 0 0 0,1 0 0 0 0,0 0 1 0 0,0 1-1 0 0,1-1 0 0 0,11-13 0 0 0,-11 17 7 0 0,-1-1-1 0 0,2 1 1 0 0,-1 1 0 0 0,1-1-1 0 0,0 1 1 0 0,0 0 0 0 0,0 1-1 0 0,1 0 1 0 0,0 0 0 0 0,0 1-1 0 0,1-1 1 0 0,-1 2 0 0 0,1-1-1 0 0,0 1 1 0 0,0 1 0 0 0,15-3-1 0 0,-19 4 19 0 0,0 1-1 0 0,0 0 0 0 0,0 0 1 0 0,0 0-1 0 0,0 1 0 0 0,0-1 1 0 0,0 1-1 0 0,0 0 0 0 0,0 1 1 0 0,0-1-1 0 0,-1 1 1 0 0,1 0-1 0 0,0 0 0 0 0,-1 1 1 0 0,0-1-1 0 0,1 1 0 0 0,-1 0 1 0 0,0 0-1 0 0,0 0 0 0 0,-1 1 1 0 0,1 0-1 0 0,5 6 0 0 0,-5-4 22 0 0,-1 1 0 0 0,1-1-1 0 0,-1 1 1 0 0,0 0-1 0 0,0-1 1 0 0,-1 1-1 0 0,1 1 1 0 0,-2-1-1 0 0,1 0 1 0 0,-1 0-1 0 0,0 1 1 0 0,-1-1 0 0 0,0 1-1 0 0,-1 13 1 0 0,-18 93-2589 0 0,21-100 429 0 0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09.8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451 540 1536 0 0,'1'-2'251'0'0,"-1"-1"-1"0"0,0 1 1 0 0,1-1 0 0 0,-1 0-1 0 0,0 1 1 0 0,0-1 0 0 0,-1 0-1 0 0,1 1 1 0 0,-1-1 0 0 0,1 0-1 0 0,-1 1 1 0 0,0-1 0 0 0,0 1-1 0 0,0 0 1 0 0,0-1 0 0 0,0 1-1 0 0,-1 0 1 0 0,1-1 0 0 0,-1 1-1 0 0,1 0 1 0 0,-1 0 0 0 0,0 0-1 0 0,0 0 1 0 0,0 1 0 0 0,0-1-1 0 0,0 0 1 0 0,0 1 0 0 0,0-1-1 0 0,0 1 1 0 0,-1 0 0 0 0,1 0 0 0 0,-1 0-1 0 0,1 0 1 0 0,-1 0 0 0 0,-3 0-1 0 0,-1 0-75 0 0,0 0 0 0 0,-1 0-1 0 0,1 1 1 0 0,0 0 0 0 0,-1 1 0 0 0,1-1-1 0 0,0 1 1 0 0,0 1 0 0 0,0-1 0 0 0,0 1-1 0 0,-13 6 1 0 0,-5 4-40 0 0,1 0-1 0 0,1 2 1 0 0,0 1-1 0 0,1 1 1 0 0,0 0-1 0 0,1 2 0 0 0,2 0 1 0 0,-1 2-1 0 0,2 0 1 0 0,1 1-1 0 0,0 0 1 0 0,-17 32-1 0 0,32-48-109 0 0,-1 1 0 0 0,1 0 0 0 0,-1-1 0 0 0,2 1 0 0 0,-1 0 0 0 0,1 0 0 0 0,0 0 0 0 0,-1 10 0 0 0,2-14-19 0 0,0 0 0 0 0,0 0 0 0 0,0 0 0 0 0,0 0 0 0 0,1 0 0 0 0,-1 0 0 0 0,1 0 0 0 0,-1-1-1 0 0,1 1 1 0 0,0 0 0 0 0,-1 0 0 0 0,1 0 0 0 0,0-1 0 0 0,0 1 0 0 0,1 0 0 0 0,-1-1 0 0 0,0 1 0 0 0,0-1-1 0 0,1 1 1 0 0,-1-1 0 0 0,1 0 0 0 0,-1 1 0 0 0,1-1 0 0 0,0 0 0 0 0,-1 0 0 0 0,1 0 0 0 0,0-1 0 0 0,0 1 0 0 0,0 0-1 0 0,2 0 1 0 0,5 1-45 0 0,1 0-1 0 0,0-1 0 0 0,0 0 1 0 0,0-1-1 0 0,0 0 0 0 0,0-1 0 0 0,0 0 1 0 0,0 0-1 0 0,0-1 0 0 0,0 0 1 0 0,-1-1-1 0 0,1 0 0 0 0,-1 0 0 0 0,13-8 1 0 0,-2 1-63 0 0,-1-1 1 0 0,0 0 0 0 0,0-2 0 0 0,-2 0-1 0 0,25-23 1 0 0,-21 13 27 0 0,-1 0-1 0 0,-1-1 1 0 0,-1-1 0 0 0,-1-1-1 0 0,-2 0 1 0 0,0-1 0 0 0,18-48-1 0 0,-10 11 7 0 0,-3-1-1 0 0,16-92 1 0 0,-27 109 378 0 0,6-95 1 0 0,-15 141-228 0 0,-17 18 274 0 0,5 21-98 0 0,1 0-1 0 0,2 1 0 0 0,2 0 1 0 0,-4 45-1 0 0,8-57-188 0 0,-4 34 111 0 0,0 64 1 0 0,7-103-336 0 0,1-1 1 0 0,1 1 0 0 0,0 0 0 0 0,2-1 0 0 0,1 1 0 0 0,12 35-1 0 0,-13-49-153 0 0,-1 0-1 0 0,1 0 1 0 0,0 0-1 0 0,1-1 1 0 0,0 0-1 0 0,0 0 1 0 0,0 0-1 0 0,1 0 1 0 0,-1-1-1 0 0,1 0 1 0 0,1 0-1 0 0,-1 0 1 0 0,1-1-1 0 0,0 0 1 0 0,0-1 0 0 0,0 1-1 0 0,0-1 1 0 0,12 3-1 0 0,-14-4 185 0 0,1-1 0 0 0,-1 0 0 0 0,1 0 0 0 0,-1-1 0 0 0,1 1 0 0 0,0-1 0 0 0,-1-1 0 0 0,1 1 0 0 0,-1-1 0 0 0,1 0 0 0 0,-1 0 1 0 0,0 0-1 0 0,1-1 0 0 0,-1 0 0 0 0,0 0 0 0 0,0 0 0 0 0,0 0 0 0 0,0-1 0 0 0,0 0 0 0 0,-1 0 0 0 0,1-1 0 0 0,-1 1 0 0 0,0-1 0 0 0,0 0 0 0 0,0 0 0 0 0,6-8 0 0 0,-4 3 400 0 0,0 0 1 0 0,-1-1-1 0 0,0 0 0 0 0,0 0 1 0 0,5-21-1 0 0,8-56 2685 0 0,-16 74-2443 0 0,3-29 2413 0 0,-4 75-1399 0 0,-2 21-580 0 0,2 49-46 0 0,0-87-944 0 0,0 0 1 0 0,2-1-1 0 0,0 0 0 0 0,7 22 0 0 0,-9-34-89 0 0,0-1 0 0 0,0 0 1 0 0,0 0-1 0 0,0 1 0 0 0,1-1 1 0 0,-1 0-1 0 0,1 0 0 0 0,-1-1 1 0 0,1 1-1 0 0,2 2 0 0 0,-2-2-411 0 0,1 0 0 0 0,0 0 0 0 0,0-1 0 0 0,0 1 0 0 0,0-1 0 0 0,0 0 0 0 0,0 0 0 0 0,0 0-1 0 0,1 0 1 0 0,-1 0 0 0 0,0-1 0 0 0,1 1 0 0 0,-1-1 0 0 0,0 0 0 0 0,1 0 0 0 0,4-1 0 0 0,8-2-3193 0 0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10.0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83 1428 0 0,'-6'-9'891'0'0,"0"1"0"0"0,-1 0 1 0 0,1 0-1 0 0,-2 1 0 0 0,1 0 0 0 0,-1 0 0 0 0,0 1 0 0 0,0 0 0 0 0,-18-10 1 0 0,23 15-697 0 0,-2 2-53 0 0,-8 2-379 0 0,12-2-23 0 0,0 1 0 0 0,1-1 0 0 0,-1 1 0 0 0,1-1 0 0 0,-1 1 0 0 0,1-1 0 0 0,0 1 0 0 0,0 0 0 0 0,0-1 0 0 0,-1 1 0 0 0,1 0 0 0 0,1-1 0 0 0,-1 1 1 0 0,0 0-1 0 0,0-1 0 0 0,1 1 0 0 0,-1 0 0 0 0,1-1 0 0 0,-1 1 0 0 0,1-1 0 0 0,1 3 0 0 0,3 7-2057 0 0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10.2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23 1420 0 0,'8'-23'13477'0'0,"-6"47"-10853"0"0,-1-9-2464 0 0,3 48 881 0 0,-3-1 0 0 0,-9 70 0 0 0,-17 50-444 0 0,3-37-2122 0 0,16-50-2803 0 0,6-90 3825 0 0,0 1-324 0 0,-1-1 1 0 0,2 0-1 0 0,-1 0 0 0 0,0 1 0 0 0,1-1 0 0 0,0 0 1 0 0,0 0-1 0 0,1 0 0 0 0,2 6 0 0 0,2-1-3546 0 0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10.5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1 131 660 0 0,'10'-40'7100'0'0,"8"-51"2022"0"0,-18 94-7835 0 0,0 14-251 0 0,-2 25-442 0 0,-4 9-271 0 0,-6 71 375 0 0,12-106-1148 0 0,0 1-1 0 0,1-1 1 0 0,1 1 0 0 0,0-1 0 0 0,6 20-1 0 0,-7-32 50 0 0,1-1 0 0 0,-1 1 0 0 0,1 0 0 0 0,0 0 0 0 0,1-1 0 0 0,-1 1 0 0 0,1-1 0 0 0,-1 0 0 0 0,1 0 0 0 0,0 0 0 0 0,0 0 0 0 0,0 0-1 0 0,1 0 1 0 0,-1-1 0 0 0,1 0 0 0 0,-1 0 0 0 0,1 0 0 0 0,0 0 0 0 0,-1 0 0 0 0,1-1 0 0 0,0 1 0 0 0,0-1 0 0 0,1 0 0 0 0,-1-1 0 0 0,0 1 0 0 0,0-1-1 0 0,0 1 1 0 0,0-1 0 0 0,1-1 0 0 0,6 0 0 0 0,6-3-2880 0 0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10.9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0 239 1940 0 0,'5'-15'2998'0'0,"-1"0"1"0"0,3-33-1 0 0,-1 8 2655 0 0,-9 83-3783 0 0,2-29-1745 0 0,1 1 1 0 0,1-1-1 0 0,0 0 1 0 0,0 0-1 0 0,2 1 1 0 0,-1-1-1 0 0,2 0 1 0 0,0 0-1 0 0,9 19 0 0 0,-11-30-116 0 0,0 1-1 0 0,0-1 0 0 0,1 0 0 0 0,-1 0 1 0 0,1 0-1 0 0,0 0 0 0 0,0 0 0 0 0,0-1 0 0 0,0 1 1 0 0,1-1-1 0 0,-1 0 0 0 0,0 0 0 0 0,1 0 1 0 0,0 0-1 0 0,-1-1 0 0 0,1 0 0 0 0,0 1 0 0 0,0-1 1 0 0,0-1-1 0 0,0 1 0 0 0,0 0 0 0 0,0-1 0 0 0,0 0 1 0 0,0 0-1 0 0,5-1 0 0 0,-3 1-9 0 0,-1-1-1 0 0,1 0 1 0 0,0 0 0 0 0,-1-1-1 0 0,1 1 1 0 0,-1-1 0 0 0,0-1-1 0 0,1 1 1 0 0,-1-1 0 0 0,0 1-1 0 0,-1-2 1 0 0,1 1 0 0 0,0 0-1 0 0,-1-1 1 0 0,0 0 0 0 0,7-7-1 0 0,-6 3-10 0 0,0-1 1 0 0,0 1-1 0 0,-1-1 0 0 0,-1 0 0 0 0,1 0 0 0 0,-1 0 1 0 0,-1 0-1 0 0,0 0 0 0 0,0-1 0 0 0,0 1 0 0 0,-2-1 0 0 0,1 1 1 0 0,-1-1-1 0 0,-2-18 0 0 0,1 18-2 0 0,-1 0-1 0 0,0 0 1 0 0,0 0-1 0 0,-1 0 1 0 0,0 0-1 0 0,-1 1 1 0 0,0 0-1 0 0,-1-1 1 0 0,0 1 0 0 0,0 1-1 0 0,-1-1 1 0 0,0 1-1 0 0,-13-14 1 0 0,17 19 3 0 0,-1 1 1 0 0,0 0 0 0 0,0 0-1 0 0,1 0 1 0 0,-1 0-1 0 0,0 0 1 0 0,-1 1 0 0 0,1-1-1 0 0,0 1 1 0 0,0 0-1 0 0,-1 0 1 0 0,1 0 0 0 0,-1 0-1 0 0,1 1 1 0 0,-1-1-1 0 0,1 1 1 0 0,-1 0 0 0 0,1 0-1 0 0,-1 0 1 0 0,1 0-1 0 0,-1 1 1 0 0,1-1 0 0 0,0 1-1 0 0,-7 2 1 0 0,5 0-110 0 0,0-1-1 0 0,0 1 1 0 0,0 0-1 0 0,0 0 1 0 0,0 1 0 0 0,1-1-1 0 0,0 1 1 0 0,0 0 0 0 0,0 0-1 0 0,0 1 1 0 0,0-1-1 0 0,1 1 1 0 0,0 0 0 0 0,-4 8-1 0 0,3-6-283 0 0,1-1 0 0 0,0 1 0 0 0,1 0 0 0 0,0 0-1 0 0,0 0 1 0 0,0 0 0 0 0,1 0 0 0 0,0 0 0 0 0,1 11-1 0 0,0-13-258 0 0,0 0 0 0 0,1-1 0 0 0,0 1 0 0 0,0 0 0 0 0,0-1 0 0 0,1 0-1 0 0,-1 1 1 0 0,1-1 0 0 0,0 0 0 0 0,3 5 0 0 0,2 1-3055 0 0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11.4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1 129 984 0 0,'8'-19'5530'0'0,"-7"17"-4934"0"0,0-1 0 0 0,0 1 0 0 0,0 0 0 0 0,0 0 0 0 0,1 0 0 0 0,-1-1 0 0 0,1 1 0 0 0,2-3 0 0 0,-4 5-543 0 0,1 0 0 0 0,-1 0 0 0 0,0 1 0 0 0,1-1 0 0 0,-1 0 0 0 0,0 0 0 0 0,1 0 0 0 0,-1 0 0 0 0,0 1 0 0 0,1-1 1 0 0,-1 0-1 0 0,0 0 0 0 0,0 0 0 0 0,1 1 0 0 0,-1-1 0 0 0,0 0 0 0 0,0 0 0 0 0,1 1 0 0 0,-1-1 0 0 0,0 0 0 0 0,0 1 0 0 0,0-1 0 0 0,1 0 0 0 0,-1 1 1 0 0,0-1-1 0 0,0 0 0 0 0,0 1 0 0 0,0-1 0 0 0,0 0 0 0 0,0 1 0 0 0,0 0 0 0 0,5 13 577 0 0,-5-14-613 0 0,7 38 921 0 0,-2 0 0 0 0,-1 1-1 0 0,-3 62 1 0 0,-1-79-724 0 0,-2-13 103 0 0,-1-14-304 0 0,-4-20-229 0 0,7 5 88 0 0,-1 0 0 0 0,2 0 1 0 0,1 0-1 0 0,1 0 0 0 0,0 1 0 0 0,10-32 1 0 0,-9 40 95 0 0,0-1-1 0 0,0 1 1 0 0,1 1 0 0 0,1-1-1 0 0,0 1 1 0 0,0 0 0 0 0,1 0 0 0 0,0 1-1 0 0,1 0 1 0 0,0 0 0 0 0,0 1-1 0 0,15-12 1 0 0,-20 18 27 0 0,0 0 0 0 0,0 0-1 0 0,0 1 1 0 0,0-1-1 0 0,0 1 1 0 0,0-1 0 0 0,1 1-1 0 0,-1 0 1 0 0,1 0 0 0 0,-1 0-1 0 0,1 1 1 0 0,-1-1 0 0 0,1 1-1 0 0,-1 0 1 0 0,1 0 0 0 0,-1 0-1 0 0,1 1 1 0 0,-1-1 0 0 0,1 1-1 0 0,-1 0 1 0 0,0 0-1 0 0,1 0 1 0 0,-1 0 0 0 0,0 0-1 0 0,5 3 1 0 0,-3-1 69 0 0,-1 0 1 0 0,0 1-1 0 0,1-1 0 0 0,-1 1 1 0 0,0 0-1 0 0,-1 0 0 0 0,1 0 1 0 0,-1 0-1 0 0,0 1 0 0 0,0 0 1 0 0,0-1-1 0 0,0 1 0 0 0,-1 0 1 0 0,0 0-1 0 0,2 9 0 0 0,2 13 245 0 0,-2 1-1 0 0,-1 0 0 0 0,-1-1 0 0 0,-3 49 0 0 0,0-23-113 0 0,1-51-208 0 0,-1-1 1 0 0,1 0-1 0 0,0 1 1 0 0,0-1-1 0 0,1 0 1 0 0,-1 0-1 0 0,0 1 1 0 0,0-1-1 0 0,0 0 1 0 0,1 0-1 0 0,-1 1 1 0 0,1-1-1 0 0,-1 0 1 0 0,1 0-1 0 0,-1 0 1 0 0,1 0-1 0 0,0 0 1 0 0,0 0-1 0 0,-1 0 1 0 0,1 0-1 0 0,0 0 1 0 0,0 0-1 0 0,0 0 1 0 0,0 0-1 0 0,0 0 1 0 0,0-1-1 0 0,0 1 0 0 0,1 0 1 0 0,-1-1-1 0 0,0 1 1 0 0,0-1-1 0 0,0 1 1 0 0,1-1-1 0 0,-1 0 1 0 0,0 0-1 0 0,2 1 1 0 0,-1-1-188 0 0,1 0 1 0 0,0 0-1 0 0,0-1 0 0 0,-1 1 1 0 0,1-1-1 0 0,-1 1 0 0 0,1-1 1 0 0,0 0-1 0 0,-1 0 1 0 0,1 0-1 0 0,-1 0 0 0 0,0-1 1 0 0,1 1-1 0 0,-1-1 0 0 0,3-2 1 0 0,-1 0-700 0 0,0 0 1 0 0,0 0 0 0 0,-1-1-1 0 0,0 0 1 0 0,0 0-1 0 0,0 1 1 0 0,0-2-1 0 0,-1 1 1 0 0,3-8 0 0 0,-1-2-3671 0 0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11.7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252 51 740 0 0,'-138'-27'10471'0'0,"51"5"-12133"0"0,61 21-5483 0 0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11.8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0 1944 0 0,'-69'29'8344'0'0,"68"-28"-8028"0"0,1 0-304 0 0,0-1-1 0 0,-1 0 1 0 0,1 0 0 0 0,0 1 0 0 0,0-1-1 0 0,0 0 1 0 0,-1 0 0 0 0,1 1 0 0 0,0-1-1 0 0,0 0 1 0 0,0 0 0 0 0,0 1 0 0 0,0-1 0 0 0,0 0-1 0 0,-1 0 1 0 0,1 1 0 0 0,0-1 0 0 0,0 0-1 0 0,0 1 1 0 0,0-1 0 0 0,0 0 0 0 0,0 1-1 0 0,0-1 1 0 0,0 0 0 0 0,0 1 0 0 0,0-1-1 0 0,1 0 1 0 0,-1 1 0 0 0,7 1 45 0 0,1 1 1 0 0,-1-1-1 0 0,1-1 1 0 0,0 1-1 0 0,0-1 1 0 0,14-1-1 0 0,53-4-95 0 0,-29 1-273 0 0,203-14-5241 0 0,-179 10 2510 0 0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12.3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51 1044 0 0,'0'-16'4749'0'0,"0"-18"2261"0"0,-13 53-6466 0 0,-1 23-538 0 0,2 0 0 0 0,2 1-1 0 0,-9 77 1 0 0,18-116-388 0 0,1 1-1 0 0,1 0 1 0 0,-1-1-1 0 0,1 1 1 0 0,2 8 0 0 0,-3-11-151 0 0,1 0 1 0 0,0 0 0 0 0,0 0 0 0 0,0 0 0 0 0,0 0-1 0 0,0 0 1 0 0,0 0 0 0 0,3 2 0 0 0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12.7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214 55 640 0 0,'1'-2'724'0'0,"0"-2"217"0"0,0 0-1 0 0,1 0 0 0 0,-1 0 1 0 0,-1 0-1 0 0,1 0 1 0 0,-1 0-1 0 0,1-5 0 0 0,-1 9-824 0 0,0-1 0 0 0,0 0-1 0 0,-1 1 1 0 0,1-1-1 0 0,0 0 1 0 0,0 1-1 0 0,0-1 1 0 0,-1 0-1 0 0,1 1 1 0 0,0-1-1 0 0,-1 1 1 0 0,1-1-1 0 0,-1 0 1 0 0,1 1-1 0 0,0-1 1 0 0,-1 1-1 0 0,1-1 1 0 0,-1 1-1 0 0,0-1 1 0 0,0 0-1 0 0,-1 1-71 0 0,1-1 0 0 0,0 1 0 0 0,-1 0 0 0 0,1-1 0 0 0,-1 1 0 0 0,1 0 0 0 0,-1 0 0 0 0,1 0 1 0 0,-1 0-1 0 0,1 0 0 0 0,-1 0 0 0 0,1 0 0 0 0,-3 1 0 0 0,-5 2-4 0 0,2-1-1 0 0,-1 1 1 0 0,0 1 0 0 0,0 0 0 0 0,1 0-1 0 0,0 0 1 0 0,0 1 0 0 0,0 0 0 0 0,1 0-1 0 0,-1 1 1 0 0,1-1 0 0 0,0 1 0 0 0,1 1 0 0 0,0-1-1 0 0,0 1 1 0 0,-5 9 0 0 0,9-15-38 0 0,1 0 0 0 0,-1 1 1 0 0,1-1-1 0 0,0 0 0 0 0,0 0 0 0 0,-1 0 1 0 0,1 0-1 0 0,0 1 0 0 0,0-1 0 0 0,0 0 1 0 0,0 0-1 0 0,1 0 0 0 0,-1 1 0 0 0,0-1 0 0 0,0 0 1 0 0,1 0-1 0 0,-1 0 0 0 0,1 0 0 0 0,-1 0 1 0 0,1 0-1 0 0,-1 0 0 0 0,1 0 0 0 0,1 2 1 0 0,20 19 43 0 0,30 12-53 0 0,29 22-12 0 0,-74-50 76 0 0,-1 0 0 0 0,0 0 0 0 0,0 0 0 0 0,-1 0 0 0 0,6 9 0 0 0,-10-14 1 0 0,-1-1 0 0 0,0 1 0 0 0,1 0 1 0 0,-1 0-1 0 0,1 0 0 0 0,-1-1 0 0 0,0 1 0 0 0,1 0 0 0 0,-1 0 1 0 0,0 0-1 0 0,0 0 0 0 0,0 0 0 0 0,0-1 0 0 0,0 1 0 0 0,0 0 1 0 0,0 0-1 0 0,0 0 0 0 0,0 0 0 0 0,0 0 0 0 0,0-1 1 0 0,-1 1-1 0 0,1 0 0 0 0,0 0 0 0 0,-1 1 0 0 0,-1 0 27 0 0,1 0 0 0 0,0-1 0 0 0,-1 1 0 0 0,1 0 0 0 0,-1-1 0 0 0,1 1 0 0 0,-1-1 0 0 0,0 0 0 0 0,-3 3 0 0 0,-2 0 52 0 0,-1-1 1 0 0,1 0-1 0 0,-1 0 0 0 0,-8 2 1 0 0,5-2-333 0 0,0-1 0 0 0,-1-1 0 0 0,1 0 0 0 0,0-1 0 0 0,-1 0 0 0 0,1-1-1 0 0,-20-3 1 0 0,13 1-2025 0 0,1-1-1 0 0,-20-8 0 0 0,10 0-3165 0 0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12.9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78 616 0 0,'-4'-39'9142'0'0,"0"3"-5976"0"0,4 34-3057 0 0,-1 3-454 0 0,-1-1 156 0 0,1 1 0 0 0,0 0 0 0 0,0 0 0 0 0,-1 0 0 0 0,1 0 0 0 0,0 0-1 0 0,0 0 1 0 0,0 0 0 0 0,0 0 0 0 0,1 0 0 0 0,-3 3 0 0 0,2-2-109 0 0,-8 17-4068 0 0,6-9 1015 0 0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13.6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423 30 700 0 0,'10'-6'4515'0'0,"18"-18"6309"0"0,-38 26-10758 0 0,1-1-1 0 0,0 1 1 0 0,-1 1 0 0 0,1 0 0 0 0,1 0 0 0 0,-1 0-1 0 0,-12 8 1 0 0,1-2-15 0 0,-38 19-64 0 0,-62 41 0 0 0,79-44-103 0 0,40-24 114 0 0,0-1-1 0 0,0 1 0 0 0,0 0 0 0 0,0-1 1 0 0,0 1-1 0 0,0 0 0 0 0,1 0 1 0 0,-1-1-1 0 0,0 1 0 0 0,0 0 1 0 0,1 0-1 0 0,-1 0 0 0 0,0 0 1 0 0,1 0-1 0 0,-1 0 0 0 0,1 0 1 0 0,-1 0-1 0 0,1 0 0 0 0,-1 0 1 0 0,1 1-1 0 0,0-1 0 0 0,0 0 1 0 0,-1 0-1 0 0,1 1 0 0 0,1 0 3 0 0,-1 0-1 0 0,0 0 0 0 0,1 0 0 0 0,0 0 0 0 0,-1 0 0 0 0,1-1 0 0 0,0 1 0 0 0,0 0 1 0 0,0 0-1 0 0,0-1 0 0 0,0 1 0 0 0,0-1 0 0 0,2 2 0 0 0,3 3 4 0 0,0 0 0 0 0,0-1 0 0 0,1 0 0 0 0,0-1 0 0 0,11 7 0 0 0,4 0-11 0 0,0 0 0 0 0,0 2 0 0 0,-2 0 0 0 0,37 31 1 0 0,-56-43 20 0 0,0 0 0 0 0,0 0 0 0 0,0 0 0 0 0,0 0 0 0 0,-1 0 1 0 0,1 1-1 0 0,0-1 0 0 0,-1 0 0 0 0,1 0 0 0 0,-1 1 0 0 0,1-1 1 0 0,-1 0-1 0 0,0 1 0 0 0,1-1 0 0 0,-1 0 0 0 0,0 1 0 0 0,0-1 1 0 0,0 1-1 0 0,0-1 0 0 0,0 0 0 0 0,0 1 0 0 0,0-1 0 0 0,-1 0 1 0 0,1 1-1 0 0,-1-1 0 0 0,1 0 0 0 0,-1 1 0 0 0,1-1 0 0 0,-1 0 1 0 0,1 0-1 0 0,-1 1 0 0 0,0-1 0 0 0,0 0 0 0 0,0 0 0 0 0,0 0 1 0 0,0 0-1 0 0,-2 2 0 0 0,-1 1 67 0 0,-1 0-1 0 0,0 0 1 0 0,0 0 0 0 0,0-1 0 0 0,0 0 0 0 0,-12 6-1 0 0,0-3 32 0 0,-1-1-1 0 0,0 0 1 0 0,0-1-1 0 0,-33 3 1 0 0,-71-3-208 0 0,116-4 63 0 0,4 0-168 0 0,0 0-1 0 0,1 0 0 0 0,-1 0 1 0 0,0 0-1 0 0,0 0 0 0 0,1-1 0 0 0,-1 1 1 0 0,0 0-1 0 0,1-1 0 0 0,-1 1 1 0 0,0-1-1 0 0,1 0 0 0 0,-1 0 1 0 0,-1 0-1 0 0,2-4-1953 0 0,1 5 2058 0 0,0-1 0 0 0,0 1 0 0 0,0 0 0 0 0,1-2-392 0 0,11-7-1669 0 0,2 1-901 0 0,2-2-1093 0 0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14.1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99 276 0 0,'75'-38'7059'0'0,"-67"33"-5952"0"0,0-1-1 0 0,0 1 1 0 0,0-1-1 0 0,-1-1 1 0 0,0 1-1 0 0,10-12 1 0 0,-16 17-651 0 0,-2 0-439 0 0,1 0 0 0 0,-1 1 1 0 0,0-1-1 0 0,1 1 1 0 0,-1 0-1 0 0,1-1 0 0 0,-1 1 1 0 0,0-1-1 0 0,0 1 0 0 0,1 0 1 0 0,-1 0-1 0 0,0-1 0 0 0,0 1 1 0 0,1 0-1 0 0,-1 0 0 0 0,0 0 1 0 0,0 0-1 0 0,1 0 1 0 0,-1 0-1 0 0,0 0 0 0 0,0 0 1 0 0,1 0-1 0 0,-1 0 0 0 0,0 0 1 0 0,0 1-1 0 0,0-1 0 0 0,1 0 1 0 0,-2 1-1 0 0,-19 12 21 0 0,-1 0 1 0 0,2 2-1 0 0,-28 25 0 0 0,36-29-34 0 0,0 1 0 0 0,2 0 0 0 0,-1 0 0 0 0,1 1-1 0 0,1 1 1 0 0,-12 23 0 0 0,19-33 2 0 0,0 0-1 0 0,1 0 1 0 0,-1 1-1 0 0,1-1 1 0 0,0 0 0 0 0,0 0-1 0 0,0 1 1 0 0,1-1-1 0 0,0 0 1 0 0,0 1-1 0 0,0 7 1 0 0,1-10 0 0 0,-1 0 0 0 0,1 0 0 0 0,0 0 0 0 0,-1 0 0 0 0,1 0 0 0 0,0 0 0 0 0,0 0 0 0 0,0 0 0 0 0,1-1 0 0 0,-1 1 0 0 0,0 0 0 0 0,1 0 0 0 0,-1-1 0 0 0,1 1 0 0 0,-1-1-1 0 0,1 0 1 0 0,0 1 0 0 0,-1-1 0 0 0,1 0 0 0 0,0 0 0 0 0,0 0 0 0 0,0 0 0 0 0,0 0 0 0 0,4 0 0 0 0,-2 1 1 0 0,0-1 0 0 0,1 0-1 0 0,-1-1 1 0 0,0 1 0 0 0,1-1-1 0 0,-1 0 1 0 0,0 0 0 0 0,1 0 0 0 0,-1 0-1 0 0,0-1 1 0 0,1 0 0 0 0,-1 0-1 0 0,0 0 1 0 0,6-2 0 0 0,-4 0-11 0 0,0 0 1 0 0,0-1-1 0 0,0 0 0 0 0,-1 0 1 0 0,1 0-1 0 0,-1 0 0 0 0,0-1 1 0 0,6-7-1 0 0,4-8 14 0 0,0 0-1 0 0,-2-1 1 0 0,21-44 0 0 0,-28 53 36 0 0,14-28-93 0 0,-19 38-11 0 0,0 4-122 0 0,0 0 172 0 0,-1 0-1 0 0,1 0 0 0 0,-1 0 1 0 0,0 0-1 0 0,1 0 1 0 0,-1-1-1 0 0,0 1 0 0 0,0 0 1 0 0,-1 4-1 0 0,0 15-136 0 0,-1 3 271 0 0,1-1-1 0 0,4 40 1 0 0,-3-58-225 0 0,1 0-1 0 0,0 0 0 0 0,0 0 0 0 0,0 0 1 0 0,0 0-1 0 0,1 0 0 0 0,0-1 0 0 0,0 1 0 0 0,0 0 1 0 0,1-1-1 0 0,0 0 0 0 0,0 1 0 0 0,0-1 1 0 0,0 0-1 0 0,0 0 0 0 0,1-1 0 0 0,0 1 0 0 0,4 2 1 0 0,-4-3-218 0 0,1-1 0 0 0,-1 0 0 0 0,1 0 0 0 0,0 0 0 0 0,0-1 0 0 0,0 1 0 0 0,-1-1 0 0 0,1 0 0 0 0,0-1 0 0 0,0 1 0 0 0,1-1 0 0 0,8-1 0 0 0,-6 0-387 0 0,0 0 1 0 0,0-1 0 0 0,1 0-1 0 0,-1 0 1 0 0,-1-1 0 0 0,1 0-1 0 0,7-4 1 0 0,6-6-1700 0 0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14.6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50 235 1068 0 0,'11'-49'2787'0'0,"19"-120"6266"0"0,-29 153-8744 0 0,-3 18-86 0 0,-4 28 31 0 0,3-16-185 0 0,-53 276 1579 0 0,44-205-1281 0 0,-1 125 0 0 0,13-200-447 0 0,0 1-1 0 0,1-1 1 0 0,1 1-1 0 0,-1-1 1 0 0,1 1-1 0 0,1-1 1 0 0,0 0-1 0 0,1 0 1 0 0,0 0-1 0 0,7 13 1 0 0,-8-19-133 0 0,0 1 1 0 0,0-1-1 0 0,0 0 1 0 0,0-1-1 0 0,1 1 1 0 0,0-1 0 0 0,0 1-1 0 0,0-1 1 0 0,0 0-1 0 0,0-1 1 0 0,0 1-1 0 0,1-1 1 0 0,-1 0-1 0 0,1 0 1 0 0,0 0 0 0 0,0 0-1 0 0,-1-1 1 0 0,1 0-1 0 0,0 0 1 0 0,0 0-1 0 0,0-1 1 0 0,0 0-1 0 0,9 0 1 0 0,-4-1 23 0 0,-1-1 0 0 0,0 0 0 0 0,1 0 0 0 0,-1-1 1 0 0,0 0-1 0 0,0-1 0 0 0,-1 0 0 0 0,1 0 0 0 0,-1-1 0 0 0,0 0 0 0 0,0 0 0 0 0,0-1 1 0 0,-1 0-1 0 0,0 0 0 0 0,0-1 0 0 0,-1 0 0 0 0,8-10 0 0 0,1-2 1489 0 0,-2-1 0 0 0,0-1 0 0 0,-1 0-1 0 0,0 0 1 0 0,12-38 0 0 0,-2 9 1922 0 0,-22 48-3125 0 0,1 4-97 0 0,1 8 14 0 0,-1 0 1 0 0,-1 1-1 0 0,1-1 1 0 0,-2 0-1 0 0,1 0 1 0 0,-4 16-1 0 0,1-5 4 0 0,1 7-29 0 0,1 0-1 0 0,1 0 1 0 0,1 0-1 0 0,6 28 1 0 0,-7-55-99 0 0,0 0 0 0 0,0 0 0 0 0,0 0 0 0 0,0 0 0 0 0,1 1 0 0 0,-1-1 0 0 0,0 0 0 0 0,1 0 0 0 0,-1-1 0 0 0,1 1 1 0 0,-1 0-1 0 0,1 0 0 0 0,-1 0 0 0 0,1 0 0 0 0,0 0 0 0 0,-1 0 0 0 0,1-1 0 0 0,0 1 0 0 0,0 0 0 0 0,0-1 0 0 0,0 1 0 0 0,-1 0 0 0 0,1-1 0 0 0,0 1 0 0 0,0-1 0 0 0,0 1 0 0 0,0-1 0 0 0,0 0 0 0 0,0 1 0 0 0,0-1 0 0 0,0 0 1 0 0,0 0-1 0 0,0 0 0 0 0,1 0 0 0 0,-1 0 0 0 0,0 0 0 0 0,0 0 0 0 0,0 0 0 0 0,0 0 0 0 0,1-1 0 0 0,1 0-547 0 0,1 0 1 0 0,-1 0-1 0 0,0 0 0 0 0,0 0 1 0 0,1-1-1 0 0,-1 0 0 0 0,0 1 1 0 0,0-1-1 0 0,-1 0 1 0 0,5-4-1 0 0,5-7-3149 0 0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14.8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19 112 2004 0 0,'2'-25'6183'0'0,"-1"-28"0"0"0,-1 43-5790 0 0,0 8-184 0 0,-1-11-1691 0 0,-19 4-4919 0 0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15.0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11 2044 0 0,'-73'20'13169'0'0,"107"-27"-12598"0"0,94-1-1766 0 0,31-4-7169 0 0,-126 8 4543 0 0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15.4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430 12 2552 0 0,'-4'0'3351'0'0,"-55"-5"1068"0"0,25 1-3929 0 0,1 2-1 0 0,-1 2 0 0 0,0 1 1 0 0,1 1-1 0 0,-1 2 1 0 0,-38 10-1 0 0,67-13-499 0 0,0 1-1 0 0,0-1 1 0 0,-1 1 0 0 0,1 0-1 0 0,1 1 1 0 0,-1-1 0 0 0,0 1 0 0 0,1 0-1 0 0,-1 0 1 0 0,1 0 0 0 0,0 0-1 0 0,0 1 1 0 0,0 0 0 0 0,0 0 0 0 0,-3 6-1 0 0,6-9 12 0 0,1 0-1 0 0,-1 0 1 0 0,1 1-1 0 0,0-1 1 0 0,-1 0 0 0 0,1 1-1 0 0,0-1 1 0 0,0 0-1 0 0,0 1 1 0 0,0-1-1 0 0,0 0 1 0 0,0 1 0 0 0,1-1-1 0 0,-1 0 1 0 0,0 1-1 0 0,1-1 1 0 0,-1 0-1 0 0,1 1 1 0 0,0 0-1 0 0,13 21 25 0 0,4-4-13 0 0,0-2-1 0 0,2 0 1 0 0,0-1 0 0 0,30 19-1 0 0,17 14-61 0 0,-64-47 49 0 0,2 2 29 0 0,0-1 0 0 0,-1 1 0 0 0,1 0 0 0 0,-1 1 0 0 0,0-1-1 0 0,5 7 1 0 0,-9-10-2 0 0,0 0 0 0 0,0-1 0 0 0,1 1 0 0 0,-1 0 0 0 0,0-1 0 0 0,0 1 0 0 0,0 0 0 0 0,0-1 0 0 0,0 1 0 0 0,0 0 0 0 0,0-1 0 0 0,0 1 0 0 0,0 0 0 0 0,0-1 0 0 0,0 1 0 0 0,0 0 0 0 0,0-1 0 0 0,-1 1 0 0 0,1 0 0 0 0,0-1 0 0 0,-1 1 0 0 0,1-1 0 0 0,0 1 0 0 0,-1 0 0 0 0,0 0 0 0 0,-11 12 380 0 0,5-8-311 0 0,0-1-1 0 0,0 0 1 0 0,0-1 0 0 0,0 0 0 0 0,-1 0 0 0 0,1 0-1 0 0,-1-1 1 0 0,-10 2 0 0 0,-67 7 100 0 0,53-8-255 0 0,26-3-341 0 0,1 1-1 0 0,0-1 0 0 0,-1 0 1 0 0,1 0-1 0 0,-10-2 0 0 0,1-3-3365 0 0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16.1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532 135 1408 0 0,'8'-12'2019'0'0,"-1"-1"0"0"0,-1 0 0 0 0,0 0 0 0 0,-1-1 0 0 0,0 1 0 0 0,5-25 0 0 0,-9 20-603 0 0,-6 31-1416 0 0,-2 6 127 0 0,-24 72 1069 0 0,-24 110 0 0 0,44-154-870 0 0,-116 624 1490 0 0,91-435-1627 0 0,-38 221-97 0 0,53-317 54 0 0,21-135-146 0 0,4 7 8 0 0,5 0 2 0 0,-5-10-10 0 0,0 1 0 0 0,-1-2 0 0 0,1 1 0 0 0,0 0 0 0 0,1-1 0 0 0,-1 0 0 0 0,0 0 0 0 0,0 0 0 0 0,0 0 0 0 0,1-1 0 0 0,-1 0 0 0 0,0 0 0 0 0,1 0 1 0 0,7-1-1 0 0,-2 0-10 0 0,-1-1 1 0 0,1 0 0 0 0,-1 0 0 0 0,1 0-1 0 0,15-8 1 0 0,-17 6 16 0 0,-1 0 0 0 0,0 0 0 0 0,0 0 0 0 0,0-1 0 0 0,0 0 0 0 0,-1-1 0 0 0,11-11 1 0 0,-14 13-2 0 0,0-1 1 0 0,0 1-1 0 0,-1-1 1 0 0,1 1 0 0 0,-1-1-1 0 0,0 0 1 0 0,-1 0 0 0 0,1 0-1 0 0,-1 0 1 0 0,0 0-1 0 0,0 0 1 0 0,0 0 0 0 0,-1-10-1 0 0,-1-1-21 0 0,-1 1 0 0 0,0 1 0 0 0,-1-1 0 0 0,-1 0-1 0 0,0 1 1 0 0,-1-1 0 0 0,-1 1 0 0 0,0 0 0 0 0,-1 1-1 0 0,-15-23 1 0 0,-6-4-96 0 0,-66-72-1 0 0,-7 9-4 0 0,-36-41-270 0 0,132 139 225 0 0,1-1 0 0 0,0 1 0 0 0,0 0 0 0 0,1-1-1 0 0,0 0 1 0 0,0 0 0 0 0,0 0 0 0 0,0 0 0 0 0,-2-12 0 0 0,5 15 9 0 0,-1-1 1 0 0,1 1 0 0 0,0-1 0 0 0,0 1 0 0 0,1-1-1 0 0,-1 1 1 0 0,1-1 0 0 0,0 1 0 0 0,0-1 0 0 0,0 1 0 0 0,0 0-1 0 0,0 0 1 0 0,1-1 0 0 0,-1 1 0 0 0,1 0 0 0 0,0 0 0 0 0,0 0-1 0 0,0 1 1 0 0,0-1 0 0 0,4-3 0 0 0,6-6-563 0 0,1 1 0 0 0,0 0 1 0 0,1 0-1 0 0,26-14 0 0 0,66-27-3687 0 0,-66 33 1621 0 0,-5 2-545 0 0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16.4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94 460 0 0,'11'-31'6259'0'0,"-4"7"-1899"0"0,0-5-168 0 0,-6 20-3554 0 0,-3 16-720 0 0,-4 36-90 0 0,-7 59 648 0 0,12-88-815 0 0,1 1 0 0 0,0-1 1 0 0,1 0-1 0 0,1 0 0 0 0,3 15 0 0 0,-4-26 43 0 0,0-1 0 0 0,0 1 0 0 0,0-1 0 0 0,0 0-1 0 0,0 1 1 0 0,0-1 0 0 0,0 0 0 0 0,4 4 0 0 0,18 6-8733 0 0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16.6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71 1116 0 0,'-2'-6'1068'0'0,"0"1"1"0"0,0-1-1 0 0,-1 1 0 0 0,0 0 0 0 0,-4-7 1 0 0,3 7-625 0 0,1 0 0 0 0,-2 0 0 0 0,1 0 1 0 0,-8-5-1 0 0,11 8-502 0 0,-2 3-559 0 0,3-1 571 0 0,-15 4-1123 0 0,15-3 1014 0 0,-1-1 1 0 0,1 0 0 0 0,-1 1 0 0 0,1-1 0 0 0,0 0 0 0 0,-1 1 0 0 0,1-1 0 0 0,0 0 0 0 0,-1 1 0 0 0,1-1 0 0 0,0 1-1 0 0,-1-1 1 0 0,1 1 0 0 0,0-1 0 0 0,0 1 0 0 0,-1-1 0 0 0,1 1 0 0 0,0-1 0 0 0,0 1 0 0 0,0-1 0 0 0,0 1-1 0 0,0 0 1 0 0,0 9-1754 0 0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92 120 600 0 0,'2'8'1429'0'0,"1"-1"0"0"0,-1 1 1 0 0,1-1-1 0 0,6 11 597 0 0,22 2 1973 0 0,-28-19-3813 0 0,-1-1-1 0 0,1 1 1 0 0,-1 0 0 0 0,1-1-1 0 0,0 0 1 0 0,-1 1 0 0 0,1-1-1 0 0,-1 0 1 0 0,1 0 0 0 0,-1-1 0 0 0,1 1-1 0 0,0 0 1 0 0,-1-1 0 0 0,1 0-1 0 0,-1 1 1 0 0,1-1 0 0 0,-1 0 0 0 0,0 0-1 0 0,1-1 1 0 0,-1 1 0 0 0,0 0-1 0 0,0-1 1 0 0,0 1 0 0 0,0-1 0 0 0,0 0-1 0 0,0 0 1 0 0,0 0 0 0 0,-1 1-1 0 0,1-2 1 0 0,-1 1 0 0 0,1 0 0 0 0,-1 0-1 0 0,0 0 1 0 0,2-4 0 0 0,0-3-126 0 0,1-1 1 0 0,-1 1 0 0 0,-1-1-1 0 0,0 1 1 0 0,0-1-1 0 0,-1 0 1 0 0,0 0 0 0 0,-1 0-1 0 0,0 0 1 0 0,0 0 0 0 0,-4-18-1 0 0,4 27-68 0 0,-1 0-1 0 0,1 0 1 0 0,0 0-1 0 0,0 1 1 0 0,-1-1-1 0 0,1 0 1 0 0,0 0-1 0 0,-1 0 1 0 0,1 1-1 0 0,-1-1 1 0 0,1 0-1 0 0,-1 1 1 0 0,0-1-1 0 0,1 0 1 0 0,-1 1-1 0 0,0-1 1 0 0,1 1-1 0 0,-1-1 1 0 0,0 1-1 0 0,1-1 1 0 0,-1 1-1 0 0,0-1 1 0 0,0 1-1 0 0,-1-1 1 0 0,0 1-4 0 0,0 0 0 0 0,0-1 1 0 0,0 1-1 0 0,0 0 1 0 0,-1 0-1 0 0,1 0 0 0 0,0 1 1 0 0,0-1-1 0 0,-4 1 1 0 0,-3 2-15 0 0,0 1 1 0 0,1-1-1 0 0,-13 8 1 0 0,7-3 9 0 0,0 1 1 0 0,1 0-1 0 0,-1 1 0 0 0,2 1 0 0 0,0 0 0 0 0,-12 14 1 0 0,20-20-100 0 0,-1 0 0 0 0,1 0 0 0 0,0 1 0 0 0,1-1 0 0 0,-1 1 0 0 0,1 0-1 0 0,0 0 1 0 0,1 0 0 0 0,-1 0 0 0 0,1 0 0 0 0,1 1 0 0 0,-1-1 0 0 0,1 1 0 0 0,0-1 0 0 0,0 1 0 0 0,1-1 0 0 0,1 14 0 0 0,0-16-102 0 0,0 0 1 0 0,1 0-1 0 0,0 0 0 0 0,-1 0 0 0 0,2 0 1 0 0,-1-1-1 0 0,0 1 0 0 0,1-1 0 0 0,-1 1 1 0 0,1-1-1 0 0,0 0 0 0 0,0 0 0 0 0,1 0 1 0 0,-1-1-1 0 0,1 1 0 0 0,-1-1 0 0 0,1 0 1 0 0,0 1-1 0 0,-1-2 0 0 0,8 4 0 0 0,6 1-912 0 0,0 0-1 0 0,1-1 0 0 0,27 4 0 0 0,-7-5-1347 0 0,-1-3-529 0 0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17.4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204 617 408 0 0,'11'-7'1187'0'0,"-1"-1"0"0"0,0 0 0 0 0,0 0 0 0 0,0-1 1 0 0,-1 0-1 0 0,-1-1 0 0 0,0 0 0 0 0,0 0 0 0 0,9-17 0 0 0,-17 27-1173 0 0,0-1 0 0 0,0 1 0 0 0,0 0-1 0 0,0-1 1 0 0,0 1 0 0 0,0 0 0 0 0,0 0 0 0 0,0-1 0 0 0,0 1-1 0 0,0 0 1 0 0,0-1 0 0 0,0 1 0 0 0,-1 0 0 0 0,1-1-1 0 0,0 1 1 0 0,0 0 0 0 0,0 0 0 0 0,0-1 0 0 0,0 1 0 0 0,-1 0-1 0 0,1 0 1 0 0,0-1 0 0 0,0 1 0 0 0,0 0 0 0 0,-1 0 0 0 0,1 0-1 0 0,0-1 1 0 0,0 1 0 0 0,-1 0 0 0 0,1 0 0 0 0,0 0-1 0 0,0 0 1 0 0,-1 0 0 0 0,1-1 0 0 0,0 1 0 0 0,-1 0 0 0 0,1 0-1 0 0,0 0 1 0 0,0 0 0 0 0,-1 0 0 0 0,1 0 0 0 0,0 0 0 0 0,-1 0-1 0 0,1 0 1 0 0,0 0 0 0 0,-1 0 0 0 0,1 0 0 0 0,0 0-1 0 0,0 1 1 0 0,-1-1 0 0 0,-13 1 57 0 0,4 3 2 0 0,1-1 0 0 0,0 1 0 0 0,0 1 0 0 0,0-1 0 0 0,0 2 1 0 0,1-1-1 0 0,0 1 0 0 0,-10 9 0 0 0,-1 0 121 0 0,1-1-69 0 0,0 1 0 0 0,0 0 0 0 0,2 2 0 0 0,0 0-1 0 0,1 0 1 0 0,0 2 0 0 0,2 0 0 0 0,-17 30 0 0 0,28-46-70 0 0,1 0 0 0 0,-1 0 0 0 0,0 0 0 0 0,1 1 0 0 0,0-1 0 0 0,0 0 1 0 0,0 1-1 0 0,0-1 0 0 0,1 1 0 0 0,-1-1 0 0 0,1 1 0 0 0,0-1 0 0 0,0 1 1 0 0,0 0-1 0 0,0-1 0 0 0,1 1 0 0 0,0-1 0 0 0,1 8 0 0 0,-1-11 7 0 0,0 1 0 0 0,0 0 0 0 0,0 0 0 0 0,-1 0 0 0 0,1 0 0 0 0,0-1 0 0 0,0 1 0 0 0,0 0 0 0 0,0-1 0 0 0,0 1 1 0 0,1-1-1 0 0,-1 1 0 0 0,0-1 0 0 0,0 1 0 0 0,0-1 0 0 0,0 0 0 0 0,1 0 0 0 0,-1 1 0 0 0,2-1 0 0 0,22-1 547 0 0,-17-1-501 0 0,0 0 0 0 0,-1-1-1 0 0,1 0 1 0 0,-1-1 0 0 0,0 0-1 0 0,1 0 1 0 0,-2 0 0 0 0,1-1-1 0 0,7-6 1 0 0,6-6 109 0 0,26-32 0 0 0,-10 6-192 0 0,-2-2-1 0 0,-2-1 0 0 0,-2-2 1 0 0,38-82-1 0 0,-28 39-283 0 0,48-171-1 0 0,-86 254 245 0 0,0 2-34 0 0,0 0 0 0 0,-1 1 1 0 0,1-1-1 0 0,-2 0 0 0 0,1 0 0 0 0,0-11 0 0 0,-2 15-10 0 0,-1 3 51 0 0,0 0 0 0 0,0-1 0 0 0,0 1 0 0 0,0 0 0 0 0,0 0 0 0 0,0 0 0 0 0,0 0 0 0 0,0 0 0 0 0,1 1 0 0 0,-1-1 0 0 0,0 1 0 0 0,1-1 0 0 0,-1 1 0 0 0,-2 3 0 0 0,-19 25-32 0 0,5 2 11 0 0,1 0-1 0 0,2 1 1 0 0,1 1-1 0 0,1 0 0 0 0,2 1 1 0 0,2 0-1 0 0,1 1 1 0 0,1 0-1 0 0,2 0 0 0 0,2 0 1 0 0,1 1-1 0 0,6 64 1 0 0,-1-83-1042 0 0,0 1 1 0 0,10 29 0 0 0,-10-37-540 0 0,2 0 0 0 0,0 0-1 0 0,6 10 1 0 0,4 3-4416 0 0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21.6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0 1436 0 0,'0'0'2568'0'0,"17"2"-1652"0"0,-13 7-355 0 0,-6 4-301 0 0,0-1-76 0 0,-5 0 32 0 0,-3 6-72 0 0,0-3-44 0 0,-4 6-336 0 0,-5-1-380 0 0,0 4-1137 0 0,-8 4 377 0 0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23.0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25 1432 0 0,'-21'-22'12091'0'0,"21"22"-12062"0"0,0 0 0 0 0,-1 0 0 0 0,1-1 0 0 0,-1 1 0 0 0,1 0 0 0 0,0 0 0 0 0,-1-1 1 0 0,1 1-1 0 0,-1 0 0 0 0,1 0 0 0 0,0 0 0 0 0,-1 0 0 0 0,1 0 0 0 0,-1 0 1 0 0,1 0-1 0 0,-1 0 0 0 0,1 0 0 0 0,0 0 0 0 0,-1 0 0 0 0,1 0 0 0 0,-1 0 0 0 0,1 0 1 0 0,-1 0-1 0 0,1 0 0 0 0,0 1 0 0 0,-1-1 0 0 0,1 0 0 0 0,-1 0 0 0 0,1 0 0 0 0,-1 1 1 0 0,-5 14 279 0 0,6 28-311 0 0,0-33 142 0 0,-45 608 2193 0 0,33-506-2162 0 0,7-74-206 0 0,0 10-320 0 0,3-15-9804 0 0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24.0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83 416 300 0 0,'-83'-28'10994'0'0,"111"26"-10921"0"0,0-1 0 0 0,0-1 0 0 0,52-16-1 0 0,-25 6-31 0 0,424-109 67 0 0,-466 119-77 0 0,0 0-1 0 0,-1 0 1 0 0,1-2-1 0 0,-1 1 1 0 0,0-2-1 0 0,0 1 0 0 0,0-2 1 0 0,12-10-1 0 0,-19 14-24 0 0,-1 0 0 0 0,0 0 0 0 0,0-1 0 0 0,0 0 0 0 0,0 0-1 0 0,-1 0 1 0 0,0 0 0 0 0,0 0 0 0 0,0-1 0 0 0,-1 1 0 0 0,0-1-1 0 0,0 0 1 0 0,0 0 0 0 0,-1 0 0 0 0,1 0 0 0 0,-2 0 0 0 0,1 0 0 0 0,-1 0-1 0 0,1 0 1 0 0,-2-9 0 0 0,-5-11-25 0 0,6 25 17 0 0,-1 1 1 0 0,1-1 0 0 0,-1 0-1 0 0,1 0 1 0 0,-1 1-1 0 0,1-1 1 0 0,-1 0 0 0 0,0 1-1 0 0,1-1 1 0 0,-1 1-1 0 0,0-1 1 0 0,1 1 0 0 0,-1-1-1 0 0,0 1 1 0 0,0-1-1 0 0,0 1 1 0 0,1 0 0 0 0,-1-1-1 0 0,0 1 1 0 0,0 0-1 0 0,-2-1 1 0 0,2 1 0 0 0,0 0 0 0 0,0 1 0 0 0,-1-1 0 0 0,1 0-1 0 0,0 0 1 0 0,0 1 0 0 0,-1-1 0 0 0,1 0 0 0 0,0 1 0 0 0,0-1-1 0 0,0 1 1 0 0,-1 0 0 0 0,1-1 0 0 0,0 1 0 0 0,0 0 0 0 0,0 0 0 0 0,0-1-1 0 0,-1 3 1 0 0,-15 17-74 0 0,16-17 49 0 0,-8 9 6 0 0,2 1 0 0 0,-1 0-1 0 0,2 0 1 0 0,-8 23-1 0 0,-14 61 92 0 0,24-85-53 0 0,-11 54 105 0 0,3 0 1 0 0,-4 81-1 0 0,8 132 641 0 0,5-257-404 0 0,-1-18-210 0 0,0-13-156 0 0,2-3-2 0 0,0 0-1 0 0,1 0 1 0 0,0 0 0 0 0,1 0 0 0 0,1 0 0 0 0,0 0 0 0 0,0 0 0 0 0,1 1 0 0 0,1-1 0 0 0,0 0 0 0 0,0 1 0 0 0,2-1 0 0 0,-1 1 0 0 0,8-13 0 0 0,-5 10-8 0 0,1 1-1 0 0,1 0 1 0 0,0 0-1 0 0,0 1 1 0 0,1 0 0 0 0,1 0-1 0 0,0 1 1 0 0,1 1 0 0 0,0 0-1 0 0,23-15 1 0 0,-29 22 8 0 0,0 0 0 0 0,0 0-1 0 0,0 1 1 0 0,0 0 0 0 0,0 0 0 0 0,0 0 0 0 0,1 1 0 0 0,-1 0-1 0 0,1 0 1 0 0,-1 1 0 0 0,1-1 0 0 0,-1 2 0 0 0,1-1 0 0 0,-1 1 0 0 0,10 1-1 0 0,-12-1 12 0 0,-1 1 0 0 0,1-1 0 0 0,0 0 0 0 0,0 1-1 0 0,-1 0 1 0 0,1 0 0 0 0,-1 0 0 0 0,0 0 0 0 0,1 1-1 0 0,-1-1 1 0 0,0 1 0 0 0,0 0 0 0 0,-1 0-1 0 0,1 0 1 0 0,-1 0 0 0 0,1 1 0 0 0,-1-1 0 0 0,0 0-1 0 0,0 1 1 0 0,0 0 0 0 0,-1-1 0 0 0,1 1 0 0 0,-1 0-1 0 0,0 0 1 0 0,1 7 0 0 0,0 1 87 0 0,-2 0 0 0 0,1 0 0 0 0,-1 1 0 0 0,-1-1 0 0 0,0 0 0 0 0,-5 23 0 0 0,-28 72 378 0 0,8-27-280 0 0,24-75-166 0 0,2-3-13 0 0,-1-1 0 0 0,0 0 0 0 0,1 1 1 0 0,-1-1-1 0 0,1 1 0 0 0,0-1 0 0 0,-1 1 0 0 0,1-1 0 0 0,0 1 0 0 0,0-1 0 0 0,0 1 0 0 0,0-1 0 0 0,0 1 0 0 0,0-1 0 0 0,1 1 0 0 0,-1-1 0 0 0,0 0 0 0 0,1 1 0 0 0,-1-1 0 0 0,1 1 0 0 0,0-1 0 0 0,-1 0 0 0 0,3 3 0 0 0,-2-3-5 0 0,0-1-1 0 0,0 1 0 0 0,0-1 0 0 0,0 0 0 0 0,0 1 0 0 0,0-1 0 0 0,0 0 1 0 0,0 0-1 0 0,0 0 0 0 0,0 1 0 0 0,0-1 0 0 0,0 0 0 0 0,0 0 0 0 0,1-1 1 0 0,-1 1-1 0 0,0 0 0 0 0,1-1 0 0 0,24-5 14 0 0,-19 4-11 0 0,15-6-11 0 0,0-1 0 0 0,0-1 0 0 0,0-2-1 0 0,-1 0 1 0 0,24-18 0 0 0,-23 15-16 0 0,1 0-9 0 0,-1-2 0 0 0,39-37 0 0 0,-49 42 20 0 0,-1-1 0 0 0,-1 0 0 0 0,0 0 0 0 0,-1-1 0 0 0,0 0 0 0 0,8-18 0 0 0,-15 27 5 0 0,0-1 0 0 0,0 1 0 0 0,-1-1 0 0 0,1 0 0 0 0,-1 0 0 0 0,0 1 0 0 0,-1-9 0 0 0,1 12 1 0 0,-1 0 0 0 0,0-1 0 0 0,-1 1 0 0 0,1 0 0 0 0,0 0 0 0 0,-1 0 0 0 0,1 0 0 0 0,-1 0 0 0 0,0 0 0 0 0,0 0 0 0 0,1 0 0 0 0,-1 0 0 0 0,-1 0 0 0 0,1 0 0 0 0,0 0 0 0 0,0 1 0 0 0,-1-1 0 0 0,1 0 0 0 0,-1 1 0 0 0,1-1 0 0 0,-1 1 0 0 0,-2-2 0 0 0,2 3 2 0 0,0-1 0 0 0,-1 0-1 0 0,1 1 1 0 0,0-1-1 0 0,-1 1 1 0 0,1 0 0 0 0,-1 0-1 0 0,1 0 1 0 0,-1 0-1 0 0,1 0 1 0 0,0 0 0 0 0,-1 1-1 0 0,1-1 1 0 0,-1 1-1 0 0,1 0 1 0 0,0 0 0 0 0,-1 0-1 0 0,1 0 1 0 0,-2 1-1 0 0,-5 3 6 0 0,1 1-1 0 0,-1-1 1 0 0,1 2-1 0 0,1-1 1 0 0,-1 1-1 0 0,1 0 1 0 0,0 1-1 0 0,1-1 1 0 0,0 1-1 0 0,-9 15 1 0 0,9-12 17 0 0,-1 1 0 0 0,2 0 1 0 0,0 0-1 0 0,0 1 0 0 0,1-1 1 0 0,1 1-1 0 0,-4 21 0 0 0,6-29-3 0 0,1 1 1 0 0,0 0-1 0 0,0 0 0 0 0,0 0 0 0 0,0 0 0 0 0,1 0 0 0 0,0 0 1 0 0,0 0-1 0 0,1-1 0 0 0,0 1 0 0 0,0 0 0 0 0,0-1 0 0 0,0 1 0 0 0,1-1 1 0 0,0 0-1 0 0,0 0 0 0 0,5 6 0 0 0,-3-6-119 0 0,0-1-1 0 0,0 1 1 0 0,0-1-1 0 0,0 0 1 0 0,1-1-1 0 0,0 1 0 0 0,0-1 1 0 0,0 0-1 0 0,0 0 1 0 0,0-1-1 0 0,1 0 1 0 0,-1 0-1 0 0,1 0 1 0 0,-1-1-1 0 0,8 1 1 0 0,6-1-1165 0 0,0 0-1 0 0,0-1 1 0 0,0-1 0 0 0,0-1 0 0 0,28-6 0 0 0,-19 1-2022 0 0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24.6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73 115 524 0 0,'0'-7'1429'0'0,"-1"0"-1"0"0,0-1 1 0 0,-1 1 0 0 0,0 0 0 0 0,-5-13-1 0 0,4 9-468 0 0,2 10-616 0 0,1 0-304 0 0,0 1 1 0 0,0-1-1 0 0,-1 1 0 0 0,1 0 0 0 0,0-1 0 0 0,0 1 1 0 0,-1-1-1 0 0,1 1 0 0 0,0 0 0 0 0,0 0 0 0 0,-1-1 1 0 0,1 1-1 0 0,0 0 0 0 0,-1-1 0 0 0,1 1 0 0 0,0 0 0 0 0,-1 0 1 0 0,1 0-1 0 0,-1-1 0 0 0,1 1 0 0 0,-1 0 0 0 0,0 16 347 0 0,1 1 0 0 0,0-1 0 0 0,4 23-1 0 0,0 22 184 0 0,-16 102 1232 0 0,12-162-1784 0 0,-1-1 0 0 0,1 1-1 0 0,0-1 1 0 0,-1 1 0 0 0,1-1-1 0 0,0 1 1 0 0,-1-1 0 0 0,1 1-1 0 0,-1-1 1 0 0,1 0 0 0 0,-1 1-1 0 0,1-1 1 0 0,-1 0 0 0 0,1 1-1 0 0,-1-1 1 0 0,1 0 0 0 0,-1 0-1 0 0,1 0 1 0 0,-1 1 0 0 0,1-1-1 0 0,-1 0 1 0 0,0 0 0 0 0,1 0-1 0 0,-1 0 1 0 0,1 0 0 0 0,-1 0-1 0 0,0 0 1 0 0,1 0 0 0 0,-1 0-1 0 0,1 0 1 0 0,-1-1 0 0 0,1 1-1 0 0,-1 0 1 0 0,0 0 0 0 0,1 0-1 0 0,-1-1 1 0 0,1 1 0 0 0,-1 0-1 0 0,1-1 1 0 0,-1 1 0 0 0,1 0-1 0 0,0-1 1 0 0,-1 1 0 0 0,1-1-1 0 0,-1 1 1 0 0,1-1 0 0 0,-1 0-1 0 0,-2-4-19 0 0,0 0 0 0 0,1 0 0 0 0,0-1-1 0 0,-1 0 1 0 0,2 1 0 0 0,-1-1 0 0 0,1 0-1 0 0,0 0 1 0 0,0 0 0 0 0,0 0 0 0 0,1-8-1 0 0,1 4-8 0 0,0 1 0 0 0,0-1-1 0 0,1 0 1 0 0,0 0-1 0 0,1 1 1 0 0,5-13-1 0 0,0 4-9 0 0,0 1 1 0 0,2 1-1 0 0,0-1 0 0 0,0 2 0 0 0,2-1 0 0 0,23-24 0 0 0,-29 34 12 0 0,0 1 1 0 0,1 0-1 0 0,-1 0 0 0 0,1 0 0 0 0,0 0 1 0 0,0 1-1 0 0,0 1 0 0 0,1-1 0 0 0,-1 1 0 0 0,1 0 1 0 0,0 1-1 0 0,0 0 0 0 0,0 0 0 0 0,10-1 1 0 0,-13 3 3 0 0,1 0 0 0 0,-1 0 0 0 0,0 1 0 0 0,0-1 0 0 0,0 1 0 0 0,0 0 0 0 0,0 0 0 0 0,-1 1 0 0 0,1 0 1 0 0,0-1-1 0 0,-1 2 0 0 0,1-1 0 0 0,-1 0 0 0 0,1 1 0 0 0,-1 0 0 0 0,0 0 0 0 0,0 0 0 0 0,-1 1 0 0 0,1-1 1 0 0,0 1-1 0 0,-1 0 0 0 0,0 0 0 0 0,0 0 0 0 0,3 6 0 0 0,-2-3 46 0 0,0 1 1 0 0,0 1-1 0 0,-1-1 1 0 0,0 0-1 0 0,0 1 0 0 0,-1 0 1 0 0,-1-1-1 0 0,1 1 0 0 0,0 11 1 0 0,-2 7 322 0 0,-6 46 1 0 0,1 5-69 0 0,5-76-255 0 0,0 1 9 0 0,0-3-47 0 0,0 1 1 0 0,-1-1-1 0 0,1 0 0 0 0,0 1 1 0 0,0-1-1 0 0,0 1 0 0 0,0-1 1 0 0,0 0-1 0 0,0 1 0 0 0,0-1 1 0 0,0 1-1 0 0,0-1 0 0 0,0 0 0 0 0,0 1 1 0 0,0-1-1 0 0,1 0 0 0 0,-1 1 1 0 0,0-1-1 0 0,0 0 0 0 0,0 1 1 0 0,0-1-1 0 0,1 0 0 0 0,-1 1 1 0 0,0-1-1 0 0,1 1 0 0 0,2 0-13 0 0,1-1 0 0 0,-1 1-1 0 0,0 0 1 0 0,1-1 0 0 0,-1 0 0 0 0,1 0 0 0 0,-1 0-1 0 0,1 0 1 0 0,-1-1 0 0 0,1 1 0 0 0,-1-1-1 0 0,7-2 1 0 0,47-19-1553 0 0,-38 14 591 0 0,87-39-6761 0 0,-73 32 3378 0 0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25.2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105 689 2048 0 0,'-27'5'3547'0'0,"-14"3"405"0"0,39-8-3839 0 0,0 1 0 0 0,-1 0 0 0 0,1 0 1 0 0,0 0-1 0 0,0 1 0 0 0,-1-1 0 0 0,1 0 1 0 0,0 1-1 0 0,0-1 0 0 0,1 1 1 0 0,-1 0-1 0 0,0 0 0 0 0,-2 3 0 0 0,4-5-95 0 0,-1 1 1 0 0,1 0-1 0 0,-1 0 0 0 0,1 0 0 0 0,-1 0 0 0 0,1 0 0 0 0,-1 0 0 0 0,1 0 0 0 0,0 0 0 0 0,-1 0 1 0 0,1 0-1 0 0,0 0 0 0 0,0 0 0 0 0,0 0 0 0 0,0 0 0 0 0,0 0 0 0 0,0 0 0 0 0,0 0 0 0 0,0 0 1 0 0,1 0-1 0 0,-1 0 0 0 0,0 0 0 0 0,1 2 0 0 0,0-2 2 0 0,0 1 0 0 0,0-1 1 0 0,0 1-1 0 0,1-1 0 0 0,-1 0 0 0 0,0 0 1 0 0,1 1-1 0 0,-1-1 0 0 0,1 0 0 0 0,-1 0 1 0 0,1 0-1 0 0,2 1 0 0 0,1 0 11 0 0,1 0 1 0 0,-1 0-1 0 0,1 0 1 0 0,-1-1-1 0 0,1 0 0 0 0,0 0 1 0 0,6 1-1 0 0,5-3-25 0 0,-1-1-1 0 0,1 0 1 0 0,-1-1 0 0 0,1-1-1 0 0,-1 0 1 0 0,0-2 0 0 0,-1 1-1 0 0,1-2 1 0 0,-1 0 0 0 0,-1-1-1 0 0,1 0 1 0 0,-1-1 0 0 0,-1-1-1 0 0,1 0 1 0 0,-2-1 0 0 0,1-1-1 0 0,-2 1 1 0 0,0-2 0 0 0,0 0-1 0 0,-1 0 1 0 0,0-1 0 0 0,-1 0-1 0 0,11-26 1 0 0,-7 8-68 0 0,-3-1 0 0 0,0 1 0 0 0,-2-2 0 0 0,-2 1 0 0 0,4-62 0 0 0,-8 32 138 0 0,-2 0 1 0 0,-12-79 0 0 0,12 141-78 0 0,0 0-1 0 0,0 0 1 0 0,0-1-1 0 0,0 1 1 0 0,0 0-1 0 0,0 0 1 0 0,-1-1-1 0 0,1 1 1 0 0,0 0-1 0 0,-1 0 1 0 0,1-1-1 0 0,-1 1 1 0 0,0 0-1 0 0,1 0 1 0 0,-1 0-1 0 0,0 0 1 0 0,0 0-1 0 0,1 0 1 0 0,-3-1-1 0 0,3 2-2 0 0,-1 0 0 0 0,0 0-1 0 0,1 0 1 0 0,-1 0 0 0 0,0 0-1 0 0,0 0 1 0 0,1 0 0 0 0,-1 0 0 0 0,1 1-1 0 0,-1-1 1 0 0,0 0 0 0 0,1 1-1 0 0,-1-1 1 0 0,0 0 0 0 0,1 1-1 0 0,-1-1 1 0 0,1 0 0 0 0,-1 1-1 0 0,1-1 1 0 0,-1 1 0 0 0,1-1-1 0 0,-1 1 1 0 0,1-1 0 0 0,-1 2-1 0 0,-5 6-44 0 0,1 0 0 0 0,0 0 0 0 0,-6 15 0 0 0,-2 11 82 0 0,1 1 1 0 0,-14 66-1 0 0,2 77 210 0 0,21-146-174 0 0,2 1 1 0 0,4 52 0 0 0,-2-73-85 0 0,1-1 0 0 0,0 0 0 0 0,0 0 1 0 0,1 0-1 0 0,1 0 0 0 0,0 0 0 0 0,0 0 1 0 0,1-1-1 0 0,0 0 0 0 0,13 19 0 0 0,-14-25-148 0 0,0-1 0 0 0,-1 1 0 0 0,1-1 0 0 0,0 1-1 0 0,1-1 1 0 0,-1 0 0 0 0,0-1 0 0 0,1 1-1 0 0,0-1 1 0 0,-1 0 0 0 0,1 0 0 0 0,0 0 0 0 0,6 1-1 0 0,-5-2-484 0 0,0 0 1 0 0,0 0-1 0 0,0-1 0 0 0,0 0 0 0 0,0 0 0 0 0,11-2 0 0 0,4-2-2258 0 0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26.0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106 176 612 0 0,'-2'-22'1633'0'0,"1"-5"483"0"0,-1 0 0 0 0,-1 1 0 0 0,-11-44-1 0 0,14 70-2104 0 0,0 0 0 0 0,0 0 0 0 0,0 0 0 0 0,0 0 0 0 0,0-1 0 0 0,0 1 0 0 0,0 0 0 0 0,0 0-1 0 0,0 0 1 0 0,0 0 0 0 0,0 0 0 0 0,0-1 0 0 0,0 1 0 0 0,0 0 0 0 0,0 0 0 0 0,0 0 0 0 0,-1 0 0 0 0,1 0 0 0 0,0-1-1 0 0,0 1 1 0 0,0 0 0 0 0,0 0 0 0 0,0 0 0 0 0,0 0 0 0 0,0 0 0 0 0,-1 0 0 0 0,1 0 0 0 0,0 0 0 0 0,0-1-1 0 0,0 1 1 0 0,0 0 0 0 0,0 0 0 0 0,-1 0 0 0 0,1 0 0 0 0,0 0 0 0 0,0 0 0 0 0,0 0 0 0 0,0 0 0 0 0,0 0 0 0 0,-1 0-1 0 0,1 0 1 0 0,0 0 0 0 0,0 0 0 0 0,0 0 0 0 0,0 0 0 0 0,-1 0 0 0 0,1 0 0 0 0,0 0 0 0 0,0 0 0 0 0,0 0 0 0 0,0 0-1 0 0,0 1 1 0 0,-1-1 0 0 0,1 0 0 0 0,0 0 0 0 0,0 0 0 0 0,-7 13 228 0 0,-4 18-33 0 0,11-30-175 0 0,-13 54 556 0 0,3 0 0 0 0,-5 80 1 0 0,12-95-375 0 0,-15 457 1405 0 0,21-486-1457 0 0,4-14-47 0 0,4-15-81 0 0,11-26-33 0 0,-8 13-40 0 0,1 1 0 0 0,1 0-1 0 0,2 2 1 0 0,1 0 0 0 0,24-27-1 0 0,-38 49 19 0 0,0 1-1 0 0,1 0 1 0 0,-1 0-1 0 0,1 0 1 0 0,0 1-1 0 0,0 0 1 0 0,0 0-1 0 0,13-5 1 0 0,-17 8 18 0 0,1 1 0 0 0,0-1 0 0 0,0 0 0 0 0,0 1 0 0 0,0 0 1 0 0,0-1-1 0 0,0 1 0 0 0,0 0 0 0 0,0 1 0 0 0,0-1 0 0 0,0 1 0 0 0,0-1 0 0 0,0 1 1 0 0,0 0-1 0 0,0 0 0 0 0,-1 0 0 0 0,1 0 0 0 0,0 0 0 0 0,-1 1 0 0 0,1-1 1 0 0,-1 1-1 0 0,1 0 0 0 0,-1 0 0 0 0,3 3 0 0 0,1 0 14 0 0,-2 0 1 0 0,1 1-1 0 0,0 0 1 0 0,-1 0-1 0 0,0 0 0 0 0,0 1 1 0 0,-1-1-1 0 0,0 1 0 0 0,4 14 1 0 0,1 5 56 0 0,4 39 0 0 0,2 4-10 0 0,-11-55-17 0 0,-3-11-20 0 0,1 0 0 0 0,0 0 1 0 0,0 1-1 0 0,0-1 1 0 0,0 0-1 0 0,0 0 1 0 0,1 0-1 0 0,2 4 0 0 0,-3-6-9 0 0,0 0-1 0 0,1 0 0 0 0,-1 1 0 0 0,1-1 0 0 0,-1-1 1 0 0,1 1-1 0 0,-1 0 0 0 0,1 0 0 0 0,-1 0 1 0 0,1-1-1 0 0,0 1 0 0 0,-1-1 0 0 0,1 1 1 0 0,0-1-1 0 0,-1 0 0 0 0,1 0 0 0 0,0 0 1 0 0,0 0-1 0 0,-1 0 0 0 0,1 0 0 0 0,2 0 0 0 0,9-2 6 0 0,-1-1-1 0 0,0 0 0 0 0,1-1 1 0 0,-1 0-1 0 0,-1-1 0 0 0,1 0 0 0 0,-1-1 1 0 0,0 0-1 0 0,0-1 0 0 0,0 0 0 0 0,-1-1 1 0 0,0 0-1 0 0,13-14 0 0 0,2-4-22 0 0,-1-1 0 0 0,-1-1-1 0 0,31-50 1 0 0,-43 60-4 0 0,-1-1 0 0 0,-1 0 0 0 0,9-28 0 0 0,-17 46 9 0 0,-1 0 0 0 0,0 1 1 0 0,1-1-1 0 0,-1 0 0 0 0,0 0 0 0 0,1 1 0 0 0,-1-1 1 0 0,0 0-1 0 0,0 0 0 0 0,0 0 0 0 0,1 1 0 0 0,-1-1 0 0 0,0 0 1 0 0,0 0-1 0 0,0 0 0 0 0,-1 0 0 0 0,1 1 0 0 0,0-1 0 0 0,0 0 1 0 0,0 0-1 0 0,0 0 0 0 0,-1 1 0 0 0,1-1 0 0 0,0 0 1 0 0,-1 0-1 0 0,1 1 0 0 0,-1-1 0 0 0,1 0 0 0 0,-1 1 0 0 0,1-1 1 0 0,-1 0-1 0 0,1 1 0 0 0,-1-1 0 0 0,0 1 0 0 0,1-1 0 0 0,-1 1 1 0 0,0-1-1 0 0,1 1 0 0 0,-1 0 0 0 0,0-1 0 0 0,0 1 0 0 0,1 0 1 0 0,-1-1-1 0 0,-1 1 0 0 0,0 0 1 0 0,0 0 0 0 0,-1 0 0 0 0,1 0 0 0 0,0 0 0 0 0,0 0 0 0 0,-1 0 0 0 0,1 1 0 0 0,0-1 1 0 0,0 1-1 0 0,0 0 0 0 0,0 0 0 0 0,0 0 0 0 0,-4 1 0 0 0,-5 7 64 0 0,-1 0 0 0 0,1 1 0 0 0,1 0 0 0 0,0 0 0 0 0,0 1 0 0 0,1 0 0 0 0,1 1 0 0 0,0 0 0 0 0,-10 20 0 0 0,14-24-8 0 0,1 0-1 0 0,0 0 0 0 0,0 0 0 0 0,1 0 0 0 0,0 1 0 0 0,0-1 0 0 0,0 15 1 0 0,2-18-7 0 0,0 0 0 0 0,0 1-1 0 0,1-1 1 0 0,0 0 0 0 0,0 1 0 0 0,0-1 0 0 0,0 0 0 0 0,1 0 0 0 0,0 0 0 0 0,0 0 0 0 0,1 0 0 0 0,-1-1 0 0 0,4 6 0 0 0,-2-6-52 0 0,0 0 0 0 0,1 1 0 0 0,-1-1 1 0 0,1-1-1 0 0,-1 1 0 0 0,1-1 0 0 0,0 0 1 0 0,1 0-1 0 0,-1 0 0 0 0,0-1 0 0 0,1 1 1 0 0,-1-1-1 0 0,1-1 0 0 0,0 1 0 0 0,0-1 1 0 0,0 0-1 0 0,0 0 0 0 0,0-1 0 0 0,-1 0 1 0 0,1 0-1 0 0,8-1 0 0 0,-1 0-653 0 0,1-1 1 0 0,-1 0-1 0 0,0-1 0 0 0,0 0 0 0 0,0-1 1 0 0,0-1-1 0 0,-1 0 0 0 0,18-10 0 0 0,0-3-3140 0 0,-2-1-1698 0 0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26.2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208 18 1992 0 0,'-83'18'5782'0'0,"-41"8"1599"0"0,333-55-8658 0 0,-50 7-4999 0 0,-93 12 1078 0 0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27.2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229 111 260 0 0,'10'-16'2557'0'0,"-1"-1"-1"0"0,-1-1 1 0 0,10-30 0 0 0,-17 46-2230 0 0,-1 2-308 0 0,0-1-1 0 0,0 1 1 0 0,0 0 0 0 0,0-1-1 0 0,0 1 1 0 0,0 0-1 0 0,0-1 1 0 0,0 1-1 0 0,0 0 1 0 0,0-1 0 0 0,0 1-1 0 0,0 0 1 0 0,0 0-1 0 0,0-1 1 0 0,0 1-1 0 0,0 0 1 0 0,-1-1 0 0 0,1 1-1 0 0,0 0 1 0 0,0-1-1 0 0,0 1 1 0 0,0 0-1 0 0,-1 0 1 0 0,1-1 0 0 0,0 1-1 0 0,0 0 1 0 0,-1 0-1 0 0,1 0 1 0 0,0-1-1 0 0,0 1 1 0 0,-1 0 0 0 0,1 0-1 0 0,0 0 1 0 0,-1 0-1 0 0,1 0 1 0 0,0 0-1 0 0,-1 0 1 0 0,1-1 0 0 0,-1 1-1 0 0,-14 7 244 0 0,-16 18-62 0 0,30-24-170 0 0,-27 27 107 0 0,1 2 0 0 0,1 1 1 0 0,2 1-1 0 0,1 1 0 0 0,1 1 0 0 0,-33 71 0 0 0,52-98-124 0 0,0 0-1 0 0,1 0 1 0 0,0 0-1 0 0,0 0 1 0 0,1 0-1 0 0,0 0 0 0 0,0 0 1 0 0,0 1-1 0 0,1-1 1 0 0,0 0-1 0 0,1 1 1 0 0,-1-1-1 0 0,4 11 1 0 0,-3-14-11 0 0,1 0 0 0 0,-1 0 0 0 0,1 0 0 0 0,0 0 0 0 0,0 0 0 0 0,0-1 0 0 0,1 1 0 0 0,-1-1 1 0 0,1 1-1 0 0,0-1 0 0 0,0 0 0 0 0,0 0 0 0 0,0 0 0 0 0,0-1 0 0 0,1 1 0 0 0,0-1 0 0 0,-1 0 0 0 0,1 0 0 0 0,0 0 0 0 0,0 0 1 0 0,0 0-1 0 0,0-1 0 0 0,0 0 0 0 0,5 1 0 0 0,7 0-258 0 0,1 0 1 0 0,-1-1-1 0 0,0 0 1 0 0,0-2-1 0 0,0 0 0 0 0,1-1 1 0 0,-1 0-1 0 0,0-1 1 0 0,-1-1-1 0 0,1-1 0 0 0,-1 0 1 0 0,0-1-1 0 0,0 0 1 0 0,24-15-1 0 0,-18 8-23 0 0,-1-1 0 0 0,0 0 0 0 0,-2-1 0 0 0,1-1 0 0 0,-2-1 0 0 0,0-1 0 0 0,-1 0 0 0 0,-1-1 1 0 0,15-26-1 0 0,-10 9 1480 0 0,27-71 0 0 0,-39 84-267 0 0,-1 9 97 0 0,-12 35-220 0 0,-2 5-600 0 0,4-12-109 0 0,0 0 0 0 0,1 0 0 0 0,1 1 0 0 0,1-1 0 0 0,0 0 0 0 0,2 19 1 0 0,-2-29-92 0 0,1 1 1 0 0,0-1 0 0 0,1 0-1 0 0,-1 0 1 0 0,0 0 0 0 0,1 0 0 0 0,0 0-1 0 0,0 0 1 0 0,0 0 0 0 0,1-1 0 0 0,-1 1-1 0 0,1-1 1 0 0,0 0 0 0 0,0 0 0 0 0,0 0-1 0 0,0 0 1 0 0,1 0 0 0 0,-1 0 0 0 0,1-1-1 0 0,0 0 1 0 0,-1 0 0 0 0,1 0 0 0 0,0 0-1 0 0,0 0 1 0 0,6 1 0 0 0,1 0-35 0 0,1-1-1 0 0,-1 0 1 0 0,1 0 0 0 0,0-1-1 0 0,-1 0 1 0 0,1-1 0 0 0,0-1 0 0 0,0 0-1 0 0,-1 0 1 0 0,1-1 0 0 0,-1-1 0 0 0,1 1-1 0 0,-1-2 1 0 0,0 0 0 0 0,11-6-1 0 0,-9 4-26 0 0,-1-1-1 0 0,-1 0 0 0 0,1-1 0 0 0,-2 0 1 0 0,1-1-1 0 0,-1 0 0 0 0,0-1 0 0 0,-1 0 1 0 0,0 0-1 0 0,0-1 0 0 0,-2 0 1 0 0,12-20-1 0 0,20-59 767 0 0,-22 49 504 0 0,-17 41-1208 0 0,0 0 1 0 0,0 1-1 0 0,0-1 1 0 0,0 0-1 0 0,0 0 1 0 0,0 0-1 0 0,0 0 1 0 0,1 0-1 0 0,-1 0 1 0 0,0 0-1 0 0,0 0 0 0 0,0 0 1 0 0,0 0-1 0 0,0 0 1 0 0,0 0-1 0 0,0 1 1 0 0,0-1-1 0 0,0 0 1 0 0,1 0-1 0 0,-1 0 1 0 0,0 0-1 0 0,0 0 1 0 0,0 0-1 0 0,0 0 1 0 0,0 0-1 0 0,0 0 0 0 0,0 0 1 0 0,1 0-1 0 0,-1 0 1 0 0,0 0-1 0 0,0 0 1 0 0,0 0-1 0 0,0-1 1 0 0,0 1-1 0 0,0 0 1 0 0,0 0-1 0 0,0 0 1 0 0,1 0-1 0 0,-1 0 0 0 0,0 0 1 0 0,0 0-1 0 0,0 0 1 0 0,0 0-1 0 0,0 0 1 0 0,0 0-1 0 0,0 0 1 0 0,0 0-1 0 0,0-1 1 0 0,0 1-1 0 0,0 0 1 0 0,0 0-1 0 0,0 0 0 0 0,1 0 1 0 0,0 19 351 0 0,-1 28-5 0 0,-2-20-172 0 0,2 1 0 0 0,3 39 0 0 0,-2-59-325 0 0,0-1 0 0 0,1 1 0 0 0,-1-1 0 0 0,1 1 0 0 0,1-1 0 0 0,-1 0 0 0 0,1 0 0 0 0,1 0 0 0 0,-1 0 0 0 0,1-1 0 0 0,0 1 0 0 0,1-1 0 0 0,9 11 0 0 0,-11-15-356 0 0,0 1 1 0 0,0-1 0 0 0,0 0 0 0 0,0-1 0 0 0,1 1 0 0 0,-1 0 0 0 0,1-1-1 0 0,-1 0 1 0 0,1 0 0 0 0,-1 0 0 0 0,1 0 0 0 0,0 0 0 0 0,-1-1 0 0 0,1 0-1 0 0,0 0 1 0 0,6 0 0 0 0,4-4-2670 0 0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28.6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1 149 2080 0 0,'0'-9'902'0'0,"0"0"0"0"0,1 0 0 0 0,0 0-1 0 0,1 1 1 0 0,-1-1 0 0 0,2 0 0 0 0,4-11-1 0 0,-6 17-759 0 0,0 0-1 0 0,1 0 1 0 0,0 0-1 0 0,-1 0 1 0 0,1 0-1 0 0,0 1 0 0 0,0-1 1 0 0,0 1-1 0 0,1 0 1 0 0,-1-1-1 0 0,1 1 1 0 0,-1 0-1 0 0,1 0 0 0 0,-1 1 1 0 0,1-1-1 0 0,0 0 1 0 0,0 1-1 0 0,0 0 0 0 0,0 0 1 0 0,0 0-1 0 0,0 0 1 0 0,6-1-1 0 0,-1 2 48 0 0,0-1 0 0 0,1 2 0 0 0,-1-1 0 0 0,0 1-1 0 0,1 0 1 0 0,-1 1 0 0 0,0 0 0 0 0,0 0 0 0 0,0 1 0 0 0,-1 0-1 0 0,1 0 1 0 0,8 5 0 0 0,-2 0 22 0 0,-1 1 1 0 0,0 0-1 0 0,0 1 0 0 0,-1 1 0 0 0,13 13 0 0 0,-17-17-162 0 0,-2 1-1 0 0,1 0 0 0 0,-1 0 1 0 0,0 0-1 0 0,-1 1 0 0 0,0 0 1 0 0,0 0-1 0 0,-1 0 0 0 0,0 1 1 0 0,-1-1-1 0 0,0 1 0 0 0,0 0 1 0 0,-1 0-1 0 0,0 0 0 0 0,-1 0 1 0 0,0 1-1 0 0,-1-1 0 0 0,0 0 1 0 0,0 0-1 0 0,-1 0 0 0 0,-1 0 0 0 0,0 1 1 0 0,0-2-1 0 0,-1 1 0 0 0,0 0 1 0 0,0 0-1 0 0,-1-1 0 0 0,-1 0 1 0 0,0 0-1 0 0,0 0 0 0 0,-8 11 1 0 0,12-19-36 0 0,-1 1 1 0 0,1-1-1 0 0,-1 1 0 0 0,1-1 1 0 0,-1 0-1 0 0,1 0 1 0 0,-1 1-1 0 0,1-1 1 0 0,-1 0-1 0 0,0 0 1 0 0,0-1-1 0 0,0 1 1 0 0,1 0-1 0 0,-1-1 1 0 0,0 1-1 0 0,0-1 0 0 0,0 1 1 0 0,0-1-1 0 0,0 0 1 0 0,-4 0-1 0 0,5 0-19 0 0,0-1 0 0 0,0 1 0 0 0,-1 0 0 0 0,1-1 0 0 0,0 1-1 0 0,0-1 1 0 0,0 1 0 0 0,-1-1 0 0 0,1 0 0 0 0,0 0 0 0 0,0 1 0 0 0,0-1 0 0 0,0 0-1 0 0,0 0 1 0 0,1 0 0 0 0,-1 0 0 0 0,0 0 0 0 0,0 0 0 0 0,1 0 0 0 0,-1 0-1 0 0,0 0 1 0 0,1-1 0 0 0,-1 1 0 0 0,1 0 0 0 0,0 0 0 0 0,-1-1 0 0 0,1 1 0 0 0,0 0-1 0 0,0 0 1 0 0,0-1 0 0 0,-1 1 0 0 0,1 0 0 0 0,1-1 0 0 0,-1 0 0 0 0,1-10-241 0 0,0 0 1 0 0,1 0 0 0 0,1 0 0 0 0,0 0 0 0 0,0 0-1 0 0,1 1 1 0 0,1 0 0 0 0,0 0 0 0 0,0 0 0 0 0,1 0-1 0 0,13-16 1 0 0,9-10-1093 0 0,53-54-1 0 0,-76 86 1232 0 0,104-95-1048 0 0,-108 100 1163 0 0,0-1-1 0 0,0 0 1 0 0,0 0-1 0 0,0 1 1 0 0,0-1-1 0 0,0 0 1 0 0,1 1-1 0 0,-1-1 1 0 0,0 1-1 0 0,0-1 1 0 0,0 1-1 0 0,1 0 1 0 0,-1 0-1 0 0,0-1 1 0 0,0 1-1 0 0,1 0 1 0 0,-1 0-1 0 0,0 0 1 0 0,0 0-1 0 0,1 0 1 0 0,-1 1-1 0 0,0-1 1 0 0,0 0-1 0 0,1 1 1 0 0,-1-1-1 0 0,0 1 1 0 0,0-1-1 0 0,0 1 1 0 0,0-1-1 0 0,0 1 1 0 0,0 0-1 0 0,1-1 1 0 0,-2 1-1 0 0,1 0 1 0 0,0 0-1 0 0,0 0 1 0 0,0 0-1 0 0,0 0 1 0 0,0 0-1 0 0,-1 0 1 0 0,1 0-1 0 0,-1 0 1 0 0,2 2 0 0 0,3 6 197 0 0,-1 0 0 0 0,1 1 1 0 0,-2 0-1 0 0,4 12 1 0 0,-5-16-84 0 0,12 38 542 0 0,4 11 86 0 0,13 71 0 0 0,-29-118-444 0 0,2 18 2004 0 0,-7-21-1349 0 0,-6-13-849 0 0,7 5-105 0 0,0 1 0 0 0,0-1 0 0 0,1 0 0 0 0,-1 0 0 0 0,1 0 0 0 0,-1 1 0 0 0,1-2 1 0 0,0 1-1 0 0,0 0 0 0 0,1 0 0 0 0,-1 0 0 0 0,1 0 0 0 0,-1 0 0 0 0,1-1 0 0 0,0 1 1 0 0,1-6-1 0 0,0 3-10 0 0,0 0-1 0 0,0 1 1 0 0,1-1 0 0 0,0 1 0 0 0,1-1 0 0 0,-1 1 0 0 0,1 0 0 0 0,6-9-1 0 0,-1 2-17 0 0,1 1 1 0 0,1 1-1 0 0,0 0 0 0 0,0 0 0 0 0,1 0 0 0 0,24-14 0 0 0,-26 19 11 0 0,0 1 1 0 0,0 0-1 0 0,0 0 0 0 0,1 1 0 0 0,-1 1 1 0 0,1-1-1 0 0,0 2 0 0 0,0-1 0 0 0,0 1 1 0 0,0 1-1 0 0,0 0 0 0 0,0 0 0 0 0,15 3 1 0 0,8 3-6 0 0,0 1-1 0 0,50 18 1 0 0,-25-11 216 0 0,-56-14-213 0 0,-1 0-1 0 0,1 0 1 0 0,0 0-1 0 0,0 0 1 0 0,-1-1-1 0 0,1 1 1 0 0,0 0-1 0 0,-1-1 1 0 0,1 1-1 0 0,0-1 1 0 0,-1 0-1 0 0,1 0 1 0 0,-1 0-1 0 0,1 1 1 0 0,-1-1-1 0 0,1-1 1 0 0,-1 1-1 0 0,0 0 1 0 0,1 0-1 0 0,-1 0 1 0 0,0-1-1 0 0,0 1 1 0 0,0 0-1 0 0,0-1 1 0 0,0 1-1 0 0,0-1 0 0 0,-1 0 1 0 0,1 1-1 0 0,0-3 1 0 0,2-3-81 0 0,-1 0-1 0 0,0 0 1 0 0,0 0-1 0 0,0-1 1 0 0,0-9-1 0 0,-1 7 25 0 0,-1 1-1 0 0,0-1 1 0 0,0 0-1 0 0,-1 0 0 0 0,-2-15 1 0 0,2 25 66 0 0,1-1 1 0 0,0 1-1 0 0,0 0 1 0 0,-1-1 0 0 0,1 1-1 0 0,0-1 1 0 0,0 1-1 0 0,-1 0 1 0 0,1-1-1 0 0,0 1 1 0 0,-1 0-1 0 0,1 0 1 0 0,-1-1-1 0 0,1 1 1 0 0,0 0-1 0 0,-1 0 1 0 0,1-1-1 0 0,-1 1 1 0 0,1 0 0 0 0,-1 0-1 0 0,1 0 1 0 0,-1 0-1 0 0,1 0 1 0 0,-1 0-1 0 0,1 0 1 0 0,0 0-1 0 0,-1 0 1 0 0,1 0-1 0 0,-1 0 1 0 0,1 0-1 0 0,-1 0 1 0 0,1 0-1 0 0,-2 0 1 0 0,-11 5-17 0 0,13-5 23 0 0,-5 2-3 0 0,1 1-1 0 0,-1 0 1 0 0,0 0 0 0 0,1 1 0 0 0,0-1 0 0 0,0 1 0 0 0,0 0 0 0 0,0 0 0 0 0,1 0 0 0 0,0 1 0 0 0,-1-1 0 0 0,-2 7 0 0 0,-3 7 34 0 0,-14 35-1 0 0,21-46-23 0 0,-2 2 10 0 0,1 1 0 0 0,0-1-1 0 0,0 1 1 0 0,1 0 0 0 0,1 0 0 0 0,-1 1-1 0 0,2-1 1 0 0,0 17 0 0 0,0-23-11 0 0,1 0-1 0 0,0 0 1 0 0,-1-1-1 0 0,1 1 1 0 0,1 0 0 0 0,-1-1-1 0 0,0 1 1 0 0,1 0 0 0 0,0-1-1 0 0,0 0 1 0 0,0 1-1 0 0,0-1 1 0 0,0 0 0 0 0,1 0-1 0 0,-1 0 1 0 0,1-1 0 0 0,0 1-1 0 0,0-1 1 0 0,0 1-1 0 0,0-1 1 0 0,0 0 0 0 0,0 0-1 0 0,1 0 1 0 0,-1 0 0 0 0,6 1-1 0 0,5 1-126 0 0,0 0 0 0 0,0-1 0 0 0,0 0-1 0 0,1-1 1 0 0,-1-1 0 0 0,1 0 0 0 0,-1-1 0 0 0,1-1-1 0 0,-1 0 1 0 0,1-1 0 0 0,-1 0 0 0 0,0-1-1 0 0,15-6 1 0 0,-13 4-91 0 0,0-2 1 0 0,0 0-1 0 0,-1-1 0 0 0,0-1 0 0 0,0 0 0 0 0,-1 0 1 0 0,0-2-1 0 0,-1 0 0 0 0,0 0 0 0 0,19-24 1 0 0,48-70 1025 0 0,-79 104-794 0 0,12-2 23 0 0,-10 8 8 0 0,0 0 0 0 0,-1 0 0 0 0,0 1 0 0 0,0-1-1 0 0,0 0 1 0 0,0 1 0 0 0,-1-1 0 0 0,0 1 0 0 0,0 0 0 0 0,-1-1 0 0 0,1 12-1 0 0,-2 9 222 0 0,-5 32 0 0 0,4-46-161 0 0,2-5-20 0 0,-4 13 961 0 0,3-19-1033 0 0,1-1 0 0 0,0 0-1 0 0,0 1 1 0 0,0-1 0 0 0,-1 0 0 0 0,1 1 0 0 0,0-1 0 0 0,0 0 0 0 0,-1 1-1 0 0,1-1 1 0 0,0 0 0 0 0,-1 0 0 0 0,1 1 0 0 0,0-1 0 0 0,-1 0-1 0 0,1 0 1 0 0,0 0 0 0 0,-1 0 0 0 0,1 1 0 0 0,-1-1 0 0 0,1 0 0 0 0,0 0-1 0 0,-1 0 1 0 0,1 0 0 0 0,0 0 0 0 0,-1 0 0 0 0,1 0 0 0 0,-1 0 0 0 0,1 0-1 0 0,0 0 1 0 0,-1 0 0 0 0,1 0 0 0 0,-1 0 0 0 0,1-1 0 0 0,0 1 0 0 0,-1 0-1 0 0,1 0 1 0 0,0 0 0 0 0,-1 0 0 0 0,1-1 0 0 0,-1 1 0 0 0,0-2-23 0 0,0 1 1 0 0,0-1-1 0 0,0 0 1 0 0,0 1 0 0 0,0-1-1 0 0,1 0 1 0 0,-1 1-1 0 0,0-1 1 0 0,1 0 0 0 0,-1 0-1 0 0,1 0 1 0 0,0 0-1 0 0,0 0 1 0 0,-1 0-1 0 0,1 0 1 0 0,1 1 0 0 0,-1-1-1 0 0,0 0 1 0 0,1-2-1 0 0,-1 1-16 0 0,1-11-88 0 0,1 0-1 0 0,1 0 1 0 0,0 1 0 0 0,1-1-1 0 0,1 1 1 0 0,0 0-1 0 0,0 0 1 0 0,2 0-1 0 0,-1 1 1 0 0,1 0-1 0 0,1 1 1 0 0,14-18 0 0 0,-16 22 82 0 0,1 0 1 0 0,-1 0-1 0 0,1 0 1 0 0,0 1-1 0 0,1 0 1 0 0,0 0 0 0 0,0 1-1 0 0,0 0 1 0 0,0 0-1 0 0,1 1 1 0 0,0 0-1 0 0,0 1 1 0 0,0-1 0 0 0,0 2-1 0 0,0-1 1 0 0,1 2-1 0 0,-1-1 1 0 0,19 0-1 0 0,-21 3 24 0 0,-1 0 0 0 0,0 0 0 0 0,1 0 0 0 0,-1 1 0 0 0,0 0 0 0 0,0 0 0 0 0,0 0 0 0 0,0 1 0 0 0,0 0 0 0 0,-1 0 0 0 0,1 1 0 0 0,-1-1 0 0 0,0 1 0 0 0,0 0 0 0 0,0 1-1 0 0,-1-1 1 0 0,1 1 0 0 0,-1 0 0 0 0,0 0 0 0 0,-1 0 0 0 0,1 0 0 0 0,4 11 0 0 0,-2-3 24 0 0,0 1 0 0 0,-1 0-1 0 0,0 0 1 0 0,-2 1 0 0 0,1-1 0 0 0,-2 1 0 0 0,0 0-1 0 0,0 25 1 0 0,-2-30-99 0 0,-1-3 123 0 0,1 0 0 0 0,0 0 0 0 0,0 0 0 0 0,2 7 0 0 0,-2-12-74 0 0,0-1 0 0 0,0 0 0 0 0,0 0 0 0 0,1 0 0 0 0,-1 0 0 0 0,0 0 0 0 0,1 0 0 0 0,-1 0 0 0 0,1 0 0 0 0,-1 0 0 0 0,1 0 0 0 0,-1-1 0 0 0,1 1 0 0 0,0 0 0 0 0,-1 0 0 0 0,1 0 0 0 0,0-1 0 0 0,0 1 0 0 0,-1 0 0 0 0,1-1 0 0 0,0 1 0 0 0,0 0 0 0 0,0-1 0 0 0,0 1 0 0 0,0-1 0 0 0,0 0 0 0 0,0 1 0 0 0,0-1 0 0 0,0 0 0 0 0,0 1-1 0 0,0-1 1 0 0,0 0 0 0 0,0 0 0 0 0,2 0 0 0 0,6-2-356 0 0,-1 1-1 0 0,0-1 1 0 0,0-1 0 0 0,0 1-1 0 0,0-2 1 0 0,0 1-1 0 0,-1-1 1 0 0,1 0-1 0 0,-1 0 1 0 0,0-1-1 0 0,0 0 1 0 0,-1 0-1 0 0,12-12 1 0 0,-3 0-754 0 0,0 0 0 0 0,0-1 0 0 0,-2-1 0 0 0,12-21 0 0 0,-6 6-599 0 0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28.9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212 267 92 0 0,'7'-29'2115'0'0,"-2"-1"0"0"0,1-33 0 0 0,-5 49-1291 0 0,-1 0 1 0 0,0 0-1 0 0,-2 0 1 0 0,1 0-1 0 0,-2 1 1 0 0,-6-26-1 0 0,8 38-782 0 0,1 0 0 0 0,0 0-1 0 0,0 0 1 0 0,-1 0-1 0 0,1-1 1 0 0,-1 1 0 0 0,1 0-1 0 0,-1 0 1 0 0,1 0 0 0 0,-1 0-1 0 0,0 1 1 0 0,1-1-1 0 0,-1 0 1 0 0,0 0 0 0 0,0 0-1 0 0,0 0 1 0 0,1 1-1 0 0,-1-1 1 0 0,0 0 0 0 0,0 1-1 0 0,0-1 1 0 0,0 1-1 0 0,0-1 1 0 0,-1 1 0 0 0,1-1-1 0 0,0 1 1 0 0,0 0-1 0 0,0 0 1 0 0,0 0 0 0 0,0-1-1 0 0,0 1 1 0 0,-1 0-1 0 0,1 0 1 0 0,0 0 0 0 0,0 1-1 0 0,0-1 1 0 0,0 0-1 0 0,0 0 1 0 0,0 1 0 0 0,-1-1-1 0 0,1 0 1 0 0,0 1 0 0 0,0-1-1 0 0,0 1 1 0 0,0-1-1 0 0,0 1 1 0 0,0 0 0 0 0,1 0-1 0 0,-1-1 1 0 0,-1 2-1 0 0,-4 3 74 0 0,1 0 0 0 0,0-1 1 0 0,1 1-1 0 0,-1 1 0 0 0,1-1 0 0 0,0 1 0 0 0,-5 9 0 0 0,-11 28 372 0 0,2 1 0 0 0,2 1 0 0 0,-15 68 0 0 0,15-34 73 0 0,-6 99 1 0 0,21-167-583 0 0,-1 14 197 0 0,1 37 0 0 0,1-56-238 0 0,0 0 1 0 0,1 1-1 0 0,0-1 1 0 0,0 0-1 0 0,1 0 1 0 0,0 0-1 0 0,0 0 1 0 0,0-1-1 0 0,1 1 1 0 0,-1 0-1 0 0,6 7 1 0 0,-6-11-191 0 0,-1 0-1 0 0,1-1 1 0 0,0 1 0 0 0,0-1 0 0 0,-1 1 0 0 0,1-1 0 0 0,0 1 0 0 0,1-1-1 0 0,-1 0 1 0 0,0 0 0 0 0,0 0 0 0 0,4 1 0 0 0,-4-2-233 0 0,0 1 1 0 0,0-1-1 0 0,1 1 0 0 0,-1-1 0 0 0,0 0 1 0 0,0 0-1 0 0,0 0 0 0 0,1-1 1 0 0,-1 1-1 0 0,0 0 0 0 0,0-1 0 0 0,0 1 1 0 0,0-1-1 0 0,4-2 0 0 0,6-3-4431 0 0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29.2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164 141 624 0 0,'-161'-32'19709'0'0,"159"32"-19085"0"0,10-9-220 0 0,-4 6-368 0 0,0 1 0 0 0,0 1-1 0 0,1-1 1 0 0,-1 0 0 0 0,0 1 0 0 0,1 0-1 0 0,0 0 1 0 0,4 0 0 0 0,8-2 21 0 0,316-45 256 0 0,-241 38-284 0 0,133-6 62 0 0,-92 8-1128 0 0,-132 8 897 0 0,0 0 0 0 0,0-1 0 0 0,1 1 0 0 0,-1 0 0 0 0,0 1 0 0 0,0-1 0 0 0,0 0 0 0 0,1 0 0 0 0,-1 0 0 0 0,0 1 0 0 0,0-1 0 0 0,0 1 0 0 0,2 0 0 0 0,7 2-2951 0 0,-32 6-1737 0 0,6-2 598 0 0,4-5-393 0 0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30.0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353 140 1080 0 0,'-12'-12'5247'0'0,"12"5"-4405"0"0,2-1 1 0 0,-1 1-1 0 0,1 0 0 0 0,1-1 0 0 0,-1 1 1 0 0,7-13-1 0 0,4-10 1284 0 0,-13 29-2106 0 0,0 0 0 0 0,0 0 0 0 0,0 0 0 0 0,0 0 0 0 0,0 0 0 0 0,0 0 0 0 0,0-1 0 0 0,0 1 0 0 0,0 0 1 0 0,0 0-1 0 0,0 0 0 0 0,-1 0 0 0 0,1 0 0 0 0,0 0 0 0 0,-1 0 0 0 0,1 0 0 0 0,-1 1 0 0 0,1-1 0 0 0,-1 0 0 0 0,0 0 1 0 0,1 0-1 0 0,-1 0 0 0 0,0 1 0 0 0,1-1 0 0 0,-1 0 0 0 0,0 1 0 0 0,0-1 0 0 0,0 0 0 0 0,0 1 0 0 0,0-1 0 0 0,1 1 1 0 0,-1-1-1 0 0,0 1 0 0 0,0 0 0 0 0,0-1 0 0 0,0 1 0 0 0,0 0 0 0 0,-1 0 0 0 0,1 0 0 0 0,-1 0 0 0 0,-4-2-22 0 0,0 1 1 0 0,0 1-1 0 0,0-1 0 0 0,-9 1 0 0 0,0 2 3 0 0,1 0-1 0 0,0 2 1 0 0,0-1 0 0 0,0 2 0 0 0,0 0 0 0 0,1 0-1 0 0,0 1 1 0 0,-15 10 0 0 0,3 0 6 0 0,2 0 1 0 0,0 2-1 0 0,-23 21 0 0 0,40-33-8 0 0,0 0-1 0 0,0 0 1 0 0,1 1-1 0 0,0 0 1 0 0,0 0-1 0 0,0 0 1 0 0,-4 12-1 0 0,8-17 3 0 0,0 0 1 0 0,0 0-1 0 0,0 0 0 0 0,0 1 1 0 0,1-1-1 0 0,-1 1 0 0 0,1-1 1 0 0,0 0-1 0 0,0 1 0 0 0,0-1 1 0 0,0 1-1 0 0,0-1 0 0 0,0 0 1 0 0,1 1-1 0 0,-1-1 0 0 0,1 0 1 0 0,-1 1-1 0 0,1-1 0 0 0,0 0 1 0 0,0 0-1 0 0,0 1 0 0 0,0-1 0 0 0,1 0 1 0 0,-1 0-1 0 0,1 0 0 0 0,-1 0 1 0 0,1-1-1 0 0,-1 1 0 0 0,1 0 1 0 0,2 1-1 0 0,15 10 4 0 0,1-1-1 0 0,0-1 1 0 0,1 0 0 0 0,0-2-1 0 0,26 9 1 0 0,25 11 2 0 0,-47-18-9 0 0,-10-5-1 0 0,31 17-1 0 0,-42-20 4 0 0,-1-1 0 0 0,1 1 1 0 0,-1 0-1 0 0,1 0 0 0 0,-1 0 0 0 0,0 0 1 0 0,0 1-1 0 0,0-1 0 0 0,-1 1 1 0 0,1 0-1 0 0,-1 0 0 0 0,3 5 0 0 0,-5-7 5 0 0,1 0-1 0 0,-1-1 1 0 0,0 1-1 0 0,0 0 1 0 0,0 0 0 0 0,0 0-1 0 0,0 0 1 0 0,0-1-1 0 0,-1 1 1 0 0,1 0-1 0 0,-1 0 1 0 0,1 0-1 0 0,-1-1 1 0 0,0 1-1 0 0,1 0 1 0 0,-1-1-1 0 0,0 1 1 0 0,0 0-1 0 0,0-1 1 0 0,0 1-1 0 0,-1-1 1 0 0,1 0-1 0 0,0 1 1 0 0,-2 0-1 0 0,-3 4 32 0 0,-1 0 0 0 0,1-1 0 0 0,-13 8-1 0 0,-2-2-65 0 0,0-1-1 0 0,0-1 1 0 0,-1-1 0 0 0,0-1-1 0 0,0-1 1 0 0,-1 0-1 0 0,0-2 1 0 0,0-1-1 0 0,-41 0 1 0 0,44-6-2367 0 0,20 3 2333 0 0,0 0 0 0 0,0 0 0 0 0,0 0-1 0 0,-1-1 1 0 0,1 1 0 0 0,0 0 0 0 0,0 0 0 0 0,-1 0-1 0 0,1 0 1 0 0,0-1 0 0 0,0 1 0 0 0,0 0 0 0 0,0 0-1 0 0,0-1 1 0 0,-1 1 0 0 0,1 0 0 0 0,0 0 0 0 0,0-1-1 0 0,0 1 1 0 0,0 0 0 0 0,0 0 0 0 0,0-1 0 0 0,0 1-1 0 0,0 0 1 0 0,0-1 0 0 0,0 1 0 0 0,0 0 0 0 0,0 0-1 0 0,0-1 1 0 0,0 1 0 0 0,0 0 0 0 0,0-1 0 0 0,0 1-1 0 0,2-3-516 0 0,0 0-1 0 0,0 1 0 0 0,0-1 0 0 0,0 1 0 0 0,0-1 1 0 0,0 1-1 0 0,4-3 0 0 0,-3 3-131 0 0,10-11-2145 0 0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31.5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70 555 1764 0 0,'48'-55'10031'0'0,"-51"76"-9330"0"0,-18 29 300 0 0,-18 48-184 0 0,36-87-774 0 0,0 0 0 0 0,0 1-1 0 0,1 0 1 0 0,1 0-1 0 0,0 0 1 0 0,0 19 0 0 0,2-28-32 0 0,-1 1 0 0 0,1-1 0 0 0,-1 1-1 0 0,1-1 1 0 0,0 0 0 0 0,0 1 0 0 0,1-1 0 0 0,-1 0 0 0 0,1 0 0 0 0,0 0 0 0 0,-1 0 0 0 0,1 0 0 0 0,0 0 0 0 0,1-1 0 0 0,-1 1 0 0 0,0-1 0 0 0,1 1 0 0 0,0-1 0 0 0,-1 0 0 0 0,1 0 0 0 0,0 0 0 0 0,0 0 0 0 0,0 0 0 0 0,0-1-1 0 0,1 0 1 0 0,-1 1 0 0 0,0-1 0 0 0,0 0 0 0 0,1-1 0 0 0,-1 1 0 0 0,1 0 0 0 0,-1-1 0 0 0,6 0 0 0 0,-1 0 3 0 0,0 0-1 0 0,-1 0 1 0 0,1-1-1 0 0,0 0 1 0 0,-1 0-1 0 0,1-1 0 0 0,-1 0 1 0 0,0 0-1 0 0,1-1 1 0 0,-1 0-1 0 0,0 0 1 0 0,0-1-1 0 0,-1 0 1 0 0,11-7-1 0 0,-11 5-12 0 0,0-1 0 0 0,-1 1-1 0 0,1-1 1 0 0,-1 0 0 0 0,-1 0-1 0 0,0 0 1 0 0,0 0-1 0 0,0-1 1 0 0,-1 0 0 0 0,0 0-1 0 0,0 0 1 0 0,-1 0 0 0 0,0 0-1 0 0,0-1 1 0 0,-1 1 0 0 0,0 0-1 0 0,-1-1 1 0 0,-1-16-1 0 0,0 6-16 0 0,-2-1 0 0 0,0 0 0 0 0,-1 1-1 0 0,-1 0 1 0 0,-1 0 0 0 0,-1 0 0 0 0,-9-18-1 0 0,13 31 14 0 0,0 0 0 0 0,0 0-1 0 0,-1 1 1 0 0,0 0 0 0 0,0-1-1 0 0,0 1 1 0 0,0 1 0 0 0,-1-1-1 0 0,0 0 1 0 0,0 1 0 0 0,0 0 0 0 0,-1 1-1 0 0,1-1 1 0 0,-1 1 0 0 0,-12-5-1 0 0,14 6 1 0 0,-1 1-1 0 0,0 0 0 0 0,0 0 1 0 0,0 0-1 0 0,0 1 1 0 0,0 0-1 0 0,0 0 1 0 0,0 0-1 0 0,1 0 0 0 0,-1 1 1 0 0,0 0-1 0 0,0 0 1 0 0,0 0-1 0 0,0 0 0 0 0,1 1 1 0 0,-1 0-1 0 0,1 0 1 0 0,-1 0-1 0 0,1 1 1 0 0,0-1-1 0 0,-7 6 0 0 0,5-3 6 0 0,1 0 0 0 0,0 0 0 0 0,0 0 0 0 0,0 1 0 0 0,0 0 0 0 0,1 0 0 0 0,0 0-1 0 0,0 0 1 0 0,1 1 0 0 0,-1-1 0 0 0,1 1 0 0 0,1 0 0 0 0,-1 0 0 0 0,1 0 0 0 0,1 0-1 0 0,-1 0 1 0 0,1 1 0 0 0,1-1 0 0 0,-1 0 0 0 0,1 1 0 0 0,1 10 0 0 0,0-9 0 0 0,1 0 1 0 0,-1-1 0 0 0,2 1 0 0 0,-1-1-1 0 0,1 1 1 0 0,0-1 0 0 0,1 0 0 0 0,0 0-1 0 0,0 0 1 0 0,1 0 0 0 0,0-1 0 0 0,0 0-1 0 0,1 0 1 0 0,0 0 0 0 0,0-1 0 0 0,1 0-1 0 0,9 8 1 0 0,-4-7-49 0 0,0 0 0 0 0,1-1 1 0 0,-1 0-1 0 0,1-1 0 0 0,0 0 0 0 0,0-1 0 0 0,1-1 0 0 0,-1 0 1 0 0,1 0-1 0 0,0-2 0 0 0,0 0 0 0 0,-1 0 0 0 0,1-1 0 0 0,0-1 1 0 0,0 0-1 0 0,15-4 0 0 0,-12 2-17 0 0,0-1 0 0 0,-1-1 0 0 0,1 0 1 0 0,-1-1-1 0 0,0-1 0 0 0,0-1 0 0 0,-1 0 0 0 0,0-1 0 0 0,0 0 0 0 0,-1-2 1 0 0,-1 1-1 0 0,19-19 0 0 0,-17 12 3 0 0,-2-1 0 0 0,0 0 0 0 0,-1 0 0 0 0,0-1 0 0 0,-2-1 0 0 0,12-30 0 0 0,34-130 253 0 0,-37 109 488 0 0,-10 36-517 0 0,-9 33-181 0 0,-5 23 9 0 0,-6 31 78 0 0,3 1 0 0 0,-3 75-1 0 0,10-106-48 0 0,-2 25 80 0 0,5 53 1 0 0,-1-83-66 0 0,1 1-1 0 0,1-1 1 0 0,0 0-1 0 0,2 1 1 0 0,0-1-1 0 0,8 19 1 0 0,-11-33-45 0 0,-1 1 0 0 0,1-1 0 0 0,0 0 1 0 0,0 1-1 0 0,1-1 0 0 0,-1 0 0 0 0,1 0 1 0 0,-1 0-1 0 0,1-1 0 0 0,0 1 0 0 0,0-1 1 0 0,0 0-1 0 0,1 1 0 0 0,-1-1 0 0 0,0 0 1 0 0,1-1-1 0 0,-1 1 0 0 0,1-1 0 0 0,0 0 0 0 0,-1 1 1 0 0,1-2-1 0 0,0 1 0 0 0,0 0 0 0 0,0-1 1 0 0,0 0-1 0 0,0 1 0 0 0,-1-2 0 0 0,1 1 1 0 0,0 0-1 0 0,0-1 0 0 0,0 0 0 0 0,0 0 1 0 0,4-1-1 0 0,1-1-100 0 0,1-1 1 0 0,-1 0 0 0 0,0 0-1 0 0,0-1 1 0 0,0 0-1 0 0,0 0 1 0 0,-1-1 0 0 0,0 0-1 0 0,0-1 1 0 0,-1 0-1 0 0,12-14 1 0 0,-4 2 198 0 0,-2-2-1 0 0,0 1 1 0 0,-1-2 0 0 0,-2 0 0 0 0,0 0 0 0 0,13-45 0 0 0,-22 63 23 0 0,-5 16-61 0 0,-6 22 17 0 0,8-23-36 0 0,0 1-1 0 0,1 0 0 0 0,0-1 1 0 0,1 1-1 0 0,0 0 0 0 0,0 0 0 0 0,2 0 1 0 0,-1-1-1 0 0,2 1 0 0 0,5 19 1 0 0,-5-28-21 0 0,-1-1 0 0 0,1 1 0 0 0,-1-1 1 0 0,1 0-1 0 0,0 0 0 0 0,0 0 0 0 0,0 0 1 0 0,0 0-1 0 0,5 1 0 0 0,-7-3-14 0 0,3 2-4 0 0,0-1 0 0 0,1 0 0 0 0,-1 0 0 0 0,1-1 0 0 0,-1 1 0 0 0,1-1 0 0 0,-1 0 0 0 0,1 0 0 0 0,-1-1 0 0 0,1 1 0 0 0,-1-1 0 0 0,0 0 0 0 0,1 0 0 0 0,-1 0 0 0 0,0-1 0 0 0,0 0 0 0 0,1 0 0 0 0,-1 0 0 0 0,4-3 0 0 0,2-1-63 0 0,-1-1 1 0 0,1 0-1 0 0,-1 0 0 0 0,-1-1 0 0 0,15-18 1 0 0,-12 11 19 0 0,0 0 0 0 0,-2-2 1 0 0,0 1-1 0 0,0-1 0 0 0,7-25 1 0 0,4-5 678 0 0,-9 16-50 0 0,-10 29-539 0 0,2-5-21 0 0,-1 6 8 0 0,0 10 12 0 0,-2 7 0 0 0,1 1-1 0 0,1-1 1 0 0,9 32-1 0 0,-9-37-18 0 0,2-1 0 0 0,0 0 0 0 0,0 1 0 0 0,0-1 0 0 0,1-1 0 0 0,1 1 0 0 0,8 10 0 0 0,-10-16-137 0 0,0 1-1 0 0,0-1 1 0 0,1 0-1 0 0,0-1 1 0 0,0 1-1 0 0,0-1 1 0 0,0 0 0 0 0,1 0-1 0 0,-1 0 1 0 0,1-1-1 0 0,-1 0 1 0 0,1 0-1 0 0,0-1 1 0 0,0 1 0 0 0,0-1-1 0 0,0 0 1 0 0,0-1-1 0 0,0 1 1 0 0,0-1-1 0 0,10-2 1 0 0,-7 1-160 0 0,0 0 1 0 0,0-1 0 0 0,-1 0-1 0 0,1 0 1 0 0,-1-1-1 0 0,1 0 1 0 0,-1-1-1 0 0,0 0 1 0 0,0 0 0 0 0,-1-1-1 0 0,1 0 1 0 0,-1 0-1 0 0,10-9 1 0 0,-7 2 80 0 0,0 0 1 0 0,-1 0 0 0 0,0-1-1 0 0,-1 0 1 0 0,-1-1-1 0 0,0 0 1 0 0,8-21-1 0 0,-2-5 117 0 0,13-62 0 0 0,-15 46 1365 0 0,-3-1-1 0 0,-3 1 0 0 0,-2-1 1 0 0,-5-70-1 0 0,2 125-1212 0 0,-4-30 647 0 0,5 32-717 0 0,-1 0-1 0 0,0 0 0 0 0,0 0 0 0 0,0 0 0 0 0,0-1 0 0 0,0 1 1 0 0,0 0-1 0 0,0 0 0 0 0,0 0 0 0 0,0 0 0 0 0,0 0 0 0 0,0 0 1 0 0,0 0-1 0 0,0 0 0 0 0,0-1 0 0 0,0 1 0 0 0,0 0 0 0 0,0 0 1 0 0,0 0-1 0 0,0 0 0 0 0,0 0 0 0 0,0 0 0 0 0,0 0 0 0 0,0 0 1 0 0,0 0-1 0 0,-1-1 0 0 0,1 1 0 0 0,0 0 0 0 0,0 0 0 0 0,0 0 1 0 0,0 0-1 0 0,0 0 0 0 0,0 0 0 0 0,0 0 0 0 0,0 0 0 0 0,0 0 1 0 0,0 0-1 0 0,0 0 0 0 0,0 0 0 0 0,-1 0 0 0 0,1 0 0 0 0,0 0 1 0 0,0 0-1 0 0,0 0 0 0 0,0 0 0 0 0,0 0 0 0 0,0 0 0 0 0,0 0 1 0 0,0 0-1 0 0,-1 0 0 0 0,1 0 0 0 0,0 0 0 0 0,0 0 0 0 0,0 0 1 0 0,0 0-1 0 0,0 0 0 0 0,0 0 0 0 0,0 0 0 0 0,0 0 0 0 0,0 0 1 0 0,-1 0-1 0 0,1 0 0 0 0,0 0 0 0 0,0 0 0 0 0,-5 17-6 0 0,-6 62 624 0 0,-2 148 1 0 0,11-171-498 0 0,0 11-149 0 0,-2 82 623 0 0,5-121-1146 0 0,1-1 0 0 0,1 0-1 0 0,9 35 1 0 0,-11-58 327 0 0,1-1-1 0 0,-1 1 1 0 0,1 0 0 0 0,-1-1-1 0 0,1 0 1 0 0,0 1-1 0 0,0-1 1 0 0,1 0 0 0 0,-1 0-1 0 0,0 0 1 0 0,1 0 0 0 0,0 0-1 0 0,0-1 1 0 0,4 4-1 0 0,-4-5-221 0 0,-1 1-1 0 0,0-1 0 0 0,1 0 0 0 0,-1 0 0 0 0,1 0 0 0 0,-1 0 0 0 0,1 0 0 0 0,0 0 0 0 0,-1-1 0 0 0,1 0 0 0 0,0 1 0 0 0,4-1 0 0 0,7-3-2512 0 0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32.2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0 100 1880 0 0,'15'-90'11546'0'0,"-14"89"-11211"0"0,-1 14 107 0 0,0 25 52 0 0,-1 23-42 0 0,10 81 0 0 0,-8-138-552 0 0,-1-1 1 0 0,1 1-1 0 0,0 0 0 0 0,0-1 0 0 0,0 1 0 0 0,0-1 0 0 0,1 0 0 0 0,-1 1 0 0 0,1-1 0 0 0,0 0 0 0 0,0 0 0 0 0,0 0 0 0 0,3 3 0 0 0,-3-4-18 0 0,0-1 0 0 0,0 0-1 0 0,0 1 1 0 0,0-1 0 0 0,0 0 0 0 0,0 0-1 0 0,0 0 1 0 0,0 0 0 0 0,0-1 0 0 0,1 1-1 0 0,-1 0 1 0 0,0-1 0 0 0,1 0-1 0 0,-1 1 1 0 0,0-1 0 0 0,1 0 0 0 0,-1 0-1 0 0,0 0 1 0 0,1-1 0 0 0,-1 1 0 0 0,2-1-1 0 0,4-1-59 0 0,0-1-1 0 0,0 0 1 0 0,-1 0 0 0 0,1 0-1 0 0,-1-1 1 0 0,0 0-1 0 0,0-1 1 0 0,0 1-1 0 0,-1-1 1 0 0,0-1-1 0 0,0 1 1 0 0,0-1 0 0 0,6-8-1 0 0,0-1 1250 0 0,-2 0-1 0 0,0 0 1 0 0,0-1-1 0 0,11-28 1 0 0,-11 25 221 0 0,-10 19-1279 0 0,0 0 0 0 0,0 0-1 0 0,0 0 1 0 0,0 0-1 0 0,0-1 1 0 0,0 1 0 0 0,0 0-1 0 0,0 0 1 0 0,0 0 0 0 0,0 0-1 0 0,0 0 1 0 0,0 0-1 0 0,0-1 1 0 0,0 1 0 0 0,0 0-1 0 0,0 0 1 0 0,1 0 0 0 0,-1 0-1 0 0,0 0 1 0 0,0 0 0 0 0,0 0-1 0 0,0 0 1 0 0,0-1-1 0 0,0 1 1 0 0,0 0 0 0 0,1 0-1 0 0,-1 0 1 0 0,0 0 0 0 0,0 0-1 0 0,0 0 1 0 0,0 0 0 0 0,0 0-1 0 0,0 0 1 0 0,1 0-1 0 0,-1 0 1 0 0,0 0 0 0 0,0 0-1 0 0,0 0 1 0 0,0 0 0 0 0,0 0-1 0 0,1 0 1 0 0,-1 0-1 0 0,0 0 1 0 0,0 0 0 0 0,0 0-1 0 0,0 0 1 0 0,1 1 0 0 0,1 28 143 0 0,-2-26-158 0 0,1 14 40 0 0,1 1 0 0 0,1-1 0 0 0,1 0 1 0 0,0 0-1 0 0,1-1 0 0 0,13 28 1 0 0,-17-43-34 0 0,-1 1 0 0 0,1-1 0 0 0,0 1 0 0 0,0-1 0 0 0,1 0 0 0 0,-1 1 1 0 0,0-1-1 0 0,0 0 0 0 0,1 0 0 0 0,-1 0 0 0 0,1 0 0 0 0,-1 0 1 0 0,1 0-1 0 0,-1 0 0 0 0,1 0 0 0 0,-1 0 0 0 0,1-1 0 0 0,0 1 0 0 0,-1-1 1 0 0,1 1-1 0 0,0-1 0 0 0,2 0 0 0 0,-1 1-5 0 0,1-1-1 0 0,-1 0 1 0 0,1 0 0 0 0,-1 0-1 0 0,1 0 1 0 0,-1-1 0 0 0,1 1 0 0 0,-1-1-1 0 0,5-1 1 0 0,-1-2-35 0 0,0 0 0 0 0,0 0 0 0 0,0-1 0 0 0,-1 0 0 0 0,1 0 0 0 0,-1-1 0 0 0,-1 1 0 0 0,1-1 0 0 0,-1 0 0 0 0,0-1 0 0 0,0 1 0 0 0,-1-1 0 0 0,0 0 0 0 0,0 0 0 0 0,-1-1 0 0 0,6-14-1 0 0,-5 10 29 0 0,-1-1-1 0 0,0 1 0 0 0,0-1 0 0 0,-1 0 0 0 0,-1 1 1 0 0,0-1-1 0 0,-1 0 0 0 0,0 0 0 0 0,-1 0 0 0 0,-3-15 0 0 0,3 24 25 0 0,0-1-1 0 0,-1 0 0 0 0,1 1 1 0 0,-1-1-1 0 0,-4-6 0 0 0,5 9-15 0 0,0 1-1 0 0,0-1 1 0 0,0 0-1 0 0,0 1 0 0 0,-1-1 1 0 0,1 1-1 0 0,-1 0 1 0 0,1-1-1 0 0,-1 1 1 0 0,1 0-1 0 0,-1 0 0 0 0,0 0 1 0 0,0 0-1 0 0,1 0 1 0 0,-1 0-1 0 0,0 1 1 0 0,0-1-1 0 0,-2 0 0 0 0,-23-2 3 0 0,19 6-4 0 0,4-1-1 0 0,-2 1 4 0 0,0-1 0 0 0,0 1 0 0 0,0 0 0 0 0,1 0-1 0 0,0 0 1 0 0,0 1 0 0 0,0 0 0 0 0,0 0-1 0 0,0 0 1 0 0,1 1 0 0 0,0 0 0 0 0,-1-1 0 0 0,2 2-1 0 0,-7 8 1 0 0,7-8-128 0 0,-1 0-1 0 0,1 0 1 0 0,1 1 0 0 0,-1-1-1 0 0,1 0 1 0 0,0 1 0 0 0,0 0-1 0 0,1-1 1 0 0,0 1 0 0 0,0 0-1 0 0,1 0 1 0 0,-1 0 0 0 0,2 8-1 0 0,0-12-82 0 0,0-1 0 0 0,-1 1 0 0 0,1 0 0 0 0,0 0 0 0 0,1-1 0 0 0,-1 1 0 0 0,0-1-1 0 0,1 1 1 0 0,0-1 0 0 0,-1 1 0 0 0,1-1 0 0 0,0 0 0 0 0,0 0 0 0 0,0 0 0 0 0,1 0 0 0 0,-1 0 0 0 0,0 0-1 0 0,1-1 1 0 0,-1 1 0 0 0,1-1 0 0 0,0 0 0 0 0,-1 0 0 0 0,1 0 0 0 0,5 2 0 0 0,4 0-815 0 0,1-1 0 0 0,0 0 0 0 0,0 0 0 0 0,15-1 0 0 0,-4 0-798 0 0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32.7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97 936 0 0,'2'-2'2191'0'0,"1"-3"-1211"0"0,5-9 2890 0 0,-7 14-3781 0 0,-1-1 0 0 0,0 1 0 0 0,0 0 0 0 0,0 0 0 0 0,1 0 0 0 0,-1-1 0 0 0,0 1 0 0 0,0 0 0 0 0,1 0 0 0 0,-1 0 0 0 0,0 0 0 0 0,0 0 0 0 0,1 0 0 0 0,-1-1 0 0 0,0 1 0 0 0,1 0 0 0 0,-1 0 0 0 0,0 0 0 0 0,1 0 0 0 0,-1 0 0 0 0,0 0 0 0 0,0 0 0 0 0,1 0 0 0 0,-1 0 0 0 0,0 0 0 0 0,1 0 0 0 0,-1 0 0 0 0,0 1 0 0 0,0-1 0 0 0,1 0 0 0 0,-1 0 0 0 0,0 0 0 0 0,1 0 0 0 0,-1 0 0 0 0,0 1 0 0 0,0-1 0 0 0,1 0 0 0 0,-1 0 0 0 0,0 0 0 0 0,0 1 0 0 0,0-1 0 0 0,1 0 0 0 0,-1 0 0 0 0,0 1 0 0 0,0 1-50 0 0,1-1-1 0 0,-1 1 1 0 0,0-1 0 0 0,0 1 0 0 0,1 0-1 0 0,-1-1 1 0 0,-1 1 0 0 0,1-1 0 0 0,0 1-1 0 0,0 0 1 0 0,-1-1 0 0 0,1 1 0 0 0,-1 1-1 0 0,0 2 86 0 0,-37 187 4032 0 0,29-203-3938 0 0,7-1-301 0 0,1 0 0 0 0,1-1 1 0 0,-1 1-1 0 0,2 0 1 0 0,0 0-1 0 0,1 0 1 0 0,0-1-1 0 0,6-19 0 0 0,-3 17-26 0 0,0-1-1 0 0,1 1 0 0 0,1 0 0 0 0,1 1 1 0 0,0 0-1 0 0,12-17 0 0 0,-18 28 95 0 0,1 0-1 0 0,-1 0 1 0 0,1 1 0 0 0,-1-1-1 0 0,1 1 1 0 0,0-1-1 0 0,0 1 1 0 0,0 0 0 0 0,0 0-1 0 0,1 0 1 0 0,-1 0-1 0 0,0 0 1 0 0,1 1 0 0 0,-1 0-1 0 0,1 0 1 0 0,4-1-1 0 0,-6 2 15 0 0,1 0-1 0 0,-1 0 0 0 0,1 0 1 0 0,0 0-1 0 0,-1 1 0 0 0,1-1 0 0 0,-1 1 1 0 0,1 0-1 0 0,-1-1 0 0 0,1 1 0 0 0,-1 1 1 0 0,1-1-1 0 0,-1 0 0 0 0,0 0 0 0 0,0 1 1 0 0,0-1-1 0 0,0 1 0 0 0,0 0 0 0 0,0 0 1 0 0,0 0-1 0 0,0 0 0 0 0,-1 0 0 0 0,3 2 1 0 0,2 8 66 0 0,1 0 0 0 0,-1 0 0 0 0,-1 1 0 0 0,0 0 1 0 0,-1 0-1 0 0,-1 0 0 0 0,0 0 0 0 0,3 23 0 0 0,-3-15 69 0 0,1-1-1 0 0,8 24 0 0 0,-11-42-131 0 0,0 1-1 0 0,0-1 0 0 0,-1 0 1 0 0,2-1-1 0 0,-1 1 0 0 0,0 0 1 0 0,0 0-1 0 0,0 0 0 0 0,1-1 1 0 0,-1 1-1 0 0,1 0 0 0 0,0-1 1 0 0,-1 1-1 0 0,1-1 1 0 0,0 0-1 0 0,0 0 0 0 0,0 0 1 0 0,0 0-1 0 0,0 0 0 0 0,0 0 1 0 0,0 0-1 0 0,0 0 0 0 0,0-1 1 0 0,0 1-1 0 0,0-1 0 0 0,1 0 1 0 0,-1 0-1 0 0,0 0 0 0 0,4 0 1 0 0,-3 0-315 0 0,0-1 1 0 0,0 1 0 0 0,0-1 0 0 0,0 0 0 0 0,0 0 0 0 0,-1 0 0 0 0,1 0 0 0 0,0-1 0 0 0,-1 1 0 0 0,1-1 0 0 0,-1 0 0 0 0,1 1 0 0 0,-1-1 0 0 0,0 0 0 0 0,1-1 0 0 0,-1 1-1 0 0,0 0 1 0 0,-1 0 0 0 0,1-1 0 0 0,2-4 0 0 0,2-4-2806 0 0,-4-4-1040 0 0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32.9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200 63 348 0 0,'-86'-27'9658'0'0,"5"2"-5209"0"0,49 14-12187 0 0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33.1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0 460 0 0,'-92'47'10690'0'0,"91"-47"-10671"0"0,1 0 1 0 0,0 0-1 0 0,0 0 1 0 0,-1 0-1 0 0,1 0 0 0 0,0 0 1 0 0,0 1-1 0 0,0-1 1 0 0,-1 0-1 0 0,1 0 1 0 0,0 0-1 0 0,0 0 1 0 0,-1 0-1 0 0,1 1 1 0 0,0-1-1 0 0,0 0 0 0 0,0 0 1 0 0,0 0-1 0 0,0 1 1 0 0,-1-1-1 0 0,1 0 1 0 0,0 0-1 0 0,0 1 1 0 0,0-1-1 0 0,0 0 1 0 0,0 0-1 0 0,0 1 0 0 0,0-1 1 0 0,0 0-1 0 0,0 0 1 0 0,0 1-1 0 0,0-1 1 0 0,0 0-1 0 0,0 0 1 0 0,0 1-1 0 0,0-1 1 0 0,0 0-1 0 0,0 1 0 0 0,0-1 1 0 0,0 0-1 0 0,0 0 1 0 0,0 0-1 0 0,0 1 1 0 0,1-1-1 0 0,-1 0 1 0 0,0 0-1 0 0,0 1 1 0 0,0-1-1 0 0,0 0 0 0 0,1 0 1 0 0,-1 0-1 0 0,0 1 1 0 0,11 4 207 0 0,-11-5-223 0 0,15 4 41 0 0,1-1 1 0 0,-1-1-1 0 0,0 0 0 0 0,1-1 1 0 0,26-2-1 0 0,-18 1-280 0 0,172-7-6234 0 0,-138 2 2893 0 0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33.6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21 1536 0 0,'0'-20'12047'0'0,"-5"44"-11519"0"0,1 1 0 0 0,-2 36-1 0 0,1-5-253 0 0,-22 192-607 0 0,26-225-7237 0 0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33.9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41 1740 0 0,'29'-36'9078'0'0,"-29"36"-9065"0"0,0 0-1 0 0,0 0 0 0 0,0 0 1 0 0,0-1-1 0 0,0 1 0 0 0,0 0 1 0 0,0 0-1 0 0,0 0 0 0 0,0 0 1 0 0,0 0-1 0 0,0 0 0 0 0,0 0 1 0 0,1 0-1 0 0,-1-1 1 0 0,0 1-1 0 0,0 0 0 0 0,0 0 1 0 0,0 0-1 0 0,0 0 0 0 0,-1 0 1 0 0,1 0-1 0 0,0 0 0 0 0,0 0 1 0 0,0 0-1 0 0,0-1 0 0 0,0 1 1 0 0,0 0-1 0 0,0 0 0 0 0,0 0 1 0 0,0 0-1 0 0,0 0 0 0 0,0 0 1 0 0,0 0-1 0 0,0 0 0 0 0,0 0 1 0 0,0 0-1 0 0,0 0 0 0 0,0-1 1 0 0,-1 1-1 0 0,1 0 0 0 0,0 0 1 0 0,0 0-1 0 0,0 0 1 0 0,0 0-1 0 0,0 0 0 0 0,0 0 1 0 0,0 0-1 0 0,0 0 0 0 0,0 0 1 0 0,-1 0-1 0 0,1 0 0 0 0,0 0 1 0 0,0 0-1 0 0,0 0 0 0 0,0 0 1 0 0,0 0-1 0 0,0 0 0 0 0,0 0 1 0 0,0 0-1 0 0,-1 0 0 0 0,1 0 1 0 0,0 0-1 0 0,0 0 0 0 0,-10 0 307 0 0,8 0-247 0 0,-7 4 8 0 0,0 0 1 0 0,0 0-1 0 0,1 1 1 0 0,-1 0-1 0 0,1 1 0 0 0,1 0 1 0 0,-1 0-1 0 0,1 0 1 0 0,0 1-1 0 0,0 1 0 0 0,-10 14 1 0 0,16-21-73 0 0,0 1 1 0 0,0-1-1 0 0,0 1 1 0 0,0 0-1 0 0,1-1 1 0 0,-1 1-1 0 0,0 0 1 0 0,1 0-1 0 0,-1 0 0 0 0,1 0 1 0 0,0 0-1 0 0,0-1 1 0 0,0 1-1 0 0,0 0 1 0 0,0 0-1 0 0,0 0 1 0 0,0 0-1 0 0,0 0 1 0 0,1 0-1 0 0,-1 0 1 0 0,1-1-1 0 0,-1 1 0 0 0,1 0 1 0 0,0 0-1 0 0,0-1 1 0 0,0 1-1 0 0,0 0 1 0 0,0-1-1 0 0,0 1 1 0 0,0-1-1 0 0,0 1 1 0 0,1-1-1 0 0,-1 0 1 0 0,0 1-1 0 0,3 0 0 0 0,5 5 1 0 0,1 0-1 0 0,0-1 1 0 0,1 0-1 0 0,16 7 1 0 0,-11-6 13 0 0,10 6 96 0 0,44 24-178 0 0,-64-33 209 0 0,0 0-1 0 0,0 0 0 0 0,0 1 0 0 0,-1 0 0 0 0,0 0 0 0 0,0 0 0 0 0,0 0 1 0 0,6 10-1 0 0,-11-14-72 0 0,1 1 1 0 0,0 0-1 0 0,0 0 1 0 0,-1-1-1 0 0,1 1 0 0 0,-1 0 1 0 0,1 0-1 0 0,-1 0 1 0 0,0 0-1 0 0,0 0 1 0 0,0 0-1 0 0,0 0 1 0 0,0-1-1 0 0,0 1 1 0 0,0 0-1 0 0,-1 0 0 0 0,1 0 1 0 0,-1 0-1 0 0,1 0 1 0 0,-1-1-1 0 0,0 1 1 0 0,0 0-1 0 0,0 0 1 0 0,0-1-1 0 0,0 1 1 0 0,0-1-1 0 0,0 1 0 0 0,0-1 1 0 0,-1 1-1 0 0,1-1 1 0 0,0 0-1 0 0,-1 0 1 0 0,1 1-1 0 0,-4 0 1 0 0,0 2-11 0 0,-2 0 1 0 0,1 0 0 0 0,0-1-1 0 0,-1 1 1 0 0,0-2 0 0 0,1 1 0 0 0,-13 2-1 0 0,11-3-369 0 0,0-1-1 0 0,0-1 0 0 0,-1 1 0 0 0,1-1 1 0 0,-1-1-1 0 0,1 1 0 0 0,-16-4 0 0 0,17 2-888 0 0,0-1-1 0 0,0 1 0 0 0,0-1 0 0 0,0 0 0 0 0,-9-6 0 0 0,-3-4-4750 0 0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34.1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97 1012 0 0,'-3'-33'6976'0'0,"-10"-9"-3365"0"0,7 24-2496 0 0,6 16-989 0 0,-5 1-295 0 0,-1 1-494 0 0,3 10-904 0 0,5 11-2773 0 0,1-11 643 0 0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34.8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431 136 184 0 0,'-2'-17'2193'0'0,"2"6"-1073"0"0,-1-1-1 0 0,-1 1 1 0 0,1-1-1 0 0,-2 1 1 0 0,0 0-1 0 0,0 0 1 0 0,-7-14-1 0 0,9 23-1083 0 0,-1 1 0 0 0,0-1 0 0 0,0 1 0 0 0,1 0 0 0 0,-1 0 0 0 0,0 0 0 0 0,0 0 0 0 0,0 0 0 0 0,0 0-1 0 0,0 1 1 0 0,0-1 0 0 0,-1 0 0 0 0,1 1 0 0 0,0 0 0 0 0,0-1 0 0 0,0 1 0 0 0,0 0 0 0 0,-1 0 0 0 0,1 1 0 0 0,0-1 0 0 0,0 0 0 0 0,-4 1 0 0 0,-5 2 15 0 0,-1 0 0 0 0,1 0 1 0 0,-1 1-1 0 0,1 0 0 0 0,0 1 1 0 0,-11 7-1 0 0,-60 42 95 0 0,72-47-125 0 0,-9 7 15 0 0,0 1 0 0 0,1 0 1 0 0,1 1-1 0 0,0 1 0 0 0,1 1 1 0 0,1 0-1 0 0,1 1 0 0 0,-17 29 1 0 0,30-46-33 0 0,0 0 0 0 0,0 0 0 0 0,0 0 0 0 0,1 0 0 0 0,-1 1 0 0 0,0-1 0 0 0,1 0 0 0 0,-1 0 0 0 0,1 0 0 0 0,0 1 0 0 0,0-1 0 0 0,0 0 0 0 0,0 1 0 0 0,0-1 0 0 0,0 0 0 0 0,0 0 0 0 0,1 1 0 0 0,-1-1 0 0 0,1 0 0 0 0,1 4 0 0 0,0-4-2 0 0,-1 0 1 0 0,1 0 0 0 0,-1-1-1 0 0,1 1 1 0 0,0 0 0 0 0,0-1-1 0 0,0 1 1 0 0,-1-1-1 0 0,1 0 1 0 0,1 0 0 0 0,-1 0-1 0 0,0 0 1 0 0,0 0 0 0 0,0 0-1 0 0,0 0 1 0 0,1-1-1 0 0,-1 1 1 0 0,0-1 0 0 0,1 1-1 0 0,1-1 1 0 0,8 1-1 0 0,-1-1-1 0 0,0 0 1 0 0,0-1 0 0 0,0 0-1 0 0,0-1 1 0 0,0 0 0 0 0,-1-1-1 0 0,1 0 1 0 0,0-1 0 0 0,-1 0-1 0 0,0 0 1 0 0,16-10 0 0 0,-14 6-7 0 0,0 0 1 0 0,-1 0-1 0 0,0-1 0 0 0,0-1 1 0 0,-1 0-1 0 0,0 0 0 0 0,-1-1 1 0 0,0 0-1 0 0,9-17 0 0 0,30-52 1498 0 0,-47 78-1410 0 0,-1 2-81 0 0,1 0 0 0 0,-1 0 0 0 0,1 0 0 0 0,-1 0-1 0 0,0 0 1 0 0,1 0 0 0 0,-1 0 0 0 0,0 0 0 0 0,1 0 0 0 0,-1 1-1 0 0,0-1 1 0 0,1 0 0 0 0,-1 0 0 0 0,0 0 0 0 0,1 0-1 0 0,-1 1 1 0 0,0-1 0 0 0,1 0 0 0 0,-1 0 0 0 0,0 1-1 0 0,1-1 1 0 0,-1 0 0 0 0,0 1 0 0 0,0-1 0 0 0,0 0 0 0 0,1 1-1 0 0,-1-1 1 0 0,0 0 0 0 0,0 1 0 0 0,0-1 0 0 0,0 0-1 0 0,0 1 1 0 0,1-1 0 0 0,-1 1 0 0 0,4 19 65 0 0,-4-17-46 0 0,2 8 12 0 0,0 0 0 0 0,1-1-1 0 0,0 1 1 0 0,0-1-1 0 0,1 1 1 0 0,0-1 0 0 0,1 0-1 0 0,9 14 1 0 0,-9-18-95 0 0,0 0 0 0 0,0-1 0 0 0,0 1 0 0 0,0-1-1 0 0,1 0 1 0 0,0 0 0 0 0,0-1 0 0 0,0 0 0 0 0,1 0 0 0 0,-1-1 0 0 0,1 1 0 0 0,0-1 0 0 0,0-1 0 0 0,7 3 0 0 0,2-2-1040 0 0,0 0 1 0 0,-1-1-1 0 0,1-1 0 0 0,0-1 0 0 0,0 0 1 0 0,27-4-1 0 0,-7-1-3000 0 0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35.4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0 110 1992 0 0,'12'-39'3722'0'0,"-8"23"-1941"0"0,1-1 0 0 0,10-19 0 0 0,-15 34-1322 0 0,2 4 45 0 0,3 5-237 0 0,0 0 0 0 0,-1 0 1 0 0,-1 0-1 0 0,1 0 0 0 0,-1 1 0 0 0,0-1 0 0 0,-1 1 1 0 0,0 0-1 0 0,0 0 0 0 0,1 14 0 0 0,3 6 254 0 0,14 80 461 0 0,-5 0 0 0 0,3 120 0 0 0,-19 27-464 0 0,-2-106 500 0 0,1-137-594 0 0,-4-15-89 0 0,-4-14-155 0 0,7 10-166 0 0,1-1 0 0 0,0-1 1 0 0,0 1-1 0 0,1 0 0 0 0,0 0 1 0 0,0-1-1 0 0,1 1 0 0 0,0 0 1 0 0,1-1-1 0 0,2-11 0 0 0,-2 13-28 0 0,0 1 0 0 0,1 0 1 0 0,-1 0-1 0 0,2 0 0 0 0,-1 0 0 0 0,1 0 0 0 0,0 0 0 0 0,0 1 0 0 0,0 0 0 0 0,1-1 0 0 0,-1 1 1 0 0,2 0-1 0 0,-1 1 0 0 0,5-6 0 0 0,-3 6 1 0 0,0 1 1 0 0,1-1-1 0 0,-1 1 1 0 0,1 0-1 0 0,-1 0 1 0 0,1 1-1 0 0,0 0 1 0 0,0 0-1 0 0,0 0 1 0 0,0 1-1 0 0,0 0 1 0 0,1 1 0 0 0,-1 0-1 0 0,0 0 1 0 0,0 0-1 0 0,0 1 1 0 0,1 0-1 0 0,-1 0 1 0 0,0 1-1 0 0,12 4 1 0 0,-3 0-4 0 0,-1 0 1 0 0,0 1 0 0 0,0 0 0 0 0,0 2 0 0 0,-1-1-1 0 0,0 2 1 0 0,24 21 0 0 0,-31-24 18 0 0,0 1 1 0 0,0 1-1 0 0,0-1 1 0 0,-1 1-1 0 0,-1 0 0 0 0,1 0 1 0 0,-2 1-1 0 0,1 0 1 0 0,-1 0-1 0 0,5 19 0 0 0,-8-26 5 0 0,0 1 0 0 0,0-1-1 0 0,-1 1 1 0 0,1-1-1 0 0,-1 1 1 0 0,0-1 0 0 0,0 1-1 0 0,0 0 1 0 0,-1-1-1 0 0,1 1 1 0 0,-1-1 0 0 0,0 1-1 0 0,1-1 1 0 0,-2 1-1 0 0,1-1 1 0 0,0 1-1 0 0,-1-1 1 0 0,0 0 0 0 0,1 0-1 0 0,-1 0 1 0 0,0 0-1 0 0,-1 0 1 0 0,1 0 0 0 0,0-1-1 0 0,-1 1 1 0 0,0-1-1 0 0,1 1 1 0 0,-1-1-1 0 0,0 0 1 0 0,0 0 0 0 0,-1-1-1 0 0,1 1 1 0 0,0 0-1 0 0,0-1 1 0 0,-5 2 0 0 0,-9 1 54 0 0,0 0 0 0 0,0 0 0 0 0,-1-2 0 0 0,1 0 0 0 0,0-1 0 0 0,-35-2 0 0 0,14-3-1347 0 0,1-1-1 0 0,-39-12 1 0 0,76 17 1124 0 0,-1 0 0 0 0,0-1 0 0 0,0 1 0 0 0,1 0 0 0 0,-1 0 0 0 0,0-1 0 0 0,1 1 0 0 0,-1-1 0 0 0,0 1 0 0 0,1-1 0 0 0,-1 1 0 0 0,0-1 0 0 0,1 1 0 0 0,-1-1 0 0 0,1 1 0 0 0,-1-1 0 0 0,0-1 0 0 0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36.3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132 213 120 0 0,'7'-5'1621'0'0,"0"-1"0"0"0,-1 1 0 0 0,0-2 1 0 0,0 1-1 0 0,-1-1 0 0 0,1 0 0 0 0,7-15 0 0 0,-12 20-1385 0 0,0 0 0 0 0,-1 0 0 0 0,1 0-1 0 0,0 0 1 0 0,-1 0 0 0 0,0 0 0 0 0,1-1 0 0 0,-1 1 0 0 0,0 0-1 0 0,0 0 1 0 0,0-1 0 0 0,-2-3 0 0 0,2 4-80 0 0,-1 1-139 0 0,1 1 0 0 0,-1-1 0 0 0,0 1 0 0 0,1 0 0 0 0,-1-1 0 0 0,0 1 0 0 0,0 0 0 0 0,1-1 0 0 0,-1 1 0 0 0,0 0 0 0 0,0 0 0 0 0,0 0 0 0 0,1 0 0 0 0,-1 0 0 0 0,-1 0 0 0 0,-11 5 0 0 0,0 2 1 0 0,1 0 0 0 0,0 0-1 0 0,0 2 1 0 0,0-1-1 0 0,1 1 1 0 0,1 1 0 0 0,-1 0-1 0 0,1 0 1 0 0,1 1-1 0 0,0 0 1 0 0,1 1 0 0 0,0 0-1 0 0,-6 14 1 0 0,10-19-18 0 0,2-5 0 0 0,1 0-1 0 0,0 0 1 0 0,0 0 0 0 0,0 0 0 0 0,1 0 0 0 0,-1 0 0 0 0,0 1 0 0 0,1-1-1 0 0,-1 0 1 0 0,1 1 0 0 0,0-1 0 0 0,0 0 0 0 0,0 1 0 0 0,0-1 0 0 0,0 0-1 0 0,1 5 1 0 0,0-5 0 0 0,-1 1 0 0 0,0-1 0 0 0,1 0 0 0 0,-1 1 1 0 0,1-1-1 0 0,0 0 0 0 0,0 1 0 0 0,0-1 0 0 0,0 0 0 0 0,0 0 0 0 0,0 0 0 0 0,1 0 0 0 0,-1 0 0 0 0,1 0 0 0 0,-1 0 0 0 0,1-1 0 0 0,0 1 1 0 0,3 2-1 0 0,-2-2-21 0 0,0 0 0 0 0,1-1 1 0 0,-1 0-1 0 0,0 0 0 0 0,0 0 1 0 0,1 0-1 0 0,-1 0 0 0 0,0-1 1 0 0,1 1-1 0 0,-1-1 0 0 0,1 0 1 0 0,3 0-1 0 0,1-1-26 0 0,1 0 1 0 0,0-1-1 0 0,-1 0 0 0 0,0 0 0 0 0,1-1 1 0 0,-1 0-1 0 0,0 0 0 0 0,-1-1 0 0 0,1 0 1 0 0,7-5-1 0 0,-4 0 19 0 0,-2 1 0 0 0,1-1 0 0 0,-1-1 0 0 0,0 0 0 0 0,9-13 0 0 0,34-60 500 0 0,-38 59-135 0 0,-13 23-361 0 0,-1 1 23 0 0,-1 0 0 0 0,1 0 0 0 0,0 0 0 0 0,0-1 0 0 0,0 1 0 0 0,0 0 0 0 0,0 0 0 0 0,0 0 0 0 0,0 0 0 0 0,0 0 0 0 0,0-1 0 0 0,0 1 0 0 0,0 0 0 0 0,0 0 0 0 0,0 0 0 0 0,1 0 0 0 0,-1 0 0 0 0,0-1 0 0 0,0 1 0 0 0,0 0 0 0 0,0 0 0 0 0,0 0 0 0 0,0 0 0 0 0,0 0 0 0 0,0 0 0 0 0,0 0 0 0 0,0-1 0 0 0,0 1 0 0 0,1 0 0 0 0,-1 0 0 0 0,0 0 0 0 0,0 0 0 0 0,0 0 0 0 0,0 0 0 0 0,0 0 0 0 0,0 0 0 0 0,1 0 0 0 0,-1 0 0 0 0,0 0 0 0 0,0 0 0 0 0,0 0 0 0 0,0 0 0 0 0,0 0 0 0 0,0 0 0 0 0,1 0 1 0 0,-1 0-1 0 0,0 0 0 0 0,0 0 0 0 0,0 0 0 0 0,0 0 0 0 0,0 0 0 0 0,1 0 0 0 0,-1 0 0 0 0,0 0 0 0 0,0 0 0 0 0,0 0 0 0 0,1 1 0 0 0,-1-1 0 0 0,1 0 1 0 0,-1 1-1 0 0,1-1 0 0 0,-1 1 1 0 0,1 0-1 0 0,-1-1 0 0 0,0 1 1 0 0,1-1-1 0 0,-1 1 0 0 0,0-1 1 0 0,0 1-1 0 0,1 0 0 0 0,-1-1 1 0 0,0 1-1 0 0,0 0 0 0 0,0 0 1 0 0,3 20 1 0 0,-3-9 27 0 0,2-1-1 0 0,0 1 1 0 0,0-1 0 0 0,1 0-1 0 0,6 17 1 0 0,-7-25-18 0 0,0 1-1 0 0,0-1 1 0 0,0 0 0 0 0,0 0-1 0 0,1 0 1 0 0,-1 0 0 0 0,1 0-1 0 0,0 0 1 0 0,0-1 0 0 0,0 1-1 0 0,0-1 1 0 0,0 0-1 0 0,0 0 1 0 0,1 0 0 0 0,-1 0-1 0 0,1-1 1 0 0,0 1 0 0 0,-1-1-1 0 0,1 0 1 0 0,7 1 0 0 0,-1-1-8 0 0,0 0 0 0 0,1 0 0 0 0,0-2 1 0 0,-1 1-1 0 0,1-1 0 0 0,-1-1 1 0 0,0 1-1 0 0,1-2 0 0 0,-1 0 1 0 0,0 0-1 0 0,0 0 0 0 0,-1-2 0 0 0,1 1 1 0 0,-1-1-1 0 0,12-8 0 0 0,-1-1-6 0 0,-1 0 0 0 0,0-1-1 0 0,-1-1 1 0 0,-1-1 0 0 0,25-31-1 0 0,-33 39 80 0 0,-1-1-1 0 0,-1 0 0 0 0,0-1 1 0 0,0 0-1 0 0,-1 0 1 0 0,-1 0-1 0 0,1-1 0 0 0,-2 1 1 0 0,4-15-1 0 0,-8 26-63 0 0,1-1-7 0 0,-1 0 0 0 0,0 0 0 0 0,0 0 0 0 0,0 0 0 0 0,0 0 0 0 0,0 0 0 0 0,0 0 0 0 0,0 0 0 0 0,0 0 0 0 0,-1 0 0 0 0,1 0 0 0 0,0 0 0 0 0,0 0 0 0 0,-1 0 0 0 0,1 0 0 0 0,-1 0 0 0 0,1 0 0 0 0,-1 0 1 0 0,1 0-1 0 0,-1 0 0 0 0,0 0 0 0 0,1 1 0 0 0,-1-1 0 0 0,0 0 0 0 0,0 1 0 0 0,1-1 0 0 0,-1 0 0 0 0,0 1 0 0 0,0-1 0 0 0,-2 0 0 0 0,2 1-4 0 0,0-1 1 0 0,0 1 0 0 0,0-1-1 0 0,0 1 1 0 0,0 0-1 0 0,0 0 1 0 0,0 0 0 0 0,0-1-1 0 0,0 1 1 0 0,0 0 0 0 0,0 0-1 0 0,0 0 1 0 0,0 1 0 0 0,0-1-1 0 0,-1 0 1 0 0,0 1-1 0 0,0-1 1 0 0,-5 1 0 0 0,-7 5-2 0 0,10-4 2 0 0,1-1 0 0 0,-1 1 0 0 0,0 0 0 0 0,1 0 0 0 0,0 0 0 0 0,-1 1 0 0 0,1-1 0 0 0,0 1 0 0 0,0 0 0 0 0,0 0 0 0 0,1 0 0 0 0,-1 0 0 0 0,1 0 0 0 0,0 0 0 0 0,-1 1 0 0 0,-1 5 0 0 0,3-6 1 0 0,0 0 0 0 0,1 0 1 0 0,0 0-1 0 0,-1 0 0 0 0,1 0 0 0 0,0 0 0 0 0,0-1 0 0 0,1 1 0 0 0,-1 0 0 0 0,1 0 0 0 0,-1 0 0 0 0,1 0 1 0 0,0 0-1 0 0,0 0 0 0 0,0-1 0 0 0,1 1 0 0 0,0 2 0 0 0,6 6 5 0 0,-1-1 0 0 0,1 0 0 0 0,0-1 0 0 0,1 0 0 0 0,0 0 0 0 0,1-1 0 0 0,15 11 0 0 0,-18-14 3 0 0,21 15 56 0 0,45 41 0 0 0,-71-59 2 0 0,-2-1-3 0 0,0 0-1 0 0,0 0 1 0 0,1 1-1 0 0,-1-1 0 0 0,0 0 1 0 0,0 0-1 0 0,0 1 1 0 0,0-1-1 0 0,0 0 0 0 0,-1 1 1 0 0,1-1-1 0 0,-1 2 1 0 0,-5 1-4 0 0,0-1 0 0 0,0 0 1 0 0,-1 0-1 0 0,0-1 0 0 0,1 0 1 0 0,-1 0-1 0 0,0-1 0 0 0,0 0 0 0 0,-8 1 1 0 0,-69 1 126 0 0,70-3-156 0 0,-76-3-233 0 0,35-7-5157 0 0,54 2 1726 0 0,1 7 3352 0 0,1 0-1 0 0,-1 0 1 0 0,1 0 0 0 0,-1 0 0 0 0,1 0 0 0 0,-1 0 0 0 0,1 1-1 0 0,0-1 1 0 0,-1 0 0 0 0,1 0 0 0 0,0 1 0 0 0,-1-1 0 0 0,1 1-1 0 0,2-2 1 0 0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36.6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0 110 1080 0 0,'99'-102'17083'0'0,"-98"101"-16860"0"0,-1 1-211 0 0,0-1 1 0 0,0 1-1 0 0,0 0 0 0 0,0 0 0 0 0,0-1 0 0 0,0 1 0 0 0,0 0 0 0 0,0-1 0 0 0,0 1 1 0 0,1 0-1 0 0,-1 0 0 0 0,0-1 0 0 0,0 1 0 0 0,0 0 0 0 0,0 0 0 0 0,0-1 1 0 0,1 1-1 0 0,-1 0 0 0 0,0 0 0 0 0,0 0 0 0 0,0 0 0 0 0,1-1 0 0 0,-1 1 0 0 0,0 0 1 0 0,0 0-1 0 0,1 0 0 0 0,-1 0 0 0 0,0 0 0 0 0,1-1 0 0 0,-1 1 0 0 0,0 0 0 0 0,0 0 1 0 0,1 0-1 0 0,-1 0 0 0 0,0 0 0 0 0,0 0 0 0 0,1 0 0 0 0,-1 0 0 0 0,0 0 0 0 0,1 0 1 0 0,-1 0-1 0 0,0 0 0 0 0,0 0 0 0 0,1 1 0 0 0,-1-1 0 0 0,0 0 0 0 0,0 0 0 0 0,1 0 1 0 0,-1 0-1 0 0,0 0 0 0 0,0 1 0 0 0,1-1 0 0 0,-1 0 0 0 0,0 0 0 0 0,1 1 0 0 0,0-1 27 0 0,-1 1 0 0 0,1-1 0 0 0,0 1 0 0 0,0 0 0 0 0,0 0 0 0 0,0-1-1 0 0,-1 1 1 0 0,1 0 0 0 0,0 0 0 0 0,-1 0 0 0 0,1 0 0 0 0,-1 0 0 0 0,1 0-1 0 0,-1 0 1 0 0,1 0 0 0 0,-1 0 0 0 0,1 0 0 0 0,-1 2 0 0 0,2 22 467 0 0,3 25-2 0 0,-2 0 0 0 0,-6 74 0 0 0,1-113-937 0 0,-2 52-1735 0 0,8-33-1625 0 0,-4-28 3109 0 0,1 0 0 0 0,-1 0 0 0 0,1 0-1 0 0,0 0 1 0 0,0 0 0 0 0,0 0-1 0 0,0-1 1 0 0,0 1 0 0 0,1 0 0 0 0,0 1-1 0 0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36.9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97 2028 0 0,'12'-23'7515'0'0,"10"-29"0"0"0,-17 39-5898 0 0,-4 12-1240 0 0,0-7 889 0 0,-8 12-1177 0 0,0 1 1 0 0,1-1 0 0 0,0 1-1 0 0,0 0 1 0 0,1 0 0 0 0,-1 0-1 0 0,1 1 1 0 0,0 0-1 0 0,-7 11 1 0 0,-1 5 33 0 0,-20 38 0 0 0,28-50-100 0 0,1 0 0 0 0,1 1 0 0 0,-1-1 0 0 0,2 1 0 0 0,-1 0 0 0 0,1-1 0 0 0,1 1-1 0 0,0 0 1 0 0,1 19 0 0 0,0-27-15 0 0,1 1-1 0 0,-1 0 1 0 0,1-1-1 0 0,-1 1 1 0 0,1-1-1 0 0,0 1 1 0 0,1-1-1 0 0,-1 0 1 0 0,0 0-1 0 0,1 1 1 0 0,0-1-1 0 0,0 0 1 0 0,0 0-1 0 0,0 0 1 0 0,0-1-1 0 0,1 1 1 0 0,-1 0-1 0 0,1-1 1 0 0,0 0-1 0 0,-1 1 1 0 0,1-1-1 0 0,0 0 1 0 0,0-1-1 0 0,1 1 1 0 0,-1 0-1 0 0,0-1 1 0 0,1 0-1 0 0,-1 0 1 0 0,0 0-1 0 0,1 0 1 0 0,-1 0-1 0 0,8 0 1 0 0,7 0-410 0 0,0 0 1 0 0,1-1 0 0 0,-1-1-1 0 0,0-1 1 0 0,0-1 0 0 0,31-8-1 0 0,-37 7-437 0 0,-1 0-1 0 0,0 0 0 0 0,-1-1 1 0 0,19-12-1 0 0,-22 12-105 0 0,-1 0 0 0 0,1 0-1 0 0,-1-1 1 0 0,0 0 0 0 0,0 0 0 0 0,-1 0 0 0 0,7-11-1 0 0,1-4-4017 0 0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37.1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196 82 1056 0 0,'-168'-66'17750'0'0,"150"56"-17399"0"0,8 5-1165 0 0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39.2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358 1039 1292 0 0,'-87'18'8652'0'0,"83"-17"-8040"0"0,1-2-140 0 0,-11-1-107 0 0,14 2-354 0 0,0 0 1 0 0,-1 0-1 0 0,1 0 0 0 0,0 0 1 0 0,0 0-1 0 0,0 0 0 0 0,-1 0 1 0 0,1-1-1 0 0,0 1 0 0 0,0 0 0 0 0,0 0 1 0 0,-1 0-1 0 0,1 0 0 0 0,0 0 1 0 0,0-1-1 0 0,0 1 0 0 0,0 0 1 0 0,0 0-1 0 0,0 0 0 0 0,-1 0 1 0 0,1-1-1 0 0,0 1 0 0 0,0 0 1 0 0,0 0-1 0 0,0 0 0 0 0,0-1 0 0 0,0 1 1 0 0,0 0-1 0 0,0 0 0 0 0,0 0 1 0 0,0-1-1 0 0,0 1 0 0 0,0 0 1 0 0,0 0-1 0 0,0-1 0 0 0,0 1 1 0 0,0 0-1 0 0,0 0 0 0 0,0 0 0 0 0,0-1 1 0 0,0 1-1 0 0,0 0 0 0 0,0 0 1 0 0,1 0-1 0 0,-1-1 0 0 0,0 1 1 0 0,0 0-1 0 0,6-8 147 0 0,10-8-83 0 0,1 1 0 0 0,1 1-1 0 0,1 0 1 0 0,25-13-1 0 0,7-6-39 0 0,-19 11 39 0 0,-1-2 1 0 0,-1-1 0 0 0,-1-2-1 0 0,-1 0 1 0 0,40-54-1 0 0,-53 60 35 0 0,-1 0 0 0 0,-2-1 0 0 0,0 0 0 0 0,-1-1 0 0 0,-1 0 0 0 0,-2-1 0 0 0,0 0 0 0 0,-1 0 0 0 0,6-48 0 0 0,-10 32 26 0 0,-1 0-1 0 0,-2-1 1 0 0,-2 1-1 0 0,-2 0 0 0 0,-1 0 1 0 0,-2 1-1 0 0,-23-72 1 0 0,29 107-141 0 0,0 0 1 0 0,-1 0-1 0 0,1 1 1 0 0,-1-1-1 0 0,1 1 1 0 0,-1-1-1 0 0,0 1 1 0 0,-1 0-1 0 0,1 0 1 0 0,-4-4-1 0 0,5 6 5 0 0,0 1-1 0 0,1-1 1 0 0,-1 1-1 0 0,0-1 0 0 0,0 1 1 0 0,0 0-1 0 0,0-1 1 0 0,1 1-1 0 0,-1 0 1 0 0,0 0-1 0 0,0-1 0 0 0,0 1 1 0 0,0 0-1 0 0,0 0 1 0 0,0 0-1 0 0,1 0 1 0 0,-1 0-1 0 0,-2 1 0 0 0,1-1 5 0 0,0 1 1 0 0,0 0-1 0 0,0 0 0 0 0,0 0 0 0 0,0 0 0 0 0,1 0 0 0 0,-1 0 0 0 0,0 1 0 0 0,0-1 0 0 0,-1 3 0 0 0,-7 6 2 0 0,0 1 0 0 0,2 0 0 0 0,-1 0-1 0 0,1 1 1 0 0,1 1 0 0 0,-9 18 0 0 0,-27 82-67 0 0,23-45 94 0 0,3 1-1 0 0,3 1 1 0 0,-7 98 0 0 0,7 218 261 0 0,14-346-264 0 0,-12 547 467 0 0,-1 225 1226 0 0,13-401-368 0 0,0-410-1336 0 0,0 0 1 0 0,0 0-1 0 0,0-1 1 0 0,0 1-1 0 0,0 0 0 0 0,0 0 1 0 0,0 0-1 0 0,0 0 0 0 0,0-1 1 0 0,1 1-1 0 0,-1 0 0 0 0,0 0 1 0 0,0 0-1 0 0,1-1 0 0 0,-1 1 1 0 0,1 0-1 0 0,-1 0 0 0 0,0-1 1 0 0,1 1-1 0 0,0 0 1 0 0,-1-1-1 0 0,1 1 0 0 0,-1-1 1 0 0,1 1-1 0 0,1 0 0 0 0,-1 0-6 0 0,0-1-1 0 0,0 0 0 0 0,0 0 1 0 0,0 0-1 0 0,1 0 1 0 0,-1 0-1 0 0,0 0 0 0 0,0 0 1 0 0,0-1-1 0 0,0 1 0 0 0,0 0 1 0 0,0-1-1 0 0,0 1 0 0 0,0 0 1 0 0,0-1-1 0 0,2 0 0 0 0,2-3 13 0 0,1 1 0 0 0,-1-1 0 0 0,0 0-1 0 0,0-1 1 0 0,6-5 0 0 0,-3 0-10 0 0,0-1 0 0 0,-1-1 0 0 0,0 0 0 0 0,-1 1 1 0 0,0-2-1 0 0,-1 1 0 0 0,-1-1 0 0 0,0 0 0 0 0,4-17 0 0 0,-1-8 17 0 0,3-77-1 0 0,-9 78-19 0 0,-2 1 1 0 0,-1-1-1 0 0,-2 1 1 0 0,-2-1-1 0 0,-1 1 1 0 0,-2 1-1 0 0,-1 0 1 0 0,-16-35-1 0 0,6 26-2 0 0,-1 1 0 0 0,-3 0 0 0 0,-1 2-1 0 0,-2 2 1 0 0,-53-61 0 0 0,-66-53-17 0 0,17 21 35 0 0,127 129-47 0 0,-1 0 1 0 0,0 0 0 0 0,1 0 0 0 0,0 0 0 0 0,0 0 0 0 0,0 0 0 0 0,0 0 0 0 0,0-1 0 0 0,1 1 0 0 0,-1-1 0 0 0,1 1 0 0 0,0-1 0 0 0,-1-6 0 0 0,2 7-27 0 0,1-1-1 0 0,-1 1 1 0 0,1 0-1 0 0,-1-1 1 0 0,1 1 0 0 0,0 0-1 0 0,1 0 1 0 0,-1 0-1 0 0,0 0 1 0 0,1 0 0 0 0,0 0-1 0 0,0 0 1 0 0,0 1-1 0 0,0-1 1 0 0,0 1-1 0 0,3-4 1 0 0,9-8-157 0 0,0 1-1 0 0,1 0 1 0 0,0 1 0 0 0,25-14 0 0 0,72-35-587 0 0,-83 46 566 0 0,244-108-1768 0 0,60-34 280 0 0,-315 147 1667 0 0,0-1 0 0 0,22-19-1 0 0,-35 27 94 0 0,-1-1-1 0 0,0 0 0 0 0,0 0 1 0 0,-1 0-1 0 0,1 0 0 0 0,-1-1 0 0 0,0 0 1 0 0,0 1-1 0 0,-1-1 0 0 0,1 0 0 0 0,-1 0 1 0 0,0 0-1 0 0,3-11 0 0 0,-5 15-32 0 0,0-1 1 0 0,1 1-1 0 0,-1-1 0 0 0,0 1 0 0 0,0-1 1 0 0,0 1-1 0 0,0 0 0 0 0,0-1 0 0 0,-1 1 1 0 0,1-1-1 0 0,0 1 0 0 0,-1-1 0 0 0,1 1 0 0 0,-1 0 1 0 0,1-1-1 0 0,-1 1 0 0 0,1 0 0 0 0,-1-1 1 0 0,0 1-1 0 0,0 0 0 0 0,0 0 0 0 0,0 0 0 0 0,-2-2 1 0 0,2 1-11 0 0,-1 0 0 0 0,0 1 0 0 0,0-1 0 0 0,0 1 0 0 0,0 0 1 0 0,0 0-1 0 0,0 0 0 0 0,0 0 0 0 0,-1 0 0 0 0,1 0 1 0 0,0 0-1 0 0,-1 1 0 0 0,1-1 0 0 0,0 1 0 0 0,-1-1 0 0 0,1 1 1 0 0,0 0-1 0 0,-1 0 0 0 0,1 0 0 0 0,-1 0 0 0 0,1 1 0 0 0,0-1 1 0 0,-1 1-1 0 0,1-1 0 0 0,0 1 0 0 0,-1 0 0 0 0,1 0 0 0 0,-4 2 1 0 0,2-1 9 0 0,-7 3 9 0 0,1 0 1 0 0,0 1-1 0 0,0 1 0 0 0,0-1 0 0 0,1 2 1 0 0,0-1-1 0 0,0 1 0 0 0,1 0 1 0 0,0 1-1 0 0,1 0 0 0 0,-9 14 0 0 0,11-16-2 0 0,0 0 0 0 0,1 0 0 0 0,0 1 0 0 0,1 0-1 0 0,-1 0 1 0 0,1 0 0 0 0,1 0 0 0 0,0 0 0 0 0,0 1-1 0 0,0-1 1 0 0,1 1 0 0 0,0-1 0 0 0,1 1 0 0 0,0-1-1 0 0,1 1 1 0 0,1 10 0 0 0,-1-16-16 0 0,0 1 0 0 0,1-1 0 0 0,-1 0 0 0 0,1 0 0 0 0,0 0 0 0 0,0-1 0 0 0,0 1 0 0 0,0 0 0 0 0,0-1 0 0 0,1 1 0 0 0,-1-1 0 0 0,1 0 0 0 0,0 0 0 0 0,0 0 0 0 0,-1 0 0 0 0,1 0 0 0 0,0-1 0 0 0,0 1 0 0 0,1-1 0 0 0,3 2 0 0 0,5 0-159 0 0,-1 1-1 0 0,1-2 1 0 0,0 1-1 0 0,19 0 1 0 0,4-2-800 0 0,0-1 0 0 0,1-2 0 0 0,62-13 0 0 0,-34 1-893 0 0,71-26 0 0 0,-84 22 988 0 0,-1-3 0 0 0,56-31-1 0 0,-77 35 1337 0 0,-2-1-1 0 0,0-1 1 0 0,-1-1-1 0 0,44-44 1 0 0,-64 56-84 0 0,0 1 1 0 0,-1-1-1 0 0,0 0 1 0 0,0-1-1 0 0,4-8 1 0 0,9-18 1194 0 0,-17 34-1536 0 0,-1 0-1 0 0,1-1 0 0 0,0 1 0 0 0,-1-1 0 0 0,0 1 1 0 0,1-1-1 0 0,-1 1 0 0 0,0-1 0 0 0,0 1 0 0 0,0-1 1 0 0,0 1-1 0 0,0-1 0 0 0,0 1 0 0 0,0 0 0 0 0,-1-1 1 0 0,1 1-1 0 0,0-1 0 0 0,-1 1 0 0 0,1-1 1 0 0,-1 1-1 0 0,0 0 0 0 0,1-1 0 0 0,-1 1 0 0 0,0 0 1 0 0,-1-2-1 0 0,0 2 48 0 0,-3 1-50 0 0,0 1 0 0 0,-1 0 1 0 0,1 0-1 0 0,-1 0 0 0 0,1 1 0 0 0,0 0 1 0 0,0 0-1 0 0,0 0 0 0 0,0 0 0 0 0,0 1 1 0 0,-6 4-1 0 0,-6 6 160 0 0,-25 23 0 0 0,24-20-79 0 0,-3 3 21 0 0,1 0 1 0 0,-24 31 0 0 0,37-41-111 0 0,1-1 0 0 0,-1 1 0 0 0,2 1 0 0 0,0-1 0 0 0,0 1 0 0 0,0 0 0 0 0,1 0 0 0 0,-5 21 0 0 0,9-29-37 0 0,0 0 0 0 0,-1 0 0 0 0,1 0 1 0 0,0 0-1 0 0,0 0 0 0 0,0 0 0 0 0,0 0 0 0 0,1 0 0 0 0,-1-1 0 0 0,1 1 1 0 0,-1 0-1 0 0,1 0 0 0 0,-1 0 0 0 0,1 0 0 0 0,0-1 0 0 0,0 1 1 0 0,0 0-1 0 0,0-1 0 0 0,0 1 0 0 0,0 0 0 0 0,1-1 0 0 0,-1 0 0 0 0,0 1 1 0 0,1-1-1 0 0,-1 0 0 0 0,1 0 0 0 0,-1 1 0 0 0,1-1 0 0 0,0-1 1 0 0,-1 1-1 0 0,1 0 0 0 0,0 0 0 0 0,0 0 0 0 0,0-1 0 0 0,0 1 0 0 0,0-1 1 0 0,-1 0-1 0 0,4 1 0 0 0,3 0-72 0 0,1-1-1 0 0,-1 1 1 0 0,0-1 0 0 0,0-1-1 0 0,1 1 1 0 0,-1-1 0 0 0,12-4 0 0 0,-11 3 17 0 0,-1-1 0 0 0,0-1 1 0 0,-1 1-1 0 0,1-2 1 0 0,0 1-1 0 0,-1-1 0 0 0,0 0 1 0 0,0 0-1 0 0,9-10 1 0 0,3-5-67 0 0,27-37 0 0 0,-29 34 332 0 0,21-20 0 0 0,-37 41-224 0 0,4 0-17 0 0,-1 0 18 0 0,-2 12 22 0 0,-6 43 140 0 0,2-42-133 0 0,0 1 0 0 0,2 0 0 0 0,-1 0 0 0 0,1 0 0 0 0,1 0 0 0 0,0 0 0 0 0,1-1 0 0 0,3 15 0 0 0,-4-24-90 0 0,0 0 1 0 0,-1 0 0 0 0,1-1 0 0 0,0 1 0 0 0,0 0-1 0 0,0 0 1 0 0,1 0 0 0 0,-1-1 0 0 0,0 1 0 0 0,0-1-1 0 0,1 1 1 0 0,-1-1 0 0 0,1 1 0 0 0,0-1 0 0 0,-1 0-1 0 0,1 0 1 0 0,0 1 0 0 0,0-1 0 0 0,0-1 0 0 0,0 1-1 0 0,2 1 1 0 0,0-2-104 0 0,0 1 0 0 0,-1-1 0 0 0,1 0 0 0 0,-1 0 0 0 0,1 0 0 0 0,0 0 0 0 0,-1-1 0 0 0,1 1 0 0 0,0-1 0 0 0,-1 0 0 0 0,5-2 0 0 0,7-3-537 0 0,-1-1 0 0 0,0-1 1 0 0,-1 0-1 0 0,20-15 0 0 0,1-4-289 0 0,58-62 0 0 0,15-44 3845 0 0,-99 121-1995 0 0,0-1 0 0 0,0 0 0 0 0,9-24-1 0 0,-16 34-654 0 0,-5 0 12 0 0,4 3-204 0 0,0 0 1 0 0,0-1-1 0 0,0 1 1 0 0,0 0-1 0 0,0 0 1 0 0,-1-1-1 0 0,1 1 1 0 0,0 0-1 0 0,0 0 1 0 0,0-1-1 0 0,0 1 1 0 0,0 0-1 0 0,-1 0 0 0 0,1 0 1 0 0,0-1-1 0 0,0 1 1 0 0,0 0-1 0 0,-1 0 1 0 0,1 0-1 0 0,0 0 1 0 0,0 0-1 0 0,-1-1 1 0 0,1 1-1 0 0,0 0 1 0 0,0 0-1 0 0,-1 0 1 0 0,1 0-1 0 0,0 0 1 0 0,0 0-1 0 0,-1 0 1 0 0,1 0-1 0 0,0 0 1 0 0,0 0-1 0 0,-1 0 1 0 0,1 0-1 0 0,-10 3 70 0 0,0 0 0 0 0,1 0 1 0 0,0 1-1 0 0,0 0 0 0 0,0 0 0 0 0,0 1 0 0 0,0 1 0 0 0,1-1 1 0 0,0 1-1 0 0,1 1 0 0 0,-1 0 0 0 0,1 0 0 0 0,0 0 0 0 0,1 1 1 0 0,0 0-1 0 0,-10 15 0 0 0,15-19-61 0 0,0-1-1 0 0,-1 1 1 0 0,2 0 0 0 0,-1 0 0 0 0,0 0 0 0 0,1 0 0 0 0,-1-1-1 0 0,1 1 1 0 0,0 0 0 0 0,1 0 0 0 0,-1 0 0 0 0,1 0-1 0 0,-1 0 1 0 0,1 0 0 0 0,1-1 0 0 0,-1 1 0 0 0,0 0-1 0 0,1-1 1 0 0,-1 1 0 0 0,1-1 0 0 0,0 0 0 0 0,1 1-1 0 0,-1-1 1 0 0,0 0 0 0 0,1 0 0 0 0,3 3 0 0 0,9 9 12 0 0,1-1 0 0 0,0-1 0 0 0,31 20 1 0 0,-27-20-22 0 0,-13-8 84 0 0,0 0 0 0 0,0 0 0 0 0,0 0 0 0 0,0 1 0 0 0,-1 0-1 0 0,0 1 1 0 0,0-1 0 0 0,-1 1 0 0 0,7 11 0 0 0,-12-17-52 0 0,0 0-1 0 0,0-1 1 0 0,0 1 0 0 0,0 0-1 0 0,0 0 1 0 0,0 0 0 0 0,0 0-1 0 0,0 0 1 0 0,0 0 0 0 0,-1 0-1 0 0,1 0 1 0 0,0 0-1 0 0,-1 0 1 0 0,1 0 0 0 0,-1-1-1 0 0,1 1 1 0 0,-1 0 0 0 0,1 0-1 0 0,-1 0 1 0 0,1-1 0 0 0,-1 1-1 0 0,0 0 1 0 0,1-1 0 0 0,-1 1-1 0 0,0 0 1 0 0,0 0 0 0 0,-21 12 413 0 0,11-8-334 0 0,0 0 0 0 0,-1-1 0 0 0,0 0 0 0 0,0-1 1 0 0,0 0-1 0 0,-22 2 0 0 0,27-5-498 0 0,-1 0 0 0 0,0 0 0 0 0,0 0 0 0 0,0-1 0 0 0,1 0 0 0 0,-15-5 0 0 0,12-1-2124 0 0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39.4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 1540 0 0,'3'-1'2251'0'0,"3"-2"-1022"0"0,14-4 3222 0 0,-19 6-4334 0 0,0 1 0 0 0,0 0 0 0 0,0 0-1 0 0,-1 0 1 0 0,1-1 0 0 0,0 1-1 0 0,0 0 1 0 0,0 0 0 0 0,0 0 0 0 0,-1 0-1 0 0,1 0 1 0 0,0 0 0 0 0,0 1-1 0 0,0-1 1 0 0,-1 0 0 0 0,1 0 0 0 0,0 0-1 0 0,0 1 1 0 0,0-1 0 0 0,0 1-1 0 0,0 2 57 0 0,0 0 0 0 0,-1 0-1 0 0,1-1 1 0 0,-1 1-1 0 0,0 0 1 0 0,0 0-1 0 0,0 0 1 0 0,0 0-1 0 0,-2 5 1 0 0,2-2 54 0 0,-2 22 487 0 0,-3 90 736 0 0,5-107-1406 0 0,1 0 0 0 0,0-1-1 0 0,1 1 1 0 0,0 0 0 0 0,1-1 0 0 0,0 1-1 0 0,0-1 1 0 0,8 15 0 0 0,-10-23-351 0 0,0 0 0 0 0,1 0 0 0 0,-1-1 0 0 0,0 1 0 0 0,0 0 0 0 0,1-1 0 0 0,-1 1 0 0 0,1-1-1 0 0,-1 0 1 0 0,1 1 0 0 0,0-1 0 0 0,-1 0 0 0 0,1 0 0 0 0,0 0 0 0 0,0 0 0 0 0,0 0 0 0 0,0-1 0 0 0,0 1 0 0 0,0-1 0 0 0,0 1 0 0 0,0-1 0 0 0,0 0 0 0 0,0 1 0 0 0,0-1 0 0 0,0 0 0 0 0,0 0 0 0 0,0-1 0 0 0,0 1 0 0 0,0 0 0 0 0,3-2 0 0 0,7-2-4204 0 0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39.6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87 2392 0 0,'-1'-3'290'0'0,"-7"-8"1064"0"0,0-1 1 0 0,-1 1-1 0 0,0 0 0 0 0,0 0 1 0 0,-20-15-1 0 0,27 25-1112 0 0,-1 1-66 0 0,2 0-183 0 0,0 0 0 0 0,0 0 0 0 0,0 0-1 0 0,1 1 1 0 0,-1-1 0 0 0,0 0 0 0 0,0 1 0 0 0,0-1-1 0 0,1 0 1 0 0,-1 1 0 0 0,0-1 0 0 0,0 1-1 0 0,1-1 1 0 0,-1 1 0 0 0,0-1 0 0 0,1 1-1 0 0,-1-1 1 0 0,0 1 0 0 0,1 0 0 0 0,-1-1-1 0 0,1 1 1 0 0,-1 0 0 0 0,0 1 0 0 0,1-1-80 0 0,-1 1 1 0 0,1-1-1 0 0,0 1 1 0 0,0 0-1 0 0,-1-1 1 0 0,1 1-1 0 0,0 0 1 0 0,0-1-1 0 0,0 1 1 0 0,1 0-1 0 0,-1-1 1 0 0,0 1 0 0 0,1-1-1 0 0,0 3 1 0 0,0 0-419 0 0,1-1 0 0 0,-1 1 1 0 0,1-1-1 0 0,0 1 1 0 0,0-1-1 0 0,1 0 1 0 0,-1 0-1 0 0,5 4 0 0 0,3 5-2305 0 0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40.2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 1536 0 0,'14'-3'7169'0'0,"-12"4"-7070"0"0,-1-1 0 0 0,0 1 0 0 0,1 0 0 0 0,-1-1 0 0 0,0 1 0 0 0,1 0 0 0 0,-1 0 0 0 0,0 0 0 0 0,0 0 0 0 0,0 0 0 0 0,0 0 0 0 0,0 0 0 0 0,0 0 0 0 0,0 1 0 0 0,0-1 0 0 0,0 0 0 0 0,0 1 0 0 0,-1-1 0 0 0,1 0 0 0 0,-1 1 0 0 0,1-1 0 0 0,0 4-1 0 0,10 42 1663 0 0,-8-29-1144 0 0,16 78 1779 0 0,6 103 0 0 0,-21-140-1942 0 0,-3 1 1 0 0,-13 116 0 0 0,7-152-348 0 0,5-23-126 0 0,0-1-1 0 0,-1 1 0 0 0,1-1 1 0 0,0 1-1 0 0,0-1 0 0 0,0 1 1 0 0,0-1-1 0 0,-1 1 0 0 0,1-1 1 0 0,0 1-1 0 0,0-1 0 0 0,-1 1 1 0 0,1-1-1 0 0,0 1 1 0 0,-1-1-1 0 0,1 0 0 0 0,0 1 1 0 0,-1-1-1 0 0,1 1 0 0 0,-1-1 1 0 0,1 0-1 0 0,-1 0 0 0 0,1 1 1 0 0,-1-1-1 0 0,1 0 0 0 0,-1 0 1 0 0,1 1-1 0 0,-1-1 0 0 0,1 0 1 0 0,-1 0-1 0 0,1 0 0 0 0,-1 0 1 0 0,1 0-1 0 0,-1 0 0 0 0,1 0 1 0 0,-1 0-1 0 0,0 0 0 0 0,0 0 1 0 0,-1-1-59 0 0,0 0 0 0 0,1 0 0 0 0,-1-1 0 0 0,1 1 0 0 0,-1 0 1 0 0,0-1-1 0 0,1 1 0 0 0,0-1 0 0 0,-1 1 0 0 0,1-1 0 0 0,0 0 1 0 0,0 1-1 0 0,0-1 0 0 0,0 0 0 0 0,0 0 0 0 0,1 0 0 0 0,-2-2 0 0 0,1-1-24 0 0,0 1-1 0 0,0-1 1 0 0,1 0-1 0 0,0 0 0 0 0,-1 0 1 0 0,1 1-1 0 0,1-7 1 0 0,1 0-11 0 0,0-1 0 0 0,1 0 0 0 0,0 1 0 0 0,1 0 1 0 0,8-17-1 0 0,-6 16 78 0 0,1 1 0 0 0,1 0 0 0 0,0 0 0 0 0,0 1 0 0 0,1 0 0 0 0,0 0 0 0 0,1 1-1 0 0,0 0 1 0 0,1 1 0 0 0,0 0 0 0 0,12-6 0 0 0,-17 10 25 0 0,1 1-1 0 0,0 0 0 0 0,-1 0 0 0 0,1 1 1 0 0,0 0-1 0 0,0 0 0 0 0,0 1 1 0 0,0 0-1 0 0,13 0 0 0 0,-15 1 7 0 0,0 0 0 0 0,0 1 1 0 0,0 0-1 0 0,0 0 0 0 0,0 0 0 0 0,0 1 0 0 0,0-1 0 0 0,0 1 0 0 0,-1 1 1 0 0,1-1-1 0 0,-1 0 0 0 0,0 1 0 0 0,1 0 0 0 0,-1 0 0 0 0,3 4 0 0 0,-3-4 33 0 0,-1 0 0 0 0,0 1 0 0 0,0-1-1 0 0,-1 1 1 0 0,1 0 0 0 0,-1-1 0 0 0,1 1 0 0 0,-1 0-1 0 0,0 0 1 0 0,-1 1 0 0 0,1-1 0 0 0,-1 0-1 0 0,0 1 1 0 0,0-1 0 0 0,0 1 0 0 0,0-1-1 0 0,-1 1 1 0 0,0-1 0 0 0,0 1 0 0 0,0-1 0 0 0,-1 1-1 0 0,1-1 1 0 0,-1 1 0 0 0,0-1 0 0 0,0 0-1 0 0,-1 1 1 0 0,1-1 0 0 0,-1 0 0 0 0,-3 7-1 0 0,-1-2 40 0 0,1 0-1 0 0,-1 0 0 0 0,0 0 0 0 0,-1 0 0 0 0,0-1 1 0 0,-1 0-1 0 0,1-1 0 0 0,-2 0 0 0 0,1 0 0 0 0,-1 0 1 0 0,-12 6-1 0 0,-10 1-25 0 0,0-1-1 0 0,-1-2 1 0 0,0-2 0 0 0,-41 8 0 0 0,68-16-73 0 0,3 0-295 0 0,-11-4-2099 0 0,23-4 1474 0 0,1 1-1 0 0,-1 0 1 0 0,1 1 0 0 0,15-5 0 0 0,14-7-1662 0 0,-12 2 424 0 0,5-1-313 0 0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40.8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191 110 1744 0 0,'-2'-9'967'0'0,"0"0"1"0"0,-1 1-1 0 0,0-1 0 0 0,0 0 0 0 0,-1 1 1 0 0,0-1-1 0 0,0 1 0 0 0,-1 0 0 0 0,0 1 1 0 0,-10-14-1 0 0,14 21-935 0 0,0-1 0 0 0,1 1 1 0 0,-1-1-1 0 0,0 1 0 0 0,0 0 1 0 0,1-1-1 0 0,-1 1 0 0 0,0 0 0 0 0,0 0 1 0 0,0-1-1 0 0,0 1 0 0 0,1 0 0 0 0,-1 0 1 0 0,0 0-1 0 0,0 0 0 0 0,0 0 1 0 0,0 0-1 0 0,1 0 0 0 0,-1 0 0 0 0,0 0 1 0 0,0 1-1 0 0,0-1 0 0 0,0 0 1 0 0,1 0-1 0 0,-2 1 0 0 0,-16 12 428 0 0,12-7-334 0 0,1 0 1 0 0,0 1 0 0 0,0-1-1 0 0,0 1 1 0 0,1 0-1 0 0,0 0 1 0 0,1 1 0 0 0,-1-1-1 0 0,-1 9 1 0 0,-19 74 744 0 0,22-80-761 0 0,-9 52 902 0 0,-7 123-1 0 0,20 64-80 0 0,-2-230-870 0 0,1-1 0 0 0,0 1-1 0 0,2-1 1 0 0,0 0-1 0 0,1 1 1 0 0,13 33-1 0 0,-16-50-53 0 0,0 0 0 0 0,1 1 0 0 0,-1-1-1 0 0,1 0 1 0 0,-1 0 0 0 0,1-1-1 0 0,0 1 1 0 0,0 0 0 0 0,0-1 0 0 0,0 1-1 0 0,0-1 1 0 0,0 1 0 0 0,0-1-1 0 0,0 0 1 0 0,1 0 0 0 0,-1 0 0 0 0,0 0-1 0 0,1 0 1 0 0,-1-1 0 0 0,1 1-1 0 0,-1-1 1 0 0,1 1 0 0 0,-1-1 0 0 0,1 0-1 0 0,-1 0 1 0 0,1 0 0 0 0,-1-1-1 0 0,1 1 1 0 0,-1 0 0 0 0,1-1 0 0 0,3-1-1 0 0,4-1-1 0 0,0-1 0 0 0,0 0-1 0 0,0 0 1 0 0,0-1-1 0 0,-1 0 1 0 0,10-8 0 0 0,3-3-15 0 0,-1-2 0 0 0,-1 0 0 0 0,0-1 0 0 0,-2-1 0 0 0,0-1 0 0 0,17-27-1 0 0,-13 14 255 0 0,-1 0 0 0 0,-2-2 0 0 0,21-56 0 0 0,-40 91-244 0 0,0 1 1 0 0,1 0 0 0 0,-1 0 0 0 0,0 0 0 0 0,0 0 0 0 0,0 0 0 0 0,0-1 0 0 0,0 1 0 0 0,0 0 0 0 0,1 0-1 0 0,-1 0 1 0 0,0 0 0 0 0,0-1 0 0 0,0 1 0 0 0,0 0 0 0 0,0 0 0 0 0,0 0 0 0 0,0-1 0 0 0,0 1 0 0 0,0 0 0 0 0,0 0-1 0 0,0 0 1 0 0,0-1 0 0 0,0 1 0 0 0,0 0 0 0 0,0 0 0 0 0,0-1 0 0 0,0 1 0 0 0,0 0 0 0 0,0 0 0 0 0,0 0-1 0 0,0 0 1 0 0,0-1 0 0 0,-1 1 0 0 0,1 0 0 0 0,0 0 0 0 0,0 0 0 0 0,0 0 0 0 0,0-1 0 0 0,0 1 0 0 0,-1 0 0 0 0,1 0-1 0 0,0 0 1 0 0,0 0 0 0 0,0 0 0 0 0,0-1 0 0 0,-1 1 0 0 0,1 0 0 0 0,0 0 0 0 0,0 0 0 0 0,0 0 0 0 0,-1 0-1 0 0,1 0 1 0 0,0 0 0 0 0,0 0 0 0 0,0 0 0 0 0,-1 0 0 0 0,1 0 0 0 0,0 0 0 0 0,-18 8 11 0 0,-15 16-1 0 0,19-10-11 0 0,0 1-1 0 0,0 0 1 0 0,2 1 0 0 0,-14 21-1 0 0,22-31 6 0 0,1 0 0 0 0,-1 0 0 0 0,1 0 0 0 0,1 1 0 0 0,-1-1 0 0 0,1 1 0 0 0,0 0 0 0 0,0 0 0 0 0,1 0 0 0 0,0 0 0 0 0,0 0 0 0 0,1 0 1 0 0,0 0-1 0 0,0 0 0 0 0,2 11 0 0 0,-1-14 0 0 0,1-1 1 0 0,0 1 0 0 0,-1 0 0 0 0,1 0 0 0 0,1 0-1 0 0,-1-1 1 0 0,0 0 0 0 0,1 1 0 0 0,0-1 0 0 0,0 0-1 0 0,0 0 1 0 0,0 0 0 0 0,0-1 0 0 0,1 1 0 0 0,-1-1-1 0 0,1 1 1 0 0,0-1 0 0 0,-1-1 0 0 0,6 3 0 0 0,5 1-98 0 0,0 0 1 0 0,0 0 0 0 0,0-2-1 0 0,18 3 1 0 0,2-2-1019 0 0,1-2-1 0 0,0-1 1 0 0,-1-1 0 0 0,69-11 0 0 0,-52 2-2473 0 0,55-18 0 0 0,-46 8-1572 0 0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41.5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179 241 1736 0 0,'14'-16'1682'0'0,"0"-1"0"0"0,-1-1 0 0 0,-1 1 0 0 0,0-2 0 0 0,-1 0-1 0 0,15-39 1 0 0,-25 55-1532 0 0,1-1 0 0 0,-1 0 0 0 0,-1 0 0 0 0,1 0 1 0 0,0 0-1 0 0,-1 1 0 0 0,0-1 0 0 0,0 0 0 0 0,0 0 0 0 0,-1 0 0 0 0,1 0 0 0 0,-1 0 0 0 0,-1-5 0 0 0,1 8-142 0 0,0 0-1 0 0,1 0 1 0 0,-1 0 0 0 0,0 0-1 0 0,0 0 1 0 0,0 0 0 0 0,1 0-1 0 0,-1 0 1 0 0,0 0 0 0 0,0 1-1 0 0,0-1 1 0 0,0 0 0 0 0,-1 1-1 0 0,1-1 1 0 0,0 1-1 0 0,0-1 1 0 0,0 1 0 0 0,0 0-1 0 0,-2-1 1 0 0,-23-1 35 0 0,22 2-37 0 0,-11 0-14 0 0,-1 1-1 0 0,1 1 1 0 0,0 0-1 0 0,0 1 1 0 0,0 1 0 0 0,0 1-1 0 0,1 0 1 0 0,-1 0-1 0 0,1 2 1 0 0,1 0 0 0 0,-1 0-1 0 0,-16 13 1 0 0,28-19 3 0 0,0 1 1 0 0,0-1 0 0 0,1 0 0 0 0,-1 1-1 0 0,0 0 1 0 0,1-1 0 0 0,-1 1-1 0 0,1 0 1 0 0,-1 0 0 0 0,1 0-1 0 0,0 0 1 0 0,0 0 0 0 0,0 0-1 0 0,0 0 1 0 0,0 0 0 0 0,1 0-1 0 0,-1 0 1 0 0,0 1 0 0 0,1-1 0 0 0,-1 5-1 0 0,2-4 4 0 0,-1-1-1 0 0,1 1 1 0 0,0 0-1 0 0,0 0 1 0 0,0-1-1 0 0,0 1 0 0 0,0 0 1 0 0,1-1-1 0 0,-1 1 1 0 0,1-1-1 0 0,0 0 1 0 0,-1 0-1 0 0,1 1 1 0 0,3 2-1 0 0,7 4 5 0 0,-1 0 0 0 0,1 0-1 0 0,1-1 1 0 0,0-1 0 0 0,17 8-1 0 0,112 43 7 0 0,5 3-3 0 0,-124-52-12 0 0,-18-7 5 0 0,0 0 0 0 0,0 0 0 0 0,0 0 0 0 0,0 1 0 0 0,-1-1 0 0 0,1 1 0 0 0,6 5 0 0 0,-11-7 5 0 0,0-1 0 0 0,1 0 0 0 0,-1 1 0 0 0,1-1 0 0 0,-1 1-1 0 0,0-1 1 0 0,1 1 0 0 0,-1-1 0 0 0,0 0 0 0 0,0 1 0 0 0,1-1 0 0 0,-1 1 0 0 0,0-1 0 0 0,0 1 0 0 0,0 0-1 0 0,1-1 1 0 0,-1 1 0 0 0,0-1 0 0 0,0 1 0 0 0,0-1 0 0 0,0 1 0 0 0,0-1 0 0 0,0 1 0 0 0,0 0 0 0 0,0-1-1 0 0,-1 1 1 0 0,1-1 0 0 0,0 1 0 0 0,0-1 0 0 0,0 1 0 0 0,-1 0 0 0 0,0 0 4 0 0,0 1-1 0 0,0-1 1 0 0,-1 0 0 0 0,1 1-1 0 0,0-1 1 0 0,-1 0 0 0 0,1 0-1 0 0,-1 0 1 0 0,1 0 0 0 0,-3 0-1 0 0,-38 13 73 0 0,-8-6-360 0 0,0-3 1 0 0,-87-2-1 0 0,107-3-1085 0 0,27 0 467 0 0,3 0 811 0 0,0 0 1 0 0,0 0 0 0 0,-1 0-1 0 0,1-1 1 0 0,0 1 0 0 0,0 0-1 0 0,-1 0 1 0 0,1 0 0 0 0,0 0-1 0 0,0 0 1 0 0,-1-1 0 0 0,0 0-432 0 0,1 1 432 0 0,0 0-1 0 0,0 0 1 0 0,0-1 0 0 0,0 1-1 0 0,0 0 1 0 0,0 0 0 0 0,0-1-1 0 0,0 1 1 0 0,0 0 0 0 0,0 0-1 0 0,0-1 1 0 0,-1 1 0 0 0,2 0-1 0 0,-1-1 1 0 0,0 1 0 0 0,0 0-1 0 0,0 0 1 0 0,0-1 0 0 0,0 1 0 0 0,0 0-1 0 0,26-14-3967 0 0,-8 7 1086 0 0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42.7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1 416 1420 0 0,'13'-8'2295'0'0,"0"-1"0"0"0,-1-1 0 0 0,0 0 1 0 0,12-15-1 0 0,-17 18-1432 0 0,-6 6-545 0 0,5-2 220 0 0,-4 2-303 0 0,-4 8-240 0 0,-21 74 179 0 0,21-73-157 0 0,1 0 1 0 0,0 1-1 0 0,1-1 0 0 0,0 0 1 0 0,0 1-1 0 0,1-1 1 0 0,0 0-1 0 0,0 0 0 0 0,1 0 1 0 0,4 13-1 0 0,-4-15-1 0 0,1-1 0 0 0,-1 0 0 0 0,1-1 0 0 0,0 1 0 0 0,0 0-1 0 0,1-1 1 0 0,-1 0 0 0 0,1 1 0 0 0,0-1 0 0 0,0-1 0 0 0,0 1-1 0 0,0-1 1 0 0,1 1 0 0 0,0-1 0 0 0,-1-1 0 0 0,1 1 0 0 0,6 2-1 0 0,-5-2 97 0 0,1-1-1 0 0,0 1 1 0 0,1-1-1 0 0,-1 0 1 0 0,0-1-1 0 0,0 0 1 0 0,1 0-1 0 0,-1 0 1 0 0,1-1-1 0 0,-1 0 1 0 0,12-2-1 0 0,-14 0-45 0 0,0 1 0 0 0,1-1-1 0 0,-1 0 1 0 0,0 0 0 0 0,0-1 0 0 0,0 1-1 0 0,-1-1 1 0 0,1 0 0 0 0,-1 0-1 0 0,1-1 1 0 0,-1 0 0 0 0,0 1 0 0 0,-1-1-1 0 0,1-1 1 0 0,-1 1 0 0 0,5-6-1 0 0,-1-2-40 0 0,-1 0 0 0 0,0 0 0 0 0,0-1-1 0 0,-1 1 1 0 0,-1-1 0 0 0,0 0 0 0 0,-1-1 0 0 0,0 1-1 0 0,-1 0 1 0 0,0-1 0 0 0,-1 0 0 0 0,-1 1-1 0 0,0-1 1 0 0,-1 1 0 0 0,-1-1 0 0 0,0 0 0 0 0,-4-15-1 0 0,4 25-32 0 0,1 0 0 0 0,0 0 0 0 0,-1 0-1 0 0,0 1 1 0 0,0-1 0 0 0,0 0 0 0 0,-1 1 0 0 0,1 0-1 0 0,-1-1 1 0 0,0 1 0 0 0,0 0 0 0 0,0 0-1 0 0,0 1 1 0 0,0-1 0 0 0,-1 1 0 0 0,1-1-1 0 0,-1 1 1 0 0,1 0 0 0 0,-1 0 0 0 0,0 1 0 0 0,0-1-1 0 0,0 1 1 0 0,0 0 0 0 0,0 0 0 0 0,0 0-1 0 0,0 1 1 0 0,-1-1 0 0 0,1 1 0 0 0,0 0-1 0 0,0 0 1 0 0,-6 1 0 0 0,5 0 3 0 0,0 0 1 0 0,0 1-1 0 0,0 0 1 0 0,0-1-1 0 0,0 2 1 0 0,0-1-1 0 0,1 1 1 0 0,-1-1-1 0 0,1 1 1 0 0,0 0-1 0 0,0 1 1 0 0,0-1-1 0 0,0 1 1 0 0,1 0-1 0 0,-1-1 1 0 0,1 2-1 0 0,0-1 1 0 0,0 0-1 0 0,0 1 1 0 0,1-1-1 0 0,-1 1 1 0 0,-1 5-1 0 0,3-6-23 0 0,0 1 0 0 0,0-1 0 0 0,0 1 0 0 0,0 0 1 0 0,1-1-1 0 0,0 1 0 0 0,0 0 0 0 0,0-1 0 0 0,0 1 0 0 0,1 0 0 0 0,0-1 0 0 0,0 1 0 0 0,0-1 0 0 0,0 1 1 0 0,1-1-1 0 0,0 0 0 0 0,0 1 0 0 0,0-1 0 0 0,0 0 0 0 0,1 0 0 0 0,-1 0 0 0 0,1-1 0 0 0,0 1 0 0 0,4 3 1 0 0,-1-1-104 0 0,1-1 0 0 0,0 0 0 0 0,0 0 1 0 0,1 0-1 0 0,-1-1 0 0 0,1 0 0 0 0,0-1 1 0 0,0 1-1 0 0,0-2 0 0 0,14 4 0 0 0,-2-2-243 0 0,1-1-1 0 0,-1-1 0 0 0,27 0 0 0 0,-36-2 262 0 0,0-1-1 0 0,0 0 1 0 0,0 0-1 0 0,0-2 1 0 0,-1 1-1 0 0,1-1 1 0 0,-1-1 0 0 0,1 1-1 0 0,-1-2 1 0 0,14-8-1 0 0,-11 5 37 0 0,-1-1 0 0 0,0 0-1 0 0,0-1 1 0 0,-1 0 0 0 0,0-1-1 0 0,15-22 1 0 0,-1-3 125 0 0,-3-2 0 0 0,-1 0 0 0 0,-1-2 0 0 0,16-48 0 0 0,3-37 1550 0 0,-38 124-1498 0 0,-3 3-95 0 0,1 0 0 0 0,-1 1 0 0 0,1-1 0 0 0,0 1 0 0 0,0-1 0 0 0,0 1 0 0 0,0 0 0 0 0,0 0 0 0 0,0 5 0 0 0,-1-3 3 0 0,-16 63 134 0 0,3 0 0 0 0,3 0 1 0 0,3 2-1 0 0,0 69 0 0 0,9-130-115 0 0,0 0-1 0 0,1-1 1 0 0,0 1-1 0 0,0 0 1 0 0,1-1-1 0 0,0 1 1 0 0,0-1-1 0 0,1 0 1 0 0,0 0-1 0 0,7 12 1 0 0,-7-16-65 0 0,-1-1-1 0 0,0 0 1 0 0,1 0-1 0 0,0 0 1 0 0,0 0-1 0 0,0 0 1 0 0,0-1-1 0 0,0 1 1 0 0,0-1 0 0 0,0 0-1 0 0,1 0 1 0 0,-1 0-1 0 0,1 0 1 0 0,0-1-1 0 0,0 0 1 0 0,-1 1 0 0 0,1-1-1 0 0,0-1 1 0 0,0 1-1 0 0,0 0 1 0 0,0-1-1 0 0,0 0 1 0 0,0 0 0 0 0,0 0-1 0 0,5-1 1 0 0,1-1-109 0 0,1 0 0 0 0,0-1 0 0 0,0 0 0 0 0,-1-1 1 0 0,0 0-1 0 0,0 0 0 0 0,0-1 0 0 0,0 0 0 0 0,-1-1 1 0 0,0 0-1 0 0,0-1 0 0 0,0 0 0 0 0,8-9 0 0 0,0-2 552 0 0,0-1-1 0 0,-2 0 0 0 0,0-1 0 0 0,21-39 1 0 0,-34 57-325 0 0,0-3 76 0 0,1 1 0 0 0,-1-1 1 0 0,1 1-1 0 0,7-8 0 0 0,-9 11-129 0 0,-1 4-23 0 0,1 0 0 0 0,-1 0-1 0 0,0 0 1 0 0,0 0 0 0 0,-1 0 0 0 0,1 0 0 0 0,-2 5 0 0 0,2-8-3 0 0,-3 15 33 0 0,1 0-1 0 0,1 1 0 0 0,0-1 0 0 0,1 0 0 0 0,0 0 0 0 0,5 25 0 0 0,-5-36-30 0 0,2 1 0 0 0,-1-1 0 0 0,0 0 0 0 0,1 1 0 0 0,0-1 0 0 0,0 0 0 0 0,0 0 0 0 0,0 0 1 0 0,1-1-1 0 0,0 1 0 0 0,-1-1 0 0 0,1 1 0 0 0,1-1 0 0 0,-1 0 0 0 0,0 0 0 0 0,1 0 0 0 0,-1 0 0 0 0,1-1 0 0 0,0 1 0 0 0,0-1 0 0 0,0 0 0 0 0,0-1 0 0 0,1 1 0 0 0,-1 0 0 0 0,0-1 0 0 0,7 1 0 0 0,-4 0-81 0 0,0-1 0 0 0,0-1 0 0 0,0 1 0 0 0,0-1 0 0 0,0 0 0 0 0,0 0 0 0 0,0-1-1 0 0,0 0 1 0 0,0 0 0 0 0,0-1 0 0 0,0 0 0 0 0,0 0 0 0 0,-1-1 0 0 0,8-3 0 0 0,-6 1-16 0 0,0 0-1 0 0,0-1 1 0 0,-1 0 0 0 0,1 0 0 0 0,-1-1 0 0 0,-1 0 0 0 0,1 0 0 0 0,-1 0 0 0 0,9-16 0 0 0,1-6 233 0 0,-1-1 1 0 0,-2-1-1 0 0,-1 0 1 0 0,14-60 0 0 0,-16 55 393 0 0,-9 34-514 0 0,-17 39 47 0 0,11-21-13 0 0,1 0-1 0 0,1-1 0 0 0,0 2 1 0 0,1-1-1 0 0,0 0 0 0 0,2 23 1 0 0,0-34-87 0 0,0 0 0 0 0,1 0 0 0 0,0 0 0 0 0,0 0 0 0 0,0 0 0 0 0,0 0 0 0 0,1-1 0 0 0,0 1 0 0 0,0 0 0 0 0,0-1 0 0 0,0 1 0 0 0,1-1 0 0 0,0 0 0 0 0,0 0 0 0 0,0 0 0 0 0,0 0 0 0 0,1 0 0 0 0,-1-1 0 0 0,1 1 0 0 0,0-1 0 0 0,0 0 0 0 0,0 0 0 0 0,1-1 0 0 0,5 4 0 0 0,-2-3-288 0 0,-1-1 1 0 0,1 1-1 0 0,0-1 1 0 0,0 0-1 0 0,0-1 1 0 0,0 0-1 0 0,1 0 1 0 0,9-1-1 0 0,-13 0-267 0 0,1-1 0 0 0,-1 0-1 0 0,0 0 1 0 0,1 0 0 0 0,-1-1 0 0 0,0 1 0 0 0,0-1-1 0 0,6-3 1 0 0,10-8-3336 0 0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43.0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52 138 704 0 0,'-2'-135'9496'0'0,"2"132"-9017"0"0,-2 5-227 0 0,0-1-187 0 0,1 1 0 0 0,-1 0-1 0 0,1 0 1 0 0,0 0 0 0 0,-1 0 0 0 0,1 0 0 0 0,0 0 0 0 0,0 0-1 0 0,0 0 1 0 0,0 1 0 0 0,1-1 0 0 0,-1 0 0 0 0,1 1 0 0 0,-1-1-1 0 0,1 4 1 0 0,-4 45 894 0 0,3-32-618 0 0,-25 695 4426 0 0,25-697-5149 0 0,2 1 0 0 0,0-1 1 0 0,1 0-1 0 0,0 0 0 0 0,7 22 0 0 0,-7-34-45 0 0,-1 0 1 0 0,1-1-1 0 0,0 1 0 0 0,1-1 0 0 0,-1 1 0 0 0,1-1 0 0 0,0 0 0 0 0,0 0 0 0 0,0 0 0 0 0,1 0 0 0 0,-1-1 0 0 0,1 1 0 0 0,0-1 1 0 0,0 0-1 0 0,0 0 0 0 0,0 0 0 0 0,1-1 0 0 0,-1 1 0 0 0,1-1 0 0 0,-1 0 0 0 0,1-1 0 0 0,8 3 0 0 0,9 0-3094 0 0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43.2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16 105 1488 0 0,'41'-103'12942'0'0,"-41"101"-12778"0"0,-1 24 62 0 0,-2 0 1 0 0,0 0-1 0 0,-13 40 0 0 0,0 6-64 0 0,12-48-104 0 0,-1 4-134 0 0,1 0 0 0 0,0 29-1 0 0,3-48-236 0 0,1 0 0 0 0,0 1-1 0 0,1-1 1 0 0,-1 0 0 0 0,1 0-1 0 0,0 0 1 0 0,0 0 0 0 0,1 1-1 0 0,-1-2 1 0 0,1 1 0 0 0,0 0-1 0 0,1 0 1 0 0,-1-1 0 0 0,1 1-1 0 0,0-1 1 0 0,4 5 0 0 0,-5-7-230 0 0,0 0 0 0 0,0 0 0 0 0,1-1 0 0 0,-1 1 0 0 0,1-1 0 0 0,-1 0 0 0 0,5 2 1 0 0,5 1-2875 0 0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44.0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1 287 1252 0 0,'35'-92'11239'0'0,"-34"91"-10739"0"0,-2 14-283 0 0,0-1 0 0 0,-1 1 1 0 0,-6 18-1 0 0,-1 10 53 0 0,7-29-185 0 0,1 1-1 0 0,0 0 1 0 0,0 0-1 0 0,1 0 1 0 0,4 23 0 0 0,-3-32-62 0 0,0 0 1 0 0,0 1 0 0 0,0-1 0 0 0,0 0-1 0 0,1 0 1 0 0,0 0 0 0 0,0 0 0 0 0,0 0 0 0 0,0 0-1 0 0,1 0 1 0 0,-1-1 0 0 0,1 1 0 0 0,0-1 0 0 0,0 0-1 0 0,0 0 1 0 0,1 0 0 0 0,-1 0 0 0 0,1 0 0 0 0,6 3-1 0 0,-6-5-15 0 0,0 0 0 0 0,0 0 0 0 0,0-1-1 0 0,0 0 1 0 0,0 0 0 0 0,0 0-1 0 0,0 0 1 0 0,-1 0 0 0 0,1-1 0 0 0,0 1-1 0 0,0-1 1 0 0,0 0 0 0 0,0-1-1 0 0,0 1 1 0 0,-1-1 0 0 0,1 1 0 0 0,-1-1-1 0 0,1 0 1 0 0,-1 0 0 0 0,6-5-1 0 0,-1-1-61 0 0,1 0 0 0 0,-1-1 0 0 0,-1 0 0 0 0,1 0 0 0 0,-2-1 0 0 0,1 0 0 0 0,-1 0 0 0 0,-1-1-1 0 0,0 1 1 0 0,0-1 0 0 0,5-22 0 0 0,-7 23 22 0 0,-1 1-1 0 0,0-1 0 0 0,-1 0 1 0 0,0 1-1 0 0,0-1 1 0 0,-1 0-1 0 0,0 0 0 0 0,-1 1 1 0 0,0-1-1 0 0,-1 0 1 0 0,0 1-1 0 0,0-1 0 0 0,-1 1 1 0 0,-7-17-1 0 0,6 20 15 0 0,0 0 0 0 0,-1 0 0 0 0,1 1 0 0 0,-1-1 0 0 0,0 1 0 0 0,-1 1 0 0 0,1-1 0 0 0,-1 1 0 0 0,0 0 0 0 0,0 0 0 0 0,0 0 0 0 0,0 1 0 0 0,-1 0 0 0 0,0 0 0 0 0,1 1 0 0 0,-1 0 0 0 0,0 0 0 0 0,-11-1 0 0 0,16 2 13 0 0,1 1-1 0 0,-1 0 1 0 0,1 0-1 0 0,0 0 0 0 0,-1 0 1 0 0,1 0-1 0 0,-1 0 1 0 0,1 0-1 0 0,-1 0 1 0 0,1 1-1 0 0,0-1 0 0 0,-1 0 1 0 0,1 1-1 0 0,-1-1 1 0 0,1 1-1 0 0,0 0 0 0 0,0 0 1 0 0,-1-1-1 0 0,1 1 1 0 0,0 0-1 0 0,-2 2 1 0 0,0 3 0 0 0,5 4 1 0 0,0-7 3 0 0,1-1 1 0 0,-1 0-1 0 0,1 1 0 0 0,-1-1 0 0 0,1 0 1 0 0,0 0-1 0 0,0 0 0 0 0,0-1 1 0 0,0 1-1 0 0,0-1 0 0 0,0 0 1 0 0,0 0-1 0 0,1 0 0 0 0,5 1 0 0 0,52 7-9 0 0,-59-9 10 0 0,88 3-33 0 0,-51-3-13 0 0,59 8 1 0 0,-86-6 31 0 0,-1 0-1 0 0,0 0 1 0 0,0 2 0 0 0,0-1 0 0 0,-1 1 0 0 0,1 1-1 0 0,-1 0 1 0 0,0 0 0 0 0,16 12 0 0 0,-20-11 47 0 0,0-1 0 0 0,-1 1 0 0 0,1 0 0 0 0,-1 0 0 0 0,0 0 0 0 0,-1 1 1 0 0,0 0-1 0 0,0 0 0 0 0,0 0 0 0 0,-1 0 0 0 0,0 1 0 0 0,0-1 1 0 0,-1 1-1 0 0,0 0 0 0 0,0 0 0 0 0,-1 0 0 0 0,1 15 0 0 0,-2-20 45 0 0,0-1 0 0 0,0 1 0 0 0,0-1 0 0 0,-1 0 0 0 0,1 1 0 0 0,-1-1 0 0 0,0 1 0 0 0,0-1 0 0 0,1 0 0 0 0,-1 1 0 0 0,-1-1 0 0 0,1 0 0 0 0,0 0 0 0 0,-1 0 0 0 0,-1 3 0 0 0,2-5 104 0 0,-6-11-37 0 0,6 2-121 0 0,2-1 0 0 0,-1 0-1 0 0,1 0 1 0 0,1 1 0 0 0,0-1-1 0 0,0 1 1 0 0,1 0 0 0 0,4-10 0 0 0,34-74-17 0 0,-28 67-44 0 0,1 0 0 0 0,1 1-1 0 0,1 0 1 0 0,1 2-1 0 0,22-25 1 0 0,-38 47 30 0 0,-1 0 0 0 0,1 0 0 0 0,0 0-1 0 0,0 0 1 0 0,0 0 0 0 0,0 0 0 0 0,0 0 0 0 0,0 1 0 0 0,0-1 0 0 0,1 0 0 0 0,-1 1 0 0 0,0-1 0 0 0,0 1 0 0 0,1-1 0 0 0,-1 1 0 0 0,0 0 0 0 0,0-1-1 0 0,1 1 1 0 0,-1 0 0 0 0,0 0 0 0 0,1 0 0 0 0,-1 0 0 0 0,1 0 0 0 0,0 0 0 0 0,0 1 3 0 0,-1 0 0 0 0,1 0 0 0 0,-1 0 0 0 0,0 0 0 0 0,0 0 0 0 0,0 0 0 0 0,0 0 0 0 0,0 0 0 0 0,0 0 0 0 0,0 1 0 0 0,0-1 0 0 0,0 0 0 0 0,0 1 0 0 0,0-1 0 0 0,-1 0 0 0 0,1 1 0 0 0,0 1 0 0 0,2 6 9 0 0,-1 1 1 0 0,0 0-1 0 0,0-1 1 0 0,-1 1-1 0 0,0 12 1 0 0,-1 197 232 0 0,0-217-220 0 0,0 1-1 0 0,0 0 0 0 0,1 0 0 0 0,-1-1 0 0 0,1 1 0 0 0,0 0 1 0 0,0-1-1 0 0,0 1 0 0 0,0 0 0 0 0,0-1 0 0 0,1 1 0 0 0,-1-1 0 0 0,1 0 1 0 0,-1 0-1 0 0,1 1 0 0 0,0-1 0 0 0,0 0 0 0 0,0 0 0 0 0,0 0 1 0 0,0-1-1 0 0,1 1 0 0 0,-1-1 0 0 0,0 1 0 0 0,1-1 0 0 0,-1 0 0 0 0,1 1 1 0 0,-1-1-1 0 0,1-1 0 0 0,0 1 0 0 0,0 0 0 0 0,-1-1 0 0 0,1 1 1 0 0,3-1-1 0 0,-1 1-202 0 0,0 0 0 0 0,1-1 0 0 0,-1 0 1 0 0,0 0-1 0 0,0-1 0 0 0,1 1 0 0 0,-1-1 0 0 0,0 0 1 0 0,0-1-1 0 0,0 1 0 0 0,0-1 0 0 0,0 0 0 0 0,0 0 1 0 0,-1 0-1 0 0,1-1 0 0 0,7-5 0 0 0,-10 6-447 0 0,1-1 0 0 0,-1 0 0 0 0,0 0 0 0 0,0-1 0 0 0,0 1 0 0 0,0 0 0 0 0,0-1 0 0 0,-1 0 0 0 0,2-4 0 0 0,1-8-3653 0 0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44.2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153 35 1652 0 0,'-21'-5'2232'0'0,"6"1"-443"0"0,0-1-385 0 0,3 2-272 0 0,0 1 448 0 0,-9-3-688 0 0,7 2-500 0 0,0-1-404 0 0,2 1-632 0 0,-5 3-3952 0 0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44.4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0 1880 0 0,'-43'14'3601'0'0,"29"-10"-2182"0"0,1 1 0 0 0,-24 10 0 0 0,34-13-1069 0 0,10 9 233 0 0,-3-9-537 0 0,0 1 1 0 0,1-1-1 0 0,0 0 0 0 0,0 0 1 0 0,-1-1-1 0 0,1 1 0 0 0,0-1 1 0 0,0 0-1 0 0,1-1 0 0 0,-1 1 1 0 0,9-1-1 0 0,2 1-37 0 0,149 11-4901 0 0,-116-10 952 0 0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44.6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2928 0 0,'100'45'16536'0'0,"-67"-31"-13372"0"0,-31-13-2833 0 0,13 2 226 0 0,-14-4-715 0 0,0 1 1 0 0,0 0-1 0 0,0 0 0 0 0,0-1 0 0 0,0 1 0 0 0,-1 0 0 0 0,1-1 1 0 0,0 1-1 0 0,0-1 0 0 0,0 1 0 0 0,-1-1 0 0 0,1 1 0 0 0,0-1 1 0 0,-1 0-1 0 0,1 1 0 0 0,0-1 0 0 0,-1 0 0 0 0,1 1 1 0 0,-1-1-1 0 0,2-2 0 0 0,-2 2-200 0 0,0 1 0 0 0,0-1 0 0 0,0 0 0 0 0,0 0 0 0 0,0 0 0 0 0,0 0-1 0 0,0 0 1 0 0,-1 0 0 0 0,1 0 0 0 0,0 0 0 0 0,0 0 0 0 0,-1 0 0 0 0,1 0 0 0 0,-1 0 0 0 0,1 1 0 0 0,-1-1 0 0 0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49.2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612 184 4 0 0,'9'-73'9183'0'0,"-9"65"-8640"0"0,1 0 1 0 0,-2 0-1 0 0,1 0 1 0 0,-1 0-1 0 0,0 1 1 0 0,-1-1 0 0 0,-2-9-1 0 0,3 15-493 0 0,0 0-1 0 0,0 0 1 0 0,0 0-1 0 0,0 0 0 0 0,0 0 1 0 0,0 0-1 0 0,-1 1 1 0 0,1-1-1 0 0,0 0 1 0 0,-1 1-1 0 0,0-1 1 0 0,1 1-1 0 0,-1 0 1 0 0,0-1-1 0 0,0 1 0 0 0,1 0 1 0 0,-1 0-1 0 0,0 0 1 0 0,0 0-1 0 0,0 0 1 0 0,0 1-1 0 0,-1-1 1 0 0,-1 0-1 0 0,-4-1 29 0 0,4 1-63 0 0,-1 0-1 0 0,0 1 1 0 0,1-1 0 0 0,-1 1-1 0 0,0 0 1 0 0,0 1 0 0 0,1-1-1 0 0,-1 1 1 0 0,0 0 0 0 0,1 0-1 0 0,-7 2 1 0 0,-47 21 40 0 0,33-11-50 0 0,1 0 0 0 0,1 2-1 0 0,0 1 1 0 0,1 1-1 0 0,-26 26 1 0 0,-89 109 0 0 0,113-123 19 0 0,1 2 1 0 0,-30 55-1 0 0,46-74-9 0 0,1 1-1 0 0,0 0 1 0 0,1 0-1 0 0,1 0 1 0 0,0 0-1 0 0,1 1 1 0 0,0-1 0 0 0,1 1-1 0 0,1 0 1 0 0,0 24-1 0 0,1-31-5 0 0,1 0-1 0 0,0 0 0 0 0,1-1 0 0 0,-1 1 0 0 0,1 0 0 0 0,1-1 1 0 0,-1 1-1 0 0,1-1 0 0 0,0 0 0 0 0,1 0 0 0 0,0 0 0 0 0,0 0 1 0 0,0 0-1 0 0,0-1 0 0 0,1 0 0 0 0,0 0 0 0 0,0 0 0 0 0,11 7 0 0 0,-6-5 1 0 0,0-1 0 0 0,1-1 0 0 0,0 0 0 0 0,0-1 0 0 0,0 0 0 0 0,0 0 0 0 0,1-2 0 0 0,0 1 0 0 0,-1-1 0 0 0,17 0 0 0 0,164-1 84 0 0,-115-8-3442 0 0,-60 4-2595 0 0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49.7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227 97 1920 0 0,'1'-3'464'0'0,"0"0"-1"0"0,0 0 0 0 0,1 0 1 0 0,-2-1-1 0 0,1 1 1 0 0,0 0-1 0 0,-1 0 0 0 0,1 0 1 0 0,-1-1-1 0 0,0 1 0 0 0,0 0 1 0 0,0 0-1 0 0,-1-1 1 0 0,1 1-1 0 0,-1 0 0 0 0,-1-5 1 0 0,1 6-325 0 0,0-1 0 0 0,0 1-1 0 0,0 0 1 0 0,0 0 0 0 0,-1-1 0 0 0,1 1 0 0 0,-1 0 0 0 0,1 0 0 0 0,-1 0 0 0 0,0 0-1 0 0,0 1 1 0 0,0-1 0 0 0,0 0 0 0 0,0 1 0 0 0,0 0 0 0 0,0-1 0 0 0,-1 1 0 0 0,-3-2-1 0 0,4 3-107 0 0,0 0-1 0 0,0-1 0 0 0,0 1 0 0 0,0 0 0 0 0,0 0 1 0 0,0 0-1 0 0,0 1 0 0 0,1-1 0 0 0,-1 0 0 0 0,0 1 1 0 0,0-1-1 0 0,0 1 0 0 0,0 0 0 0 0,-2 1 0 0 0,-24 15 183 0 0,27-16-196 0 0,-10 7 30 0 0,-1 1 0 0 0,2 1-1 0 0,0 0 1 0 0,0 1 0 0 0,1 0-1 0 0,0 0 1 0 0,1 1 0 0 0,0 0-1 0 0,0 0 1 0 0,2 1 0 0 0,0 0-1 0 0,0 0 1 0 0,1 1 0 0 0,1-1-1 0 0,0 1 1 0 0,-3 23 0 0 0,6-34-39 0 0,1-1 0 0 0,0 0 0 0 0,0 1 0 0 0,0-1 0 0 0,0 0 1 0 0,0 1-1 0 0,1-1 0 0 0,-1 0 0 0 0,1 0 0 0 0,-1 1 0 0 0,1-1 1 0 0,0 0-1 0 0,0 0 0 0 0,0 0 0 0 0,0 0 0 0 0,0 0 0 0 0,0 0 1 0 0,1 0-1 0 0,-1 0 0 0 0,1 0 0 0 0,-1-1 0 0 0,1 1 0 0 0,0-1 1 0 0,0 1-1 0 0,-1-1 0 0 0,1 0 0 0 0,0 1 0 0 0,0-1 0 0 0,0 0 1 0 0,1 0-1 0 0,-1 0 0 0 0,0-1 0 0 0,0 1 0 0 0,0 0 0 0 0,1-1 1 0 0,3 1-1 0 0,2 0-7 0 0,1-1 0 0 0,0 0 0 0 0,-1 0 0 0 0,1-1 0 0 0,-1 0-1 0 0,1-1 1 0 0,-1 1 0 0 0,15-6 0 0 0,-15 3-8 0 0,0 1 1 0 0,0-1-1 0 0,0-1 0 0 0,-1 1 0 0 0,1-1 0 0 0,-1-1 0 0 0,-1 1 0 0 0,1-1 0 0 0,-1 0 0 0 0,0-1 0 0 0,0 0 1 0 0,-1 0-1 0 0,0 0 0 0 0,0 0 0 0 0,4-9 0 0 0,-3 4 32 0 0,0-1 0 0 0,-1 0 0 0 0,-1 1 0 0 0,0-1 0 0 0,-1-1 0 0 0,0 1 0 0 0,-1 0 0 0 0,-1-1 0 0 0,1-13 0 0 0,-2 25 248 0 0,0 16-82 0 0,-1 37-22 0 0,0-26-474 0 0,0 1 0 0 0,2-1 0 0 0,1 0 0 0 0,10 47 0 0 0,-10-68-183 0 0,-1 0 1 0 0,0-1-1 0 0,1 0 1 0 0,0 1-1 0 0,0-1 1 0 0,0 0 0 0 0,0 0-1 0 0,0 0 1 0 0,1 0-1 0 0,-1 0 1 0 0,1 0 0 0 0,0-1-1 0 0,0 1 1 0 0,0-1-1 0 0,0 0 1 0 0,5 3-1 0 0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50.1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113 159 1700 0 0,'7'-17'1682'0'0,"-1"0"-1"0"0,-1-1 0 0 0,-1 1 1 0 0,0-1-1 0 0,2-32 0 0 0,-5 49-1652 0 0,-1 0 0 0 0,0 0 0 0 0,0 1 0 0 0,0-1 0 0 0,0 0 0 0 0,0 0 0 0 0,0 1 0 0 0,0-1 0 0 0,-1 0 0 0 0,1 0 0 0 0,0 1 0 0 0,0-1 0 0 0,0 0 0 0 0,-1 0 0 0 0,1 1 0 0 0,0-1 0 0 0,-1 0 0 0 0,1 1-1 0 0,-1-1 1 0 0,1 1 0 0 0,-1-1 0 0 0,1 0 0 0 0,-1 1 0 0 0,1-1 0 0 0,-1 1 0 0 0,1-1 0 0 0,-1 1 0 0 0,0 0 0 0 0,1-1 0 0 0,-1 1 0 0 0,0-1 0 0 0,1 1 0 0 0,-1 0 0 0 0,0 0 0 0 0,0 0 0 0 0,1-1 0 0 0,-1 1 0 0 0,0 0 0 0 0,0 0-1 0 0,1 0 1 0 0,-1 0 0 0 0,0 0 0 0 0,0 0 0 0 0,0 0 0 0 0,1 0 0 0 0,-1 1 0 0 0,0-1 0 0 0,1 0 0 0 0,-1 0 0 0 0,-1 1 0 0 0,-4 1 13 0 0,0 1 0 0 0,1-1 0 0 0,-1 1 0 0 0,-7 5 0 0 0,12-8-30 0 0,-6 5 11 0 0,1 0 0 0 0,-1 0 0 0 0,1 0 0 0 0,-1 0 0 0 0,2 1 0 0 0,-1 0 0 0 0,1 1 0 0 0,-1-1 0 0 0,2 1 0 0 0,-1 0 0 0 0,1 0 0 0 0,0 1 0 0 0,1-1 0 0 0,-4 9 0 0 0,7-14-16 0 0,0 0 0 0 0,0 1 1 0 0,0-1-1 0 0,0 0 0 0 0,1 1 0 0 0,-1-1 1 0 0,0 0-1 0 0,1 0 0 0 0,0 0 0 0 0,-1 1 1 0 0,1-1-1 0 0,0 0 0 0 0,0 0 0 0 0,0 0 1 0 0,1 0-1 0 0,-1 0 0 0 0,0-1 0 0 0,1 1 1 0 0,-1 0-1 0 0,1-1 0 0 0,0 1 0 0 0,-1 0 1 0 0,1-1-1 0 0,0 0 0 0 0,4 2 0 0 0,4 4 1 0 0,0-2 0 0 0,1 1 0 0 0,16 5 0 0 0,-23-10-3 0 0,31 12 8 0 0,-20-9 16 0 0,-1 0 1 0 0,-1 2 0 0 0,1-1 0 0 0,-1 2 0 0 0,0 0-1 0 0,-1 0 1 0 0,24 19 0 0 0,-34-25 51 0 0,-1 1-1 0 0,0-1 1 0 0,1 1 0 0 0,-1-1-1 0 0,0 1 1 0 0,0-1 0 0 0,0 1 0 0 0,0 0-1 0 0,0-1 1 0 0,0 1 0 0 0,0 0-1 0 0,-1 0 1 0 0,1 0 0 0 0,-1 0-1 0 0,1 0 1 0 0,-1 0 0 0 0,0 0-1 0 0,0 0 1 0 0,0 0 0 0 0,0 0 0 0 0,0-1-1 0 0,-1 5 1 0 0,0-3-4 0 0,0 0 1 0 0,0 1-1 0 0,-1-1 0 0 0,0 0 1 0 0,0 0-1 0 0,1 0 1 0 0,-2 0-1 0 0,1-1 0 0 0,0 1 1 0 0,-1-1-1 0 0,-4 5 0 0 0,-4 1 30 0 0,1 0 0 0 0,-1-1 0 0 0,-1-1 0 0 0,1 0 0 0 0,-25 9 0 0 0,32-14-121 0 0,-62 18 270 0 0,59-17-330 0 0,1-1 0 0 0,-1-1 0 0 0,0 1 0 0 0,1-1 1 0 0,-1 0-1 0 0,0 0 0 0 0,0-1 0 0 0,-6-1 1 0 0,13 2-36 0 0,-1 0 0 0 0,0-1 0 0 0,1 1 0 0 0,-1 0 0 0 0,1 0 0 0 0,-1 0 0 0 0,1 0 0 0 0,-1 0 0 0 0,1 0 0 0 0,0-1 0 0 0,-1 1 0 0 0,1 0 0 0 0,-1 0 0 0 0,1-1 0 0 0,-1 1 0 0 0,1 0 0 0 0,0-1 0 0 0,-1 1 1 0 0,1 0-1 0 0,-1-1 0 0 0,1 1 0 0 0,0-1 0 0 0,0 1 0 0 0,-1-1 0 0 0,1 1 0 0 0,0 0 0 0 0,0-1 0 0 0,-1 1 0 0 0,1-1 0 0 0,0 1 0 0 0,0-1 0 0 0,0 1 0 0 0,0-1 0 0 0,0 1 0 0 0,0-1 0 0 0,0 0 0 0 0,0 1 0 0 0,0-1 1 0 0,0 1-1 0 0,0-1 0 0 0,0 1 0 0 0,0-1 0 0 0,0 1 0 0 0,0-1 0 0 0,1 1 0 0 0,-1-1 0 0 0,0 1 0 0 0,0 0 0 0 0,1-1 0 0 0,14-17-5122 0 0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50.7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79 105 1744 0 0,'-8'-8'4291'0'0,"30"15"308"0"0,-11-5-4478 0 0,1 1 0 0 0,0-1 1 0 0,0-1-1 0 0,0 0 1 0 0,0-1-1 0 0,20-2 1 0 0,-21 0-94 0 0,-1-1 0 0 0,19-8-1 0 0,-26 9-20 0 0,0 1-1 0 0,-1 0 1 0 0,1-1-1 0 0,-1 0 1 0 0,1 1-1 0 0,-1-1 1 0 0,0 0-1 0 0,0 0 1 0 0,0 0-1 0 0,0 0 1 0 0,0-1-1 0 0,0 1 1 0 0,-1-1-1 0 0,1 1 1 0 0,-1-1-1 0 0,2-3 1 0 0,-2 5-1 0 0,-1-1 0 0 0,0 1 1 0 0,0-1-1 0 0,0 0 0 0 0,0 1 1 0 0,0-1-1 0 0,0 1 0 0 0,0-1 1 0 0,0 1-1 0 0,0-1 0 0 0,-1 1 1 0 0,1-1-1 0 0,-1 1 0 0 0,1 0 1 0 0,-1-1-1 0 0,0 1 0 0 0,1-1 1 0 0,-1 1-1 0 0,0 0 0 0 0,0 0 1 0 0,0-1-1 0 0,0 1 0 0 0,0 0 1 0 0,0 0-1 0 0,0 0 0 0 0,0 0 1 0 0,-1 0-1 0 0,1 0 0 0 0,0 1 1 0 0,-3-2-1 0 0,0-1 32 0 0,0 1 1 0 0,-1 0-1 0 0,1 0 1 0 0,-1 1-1 0 0,1-1 0 0 0,-1 1 1 0 0,-7-1-1 0 0,5 1 8 0 0,-1 2 1 0 0,1-1-1 0 0,-1 1 0 0 0,0 0 0 0 0,1 1 0 0 0,0 0 1 0 0,-1 0-1 0 0,1 0 0 0 0,0 1 0 0 0,0 0 0 0 0,0 0 1 0 0,1 1-1 0 0,-1 0 0 0 0,-8 7 0 0 0,4-2 57 0 0,0 0 0 0 0,0 1-1 0 0,1 0 1 0 0,1 1 0 0 0,-1 0 0 0 0,-9 17-1 0 0,16-23-56 0 0,0 0 1 0 0,0 0-1 0 0,1 0 0 0 0,-1 0 0 0 0,1 0 0 0 0,1 1 1 0 0,-1-1-1 0 0,1 1 0 0 0,0-1 0 0 0,0 1 0 0 0,1-1 0 0 0,-1 12 1 0 0,2-13-20 0 0,-1-1 0 0 0,1 1 0 0 0,0-1 1 0 0,0 1-1 0 0,0-1 0 0 0,1 1 0 0 0,-1-1 1 0 0,1 0-1 0 0,0 1 0 0 0,0-1 0 0 0,0 0 1 0 0,0 0-1 0 0,0-1 0 0 0,1 1 0 0 0,-1 0 1 0 0,1-1-1 0 0,0 1 0 0 0,0-1 1 0 0,0 0-1 0 0,5 3 0 0 0,4 1-8 0 0,0 0 0 0 0,0-2 1 0 0,1 1-1 0 0,0-1 0 0 0,-1-1 0 0 0,1-1 0 0 0,0 1 1 0 0,27-1-1 0 0,35-4-1979 0 0,-5-7-3873 0 0,-44 4 1091 0 0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51.0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78 964 0 0,'-7'-78'16380'0'0,"19"103"-14278"0"0,1 33-874 0 0,10 115-1 0 0,-9-52-2123 0 0,-2-63-3141 0 0,-11-52 2225 0 0,1-1 0 0 0,1 1 0 0 0,-1-1 1 0 0,6 9-1 0 0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51.3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3 128 1416 0 0,'-1'-90'10656'0'0,"0"52"-2449"0"0,28 201-4682 0 0,-17-83-3052 0 0,-2 90 0 0 0,-8-169-483 0 0,0 95-2155 0 0,0-36-7819 0 0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51.5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64 307 1116 0 0,'-6'-6'784'0'0,"-1"1"0"0"0,1-1 1 0 0,0 0-1 0 0,1 0 0 0 0,0-1 0 0 0,0 0 0 0 0,0 0 0 0 0,-4-9 1 0 0,7 12-624 0 0,0 0 1 0 0,1 1 0 0 0,0-1-1 0 0,0 0 1 0 0,0-1 0 0 0,0 1-1 0 0,1 0 1 0 0,-1 0 0 0 0,1 0 0 0 0,0 0-1 0 0,0 0 1 0 0,1 0 0 0 0,-1-1-1 0 0,1 1 1 0 0,0 0 0 0 0,0 0-1 0 0,1 0 1 0 0,2-6 0 0 0,0 2-41 0 0,0 0 0 0 0,1 0 1 0 0,1 0-1 0 0,-1 1 0 0 0,1 0 1 0 0,0 0-1 0 0,1 0 0 0 0,-1 1 1 0 0,13-9-1 0 0,-6 6-25 0 0,0 1 1 0 0,0 0-1 0 0,0 2 1 0 0,1-1-1 0 0,20-5 0 0 0,-8 4-43 0 0,0 2 1 0 0,0 1-1 0 0,0 1 0 0 0,0 2 0 0 0,1 0 0 0 0,37 3 0 0 0,-46 0 0 0 0,0 1 0 0 0,0 1 0 0 0,1 1 0 0 0,-2 0 0 0 0,1 2 0 0 0,0 0 0 0 0,29 14 0 0 0,-40-16-210 0 0,0 1 1 0 0,0-1-1 0 0,-1 1 1 0 0,1 1-1 0 0,-1-1 1 0 0,-1 1-1 0 0,1 0 1 0 0,7 10-1 0 0,-9-10-345 0 0,-1-1-1 0 0,0 1 1 0 0,0 0-1 0 0,-1 0 1 0 0,0 0-1 0 0,0 0 1 0 0,0 1-1 0 0,0-1 1 0 0,-1 1-1 0 0,0-1 0 0 0,-1 13 1 0 0,-1 5-3488 0 0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51.8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6 1124 0 0,'-4'3'820'0'0,"-3"2"797"0"0,0 1-1 0 0,1 0 1 0 0,0 0-1 0 0,0 1 1 0 0,-8 11 0 0 0,12-16-1422 0 0,1 0 0 0 0,0 0-1 0 0,1 0 1 0 0,-1 1 0 0 0,0-1 0 0 0,1 0 0 0 0,-1 1 0 0 0,1-1 0 0 0,0 0 0 0 0,0 1 0 0 0,0-1 0 0 0,0 1 0 0 0,0-1 0 0 0,0 0 0 0 0,1 1-1 0 0,-1-1 1 0 0,1 0 0 0 0,0 1 0 0 0,-1-1 0 0 0,1 0 0 0 0,0 0 0 0 0,0 0 0 0 0,1 0 0 0 0,-1 0 0 0 0,0 0 0 0 0,1 0 0 0 0,-1 0-1 0 0,1 0 1 0 0,-1 0 0 0 0,4 2 0 0 0,3 3 48 0 0,0 0 1 0 0,1-1-1 0 0,-1 0 0 0 0,1 0 0 0 0,12 6 0 0 0,-7-7-163 0 0,0 1 0 0 0,0-2 0 0 0,0 0 0 0 0,1-1 0 0 0,-1 0-1 0 0,1-1 1 0 0,0-1 0 0 0,0 0 0 0 0,28-3 0 0 0,-16 0-86 0 0,-1-2 0 0 0,1-1-1 0 0,-1-1 1 0 0,42-15 0 0 0,-49 13-434 0 0,0 0 1 0 0,-1-2-1 0 0,34-22 0 0 0,-42 25-714 0 0,-1-1 0 0 0,18-18 0 0 0,-22 20-236 0 0,0-1 1 0 0,-1 1-1 0 0,1-1 1 0 0,-1 0-1 0 0,4-10 1 0 0,-4 7-2562 0 0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52.0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72 148 0 0,'8'-25'10588'0'0,"-6"18"-9066"0"0,8-23 3551 0 0,-9 29-4694 0 0,0-7 240 0 0,1 12-1533 0 0,2 13-1362 0 0,-10 16-5084 0 0,2-21 1985 0 0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52.3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1 276 0 0,'6'32'14850'0'0,"-6"-30"-15378"0"0,7 19 5604 0 0,-5-13-7676 0 0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52.5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20 122 2700 0 0,'-7'-20'7164'0'0,"-3"-12"-1165"0"0,9 28-5798 0 0,0 1 0 0 0,1-1 0 0 0,0 1-1 0 0,0-1 1 0 0,0 0 0 0 0,0 1 0 0 0,0-1-1 0 0,1 0 1 0 0,0 1 0 0 0,-1-1 0 0 0,1 1-1 0 0,2-5 1 0 0,-1 6-325 0 0,-1 0 0 0 0,1 1 0 0 0,-1 0 0 0 0,1-1 0 0 0,-1 1 0 0 0,1 0 0 0 0,0-1 0 0 0,0 1 0 0 0,0 0 0 0 0,-1 0 0 0 0,1 1 0 0 0,0-1 0 0 0,0 0 0 0 0,0 1 0 0 0,0-1 0 0 0,3 0 0 0 0,1 1-2440 0 0,-1 1 1963 0 0,1 0-190 0 0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55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702 467 1212 0 0,'0'0'1190'0'0,"7"-17"6105"0"0,-9 32-6710 0 0,-1-1 0 0 0,0 0 0 0 0,-1 0 0 0 0,-1 0 0 0 0,0 0 0 0 0,-1-1 1 0 0,0 1-1 0 0,-14 19 0 0 0,19-32-345 0 0,-14-4-12 0 0,12-3-212 0 0,0 0 0 0 0,1 0-1 0 0,-1 0 1 0 0,1-1-1 0 0,1 1 1 0 0,-1 0-1 0 0,1-1 1 0 0,0 1-1 0 0,0-1 1 0 0,1 0 0 0 0,0-12-1 0 0,3-11-57 0 0,8-40-1 0 0,-6 40 19 0 0,19-84-117 0 0,-17 99 66 0 0,-7 15 74 0 0,0 0-1 0 0,0 0 1 0 0,1 0-1 0 0,-1-1 1 0 0,0 1 0 0 0,0 0-1 0 0,1 0 1 0 0,-1 0-1 0 0,0 0 1 0 0,1 0 0 0 0,-1 0-1 0 0,0 0 1 0 0,1 0-1 0 0,-1 0 1 0 0,0 0 0 0 0,0 0-1 0 0,1 0 1 0 0,-1 0-1 0 0,0 0 1 0 0,1 0 0 0 0,-1 0-1 0 0,0 0 1 0 0,0 0 0 0 0,1 0-1 0 0,-1 0 1 0 0,0 0-1 0 0,1 1 1 0 0,0-1 2 0 0,0 1 0 0 0,0 0-1 0 0,0 0 1 0 0,-1 0 0 0 0,1 0 0 0 0,0-1 0 0 0,0 1-1 0 0,-1 0 1 0 0,1 0 0 0 0,0 1 0 0 0,-1-1 0 0 0,1 0-1 0 0,-1 0 1 0 0,1 1 0 0 0,2 21 46 0 0,-1 0-1 0 0,-1 1 1 0 0,-1-1-1 0 0,-1 0 1 0 0,-5 34-1 0 0,0 3 26 0 0,-3 91 57 0 0,-15 163 22 0 0,23-306-146 0 0,-1 11 24 0 0,0 1 1 0 0,-2 0 0 0 0,0-1-1 0 0,-10 26 1 0 0,12-40-27 0 0,0 0 0 0 0,-1 0 0 0 0,1 0 0 0 0,-1 0 0 0 0,0-1 1 0 0,0 1-1 0 0,-1-1 0 0 0,1 0 0 0 0,-1 0 0 0 0,0 0 0 0 0,0-1 1 0 0,-1 1-1 0 0,1-1 0 0 0,-1 0 0 0 0,1 0 0 0 0,-1-1 0 0 0,0 1 1 0 0,0-1-1 0 0,0 0 0 0 0,-10 2 0 0 0,0-1 25 0 0,1-1 0 0 0,-1-1 0 0 0,0-1 0 0 0,0 1 1 0 0,0-2-1 0 0,0 0 0 0 0,-16-4 0 0 0,-105-29 20 0 0,100 24-39 0 0,-23-5-3 0 0,27 7 9 0 0,1 0 0 0 0,-57-24 0 0 0,84 30-28 0 0,4 2 13 0 0,-1 0-1 0 0,1 0 0 0 0,-1-1 1 0 0,1 1-1 0 0,-1 0 0 0 0,1 0 1 0 0,-1 0-1 0 0,1-1 0 0 0,-1 1 1 0 0,1 0-1 0 0,-1 0 1 0 0,1-1-1 0 0,-1 1 0 0 0,1-1 1 0 0,0 1-1 0 0,-1 0 0 0 0,1-1 1 0 0,0 1-1 0 0,-1-1 1 0 0,1 1-1 0 0,0 0 0 0 0,0-1 1 0 0,-1 1-1 0 0,1-1 0 0 0,0 1 1 0 0,0-1-1 0 0,0 1 0 0 0,0-1 1 0 0,-1 0-1 0 0,1 1 1 0 0,0-1-1 0 0,0 1 0 0 0,0-1 1 0 0,0 1-1 0 0,0-1 0 0 0,0 1 1 0 0,1-1-1 0 0,-1 1 0 0 0,0-1 1 0 0,0 1-1 0 0,0-1 1 0 0,0 1-1 0 0,1-1 0 0 0,-1 1 1 0 0,0-1-1 0 0,0 1 0 0 0,1-1 1 0 0,-1 1-1 0 0,0 0 1 0 0,1-1-1 0 0,-1 1 0 0 0,1-1 1 0 0,-1 1-1 0 0,0 0 0 0 0,1-1 1 0 0,-1 1-1 0 0,1 0 0 0 0,-1 0 1 0 0,1-1-1 0 0,-1 1 1 0 0,1 0-1 0 0,-1 0 0 0 0,1 0 1 0 0,0 0-3 0 0,27-14-250 0 0,0 1 0 0 0,2 1 0 0 0,31-7 0 0 0,11-5-517 0 0,279-112-1783 0 0,-13-28 1328 0 0,-308 146 1117 0 0,0-1 0 0 0,-1-1 0 0 0,-1-1 0 0 0,-1-2 0 0 0,39-41 0 0 0,-55 50 88 0 0,0 0-1 0 0,0 0 1 0 0,-1-1-1 0 0,-1 0 1 0 0,-1-1-1 0 0,0 0 1 0 0,-1 0-1 0 0,0-1 1 0 0,-2 0-1 0 0,0 0 1 0 0,-1 0-1 0 0,4-36 1 0 0,-7 34 179 0 0,0-1-1 0 0,-1 0 1 0 0,-1 1 0 0 0,-1-1-1 0 0,-1 0 1 0 0,0 1 0 0 0,-2 0-1 0 0,0 0 1 0 0,-14-32 0 0 0,19 50-125 0 0,-1 0 1 0 0,1-1 0 0 0,-1 1-1 0 0,0 0 1 0 0,1 0 0 0 0,-1-1-1 0 0,0 1 1 0 0,0 0 0 0 0,0 0-1 0 0,0 0 1 0 0,0 0 0 0 0,0 0-1 0 0,0 0 1 0 0,0 0 0 0 0,-1 0-1 0 0,1 1 1 0 0,0-1 0 0 0,-3-1 0 0 0,3 2-7 0 0,0 0 0 0 0,0 0 0 0 0,0 0 0 0 0,-1 0 0 0 0,1 0 0 0 0,0 0 0 0 0,0 1 0 0 0,0-1 0 0 0,0 0 1 0 0,0 1-1 0 0,0-1 0 0 0,0 0 0 0 0,-1 1 0 0 0,1-1 0 0 0,0 1 0 0 0,1 0 0 0 0,-1-1 0 0 0,-2 2 0 0 0,0 2 71 0 0,-1-1-1 0 0,0 1 0 0 0,1 0 1 0 0,0 0-1 0 0,0 1 0 0 0,0-1 1 0 0,1 1-1 0 0,-4 8 0 0 0,-4 16 320 0 0,1 1-1 0 0,1 0 1 0 0,2 1-1 0 0,-4 58 1 0 0,8 127 1029 0 0,10 25-254 0 0,3 246 382 0 0,-46 631-200 0 0,11-875-1146 0 0,5-56 37 0 0,12-144-188 0 0,7-43-78 0 0,1 0 0 0 0,-1 1 0 0 0,0-1 0 0 0,0 0 0 0 0,0 0-1 0 0,0 0 1 0 0,1 0 0 0 0,-1 1 0 0 0,0-1 0 0 0,0 0 0 0 0,0 0 0 0 0,1 0 0 0 0,-1 0 0 0 0,0 0 0 0 0,0 0 0 0 0,0 1-1 0 0,1-1 1 0 0,-1 0 0 0 0,0 0 0 0 0,0 0 0 0 0,1 0 0 0 0,-1 0 0 0 0,0 0 0 0 0,0 0 0 0 0,1 0 0 0 0,-1 0-1 0 0,0 0 1 0 0,0 0 0 0 0,1 0 0 0 0,-1 0 0 0 0,0-1 0 0 0,0 1 0 0 0,1 0 0 0 0,-1 0 0 0 0,0 0 0 0 0,0 0 0 0 0,0 0-1 0 0,1 0 1 0 0,-1-1 0 0 0,11-4-22 0 0,43-44-30 0 0,-3-2 0 0 0,-2-2 0 0 0,-3-2 1 0 0,54-82-1 0 0,-91 123 49 0 0,-1-1 0 0 0,-1-1 1 0 0,0 1-1 0 0,-1-1 0 0 0,-1 0 0 0 0,0-1 1 0 0,-1 1-1 0 0,-1-1 0 0 0,-1 0 1 0 0,1-27-1 0 0,-3 31 0 0 0,-1-1 1 0 0,0 1 0 0 0,-1 0 0 0 0,-1 0-1 0 0,0 1 1 0 0,0-1 0 0 0,-2 0-1 0 0,1 1 1 0 0,-2 0 0 0 0,1 0-1 0 0,-2 1 1 0 0,0-1 0 0 0,0 1-1 0 0,-11-12 1 0 0,-1 2-3 0 0,-1 1 0 0 0,-1 1 1 0 0,-1 0-1 0 0,-1 2 0 0 0,-46-27 0 0 0,-135-55-49 0 0,87 46 7 0 0,108 49-42 0 0,0-1 0 0 0,0 0 0 0 0,0 0-1 0 0,1-1 1 0 0,-1 0 0 0 0,-11-12 0 0 0,18 16-13 0 0,0-1 0 0 0,0 1 1 0 0,1 0-1 0 0,-1-1 0 0 0,1 1 0 0 0,-1-1 0 0 0,1 1 1 0 0,0-1-1 0 0,0 1 0 0 0,0-1 0 0 0,0 0 0 0 0,1 0 1 0 0,-1 0-1 0 0,1 1 0 0 0,-1-1 0 0 0,1 0 0 0 0,0 0 1 0 0,0 0-1 0 0,1 0 0 0 0,-1 0 0 0 0,0 1 0 0 0,1-1 0 0 0,0 0 1 0 0,0 0-1 0 0,0 1 0 0 0,0-1 0 0 0,0 0 0 0 0,2-2 1 0 0,3-5-432 0 0,0 1 0 0 0,1-1 0 0 0,0 2 0 0 0,0-1 0 0 0,1 1 0 0 0,17-14 0 0 0,58-38-5013 0 0,-75 55 4643 0 0,33-22-4291 0 0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56.6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199 117 408 0 0,'-1'-6'1025'0'0,"-1"0"1"0"0,1 0-1 0 0,-1 0 1 0 0,0 0-1 0 0,-1 1 0 0 0,1-1 1 0 0,-1 1-1 0 0,0-1 1 0 0,-6-7-1 0 0,6 10-677 0 0,1 0 0 0 0,-1 0 0 0 0,0 1 0 0 0,0-1 1 0 0,0 1-1 0 0,0-1 0 0 0,0 1 0 0 0,0 0 0 0 0,-5-2 0 0 0,7 4-293 0 0,0-1 0 0 0,0 1 0 0 0,-1 0-1 0 0,1 0 1 0 0,0 0 0 0 0,-1 0 0 0 0,1 0 0 0 0,0 0-1 0 0,-1 0 1 0 0,1 0 0 0 0,0 1 0 0 0,-1-1-1 0 0,1 0 1 0 0,0 1 0 0 0,0-1 0 0 0,-1 1 0 0 0,1 0-1 0 0,0-1 1 0 0,0 1 0 0 0,0 0 0 0 0,0-1-1 0 0,0 1 1 0 0,0 0 0 0 0,-1 2 0 0 0,-20 23 666 0 0,16-16-632 0 0,0 1 1 0 0,0 0-1 0 0,1 0 0 0 0,1 0 1 0 0,0 1-1 0 0,0-1 0 0 0,1 1 1 0 0,1 0-1 0 0,0 0 0 0 0,1 0 1 0 0,0 1-1 0 0,1 22 0 0 0,1-30-78 0 0,-1 0 0 0 0,1 1 0 0 0,0-1 0 0 0,0 0 0 0 0,0 0-1 0 0,1 0 1 0 0,0 0 0 0 0,0 0 0 0 0,0-1 0 0 0,0 1 0 0 0,1-1 0 0 0,0 1-1 0 0,0-1 1 0 0,0 0 0 0 0,0 0 0 0 0,1 0 0 0 0,0 0 0 0 0,0-1 0 0 0,0 0-1 0 0,0 0 1 0 0,0 0 0 0 0,0 0 0 0 0,1 0 0 0 0,0-1 0 0 0,-1 0 0 0 0,1 0-1 0 0,0 0 1 0 0,0 0 0 0 0,0-1 0 0 0,0 0 0 0 0,0 0 0 0 0,8 0 0 0 0,-5 0-7 0 0,0-1 0 0 0,0 0 0 0 0,0 0 0 0 0,0-1 1 0 0,0 0-1 0 0,0 0 0 0 0,0-1 0 0 0,-1 0 1 0 0,1 0-1 0 0,0-1 0 0 0,-1 0 0 0 0,0-1 0 0 0,0 1 1 0 0,0-1-1 0 0,0-1 0 0 0,9-7 0 0 0,-11 8-1 0 0,0-1 1 0 0,0 0-1 0 0,-1 0 0 0 0,0 0 0 0 0,0-1 0 0 0,0 1 0 0 0,-1-1 0 0 0,0 0 0 0 0,0 0 1 0 0,-1 0-1 0 0,1-1 0 0 0,-1 1 0 0 0,0 0 0 0 0,-1-1 0 0 0,0 1 0 0 0,0-1 0 0 0,0 0 1 0 0,-1 1-1 0 0,0-1 0 0 0,-1-8 0 0 0,0 8-7 0 0,1 0 0 0 0,-2-1 0 0 0,1 1 0 0 0,-1 0-1 0 0,0 0 1 0 0,-1-1 0 0 0,0 2 0 0 0,0-1 0 0 0,0 0 0 0 0,-1 1 0 0 0,0-1 0 0 0,0 1 0 0 0,0 0-1 0 0,-1 0 1 0 0,0 1 0 0 0,0 0 0 0 0,-1-1 0 0 0,1 2 0 0 0,-1-1 0 0 0,0 1 0 0 0,-1 0 0 0 0,1 0-1 0 0,-1 0 1 0 0,1 1 0 0 0,-1 0 0 0 0,0 1 0 0 0,0-1 0 0 0,-1 1 0 0 0,1 1 0 0 0,0-1 0 0 0,-1 1-1 0 0,1 0 1 0 0,0 1 0 0 0,-1 0 0 0 0,1 0 0 0 0,-1 1 0 0 0,1 0 0 0 0,-1 0 0 0 0,1 1 0 0 0,0-1-1 0 0,0 2 1 0 0,-8 2 0 0 0,6 0 7 0 0,-1-1-1 0 0,1 1 0 0 0,0 1 0 0 0,1 0 1 0 0,0 0-1 0 0,-14 13 0 0 0,19-16-2 0 0,0 0 0 0 0,1 0-1 0 0,-1 0 1 0 0,1 0 0 0 0,0 0 0 0 0,-1 1-1 0 0,2-1 1 0 0,-1 1 0 0 0,0-1 0 0 0,1 1-1 0 0,-1 0 1 0 0,1-1 0 0 0,0 1-1 0 0,1 0 1 0 0,-1 0 0 0 0,0 0 0 0 0,1 0-1 0 0,0 0 1 0 0,0 0 0 0 0,0 0 0 0 0,1 4-1 0 0,0-6 2 0 0,0 1-1 0 0,0-1 1 0 0,1 1 0 0 0,-1-1-1 0 0,1 0 1 0 0,-1 0-1 0 0,1 0 1 0 0,0 0 0 0 0,-1 0-1 0 0,1 0 1 0 0,0 0-1 0 0,0 0 1 0 0,1-1 0 0 0,-1 1-1 0 0,0-1 1 0 0,0 0-1 0 0,1 0 1 0 0,-1 1 0 0 0,1-1-1 0 0,-1-1 1 0 0,1 1-1 0 0,-1 0 1 0 0,4 0 0 0 0,5 1 1 0 0,1 0 0 0 0,0 0 0 0 0,21-1 0 0 0,-15-1-15 0 0,1-2 0 0 0,-1 0 0 0 0,0-1 0 0 0,0-1-1 0 0,0-1 1 0 0,31-12 0 0 0,95-55-158 0 0,-12 4 79 0 0,-126 66 96 0 0,-1-1 1 0 0,1 1 0 0 0,-1 1 0 0 0,1-1-1 0 0,-1 1 1 0 0,1 0 0 0 0,0 0 0 0 0,0 0-1 0 0,0 1 1 0 0,0 0 0 0 0,-1 0 0 0 0,1 1-1 0 0,0-1 1 0 0,0 1 0 0 0,0 0 0 0 0,-1 1-1 0 0,1 0 1 0 0,-1 0 0 0 0,1 0 0 0 0,-1 0-1 0 0,0 1 1 0 0,0 0 0 0 0,0 0 0 0 0,0 0-1 0 0,0 1 1 0 0,-1-1 0 0 0,1 1-1 0 0,-1 0 1 0 0,0 1 0 0 0,0-1 0 0 0,-1 1-1 0 0,1 0 1 0 0,3 7 0 0 0,1 1 32 0 0,-1 0 0 0 0,-1 0 0 0 0,0 1 0 0 0,0 0 0 0 0,-2 0 0 0 0,0 1 0 0 0,5 29 0 0 0,-4-17 467 0 0,-3-22 161 0 0,-3-15-514 0 0,0 4-156 0 0,0-1 0 0 0,1 0 0 0 0,0 1 0 0 0,1-1-1 0 0,-1 0 1 0 0,1 1 0 0 0,1-1 0 0 0,-1 1 0 0 0,1-1 0 0 0,3-7 0 0 0,3-5-16 0 0,0 1 0 0 0,12-18 0 0 0,-16 29 13 0 0,0 0-1 0 0,0 1 1 0 0,1 0 0 0 0,0 0 0 0 0,0 0 0 0 0,0 0 0 0 0,1 1-1 0 0,0-1 1 0 0,0 1 0 0 0,1 1 0 0 0,-1-1 0 0 0,1 1 0 0 0,0 1-1 0 0,0-1 1 0 0,0 1 0 0 0,0 0 0 0 0,1 1 0 0 0,-1-1 0 0 0,14-1-1 0 0,-18 4 10 0 0,0 0-1 0 0,0 1 0 0 0,0-1 1 0 0,-1 0-1 0 0,1 1 0 0 0,0 0 1 0 0,0 0-1 0 0,0 0 0 0 0,0 0 1 0 0,-1 0-1 0 0,1 0 0 0 0,-1 1 1 0 0,1-1-1 0 0,-1 1 0 0 0,1 0 1 0 0,-1 0-1 0 0,0-1 0 0 0,0 2 1 0 0,0-1-1 0 0,0 0 0 0 0,0 0 0 0 0,0 1 1 0 0,0-1-1 0 0,2 6 0 0 0,1 3-3 0 0,1 0 0 0 0,-2 1 0 0 0,1 0 0 0 0,2 13-1 0 0,-4-11-5 0 0,-1-1-1 0 0,1 22 0 0 0,5 30-16 0 0,-7-64 29 0 0,-1 1 0 0 0,0 0 0 0 0,1 0 0 0 0,-1 0 0 0 0,1-1 0 0 0,-1 1 0 0 0,1 0-1 0 0,0-1 1 0 0,0 1 0 0 0,0-1 0 0 0,0 1 0 0 0,0-1 0 0 0,0 1 0 0 0,0-1 0 0 0,0 1 0 0 0,0-1 0 0 0,3 2 0 0 0,-3-2-3 0 0,0 0 1 0 0,0-1 0 0 0,0 1-1 0 0,0 0 1 0 0,0 0 0 0 0,0 0-1 0 0,0-1 1 0 0,1 1 0 0 0,-1-1 0 0 0,0 1-1 0 0,0-1 1 0 0,1 1 0 0 0,-1-1-1 0 0,0 0 1 0 0,1 0 0 0 0,-1 0-1 0 0,0 0 1 0 0,1 1 0 0 0,-1-2-1 0 0,0 1 1 0 0,2 0 0 0 0,2-1 2 0 0,8 0-4 0 0,-1 0 0 0 0,0-1 0 0 0,1 0 0 0 0,-1-1-1 0 0,0-1 1 0 0,0 1 0 0 0,0-2 0 0 0,0 0 0 0 0,-1 0 0 0 0,0-1-1 0 0,17-13 1 0 0,-15 10 1 0 0,-1 0 0 0 0,-1-1 0 0 0,1 0-1 0 0,-2-1 1 0 0,0-1 0 0 0,0 1 0 0 0,-1-2 0 0 0,0 1 0 0 0,8-16-1 0 0,-14 22-12 0 0,0 1 0 0 0,-1-1 1 0 0,1 0-1 0 0,-1 0 0 0 0,-1 0 0 0 0,1 0 0 0 0,-1 0 0 0 0,0 0 0 0 0,0 0 0 0 0,0 0 0 0 0,-1-1 0 0 0,0 1 0 0 0,-1-7 0 0 0,0 12 12 0 0,1 1 0 0 0,0-1 0 0 0,-1 0 0 0 0,1 1 0 0 0,0-1 0 0 0,-1 1 0 0 0,1-1 0 0 0,-1 1 0 0 0,1-1 0 0 0,-1 1 0 0 0,1-1 0 0 0,-1 1 0 0 0,1-1 0 0 0,-1 1 0 0 0,0 0 0 0 0,1-1 0 0 0,-1 1 0 0 0,0 0 0 0 0,1-1 0 0 0,-1 1 0 0 0,0 0 0 0 0,1 0 0 0 0,-1 0 0 0 0,0 0 0 0 0,1 0 0 0 0,-1 0 0 0 0,0 0 0 0 0,0 0 0 0 0,1 0 0 0 0,-1 0 0 0 0,0 0 0 0 0,1 0 0 0 0,-1 0 0 0 0,0 0 0 0 0,1 1 0 0 0,-2-1 0 0 0,-24 10 44 0 0,16-3 8 0 0,-1 1-1 0 0,1 0 1 0 0,0 0-1 0 0,1 0 1 0 0,0 2-1 0 0,1-1 1 0 0,-1 1-1 0 0,2 0 1 0 0,-1 0 0 0 0,2 1-1 0 0,-1 0 1 0 0,1 1-1 0 0,1-1 1 0 0,0 1-1 0 0,1 0 1 0 0,-5 24-1 0 0,8-33-37 0 0,0 1 0 0 0,1 0-1 0 0,0-1 1 0 0,-1 1 0 0 0,1 0-1 0 0,1 0 1 0 0,-1-1 0 0 0,1 1-1 0 0,-1 0 1 0 0,1-1-1 0 0,0 1 1 0 0,0-1 0 0 0,1 1-1 0 0,-1-1 1 0 0,1 1 0 0 0,-1-1-1 0 0,4 5 1 0 0,-1-4-7 0 0,0 0 0 0 0,0 0 0 0 0,0 0-1 0 0,0-1 1 0 0,1 1 0 0 0,-1-1 0 0 0,1 0 0 0 0,0 0 0 0 0,0-1 0 0 0,8 4-1 0 0,7 0-188 0 0,0 0-1 0 0,1-2 1 0 0,-1 0-1 0 0,1-1 1 0 0,23 0-1 0 0,112-3-3515 0 0,-53-12-2581 0 0,-46 0-90 0 0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57.6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199 186 320 0 0,'0'-9'1860'0'0,"-1"-1"0"0"0,0 0 1 0 0,-1 1-1 0 0,-3-12 0 0 0,3 12-1008 0 0,1 9-797 0 0,1-1 0 0 0,0 0 1 0 0,0 1-1 0 0,-1-1 0 0 0,1 1 0 0 0,0-1 1 0 0,-1 0-1 0 0,1 1 0 0 0,0-1 1 0 0,-1 1-1 0 0,1-1 0 0 0,-1 1 0 0 0,1 0 1 0 0,-1-1-1 0 0,1 1 0 0 0,-1-1 0 0 0,1 1 1 0 0,-1 0-1 0 0,0-1 0 0 0,1 1 0 0 0,-1 0 1 0 0,0 0-1 0 0,1 0 0 0 0,-1-1 0 0 0,1 1 1 0 0,-1 0-1 0 0,0 0 0 0 0,1 0 0 0 0,-1 0 1 0 0,0 0-1 0 0,1 0 0 0 0,-2 0 0 0 0,-18 6 818 0 0,11-2-679 0 0,1 1 0 0 0,0 1 1 0 0,0 0-1 0 0,0 0 1 0 0,1 1-1 0 0,0 0 0 0 0,0 0 1 0 0,-7 9-1 0 0,1 2 20 0 0,0 1 0 0 0,-14 27-1 0 0,24-40-181 0 0,0 0 1 0 0,0 0-1 0 0,1 1 0 0 0,0-1 0 0 0,0 0 0 0 0,0 1 0 0 0,1 0 0 0 0,0-1 0 0 0,0 1 0 0 0,1 0 0 0 0,0 7 0 0 0,0-11-21 0 0,1 0 1 0 0,0 1-1 0 0,-1-1 0 0 0,1 0 0 0 0,0 0 0 0 0,1 0 1 0 0,-1 0-1 0 0,0 0 0 0 0,1 0 0 0 0,0 0 0 0 0,-1 0 1 0 0,1-1-1 0 0,0 1 0 0 0,1-1 0 0 0,-1 1 0 0 0,0-1 1 0 0,1 0-1 0 0,-1 0 0 0 0,1 0 0 0 0,0 0 0 0 0,0 0 1 0 0,-1-1-1 0 0,1 1 0 0 0,5 1 0 0 0,3 1 0 0 0,1-1 0 0 0,0 0-1 0 0,-1-1 1 0 0,1 0 0 0 0,0-1 0 0 0,0 0-1 0 0,0-1 1 0 0,0-1 0 0 0,1 0 0 0 0,17-3-1 0 0,-13 0 1 0 0,0 0 0 0 0,-1-1-1 0 0,0 0 1 0 0,0-1 0 0 0,0-1-1 0 0,28-17 1 0 0,-38 19-10 0 0,0 1 1 0 0,-1-1-1 0 0,1 0 1 0 0,-1 0-1 0 0,0-1 1 0 0,0 0-1 0 0,0 0 0 0 0,-1 0 1 0 0,0 0-1 0 0,0-1 1 0 0,-1 1-1 0 0,0-1 1 0 0,0 0-1 0 0,0 0 1 0 0,-1 0-1 0 0,0-1 0 0 0,-1 1 1 0 0,1 0-1 0 0,-1-1 1 0 0,-1 1-1 0 0,0-1 1 0 0,0-11-1 0 0,-1 13-8 0 0,1 0 1 0 0,-1 0-1 0 0,-1 0 1 0 0,1 0-1 0 0,-1 0 0 0 0,0 1 1 0 0,0-1-1 0 0,-1 0 1 0 0,1 1-1 0 0,-1 0 0 0 0,-1-1 1 0 0,1 1-1 0 0,-1 0 0 0 0,0 1 1 0 0,0-1-1 0 0,0 1 1 0 0,0 0-1 0 0,-1 0 0 0 0,0 0 1 0 0,0 0-1 0 0,0 1 1 0 0,0 0-1 0 0,0 0 0 0 0,-1 0 1 0 0,0 1-1 0 0,1 0 0 0 0,-11-3 1 0 0,2 2 5 0 0,-1 1 0 0 0,1 1-1 0 0,0 0 1 0 0,0 1 0 0 0,-1 0 0 0 0,1 1 0 0 0,0 1 0 0 0,0 0-1 0 0,0 1 1 0 0,0 1 0 0 0,0 0 0 0 0,0 1 0 0 0,1 0 0 0 0,-14 8-1 0 0,24-11 3 0 0,1 0-1 0 0,-1 0 0 0 0,1 0 0 0 0,0 0 1 0 0,-1 0-1 0 0,1 0 0 0 0,0 1 0 0 0,-2 4 1 0 0,2-5-2 0 0,2-1 1 0 0,-1-1 0 0 0,1 1 1 0 0,-1 0-1 0 0,1 0 0 0 0,-1 0 1 0 0,1-1-1 0 0,-1 1 0 0 0,1 0 1 0 0,0 0-1 0 0,0 0 0 0 0,-1 0 1 0 0,1 0-1 0 0,0 0 0 0 0,0 0 0 0 0,0 0 1 0 0,0-1-1 0 0,0 1 0 0 0,0 0 1 0 0,0 0-1 0 0,0 0 0 0 0,1 0 1 0 0,-1 0-1 0 0,0 0 0 0 0,0 0 1 0 0,1 0-1 0 0,-1-1 0 0 0,1 1 0 0 0,-1 0 1 0 0,1 0-1 0 0,-1 0 0 0 0,1-1 1 0 0,-1 1-1 0 0,1 0 0 0 0,1 1 1 0 0,20 11-12 0 0,-21-13 11 0 0,9 4 0 0 0,0-2 1 0 0,-1 1-1 0 0,2-1 1 0 0,-1-1 0 0 0,0 0-1 0 0,0 0 1 0 0,0-1-1 0 0,1 0 1 0 0,10-2-1 0 0,9-2 5 0 0,51-14-1 0 0,-45 6-17 0 0,-1-1 0 0 0,-1-2 0 0 0,0-2 1 0 0,40-26-1 0 0,27-13-16 0 0,-98 55 38 0 0,0-1 1 0 0,1 0-1 0 0,-1 1 0 0 0,1-1 1 0 0,-1 1-1 0 0,1 0 0 0 0,0 0 1 0 0,-1 1-1 0 0,1-1 0 0 0,0 1 1 0 0,-1 0-1 0 0,1 0 0 0 0,0 0 1 0 0,0 0-1 0 0,-1 1 0 0 0,1-1 1 0 0,0 1-1 0 0,-1 0 0 0 0,1 0 1 0 0,-1 0-1 0 0,1 1 0 0 0,-1-1 1 0 0,1 1-1 0 0,-1 0 0 0 0,0 0 1 0 0,5 4-1 0 0,-2-1 98 0 0,-1 2 0 0 0,1-1 0 0 0,-1 0 0 0 0,0 1 1 0 0,-1 0-1 0 0,0 0 0 0 0,0 1 0 0 0,0-1 0 0 0,-1 1 0 0 0,0 0 0 0 0,2 8 1 0 0,-1-2 37 0 0,-1 0 0 0 0,0 0 1 0 0,-1 0-1 0 0,-1 1 1 0 0,0-1-1 0 0,-1 1 1 0 0,0-1-1 0 0,-1 0 1 0 0,-1 1-1 0 0,0-1 0 0 0,-1 0 1 0 0,0 0-1 0 0,-2 0 1 0 0,-6 16-1 0 0,9-26-47 0 0,0 0 0 0 0,0-1 0 0 0,-1 1 0 0 0,1-1-1 0 0,-1 0 1 0 0,0 0 0 0 0,0 0 0 0 0,0 0 0 0 0,0 0 0 0 0,0 0-1 0 0,-5 2 1 0 0,6-4 175 0 0,-2-1 35 0 0,3 0-298 0 0,1 0 0 0 0,-1 0 0 0 0,0 0 0 0 0,1 1 0 0 0,-1-1 0 0 0,1 0 0 0 0,-1 0 0 0 0,1 0 0 0 0,-1 0 1 0 0,1 0-1 0 0,-1 0 0 0 0,0-1 0 0 0,1 1 0 0 0,-1 0 0 0 0,1 0 0 0 0,-1 0 0 0 0,1 0 0 0 0,-1-1 0 0 0,1 1 0 0 0,-1 0 0 0 0,0-1 0 0 0,0-2 8 0 0,-1 0 0 0 0,1 0 0 0 0,-1-1 0 0 0,1 1 0 0 0,0 0 0 0 0,0-1 0 0 0,1 1 0 0 0,-1-1 0 0 0,1 1 0 0 0,0 0 0 0 0,0-1 0 0 0,0 1-1 0 0,0-1 1 0 0,1-5 0 0 0,1 2-20 0 0,0 1 0 0 0,0 0-1 0 0,0 0 1 0 0,1-1-1 0 0,0 2 1 0 0,0-1-1 0 0,6-7 1 0 0,2-2-202 0 0,2 0 0 0 0,0 0-1 0 0,1 2 1 0 0,21-17 0 0 0,-11 12-989 0 0,1 1 1 0 0,0 1-1 0 0,38-17 1 0 0,35-9-7151 0 0,-62 28 2766 0 0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58.5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9 134 848 0 0,'-2'-5'806'0'0,"1"1"-1"0"0,0 0 1 0 0,-1-1 0 0 0,2 1 0 0 0,-1-1-1 0 0,0-7 1 0 0,1 10-670 0 0,0 1-1 0 0,0-1 1 0 0,0 0-1 0 0,0 1 1 0 0,1-1 0 0 0,-1 0-1 0 0,1 1 1 0 0,-1-1-1 0 0,1 1 1 0 0,-1-1 0 0 0,1 1-1 0 0,0-1 1 0 0,0 1-1 0 0,0 0 1 0 0,0-1 0 0 0,0 1-1 0 0,0 0 1 0 0,0 0-1 0 0,0 0 1 0 0,0 0 0 0 0,0-1-1 0 0,1 2 1 0 0,-1-1-1 0 0,1 0 1 0 0,2-1 0 0 0,-2 1-33 0 0,1 0-1 0 0,-1 0 1 0 0,1 0 0 0 0,-1 1 0 0 0,1-1 0 0 0,0 1 0 0 0,-1-1 0 0 0,1 1 0 0 0,0 0 0 0 0,-1 0 0 0 0,1 0 0 0 0,0 1 0 0 0,-1-1 0 0 0,1 1 0 0 0,-1-1-1 0 0,1 1 1 0 0,4 2 0 0 0,-2-1 26 0 0,0 1 0 0 0,-1 0 1 0 0,1 0-1 0 0,0 1 0 0 0,-1-1 0 0 0,0 1 0 0 0,0 0 0 0 0,4 5 0 0 0,2 4 8 0 0,0 0-1 0 0,-2 1 1 0 0,1 1-1 0 0,-2-1 1 0 0,7 17-1 0 0,-12-27-109 0 0,-1 1 1 0 0,0 1-1 0 0,0-1 0 0 0,0 0 0 0 0,-1 0 0 0 0,1 0 0 0 0,-1 0 1 0 0,0 1-1 0 0,-1-1 0 0 0,1 0 0 0 0,-1 0 0 0 0,0 0 0 0 0,-3 8 1 0 0,1-4 26 0 0,-1-1 1 0 0,1 0-1 0 0,-1 1 1 0 0,-1-2 0 0 0,1 1-1 0 0,-11 12 1 0 0,14-19-10 0 0,0-1-42 0 0,0 1 1 0 0,0-1-1 0 0,0 0 1 0 0,0 0-1 0 0,0 0 0 0 0,1 0 1 0 0,-1-1-1 0 0,0 1 1 0 0,0 0-1 0 0,0 0 1 0 0,0 0-1 0 0,0-1 1 0 0,0 1-1 0 0,0-1 1 0 0,1 1-1 0 0,-1 0 1 0 0,0-1-1 0 0,0 1 0 0 0,1-1 1 0 0,-1 0-1 0 0,0 1 1 0 0,0-1-1 0 0,1 0 1 0 0,-1 1-1 0 0,1-1 1 0 0,-1 0-1 0 0,1 0 1 0 0,-1 1-1 0 0,1-1 1 0 0,-1 0-1 0 0,1 0 0 0 0,0 0 1 0 0,-1 0-1 0 0,1 0 1 0 0,0 0-1 0 0,0 1 1 0 0,0-1-1 0 0,0 0 1 0 0,0 0-1 0 0,0 0 1 0 0,0-1-1 0 0,0-13 1 0 0,0 0 1 0 0,1 1-1 0 0,1-1 0 0 0,0 0 1 0 0,1 1-1 0 0,1-1 0 0 0,0 1 0 0 0,1 0 1 0 0,1 1-1 0 0,9-19 0 0 0,-10 23-10 0 0,0 1 0 0 0,0-1-1 0 0,1 1 1 0 0,0 0-1 0 0,1 0 1 0 0,0 0 0 0 0,0 1-1 0 0,0 0 1 0 0,1 1-1 0 0,0 0 1 0 0,0 0 0 0 0,1 0-1 0 0,0 1 1 0 0,16-7-1 0 0,-17 10 5 0 0,0-1 0 0 0,0 1-1 0 0,0 0 1 0 0,1 1-1 0 0,-1 0 1 0 0,1 0 0 0 0,-1 1-1 0 0,0 0 1 0 0,1 1 0 0 0,-1 0-1 0 0,1 0 1 0 0,-1 0-1 0 0,0 1 1 0 0,0 1 0 0 0,0-1-1 0 0,0 1 1 0 0,0 1-1 0 0,7 4 1 0 0,-4-3 16 0 0,-2 2 1 0 0,1-1-1 0 0,0 2 0 0 0,-1-1 1 0 0,-1 1-1 0 0,1 0 0 0 0,-1 1 1 0 0,-1 0-1 0 0,0 0 0 0 0,7 12 1 0 0,-10-15-8 0 0,-1 0 1 0 0,0 1-1 0 0,0-1 1 0 0,0 0 0 0 0,-1 1-1 0 0,0 0 1 0 0,0 0-1 0 0,-1-1 1 0 0,0 1 0 0 0,0 0-1 0 0,-1 0 1 0 0,1 0-1 0 0,-2 0 1 0 0,1 0 0 0 0,-1 0-1 0 0,0 0 1 0 0,0 0-1 0 0,-4 10 1 0 0,2-8 5 0 0,2-7-7 0 0,1 0 1 0 0,-1 0-1 0 0,1 0 0 0 0,-1 0 1 0 0,0 0-1 0 0,0 0 0 0 0,1-1 0 0 0,-1 1 1 0 0,-1 0-1 0 0,1-1 0 0 0,0 1 1 0 0,0-1-1 0 0,-1 1 0 0 0,1-1 1 0 0,0 1-1 0 0,-1-1 0 0 0,0 0 0 0 0,-2 2 1 0 0,4-3-7 0 0,-1 0 1 0 0,1 0 0 0 0,-1 0 0 0 0,1 0-1 0 0,-1-1 1 0 0,1 1 0 0 0,-1 0 0 0 0,1 0-1 0 0,-1 0 1 0 0,1 0 0 0 0,0-1-1 0 0,-1 1 1 0 0,1 0 0 0 0,-1-1 0 0 0,1 1-1 0 0,0 0 1 0 0,-1 0 0 0 0,1-1 0 0 0,0 1-1 0 0,-1-1 1 0 0,1 1 0 0 0,0 0 0 0 0,-1-1-1 0 0,1 1 1 0 0,0-1 0 0 0,0 1-1 0 0,0-1 1 0 0,-1 1 0 0 0,1-1 0 0 0,0 1-1 0 0,0 0 1 0 0,0-1 0 0 0,0 1 0 0 0,0-1-1 0 0,0 1 1 0 0,0-1 0 0 0,0 0-1 0 0,-3-20 15 0 0,4 10-22 0 0,0 1 1 0 0,1-1 0 0 0,0 1 0 0 0,1-1 0 0 0,0 1-1 0 0,0 0 1 0 0,1 0 0 0 0,0 0 0 0 0,9-13-1 0 0,-4 7-8 0 0,1 1 0 0 0,1 0 0 0 0,0 0 0 0 0,23-21 0 0 0,-21 24-1 0 0,1 0 0 0 0,16-10-1 0 0,-24 18 17 0 0,0 0 0 0 0,0 1 0 0 0,0 0 0 0 0,0 0 0 0 0,1 0 1 0 0,-1 1-1 0 0,1 0 0 0 0,8-1 0 0 0,-12 2 26 0 0,0 1 1 0 0,0-1 0 0 0,0 1 0 0 0,0 0 0 0 0,0 0-1 0 0,0 0 1 0 0,-1 1 0 0 0,1-1 0 0 0,0 1 0 0 0,0-1-1 0 0,0 1 1 0 0,-1 0 0 0 0,1 0 0 0 0,0 0 0 0 0,-1 0-1 0 0,1 1 1 0 0,-1-1 0 0 0,1 1 0 0 0,-1 0 0 0 0,0-1-1 0 0,1 1 1 0 0,-1 0 0 0 0,0 0 0 0 0,0 1-1 0 0,-1-1 1 0 0,1 0 0 0 0,0 0 0 0 0,-1 1 0 0 0,1-1-1 0 0,-1 1 1 0 0,0 0 0 0 0,0-1 0 0 0,0 1 0 0 0,0 0-1 0 0,0 3 1 0 0,2 8 69 0 0,-1-1 1 0 0,-1 1-1 0 0,-1-1 0 0 0,1 1 1 0 0,-4 24-1 0 0,-3 2-39 0 0,3-26-343 0 0,1 1 0 0 0,1-1 0 0 0,0 23 0 0 0,1-33-105 0 0,1 0 1 0 0,-1 0-1 0 0,1-1 1 0 0,0 1-1 0 0,0 0 0 0 0,0 0 1 0 0,1-1-1 0 0,-1 1 0 0 0,1 0 1 0 0,0-1-1 0 0,0 0 1 0 0,0 1-1 0 0,0-1 0 0 0,1 0 1 0 0,-1 0-1 0 0,1 0 0 0 0,4 3 1 0 0,19-1-5627 0 0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7:59.7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126 160 2028 0 0,'0'-2'343'0'0,"1"1"0"0"0,-1-1 0 0 0,0 0-1 0 0,1 0 1 0 0,-1 0 0 0 0,0 1 0 0 0,0-1 0 0 0,0 0 0 0 0,0 0-1 0 0,-1 0 1 0 0,1 1 0 0 0,0-1 0 0 0,-1 0 0 0 0,1 0-1 0 0,-1 1 1 0 0,0-1 0 0 0,1 0 0 0 0,-1 1 0 0 0,0-1 0 0 0,0 1-1 0 0,-3-4 564 0 0,-14 7 639 0 0,10 4-1289 0 0,0 0 1 0 0,0 1-1 0 0,1 1 1 0 0,0-1-1 0 0,0 1 0 0 0,1 1 1 0 0,0-1-1 0 0,0 1 1 0 0,1 0-1 0 0,1 0 1 0 0,-6 12-1 0 0,7-14-169 0 0,0 1 0 0 0,1 0-1 0 0,-1 0 1 0 0,2 0-1 0 0,-1 1 1 0 0,1-1 0 0 0,0 0-1 0 0,1 1 1 0 0,0-1 0 0 0,0 1-1 0 0,1-1 1 0 0,0 0 0 0 0,0 1-1 0 0,5 13 1 0 0,-5-19-58 0 0,0 0-1 0 0,1 0 1 0 0,0 1 0 0 0,0-1 0 0 0,0 0 0 0 0,0-1 0 0 0,0 1-1 0 0,0 0 1 0 0,1 0 0 0 0,0-1 0 0 0,-1 0 0 0 0,1 1 0 0 0,0-1-1 0 0,5 2 1 0 0,-3-1-3 0 0,1 0 1 0 0,0-1-1 0 0,1 0 0 0 0,-1 0 0 0 0,0 0 0 0 0,0-1 1 0 0,11 1-1 0 0,-3-1-6 0 0,1-1 0 0 0,-1-1 0 0 0,0 0 1 0 0,1-1-1 0 0,-1 0 0 0 0,22-7 0 0 0,-28 5-15 0 0,0 1-1 0 0,0-1 0 0 0,0-1 1 0 0,0 1-1 0 0,-1-1 1 0 0,0-1-1 0 0,0 1 1 0 0,0-1-1 0 0,-1-1 0 0 0,0 1 1 0 0,0-1-1 0 0,0 0 1 0 0,-1 0-1 0 0,0-1 0 0 0,-1 1 1 0 0,1-1-1 0 0,-1 0 1 0 0,-1 0-1 0 0,0-1 0 0 0,3-10 1 0 0,-4 11-10 0 0,0 0-1 0 0,0 0 1 0 0,-1 1-1 0 0,0-1 1 0 0,0 0 0 0 0,-1 0-1 0 0,0 0 1 0 0,0 0-1 0 0,-1 0 1 0 0,0 0 0 0 0,-1 1-1 0 0,1-1 1 0 0,-1 0-1 0 0,-1 1 1 0 0,0-1 0 0 0,0 1-1 0 0,0 0 1 0 0,-1 0-1 0 0,0 0 1 0 0,0 0 0 0 0,-1 1-1 0 0,0-1 1 0 0,-6-5 0 0 0,4 7 0 0 0,0 0 0 0 0,0 0-1 0 0,0 1 1 0 0,-1 0 0 0 0,0 0 0 0 0,1 1 0 0 0,-2-1 0 0 0,1 2 0 0 0,0-1 0 0 0,0 2 0 0 0,-1-1 0 0 0,1 1 0 0 0,-1 0 0 0 0,1 0 0 0 0,-1 1 0 0 0,-14 2 0 0 0,15-2 7 0 0,0 1 0 0 0,-1 1 0 0 0,1-1 0 0 0,0 1 0 0 0,1 0 0 0 0,-1 1 0 0 0,0 0 0 0 0,1 0 1 0 0,-1 1-1 0 0,1 0 0 0 0,0 0 0 0 0,1 1 0 0 0,-1-1 0 0 0,1 2 0 0 0,-1-1 0 0 0,1 1 0 0 0,-7 9 0 0 0,11-13-3 0 0,1 0 0 0 0,0-1 0 0 0,0 1 1 0 0,0 0-1 0 0,0 0 0 0 0,0 0 0 0 0,0 0 0 0 0,0 1 0 0 0,1-1 1 0 0,-1 0-1 0 0,1 0 0 0 0,-1 0 0 0 0,1 1 0 0 0,0-1 1 0 0,0 0-1 0 0,0 0 0 0 0,0 0 0 0 0,0 1 0 0 0,1-1 0 0 0,0 4 1 0 0,1-3-3 0 0,-1 0 0 0 0,1 0 0 0 0,0 0 0 0 0,0 0 0 0 0,0-1 0 0 0,0 1 0 0 0,0-1 0 0 0,0 1 0 0 0,1-1 0 0 0,0 0 0 0 0,-1 0 0 0 0,5 3 0 0 0,4 1 0 0 0,0-1 1 0 0,0 0-1 0 0,0 0 0 0 0,0-1 1 0 0,1-1-1 0 0,19 4 0 0 0,6-2 8 0 0,0-2 0 0 0,-1-1 0 0 0,1-2 1 0 0,0-1-1 0 0,52-10 0 0 0,-69 8-9 0 0,1-1 1 0 0,-1-2-1 0 0,0 0 1 0 0,0-1 0 0 0,-1 0-1 0 0,0-2 1 0 0,0-1-1 0 0,-1 0 1 0 0,-1-1-1 0 0,1-1 1 0 0,16-15 0 0 0,-30 23-6 0 0,1 0 0 0 0,-1 0 0 0 0,0 0 0 0 0,0 0 0 0 0,-1-1 1 0 0,1 0-1 0 0,-1 0 0 0 0,0 0 0 0 0,0 0 0 0 0,-1 0 0 0 0,1-1 1 0 0,-1 1-1 0 0,-1-1 0 0 0,1 0 0 0 0,-1 1 0 0 0,1-8 1 0 0,-2 12 5 0 0,0 0 0 0 0,0 0 0 0 0,0 0 1 0 0,-1 0-1 0 0,1 0 0 0 0,0 0 0 0 0,-1 0 1 0 0,1 1-1 0 0,-1-1 0 0 0,1 0 1 0 0,-1 0-1 0 0,1 0 0 0 0,-1 1 0 0 0,0-1 1 0 0,1 0-1 0 0,-1 1 0 0 0,0-1 0 0 0,0 0 1 0 0,0 1-1 0 0,1-1 0 0 0,-1 1 1 0 0,0-1-1 0 0,0 1 0 0 0,-2-1 0 0 0,1 0-1 0 0,0 0 1 0 0,-1 1-1 0 0,1-1 0 0 0,-1 0 0 0 0,1 1 0 0 0,-1 0 0 0 0,1 0 0 0 0,-1-1 0 0 0,-4 2 0 0 0,-3 1 0 0 0,0 0-1 0 0,0 0 1 0 0,0 1-1 0 0,0 1 0 0 0,-18 8 1 0 0,25-10 6 0 0,-1 0 1 0 0,1 0-1 0 0,-1 1 1 0 0,1-1-1 0 0,0 0 1 0 0,0 1-1 0 0,0 0 1 0 0,0 0-1 0 0,0 0 1 0 0,1 0-1 0 0,-1 0 1 0 0,1 1-1 0 0,0-1 1 0 0,0 1-1 0 0,0-1 1 0 0,0 1-1 0 0,1 0 1 0 0,-3 7-1 0 0,4-9 1 0 0,0 1-1 0 0,0-1 0 0 0,1 0 1 0 0,-1 1-1 0 0,0-1 1 0 0,1 1-1 0 0,-1-1 0 0 0,1 1 1 0 0,0-1-1 0 0,0 0 1 0 0,0 0-1 0 0,0 1 0 0 0,0-1 1 0 0,1 0-1 0 0,-1 0 1 0 0,0 0-1 0 0,1 0 0 0 0,0 0 1 0 0,-1-1-1 0 0,1 1 1 0 0,0 0-1 0 0,0-1 0 0 0,0 1 1 0 0,4 1-1 0 0,1 2-2 0 0,1-1 0 0 0,-1-1 0 0 0,1 1 0 0 0,-1-1 0 0 0,16 4 0 0 0,-4-3-51 0 0,1-1 0 0 0,-1 0 0 0 0,1-2 1 0 0,19 0-1 0 0,1-4-33 0 0,47-8-1 0 0,-53 5 113 0 0,-32 6-16 0 0,1-1-6 0 0,10 0-15 0 0,-12 2-21 0 0,0-1 29 0 0,-1 1 1 0 0,0-1-1 0 0,1 0 0 0 0,-1 1 1 0 0,0-1-1 0 0,1 0 0 0 0,-1 1 1 0 0,0-1-1 0 0,0 1 0 0 0,1-1 1 0 0,-1 0-1 0 0,0 1 0 0 0,0-1 1 0 0,0 1-1 0 0,1-1 0 0 0,-1 1 1 0 0,0-1-1 0 0,0 1 0 0 0,0-1 1 0 0,0 1-1 0 0,0-1 0 0 0,0 1 0 0 0,0-1 1 0 0,0 1-1 0 0,0-1 0 0 0,0 1 1 0 0,0-1-1 0 0,-1 1 0 0 0,1-1 1 0 0,0 1-1 0 0,0-1 0 0 0,-1 1 1 0 0,-7 13-6 0 0,8-13 6 0 0,-44 63 195 0 0,15-24-8 0 0,1 2 0 0 0,2 1 0 0 0,-27 63 1 0 0,52-105-181 0 0,0 1 0 0 0,0 0 0 0 0,1 0 0 0 0,-1 0 0 0 0,0 0 0 0 0,1 0 0 0 0,-1 0 0 0 0,1 0 0 0 0,0 0 0 0 0,0 0 0 0 0,0 0 1 0 0,0 0-1 0 0,0 0 0 0 0,0 0 0 0 0,0 0 0 0 0,1 0 0 0 0,-1 0 0 0 0,1 0 0 0 0,-1 0 0 0 0,1 0 0 0 0,0 0 0 0 0,1 2 0 0 0,0-3-3 0 0,-1 1-1 0 0,1-1 0 0 0,-1 0 1 0 0,1 0-1 0 0,0 0 1 0 0,0 0-1 0 0,0 0 0 0 0,0 0 1 0 0,-1-1-1 0 0,1 1 0 0 0,0-1 1 0 0,0 1-1 0 0,0-1 0 0 0,0 0 1 0 0,0 0-1 0 0,0 1 0 0 0,0-2 1 0 0,3 1-1 0 0,5-1-2 0 0,1 0 0 0 0,-1-1 0 0 0,0 0 1 0 0,1-1-1 0 0,-1 0 0 0 0,0-1 0 0 0,13-6 0 0 0,23-16 3 0 0,-1-3 0 0 0,-2-1 0 0 0,-1-1 0 0 0,-1-3 0 0 0,-2-1 0 0 0,-1-2 0 0 0,-2-2 0 0 0,56-78 0 0 0,-89 113-7 0 0,-1 0 0 0 0,1 0-1 0 0,-1-1 1 0 0,0 1 0 0 0,0-1 0 0 0,0 0 0 0 0,0 0 0 0 0,-1 1-1 0 0,0-1 1 0 0,0 0 0 0 0,0-6 0 0 0,-1 11 5 0 0,0-1 1 0 0,0 0-1 0 0,0 1 0 0 0,-1-1 1 0 0,1 1-1 0 0,0-1 1 0 0,0 0-1 0 0,-1 1 0 0 0,1-1 1 0 0,-1 1-1 0 0,1-1 0 0 0,0 1 1 0 0,-1-1-1 0 0,1 1 1 0 0,-1-1-1 0 0,1 1 0 0 0,-1 0 1 0 0,1-1-1 0 0,-1 1 0 0 0,1 0 1 0 0,-1-1-1 0 0,1 1 1 0 0,-1 0-1 0 0,0 0 0 0 0,1-1 1 0 0,-1 1-1 0 0,1 0 0 0 0,-1 0 1 0 0,0 0-1 0 0,1 0 1 0 0,-1 0-1 0 0,0 0 0 0 0,1 0 1 0 0,-1 0-1 0 0,1 0 0 0 0,-1 0 1 0 0,0 0-1 0 0,1 0 1 0 0,-1 0-1 0 0,0 1 0 0 0,0-1 1 0 0,-26 9 364 0 0,14-1-170 0 0,1 0 1 0 0,0 0 0 0 0,0 2 0 0 0,1-1 0 0 0,0 1-1 0 0,-12 16 1 0 0,16-18-110 0 0,0 0 0 0 0,1 1-1 0 0,0 0 1 0 0,1 0 0 0 0,0 0 0 0 0,0 1 0 0 0,1-1-1 0 0,0 1 1 0 0,-4 17 0 0 0,7-24-69 0 0,1 0-1 0 0,-1 0 1 0 0,1 0 0 0 0,0 0-1 0 0,0 0 1 0 0,0 0 0 0 0,0 0-1 0 0,1 0 1 0 0,-1 0 0 0 0,1 0 0 0 0,0 0-1 0 0,-1 0 1 0 0,1 0 0 0 0,1 0-1 0 0,-1 0 1 0 0,0-1 0 0 0,1 1 0 0 0,-1-1-1 0 0,1 1 1 0 0,0-1 0 0 0,0 1-1 0 0,0-1 1 0 0,0 0 0 0 0,0 0-1 0 0,4 3 1 0 0,1-1-1 0 0,0 0 0 0 0,1 0 1 0 0,-1-1-1 0 0,1 0 0 0 0,0 0 0 0 0,0-1 0 0 0,0 0 0 0 0,11 2 0 0 0,10 0-546 0 0,1-2 0 0 0,1 0 0 0 0,-1-2 0 0 0,0-2 0 0 0,51-8 0 0 0,-49 4-2825 0 0,0-2 0 0 0,52-19 0 0 0,-58 15-1617 0 0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8:02.9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315 461 1632 0 0,'0'0'1381'0'0,"12"-32"5354"0"0,-12 31-6682 0 0,0-1-1 0 0,0 0 0 0 0,0 0 1 0 0,0 0-1 0 0,-1 1 0 0 0,1-1 1 0 0,-1 0-1 0 0,1 1 0 0 0,-1-1 0 0 0,1 0 1 0 0,-1 1-1 0 0,0-1 0 0 0,0 0 1 0 0,0 1-1 0 0,0 0 0 0 0,0-1 1 0 0,0 1-1 0 0,0-1 0 0 0,-1 1 1 0 0,1 0-1 0 0,0 0 0 0 0,-1 0 1 0 0,1 0-1 0 0,-1 0 0 0 0,1 0 1 0 0,-1 0-1 0 0,1 0 0 0 0,-1 1 1 0 0,0-1-1 0 0,0 1 0 0 0,1-1 1 0 0,-1 1-1 0 0,0 0 0 0 0,1-1 1 0 0,-1 1-1 0 0,0 0 0 0 0,-2 0 1 0 0,-2 0-47 0 0,1 1 1 0 0,-1-1 0 0 0,1 1 0 0 0,-1 0 0 0 0,1 0 0 0 0,-1 0-1 0 0,1 1 1 0 0,0 0 0 0 0,-1 0 0 0 0,1 1 0 0 0,-7 3-1 0 0,-10 11 3 0 0,1 0-1 0 0,1 1 1 0 0,0 1-1 0 0,1 1 1 0 0,1 1 0 0 0,1 0-1 0 0,1 1 1 0 0,-16 30-1 0 0,27-43-13 0 0,1 0-1 0 0,1-1 0 0 0,-1 1 1 0 0,-1 10-1 0 0,4-16 8 0 0,0 0-1 0 0,0-1 1 0 0,1 1-1 0 0,-1 0 0 0 0,1 0 1 0 0,0 0-1 0 0,0 0 1 0 0,0 0-1 0 0,0 0 1 0 0,0 0-1 0 0,1-1 0 0 0,-1 1 1 0 0,1 0-1 0 0,0 0 1 0 0,0 0-1 0 0,0-1 1 0 0,2 5-1 0 0,-1-5 1 0 0,0 0 1 0 0,0-1-1 0 0,0 1 1 0 0,0 0-1 0 0,0-1 0 0 0,0 0 1 0 0,1 1-1 0 0,-1-1 0 0 0,1 0 1 0 0,-1 0-1 0 0,1 0 0 0 0,-1-1 1 0 0,1 1-1 0 0,-1 0 0 0 0,1-1 1 0 0,0 0-1 0 0,-1 0 0 0 0,1 0 1 0 0,0 0-1 0 0,-1 0 1 0 0,1 0-1 0 0,0-1 0 0 0,-1 1 1 0 0,6-2-1 0 0,-5 1-1 0 0,5-1 5 0 0,1 0 0 0 0,0-1 0 0 0,-1 0 0 0 0,0-1 1 0 0,0 0-1 0 0,0 0 0 0 0,0-1 0 0 0,0 0 0 0 0,-1 0 0 0 0,0 0 0 0 0,0-1 0 0 0,0 0 0 0 0,-1-1 0 0 0,8-9 0 0 0,2-8-4 0 0,0 0-1 0 0,-2 0 1 0 0,13-30-1 0 0,-15 31-25 0 0,-10 19 8 0 0,1-1 3 0 0,-2 3 38 0 0,2 8 7 0 0,-3-6-31 0 0,0 0-1 0 0,1 0 0 0 0,-1 1 1 0 0,0-1-1 0 0,1 0 1 0 0,-1 0-1 0 0,0 1 0 0 0,0-1 1 0 0,1 0-1 0 0,-1 1 1 0 0,0-1-1 0 0,0 0 1 0 0,0 1-1 0 0,1-1 0 0 0,-1 0 1 0 0,0 1-1 0 0,0-1 1 0 0,0 1-1 0 0,0-1 0 0 0,0 0 1 0 0,0 1-1 0 0,0-1 1 0 0,0 1-1 0 0,0-1 1 0 0,0 0-1 0 0,0 1 0 0 0,0 0 1 0 0,-4 64 163 0 0,1-35-139 0 0,1 35 0 0 0,2-56-17 0 0,1-1 0 0 0,0 1 0 0 0,0-1 0 0 0,1 0 0 0 0,0 1 0 0 0,1-1 0 0 0,0 0 0 0 0,7 14 0 0 0,-9-19-3 0 0,1 0-1 0 0,0 0 1 0 0,0 0 0 0 0,1-1 0 0 0,-1 1-1 0 0,0 0 1 0 0,1-1 0 0 0,0 0 0 0 0,0 0 0 0 0,-1 0-1 0 0,1 0 1 0 0,0 0 0 0 0,1 0 0 0 0,-1-1-1 0 0,0 1 1 0 0,5 0 0 0 0,-2 0 1 0 0,0-1 0 0 0,0-1 0 0 0,0 1 0 0 0,-1-1 1 0 0,1 0-1 0 0,0 0 0 0 0,0-1 0 0 0,0 1 0 0 0,7-3 0 0 0,0-1 1 0 0,1 0-1 0 0,-1-1 0 0 0,-1-1 0 0 0,1 0 1 0 0,-1 0-1 0 0,0-1 0 0 0,19-15 0 0 0,-19 10-12 0 0,0 1 0 0 0,-1-1 0 0 0,0-1 0 0 0,-1 0 0 0 0,-1-1 0 0 0,0 0 0 0 0,-1 0 0 0 0,0-1 0 0 0,-1 0 0 0 0,-1 0 0 0 0,0-1 0 0 0,-1 0 0 0 0,-1 0 0 0 0,-1 0 0 0 0,0 0 0 0 0,-1-1 0 0 0,0 1 0 0 0,-2-1 0 0 0,0 1 0 0 0,0-1 0 0 0,-2 1 0 0 0,-4-20 0 0 0,-3 15-40 0 0,1 14 58 0 0,4 6-10 0 0,1 1-1 0 0,0-1 1 0 0,-1 1 0 0 0,1 0 0 0 0,-1 0-1 0 0,1 0 1 0 0,0 1 0 0 0,-1-1 0 0 0,1 1-1 0 0,0-1 1 0 0,-1 1 0 0 0,1 0 0 0 0,0 0-1 0 0,0 1 1 0 0,0-1 0 0 0,0 1 0 0 0,0 0-1 0 0,0-1 1 0 0,0 1 0 0 0,0 1-1 0 0,-4 3 1 0 0,-4 4 33 0 0,0 0-1 0 0,0 1 1 0 0,-14 20-1 0 0,21-26-32 0 0,1 0-1 0 0,0 0 0 0 0,0 0 0 0 0,0 0 0 0 0,1 0 0 0 0,-1 1 0 0 0,1-1 0 0 0,1 1 0 0 0,-1-1 1 0 0,1 1-1 0 0,-1 11 0 0 0,2-15-1 0 0,0 0 0 0 0,0 0 1 0 0,0 1-1 0 0,1-1 0 0 0,-1 0 1 0 0,1 0-1 0 0,-1 0 0 0 0,1 0 1 0 0,0 0-1 0 0,0 0 0 0 0,0 0 1 0 0,0 0-1 0 0,0 0 0 0 0,1 0 0 0 0,-1 0 1 0 0,0-1-1 0 0,1 1 0 0 0,0 0 1 0 0,-1-1-1 0 0,1 1 0 0 0,0-1 1 0 0,0 0-1 0 0,-1 0 0 0 0,1 0 1 0 0,0 0-1 0 0,0 0 0 0 0,0 0 1 0 0,0 0-1 0 0,1 0 0 0 0,-1-1 1 0 0,0 1-1 0 0,0-1 0 0 0,4 1 0 0 0,8 0 12 0 0,0 0-1 0 0,0 0 0 0 0,0-1 0 0 0,0-1 0 0 0,0 0 0 0 0,21-5 0 0 0,83-27 5 0 0,-82 21-55 0 0,-13 5 38 0 0,0-2-1 0 0,0 0 1 0 0,-1-1 0 0 0,38-24-1 0 0,-58 33-1 0 0,3-4-42 0 0,-5 5 45 0 0,0 0 0 0 0,0 0-1 0 0,-1 0 1 0 0,1 0 0 0 0,0-1 0 0 0,0 1 0 0 0,-1 0-1 0 0,1 0 1 0 0,0 0 0 0 0,0 0 0 0 0,-1 0-1 0 0,1 0 1 0 0,0 0 0 0 0,0 0 0 0 0,-1 0-1 0 0,1 0 1 0 0,0 0 0 0 0,0 0 0 0 0,-1 0-1 0 0,1 0 1 0 0,0 0 0 0 0,0 0 0 0 0,-1 0-1 0 0,1 0 1 0 0,0 0 0 0 0,0 1 0 0 0,0-1-1 0 0,-1 0 1 0 0,1 0 0 0 0,0 0 0 0 0,0 0-1 0 0,0 0 1 0 0,-1 1 0 0 0,1-1 0 0 0,0 0 0 0 0,0 0-1 0 0,0 0 1 0 0,0 1 0 0 0,-1-1 0 0 0,1 0-1 0 0,0 0 1 0 0,0 1 0 0 0,-8 6 2 0 0,0 0 0 0 0,1 1 0 0 0,0 0 0 0 0,0 0 0 0 0,1 1 0 0 0,-6 8 1 0 0,-4 7-10 0 0,-10 13-33 0 0,-27 49 0 0 0,45-71 8 0 0,1 1 0 0 0,0 0-1 0 0,1 1 1 0 0,0-1-1 0 0,1 1 1 0 0,-3 23-1 0 0,8-38 33 0 0,-1 1 1 0 0,1-1-1 0 0,0 0 0 0 0,0 0 0 0 0,0 0 0 0 0,0 0 1 0 0,0 1-1 0 0,1-1 0 0 0,-1 0 0 0 0,1 0 1 0 0,-1 0-1 0 0,1 0 0 0 0,0 0 0 0 0,-1 0 1 0 0,1 0-1 0 0,0 0 0 0 0,1 0 0 0 0,-1 0 0 0 0,0 0 1 0 0,0-1-1 0 0,3 3 0 0 0,-2-2 5 0 0,1-1 0 0 0,-1 1 0 0 0,1-1 1 0 0,0 1-1 0 0,-1-1 0 0 0,1 0 0 0 0,0 0 0 0 0,0-1 0 0 0,0 1 0 0 0,0-1 0 0 0,0 1 0 0 0,0-1 0 0 0,5 0 0 0 0,8-1 30 0 0,0-1-1 0 0,1 0 0 0 0,-1-2 0 0 0,21-6 0 0 0,-34 9-30 0 0,23-7-10 0 0,0-2-1 0 0,-1-1 1 0 0,0 0 0 0 0,-1-2 0 0 0,0-1-1 0 0,-1-1 1 0 0,-1-1 0 0 0,0-1 0 0 0,-1-1-1 0 0,-1-1 1 0 0,-1 0 0 0 0,0-1 0 0 0,-2-2-1 0 0,0 0 1 0 0,-2 0 0 0 0,0-1-1 0 0,-2-1 1 0 0,0-1 0 0 0,-2 0 0 0 0,14-43-1 0 0,-10 13-19 0 0,-1 1 0 0 0,-4-2 0 0 0,-2 0 0 0 0,-2 0-1 0 0,-2-72 1 0 0,-4 125-57 0 0,-1 4 50 0 0,0 0 27 0 0,-1 0 0 0 0,1 0-1 0 0,0 1 1 0 0,0-1 0 0 0,0 0-1 0 0,0 0 1 0 0,0 1-1 0 0,0-1 1 0 0,0 0 0 0 0,1 1-1 0 0,-1-1 1 0 0,0 1 0 0 0,1-1-1 0 0,-1 3 1 0 0,-65 307 408 0 0,48-206-369 0 0,8-57-28 0 0,3 0 0 0 0,2 0 0 0 0,2 1-1 0 0,4 76 1 0 0,0-118-54 0 0,0 0 0 0 0,0-1 0 0 0,0 1-1 0 0,1-1 1 0 0,0 0 0 0 0,0 1 0 0 0,1-1 0 0 0,0 0-1 0 0,0 0 1 0 0,0 0 0 0 0,0-1 0 0 0,1 1 0 0 0,0-1-1 0 0,0 0 1 0 0,1 0 0 0 0,0 0 0 0 0,5 4 0 0 0,-5-6-266 0 0,1 1 0 0 0,0-1 0 0 0,0 0 0 0 0,0 0 0 0 0,0-1 0 0 0,0 0 0 0 0,0 0 0 0 0,1 0 0 0 0,-1-1 1 0 0,1 0-1 0 0,-1 0 0 0 0,1-1 0 0 0,-1 0 0 0 0,1 0 0 0 0,-1 0 0 0 0,1-1 0 0 0,7-2 0 0 0,5-1-1440 0 0,-2-2-5 0 0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8:03.4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44 123 1516 0 0,'-41'-23'7326'0'0,"39"22"-6776"0"0,2 0-498 0 0,0 0 0 0 0,0 1 0 0 0,0-1 0 0 0,0 0 0 0 0,0 1 0 0 0,0-1 0 0 0,0 0 0 0 0,0 1 0 0 0,0-1 0 0 0,0 0 0 0 0,0 1 0 0 0,0-1 0 0 0,0 0 0 0 0,0 1 0 0 0,1-1 0 0 0,-1 0 0 0 0,0 1 0 0 0,1-1 0 0 0,0 0 0 0 0,7-5 28 0 0,0 1 0 0 0,1 1 1 0 0,-1-1-1 0 0,1 1 0 0 0,0 1 0 0 0,0 0 0 0 0,12-3 0 0 0,74-10 74 0 0,-76 13-121 0 0,225-15-703 0 0,-162 15-397 0 0,11-3 1063 0 0,-91 5 533 0 0,-2 1-474 0 0,0 0 0 0 0,1 0 1 0 0,-1-1-1 0 0,1 1 1 0 0,-1 0-1 0 0,1 0 0 0 0,-1 0 1 0 0,0 0-1 0 0,1-1 1 0 0,-1 1-1 0 0,1 0 0 0 0,-1 0 1 0 0,1 0-1 0 0,-1 0 0 0 0,1 0 1 0 0,-1 0-1 0 0,1 0 1 0 0,-1 0-1 0 0,0 0 0 0 0,1 0 1 0 0,-1 1-1 0 0,1-1 1 0 0,-1 0-1 0 0,1 0 0 0 0,-38 108 2186 0 0,1-6-1344 0 0,31-85-831 0 0,0 0 0 0 0,2 1 0 0 0,0-1 0 0 0,0 1 0 0 0,2 0 0 0 0,0 0 0 0 0,3 30 0 0 0,-1-45-71 0 0,-1 1 1 0 0,1-1-1 0 0,0 1 0 0 0,0-1 1 0 0,0 1-1 0 0,0-1 0 0 0,1 0 1 0 0,-1 0-1 0 0,1 1 1 0 0,0-1-1 0 0,0 0 0 0 0,0 0 1 0 0,0-1-1 0 0,1 1 0 0 0,-1 0 1 0 0,1-1-1 0 0,-1 1 0 0 0,1-1 1 0 0,0 0-1 0 0,0 0 0 0 0,0 0 1 0 0,0 0-1 0 0,1-1 0 0 0,-1 1 1 0 0,0-1-1 0 0,1 0 0 0 0,-1 0 1 0 0,1 0-1 0 0,-1 0 0 0 0,1-1 1 0 0,-1 1-1 0 0,1-1 0 0 0,0 0 1 0 0,-1 0-1 0 0,6-1 0 0 0,0 0-420 0 0,-1 0-1 0 0,0-1 1 0 0,0 0-1 0 0,0 0 1 0 0,0-1-1 0 0,0 0 1 0 0,-1 0-1 0 0,1-1 1 0 0,-1 0-1 0 0,0-1 1 0 0,0 1-1 0 0,0-1 1 0 0,-1 0-1 0 0,9-9 0 0 0,-1-3-2292 0 0,0-6-707 0 0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8:03.5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40 1644 0 0,'-9'-10'1368'0'0,"1"-1"-220"0"0,-1 4 397 0 0,-3-1-593 0 0,2 4-152 0 0,0 10-500 0 0,8 6-276 0 0,7 3-516 0 0,0-5-120 0 0,2 1-304 0 0,2-3-901 0 0,1 1 277 0 0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8:04.3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245 23 344 0 0,'30'-23'9682'0'0,"-28"24"-9120"0"0,0 0-409 0 0,-1 1 0 0 0,1-1 0 0 0,0 1 0 0 0,-1 0 0 0 0,1-1 0 0 0,-1 1 0 0 0,1 0 1 0 0,-1 0-1 0 0,0 0 0 0 0,0 0 0 0 0,0 0 0 0 0,0 0 0 0 0,0 0 0 0 0,0 0 0 0 0,0 0 1 0 0,-1 0-1 0 0,1 1 0 0 0,-1-1 0 0 0,0 0 0 0 0,0 4 0 0 0,3 57 1289 0 0,-3-53-1232 0 0,-29 427 2934 0 0,-38-4-2052 0 0,50-336-915 0 0,-23 154 187 0 0,33-192-269 0 0,4 0 0 0 0,3 75 0 0 0,1-125-85 0 0,0 0 1 0 0,0 0-1 0 0,1-1 0 0 0,0 1 0 0 0,0 0 0 0 0,7 13 0 0 0,-8-18-6 0 0,1-1-1 0 0,0 0 0 0 0,-1 0 1 0 0,1-1-1 0 0,1 1 0 0 0,-1 0 1 0 0,0-1-1 0 0,1 1 0 0 0,-1-1 0 0 0,1 1 1 0 0,0-1-1 0 0,-1 0 0 0 0,1 0 1 0 0,0-1-1 0 0,0 1 0 0 0,1-1 1 0 0,-1 1-1 0 0,0-1 0 0 0,0 0 1 0 0,4 1-1 0 0,3-1 0 0 0,0 0 1 0 0,-1-1-1 0 0,1 0 0 0 0,0-1 1 0 0,-1 0-1 0 0,1 0 1 0 0,-1-1-1 0 0,1 0 0 0 0,-1-1 1 0 0,0 0-1 0 0,0 0 1 0 0,0-1-1 0 0,0 0 0 0 0,13-9 1 0 0,-6 3-10 0 0,-1-1 1 0 0,0 0-1 0 0,-1-1 1 0 0,-1 0-1 0 0,1-1 0 0 0,20-28 1 0 0,-27 32 2 0 0,-1-1 1 0 0,-1 1-1 0 0,1-1 1 0 0,-1 0-1 0 0,-1-1 0 0 0,0 1 1 0 0,-1-1-1 0 0,0 0 1 0 0,0 0-1 0 0,-1 0 1 0 0,0 0-1 0 0,-1 0 0 0 0,-1 0 1 0 0,0-18-1 0 0,-2 15 1 0 0,0 0 1 0 0,-1-1-1 0 0,-1 2 0 0 0,0-1 0 0 0,-1 0 1 0 0,0 1-1 0 0,-1 0 0 0 0,-1 0 0 0 0,0 0 1 0 0,-17-22-1 0 0,9 16 1 0 0,0 2 1 0 0,-2 0-1 0 0,0 0 0 0 0,-1 2 1 0 0,-1 0-1 0 0,0 1 1 0 0,-36-19-1 0 0,-10 0-25 0 0,-81-28 0 0 0,137 57 20 0 0,-57-24-83 0 0,65 28 88 0 0,1 0 1 0 0,-1 0-1 0 0,1 0 0 0 0,0-1 1 0 0,-1 1-1 0 0,1 0 1 0 0,0 0-1 0 0,-1 0 0 0 0,1 0 1 0 0,-1 0-1 0 0,1-1 1 0 0,0 1-1 0 0,-1 0 0 0 0,1 0 1 0 0,0 0-1 0 0,0-1 1 0 0,-1 1-1 0 0,1 0 0 0 0,0-1 1 0 0,-1 1-1 0 0,1 0 1 0 0,0-1-1 0 0,0 1 0 0 0,0 0 1 0 0,-1-1-1 0 0,1 1 1 0 0,0 0-1 0 0,0-1 0 0 0,0 1 1 0 0,0-1-1 0 0,0 1 1 0 0,0 0-1 0 0,0-1 0 0 0,0 1 1 0 0,0 0-1 0 0,0-1 1 0 0,0 1-1 0 0,0-1 0 0 0,0 1 1 0 0,0 0-1 0 0,0-1 1 0 0,0 1-1 0 0,0-1 0 0 0,0 1 1 0 0,1 0-1 0 0,-1-1 1 0 0,0 1-1 0 0,0 0 0 0 0,0-1 1 0 0,1 1-1 0 0,-1 0 1 0 0,0-1-1 0 0,0 1 0 0 0,1 0 1 0 0,-1 0-1 0 0,0-1 1 0 0,1 1-1 0 0,-1 0 0 0 0,0 0 1 0 0,1-1-1 0 0,-1 1 1 0 0,25-14-31 0 0,-23 13 20 0 0,189-71-2622 0 0,-53 24-84 0 0,-108 36 2095 0 0,0-1-1 0 0,-2-1 1 0 0,1-1 0 0 0,30-23 0 0 0,-49 30 639 0 0,0 0 0 0 0,-1-1 1 0 0,0 0-1 0 0,0 0 0 0 0,-1-1 0 0 0,0 0 1 0 0,-1 0-1 0 0,0-1 0 0 0,0 0 0 0 0,-1-1 0 0 0,-1 1 1 0 0,0-1-1 0 0,5-17 0 0 0,-4 1 1199 0 0,-4 19 202 0 0,-4 29-712 0 0,-3 16-133 0 0,2 1-1 0 0,3 68 0 0 0,1-87-547 0 0,1 0 0 0 0,1 0 0 0 0,1 0 0 0 0,0 0 0 0 0,1-1 0 0 0,1 0 0 0 0,15 31 0 0 0,-19-44-180 0 0,1 0 0 0 0,-1-1 0 0 0,1 1 0 0 0,0-1 0 0 0,0 1 0 0 0,0-1 0 0 0,0 0 0 0 0,1 0 0 0 0,0 0 0 0 0,-1 0 0 0 0,8 3 1 0 0,-8-5-304 0 0,-1 0 1 0 0,1 1-1 0 0,0-2 1 0 0,0 1 0 0 0,0 0-1 0 0,0 0 1 0 0,0-1 0 0 0,0 0-1 0 0,0 0 1 0 0,0 0 0 0 0,0 0-1 0 0,0 0 1 0 0,0 0-1 0 0,0-1 1 0 0,0 1 0 0 0,0-1-1 0 0,-1 0 1 0 0,7-2 0 0 0,1-3-4008 0 0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8:04.5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68 1116 0 0,'-5'-6'885'0'0,"-1"0"0"0"0,0 0 0 0 0,-1 1 0 0 0,1-1 0 0 0,-1 1 0 0 0,-12-6 0 0 0,11 7-482 0 0,0 0 0 0 0,0 1-1 0 0,0 0 1 0 0,-1 1-1 0 0,-15-3 1 0 0,22 4-372 0 0,1 1 1 0 0,-1 0-1 0 0,0 0 0 0 0,1 0 1 0 0,-1 0-1 0 0,1 0 0 0 0,-1 0 1 0 0,0 0-1 0 0,1 0 0 0 0,-1 0 1 0 0,1 1-1 0 0,-1-1 1 0 0,0 1-1 0 0,1-1 0 0 0,-1 1 1 0 0,1 0-1 0 0,0 0 0 0 0,-3 1 1 0 0,3-1-67 0 0,0 0 0 0 0,0 1 0 0 0,0-1 0 0 0,1 0 1 0 0,-1 0-1 0 0,0 0 0 0 0,1 1 0 0 0,-1-1 0 0 0,1 0 1 0 0,-1 1-1 0 0,1-1 0 0 0,0 0 0 0 0,0 1 0 0 0,0-1 0 0 0,-1 0 1 0 0,1 1-1 0 0,1 1 0 0 0,-1 2-495 0 0,1 0-1 0 0,0 0 1 0 0,0 0-1 0 0,1 0 1 0 0,-1 0-1 0 0,1 0 1 0 0,0-1 0 0 0,0 1-1 0 0,6 7 1 0 0,3 0-1458 0 0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8:05.0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62 4 0 0,'38'-22'15419'0'0,"-43"24"-15317"0"0,0 0-1 0 0,0 0 1 0 0,1 0-1 0 0,0 1 0 0 0,-1-1 1 0 0,1 1-1 0 0,0 1 1 0 0,0-1-1 0 0,0 0 0 0 0,1 1 1 0 0,-1 0-1 0 0,1 0 1 0 0,0 0-1 0 0,-3 5 0 0 0,-9 14 202 0 0,-16 31 0 0 0,24-40-251 0 0,0-1 0 0 0,1 1 0 0 0,1 0 0 0 0,0 0-1 0 0,1 1 1 0 0,1 0 0 0 0,-3 21 0 0 0,6-31-46 0 0,-1-1 0 0 0,1 1 1 0 0,1 0-1 0 0,-1 0 0 0 0,1-1 0 0 0,-1 1 1 0 0,1-1-1 0 0,1 1 0 0 0,-1-1 0 0 0,1 1 1 0 0,-1-1-1 0 0,1 0 0 0 0,1 1 0 0 0,-1-1 1 0 0,1 0-1 0 0,-1 0 0 0 0,1-1 0 0 0,0 1 1 0 0,0-1-1 0 0,1 1 0 0 0,-1-1 0 0 0,1 0 0 0 0,-1 0 1 0 0,1-1-1 0 0,0 1 0 0 0,0-1 0 0 0,8 4 1 0 0,-3-3-137 0 0,-1 0 0 0 0,1-1 1 0 0,0 1-1 0 0,-1-2 1 0 0,1 1-1 0 0,0-1 1 0 0,0-1-1 0 0,0 0 0 0 0,0 0 1 0 0,0-1-1 0 0,0 0 1 0 0,0 0-1 0 0,0-1 0 0 0,0 0 1 0 0,-1 0-1 0 0,14-7 1 0 0,-8 3-115 0 0,-1 0 0 0 0,1-1 1 0 0,-1-1-1 0 0,0-1 0 0 0,-1 1 1 0 0,0-2-1 0 0,-1 0 0 0 0,0 0 1 0 0,10-12-1 0 0,-4 0 302 0 0,-2 0 0 0 0,0-1 1 0 0,-2 0-1 0 0,0-1 0 0 0,-2 0 0 0 0,-1-1 0 0 0,0-1 1 0 0,-2 0-1 0 0,9-47 0 0 0,-16 50 741 0 0,-1 23-784 0 0,0 0 0 0 0,0 0 0 0 0,0 1 0 0 0,0-1 0 0 0,0 0 0 0 0,-1 0 0 0 0,1 0 0 0 0,0 0 0 0 0,0 0-1 0 0,0 1 1 0 0,0-1 0 0 0,-1 0 0 0 0,1 0 0 0 0,0 0 0 0 0,0 0 0 0 0,0 0 0 0 0,-1 0 0 0 0,1 0 0 0 0,0 0 0 0 0,0 0 0 0 0,0 0 0 0 0,-1 0 0 0 0,1 0 0 0 0,0 0 0 0 0,0 0 0 0 0,-1 0 0 0 0,1 0 0 0 0,0 0 0 0 0,0 0 0 0 0,0 0 0 0 0,-1 0 0 0 0,1 0 0 0 0,0 0 0 0 0,0 0 0 0 0,0 0 0 0 0,0-1 0 0 0,-1 1 0 0 0,1 0 0 0 0,0 0 0 0 0,0 0 0 0 0,0 0 0 0 0,0 0 0 0 0,-1-1-1 0 0,1 1 1 0 0,0 0 0 0 0,0 0 0 0 0,0 0 0 0 0,0 0 0 0 0,0-1 0 0 0,0 1 0 0 0,0 0 0 0 0,0 0 0 0 0,-1 0 0 0 0,1-1 0 0 0,0 1 0 0 0,0 0 0 0 0,0 0 0 0 0,0 0 0 0 0,0-1 0 0 0,0 1 0 0 0,0 0 0 0 0,0 0 0 0 0,0-1 0 0 0,0 1 0 0 0,1 0 0 0 0,-1 0 0 0 0,0-1 0 0 0,-3 6 184 0 0,0 0 1 0 0,0 1-1 0 0,1-1 1 0 0,0 1-1 0 0,0-1 0 0 0,1 1 1 0 0,-1-1-1 0 0,1 1 1 0 0,-1 7-1 0 0,1-6-75 0 0,-3 16 71 0 0,1 1 1 0 0,1 0-1 0 0,2 27 0 0 0,0-44-170 0 0,0 1-1 0 0,1 0 0 0 0,0 0 0 0 0,1-1 0 0 0,-1 1 1 0 0,2-1-1 0 0,-1 1 0 0 0,1-1 0 0 0,0 0 0 0 0,0 0 1 0 0,1 0-1 0 0,0 0 0 0 0,8 10 0 0 0,-9-14-86 0 0,1 0-1 0 0,-1 0 1 0 0,1 0 0 0 0,0 0 0 0 0,0-1-1 0 0,0 1 1 0 0,0-1 0 0 0,0 0-1 0 0,1 0 1 0 0,-1-1 0 0 0,1 1-1 0 0,-1-1 1 0 0,1 0 0 0 0,-1 0-1 0 0,1-1 1 0 0,0 1 0 0 0,0-1 0 0 0,-1 0-1 0 0,1 0 1 0 0,0-1 0 0 0,-1 1-1 0 0,1-1 1 0 0,0 0 0 0 0,-1 0-1 0 0,7-3 1 0 0,-3 1-668 0 0,0-1 0 0 0,0 1 0 0 0,0-1 0 0 0,-1-1-1 0 0,1 1 1 0 0,-1-1 0 0 0,-1-1 0 0 0,1 1 0 0 0,-1-1 0 0 0,0 0 0 0 0,0-1 0 0 0,0 1-1 0 0,4-9 1 0 0,3-9-4161 0 0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8:05.2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139 80 512 0 0,'-6'-9'998'0'0,"-1"1"-1"0"0,0 0 1 0 0,-1 0 0 0 0,0 1-1 0 0,0 0 1 0 0,-1 0 0 0 0,0 1-1 0 0,-15-9 1 0 0,23 15-986 0 0,-1-1-1 0 0,1 0 1 0 0,0 1 0 0 0,0-1 0 0 0,-1 1-1 0 0,1 0 1 0 0,-1-1 0 0 0,1 1-1 0 0,0 0 1 0 0,-1 0 0 0 0,1 0 0 0 0,-1 0-1 0 0,1 0 1 0 0,0 0 0 0 0,-1 0 0 0 0,1 0-1 0 0,0 0 1 0 0,-1 1 0 0 0,1-1 0 0 0,-1 1-1 0 0,1-1 1 0 0,0 1 0 0 0,0-1 0 0 0,-1 1-1 0 0,1 0 1 0 0,0 0 0 0 0,0-1-1 0 0,0 1 1 0 0,0 0 0 0 0,0 0 0 0 0,0 0-1 0 0,0 0 1 0 0,0 0 0 0 0,0 1 0 0 0,1-1-1 0 0,-1 0 1 0 0,0 0 0 0 0,1 1 0 0 0,-1-1-1 0 0,0 0 1 0 0,1 0 0 0 0,0 1 0 0 0,-1-1-1 0 0,1 1 1 0 0,0 1 0 0 0,-2 6-896 0 0,1-1 0 0 0,1 1 1 0 0,-1-1-1 0 0,2 1 0 0 0,0 12 0 0 0,2-7-1440 0 0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8:05.8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228 743 820 0 0,'3'-2'1838'0'0,"0"0"-1099"0"0,1-1 1 0 0,-1 0-1 0 0,0-1 1 0 0,0 1-1 0 0,0-1 0 0 0,0 1 1 0 0,4-7-1 0 0,-6 8-602 0 0,-1 1 0 0 0,1 0 0 0 0,0-1 0 0 0,0 1-1 0 0,-1-1 1 0 0,1 1 0 0 0,-1-1 0 0 0,1 1-1 0 0,-1-1 1 0 0,0 1 0 0 0,1-1 0 0 0,-1 1-1 0 0,0-1 1 0 0,0 0 0 0 0,0 1 0 0 0,0-1 0 0 0,-1 1-1 0 0,1-1 1 0 0,0 1 0 0 0,-1-1 0 0 0,1 1-1 0 0,-1-1 1 0 0,1 1 0 0 0,-1-1 0 0 0,0 1-1 0 0,1-1 1 0 0,-1 1 0 0 0,0 0 0 0 0,-2-3-1 0 0,1 3-61 0 0,0-1-1 0 0,0 0 0 0 0,0 1 0 0 0,0-1 1 0 0,0 1-1 0 0,-1 0 0 0 0,1 0 0 0 0,0 0 1 0 0,-1 0-1 0 0,1 0 0 0 0,-1 0 0 0 0,1 0 1 0 0,-1 1-1 0 0,0 0 0 0 0,1-1 0 0 0,-4 1 1 0 0,0 0-8 0 0,1 1 1 0 0,-1 0 0 0 0,0 0-1 0 0,1 0 1 0 0,-1 0-1 0 0,1 1 1 0 0,-7 3 0 0 0,0 0-18 0 0,1 1 0 0 0,1 1 1 0 0,-1-1-1 0 0,1 2 1 0 0,0-1-1 0 0,-13 15 1 0 0,13-12-24 0 0,2 0 1 0 0,-1 1 0 0 0,1 0-1 0 0,1 1 1 0 0,0 0 0 0 0,-9 22-1 0 0,14-30-18 0 0,0 1 0 0 0,1-1 1 0 0,-1 1-1 0 0,1-1 0 0 0,0 1 0 0 0,0 0 0 0 0,1-1 0 0 0,-1 1 1 0 0,1 0-1 0 0,0 0 0 0 0,1-1 0 0 0,-1 1 0 0 0,1 0 0 0 0,-1 0 0 0 0,2-1 1 0 0,-1 1-1 0 0,0-1 0 0 0,1 1 0 0 0,0-1 0 0 0,0 0 0 0 0,0 1 1 0 0,5 6-1 0 0,-3-8-4 0 0,-1 1 0 0 0,1-1 0 0 0,0 0 0 0 0,0 0 0 0 0,0 0 0 0 0,0 0 0 0 0,0-1 0 0 0,0 0 1 0 0,1 0-1 0 0,0 0 0 0 0,-1 0 0 0 0,1-1 0 0 0,0 0 0 0 0,-1 0 0 0 0,1 0 0 0 0,0 0 0 0 0,0-1 0 0 0,0 0 1 0 0,0 0-1 0 0,0 0 0 0 0,0-1 0 0 0,0 0 0 0 0,-1 1 0 0 0,1-2 0 0 0,9-2 0 0 0,-4 1 0 0 0,-1-1 0 0 0,1 0 0 0 0,-1-1 0 0 0,0 1 0 0 0,0-2 0 0 0,-1 1 0 0 0,0-1 0 0 0,0-1 0 0 0,0 1 0 0 0,-1-1 0 0 0,11-13 0 0 0,-1-6-14 0 0,-2 0 0 0 0,-1-1-1 0 0,-2 0 1 0 0,0-1 0 0 0,-2 0-1 0 0,8-33 1 0 0,-18 59-2 0 0,1 14 0 0 0,-12 71 238 0 0,5-55-163 0 0,3 0 1 0 0,-2 29 0 0 0,5-56-65 0 0,0 8 22 0 0,0 0 1 0 0,1 0-1 0 0,0 0 0 0 0,0 0 1 0 0,3 11-1 0 0,-3-17-15 0 0,0-1-1 0 0,0 1 1 0 0,0-1 0 0 0,0 0-1 0 0,1 1 1 0 0,-1-1-1 0 0,1 0 1 0 0,-1 0 0 0 0,1 0-1 0 0,0 0 1 0 0,0 0 0 0 0,0 0-1 0 0,0-1 1 0 0,0 1-1 0 0,0 0 1 0 0,1-1 0 0 0,-1 0-1 0 0,0 0 1 0 0,1 1 0 0 0,-1-1-1 0 0,1-1 1 0 0,-1 1 0 0 0,4 0-1 0 0,3 1 2 0 0,1-1-1 0 0,-1-1 1 0 0,1 1-1 0 0,0-2 0 0 0,-1 1 1 0 0,1-1-1 0 0,-1-1 1 0 0,1 0-1 0 0,-1 0 1 0 0,0-1-1 0 0,1 0 1 0 0,-1 0-1 0 0,-1-1 1 0 0,11-6-1 0 0,0-1 1 0 0,-1 0 0 0 0,-1-1-1 0 0,0-1 1 0 0,0-1 0 0 0,20-22 0 0 0,-14 9-12 0 0,-1 0 0 0 0,-1-2 0 0 0,-1-1-1 0 0,-2-1 1 0 0,-1 0 0 0 0,-2-1 0 0 0,20-58 0 0 0,-16 27-13 0 0,-2 0 1 0 0,-4-2-1 0 0,8-80 0 0 0,-21 138 18 0 0,6-91 0 0 0,-6 90-7 0 0,-1-1-1 0 0,1 1 1 0 0,-2-1-1 0 0,1 1 1 0 0,-1-1-1 0 0,0 1 1 0 0,-1 0-1 0 0,-7-16 1 0 0,10 23 5 0 0,-1 0 0 0 0,0 0 0 0 0,0-1 0 0 0,0 1 0 0 0,1 0 0 0 0,-1 0 0 0 0,0 0 0 0 0,0 0 0 0 0,-1 0 0 0 0,1 0 0 0 0,0 0 0 0 0,0 0 0 0 0,0 0 0 0 0,-1 1 0 0 0,1-1 0 0 0,0 0 0 0 0,-1 1 0 0 0,1-1 0 0 0,0 1 0 0 0,-1 0 0 0 0,1-1 0 0 0,-1 1 0 0 0,1 0 0 0 0,-1 0 0 0 0,1 0 0 0 0,-1 0 0 0 0,1 0 0 0 0,-1 0 0 0 0,1 0 0 0 0,0 1 0 0 0,-1-1 0 0 0,1 0 0 0 0,-1 1 0 0 0,1-1 0 0 0,0 1 0 0 0,-1-1 0 0 0,1 1 0 0 0,0 0 0 0 0,-2 1 0 0 0,-3 2 0 0 0,0 0 1 0 0,0 1 0 0 0,0-1 0 0 0,0 1 0 0 0,1 1 0 0 0,-6 7-1 0 0,-6 8 100 0 0,2 2-1 0 0,0 0 1 0 0,1 1 0 0 0,2 1-1 0 0,1 0 1 0 0,-14 41-1 0 0,14-27 123 0 0,1 0 1 0 0,2 0-1 0 0,-4 77 0 0 0,11-94-138 0 0,1-1-1 0 0,1 1 0 0 0,1-1 1 0 0,1 1-1 0 0,1-1 1 0 0,1 0-1 0 0,0 0 0 0 0,2 0 1 0 0,9 20-1 0 0,-10-30-332 0 0,-1 0 1 0 0,2-1-1 0 0,-1 0 0 0 0,2 0 1 0 0,-1 0-1 0 0,1-1 0 0 0,14 12 1 0 0,-15-15-544 0 0,1 0 0 0 0,0-1 0 0 0,0 1 0 0 0,1-2 0 0 0,-1 1 0 0 0,1-1 0 0 0,0-1 0 0 0,0 0 1 0 0,0 0-1 0 0,13 2 0 0 0,13 0-4500 0 0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8:06.9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2 125 16 0 0,'0'-2'1775'0'0,"-1"-47"5069"0"0,4 50-6467 0 0,1 2-213 0 0,0-1 0 0 0,0 1 0 0 0,-1 0 0 0 0,1 0 0 0 0,-1 1 0 0 0,1-1 0 0 0,-1 1-1 0 0,0-1 1 0 0,0 1 0 0 0,4 8 0 0 0,25 51 635 0 0,-23-44-719 0 0,107 217 828 0 0,-116-235-891 0 0,1 0-1 0 0,-1 0 0 0 0,1 0 0 0 0,-1 1 0 0 0,1-1 0 0 0,0 0 0 0 0,-1 0 0 0 0,1 0 0 0 0,0-1 0 0 0,0 1 0 0 0,0 0 0 0 0,-1 0 0 0 0,1 0 0 0 0,0-1 0 0 0,0 1 0 0 0,0 0 0 0 0,0-1 0 0 0,1 1 0 0 0,-1-1 0 0 0,0 1 0 0 0,2 0 0 0 0,-2-1-7 0 0,0 0 0 0 0,0-1-1 0 0,1 1 1 0 0,-1 0 0 0 0,0 0-1 0 0,0-1 1 0 0,0 1 0 0 0,0-1-1 0 0,0 1 1 0 0,0-1 0 0 0,0 1 0 0 0,0-1-1 0 0,0 0 1 0 0,0 1 0 0 0,-1-1-1 0 0,1 0 1 0 0,0 0 0 0 0,1-1-1 0 0,2-3 6 0 0,-1 0 0 0 0,1-1 0 0 0,-1 1 0 0 0,0-1 0 0 0,0 0 1 0 0,3-10-1 0 0,5-28 65 0 0,7-64 0 0 0,-1 6-168 0 0,-15 91 79 0 0,0 0-3 0 0,0 1 0 0 0,1-1-1 0 0,3-9 1 0 0,-5 18 11 0 0,0-1 0 0 0,0 1 0 0 0,0 0 0 0 0,0 0 0 0 0,0 0 0 0 0,0 0 0 0 0,1 1 0 0 0,-1-1 0 0 0,1 0 0 0 0,-1 1 0 0 0,1-1 0 0 0,0 0 1 0 0,-1 1-1 0 0,1 0 0 0 0,0-1 0 0 0,0 1 0 0 0,0 0 0 0 0,0 0 0 0 0,0 0 0 0 0,4-1 0 0 0,-2 1 8 0 0,1 0-1 0 0,-1 1 1 0 0,1 0 0 0 0,-1-1 0 0 0,1 1-1 0 0,-1 1 1 0 0,1-1 0 0 0,-1 1-1 0 0,1 0 1 0 0,-1 0 0 0 0,0 0 0 0 0,1 0-1 0 0,-1 1 1 0 0,8 3 0 0 0,0 1 11 0 0,58 23 63 0 0,28 10-27 0 0,-85-34-35 0 0,1-2-1 0 0,0 1 0 0 0,-1-2 0 0 0,1 0 1 0 0,17 0-1 0 0,-27-2-16 0 0,-1 0-1 0 0,0 0 1 0 0,0 0 0 0 0,0 0-1 0 0,0-1 1 0 0,1 1 0 0 0,-1-1-1 0 0,0 0 1 0 0,0 0 0 0 0,0 0-1 0 0,0 0 1 0 0,-1-1 0 0 0,1 1-1 0 0,0-1 1 0 0,0 0 0 0 0,-1 0-1 0 0,1 0 1 0 0,-1 0 0 0 0,0 0-1 0 0,5-5 1 0 0,-6 4-1 0 0,0 1 0 0 0,1-1 0 0 0,-1 0 0 0 0,-1 1 0 0 0,1-1 0 0 0,0 0 1 0 0,0 0-1 0 0,-1 0 0 0 0,0 0 0 0 0,0 0 0 0 0,0 0 0 0 0,0 0 0 0 0,0 0 0 0 0,0 0 0 0 0,-1 0 0 0 0,1 0 0 0 0,-1 1 1 0 0,0-1-1 0 0,0 0 0 0 0,0 0 0 0 0,-2-4 0 0 0,1 4-1 0 0,1 0 1 0 0,0 0-1 0 0,-1 0 1 0 0,0 0-1 0 0,1 0 1 0 0,-1 1-1 0 0,0-1 1 0 0,-1 1-1 0 0,1-1 0 0 0,0 1 1 0 0,-1 0-1 0 0,1-1 1 0 0,-1 1-1 0 0,0 1 1 0 0,0-1-1 0 0,1 0 1 0 0,-1 1-1 0 0,0-1 1 0 0,-1 1-1 0 0,1 0 1 0 0,0 0-1 0 0,0 0 0 0 0,0 0 1 0 0,-1 1-1 0 0,1 0 1 0 0,0-1-1 0 0,-1 1 1 0 0,1 0-1 0 0,0 0 1 0 0,-1 1-1 0 0,-3 0 1 0 0,-1 1-1 0 0,1 0 1 0 0,0 1 0 0 0,0 0 0 0 0,0 0 0 0 0,0 1 0 0 0,1-1 0 0 0,-1 1 0 0 0,1 1 0 0 0,0-1 0 0 0,0 1-1 0 0,1 0 1 0 0,-10 12 0 0 0,8-9 4 0 0,1 1-1 0 0,0 0 1 0 0,0 0-1 0 0,1 0 1 0 0,1 1-1 0 0,-1-1 1 0 0,2 1-1 0 0,-1 0 1 0 0,1 0-1 0 0,1 1 1 0 0,0-1-1 0 0,0 1 1 0 0,1-1 0 0 0,0 19-1 0 0,2-23-5 0 0,-1 0 0 0 0,1 0 0 0 0,0 0 0 0 0,0 0 0 0 0,1 0 0 0 0,0 0 0 0 0,0 0-1 0 0,0-1 1 0 0,1 1 0 0 0,0 0 0 0 0,0-1 0 0 0,0 0 0 0 0,1 0 0 0 0,-1 0 0 0 0,1 0 0 0 0,1-1 0 0 0,-1 1 0 0 0,1-1 0 0 0,-1 0-1 0 0,1 0 1 0 0,0-1 0 0 0,0 1 0 0 0,1-1 0 0 0,-1-1 0 0 0,1 1 0 0 0,7 2 0 0 0,4 1-471 0 0,0-1 0 0 0,1-1 0 0 0,18 3 0 0 0,-22-6-1202 0 0,0 0 0 0 0,19-1 0 0 0,-7-3-2522 0 0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8:07.2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215 74 304 0 0,'0'-4'712'0'0,"0"0"0"0"0,-1 1 1 0 0,1-1-1 0 0,-1 0 0 0 0,0 0 0 0 0,-1 0 0 0 0,1 1 0 0 0,0-1 0 0 0,-4-5 1 0 0,3 6-459 0 0,1 1-1 0 0,-1-1 1 0 0,0 1 0 0 0,1-1 0 0 0,-1 1 0 0 0,-1 0 0 0 0,1 0 0 0 0,0 0 0 0 0,0 0 0 0 0,-1 0 0 0 0,1 1-1 0 0,-4-3 1 0 0,4 4-173 0 0,0 0 0 0 0,0-1-1 0 0,1 1 1 0 0,-1 0 0 0 0,0 0-1 0 0,0 0 1 0 0,1 1 0 0 0,-1-1-1 0 0,0 0 1 0 0,1 0 0 0 0,-1 1-1 0 0,0-1 1 0 0,1 1 0 0 0,-1 0-1 0 0,0 0 1 0 0,-1 1 0 0 0,-23 15 790 0 0,14-4-688 0 0,0 0 1 0 0,1 0 0 0 0,1 1 0 0 0,1 0 0 0 0,0 1-1 0 0,0 0 1 0 0,2 1 0 0 0,0-1 0 0 0,0 1 0 0 0,2 1-1 0 0,0-1 1 0 0,-5 31 0 0 0,9-42-167 0 0,1 1-1 0 0,-1-1 1 0 0,1 1 0 0 0,0 0-1 0 0,0-1 1 0 0,1 1 0 0 0,0-1-1 0 0,0 1 1 0 0,0-1-1 0 0,1 1 1 0 0,-1-1 0 0 0,1 0-1 0 0,0 0 1 0 0,1 0 0 0 0,0 0-1 0 0,-1 0 1 0 0,8 8 0 0 0,-6-8-63 0 0,1-1 0 0 0,0 0 1 0 0,0 0-1 0 0,0 0 1 0 0,0-1-1 0 0,1 1 0 0 0,0-1 1 0 0,-1 0-1 0 0,1-1 1 0 0,0 0-1 0 0,0 1 0 0 0,1-2 1 0 0,-1 1-1 0 0,0-1 1 0 0,9 1-1 0 0,-1-1-369 0 0,1 0-1 0 0,-1-2 1 0 0,1 1-1 0 0,-1-2 1 0 0,1 1-1 0 0,-1-2 1 0 0,0 0 0 0 0,16-6-1 0 0,-20 5-151 0 0,0 0-1 0 0,0 0 1 0 0,0-1 0 0 0,0-1-1 0 0,-1 1 1 0 0,0-2 0 0 0,0 1-1 0 0,-1-1 1 0 0,0-1 0 0 0,0 1-1 0 0,9-13 1 0 0,0-5-1410 0 0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8:07.5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68 256 124 0 0,'-21'-238'9584'0'0,"21"237"-9530"0"0,0 0 0 0 0,0 0 0 0 0,0 0 0 0 0,0 0 1 0 0,0 0-1 0 0,0 0 0 0 0,-1 0 0 0 0,1 0 0 0 0,0 0 0 0 0,-1 0 0 0 0,1 0 0 0 0,0 0 0 0 0,-1 1 0 0 0,1-1 0 0 0,-1 0 0 0 0,0 0 0 0 0,0-1 0 0 0,0 2-5 0 0,1 1 0 0 0,-1-1 1 0 0,1 0-1 0 0,0 0 0 0 0,-1 1 0 0 0,1-1 0 0 0,-1 0 0 0 0,1 1 0 0 0,0-1 0 0 0,-1 0 0 0 0,1 1 0 0 0,0-1 0 0 0,-1 1 0 0 0,1-1 0 0 0,0 0 0 0 0,0 1 0 0 0,-1-1 0 0 0,1 1 0 0 0,0-1 0 0 0,0 1 0 0 0,0-1 0 0 0,0 2 0 0 0,-10 37 1305 0 0,-4 103 1001 0 0,5 188-1 0 0,9-296-2186 0 0,0 30-68 0 0,4 124 397 0 0,-2-166-630 0 0,1-1 0 0 0,1 1-1 0 0,1-1 1 0 0,1 1 0 0 0,1-1 0 0 0,13 27 0 0 0,-17-42-200 0 0,1 1 0 0 0,0-1 0 0 0,0 0 0 0 0,0-1 0 0 0,1 1 0 0 0,0-1 0 0 0,0 0 0 0 0,0 0 1 0 0,1-1-1 0 0,0 1 0 0 0,0-1 0 0 0,0 0 0 0 0,0-1 0 0 0,1 0 0 0 0,-1 0 0 0 0,1 0 0 0 0,8 2 0 0 0,-9-4-160 0 0,0 1 0 0 0,0-1 0 0 0,0-1 1 0 0,1 1-1 0 0,-1-1 0 0 0,0 0 0 0 0,0-1 0 0 0,0 1 0 0 0,0-1 0 0 0,0 0 0 0 0,0-1 1 0 0,0 0-1 0 0,6-2 0 0 0,9-6-1915 0 0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8:08.5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59 256 1680 0 0,'4'-23'1762'0'0,"-1"10"-478"0"0,0-1-1 0 0,-1 0 1 0 0,0-1-1 0 0,-1 1 1 0 0,-2-24 0 0 0,0 37-546 0 0,0 1-670 0 0,0 0 1 0 0,-1 1-1 0 0,1-1 1 0 0,0 1-1 0 0,0-1 1 0 0,-1 1-1 0 0,1-1 1 0 0,0 1-1 0 0,0 0 1 0 0,0 0-1 0 0,0 0 1 0 0,0-1-1 0 0,0 1 1 0 0,0 0-1 0 0,0 0 1 0 0,0 0-1 0 0,0 1 1 0 0,0-1-1 0 0,0 0 1 0 0,1 0-1 0 0,-1 0 1 0 0,1 1-1 0 0,-2 1 1 0 0,-11 35 827 0 0,10-26-639 0 0,-1 1-127 0 0,0-1 0 0 0,2 1 0 0 0,-1 0 0 0 0,2 1 0 0 0,0-1 0 0 0,0 0 0 0 0,1 0 0 0 0,3 21 0 0 0,-2-28-112 0 0,0 0 1 0 0,0-1 0 0 0,0 1-1 0 0,1-1 1 0 0,0 1 0 0 0,0-1 0 0 0,0 0-1 0 0,1 0 1 0 0,-1 1 0 0 0,1-2-1 0 0,0 1 1 0 0,1 0 0 0 0,-1-1-1 0 0,1 1 1 0 0,0-1 0 0 0,0 0 0 0 0,1-1-1 0 0,-1 1 1 0 0,1-1 0 0 0,0 1-1 0 0,9 4 1 0 0,-7-5-8 0 0,0-1 0 0 0,1 0-1 0 0,-1 0 1 0 0,0 0 0 0 0,1-1-1 0 0,-1 0 1 0 0,1 0 0 0 0,-1-1 0 0 0,1 1-1 0 0,-1-2 1 0 0,1 1 0 0 0,-1-1 0 0 0,1-1-1 0 0,-1 1 1 0 0,13-5 0 0 0,-14 3-6 0 0,-1 0-1 0 0,1 0 1 0 0,-1 0 0 0 0,1 0 0 0 0,-1-1 0 0 0,0 0 0 0 0,-1 0 0 0 0,1 0-1 0 0,-1-1 1 0 0,0 1 0 0 0,0-1 0 0 0,0 0 0 0 0,0 0 0 0 0,-1-1 0 0 0,0 1-1 0 0,0-1 1 0 0,0 1 0 0 0,-1-1 0 0 0,2-8 0 0 0,1-2-9 0 0,-2-1 1 0 0,0 1 0 0 0,-1 0-1 0 0,-1-1 1 0 0,0 0 0 0 0,-1 1-1 0 0,-3-20 1 0 0,2 23-5 0 0,-1 0 1 0 0,-1 0-1 0 0,0 1 1 0 0,-1-1-1 0 0,-1 1 0 0 0,0 0 1 0 0,0 0-1 0 0,-1 1 1 0 0,-13-19-1 0 0,16 25 8 0 0,-1 1-1 0 0,0-1 1 0 0,0 1-1 0 0,0 0 1 0 0,0 0 0 0 0,-1 1-1 0 0,1-1 1 0 0,-1 1-1 0 0,0 0 1 0 0,0 0-1 0 0,-1 1 1 0 0,1-1 0 0 0,0 1-1 0 0,-1 1 1 0 0,1-1-1 0 0,-1 1 1 0 0,0-1-1 0 0,1 2 1 0 0,-1-1-1 0 0,0 1 1 0 0,0-1 0 0 0,0 2-1 0 0,1-1 1 0 0,-8 2-1 0 0,6-1 5 0 0,0 1-1 0 0,0 0 0 0 0,1 0 0 0 0,-1 1 1 0 0,0 0-1 0 0,1 0 0 0 0,0 0 0 0 0,0 1 1 0 0,0 0-1 0 0,0 1 0 0 0,0-1 0 0 0,1 1 0 0 0,0 0 1 0 0,0 0-1 0 0,0 0 0 0 0,1 1 0 0 0,0 0 1 0 0,0 0-1 0 0,-4 8 0 0 0,5-8-34 0 0,0 0-1 0 0,1 1 0 0 0,-1-1 1 0 0,1 1-1 0 0,1-1 0 0 0,0 1 1 0 0,-1-1-1 0 0,2 1 0 0 0,-1 0 1 0 0,1 0-1 0 0,0 0 0 0 0,1-1 1 0 0,-1 1-1 0 0,1 0 0 0 0,1-1 1 0 0,-1 1-1 0 0,1-1 0 0 0,0 1 1 0 0,1-1-1 0 0,-1 0 0 0 0,1 0 1 0 0,1 0-1 0 0,-1 0 1 0 0,1 0-1 0 0,0-1 0 0 0,0 1 1 0 0,1-1-1 0 0,-1 0 0 0 0,1-1 1 0 0,0 1-1 0 0,0-1 0 0 0,1 0 1 0 0,0 0-1 0 0,-1-1 0 0 0,1 1 1 0 0,0-1-1 0 0,0-1 0 0 0,1 1 1 0 0,11 2-1 0 0,-4-1-218 0 0,0-1 1 0 0,0-1-1 0 0,1 0 0 0 0,-1 0 1 0 0,1-2-1 0 0,-1 0 0 0 0,1-1 1 0 0,-1 0-1 0 0,1-1 0 0 0,22-6 1 0 0,-14 1 86 0 0,-1-2 1 0 0,-1 0 0 0 0,1-1 0 0 0,-2-1 0 0 0,37-25-1 0 0,-34 19 110 0 0,-7 5 36 0 0,0 1-1 0 0,0 1 1 0 0,27-13-1 0 0,-41 23 45 0 0,0-1 1 0 0,0 0-1 0 0,0 1 0 0 0,0-1 0 0 0,0 1 1 0 0,0 0-1 0 0,0 0 0 0 0,0-1 0 0 0,0 1 1 0 0,0 1-1 0 0,0-1 0 0 0,0 0 1 0 0,0 0-1 0 0,0 1 0 0 0,0-1 0 0 0,0 1 1 0 0,0 0-1 0 0,4 1 0 0 0,-3 0 83 0 0,0 1 0 0 0,1-1 0 0 0,-1 1 0 0 0,0-1-1 0 0,-1 1 1 0 0,1 0 0 0 0,0 0 0 0 0,-1 0 0 0 0,4 5 0 0 0,-1 1 153 0 0,0 0 1 0 0,-1 0-1 0 0,0 1 1 0 0,0 0 0 0 0,-1-1-1 0 0,4 19 1 0 0,-5-14-26 0 0,0-1 0 0 0,0 1 1 0 0,-1 0-1 0 0,-1 0 0 0 0,-1 0 0 0 0,0-1 1 0 0,0 1-1 0 0,-1 0 0 0 0,-6 20 1 0 0,7-32-200 0 0,0 0 1 0 0,0 0 0 0 0,0-1 0 0 0,-1 1 0 0 0,1-1-1 0 0,0 1 1 0 0,0-1 0 0 0,-1 0 0 0 0,1 1-1 0 0,-1-1 1 0 0,1 0 0 0 0,-1 0 0 0 0,0 0 0 0 0,1 0-1 0 0,-1 0 1 0 0,0 0 0 0 0,0 0 0 0 0,1-1 0 0 0,-1 1-1 0 0,0-1 1 0 0,-3 1 0 0 0,3-1-28 0 0,0-1-1 0 0,0 1 1 0 0,1-1 0 0 0,-1 1 0 0 0,0-1-1 0 0,0 0 1 0 0,1 0 0 0 0,-1 1 0 0 0,0-1-1 0 0,1 0 1 0 0,-1-1 0 0 0,1 1-1 0 0,-1 0 1 0 0,1 0 0 0 0,0-1 0 0 0,-1 1-1 0 0,1-1 1 0 0,0 1 0 0 0,0-1 0 0 0,0 1-1 0 0,0-1 1 0 0,0 0 0 0 0,1 1-1 0 0,-1-1 1 0 0,0 0 0 0 0,1 0 0 0 0,-1 0-1 0 0,1 1 1 0 0,0-1 0 0 0,-1-3-1 0 0,1 1-6 0 0,0 0 0 0 0,0 1 0 0 0,0-1 0 0 0,0 0-1 0 0,1 0 1 0 0,-1 0 0 0 0,1 0 0 0 0,0 1 0 0 0,0-1-1 0 0,1 0 1 0 0,-1 1 0 0 0,1-1 0 0 0,0 1 0 0 0,3-6-1 0 0,7-5-146 0 0,1 0 0 0 0,0 1 0 0 0,1 1 0 0 0,0 0-1 0 0,1 0 1 0 0,0 2 0 0 0,33-17 0 0 0,8 0-1266 0 0,61-18 0 0 0,-83 32 960 0 0,53-15-334 0 0,-55 18 593 0 0,0 0 0 0 0,0-2 0 0 0,51-28-1 0 0,-79 38 182 0 0,1-1 0 0 0,-1 0 0 0 0,0 0 0 0 0,1 0 0 0 0,-1-1 0 0 0,4-4 0 0 0,-8 7 9 0 0,0 1-1 0 0,-5 0 42 0 0,0 0 0 0 0,0 0 0 0 0,0 0 0 0 0,1 1 0 0 0,-1 0 0 0 0,0 0 0 0 0,-6 2 0 0 0,5-1 0 0 0,0 1-1 0 0,1-1 0 0 0,-1 1 1 0 0,1 0-1 0 0,-1 1 0 0 0,1 0 1 0 0,0-1-1 0 0,1 1 0 0 0,-1 1 1 0 0,1-1-1 0 0,-1 1 0 0 0,1 0 1 0 0,1 0-1 0 0,-1 0 0 0 0,1 0 1 0 0,-1 1-1 0 0,2-1 0 0 0,-4 8 1 0 0,6-11-21 0 0,0 0 0 0 0,-1 0 0 0 0,1 0 0 0 0,0 0 0 0 0,0 1 1 0 0,0-1-1 0 0,1 0 0 0 0,-1 0 0 0 0,0 0 0 0 0,1 0 0 0 0,0 0 1 0 0,-1 0-1 0 0,1 0 0 0 0,0 0 0 0 0,0 0 0 0 0,0 0 0 0 0,0 0 1 0 0,0 0-1 0 0,1-1 0 0 0,2 4 0 0 0,0 0 40 0 0,0-1 0 0 0,0 0 0 0 0,1 1-1 0 0,0-2 1 0 0,8 7 0 0 0,13 4 157 0 0,-12-6-47 0 0,0 0 1 0 0,-1 1-1 0 0,0 0 0 0 0,21 19 1 0 0,-33-27-135 0 0,-1 0 1 0 0,1 0 0 0 0,-1 0-1 0 0,1 0 1 0 0,-1 0-1 0 0,1 0 1 0 0,-1 0 0 0 0,0 0-1 0 0,0 0 1 0 0,1 0 0 0 0,-1 0-1 0 0,0 0 1 0 0,0 0-1 0 0,0 0 1 0 0,0 0 0 0 0,0 0-1 0 0,0 0 1 0 0,-1 0-1 0 0,1 0 1 0 0,0 0 0 0 0,0 0-1 0 0,-1 0 1 0 0,1 1 0 0 0,-12 21 361 0 0,7-18-355 0 0,1 0-1 0 0,-1-1 1 0 0,-1 1-1 0 0,1-1 1 0 0,-1 0 0 0 0,0 0-1 0 0,1 0 1 0 0,-2-1 0 0 0,1 0-1 0 0,0 0 1 0 0,-10 2 0 0 0,-5 2-217 0 0,0-2 0 0 0,-27 4 0 0 0,32-6-764 0 0,-1-2 0 0 0,1 0 0 0 0,-25-2-1 0 0,29 0-1045 0 0,-1-1 0 0 0,-21-6 0 0 0,6-2-2759 0 0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8:08.8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195 66 16 0 0,'-50'-5'3332'0'0,"-73"-5"3279"0"0,105 7-5565 0 0,15 2-613 0 0,4 0-72 0 0,9-3-262 0 0,-1 0-1 0 0,1 0 1 0 0,0 1-1 0 0,0 1 1 0 0,1 0 0 0 0,-1 0-1 0 0,0 1 1 0 0,20 0-1 0 0,-5-1-15 0 0,397-13-518 0 0,-207 11-5570 0 0,-160 3 2080 0 0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8:10.1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480 691 24 0 0,'0'-8'1459'0'0,"0"-10"737"0"0,0-1 1 0 0,-5-27-1 0 0,4 40-2030 0 0,0 1-1 0 0,-1-1 1 0 0,0 1-1 0 0,0 0 0 0 0,0 0 1 0 0,0 0-1 0 0,-1 0 0 0 0,1 0 1 0 0,-1 0-1 0 0,-1 1 1 0 0,1-1-1 0 0,-1 1 0 0 0,-4-4 1 0 0,5 5-126 0 0,0 1 0 0 0,-1 0 1 0 0,1 0-1 0 0,-1 0 0 0 0,0 1 1 0 0,0-1-1 0 0,0 1 0 0 0,0 0 1 0 0,0 0-1 0 0,0 0 0 0 0,0 0 1 0 0,0 1-1 0 0,0-1 0 0 0,0 1 1 0 0,0 1-1 0 0,-1-1 0 0 0,1 0 1 0 0,0 1-1 0 0,-7 2 0 0 0,-6 1 48 0 0,0 2 0 0 0,0 0 0 0 0,-18 9 0 0 0,6 1 2 0 0,0 0 0 0 0,2 2 0 0 0,0 1 0 0 0,1 1 0 0 0,-42 41 0 0 0,62-54-85 0 0,0 0-1 0 0,0 1 1 0 0,0 0-1 0 0,1-1 1 0 0,0 2-1 0 0,0-1 1 0 0,1 0 0 0 0,0 1-1 0 0,-4 14 1 0 0,7-20-1 0 0,1-1 0 0 0,-1 1 0 0 0,0-1 0 0 0,1 1 0 0 0,0 0 0 0 0,0-1 0 0 0,0 1 0 0 0,0-1 0 0 0,0 1 0 0 0,0-1 0 0 0,1 1 0 0 0,-1 0 0 0 0,1-1 0 0 0,-1 1 0 0 0,1-1 0 0 0,0 0 0 0 0,0 1 0 0 0,0-1 0 0 0,1 0 0 0 0,-1 1 0 0 0,0-1 0 0 0,1 0 0 0 0,0 0 0 0 0,-1 0 1 0 0,1 0-1 0 0,0-1 0 0 0,0 1 0 0 0,0 0 0 0 0,0-1 0 0 0,0 1 0 0 0,0-1 0 0 0,1 0 0 0 0,-1 0 0 0 0,0 0 0 0 0,1 0 0 0 0,-1 0 0 0 0,1 0 0 0 0,-1-1 0 0 0,4 1 0 0 0,3 2 3 0 0,0-2 0 0 0,0 1 1 0 0,0-1-1 0 0,0-1 0 0 0,1 1 0 0 0,-1-2 0 0 0,0 1 0 0 0,0-1 1 0 0,0-1-1 0 0,0 1 0 0 0,0-2 0 0 0,0 1 0 0 0,0-1 0 0 0,0 0 1 0 0,-1-1-1 0 0,0 0 0 0 0,10-7 0 0 0,-9 5-11 0 0,-1 0 0 0 0,0-1-1 0 0,-1 0 1 0 0,1 0 0 0 0,-1-1-1 0 0,-1 0 1 0 0,1 0 0 0 0,-2-1 0 0 0,1 0-1 0 0,-1 0 1 0 0,0 0 0 0 0,-1 0 0 0 0,0-1-1 0 0,0 0 1 0 0,1-10 0 0 0,1-5-33 0 0,-2 1-1 0 0,-1-1 1 0 0,0-35 0 0 0,-5 49 55 0 0,-4 14 23 0 0,-4 12 38 0 0,7-4-60 0 0,0-1 0 0 0,1 1-1 0 0,1 0 1 0 0,0 0 0 0 0,0 0-1 0 0,1 0 1 0 0,0 0 0 0 0,1 0 0 0 0,0 0-1 0 0,1 0 1 0 0,3 12 0 0 0,-3-15-19 0 0,0 0 0 0 0,1 0 0 0 0,-1-1 1 0 0,2 1-1 0 0,-1-1 0 0 0,1 1 0 0 0,0-1 0 0 0,1 0 1 0 0,-1 0-1 0 0,1-1 0 0 0,1 1 0 0 0,-1-1 0 0 0,1-1 1 0 0,0 1-1 0 0,1-1 0 0 0,10 8 0 0 0,-9-9 13 0 0,1 0 0 0 0,-1 0-1 0 0,0-1 1 0 0,1 0 0 0 0,0 0-1 0 0,0-1 1 0 0,0 0 0 0 0,0-1-1 0 0,0 0 1 0 0,0 0 0 0 0,0-1-1 0 0,0 0 1 0 0,0 0 0 0 0,0-1-1 0 0,9-2 1 0 0,-6 0 5 0 0,-1 0 1 0 0,1 0-1 0 0,-1-1 0 0 0,0-1 1 0 0,-1 0-1 0 0,1 0 1 0 0,-1-1-1 0 0,0 0 0 0 0,0-1 1 0 0,10-8-1 0 0,-8 4-26 0 0,-1-1 0 0 0,1 0 0 0 0,-2-1 0 0 0,0 0 0 0 0,0-1 0 0 0,10-22 0 0 0,-4 2-23 0 0,-1-1 0 0 0,-3 0-1 0 0,0-1 1 0 0,-3 0 0 0 0,9-61 0 0 0,-5-26 741 0 0,-3-165 1 0 0,-10 286-649 0 0,-8 17-26 0 0,5 1 87 0 0,0 0-1 0 0,0-1 1 0 0,2 1 0 0 0,0 21-1 0 0,-1 2 178 0 0,-56 638 3517 0 0,-16-10-2710 0 0,69-603-1046 0 0,-5 33 308 0 0,10-95-259 0 0,1-4-104 0 0,-1-1 0 0 0,1 1 0 0 0,0-1 0 0 0,-1 0-1 0 0,0 1 1 0 0,1-1 0 0 0,-1 0 0 0 0,0 1 0 0 0,-1-4 0 0 0,1 5-5 0 0,-9-242-27 0 0,-1 3-77 0 0,16 70-75 0 0,-3 137 123 0 0,1 0 0 0 0,3 1 0 0 0,10-37 1 0 0,-13 58 42 0 0,0 0 1 0 0,1 1-1 0 0,0 0 1 0 0,1-1-1 0 0,0 2 1 0 0,1-1-1 0 0,-1 1 1 0 0,2 0-1 0 0,-1 0 1 0 0,1 1-1 0 0,1 0 1 0 0,0 1-1 0 0,0-1 1 0 0,0 2-1 0 0,1-1 1 0 0,0 1-1 0 0,0 1 1 0 0,0 0-1 0 0,21-7 1 0 0,-9 6-1 0 0,0 0 1 0 0,0 2 0 0 0,0 0 0 0 0,1 1 0 0 0,-1 2 0 0 0,1 0 0 0 0,0 2-1 0 0,-1 0 1 0 0,29 6 0 0 0,-35-5-13 0 0,0 2 0 0 0,0 0 0 0 0,-1 1-1 0 0,28 12 1 0 0,-39-15 19 0 0,0 0 1 0 0,0 1-1 0 0,1 0 0 0 0,-2 0 0 0 0,1 0 0 0 0,0 0 1 0 0,0 1-1 0 0,-1-1 0 0 0,3 5 0 0 0,-4-6 6 0 0,-1 1 0 0 0,0-1 0 0 0,1 0 0 0 0,-1 1-1 0 0,0-1 1 0 0,-1 1 0 0 0,1-1 0 0 0,0 1 0 0 0,-1 0 0 0 0,1-1 0 0 0,-1 1 0 0 0,0 0-1 0 0,0-1 1 0 0,0 1 0 0 0,0 0 0 0 0,0-1 0 0 0,-2 6 0 0 0,0-2 0 0 0,0 0 1 0 0,-1-1-1 0 0,0 1 1 0 0,0 0-1 0 0,-1-1 0 0 0,1 1 1 0 0,-1-1-1 0 0,0 0 1 0 0,0-1-1 0 0,-1 1 1 0 0,0-1-1 0 0,-8 7 0 0 0,-6 3 0 0 0,0-1-1 0 0,-25 12 0 0 0,15-10-445 0 0,-37 14 0 0 0,55-25-555 0 0,-2 0 0 0 0,1-1 0 0 0,0 0 0 0 0,-1 0 0 0 0,-23 0 0 0 0,35-3 865 0 0,1 0 0 0 0,-1 0 0 0 0,0 0 0 0 0,1 0 1 0 0,-1-1-1 0 0,0 1 0 0 0,1 0 0 0 0,-1 0 1 0 0,1 0-1 0 0,-1-1 0 0 0,0 1 0 0 0,1 0 1 0 0,-1-1-1 0 0,1 1 0 0 0,-1-1 0 0 0,1 1 1 0 0,-1 0-1 0 0,1-1 0 0 0,0 1 0 0 0,-1-2 1 0 0,1-18-7429 0 0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8:12.3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63 2020 0 0,'46'-55'7648'0'0,"-45"55"-7626"0"0,-1-1 0 0 0,0 1 0 0 0,0-1 0 0 0,1 1 0 0 0,-1-1 0 0 0,0 1 0 0 0,1 0 0 0 0,-1-1 0 0 0,0 1 0 0 0,1-1 0 0 0,-1 1-1 0 0,0 0 1 0 0,1 0 0 0 0,-1-1 0 0 0,1 1 0 0 0,-1 0 0 0 0,1 0 0 0 0,-1-1 0 0 0,1 1 0 0 0,-1 0 0 0 0,1 0 0 0 0,-1 0 0 0 0,1 0 0 0 0,-1 0 0 0 0,1 0 0 0 0,-1-1-1 0 0,1 1 1 0 0,-1 0 0 0 0,1 1 0 0 0,-1-1 0 0 0,1 0 0 0 0,-1 0 0 0 0,1 0 0 0 0,-1 0 0 0 0,1 0 0 0 0,-1 0 0 0 0,1 1 0 0 0,-1-1 0 0 0,1 0 0 0 0,-1 0 0 0 0,0 1 0 0 0,1-1-1 0 0,-1 0 1 0 0,1 1 0 0 0,-1-1 0 0 0,0 0 0 0 0,1 1 0 0 0,-1-1 0 0 0,0 1 0 0 0,1-1 0 0 0,-1 0 0 0 0,0 1 0 0 0,0-1 0 0 0,0 1 0 0 0,1-1 0 0 0,-1 1 0 0 0,0-1-1 0 0,0 2 1 0 0,10 26 366 0 0,-5 15 350 0 0,-1 0 0 0 0,-2 1 0 0 0,-4 46 0 0 0,-21 129 490 0 0,18-178-1053 0 0,-58 308 635 0 0,16-107-486 0 0,39-184-200 0 0,-8 35-1676 0 0,16-90 1125 0 0,1-20-3356 0 0,5-80 2471 0 0,25-392 2853 0 0,-3 322 46 0 0,-23 146-1383 0 0,2-1 0 0 0,0 1 0 0 0,1 0 0 0 0,1 1 0 0 0,18-29 0 0 0,-22 42-187 0 0,0 0 1 0 0,0 1-1 0 0,1 0 0 0 0,0 0 0 0 0,0 1 0 0 0,0-1 0 0 0,1 1 0 0 0,-1 1 1 0 0,1-1-1 0 0,1 1 0 0 0,-1 0 0 0 0,1 1 0 0 0,-1 0 0 0 0,1 0 0 0 0,0 0 1 0 0,0 1-1 0 0,0 0 0 0 0,0 1 0 0 0,0 0 0 0 0,17 0 0 0 0,-13 1-2 0 0,0 1 0 0 0,0 0-1 0 0,0 0 1 0 0,-1 1 0 0 0,1 1-1 0 0,0 0 1 0 0,-1 1 0 0 0,0 0-1 0 0,0 1 1 0 0,0 0 0 0 0,0 0-1 0 0,-1 1 1 0 0,0 1 0 0 0,10 7-1 0 0,-17-11-2 0 0,0 0-1 0 0,1 0 1 0 0,-1 0-1 0 0,0 1 1 0 0,-1-1-1 0 0,1 1 1 0 0,-1 0-1 0 0,1-1 1 0 0,-1 1-1 0 0,0 0 1 0 0,0 0-1 0 0,-1 1 1 0 0,1-1-1 0 0,-1 0 1 0 0,0 0-1 0 0,0 1 1 0 0,-1-1-1 0 0,1 1 0 0 0,-1-1 1 0 0,0 0-1 0 0,0 1 1 0 0,0-1-1 0 0,-2 5 1 0 0,1-3 5 0 0,0-1 0 0 0,-1 1 0 0 0,0-1 0 0 0,-1 0 0 0 0,1 0 0 0 0,-1 0 0 0 0,0 0 0 0 0,0 0 0 0 0,0-1 0 0 0,-1 1 0 0 0,1-1 0 0 0,-1 0 0 0 0,0 0 0 0 0,-1 0 0 0 0,1-1 0 0 0,-1 1 0 0 0,-8 4 0 0 0,-5 1 57 0 0,-39 14 0 0 0,14-6-10 0 0,41-17-74 0 0,7 0 8 0 0,48-8-118 0 0,0-2-1 0 0,95-31 0 0 0,-128 35 85 0 0,19-5-65 0 0,0-3 0 0 0,-1-1 0 0 0,48-27 0 0 0,-74 35 82 0 0,0 0 0 0 0,0-1 0 0 0,0-1 0 0 0,-1 0-1 0 0,-1 0 1 0 0,0-1 0 0 0,0 0 0 0 0,0-1 0 0 0,-2 0-1 0 0,1-1 1 0 0,-1 0 0 0 0,-1 0 0 0 0,8-17 0 0 0,-14 27 15 0 0,0-2-6 0 0,0 1 0 0 0,1-1 0 0 0,-1 0 0 0 0,0 0 0 0 0,-1 1 0 0 0,1-1 0 0 0,0 0 0 0 0,-1-4 0 0 0,0 5 1 0 0,0 0-1 0 0,0 1 0 0 0,0-1 0 0 0,-1 0 1 0 0,1 0-1 0 0,-1 0 0 0 0,-1-4 0 0 0,-6-1-14 0 0,4 5 9 0 0,0 1-14 0 0,-20-1-15 0 0,16 6 40 0 0,3-1-2 0 0,-4 1 13 0 0,1 0 1 0 0,0 1-1 0 0,-1 0 0 0 0,1 1 0 0 0,0-1 0 0 0,1 1 0 0 0,-1 1 1 0 0,1 0-1 0 0,0 0 0 0 0,-12 14 0 0 0,9-8 11 0 0,0 1 0 0 0,1 0 1 0 0,0 1-1 0 0,1 0 0 0 0,-8 19 0 0 0,13-28-19 0 0,1 0-1 0 0,0 0 0 0 0,1 0 1 0 0,-1 1-1 0 0,1-1 0 0 0,0 1 1 0 0,0-1-1 0 0,1 1 0 0 0,0-1 1 0 0,0 1-1 0 0,0-1 1 0 0,0 1-1 0 0,1 0 0 0 0,2 7 1 0 0,-1-9-67 0 0,-1 0 0 0 0,1 0 1 0 0,1 0-1 0 0,-1 0 0 0 0,0 0 1 0 0,1 0-1 0 0,0-1 0 0 0,0 1 1 0 0,0-1-1 0 0,0 0 0 0 0,0 0 1 0 0,1 0-1 0 0,-1-1 0 0 0,1 1 1 0 0,0-1-1 0 0,0 1 1 0 0,0-1-1 0 0,4 1 0 0 0,7 3-372 0 0,1-1-1 0 0,0-1 0 0 0,-1 0 1 0 0,1-1-1 0 0,1-1 0 0 0,-1 0 1 0 0,18-2-1 0 0,-2 0-753 0 0,1-3 0 0 0,49-8 1 0 0,-59 6 946 0 0,0-1 0 0 0,-1-1 0 0 0,0-1 0 0 0,-1 0 1 0 0,1-2-1 0 0,-2-1 0 0 0,34-22 0 0 0,-39 22 765 0 0,0-1 0 0 0,-1 0 0 0 0,0-1 0 0 0,-1-1 0 0 0,-1 0 0 0 0,0-1 0 0 0,-1 0 0 0 0,0-1 0 0 0,15-31 0 0 0,-24 43-397 0 0,-1 1 0 0 0,1-1 0 0 0,-1 0 0 0 0,0 1 0 0 0,-1-1 0 0 0,1 0 1 0 0,0 0-1 0 0,-1 0 0 0 0,0 0 0 0 0,0 1 0 0 0,0-1 0 0 0,-1 0 1 0 0,-1-7-1 0 0,2 10-113 0 0,-1 1 1 0 0,1-1 0 0 0,-1 1 0 0 0,1-1 0 0 0,-1 1 0 0 0,1-1-1 0 0,-1 1 1 0 0,0 0 0 0 0,1-1 0 0 0,-1 1 0 0 0,1 0 0 0 0,-1-1-1 0 0,0 1 1 0 0,1 0 0 0 0,-1 0 0 0 0,0 0 0 0 0,1 0-1 0 0,-1-1 1 0 0,0 1 0 0 0,0 0 0 0 0,1 0 0 0 0,-1 0 0 0 0,0 1-1 0 0,1-1 1 0 0,-1 0 0 0 0,0 0 0 0 0,1 0 0 0 0,-1 0 0 0 0,0 1-1 0 0,1-1 1 0 0,-1 0 0 0 0,-1 1 0 0 0,-22 10 83 0 0,4 1-40 0 0,1 2 0 0 0,0 0 0 0 0,1 1-1 0 0,0 1 1 0 0,1 1 0 0 0,1 0 0 0 0,1 1 0 0 0,1 1 0 0 0,0 0-1 0 0,1 1 1 0 0,-11 23 0 0 0,23-40-43 0 0,-1 1-1 0 0,1 0 1 0 0,0 0-1 0 0,0 0 1 0 0,0 0-1 0 0,1 0 1 0 0,-1 0-1 0 0,1 0 1 0 0,0 0-1 0 0,0 0 1 0 0,1 1-1 0 0,0 4 1 0 0,0-7-3 0 0,-1 0 0 0 0,1 0 1 0 0,0 0-1 0 0,0 0 1 0 0,0 0-1 0 0,0 0 1 0 0,0 0-1 0 0,0 0 0 0 0,0-1 1 0 0,1 1-1 0 0,-1 0 1 0 0,1-1-1 0 0,-1 1 0 0 0,1-1 1 0 0,-1 0-1 0 0,1 1 1 0 0,0-1-1 0 0,0 0 0 0 0,0 0 1 0 0,0 0-1 0 0,0 0 1 0 0,0 0-1 0 0,0-1 0 0 0,0 1 1 0 0,0-1-1 0 0,0 1 1 0 0,2-1-1 0 0,4 1 16 0 0,-1 0 1 0 0,0-1-1 0 0,0 0 0 0 0,0-1 0 0 0,0 1 0 0 0,0-1 1 0 0,0-1-1 0 0,0 1 0 0 0,0-1 0 0 0,0 0 1 0 0,9-5-1 0 0,-5 1-17 0 0,0 0-1 0 0,-1-1 1 0 0,0 0 0 0 0,0 0-1 0 0,-1-1 1 0 0,10-10 0 0 0,8-13-30 0 0,-1-2 1 0 0,-2 0-1 0 0,21-38 1 0 0,-32 51 38 0 0,-3 2 76 0 0,21-28 63 0 0,-29 44-131 0 0,1 5-51 0 0,-2-3 29 0 0,-1-1 0 0 0,0 2 0 0 0,0-1 0 0 0,0 0 0 0 0,1 0 0 0 0,-1 0 0 0 0,0 0 0 0 0,0 0 0 0 0,0 0 0 0 0,1 0 0 0 0,-1 0 0 0 0,0 0 1 0 0,0 0-1 0 0,0 0 0 0 0,1 0 0 0 0,-1 1 0 0 0,0-1 0 0 0,0 0 0 0 0,0 0 0 0 0,0 0 0 0 0,1 0 0 0 0,-1 0 0 0 0,0 1 0 0 0,0-1 0 0 0,0 0 0 0 0,0 0 0 0 0,0 0 0 0 0,0 1 0 0 0,0-1 0 0 0,0 0 0 0 0,1 0 0 0 0,-1 0 0 0 0,0 1 0 0 0,0-1 0 0 0,0 0 0 0 0,0 0 0 0 0,0 1 0 0 0,0-1 0 0 0,-2 35 85 0 0,1-22-46 0 0,0-1 0 0 0,1 1 0 0 0,1-1 0 0 0,-1 1 0 0 0,2-1 0 0 0,0 0 0 0 0,6 20 0 0 0,-6-28-37 0 0,0 0 0 0 0,1 0 0 0 0,0 0 1 0 0,0 0-1 0 0,0-1 0 0 0,1 1 1 0 0,-1-1-1 0 0,1 0 0 0 0,0 0 1 0 0,0 0-1 0 0,0 0 0 0 0,0-1 1 0 0,0 0-1 0 0,0 0 0 0 0,1 0 0 0 0,-1 0 1 0 0,10 2-1 0 0,-2-1 7 0 0,0 0 1 0 0,0-1-1 0 0,0-1 0 0 0,1 0 1 0 0,-1 0-1 0 0,13-2 0 0 0,-15 0-6 0 0,0 0 0 0 0,1 0 0 0 0,-1-2 0 0 0,0 1 0 0 0,0-1 0 0 0,-1-1 0 0 0,1 1 0 0 0,0-2 0 0 0,-1 1 0 0 0,0-2 0 0 0,16-11 0 0 0,-18 11-15 0 0,0 0 0 0 0,0-1 0 0 0,-1 0 0 0 0,0 0 0 0 0,-1-1 0 0 0,0 1 0 0 0,0-1 0 0 0,0 0 0 0 0,-1-1 1 0 0,-1 1-1 0 0,1-1 0 0 0,-1 1 0 0 0,3-16 0 0 0,-4 14 16 0 0,-1 1 1 0 0,0 0-1 0 0,-1-1 0 0 0,0 1 1 0 0,0-1-1 0 0,-1 1 1 0 0,0 0-1 0 0,-1 0 0 0 0,-5-18 1 0 0,5 22 6 0 0,1 0 0 0 0,-2-1 1 0 0,1 1-1 0 0,0 0 0 0 0,-1 0 1 0 0,0 0-1 0 0,0 1 0 0 0,-1-1 1 0 0,1 1-1 0 0,-1-1 0 0 0,0 1 1 0 0,0 1-1 0 0,0-1 1 0 0,-1 0-1 0 0,0 1 0 0 0,1 0 1 0 0,-7-3-1 0 0,9 5-9 0 0,0 0 0 0 0,0 0 0 0 0,0 1 1 0 0,0-1-1 0 0,0 1 0 0 0,0-1 0 0 0,0 1 0 0 0,0 0 0 0 0,0 0 1 0 0,0 0-1 0 0,0 0 0 0 0,0 0 0 0 0,0 0 0 0 0,0 1 0 0 0,0-1 1 0 0,0 0-1 0 0,0 1 0 0 0,0 0 0 0 0,0-1 0 0 0,1 1 0 0 0,-1 0 1 0 0,0 0-1 0 0,0 0 0 0 0,1 0 0 0 0,-1 1 0 0 0,0-1 0 0 0,1 0 1 0 0,-1 1-1 0 0,1-1 0 0 0,0 1 0 0 0,-1-1 0 0 0,1 1 0 0 0,0 0 1 0 0,0-1-1 0 0,0 1 0 0 0,0 0 0 0 0,0 0 0 0 0,1 0 0 0 0,-2 3 1 0 0,2-4 2 0 0,0 1 1 0 0,0-1 0 0 0,-1 1 0 0 0,1-1 0 0 0,0 1-1 0 0,1-1 1 0 0,-1 1 0 0 0,0-1 0 0 0,0 1 0 0 0,1-1-1 0 0,-1 0 1 0 0,0 1 0 0 0,1-1 0 0 0,0 0 0 0 0,-1 1-1 0 0,1-1 1 0 0,0 0 0 0 0,-1 1 0 0 0,1-1-1 0 0,1 1 1 0 0,21 20 67 0 0,-13-16-64 0 0,1-1 1 0 0,0 0-1 0 0,0 0 1 0 0,0-1-1 0 0,1-1 0 0 0,-1 0 1 0 0,1 0-1 0 0,0-1 1 0 0,0-1-1 0 0,0 0 1 0 0,0 0-1 0 0,18-3 1 0 0,8-1-15 0 0,0-3 1 0 0,60-15-1 0 0,12-15-8 0 0,-63 20 37 0 0,-44 15-57 0 0,0 0 7 0 0,-3 1 25 0 0,0 0 0 0 0,0 0 0 0 0,1 0-1 0 0,-1 0 1 0 0,0 0 0 0 0,1 0 0 0 0,-1 0 0 0 0,0 0 0 0 0,1 0 0 0 0,-1 0-1 0 0,0 0 1 0 0,1 0 0 0 0,-1 0 0 0 0,0 0 0 0 0,1 0 0 0 0,-1 0 0 0 0,0 0 0 0 0,1 0-1 0 0,-1 0 1 0 0,0 0 0 0 0,0 0 0 0 0,1 1 0 0 0,-1-1 0 0 0,0 0 0 0 0,1 0-1 0 0,-1 0 1 0 0,0 1 0 0 0,0-1 0 0 0,1 0 0 0 0,-1 0 0 0 0,0 0 0 0 0,0 1 0 0 0,0-1-1 0 0,1 0 1 0 0,-1 1 0 0 0,0-1 0 0 0,0 0 0 0 0,0 0 0 0 0,0 1 0 0 0,0-1-1 0 0,0 0 1 0 0,1 1 0 0 0,-8 17 21 0 0,-49 76 83 0 0,37-65-58 0 0,1 0-1 0 0,2 1 1 0 0,-21 53 0 0 0,36-81-36 0 0,1 0 0 0 0,-1 1 1 0 0,1-1-1 0 0,-1 0 0 0 0,1 0 1 0 0,0 0-1 0 0,0 0 0 0 0,0 1 1 0 0,0-1-1 0 0,1 0 0 0 0,-1 0 1 0 0,0 0-1 0 0,2 4 0 0 0,5 3 35 0 0,-3-6-37 0 0,0-1 1 0 0,0 0 0 0 0,0 0-1 0 0,0 0 1 0 0,0 0 0 0 0,1-1-1 0 0,-1 0 1 0 0,1 0 0 0 0,-1 0-1 0 0,1 0 1 0 0,0-1 0 0 0,-1 1-1 0 0,1-1 1 0 0,-1-1 0 0 0,1 1-1 0 0,0-1 1 0 0,7-1 0 0 0,6-2 4 0 0,1-1 1 0 0,-1-1 0 0 0,17-8 0 0 0,-6 1-37 0 0,-1-2 0 0 0,0-1 1 0 0,-1-1-1 0 0,-1-1 0 0 0,37-33 0 0 0,-33 22-7 0 0,0-1-1 0 0,-2-2 1 0 0,41-59-1 0 0,-35 32 164 0 0,-33 55-120 0 0,0 3-12 0 0,-1 0 0 0 0,0 0 0 0 0,0 0 0 0 0,0 0 0 0 0,0 0 0 0 0,0-1 1 0 0,0 1-1 0 0,0 0 0 0 0,-1 0 0 0 0,1 0 0 0 0,0 0 0 0 0,0 0 0 0 0,-2-3 0 0 0,2 4 0 0 0,0 0 0 0 0,0 0 0 0 0,-1-1 1 0 0,1 1-1 0 0,0 0 0 0 0,-1-1 0 0 0,1 1 0 0 0,0 0 1 0 0,-1 0-1 0 0,1 0 0 0 0,-1-1 0 0 0,1 1 0 0 0,0 0 0 0 0,-1 0 1 0 0,1 0-1 0 0,0 0 0 0 0,-1 0 0 0 0,1 0 0 0 0,-1 0 1 0 0,1 0-1 0 0,-1 0 0 0 0,1 0 0 0 0,0 0 0 0 0,-1 0 1 0 0,-20 9 15 0 0,20-8-13 0 0,-5 3 6 0 0,0 0 0 0 0,-1 0 0 0 0,2 1 1 0 0,-1-1-1 0 0,1 2 0 0 0,-1-1 0 0 0,1 1 0 0 0,1-1 0 0 0,-1 1 1 0 0,-4 9-1 0 0,7-11 1 0 0,1-1 0 0 0,-1 0 1 0 0,1 1-1 0 0,0-1 1 0 0,0 1-1 0 0,0-1 0 0 0,0 1 1 0 0,1-1-1 0 0,0 1 0 0 0,-1-1 1 0 0,1 1-1 0 0,0 0 1 0 0,1-1-1 0 0,-1 1 0 0 0,1 0 1 0 0,0-1-1 0 0,0 1 0 0 0,0-1 1 0 0,0 0-1 0 0,0 1 1 0 0,1-1-1 0 0,3 6 0 0 0,6 8 25 0 0,2-1-1 0 0,1 0 1 0 0,0-1-1 0 0,17 14 1 0 0,22 25 10 0 0,-46-46-48 0 0,-5-7 64 0 0,-1 0 0 0 0,0 0-1 0 0,1 1 1 0 0,-1-1 0 0 0,0 0-1 0 0,0 1 1 0 0,0-1 0 0 0,0 1-1 0 0,0-1 1 0 0,0 1 0 0 0,-1 0 0 0 0,1-1-1 0 0,0 1 1 0 0,-1 0 0 0 0,1-1-1 0 0,-1 1 1 0 0,0 0 0 0 0,1 0-1 0 0,-1 0 1 0 0,0-1 0 0 0,0 1-1 0 0,0 2 1 0 0,-1-2 9 0 0,0-1 0 0 0,0 1-1 0 0,0-1 1 0 0,0 0 0 0 0,0 1-1 0 0,-1-1 1 0 0,1 0 0 0 0,0 0 0 0 0,-1 0-1 0 0,1 0 1 0 0,0 0 0 0 0,-1 0 0 0 0,1 0-1 0 0,-1 0 1 0 0,1-1 0 0 0,-1 1-1 0 0,0 0 1 0 0,-2 0 0 0 0,-13 4 42 0 0,0-1 0 0 0,0-1 0 0 0,-1 0 0 0 0,1-1 0 0 0,-23-1 0 0 0,24-1-797 0 0,0-1-1 0 0,0-1 1 0 0,-23-5-1 0 0,16-3-1625 0 0,5-2-3709 0 0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8:12.7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79 2464 0 0,'15'-37'10127'0'0,"-1"3"-4381"0"0,-13 32-5332 0 0,1-4 634 0 0,-3 14-843 0 0,-18 58-76 0 0,-13 72 0 0 0,29-123-367 0 0,1 0 0 0 0,0 0 0 0 0,2 0 0 0 0,0 24 0 0 0,1-34-238 0 0,-1 0 0 0 0,1 0 0 0 0,1 1 0 0 0,-1-1 0 0 0,1 0 0 0 0,0-1 0 0 0,3 7 0 0 0,-4-8-185 0 0,1 0 1 0 0,0-1 0 0 0,0 1 0 0 0,0-1-1 0 0,0 1 1 0 0,1-1 0 0 0,-1 0 0 0 0,1 0 0 0 0,-1 0-1 0 0,1 0 1 0 0,0 0 0 0 0,4 2 0 0 0,5 0-3617 0 0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8:13.2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102 165 2472 0 0,'29'-67'9976'0'0,"-30"71"-9871"0"0,0-1-1 0 0,0 1 1 0 0,-1-1-1 0 0,1 1 1 0 0,-1-1-1 0 0,0 0 1 0 0,-3 4-1 0 0,-3 7 269 0 0,-63 135 1320 0 0,34-75-49 0 0,39-76-1578 0 0,94-128 99 0 0,-23 29-180 0 0,24-16-152 0 0,-96 116 162 0 0,0 0 0 0 0,0 0 1 0 0,0 0-1 0 0,0-1 0 0 0,0 1 0 0 0,0 0 1 0 0,0 0-1 0 0,0 1 0 0 0,1-1 0 0 0,-1 0 0 0 0,0 0 1 0 0,0 1-1 0 0,1-1 0 0 0,-1 0 0 0 0,1 1 1 0 0,-1-1-1 0 0,1 1 0 0 0,-1 0 0 0 0,1-1 1 0 0,-1 1-1 0 0,1 0 0 0 0,-1 0 0 0 0,1 0 0 0 0,-1 0 1 0 0,1 0-1 0 0,-1 1 0 0 0,1-1 0 0 0,-1 0 1 0 0,1 1-1 0 0,-1-1 0 0 0,1 1 0 0 0,-1-1 1 0 0,0 1-1 0 0,1 0 0 0 0,-1 0 0 0 0,0-1 0 0 0,0 1 1 0 0,1 0-1 0 0,-1 0 0 0 0,0 0 0 0 0,0 0 1 0 0,0 0-1 0 0,0 1 0 0 0,1 1 0 0 0,3 3 6 0 0,0 1-1 0 0,0 0 1 0 0,-1 0-1 0 0,0 0 1 0 0,0 0-1 0 0,4 16 1 0 0,-3-3 70 0 0,-1 1 0 0 0,-1 0 0 0 0,-1 0 0 0 0,-1 0 0 0 0,-3 40 0 0 0,2 27 165 0 0,0-85-271 0 0,0-2-56 0 0,0 1 0 0 0,0-1 0 0 0,0 1 0 0 0,0 0 0 0 0,0-1-1 0 0,0 1 1 0 0,1-1 0 0 0,-1 1 0 0 0,0 0 0 0 0,1-1 0 0 0,0 1-1 0 0,-1-1 1 0 0,1 0 0 0 0,0 1 0 0 0,-1-1 0 0 0,1 1 0 0 0,0-1-1 0 0,0 0 1 0 0,0 0 0 0 0,0 1 0 0 0,0-1 0 0 0,0 0 0 0 0,3 1-1 0 0,-3-2-299 0 0,0 0 0 0 0,0 0 0 0 0,1 0-1 0 0,-1 0 1 0 0,0-1 0 0 0,0 1-1 0 0,0 0 1 0 0,1-1 0 0 0,-1 1-1 0 0,0-1 1 0 0,0 1 0 0 0,0-1 0 0 0,0 0-1 0 0,0 1 1 0 0,0-1 0 0 0,0 0-1 0 0,0 0 1 0 0,1-1 0 0 0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8:13.4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253 51 2596 0 0,'-32'-11'1864'0'0,"3"3"-427"0"0,3 3-329 0 0,4-1-220 0 0,1 1-172 0 0,5 0-240 0 0,1 2-204 0 0,1-1-192 0 0,-1 2-216 0 0,-6 1-736 0 0,-1 2-1152 0 0,3 1-1977 0 0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8:14.7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156 231 152 0 0,'-5'-29'3688'0'0,"-12"-40"0"0"0,12 53-2861 0 0,-1 0 1 0 0,0 1-1 0 0,-1 0 1 0 0,-1 0 0 0 0,0 0-1 0 0,-20-24 1 0 0,27 37-738 0 0,-14 20 138 0 0,10 5-180 0 0,1-1 0 0 0,-1 41-1 0 0,3-31-12 0 0,-30 590 195 0 0,31-532-2238 0 0,4-31-3506 0 0,-2-43 1393 0 0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8:15.7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59 414 1336 0 0,'-16'-8'2536'0'0,"13"6"-2160"0"0,1 0 1 0 0,-1 1-1 0 0,0-1 0 0 0,0 1 0 0 0,0 0 1 0 0,0 0-1 0 0,0 0 0 0 0,0 1 0 0 0,-7-2 1 0 0,10 2-349 0 0,0 0 0 0 0,-1 0 0 0 0,1 0 0 0 0,0 0 0 0 0,0 0 0 0 0,-1 0 0 0 0,1 0 1 0 0,0 0-1 0 0,0 0 0 0 0,-1 0 0 0 0,1 1 0 0 0,0-1 0 0 0,0 0 0 0 0,0 0 0 0 0,-1 0 0 0 0,1 0 0 0 0,0 0 1 0 0,0 0-1 0 0,0 1 0 0 0,-1-1 0 0 0,1 0 0 0 0,0 0 0 0 0,0 0 0 0 0,0 1 0 0 0,0-1 0 0 0,0 0 1 0 0,-1 0-1 0 0,1 0 0 0 0,0 1 0 0 0,0-1 0 0 0,0 0 0 0 0,0 0 0 0 0,0 1 0 0 0,0-1 0 0 0,0 0 0 0 0,0 0 1 0 0,0 1-1 0 0,0-1 0 0 0,0 0 0 0 0,0 1 0 0 0,0-1 3 0 0,0 1 1 0 0,0-1-1 0 0,1 1 0 0 0,-1 0 1 0 0,0-1-1 0 0,0 1 0 0 0,1-1 1 0 0,-1 1-1 0 0,0-1 0 0 0,1 1 1 0 0,-1-1-1 0 0,1 1 0 0 0,-1-1 1 0 0,1 0-1 0 0,-1 1 0 0 0,1-1 1 0 0,-1 1-1 0 0,1-1 0 0 0,-1 0 1 0 0,1 1-1 0 0,0-1 0 0 0,9 4 102 0 0,-1-1 0 0 0,1-1 0 0 0,-1 0 1 0 0,1 0-1 0 0,0 0 0 0 0,0-1 0 0 0,0-1 0 0 0,0 0 0 0 0,19-2 0 0 0,11-4 23 0 0,44-12 0 0 0,-53 11-128 0 0,71-19 25 0 0,-1-5 0 0 0,147-65 0 0 0,-221 84-51 0 0,-2-1 0 0 0,1-2 0 0 0,41-31 0 0 0,-59 40 21 0 0,0-1 0 0 0,-1 0 1 0 0,0 0-1 0 0,0 0 0 0 0,0-1 0 0 0,-1 0 1 0 0,0 0-1 0 0,-1 0 0 0 0,0-1 1 0 0,0 0-1 0 0,-1 0 0 0 0,0-1 0 0 0,0 1 1 0 0,2-14-1 0 0,-5 22-20 0 0,-1 1-1 0 0,0-1 1 0 0,0 1 0 0 0,0-1-1 0 0,0 1 1 0 0,1-1 0 0 0,-1 1-1 0 0,0-1 1 0 0,0 0 0 0 0,0 1-1 0 0,0-1 1 0 0,0 1 0 0 0,0-1-1 0 0,0 1 1 0 0,-1-1-1 0 0,1 1 1 0 0,0-1 0 0 0,0 1-1 0 0,0-1 1 0 0,0 1 0 0 0,-1-1-1 0 0,1 1 1 0 0,0-1 0 0 0,0 1-1 0 0,-1-1 1 0 0,1 1 0 0 0,0-1-1 0 0,-1 1 1 0 0,1 0 0 0 0,-1-1-1 0 0,1 1 1 0 0,-1 0 0 0 0,1-1-1 0 0,0 1 1 0 0,-1 0 0 0 0,1-1-1 0 0,-1 1 1 0 0,1 0-1 0 0,-1 0 1 0 0,1 0 0 0 0,-1 0-1 0 0,0-1 1 0 0,0 2-3 0 0,0-1-1 0 0,0 1 1 0 0,0-1-1 0 0,0 1 1 0 0,0 0 0 0 0,0 0-1 0 0,0-1 1 0 0,1 1-1 0 0,-1 0 1 0 0,0 0 0 0 0,1 0-1 0 0,-1 0 1 0 0,0-1-1 0 0,1 1 1 0 0,-1 0 0 0 0,1 2-1 0 0,-1-3 2 0 0,-10 21 8 0 0,1 0 0 0 0,1 0-1 0 0,1 1 1 0 0,-10 41 0 0 0,10-34 28 0 0,-30 115 28 0 0,-33 257-1 0 0,62-349-120 0 0,5-33 880 0 0,1 0 1 0 0,-1 26-1 0 0,4-44-812 0 0,0-1 0 0 0,0 0 0 0 0,0 0 1 0 0,0 0-1 0 0,0 1 0 0 0,-1-1 0 0 0,1 0 0 0 0,0 0 0 0 0,0 0 0 0 0,0 0 1 0 0,0 1-1 0 0,0-1 0 0 0,-1 0 0 0 0,1 0 0 0 0,0 0 0 0 0,0 0 1 0 0,0 0-1 0 0,-1 0 0 0 0,1 1 0 0 0,0-1 0 0 0,0 0 0 0 0,0 0 0 0 0,-1 0 1 0 0,1 0-1 0 0,0 0 0 0 0,0 0 0 0 0,0 0 0 0 0,-1 0 0 0 0,1 0 0 0 0,0 0 1 0 0,0 0-1 0 0,-1 0 0 0 0,1 0 0 0 0,0 0 0 0 0,0 0 0 0 0,0 0 0 0 0,-1 0 1 0 0,1-1-1 0 0,0 1 0 0 0,0 0 0 0 0,0 0 0 0 0,0 0 0 0 0,-1 0 1 0 0,1 0-1 0 0,0 0 0 0 0,0-1 0 0 0,0 1 0 0 0,0 0 0 0 0,-1 0 0 0 0,1 0 1 0 0,0 0-1 0 0,0-1 0 0 0,0 1 0 0 0,0 0 0 0 0,0 0 0 0 0,0-1 0 0 0,-11-9 205 0 0,8 1-182 0 0,0 0 0 0 0,0 0 0 0 0,1 0 0 0 0,0-1 0 0 0,1 1 0 0 0,0 0 0 0 0,1-1 0 0 0,0 1 0 0 0,0-1 1 0 0,2-11-1 0 0,-1 14-35 0 0,0 0 0 0 0,1 0 0 0 0,-1 0 0 0 0,2 0 1 0 0,-1 1-1 0 0,0-1 0 0 0,1 1 0 0 0,0 0 0 0 0,1 0 1 0 0,0 0-1 0 0,0 0 0 0 0,0 0 0 0 0,0 1 0 0 0,9-8 0 0 0,-10 10-2 0 0,1 0 0 0 0,0 1-1 0 0,0 0 1 0 0,0-1 0 0 0,0 1-1 0 0,0 1 1 0 0,1-1 0 0 0,-1 1-1 0 0,0-1 1 0 0,1 1-1 0 0,-1 1 1 0 0,1-1 0 0 0,0 0-1 0 0,-1 1 1 0 0,1 0 0 0 0,-1 0-1 0 0,1 1 1 0 0,0-1 0 0 0,-1 1-1 0 0,1 0 1 0 0,-1 0 0 0 0,1 0-1 0 0,-1 1 1 0 0,0 0-1 0 0,0 0 1 0 0,0 0 0 0 0,0 0-1 0 0,7 5 1 0 0,-2-1 2 0 0,-1 1 0 0 0,0 0-1 0 0,0 0 1 0 0,-1 0 0 0 0,1 1 0 0 0,-2 0 0 0 0,1 1 0 0 0,-1-1-1 0 0,-1 1 1 0 0,1 0 0 0 0,6 18 0 0 0,1 12 3 0 0,9 43 0 0 0,-20-77-6 0 0,-1-3 5 0 0,0 0 1 0 0,0 0-1 0 0,0 0 0 0 0,0 0 1 0 0,0 0-1 0 0,0-1 0 0 0,1 1 1 0 0,-1 0-1 0 0,0-1 0 0 0,1 1 0 0 0,0 0 1 0 0,3 1-1 0 0,-5-2 0 0 0,1-1 1 0 0,0 0-1 0 0,0 0 0 0 0,0 0 1 0 0,0 0-1 0 0,-1 0 0 0 0,1 0 1 0 0,0-1-1 0 0,0 1 0 0 0,0 0 1 0 0,-1 0-1 0 0,1 0 0 0 0,0-1 1 0 0,0 1-1 0 0,-1-1 0 0 0,1 1 1 0 0,0 0-1 0 0,0-1 0 0 0,0 0 1 0 0,7-4 5 0 0,27-15 8 0 0,-1-1-1 0 0,-2-2 0 0 0,0-1 0 0 0,-1-1 0 0 0,-2-2 1 0 0,0-1-1 0 0,-2-2 0 0 0,-1 0 0 0 0,30-47 0 0 0,-47 63-14 0 0,-1-1 0 0 0,14-30 0 0 0,-20 39-9 0 0,1 0 0 0 0,-1 0 1 0 0,-1-1-1 0 0,1 1 0 0 0,-1-1 0 0 0,0 1 1 0 0,-1-1-1 0 0,0 0 0 0 0,0 1 1 0 0,-1-8-1 0 0,1 13 5 0 0,0 0 0 0 0,0 0 1 0 0,0 0-1 0 0,0 0 0 0 0,0 0 1 0 0,-1 0-1 0 0,1 0 0 0 0,0 0 1 0 0,-1 0-1 0 0,1 1 0 0 0,-1-1 1 0 0,1 0-1 0 0,-1 0 0 0 0,1 0 0 0 0,-1 0 1 0 0,0 1-1 0 0,1-1 0 0 0,-1 0 1 0 0,0 0-1 0 0,0 1 0 0 0,1-1 1 0 0,-1 1-1 0 0,0-1 0 0 0,0 1 1 0 0,-2-1-1 0 0,2 0 1 0 0,-1 1 1 0 0,1 0 0 0 0,-1 0-1 0 0,1 0 1 0 0,-1 0 0 0 0,0 1-1 0 0,1-1 1 0 0,-1 0-1 0 0,1 1 1 0 0,-1-1 0 0 0,1 1-1 0 0,-1 0 1 0 0,1-1 0 0 0,-3 2-1 0 0,-2 2 5 0 0,0 0-1 0 0,0 1 1 0 0,1-1-1 0 0,0 1 0 0 0,-9 10 1 0 0,1 2 3 0 0,1 0 1 0 0,0 1 0 0 0,-16 37-1 0 0,24-45-6 0 0,0-1-1 0 0,1 0 1 0 0,0 1 0 0 0,1 0-1 0 0,0 0 1 0 0,1 0-1 0 0,0 0 1 0 0,0 0-1 0 0,1 0 1 0 0,2 15-1 0 0,-1-19 5 0 0,0-1 0 0 0,1 0 1 0 0,0 1-1 0 0,0-1 0 0 0,0 0 0 0 0,1 0 0 0 0,0 0 0 0 0,0 0 1 0 0,0 0-1 0 0,0-1 0 0 0,1 0 0 0 0,0 1 0 0 0,0-1 0 0 0,0-1 0 0 0,0 1 1 0 0,0 0-1 0 0,1-1 0 0 0,0 0 0 0 0,0 0 0 0 0,0-1 0 0 0,0 1 1 0 0,0-1-1 0 0,6 2 0 0 0,10 3-20 0 0,-1-2 1 0 0,1 0 0 0 0,0-1-1 0 0,38 2 1 0 0,-11-4-1401 0 0,78-6 0 0 0,-12-13-4295 0 0,-57 4 907 0 0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8:16.3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 47 208 0 0,'-18'-45'9128'0'0,"17"44"-8676"0"0,0 2-350 0 0,0 1 0 0 0,0 0 0 0 0,0 0-1 0 0,0-1 1 0 0,0 1 0 0 0,1 0 0 0 0,-1 0 0 0 0,1 0 0 0 0,-1 0-1 0 0,1 0 1 0 0,0 2 0 0 0,0-3-84 0 0,-5 41 993 0 0,1 66-1 0 0,2-33-386 0 0,-26 358 394 0 0,25-389-644 0 0,-10 47-1 0 0,13-90-363 0 0,0-1 1 0 0,0 0-1 0 0,0 1 0 0 0,0-1 0 0 0,0 0 1 0 0,0 1-1 0 0,0-1 0 0 0,0 0 0 0 0,0 1 1 0 0,0-1-1 0 0,-1 0 0 0 0,1 1 1 0 0,0-1-1 0 0,0 0 0 0 0,0 1 0 0 0,0-1 1 0 0,-1 0-1 0 0,1 0 0 0 0,0 1 0 0 0,0-1 1 0 0,0 0-1 0 0,-1 0 0 0 0,1 1 0 0 0,0-1 1 0 0,-1 0-1 0 0,1 0 0 0 0,0 0 1 0 0,0 0-1 0 0,-1 1 0 0 0,1-1 0 0 0,0 0 1 0 0,-1 0-1 0 0,1 0 0 0 0,-1 0 0 0 0,-8-8 92 0 0,-3-16-58 0 0,9 16-46 0 0,0-1 0 0 0,1 1 1 0 0,0-1-1 0 0,0 1 0 0 0,1-1 1 0 0,1 0-1 0 0,-1 0 0 0 0,1 1 1 0 0,1-1-1 0 0,0 0 0 0 0,0 0 1 0 0,0 1-1 0 0,1-1 0 0 0,1 1 0 0 0,-1-1 1 0 0,1 1-1 0 0,1 0 0 0 0,-1 0 1 0 0,1 0-1 0 0,1 1 0 0 0,0-1 1 0 0,0 1-1 0 0,0 0 0 0 0,1 1 1 0 0,0-1-1 0 0,0 1 0 0 0,0 0 0 0 0,1 0 1 0 0,0 1-1 0 0,0 0 0 0 0,1 0 1 0 0,-1 1-1 0 0,1 0 0 0 0,0 0 1 0 0,0 1-1 0 0,1 0 0 0 0,-1 1 1 0 0,1-1-1 0 0,-1 1 0 0 0,18-1 0 0 0,-16 3 2 0 0,0 0-1 0 0,0 0 0 0 0,0 1 1 0 0,0 1-1 0 0,0 0 0 0 0,0 0 0 0 0,0 1 1 0 0,0 0-1 0 0,-1 0 0 0 0,1 1 1 0 0,-1 1-1 0 0,0-1 0 0 0,10 9 0 0 0,-14-10 4 0 0,-1 1-1 0 0,1-1 1 0 0,-1 1-1 0 0,0 1 1 0 0,0-1-1 0 0,-1 0 1 0 0,0 1-1 0 0,1 0 1 0 0,-1-1-1 0 0,-1 1 0 0 0,1 1 1 0 0,-1-1-1 0 0,0 0 1 0 0,0 0-1 0 0,0 1 1 0 0,-1-1-1 0 0,0 1 1 0 0,0 0-1 0 0,0-1 1 0 0,-1 1-1 0 0,0 0 0 0 0,0-1 1 0 0,0 1-1 0 0,-3 11 1 0 0,2-11 3 0 0,-1 1 0 0 0,0-1 0 0 0,0 0 0 0 0,0 0 1 0 0,-1 0-1 0 0,0 0 0 0 0,0 0 0 0 0,0 0 0 0 0,-1-1 0 0 0,0 0 1 0 0,0 1-1 0 0,-9 7 0 0 0,6-7 5 0 0,-1 0 0 0 0,0 0 0 0 0,0-1 1 0 0,-1 0-1 0 0,1 0 0 0 0,-1-1 0 0 0,-18 6 0 0 0,8-4 13 0 0,-1-2 0 0 0,0 0 0 0 0,0-1 0 0 0,0-1 0 0 0,0-1 0 0 0,-1-1 0 0 0,-33-3 0 0 0,48 2-168 0 0,-1-1 1 0 0,0 1-1 0 0,1-1 0 0 0,-1 0 1 0 0,-10-5-1 0 0,15 6-241 0 0,0 0 0 0 0,-1-1 0 0 0,1 1 0 0 0,0-1 0 0 0,0 0 0 0 0,0 1 0 0 0,0-1 0 0 0,0 0-1 0 0,0 0 1 0 0,-2-4 0 0 0,4 6 186 0 0,0-1-1 0 0,-1 1 1 0 0,1-1-1 0 0,0 1 1 0 0,0-1-1 0 0,0 1 1 0 0,0-1-1 0 0,0 1 1 0 0,0-1-1 0 0,0 1 1 0 0,0-1-1 0 0,0 1 1 0 0,0-1-1 0 0,0 1 1 0 0,0-1-1 0 0,0 1 1 0 0,0-1-1 0 0,1 1 1 0 0,-1-1-1 0 0,0 0 1 0 0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8:17.2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273 78 2624 0 0,'3'-4'1051'0'0,"-1"0"0"0"0,1-1-1 0 0,-1 1 1 0 0,0 0-1 0 0,-1-1 1 0 0,1 1 0 0 0,1-9-1 0 0,-3 12-919 0 0,1 0 0 0 0,-1-1-1 0 0,0 1 1 0 0,0 0 0 0 0,0 0-1 0 0,0-1 1 0 0,0 1 0 0 0,0 0-1 0 0,-1 0 1 0 0,1-1-1 0 0,0 1 1 0 0,-1 0 0 0 0,1 0-1 0 0,-1-1 1 0 0,1 1 0 0 0,-1 0-1 0 0,1 0 1 0 0,-1 0 0 0 0,0 0-1 0 0,1 0 1 0 0,-1 0 0 0 0,0 0-1 0 0,0 0 1 0 0,0 0 0 0 0,0 0-1 0 0,0 1 1 0 0,0-1-1 0 0,0 0 1 0 0,0 1 0 0 0,0-1-1 0 0,-2 0 1 0 0,0 1-98 0 0,0-1 1 0 0,0 2-1 0 0,1-1 0 0 0,-1 0 0 0 0,0 0 1 0 0,0 1-1 0 0,0-1 0 0 0,1 1 0 0 0,-1 0 1 0 0,0 0-1 0 0,0 0 0 0 0,1 0 1 0 0,-1 1-1 0 0,1-1 0 0 0,-1 1 0 0 0,1-1 1 0 0,0 1-1 0 0,-3 3 0 0 0,-17 14-8 0 0,2 1 0 0 0,0 1 0 0 0,2 1 0 0 0,0 0-1 0 0,1 2 1 0 0,1 0 0 0 0,2 0 0 0 0,0 2 0 0 0,2 0 0 0 0,1 0 0 0 0,0 1 0 0 0,-11 51-1 0 0,21-71-20 0 0,0 0 0 0 0,0 0-1 0 0,0-1 1 0 0,1 1 0 0 0,0 8-1 0 0,1-12-2 0 0,-1 0 0 0 0,1 0-1 0 0,-1 0 1 0 0,1-1 0 0 0,0 1 0 0 0,0 0-1 0 0,0 0 1 0 0,0-1 0 0 0,0 1 0 0 0,1-1-1 0 0,-1 1 1 0 0,1-1 0 0 0,3 4-1 0 0,-4-5-5 0 0,0 0 0 0 0,1 0 0 0 0,-1-1 0 0 0,1 1 0 0 0,-1 0 0 0 0,1-1 0 0 0,-1 1 0 0 0,1-1-1 0 0,-1 1 1 0 0,1-1 0 0 0,-1 0 0 0 0,1 0 0 0 0,-1 1 0 0 0,1-1 0 0 0,0-1 0 0 0,-1 1 0 0 0,1 0-1 0 0,-1 0 1 0 0,3-1 0 0 0,27-8-107 0 0,-23 5 86 0 0,-1 1 0 0 0,-1-2 0 0 0,1 1 0 0 0,0-1 0 0 0,-1 0 0 0 0,0 0 0 0 0,0 0 0 0 0,0-1 0 0 0,-1 0 0 0 0,0 0 0 0 0,0-1 0 0 0,6-11 1 0 0,1-3 6 0 0,-2 0 1 0 0,-1 0 0 0 0,8-24 0 0 0,15-71-80 0 0,-31 115 82 0 0,2 3-17 0 0,-3-2 33 0 0,0 0 0 0 0,0 0 0 0 0,1 0 1 0 0,-1 0-1 0 0,0 0 0 0 0,0 0 0 0 0,1 0 0 0 0,-1 0 0 0 0,0 0 0 0 0,0 0 0 0 0,0 1 0 0 0,1-1 0 0 0,-1 0 0 0 0,0 0 1 0 0,0 0-1 0 0,0 0 0 0 0,1 0 0 0 0,-1 1 0 0 0,0-1 0 0 0,0 0 0 0 0,0 0 0 0 0,0 0 0 0 0,1 0 0 0 0,-1 1 1 0 0,0-1-1 0 0,0 0 0 0 0,0 0 0 0 0,0 1 0 0 0,0-1 0 0 0,0 0 0 0 0,0 0 0 0 0,0 0 0 0 0,0 1 0 0 0,0-1 0 0 0,5 83 26 0 0,-5-58-20 0 0,1 0 0 0 0,1-1 0 0 0,10 42 0 0 0,-12-63 0 0 0,2 1-1 0 0,-1-1 1 0 0,0 1-1 0 0,1-1 0 0 0,-1 0 1 0 0,1 0-1 0 0,0 0 1 0 0,0 0-1 0 0,0 0 0 0 0,1 0 1 0 0,-1 0-1 0 0,0-1 0 0 0,1 1 1 0 0,0-1-1 0 0,0 0 1 0 0,6 4-1 0 0,-5-4-2 0 0,1 0 0 0 0,0 0 0 0 0,0-1 1 0 0,0 0-1 0 0,0 1 0 0 0,0-2 0 0 0,0 1 0 0 0,0-1 0 0 0,0 1 0 0 0,10-2 0 0 0,-2-1-4 0 0,0 0 0 0 0,0-1 0 0 0,0 0-1 0 0,0-1 1 0 0,0-1 0 0 0,-1 0 0 0 0,0-1-1 0 0,16-9 1 0 0,-8 2 3 0 0,-2-1-1 0 0,1 0 1 0 0,-2-2-1 0 0,30-31 1 0 0,-37 34-1 0 0,0 0 0 0 0,0 0 0 0 0,-1-1 0 0 0,-1 0 0 0 0,-1-1 1 0 0,0 0-1 0 0,9-26 0 0 0,-15 37 7 0 0,0 0 0 0 0,0 0 0 0 0,-1 0 0 0 0,1 0 0 0 0,-1 0 0 0 0,0 0 0 0 0,0 0 0 0 0,0 0 0 0 0,-1 0 0 0 0,0 0 0 0 0,0-4 0 0 0,0 8-6 0 0,1-1-1 0 0,-1 0 0 0 0,1 0 1 0 0,-1 1-1 0 0,0-1 0 0 0,1 0 1 0 0,-1 1-1 0 0,0-1 0 0 0,1 0 1 0 0,-1 1-1 0 0,0-1 0 0 0,0 1 1 0 0,1-1-1 0 0,-1 1 0 0 0,0 0 1 0 0,0-1-1 0 0,0 1 0 0 0,0 0 1 0 0,1-1-1 0 0,-1 1 0 0 0,0 0 1 0 0,0 0-1 0 0,0 0 0 0 0,0 0 1 0 0,0 0-1 0 0,0 0 0 0 0,0 0 1 0 0,0 0-1 0 0,-1 1 0 0 0,-24 4 18 0 0,19-3-17 0 0,0 1 0 0 0,0 0 0 0 0,0 1 0 0 0,0-1 0 0 0,0 1 0 0 0,1 0 0 0 0,0 1 0 0 0,0 0 0 0 0,0 0 0 0 0,-8 9 0 0 0,12-12-1 0 0,0 0-1 0 0,1 1 1 0 0,-1-1-1 0 0,0 0 1 0 0,1 1-1 0 0,0-1 1 0 0,-1 1-1 0 0,1 0 0 0 0,0-1 1 0 0,1 1-1 0 0,-1 0 1 0 0,0 0-1 0 0,1-1 1 0 0,-1 1-1 0 0,1 0 1 0 0,0 0-1 0 0,0 0 1 0 0,0-1-1 0 0,1 1 1 0 0,-1 0-1 0 0,0 0 1 0 0,1 0-1 0 0,0-1 0 0 0,0 1 1 0 0,0 0-1 0 0,0-1 1 0 0,0 1-1 0 0,0 0 1 0 0,1-1-1 0 0,2 4 1 0 0,13 16 2 0 0,1-2 0 0 0,0 0-1 0 0,2-1 1 0 0,0-1 0 0 0,36 25 0 0 0,-55-43-2 0 0,0 1 0 0 0,0-1 0 0 0,0 1 0 0 0,0-1 0 0 0,0 1 0 0 0,-1 0 0 0 0,1-1 0 0 0,0 1 0 0 0,0 0 0 0 0,-1-1 0 0 0,1 1 0 0 0,0 0-1 0 0,-1 0 1 0 0,1 0 0 0 0,-1 0 0 0 0,1 0 0 0 0,-1 0 0 0 0,0 0 0 0 0,1 0 0 0 0,-1 0 0 0 0,0 0 0 0 0,0 0 0 0 0,0 0 0 0 0,1 0 0 0 0,-1 2 0 0 0,-1-2 2 0 0,1 0 1 0 0,-1 1-1 0 0,0-1 1 0 0,0 1-1 0 0,1-1 1 0 0,-1 0-1 0 0,0 0 1 0 0,0 1-1 0 0,0-1 0 0 0,0 0 1 0 0,0 0-1 0 0,-1 0 1 0 0,1 0-1 0 0,0 0 1 0 0,-2 0-1 0 0,-5 4 15 0 0,0 0-1 0 0,-1-1 1 0 0,0-1 0 0 0,-10 4-1 0 0,5-3-10 0 0,-1 0-1 0 0,0-1 1 0 0,-1-1-1 0 0,-20 1 0 0 0,-7 0-124 0 0,7-3-2945 0 0,33 0 1806 0 0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8:17.5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69 2104 0 0,'1'-5'1371'0'0,"1"0"-1"0"0,0 1 0 0 0,0-1 1 0 0,0 1-1 0 0,1-1 0 0 0,3-3 1 0 0,0-2 1500 0 0,-5 7-2251 0 0,1 0 0 0 0,0 0 0 0 0,0 0-1 0 0,1 1 1 0 0,-1-1 0 0 0,4-3 0 0 0,0 14-529 0 0,-1 1 0 0 0,0 0 0 0 0,0 0 0 0 0,-1 0-1 0 0,0 0 1 0 0,-1 1 0 0 0,0 0 0 0 0,0-1 0 0 0,-1 1 0 0 0,-1 0 0 0 0,1 0 0 0 0,-2 0-1 0 0,0 18 1 0 0,-2 14-90 0 0,-2-1 0 0 0,-11 43 0 0 0,6-30-142 0 0,1-2-1635 0 0,-3 15-6611 0 0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8:17.9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231 190 1580 0 0,'54'-166'14652'0'0,"-53"165"-14574"0"0,-1 0 0 0 0,1 1 0 0 0,-1-1-1 0 0,0 0 1 0 0,1 0 0 0 0,-1 0 0 0 0,0 0 0 0 0,0 0 0 0 0,0 0-1 0 0,0 0 1 0 0,0 0 0 0 0,0 0 0 0 0,0 0 0 0 0,0 0 0 0 0,0 0-1 0 0,0 0 1 0 0,0 0 0 0 0,0 0 0 0 0,-1 0 0 0 0,1 0 0 0 0,0 0-1 0 0,-1 1 1 0 0,0-2 0 0 0,0 2-58 0 0,1-1 0 0 0,-1 1-1 0 0,0 0 1 0 0,0 0 0 0 0,1 0 0 0 0,-1 0 0 0 0,0 0-1 0 0,0 0 1 0 0,0 0 0 0 0,1 0 0 0 0,-1 1 0 0 0,0-1-1 0 0,0 0 1 0 0,0 0 0 0 0,1 1 0 0 0,-1-1 0 0 0,0 0-1 0 0,1 1 1 0 0,-1-1 0 0 0,-1 1 0 0 0,-5 5-7 0 0,-1-1 1 0 0,1 0 0 0 0,-10 12-1 0 0,11-10-7 0 0,-1 0 1 0 0,2 1-1 0 0,-1 0 0 0 0,1 0 0 0 0,0 0 0 0 0,1 1 0 0 0,0-1 0 0 0,-3 10 0 0 0,6-15-3 0 0,0 1 1 0 0,0-1-1 0 0,0 0 0 0 0,1 1 0 0 0,-1-1 0 0 0,1 1 0 0 0,0-1 1 0 0,0 1-1 0 0,0-1 0 0 0,1 1 0 0 0,-1-1 0 0 0,1 0 0 0 0,0 1 1 0 0,0-1-1 0 0,0 0 0 0 0,0 1 0 0 0,0-1 0 0 0,1 0 1 0 0,0 0-1 0 0,-1 0 0 0 0,1 0 0 0 0,0-1 0 0 0,0 1 0 0 0,1 0 1 0 0,3 3-1 0 0,1 0 4 0 0,-1-1 1 0 0,1 0-1 0 0,0 0 0 0 0,15 8 1 0 0,54 30-5 0 0,-72-40 52 0 0,-1-1 0 0 0,1 1 0 0 0,0 0 0 0 0,-1-1 0 0 0,0 2 0 0 0,0-1-1 0 0,1 0 1 0 0,-2 1 0 0 0,1-1 0 0 0,0 1 0 0 0,-1 0 0 0 0,3 6 0 0 0,-4-8 22 0 0,-1 0-1 0 0,1 0 1 0 0,-1 0 0 0 0,1 0-1 0 0,-1 0 1 0 0,0 0-1 0 0,0 0 1 0 0,0 0-1 0 0,0 0 1 0 0,0 0-1 0 0,-1 1 1 0 0,1-1 0 0 0,-1 0-1 0 0,1 0 1 0 0,-1 0-1 0 0,0 0 1 0 0,0 0-1 0 0,1-1 1 0 0,-1 1 0 0 0,-1 0-1 0 0,1 0 1 0 0,0 0-1 0 0,0-1 1 0 0,-1 1-1 0 0,1-1 1 0 0,-1 1-1 0 0,-2 1 1 0 0,-5 5 16 0 0,-1-2 0 0 0,0 0 0 0 0,0 0 0 0 0,0 0 0 0 0,-1-1 0 0 0,1-1 0 0 0,-1 0 1 0 0,0 0-1 0 0,0-1 0 0 0,-1-1 0 0 0,1 0 0 0 0,-1 0 0 0 0,-22-1 0 0 0,22-1-578 0 0,1 0 1 0 0,-1-2-1 0 0,0 1 1 0 0,1-1-1 0 0,-1-1 1 0 0,-11-4-1 0 0,15 4-627 0 0,1 0 0 0 0,0 0 0 0 0,0-1 0 0 0,0 0 1 0 0,0-1-1 0 0,1 1 0 0 0,0-1 0 0 0,0 0 0 0 0,-8-8 0 0 0,2-4-4882 0 0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8:18.1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71 2188 0 0,'0'-3'2198'0'0,"4"-25"4503"0"0,-1 3-2358 0 0,-3 10-5286 0 0,15 17-2465 0 0,5 3-5267 0 0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8:18.7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56 2000 0 0,'18'-52'8602'0'0,"-16"49"-7521"0"0,0 6-452 0 0,1 15 320 0 0,1 21 395 0 0,-11 227 3225 0 0,-1-200-4192 0 0,-18 80-1 0 0,6-57-2703 0 0,12-56 285 0 0,1-11-5477 0 0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8:19.3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27 139 2528 0 0,'-26'-82'12896'0'0,"26"80"-12841"0"0,0 1 0 0 0,0 0 1 0 0,0-1-1 0 0,0 1 0 0 0,0 0 0 0 0,0-1 0 0 0,0 1 0 0 0,1-1 0 0 0,-1 1 1 0 0,0 0-1 0 0,1 0 0 0 0,-1-1 0 0 0,1 1 0 0 0,0 0 0 0 0,-1 0 0 0 0,1-1 1 0 0,0 1-1 0 0,0 0 0 0 0,-1 0 0 0 0,1 0 0 0 0,0 0 0 0 0,0 0 0 0 0,0 0 1 0 0,0 1-1 0 0,1-1 0 0 0,-1 0 0 0 0,0 0 0 0 0,0 1 0 0 0,0-1 0 0 0,1 1 1 0 0,-1-1-1 0 0,0 1 0 0 0,2-1 0 0 0,6-3 7 0 0,0 1 0 0 0,1 0 0 0 0,10-1 0 0 0,-5 1-27 0 0,1 1 0 0 0,0 1 0 0 0,-1 1 0 0 0,1 0 0 0 0,0 1 1 0 0,25 4-1 0 0,-31-3-27 0 0,0 0 0 0 0,0 1 0 0 0,0 0 0 0 0,-1 0 0 0 0,1 1 0 0 0,-1 1 0 0 0,0-1 0 0 0,0 2 0 0 0,-1-1 0 0 0,0 1 1 0 0,11 10-1 0 0,-17-15-6 0 0,0 1 1 0 0,0 0 0 0 0,-1 1-1 0 0,1-1 1 0 0,-1 0 0 0 0,1 0-1 0 0,-1 1 1 0 0,0-1 0 0 0,0 1-1 0 0,0-1 1 0 0,0 1 0 0 0,0-1-1 0 0,-1 1 1 0 0,1-1 0 0 0,-1 1-1 0 0,0 3 1 0 0,0-1 5 0 0,0-1-1 0 0,-1 1 1 0 0,0-1 0 0 0,0 1-1 0 0,0-1 1 0 0,0 0-1 0 0,-1 1 1 0 0,-3 6 0 0 0,-4 5 19 0 0,-1-1-1 0 0,0 0 1 0 0,-23 23 0 0 0,25-29-24 0 0,-8 8 63 0 0,0-1-1 0 0,-1-1 0 0 0,-28 20 0 0 0,52-37-16 0 0,0 0-1 0 0,1 1 1 0 0,-1-1-1 0 0,1 2 1 0 0,-1-1-1 0 0,1 1 1 0 0,-1 0-1 0 0,12 2 1 0 0,-4-1-54 0 0,0 0 0 0 0,0 2 1 0 0,-1 0-1 0 0,1 0 0 0 0,15 7 1 0 0,-14-3 6 0 0,0 1 1 0 0,-1 0-1 0 0,0 2 1 0 0,0-1-1 0 0,-1 2 0 0 0,-1 0 1 0 0,1 0-1 0 0,-2 2 1 0 0,12 13-1 0 0,-19-21 89 0 0,-1 1-1 0 0,0-1 1 0 0,0 1-1 0 0,-1 0 0 0 0,0 0 1 0 0,0 0-1 0 0,0 1 1 0 0,-1-1-1 0 0,0 1 1 0 0,0-1-1 0 0,-1 1 0 0 0,1 0 1 0 0,-2-1-1 0 0,1 1 1 0 0,-1 0-1 0 0,0 0 0 0 0,0 0 1 0 0,-1-1-1 0 0,1 1 1 0 0,-2 0-1 0 0,1 0 1 0 0,-1-1-1 0 0,0 1 0 0 0,0-1 1 0 0,-6 12-1 0 0,2-8 130 0 0,-1 1-1 0 0,0-1 1 0 0,-1-1-1 0 0,0 1 1 0 0,0-1-1 0 0,-1 0 1 0 0,0-1 0 0 0,0 0-1 0 0,-1-1 1 0 0,0 0-1 0 0,-12 7 1 0 0,6-6 106 0 0,1-1 0 0 0,-1 0 0 0 0,0-2 1 0 0,0 1-1 0 0,0-2 0 0 0,-1 0 0 0 0,-24 2 1 0 0,32-5-247 0 0,0-2 0 0 0,0 1 0 0 0,0-1 0 0 0,0 0 0 0 0,0-1 0 0 0,0 0 0 0 0,1-1 0 0 0,-1 0 0 0 0,1 0 1 0 0,0 0-1 0 0,-1-1 0 0 0,-12-9 0 0 0,16 10-197 0 0,1 0 1 0 0,-1 0 0 0 0,1 0-1 0 0,0-1 1 0 0,0 1-1 0 0,0-1 1 0 0,1 0-1 0 0,-1 0 1 0 0,1-1 0 0 0,0 1-1 0 0,0 0 1 0 0,1-1-1 0 0,-1 0 1 0 0,1 0-1 0 0,0 0 1 0 0,0 0 0 0 0,1 0-1 0 0,-1 0 1 0 0,1 0-1 0 0,0-1 1 0 0,1 1-1 0 0,-1-8 1 0 0,1 9-218 0 0,1 1-1 0 0,0 0 1 0 0,-1 0 0 0 0,1 0 0 0 0,0 0 0 0 0,1 0-1 0 0,-1 0 1 0 0,0 0 0 0 0,1 1 0 0 0,0-1 0 0 0,-1 0-1 0 0,1 1 1 0 0,0-1 0 0 0,3-2 0 0 0,1-1-1637 0 0,1 1 1 0 0,0-1-1 0 0,0 1 0 0 0,8-4 1 0 0,3 0-5527 0 0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8:20.4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407 434 164 0 0,'0'-5'816'0'0,"0"0"0"0"0,0 0 0 0 0,-1 0 0 0 0,1 0 0 0 0,-1 0 0 0 0,-1 0 0 0 0,1 0 0 0 0,-1 1 0 0 0,-2-7 0 0 0,3 10-715 0 0,0-1 1 0 0,0 0-1 0 0,0 1 1 0 0,-1-1-1 0 0,1 1 1 0 0,0-1-1 0 0,-1 1 1 0 0,1 0-1 0 0,-1-1 1 0 0,1 1-1 0 0,-1 0 1 0 0,0 0-1 0 0,0 0 1 0 0,1 0-1 0 0,-1 0 1 0 0,0 1-1 0 0,0-1 1 0 0,0 1-1 0 0,0-1 1 0 0,0 1-1 0 0,0 0 1 0 0,0-1-1 0 0,0 1 1 0 0,0 0-1 0 0,-3 0 1 0 0,-2 1 33 0 0,0 1 0 0 0,0-1 1 0 0,1 1-1 0 0,-1 0 0 0 0,0 0 0 0 0,1 1 1 0 0,-1 0-1 0 0,1 0 0 0 0,-11 8 0 0 0,-4 4 160 0 0,-22 20 0 0 0,41-33-277 0 0,-25 22 203 0 0,1 2 0 0 0,-42 52 0 0 0,55-61-166 0 0,1 1 0 0 0,1 0 0 0 0,1 1 0 0 0,0 1 1 0 0,1-1-1 0 0,-7 24 0 0 0,15-39-31 0 0,0 1-1 0 0,0-1 1 0 0,0 1 0 0 0,1-1 0 0 0,-1 1-1 0 0,1-1 1 0 0,0 1 0 0 0,1 6-1 0 0,-1-10-11 0 0,1 1 0 0 0,-1 0 0 0 0,1 0 0 0 0,0 0 0 0 0,-1-1 0 0 0,1 1 0 0 0,0 0 0 0 0,0-1 0 0 0,0 1 0 0 0,0 0 0 0 0,0-1 0 0 0,0 1 0 0 0,1-1 0 0 0,-1 0 0 0 0,0 1 0 0 0,1-1 0 0 0,-1 0 0 0 0,1 0 0 0 0,-1 0 0 0 0,1 0 0 0 0,0 0 0 0 0,2 1 0 0 0,3 0 7 0 0,-1-1-1 0 0,1 0 1 0 0,-1 0 0 0 0,1 0-1 0 0,-1-1 1 0 0,1 0-1 0 0,-1 0 1 0 0,1 0-1 0 0,-1-1 1 0 0,1 0-1 0 0,-1-1 1 0 0,1 1-1 0 0,-1-1 1 0 0,0 0 0 0 0,0-1-1 0 0,0 1 1 0 0,0-1-1 0 0,6-5 1 0 0,-1 1 3 0 0,0 0 0 0 0,0 0 0 0 0,-1-1 0 0 0,0-1 0 0 0,-1 0-1 0 0,0 0 1 0 0,0-1 0 0 0,9-14 0 0 0,-9 8 49 0 0,0 0-1 0 0,-1 0 1 0 0,-1 0-1 0 0,9-28 1 0 0,11-70 1049 0 0,-11 36 187 0 0,-15 76-1250 0 0,1-6 129 0 0,1 149 15 0 0,-1-11-105 0 0,0-112-77 0 0,0 0-1 0 0,1 0 1 0 0,1 0 0 0 0,0-1-1 0 0,9 19 1 0 0,-10-29-9 0 0,0-1-1 0 0,0 0 1 0 0,1 0-1 0 0,0 0 1 0 0,0 0-1 0 0,0 0 1 0 0,1-1-1 0 0,0 0 1 0 0,0 0-1 0 0,0 0 1 0 0,1-1-1 0 0,0 0 1 0 0,0 0-1 0 0,0 0 1 0 0,0-1-1 0 0,0 1 1 0 0,1-2-1 0 0,-1 1 1 0 0,1-1-1 0 0,0 0 1 0 0,0 0-1 0 0,0-1 1 0 0,0 0-1 0 0,0 0 1 0 0,11 0-1 0 0,-6-1-11 0 0,1-1-1 0 0,-1 0 1 0 0,0 0 0 0 0,1-2-1 0 0,-1 1 1 0 0,0-1 0 0 0,0-1-1 0 0,-1 0 1 0 0,1-1-1 0 0,-1 0 1 0 0,0-1 0 0 0,0 0-1 0 0,19-15 1 0 0,-11 3 0 0 0,-1 0-1 0 0,-1-1 1 0 0,0-1-1 0 0,-2-1 0 0 0,0 0 1 0 0,-2-1-1 0 0,0 0 1 0 0,-1-1-1 0 0,-2-1 1 0 0,0 0-1 0 0,8-31 1 0 0,-1-11-33 0 0,-2-1 1 0 0,11-137-1 0 0,-21 16 44 0 0,-5 185-16 0 0,-8 28 24 0 0,-30 384 1930 0 0,35-336-1731 0 0,0-28-85 0 0,-1-9-44 0 0,2 0 0 0 0,2 0 0 0 0,1 0 0 0 0,10 55 0 0 0,-11-88-108 0 0,1 0 0 0 0,0 0 0 0 0,0 0 0 0 0,0-1 0 0 0,0 1 0 0 0,0 0 1 0 0,0-1-1 0 0,1 1 0 0 0,0-1 0 0 0,-1 1 0 0 0,1-1 0 0 0,0 0 0 0 0,0 0 1 0 0,0 0-1 0 0,0 0 0 0 0,0 0 0 0 0,1 0 0 0 0,-1 0 0 0 0,0-1 0 0 0,1 1 0 0 0,0-1 1 0 0,-1 0-1 0 0,1 0 0 0 0,0 0 0 0 0,-1 0 0 0 0,1 0 0 0 0,0 0 0 0 0,0-1 1 0 0,0 0-1 0 0,0 1 0 0 0,0-1 0 0 0,0 0 0 0 0,-1 0 0 0 0,1-1 0 0 0,0 1 0 0 0,4-1 1 0 0,3-1-485 0 0,1-1 1 0 0,-1 0 0 0 0,0-1 0 0 0,0 0 0 0 0,0 0 0 0 0,0-1 0 0 0,-1 0 0 0 0,15-11-1 0 0,-11 6-1470 0 0,0-1 0 0 0,0-1 0 0 0,16-20 0 0 0,-7 3-3682 0 0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8:20.6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52 548 0 0,'-109'-10'13809'0'0,"106"10"-13021"0"0,0 0-138 0 0,-10-1-36 0 0,19-1 454 0 0,27-2 584 0 0,-20 2-1953 0 0,190-21-415 0 0,-135 18-2503 0 0,-1 1-3598 0 0,-47 4 1145 0 0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8:21.3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371 106 208 0 0,'3'-7'1198'0'0,"-1"1"-1"0"0,0-1 1 0 0,0 0-1 0 0,-1 1 1 0 0,0-1 0 0 0,1-8-1 0 0,-6-18 1319 0 0,4 32-2472 0 0,0 0 0 0 0,-1 0-1 0 0,1 0 1 0 0,-1 0 0 0 0,1 0 0 0 0,-1 0 0 0 0,0 1-1 0 0,1-1 1 0 0,-1 0 0 0 0,0 0 0 0 0,0 0 0 0 0,1 1-1 0 0,-1-1 1 0 0,0 0 0 0 0,0 1 0 0 0,0-1 0 0 0,0 1-1 0 0,0-1 1 0 0,0 1 0 0 0,0-1 0 0 0,0 1 0 0 0,0 0-1 0 0,0-1 1 0 0,0 1 0 0 0,0 0 0 0 0,0 0 0 0 0,-1 0-1 0 0,1 0 1 0 0,0 0 0 0 0,0 0 0 0 0,0 0 0 0 0,0 0-1 0 0,-2 1 1 0 0,-3 0 31 0 0,0 0 0 0 0,0 1 0 0 0,0 0 0 0 0,-6 3 0 0 0,12-5-69 0 0,-26 13 122 0 0,1 1 0 0 0,1 0 1 0 0,0 2-1 0 0,1 1 0 0 0,1 1 1 0 0,0 1-1 0 0,2 1 0 0 0,0 0 1 0 0,2 2-1 0 0,0 0 0 0 0,-16 27 1 0 0,28-40-107 0 0,1 0 0 0 0,1 0 1 0 0,0 0-1 0 0,0 1 0 0 0,0 0 1 0 0,1 0-1 0 0,-3 18 0 0 0,6-25-13 0 0,0 0 1 0 0,-1 0-1 0 0,1 0 0 0 0,0 0 0 0 0,0 0 1 0 0,1 0-1 0 0,-1 0 0 0 0,1-1 0 0 0,-1 1 1 0 0,1 0-1 0 0,0 0 0 0 0,0 0 0 0 0,0-1 1 0 0,0 1-1 0 0,1-1 0 0 0,-1 1 0 0 0,1-1 1 0 0,-1 1-1 0 0,1-1 0 0 0,0 0 0 0 0,0 0 0 0 0,0 1 1 0 0,0-2-1 0 0,1 1 0 0 0,-1 0 0 0 0,0 0 1 0 0,1-1-1 0 0,-1 1 0 0 0,1-1 0 0 0,-1 0 1 0 0,1 0-1 0 0,3 1 0 0 0,8 2 15 0 0,0-1 0 0 0,0 0 0 0 0,0-1 0 0 0,1-1 0 0 0,-1 0 0 0 0,0-1 0 0 0,1-1 0 0 0,-1 0 0 0 0,0-1 0 0 0,0 0 0 0 0,26-9 0 0 0,-26 7-5 0 0,0-1 0 0 0,0 0 0 0 0,-1-2 0 0 0,0 1 0 0 0,0-2 0 0 0,0 0 0 0 0,-1 0 0 0 0,0-1 0 0 0,-1 0 0 0 0,0-1 0 0 0,14-17 0 0 0,-7 1 480 0 0,-1 0 0 0 0,20-41 1 0 0,-1 0 1162 0 0,-35 65-1586 0 0,8 18 78 0 0,3 63 13 0 0,-8-45-128 0 0,1 0-1 0 0,2-1 1 0 0,2 1 0 0 0,17 45-1 0 0,-24-74-177 0 0,1 0 0 0 0,0 0 0 0 0,0 0 0 0 0,0 0 0 0 0,0 0 0 0 0,1-1 0 0 0,0 0 0 0 0,0 0 0 0 0,0 0 0 0 0,0 0 0 0 0,1 0 0 0 0,-1-1 0 0 0,1 0 0 0 0,0 0 0 0 0,10 4 0 0 0,-7-4-988 0 0,-1-1 0 0 0,1 0-1 0 0,0 0 1 0 0,-1-1 0 0 0,1 0-1 0 0,15 1 1 0 0,9-4-5620 0 0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8:23.2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2 159 1392 0 0,'0'0'1569'0'0,"-2"-12"2817"0"0,3 10-4162 0 0,-1-1 0 0 0,0 1 0 0 0,0-1 0 0 0,1 1 0 0 0,0-1 0 0 0,-1 1 0 0 0,1 0 0 0 0,0-1 0 0 0,0 1 0 0 0,0 0 0 0 0,0 0 0 0 0,1 0 0 0 0,-1 0 0 0 0,1 0 0 0 0,2-3 0 0 0,0 1-79 0 0,0 0 0 0 0,0 1 0 0 0,0 0 0 0 0,1 0 0 0 0,0 0 0 0 0,-1 0 0 0 0,6-1 1 0 0,2-1-84 0 0,1 1 1 0 0,-1 0-1 0 0,1 1 0 0 0,0 0 1 0 0,19-1-1 0 0,-7 3-10 0 0,0 0-1 0 0,0 2 1 0 0,1 1-1 0 0,44 9 0 0 0,-61-9-34 0 0,1 0 0 0 0,0 1-1 0 0,-1 0 1 0 0,0 1 0 0 0,0 0-1 0 0,0 1 1 0 0,0-1-1 0 0,-1 2 1 0 0,1-1 0 0 0,-1 1-1 0 0,-1 0 1 0 0,1 1-1 0 0,-1 0 1 0 0,0 0 0 0 0,6 10-1 0 0,-11-14-8 0 0,0 0 0 0 0,0 1-1 0 0,0-1 1 0 0,-1 1 0 0 0,1-1-1 0 0,-1 1 1 0 0,0 0 0 0 0,0 0-1 0 0,0 0 1 0 0,-1-1 0 0 0,1 1-1 0 0,-1 0 1 0 0,0 0 0 0 0,0 0-1 0 0,-1 5 1 0 0,-1-2-2 0 0,1 0 1 0 0,-1-1-1 0 0,0 0 1 0 0,-1 1-1 0 0,0-1 1 0 0,0 0 0 0 0,0-1-1 0 0,-6 9 1 0 0,-1-1 290 0 0,0-1 0 0 0,-1-1 1 0 0,0 1-1 0 0,-1-2 1 0 0,0 0-1 0 0,-27 17 1 0 0,-4 6 1848 0 0,41-32-2024 0 0,-3 1 9 0 0,10 3-39 0 0,9 3-15 0 0,-13-8-80 0 0,19 8 3 0 0,0 1 1 0 0,0 0-1 0 0,-1 2 0 0 0,0 0 1 0 0,-1 1-1 0 0,21 18 1 0 0,-29-21 3 0 0,-1 0-1 0 0,0 0 1 0 0,-1 1 0 0 0,0 0 0 0 0,0 0 0 0 0,-1 0 0 0 0,-1 1 0 0 0,0 1-1 0 0,0-1 1 0 0,-1 1 0 0 0,7 23 0 0 0,-10-27 2 0 0,-1 1 0 0 0,0-1 1 0 0,0 1-1 0 0,-1-1 0 0 0,0 1 0 0 0,0-1 1 0 0,-1 1-1 0 0,0-1 0 0 0,0 1 0 0 0,-1-1 1 0 0,-1 0-1 0 0,1 0 0 0 0,-1 0 0 0 0,0 0 1 0 0,-1 0-1 0 0,0-1 0 0 0,0 1 0 0 0,-1-1 1 0 0,0 0-1 0 0,0 0 0 0 0,-1-1 0 0 0,0 1 1 0 0,0-1-1 0 0,-9 7 0 0 0,2-3 57 0 0,-1 1 0 0 0,-1-2 0 0 0,1 0 0 0 0,-2 0 0 0 0,1-2 0 0 0,-1 0-1 0 0,0-1 1 0 0,0 0 0 0 0,-1-1 0 0 0,-34 5 0 0 0,49-9-44 0 0,0-1 0 0 0,0 0 0 0 0,0 1 0 0 0,0-1 0 0 0,-1 0-1 0 0,1 0 1 0 0,0 0 0 0 0,0 0 0 0 0,0-1 0 0 0,0 1 0 0 0,-1-1 0 0 0,1 1 0 0 0,0-1 0 0 0,0 0 0 0 0,0 1 0 0 0,0-1-1 0 0,0 0 1 0 0,0 0 0 0 0,0-1 0 0 0,1 1 0 0 0,-1 0 0 0 0,-3-4 0 0 0,4 4-16 0 0,1-1 1 0 0,-1 0-1 0 0,1 0 1 0 0,-1 0-1 0 0,1 0 1 0 0,0 0-1 0 0,-1 1 1 0 0,1-1-1 0 0,0 0 0 0 0,0 0 1 0 0,0 0-1 0 0,1 0 1 0 0,-1 0-1 0 0,0 0 1 0 0,1 0-1 0 0,-1 1 1 0 0,1-1-1 0 0,0 0 1 0 0,0 0-1 0 0,-1 0 1 0 0,1 1-1 0 0,0-1 0 0 0,0 1 1 0 0,3-4-1 0 0,14-20 1 0 0,1 1 0 0 0,1 0-1 0 0,34-29 1 0 0,75-55-56 0 0,-112 95 45 0 0,123-94-56 0 0,107-89-106 0 0,-229 179 160 0 0,0 0 0 0 0,23-31-1 0 0,-35 41-2 0 0,-1-1-1 0 0,1 0 0 0 0,-1-1 0 0 0,-1 1 1 0 0,0-1-1 0 0,0 0 0 0 0,-1 0 1 0 0,0-1-1 0 0,2-12 0 0 0,-4 20 8 0 0,-1 0 0 0 0,0 0 0 0 0,0 0 0 0 0,0 0 0 0 0,0-1 0 0 0,0 1 0 0 0,0 0 0 0 0,0 0 0 0 0,-1 0 0 0 0,1 0 0 0 0,-1 0 0 0 0,1 0 0 0 0,-1 0 0 0 0,0 0 0 0 0,0 0 0 0 0,0 0 0 0 0,0 0 0 0 0,0 1 0 0 0,0-1-1 0 0,-1 0 1 0 0,1 1 0 0 0,-1-1 0 0 0,1 0 0 0 0,-1 1 0 0 0,1 0 0 0 0,-1-1 0 0 0,0 1 0 0 0,-2-1 0 0 0,1 1-2 0 0,0-1 0 0 0,0 1 0 0 0,0 0 0 0 0,-1 0 0 0 0,1 1 0 0 0,-1-1 0 0 0,1 1 0 0 0,0-1 0 0 0,-1 1 0 0 0,1 0 0 0 0,-1 0 0 0 0,1 1 0 0 0,-1-1-1 0 0,1 1 1 0 0,-7 2 0 0 0,4-1 6 0 0,0 1-1 0 0,0 0 0 0 0,1 0 0 0 0,-1 0 0 0 0,1 1 1 0 0,-1 0-1 0 0,1 0 0 0 0,0 1 0 0 0,1-1 1 0 0,-1 1-1 0 0,1 0 0 0 0,0 0 0 0 0,0 0 0 0 0,1 1 1 0 0,-1 0-1 0 0,1-1 0 0 0,0 1 0 0 0,1 0 0 0 0,0 0 1 0 0,-1 1-1 0 0,2-1 0 0 0,-1 0 0 0 0,1 1 0 0 0,-1 6 1 0 0,2-7 1 0 0,-1-1 1 0 0,1 1-1 0 0,0-1 1 0 0,0 1 0 0 0,1-1-1 0 0,-1 1 1 0 0,1-1-1 0 0,1 1 1 0 0,-1-1-1 0 0,1 0 1 0 0,0 0 0 0 0,0 1-1 0 0,0-1 1 0 0,1-1-1 0 0,-1 1 1 0 0,1 0-1 0 0,1-1 1 0 0,-1 1 0 0 0,0-1-1 0 0,1 0 1 0 0,0 0-1 0 0,0 0 1 0 0,0-1 0 0 0,1 1-1 0 0,-1-1 1 0 0,1 0-1 0 0,0 0 1 0 0,8 3-1 0 0,4-1 8 0 0,-1 0 0 0 0,1-1 0 0 0,-1-1 0 0 0,1-1 0 0 0,0 0 0 0 0,0-1-1 0 0,0-1 1 0 0,24-3 0 0 0,0-2 0 0 0,-2-1 1 0 0,56-18-1 0 0,-76 19-13 0 0,0-2 0 0 0,-1 0 1 0 0,0-1-1 0 0,-1-1 1 0 0,0-1-1 0 0,17-12 0 0 0,-25 16-4 0 0,-1 0-1 0 0,0-1 1 0 0,-1-1-1 0 0,1 1 1 0 0,-1-1-1 0 0,-1 0 1 0 0,1-1-1 0 0,-2 0 1 0 0,1 0-1 0 0,-1 0 1 0 0,0 0-1 0 0,6-19 1 0 0,-10 23 4 0 0,0 0 1 0 0,-1 0 0 0 0,1 0 0 0 0,-1 0-1 0 0,0 0 1 0 0,0 0 0 0 0,0 0-1 0 0,-1 0 1 0 0,0 1 0 0 0,0-1-1 0 0,0 0 1 0 0,-1 0 0 0 0,1 1 0 0 0,-1-1-1 0 0,0 1 1 0 0,-1-1 0 0 0,1 1-1 0 0,-1 0 1 0 0,0 0 0 0 0,0 0-1 0 0,0 0 1 0 0,0 0 0 0 0,-1 1 0 0 0,1-1-1 0 0,-1 1 1 0 0,-5-3 0 0 0,8 5 3 0 0,-1 0-1 0 0,1 0 1 0 0,0 0 0 0 0,-1 0 0 0 0,1 0 0 0 0,-1 0 0 0 0,1 1-1 0 0,0-1 1 0 0,-1 1 0 0 0,1-1 0 0 0,-1 1 0 0 0,0 0 0 0 0,1-1 0 0 0,-1 1-1 0 0,1 0 1 0 0,-1 0 0 0 0,0 0 0 0 0,1 0 0 0 0,-1 0 0 0 0,1 1 0 0 0,-3-1-1 0 0,0 1-1 0 0,3-1 4 0 0,0 0-1 0 0,0 1 1 0 0,0-1-1 0 0,0 0 1 0 0,0 0 0 0 0,0 1-1 0 0,0-1 1 0 0,-1 1-1 0 0,1-1 1 0 0,0 1 0 0 0,0-1-1 0 0,0 1 1 0 0,1-1 0 0 0,-1 1-1 0 0,0 0 1 0 0,0 0-1 0 0,0-1 1 0 0,0 1 0 0 0,1 0-1 0 0,-1 0 1 0 0,0 0-1 0 0,1 0 1 0 0,-1 0 0 0 0,1 0-1 0 0,-1 0 1 0 0,1 0-1 0 0,-1 0 1 0 0,1 0 0 0 0,0 0-1 0 0,0 0 1 0 0,-1 1 0 0 0,1-1-1 0 0,0 0 1 0 0,0 0-1 0 0,0 0 1 0 0,0 2 0 0 0,1 0 1 0 0,-1-1 1 0 0,0 1-1 0 0,1-1 1 0 0,0 1-1 0 0,-1-1 1 0 0,1 1-1 0 0,0-1 1 0 0,0 0 0 0 0,0 1-1 0 0,1-1 1 0 0,-1 0-1 0 0,0 0 1 0 0,1 0-1 0 0,0 0 1 0 0,2 2-1 0 0,4 2-3 0 0,1 0-1 0 0,1-1 1 0 0,-1 0-1 0 0,1 0 1 0 0,0-1-1 0 0,0 0 0 0 0,0-1 1 0 0,1 0-1 0 0,13 2 1 0 0,12 0-111 0 0,51 1 0 0 0,-64-5 68 0 0,0-1 0 0 0,1-1-1 0 0,-1 0 1 0 0,0-2 0 0 0,0-1 0 0 0,0-1 0 0 0,41-14 0 0 0,-60 18 45 0 0,0-1 1 0 0,0 0 0 0 0,0 0-1 0 0,-1-1 1 0 0,7-4 0 0 0,-5 3 5 0 0,-4 4-9 0 0,0-2 5 0 0,4-2 1 0 0,-4 3 0 0 0,-4 2 0 0 0,1 0 1 0 0,-1 0-1 0 0,1 0 1 0 0,-1 1 0 0 0,1-1-1 0 0,0 1 1 0 0,-1 0-1 0 0,1 0 1 0 0,0-1 0 0 0,0 1-1 0 0,0 1 1 0 0,-1 1-1 0 0,-2 2 0 0 0,-6 6 12 0 0,0 0 0 0 0,1 1-1 0 0,0 0 1 0 0,-14 28 0 0 0,19-31-13 0 0,0 0 1 0 0,1 0-1 0 0,1 0 0 0 0,-1 0 0 0 0,2 0 0 0 0,-1 1 1 0 0,1-1-1 0 0,0 18 0 0 0,2-26-1 0 0,0 1 0 0 0,0-1 1 0 0,1 1-1 0 0,-1 0 0 0 0,1-1 0 0 0,-1 1 0 0 0,1-1 0 0 0,0 1 1 0 0,0-1-1 0 0,0 1 0 0 0,1-1 0 0 0,-1 0 0 0 0,1 1 0 0 0,-1-1 1 0 0,4 4-1 0 0,-1-3-62 0 0,0 1 1 0 0,0-1-1 0 0,0 0 1 0 0,1 0 0 0 0,-1-1-1 0 0,1 1 1 0 0,8 3-1 0 0,1-1-420 0 0,1-1 1 0 0,0-1-1 0 0,0 0 0 0 0,26 2 0 0 0,-28-4 99 0 0,1 0 0 0 0,-1-2-1 0 0,0 1 1 0 0,1-2 0 0 0,-1 0-1 0 0,0 0 1 0 0,0-1 0 0 0,0-1-1 0 0,0 0 1 0 0,-1-1 0 0 0,0 0-1 0 0,18-11 1 0 0,-20 9 369 0 0,1 0 1 0 0,-2-1 0 0 0,1 0-1 0 0,-1 0 1 0 0,0-1 0 0 0,-1-1-1 0 0,0 0 1 0 0,10-15 0 0 0,-5 1 1295 0 0,-1 0 1 0 0,-2 0 0 0 0,15-48 0 0 0,-15 41 434 0 0,-10 29-1173 0 0,-1 3-530 0 0,0-1 0 0 0,0 1-1 0 0,0-1 1 0 0,0 1 0 0 0,0-1 0 0 0,0 1 0 0 0,0 0 0 0 0,0 0 0 0 0,0-1 0 0 0,0 1 0 0 0,0 0 0 0 0,0 0 0 0 0,0 0 0 0 0,1 0 0 0 0,-1 0 0 0 0,0 0 0 0 0,1 0 0 0 0,-1 0 0 0 0,1 0 0 0 0,-1 2 0 0 0,-12 27 341 0 0,11-23-227 0 0,-5 13 145 0 0,1-1-1 0 0,-6 32 1 0 0,11-42-208 0 0,0 1 0 0 0,0-1 0 0 0,1 1 0 0 0,0-1 0 0 0,0 1 0 0 0,1-1 0 0 0,4 18 0 0 0,-4-25-40 0 0,-1 1-1 0 0,2 0 1 0 0,-1 0-1 0 0,0-1 1 0 0,0 1-1 0 0,1 0 1 0 0,0-1-1 0 0,-1 0 1 0 0,1 1-1 0 0,0-1 1 0 0,0 0-1 0 0,0 0 1 0 0,0 0 0 0 0,1 0-1 0 0,-1 0 1 0 0,1 0-1 0 0,2 1 1 0 0,0-1-2 0 0,0 0 0 0 0,0 0 1 0 0,0-1-1 0 0,0 0 1 0 0,0 0-1 0 0,0 0 1 0 0,0 0-1 0 0,0-1 1 0 0,7 0-1 0 0,1-1 2 0 0,0 0 0 0 0,-1-1-1 0 0,1-1 1 0 0,-1 0 0 0 0,1 0-1 0 0,-1-1 1 0 0,15-8 0 0 0,-11 3-14 0 0,-1 1 0 0 0,-1-2 1 0 0,0 0-1 0 0,0-1 0 0 0,-1-1 1 0 0,0 0-1 0 0,-1 0 0 0 0,0-1 1 0 0,-1-1-1 0 0,-1 0 0 0 0,0 0 0 0 0,-1-1 1 0 0,-1 0-1 0 0,0-1 0 0 0,10-29 1 0 0,-16 41-15 0 0,-1 0 0 0 0,0 0 0 0 0,0 0 0 0 0,0-1 0 0 0,-1 1 0 0 0,1 0 1 0 0,-1 0-1 0 0,0 0 0 0 0,0 0 0 0 0,-1 0 0 0 0,1-1 0 0 0,-1 1 0 0 0,0 0 1 0 0,0 0-1 0 0,-1 0 0 0 0,1 0 0 0 0,-1 1 0 0 0,1-1 0 0 0,-1 0 0 0 0,0 1 1 0 0,-1-1-1 0 0,1 1 0 0 0,-1-1 0 0 0,1 1 0 0 0,-1 0 0 0 0,0 0 0 0 0,0 0 1 0 0,0 1-1 0 0,-1-1 0 0 0,1 1 0 0 0,-1 0 0 0 0,1 0 0 0 0,-1 0 0 0 0,0 0 0 0 0,-5-1 1 0 0,-2-2-9 0 0,-1 2 0 0 0,0-1 0 0 0,0 2 0 0 0,0 0 0 0 0,0 0 0 0 0,0 1 0 0 0,-1 0 0 0 0,1 1 0 0 0,0 1 0 0 0,-24 3 0 0 0,22 0-333 0 0,0 0 0 0 0,0 0 0 0 0,1 1 0 0 0,0 1 0 0 0,0 0-1 0 0,0 1 1 0 0,-17 12 0 0 0,18-9-2052 0 0,0-1 0 0 0,0 2 0 0 0,-19 21-1 0 0,20-15-3584 0 0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8:25.0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128 968 152 0 0,'-15'9'2422'0'0,"-48"32"3009"0"0,58-37-5095 0 0,-1 1-1 0 0,1-1 0 0 0,0 1 0 0 0,1 1 0 0 0,-1-1 0 0 0,1 0 0 0 0,0 1 1 0 0,-4 7-1 0 0,7-12-302 0 0,1-1 1 0 0,0 1 0 0 0,0-1 0 0 0,-1 1-1 0 0,1-1 1 0 0,0 0 0 0 0,0 1 0 0 0,0-1-1 0 0,-1 1 1 0 0,1-1 0 0 0,0 1 0 0 0,0-1-1 0 0,0 1 1 0 0,0-1 0 0 0,0 1 0 0 0,0-1 0 0 0,0 1-1 0 0,0 0 1 0 0,0-1 0 0 0,0 1 0 0 0,0-1-1 0 0,1 1 1 0 0,-1-1 0 0 0,0 0 0 0 0,0 1-1 0 0,0-1 1 0 0,1 1 0 0 0,-1-1 0 0 0,0 1-1 0 0,0-1 1 0 0,1 1 0 0 0,-1-1 0 0 0,0 0-1 0 0,1 1 1 0 0,-1-1 0 0 0,1 0 0 0 0,-1 1-1 0 0,0-1 1 0 0,1 0 0 0 0,-1 0 0 0 0,1 1-1 0 0,-1-1 1 0 0,1 0 0 0 0,-1 0 0 0 0,1 0-1 0 0,-1 0 1 0 0,1 1 0 0 0,-1-1 0 0 0,1 0-1 0 0,-1 0 1 0 0,1 0 0 0 0,-1 0 0 0 0,1 0-1 0 0,0-1 1 0 0,25-1 435 0 0,-13-2-353 0 0,0 0 0 0 0,-1-1 0 0 0,1 0-1 0 0,-1-1 1 0 0,0-1 0 0 0,-1 0 0 0 0,0 0-1 0 0,0-1 1 0 0,0-1 0 0 0,-1 0 0 0 0,0 0-1 0 0,11-15 1 0 0,-1-1-22 0 0,-1-1 0 0 0,-1-1 0 0 0,28-57-1 0 0,-24 34-80 0 0,-2-1-1 0 0,-2 0 0 0 0,13-64 1 0 0,15-164 633 0 0,-41 240-649 0 0,-5 37 27 0 0,-1 3-21 0 0,-1 0 0 0 0,0 0-1 0 0,1 0 1 0 0,0 0 0 0 0,-1 0 0 0 0,1 1 0 0 0,0-1-1 0 0,-1 0 1 0 0,1 1 0 0 0,0-1 0 0 0,0 1-1 0 0,0 0 1 0 0,0-1 0 0 0,1 1 0 0 0,-1 0 0 0 0,0-1-1 0 0,0 4 1 0 0,-2 2 2 0 0,-16 34 39 0 0,2 0-1 0 0,-11 45 0 0 0,-16 89 30 0 0,35-137-67 0 0,2 1 0 0 0,1 0 0 0 0,2 1 0 0 0,2-1 0 0 0,3 47-1 0 0,0-76 2 0 0,0-1 0 0 0,1 1-1 0 0,0 0 1 0 0,1-1 0 0 0,0 0-1 0 0,1 1 1 0 0,-1-1 0 0 0,2 0-1 0 0,-1-1 1 0 0,10 14 0 0 0,-9-15 3 0 0,1-1 1 0 0,0 0 0 0 0,0 0-1 0 0,0-1 1 0 0,1 0 0 0 0,-1 0-1 0 0,1 0 1 0 0,0-1-1 0 0,1 0 1 0 0,-1 0 0 0 0,1-1-1 0 0,13 5 1 0 0,-4-4 0 0 0,-1 0 1 0 0,1-1-1 0 0,0-1 1 0 0,0-1-1 0 0,0 0 1 0 0,0-1-1 0 0,-1-1 1 0 0,1 0 0 0 0,0-1-1 0 0,0-1 1 0 0,-1-1-1 0 0,1 0 1 0 0,-1-1-1 0 0,0-1 1 0 0,0-1-1 0 0,-1 0 1 0 0,0-1-1 0 0,0 0 1 0 0,-1-1-1 0 0,0-1 1 0 0,-1 0-1 0 0,0-1 1 0 0,0-1-1 0 0,-1 0 1 0 0,-1 0-1 0 0,0-1 1 0 0,0 0-1 0 0,-2-1 1 0 0,1-1-1 0 0,-2 1 1 0 0,0-1-1 0 0,-1-1 1 0 0,0 1-1 0 0,-2-1 1 0 0,6-20 0 0 0,-9 25-5 0 0,1-1 0 0 0,-2-1 0 0 0,0 1 0 0 0,0 0 0 0 0,-1 0 0 0 0,-3-24 1 0 0,3 35-9 0 0,0-1 1 0 0,-1 1 0 0 0,1 0 0 0 0,-1 0 0 0 0,1 0 0 0 0,-1 0 0 0 0,1 0 0 0 0,-1 0 0 0 0,0-1 0 0 0,0 1 0 0 0,0 1 0 0 0,1-1 0 0 0,-1 0 0 0 0,0 0 0 0 0,0 0 0 0 0,0 0 0 0 0,0 1 0 0 0,0-1 0 0 0,0 0-1 0 0,-1 1 1 0 0,1-1 0 0 0,0 1 0 0 0,-2-1 0 0 0,-1 2 3 0 0,0-1-1 0 0,1 2 1 0 0,-1-1-1 0 0,1 0 0 0 0,-1 1 1 0 0,1-1-1 0 0,-1 1 1 0 0,1 0-1 0 0,0 0 1 0 0,0 0-1 0 0,0 1 0 0 0,0-1 1 0 0,0 1-1 0 0,1 0 1 0 0,-1 0-1 0 0,1 0 1 0 0,-1 0-1 0 0,1 0 0 0 0,0 0 1 0 0,1 0-1 0 0,-3 6 1 0 0,0-3-3 0 0,-2 5-2 0 0,-1 1 1 0 0,2 0 0 0 0,0 1 0 0 0,0-1-1 0 0,1 1 1 0 0,1 0 0 0 0,0 0 0 0 0,1 0-1 0 0,-2 26 1 0 0,4-33 9 0 0,0 0 1 0 0,1 1-1 0 0,0-1 1 0 0,0 0-1 0 0,0 0 0 0 0,1 0 1 0 0,0 0-1 0 0,0 0 0 0 0,0 0 1 0 0,1-1-1 0 0,0 1 0 0 0,0-1 1 0 0,0 0-1 0 0,1 1 0 0 0,-1-2 1 0 0,1 1-1 0 0,1 0 0 0 0,-1-1 1 0 0,1 1-1 0 0,-1-1 1 0 0,1-1-1 0 0,0 1 0 0 0,7 3 1 0 0,2 0 4 0 0,-1 0 0 0 0,1-1 0 0 0,1 0 1 0 0,-1-1-1 0 0,1-1 0 0 0,0-1 0 0 0,0 0 1 0 0,0 0-1 0 0,0-2 0 0 0,1 0 0 0 0,24-1 1 0 0,-30-1-23 0 0,0-1 0 0 0,-1 1 1 0 0,1-1-1 0 0,-1-1 0 0 0,1 0 0 0 0,-1 0 1 0 0,0-1-1 0 0,0 0 0 0 0,0-1 0 0 0,-1 0 1 0 0,1 0-1 0 0,-1-1 0 0 0,0 0 1 0 0,-1 0-1 0 0,1-1 0 0 0,-1 0 0 0 0,-1 0 1 0 0,12-16-1 0 0,-4-1 9 0 0,-2 0 0 0 0,0-1 0 0 0,15-50-1 0 0,-2 8 19 0 0,-23 60-34 0 0,10-13-58 0 0,-11 20 73 0 0,-1 0 1 0 0,1 0-1 0 0,0 0 1 0 0,-1 0-1 0 0,1 0 1 0 0,-1 0-1 0 0,1 0 1 0 0,0 0 0 0 0,-1 1-1 0 0,1-1 1 0 0,0 0-1 0 0,-1 0 1 0 0,1 1-1 0 0,-1-1 1 0 0,1 0-1 0 0,-1 1 1 0 0,1-1 0 0 0,-1 0-1 0 0,1 1 1 0 0,-1-1-1 0 0,1 1 1 0 0,-1-1-1 0 0,0 1 1 0 0,1-1-1 0 0,-1 1 1 0 0,10 10 2 0 0,4 7-13 0 0,-2 0 0 0 0,13 23 0 0 0,9 15 26 0 0,-25-44 13 0 0,1 1 0 0 0,18 17 0 0 0,-23-26-8 0 0,-1 0 0 0 0,1 0 0 0 0,0-1-1 0 0,0 1 1 0 0,0-1 0 0 0,1 0 0 0 0,-1-1 0 0 0,1 1 0 0 0,7 1 0 0 0,-10-4-14 0 0,-1 0 0 0 0,1 0 0 0 0,0 0 0 0 0,0-1 0 0 0,0 1 1 0 0,0-1-1 0 0,0 0 0 0 0,0 1 0 0 0,0-1 0 0 0,0-1 0 0 0,-1 1 0 0 0,1 0 0 0 0,-1-1 0 0 0,1 1 0 0 0,-1-1 1 0 0,1 0-1 0 0,-1 0 0 0 0,0 0 0 0 0,3-3 0 0 0,7-8 2 0 0,-1-2 0 0 0,0 1-1 0 0,-1-1 1 0 0,0-1 0 0 0,-2 0 0 0 0,13-29 0 0 0,7-14 1 0 0,-26 55-14 0 0,5-9-19 0 0,0 1-1 0 0,0-1 0 0 0,1 2 0 0 0,1-1 0 0 0,0 1 0 0 0,15-15 0 0 0,-21 24 23 0 0,-1 1 0 0 0,1-1-1 0 0,-1 1 1 0 0,1 0-1 0 0,0 0 1 0 0,-1 0 0 0 0,1 0-1 0 0,0 1 1 0 0,0-1 0 0 0,0 1-1 0 0,-1 0 1 0 0,1 0-1 0 0,0 0 1 0 0,0 0 0 0 0,0 0-1 0 0,0 0 1 0 0,0 1 0 0 0,-1-1-1 0 0,1 1 1 0 0,3 1-1 0 0,8 3 26 0 0,-1 0 0 0 0,23 13 0 0 0,-23-11-16 0 0,0 0 10 0 0,0-1 0 0 0,1 0 0 0 0,-1-1-1 0 0,1 0 1 0 0,0-2 0 0 0,0 1 0 0 0,0-2 0 0 0,1 1 0 0 0,-1-2 0 0 0,20 0 0 0 0,-31-1-14 0 0,1-1 0 0 0,-1 1 0 0 0,0-1 0 0 0,0 0 0 0 0,0 0 0 0 0,1 0 0 0 0,-1-1 0 0 0,0 1 0 0 0,0-1 0 0 0,-1 1 0 0 0,1-1-1 0 0,0 0 1 0 0,0 0 0 0 0,-1 0 0 0 0,0 0 0 0 0,1-1 0 0 0,-1 1 0 0 0,0-1 0 0 0,0 0 0 0 0,0 1 0 0 0,2-4 0 0 0,-1-2-15 0 0,1 0 1 0 0,-1 0 0 0 0,0 0-1 0 0,-1 0 1 0 0,0-1-1 0 0,0 1 1 0 0,1-15 0 0 0,-3 22 8 0 0,0-1 0 0 0,0 1 0 0 0,0-1-1 0 0,0 0 1 0 0,0 1 0 0 0,-1-1 0 0 0,1 1 0 0 0,0-1 0 0 0,-1 0 0 0 0,1 1 0 0 0,-1-1 0 0 0,0 1 0 0 0,1-1 0 0 0,-1 1 0 0 0,0 0 0 0 0,0-1 0 0 0,0 1 0 0 0,0 0 0 0 0,0 0 0 0 0,0-1 0 0 0,-2 0 0 0 0,1 1 3 0 0,0 0 0 0 0,0 0 0 0 0,0 0-1 0 0,0 1 1 0 0,0-1 0 0 0,0 1 0 0 0,0-1 0 0 0,0 1 0 0 0,-1-1 0 0 0,1 1 0 0 0,0 0 0 0 0,0 0-1 0 0,-1 0 1 0 0,1 1 0 0 0,0-1 0 0 0,0 0 0 0 0,0 1 0 0 0,0-1 0 0 0,0 1 0 0 0,-1 0-1 0 0,1 0 1 0 0,0 0 0 0 0,0 0 0 0 0,1 0 0 0 0,-1 0 0 0 0,-3 3 0 0 0,0-1 2 0 0,-8 7 23 0 0,0 0 0 0 0,1 1-1 0 0,0 0 1 0 0,0 1-1 0 0,1 0 1 0 0,1 1 0 0 0,0 0-1 0 0,1 1 1 0 0,0 0 0 0 0,1 0-1 0 0,0 1 1 0 0,2 0 0 0 0,0 0-1 0 0,0 1 1 0 0,2 0-1 0 0,-1 0 1 0 0,2 0 0 0 0,-2 29-1 0 0,5-41-6 0 0,0 0-1 0 0,0 0 1 0 0,1 0-1 0 0,-1 0 1 0 0,1 0-1 0 0,0 0 1 0 0,1 0-1 0 0,-1-1 1 0 0,1 1-1 0 0,-1 0 1 0 0,1-1-1 0 0,0 1 1 0 0,0-1-1 0 0,5 6 1 0 0,-2-4 1 0 0,-1-1 1 0 0,1 0-1 0 0,0 0 0 0 0,0 0 1 0 0,0-1-1 0 0,1 1 1 0 0,-1-1-1 0 0,11 4 1 0 0,2-1 10 0 0,0-1-1 0 0,0-1 1 0 0,1 0 0 0 0,-1-2 0 0 0,28 2-1 0 0,-8-3 0 0 0,0-2-1 0 0,0-1 1 0 0,0-2-1 0 0,0-2 1 0 0,-1-1-1 0 0,0-2 1 0 0,0-2-1 0 0,-1-1 1 0 0,62-30-1 0 0,-68 27-22 0 0,-1-2-1 0 0,-1-2 1 0 0,-1 0-1 0 0,0-2 0 0 0,-1-1 1 0 0,-2-1-1 0 0,0-1 1 0 0,-2-1-1 0 0,0-1 1 0 0,-2-1-1 0 0,23-39 0 0 0,-22 29-27 0 0,-2-2-1 0 0,-2-1 0 0 0,19-62 1 0 0,-28 76 8 0 0,-2-1 1 0 0,-1-1 0 0 0,-1 1-1 0 0,-1-1 1 0 0,-2 1 0 0 0,-3-45-1 0 0,2 65 9 0 0,-1-1-1 0 0,-1 0 1 0 0,0 1-1 0 0,0-1 1 0 0,0 1 0 0 0,-1 0-1 0 0,0-1 1 0 0,0 1-1 0 0,-1 0 1 0 0,-6-8-1 0 0,8 12 6 0 0,0 1-1 0 0,0 0 0 0 0,0 0 1 0 0,0 0-1 0 0,0 0 1 0 0,0 0-1 0 0,-1 0 1 0 0,1 1-1 0 0,-1-1 0 0 0,1 1 1 0 0,-1 0-1 0 0,0-1 1 0 0,0 1-1 0 0,1 0 1 0 0,-1 1-1 0 0,0-1 0 0 0,0 0 1 0 0,0 1-1 0 0,0 0 1 0 0,0-1-1 0 0,0 1 1 0 0,0 1-1 0 0,0-1 0 0 0,0 0 1 0 0,0 1-1 0 0,1-1 1 0 0,-1 1-1 0 0,0 0 1 0 0,0 0-1 0 0,-2 1 0 0 0,-3 2 14 0 0,0 0-1 0 0,1 0 0 0 0,0 1 0 0 0,0 0 0 0 0,1 0 0 0 0,-1 1 0 0 0,1 0 1 0 0,0 0-1 0 0,1 0 0 0 0,-1 1 0 0 0,-8 13 0 0 0,0 4 229 0 0,1 1-1 0 0,-14 33 0 0 0,15-26 22 0 0,1 1 1 0 0,2 0-1 0 0,1 0 0 0 0,1 1 1 0 0,2 0-1 0 0,2 0 0 0 0,1 0 0 0 0,1 0 1 0 0,2 1-1 0 0,2-1 0 0 0,1 0 0 0 0,8 34 1 0 0,-9-58-241 0 0,-1-1 1 0 0,2 0-1 0 0,-1 0 1 0 0,1 0-1 0 0,1 0 1 0 0,-1 0-1 0 0,2-1 1 0 0,-1 0-1 0 0,1 0 1 0 0,0 0-1 0 0,14 12 1 0 0,-11-12 38 0 0,1 0 0 0 0,1-1 0 0 0,0 0 0 0 0,0-1 0 0 0,0 0 0 0 0,1 0 1 0 0,-1-1-1 0 0,17 4 0 0 0,-7-3-674 0 0,1-2 1 0 0,-1 0-1 0 0,1-1 1 0 0,29-1 0 0 0,-23-2-2911 0 0,0-1 0 0 0,48-10 1 0 0,-42 3-4167 0 0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8:30.8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49 1744 0 0,'-57'-45'7358'0'0,"56"44"-7156"0"0,-4-1-63 0 0,3 1-404 0 0,5 10-977 0 0,6 9-2103 0 0,-2-9 1158 0 0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9:12.1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335 69 2248 0 0,'2'-10'7251'0'0,"-2"8"-6927"0"0,0 0 0 0 0,0-1 1 0 0,0 1-1 0 0,-1 0 0 0 0,1 0 1 0 0,-1-1-1 0 0,1 1 0 0 0,-1 0 0 0 0,0 0 1 0 0,0 0-1 0 0,0 0 0 0 0,0 0 1 0 0,0 0-1 0 0,0 0 0 0 0,-1 0 0 0 0,-2-3 1 0 0,1 3-208 0 0,1 0 0 0 0,-1 0 0 0 0,1 1 0 0 0,-1-1 0 0 0,0 0 0 0 0,0 1 1 0 0,1 0-1 0 0,-1 0 0 0 0,0 0 0 0 0,0 0 0 0 0,-5-1 0 0 0,2 1-128 0 0,-1 1-1 0 0,0-1 1 0 0,1 1 0 0 0,-1 1-1 0 0,1-1 1 0 0,-1 1 0 0 0,0 0-1 0 0,1 0 1 0 0,-1 1 0 0 0,1 0-1 0 0,-12 5 1 0 0,3 2 4 0 0,1 1 1 0 0,0 0-1 0 0,0 0 1 0 0,1 1-1 0 0,1 1 1 0 0,0 1-1 0 0,0-1 1 0 0,1 2-1 0 0,1-1 1 0 0,1 2 0 0 0,-1-1-1 0 0,2 1 1 0 0,0 1-1 0 0,1-1 1 0 0,1 1-1 0 0,0 1 1 0 0,-3 16-1 0 0,8-27-9 0 0,0-1 1 0 0,0 0-1 0 0,1 0 0 0 0,0 1 0 0 0,0-1 0 0 0,0 0 1 0 0,1 1-1 0 0,0-1 0 0 0,0 0 0 0 0,0 0 0 0 0,0 0 1 0 0,1 0-1 0 0,0 0 0 0 0,0 0 0 0 0,0 0 0 0 0,3 4 1 0 0,-3-6-26 0 0,1 0 1 0 0,-1-1 0 0 0,0 1 0 0 0,1-1 0 0 0,-1 1 0 0 0,1-1 0 0 0,0 0 0 0 0,0 0 0 0 0,0 0 0 0 0,0-1 0 0 0,0 1-1 0 0,0-1 1 0 0,0 1 0 0 0,0-1 0 0 0,1 0 0 0 0,-1 0 0 0 0,1 0 0 0 0,-1-1 0 0 0,0 1 0 0 0,1-1 0 0 0,-1 0 0 0 0,1 0 0 0 0,-1 0-1 0 0,6-1 1 0 0,-2-1 19 0 0,0 1 0 0 0,0-1 0 0 0,0 0 0 0 0,-1-1 0 0 0,1 0 0 0 0,-1 0 0 0 0,1 0 0 0 0,-1-1 0 0 0,0 0 0 0 0,0 0 0 0 0,-1 0 0 0 0,1-1 0 0 0,-1 0-1 0 0,0 0 1 0 0,0 0 0 0 0,-1-1 0 0 0,0 1 0 0 0,0-1 0 0 0,0 0 0 0 0,0-1 0 0 0,2-7 0 0 0,6-13 37 0 0,-2-1-1 0 0,0 0 1 0 0,8-51 0 0 0,-13 58 44 0 0,13-71 801 0 0,-17 90-877 0 0,-1 2-8 0 0,1 0 23 0 0,0 0 1 0 0,-1 0-1 0 0,1 0 1 0 0,0 1-1 0 0,0-1 1 0 0,-1 0-1 0 0,1 1 1 0 0,-1-1-1 0 0,1 0 1 0 0,0 1-1 0 0,-1-1 1 0 0,1 1-1 0 0,-1-1 1 0 0,1 1-1 0 0,-1-1 1 0 0,1 1 0 0 0,-1-1-1 0 0,1 1 1 0 0,-1-1-1 0 0,0 1 1 0 0,1 0-1 0 0,-1-1 1 0 0,0 1-1 0 0,1 0 1 0 0,5 22 19 0 0,-4-16-7 0 0,8 29 32 0 0,2 0-1 0 0,26 52 0 0 0,-31-74-659 0 0,1 0 0 0 0,1 0 0 0 0,1-1 0 0 0,-1 0 0 0 0,2 0 0 0 0,0-1 0 0 0,0-1 0 0 0,19 14 0 0 0,-30-24 540 0 0,1 0-1 0 0,0-1 1 0 0,0 1 0 0 0,0-1 0 0 0,0 1 0 0 0,1-1-1 0 0,-1 0 1 0 0,0 0 0 0 0,0 1 0 0 0,0-1 0 0 0,0 0-1 0 0,0 0 1 0 0,0 0 0 0 0,0 0 0 0 0,1 0-1 0 0,-1 0 1 0 0,0 0 0 0 0,0 0 0 0 0,0-1 0 0 0,0 1-1 0 0,0 0 1 0 0,0-1 0 0 0,0 1 0 0 0,0-1-1 0 0,0 1 1 0 0,0-1 0 0 0,0 1 0 0 0,0-1 0 0 0,0 0-1 0 0,0 1 1 0 0,0-1 0 0 0,-1 0 0 0 0,1 0-1 0 0,0 0 1 0 0,0 0 0 0 0,-1 1 0 0 0,1-1 0 0 0,0-2-1 0 0,2-2 1 0 0,0 0 0 0 0,0 0-1 0 0,-1 0 1 0 0,1 0-1 0 0,-1 0 1 0 0,1-8-1 0 0,30-187 4287 0 0,-33 199-4200 0 0,0 0 0 0 0,-1 0 0 0 0,1 1 0 0 0,0-1 0 0 0,1 0 0 0 0,-1 1 0 0 0,0-1 0 0 0,0 0 0 0 0,0 0 0 0 0,0 1 1 0 0,0-1-1 0 0,1 0 0 0 0,-1 1 0 0 0,0-1 0 0 0,1 0 0 0 0,-1 1 0 0 0,0-1 0 0 0,1 1 0 0 0,-1-1 0 0 0,1 1 0 0 0,-1-1 0 0 0,1 1 0 0 0,-1-1 0 0 0,1 1 0 0 0,-1-1 0 0 0,1 1 0 0 0,0-1 0 0 0,-1 1 0 0 0,1 0 0 0 0,0-1 0 0 0,-1 1 1 0 0,1 0-1 0 0,0 0 0 0 0,-1 0 0 0 0,1-1 0 0 0,0 1 0 0 0,-1 0 0 0 0,1 0 0 0 0,0 0 0 0 0,0 0 0 0 0,-1 0 0 0 0,1 0 0 0 0,0 0 0 0 0,0 1 0 0 0,-1-1 0 0 0,1 0 0 0 0,0 0 0 0 0,-1 0 0 0 0,1 1 0 0 0,0-1 0 0 0,3 2 30 0 0,-1 0-1 0 0,0-1 0 0 0,0 1 0 0 0,0 0 0 0 0,0 1 0 0 0,0-1 0 0 0,0 0 0 0 0,3 5 0 0 0,1 2 50 0 0,-1 0 0 0 0,0 0-1 0 0,-1 0 1 0 0,0 1 0 0 0,-1 0 0 0 0,7 19 0 0 0,-4 0 186 0 0,5 34 0 0 0,-8-39 104 0 0,-4-22-213 0 0,-1-3-163 0 0,1 1 1 0 0,-1-1-1 0 0,1 0 1 0 0,-1 1-1 0 0,1-1 1 0 0,0 0-1 0 0,-1 1 1 0 0,1-1-1 0 0,0 0 0 0 0,-1 0 1 0 0,1 0-1 0 0,0 1 1 0 0,0-1-1 0 0,-1 0 1 0 0,1 0-1 0 0,0 0 1 0 0,0 1-1 0 0,0-1 1 0 0,0 0-1 0 0,0 0 0 0 0,1-1 1 0 0,-1-20-30 0 0,3 4 2 0 0,1 1 0 0 0,1 0 0 0 0,0 1 0 0 0,1-1 0 0 0,0 1 0 0 0,13-22 0 0 0,-13 28 15 0 0,0 1 0 0 0,0-1 0 0 0,1 1 0 0 0,0 1 0 0 0,0-1 0 0 0,1 1 0 0 0,0 1 0 0 0,1-1 0 0 0,-1 2 0 0 0,1-1 0 0 0,13-6 0 0 0,-19 11 6 0 0,0 1-1 0 0,-1-1 1 0 0,1 1 0 0 0,0 0 0 0 0,0 0-1 0 0,0 1 1 0 0,0-1 0 0 0,0 0-1 0 0,0 1 1 0 0,0 0 0 0 0,1 0 0 0 0,-1 0-1 0 0,0 0 1 0 0,0 0 0 0 0,0 1 0 0 0,0-1-1 0 0,0 1 1 0 0,0 0 0 0 0,0 0 0 0 0,0 0-1 0 0,0 0 1 0 0,5 4 0 0 0,-3-2 15 0 0,-1 1 0 0 0,1 0 1 0 0,-1 0-1 0 0,0 1 0 0 0,0-1 0 0 0,0 1 1 0 0,0 0-1 0 0,-1 0 0 0 0,0 1 1 0 0,5 9-1 0 0,-4-5 7 0 0,-1 1 0 0 0,0 0 0 0 0,-1-1 0 0 0,0 1 1 0 0,0 0-1 0 0,-1 14 0 0 0,0-15-654 0 0,0 1-1 0 0,0-1 1 0 0,0 0 0 0 0,2 1 0 0 0,-1-1 0 0 0,8 17-1 0 0,-4-16-2112 0 0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9:12.6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345 593 1464 0 0,'0'-2'603'0'0,"-1"0"0"0"0,1 0 0 0 0,0 0 0 0 0,0 0 0 0 0,-1 0 1 0 0,1 1-1 0 0,-1-1 0 0 0,0 0 0 0 0,-1-3 0 0 0,1 4-446 0 0,0-1 1 0 0,1 1-1 0 0,-1 0 1 0 0,0 0-1 0 0,0 0 1 0 0,0 0-1 0 0,0 0 0 0 0,-1 0 1 0 0,1 0-1 0 0,0 0 1 0 0,0 0-1 0 0,0 1 1 0 0,-1-1-1 0 0,1 0 1 0 0,0 1-1 0 0,-1-1 1 0 0,1 1-1 0 0,-1 0 0 0 0,1-1 1 0 0,-1 1-1 0 0,1 0 1 0 0,0 0-1 0 0,-2 0 1 0 0,-7 1 54 0 0,1 0 0 0 0,0 1-1 0 0,0 0 1 0 0,0 0 0 0 0,0 1 0 0 0,1 0 0 0 0,-1 1 0 0 0,1 0 0 0 0,0 0 0 0 0,0 1 0 0 0,0 0 0 0 0,0 1 0 0 0,1-1 0 0 0,0 1 0 0 0,0 1 0 0 0,-7 9-1 0 0,-4 4 17 0 0,0 1-1 0 0,2 1 0 0 0,1 1 0 0 0,-18 35 0 0 0,20-33-110 0 0,1 1 0 0 0,-14 44 0 0 0,24-62-106 0 0,-1 1-1 0 0,1 0 1 0 0,1 0 0 0 0,0 0 0 0 0,0 0-1 0 0,1 0 1 0 0,0 0 0 0 0,0 0 0 0 0,1 0 0 0 0,0 0-1 0 0,1 0 1 0 0,3 11 0 0 0,-5-18-9 0 0,1 0 0 0 0,0 0-1 0 0,0 0 1 0 0,0-1 0 0 0,0 1 0 0 0,0 0 0 0 0,0-1 0 0 0,0 1 0 0 0,1-1 0 0 0,-1 1 0 0 0,1-1-1 0 0,-1 1 1 0 0,1-1 0 0 0,-1 0 0 0 0,1 0 0 0 0,0 0 0 0 0,-1 0 0 0 0,1 0 0 0 0,3 1 0 0 0,-2-1 1 0 0,0-1 0 0 0,1 1 0 0 0,-1-1 0 0 0,0 1 0 0 0,1-1 0 0 0,-1 0 0 0 0,1 0 0 0 0,-1-1 0 0 0,1 1 0 0 0,4-2 0 0 0,4-2 3 0 0,-1 0-1 0 0,1 0 1 0 0,-1-1 0 0 0,0-1 0 0 0,12-8 0 0 0,-4 2-36 0 0,0-2 0 0 0,-1-1-1 0 0,-1 0 1 0 0,-1-1 0 0 0,0-1 0 0 0,-1 0 0 0 0,14-21 0 0 0,-11 11-73 0 0,-2 0 0 0 0,-1-1 0 0 0,-1-1 0 0 0,16-48 0 0 0,-15 24 2 0 0,-2 0 0 0 0,-3-1-1 0 0,-1 0 1 0 0,-3-1 0 0 0,-3-91-1 0 0,-3 103 156 0 0,-3 0 0 0 0,-2 0-1 0 0,-14-59 1 0 0,19 99-51 0 0,-1 1 1 0 0,0 0-1 0 0,1-1 0 0 0,-1 1 0 0 0,0 0 1 0 0,0 0-1 0 0,0-1 0 0 0,-1 1 0 0 0,1 0 0 0 0,0 0 1 0 0,-1 0-1 0 0,0 1 0 0 0,1-1 0 0 0,-4-3 1 0 0,4 5-3 0 0,0 0-1 0 0,0-1 1 0 0,0 1 0 0 0,0 0 0 0 0,0 0 0 0 0,0 0 0 0 0,-1 0-1 0 0,1 0 1 0 0,0 0 0 0 0,0 0 0 0 0,0 0 0 0 0,0 0 0 0 0,0 0 0 0 0,0 1-1 0 0,0-1 1 0 0,0 0 0 0 0,0 1 0 0 0,0-1 0 0 0,0 1 0 0 0,0-1-1 0 0,0 1 1 0 0,0 0 0 0 0,1-1 0 0 0,-1 1 0 0 0,0 0 0 0 0,0-1-1 0 0,0 1 1 0 0,1 0 0 0 0,-1 0 0 0 0,0 0 0 0 0,1 0 0 0 0,-1 0 0 0 0,0 1-1 0 0,-7 10 49 0 0,1 0 0 0 0,1 0-1 0 0,0 1 1 0 0,0-1-1 0 0,1 1 1 0 0,-5 21-1 0 0,-13 83 446 0 0,16-64-159 0 0,2 1-1 0 0,3 100 0 0 0,5-122-263 0 0,0 0 0 0 0,2 0 0 0 0,1-1 1 0 0,2 0-1 0 0,1 0 0 0 0,14 32 0 0 0,-16-47-193 0 0,1-2-1 0 0,0 1 1 0 0,1-1-1 0 0,1 0 0 0 0,0-1 1 0 0,0 0-1 0 0,2 0 1 0 0,-1-2-1 0 0,2 1 0 0 0,-1-1 1 0 0,23 14-1 0 0,-22-17-884 0 0,1-1 0 0 0,1 1-1 0 0,-1-2 1 0 0,1 0 0 0 0,0-1-1 0 0,1-1 1 0 0,24 4 0 0 0,6-2-4932 0 0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8:43.9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37 372 0 0,'-14'-7'1658'0'0,"1"1"0"0"0,-1 0 0 0 0,1 1 1 0 0,-1 0-1 0 0,-16-2 0 0 0,30 7-1646 0 0,-1 0 0 0 0,1 0 0 0 0,-1 0-1 0 0,1 0 1 0 0,0 0 0 0 0,-1 0 0 0 0,1 0 0 0 0,-1 0 0 0 0,1 0 0 0 0,0 1-1 0 0,-1-1 1 0 0,1 0 0 0 0,-1 0 0 0 0,1 0 0 0 0,0 0 0 0 0,-1 1 0 0 0,1-1-1 0 0,0 0 1 0 0,-1 1 0 0 0,1-1 0 0 0,0 0 0 0 0,0 0 0 0 0,-1 1 0 0 0,1-1-1 0 0,0 0 1 0 0,0 1 0 0 0,-1-1 0 0 0,1 1 0 0 0,0-1 0 0 0,0 0 0 0 0,0 1-1 0 0,0-1 1 0 0,0 1 0 0 0,-1-1 0 0 0,1 0 0 0 0,0 1 0 0 0,0-1 0 0 0,0 1-1 0 0,0-1 1 0 0,0 1 0 0 0,0-1 0 0 0,1 1 0 0 0,2 15-705 0 0,-1-13 167 0 0,-1 0 0 0 0,2 0 0 0 0,-1 0 0 0 0,0 0-1 0 0,1 0 1 0 0,-1-1 0 0 0,4 3 0 0 0,-5-3 7 0 0,9 6-2487 0 0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8:45.4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71 172 1832 0 0,'-64'-29'10548'0'0,"57"22"-8662"0"0,26 0-1596 0 0,-1 0-1 0 0,1 1 1 0 0,0 1 0 0 0,35-5 0 0 0,-28 6-200 0 0,349-65 211 0 0,-226 43-269 0 0,-146 26-29 0 0,1-1-18 0 0,-3 1-102 0 0,-1 0 0 0 0,1 0 0 0 0,-1-1 1 0 0,1 1-1 0 0,0 0 0 0 0,0 0 1 0 0,-1 0-1 0 0,1 0 0 0 0,0 0 0 0 0,-1 0 1 0 0,1 0-1 0 0,0 0 0 0 0,-1 0 1 0 0,1 1-1 0 0,0-1 0 0 0,-1 0 0 0 0,1 0 1 0 0,0 1-132 0 0,-1 0 0 0 0,0-1 0 0 0,0 1 1 0 0,0 0-1 0 0,1-1 0 0 0,-1 1 1 0 0,0 0-1 0 0,0 0 0 0 0,0-1 0 0 0,0 1 1 0 0,0 0-1 0 0,-1-1 0 0 0,1 1 0 0 0,0 0 1 0 0,0-1-1 0 0,0 1 0 0 0,0 0 0 0 0,-1-1 1 0 0,1 1-1 0 0,0-1 0 0 0,-1 1 1 0 0,1 0-1 0 0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9:14.2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1181 2544 0 0,'-12'6'3299'0'0,"11"-6"-3196"0"0,0 0 1 0 0,0 0 0 0 0,0 1-1 0 0,0-1 1 0 0,0 0 0 0 0,0 1-1 0 0,0-1 1 0 0,0 1 0 0 0,0-1 0 0 0,1 1-1 0 0,-1-1 1 0 0,0 1 0 0 0,0 0-1 0 0,1-1 1 0 0,-1 1 0 0 0,0 0-1 0 0,1 0 1 0 0,-1 0 0 0 0,0-1 0 0 0,1 1-1 0 0,-1 0 1 0 0,1 0 0 0 0,0 0-1 0 0,-1 0 1 0 0,1 0 0 0 0,0 0-1 0 0,-1 0 1 0 0,1 0 0 0 0,0 0-1 0 0,0 0 1 0 0,0 0 0 0 0,0 0 0 0 0,0 0-1 0 0,0 0 1 0 0,0 0 0 0 0,0 0-1 0 0,1 0 1 0 0,-1 0 0 0 0,0 0-1 0 0,1 0 1 0 0,-1 0 0 0 0,0 0 0 0 0,1 0-1 0 0,-1 0 1 0 0,1 0 0 0 0,-1-1-1 0 0,1 1 1 0 0,0 0 0 0 0,-1 0-1 0 0,1 0 1 0 0,0-1 0 0 0,0 1 0 0 0,0-1-1 0 0,-1 1 1 0 0,1 0 0 0 0,0-1-1 0 0,0 1 1 0 0,0-1 0 0 0,2 1-1 0 0,1 1-13 0 0,0-1-1 0 0,0 0 0 0 0,0 0 0 0 0,0 0 0 0 0,0 0 1 0 0,0-1-1 0 0,1 1 0 0 0,-1-1 0 0 0,0 0 0 0 0,0 0 1 0 0,0-1-1 0 0,8-1 0 0 0,-4 0-7 0 0,-1-1-1 0 0,0 1 1 0 0,0-1-1 0 0,0-1 1 0 0,0 1 0 0 0,9-8-1 0 0,2-3 34 0 0,-1-1 0 0 0,0 0 0 0 0,27-35 0 0 0,-29 30-96 0 0,0-1-1 0 0,-2-1 0 0 0,0 0 0 0 0,-2-1 1 0 0,0 0-1 0 0,8-29 0 0 0,-1-8-60 0 0,14-82 0 0 0,-16 45 30 0 0,3-144 0 0 0,-24-100-36 0 0,5 341 49 0 0,-3-21-121 0 0,-1 17 34 0 0,-2 12 66 0 0,0 9 4 0 0,0 0-1 0 0,1 0 1 0 0,2 0 0 0 0,-1 0 0 0 0,2 1-1 0 0,-1 22 1 0 0,0 1 23 0 0,-7 39 75 0 0,-15 221 337 0 0,24-265-378 0 0,2 0 0 0 0,2 1 1 0 0,1-2-1 0 0,2 1 0 0 0,2 0 0 0 0,14 41 1 0 0,-19-67-31 0 0,1 0 1 0 0,0-1-1 0 0,1 1 0 0 0,0-1 1 0 0,1 0-1 0 0,0-1 1 0 0,0 1-1 0 0,1-1 1 0 0,0-1-1 0 0,9 9 0 0 0,-12-13-34 0 0,1 1-1 0 0,0-1 0 0 0,1 1 0 0 0,-1-2 0 0 0,0 1 0 0 0,1 0 0 0 0,0-1 0 0 0,-1 0 0 0 0,1-1 1 0 0,0 1-1 0 0,0-1 0 0 0,0 0 0 0 0,0 0 0 0 0,0-1 0 0 0,0 0 0 0 0,0 0 0 0 0,0 0 1 0 0,11-3-1 0 0,-4 0-122 0 0,-1 0 0 0 0,1-1 0 0 0,-1 0 0 0 0,0-1 1 0 0,0 0-1 0 0,-1-1 0 0 0,0-1 0 0 0,0 0 0 0 0,13-9 0 0 0,-9 3-33 0 0,-1 0 0 0 0,0-1 0 0 0,-1-1 0 0 0,-1 0-1 0 0,17-26 1 0 0,-9 6-5 0 0,-1-1-1 0 0,-2-1 1 0 0,-1-1-1 0 0,-2-1 1 0 0,11-49-1 0 0,-8 10 490 0 0,-3 0 0 0 0,-4-1 0 0 0,-3-1 0 0 0,-7-142-1 0 0,0 218-268 0 0,0-1 0 0 0,0 1-1 0 0,-1-1 1 0 0,0 1-1 0 0,0-1 1 0 0,0 1-1 0 0,0 0 1 0 0,-3-5-1 0 0,3 10-30 0 0,0 0 0 0 0,0-1-1 0 0,0 1 1 0 0,0 0-1 0 0,0 0 1 0 0,0 1-1 0 0,0-1 1 0 0,0 0-1 0 0,0 0 1 0 0,1 0-1 0 0,-1 1 1 0 0,0 1-1 0 0,-9 31 187 0 0,1 1 0 0 0,3-1-1 0 0,-4 44 1 0 0,1-6 237 0 0,-26 315 1462 0 0,29-53-160 0 0,6-333-1336 0 0,2-3-349 0 0,-1-1 0 0 0,0 0 1 0 0,0 0-1 0 0,0 0 0 0 0,0 0 1 0 0,0 0-1 0 0,0-6 1 0 0,0 5-5 0 0,7-30-34 0 0,2 1-1 0 0,1 0 1 0 0,1 1-1 0 0,2 0 1 0 0,23-39-1 0 0,-31 61-22 0 0,1 0 0 0 0,1 1-1 0 0,0 0 1 0 0,0 0 0 0 0,0 0 0 0 0,1 1-1 0 0,1 0 1 0 0,10-6 0 0 0,-12 9 3 0 0,0 1 1 0 0,0 0 0 0 0,0 1 0 0 0,0 0 0 0 0,1 0-1 0 0,-1 1 1 0 0,1 0 0 0 0,0 0 0 0 0,0 1-1 0 0,0 0 1 0 0,0 0 0 0 0,10 2 0 0 0,-12-1 8 0 0,-1 1 0 0 0,1 0 0 0 0,-1 0 0 0 0,0 1 0 0 0,1 0 0 0 0,-1 0 0 0 0,0 0 0 0 0,0 1 0 0 0,0 0 0 0 0,-1 0 1 0 0,1 0-1 0 0,-1 1 0 0 0,1 0 0 0 0,-1 0 0 0 0,-1 0 0 0 0,1 1 0 0 0,0-1 0 0 0,-1 1 0 0 0,0 0 0 0 0,5 9 0 0 0,-2-2 17 0 0,0 0-1 0 0,-2 1 0 0 0,1 0 0 0 0,-2 0 0 0 0,1 0 0 0 0,-2 1 1 0 0,0-1-1 0 0,2 21 0 0 0,-2-3 21 0 0,-3-18-12 0 0,1 0 1 0 0,1 0 0 0 0,0-1 0 0 0,1 1 0 0 0,0-1 0 0 0,6 15-1 0 0,-9-26-17 0 0,1 0 0 0 0,0-1 0 0 0,-1 1 0 0 0,1-1-1 0 0,0 1 1 0 0,0-1 0 0 0,0 1 0 0 0,-1-1-1 0 0,1 1 1 0 0,0-1 0 0 0,0 0 0 0 0,0 1 0 0 0,0-1-1 0 0,0 0 1 0 0,0 0 0 0 0,0 1 0 0 0,0-1 0 0 0,0 0-1 0 0,0 0 1 0 0,0 0 0 0 0,-1 0 0 0 0,1-1 0 0 0,0 1-1 0 0,0 0 1 0 0,0 0 0 0 0,1-1 0 0 0,25-7 35 0 0,-13 1-34 0 0,0 0 0 0 0,-1-1-1 0 0,0 0 1 0 0,-1-1 0 0 0,14-13 0 0 0,54-57-36 0 0,-79 78 31 0 0,52-58-11 0 0,-2-3-1 0 0,-3-1 0 0 0,47-83 0 0 0,-89 135 24 0 0,0 0-1 0 0,0 0 1 0 0,-1-1 0 0 0,0 1 0 0 0,-1-1-1 0 0,-1 0 1 0 0,1 0 0 0 0,-2 0 0 0 0,2-20-1 0 0,-4 32-12 0 0,0-1-1 0 0,-1 0 1 0 0,1 0-1 0 0,0 1 1 0 0,-1-1-1 0 0,1 0 1 0 0,0 0-1 0 0,-1 1 1 0 0,1-1-1 0 0,-1 0 1 0 0,1 1-1 0 0,-1-1 1 0 0,1 0-1 0 0,-1 1 1 0 0,0-1-1 0 0,1 1 1 0 0,-1-1-1 0 0,0 1 1 0 0,1 0-1 0 0,-1-1 1 0 0,0 1-1 0 0,0-1 1 0 0,1 1-1 0 0,-1 0 1 0 0,0 0-1 0 0,0 0 1 0 0,1-1-1 0 0,-1 1 1 0 0,0 0-1 0 0,0 0 1 0 0,0 0-1 0 0,0 0 1 0 0,1 0-1 0 0,-1 0 1 0 0,0 0-1 0 0,0 1 1 0 0,0-1-1 0 0,1 0 1 0 0,-1 0-1 0 0,0 1 1 0 0,-1 0-1 0 0,-17 10-2 0 0,1 1 0 0 0,1 2 0 0 0,-1-1 0 0 0,2 2 0 0 0,0 0 0 0 0,1 1 0 0 0,-13 18 0 0 0,5-4 15 0 0,2 1 1 0 0,1 0-1 0 0,-22 50 0 0 0,38-74 0 0 0,1 0-1 0 0,1 0 1 0 0,-1 1-1 0 0,2-1 0 0 0,-1 1 1 0 0,1-1-1 0 0,0 1 1 0 0,0-1-1 0 0,1 1 1 0 0,0-1-1 0 0,0 1 0 0 0,0 0 1 0 0,1-1-1 0 0,4 13 1 0 0,-4-15 2 0 0,1 0 0 0 0,1 0 1 0 0,-1 0-1 0 0,1 0 0 0 0,-1-1 0 0 0,1 1 1 0 0,1-1-1 0 0,-1 0 0 0 0,1 0 0 0 0,-1 0 1 0 0,1 0-1 0 0,0-1 0 0 0,0 0 0 0 0,1 1 1 0 0,-1-1-1 0 0,1-1 0 0 0,0 1 0 0 0,-1-1 1 0 0,1 0-1 0 0,0 0 0 0 0,9 2 0 0 0,11 2 11 0 0,1-2-1 0 0,0 0 0 0 0,0-2 1 0 0,0-1-1 0 0,0-1 1 0 0,52-6-1 0 0,-2-7-55 0 0,78-22 0 0 0,-57 5-838 0 0,-88 26 290 0 0,0 1 1 0 0,-1-2-1 0 0,1 1 0 0 0,-1-1 1 0 0,1 0-1 0 0,-1-1 0 0 0,-1 0 1 0 0,10-9-1 0 0,-15 13-90 0 0,4-7-506 0 0,-4-12-7369 0 0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9:14.6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106 133 1692 0 0,'-3'-1'2152'0'0,"-63"-10"7589"0"0,51 9-8231 0 0,13 2-881 0 0,-18-2 1139 0 0,126-22-884 0 0,168-33-4431 0 0,-172 35-2455 0 0,-47 9-421 0 0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9:15.9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143 162 1752 0 0,'16'-72'10018'0'0,"-15"70"-9577"0"0,-1 2-410 0 0,0 0 1 0 0,0 0-1 0 0,0-1 0 0 0,0 1 1 0 0,0 0-1 0 0,0 0 0 0 0,0-1 1 0 0,0 1-1 0 0,0 0 0 0 0,0 0 0 0 0,-1-1 1 0 0,1 1-1 0 0,0 0 0 0 0,0 0 1 0 0,0-1-1 0 0,0 1 0 0 0,0 0 1 0 0,0 0-1 0 0,-1 0 0 0 0,1-1 0 0 0,0 1 1 0 0,0 0-1 0 0,0 0 0 0 0,0 0 1 0 0,-1-1-1 0 0,1 1 0 0 0,0 0 1 0 0,0 0-1 0 0,-1 0 0 0 0,1 0 0 0 0,0 0 1 0 0,0 0-1 0 0,-1 0 0 0 0,1 0 1 0 0,0 0-1 0 0,-1-1 0 0 0,-7 9 172 0 0,1 0 0 0 0,0 1 0 0 0,0-1-1 0 0,1 1 1 0 0,0 1 0 0 0,-8 15 0 0 0,-26 69 442 0 0,31-73-501 0 0,-27 86 294 0 0,32-92-392 0 0,1 0 0 0 0,0 1 0 0 0,1 0 0 0 0,1-1 0 0 0,0 18 0 0 0,1-29-35 0 0,1 0 1 0 0,-1 0-1 0 0,1 0 0 0 0,-1 0 1 0 0,1 0-1 0 0,0 0 0 0 0,1 0 1 0 0,-1 0-1 0 0,1 0 0 0 0,0 0 1 0 0,0-1-1 0 0,0 1 0 0 0,0-1 1 0 0,1 1-1 0 0,-1-1 0 0 0,6 5 1 0 0,-6-6-1 0 0,2 0 0 0 0,-1 0 0 0 0,0 0 0 0 0,0 0 0 0 0,0-1 0 0 0,1 1 0 0 0,-1-1 0 0 0,1 0 0 0 0,-1 0 0 0 0,1 0 0 0 0,0-1 0 0 0,-1 1 0 0 0,1-1 0 0 0,0 0 0 0 0,-1 0 0 0 0,1 0 0 0 0,7-1 0 0 0,-5-1-6 0 0,0 1-1 0 0,-1-1 1 0 0,1 0 0 0 0,0 0-1 0 0,-1 0 1 0 0,0-1-1 0 0,1 0 1 0 0,-1 0 0 0 0,0-1-1 0 0,-1 1 1 0 0,1-1 0 0 0,-1 0-1 0 0,1 0 1 0 0,-1 0 0 0 0,0-1-1 0 0,-1 0 1 0 0,1 1 0 0 0,2-7-1 0 0,3-3 2 0 0,-1-1 1 0 0,-1-1-1 0 0,-1 1 0 0 0,0-1 0 0 0,3-17 0 0 0,-3 11-5 0 0,-1-1 0 0 0,-2 1 0 0 0,0-1 0 0 0,-1-42 0 0 0,-3 53-11 0 0,0 1 0 0 0,0 0 0 0 0,-1 0 0 0 0,0 0 0 0 0,-1 0 0 0 0,0 0-1 0 0,-1 1 1 0 0,0-1 0 0 0,0 1 0 0 0,-2 0 0 0 0,-10-18 0 0 0,14 26 2 0 0,1 0 0 0 0,-1 0 0 0 0,0 0-1 0 0,1 0 1 0 0,-1 0 0 0 0,0 0 0 0 0,0 1-1 0 0,0-1 1 0 0,-1 0 0 0 0,1 1 0 0 0,0 0-1 0 0,0 0 1 0 0,-1-1 0 0 0,1 1 0 0 0,-1 1 0 0 0,1-1-1 0 0,-1 0 1 0 0,1 1 0 0 0,-1-1 0 0 0,-3 0-1 0 0,3 2 3 0 0,0-1-1 0 0,0 1 0 0 0,0 0 1 0 0,0 0-1 0 0,0 0 1 0 0,0 0-1 0 0,0 0 0 0 0,0 1 1 0 0,0-1-1 0 0,1 1 0 0 0,-1 0 1 0 0,1 0-1 0 0,-1 0 1 0 0,-2 3-1 0 0,-5 6-9 0 0,1 0 0 0 0,0 1-1 0 0,1 0 1 0 0,0 0 0 0 0,-11 26 0 0 0,15-29 14 0 0,0 1 0 0 0,0 0-1 0 0,1 0 1 0 0,1 1 0 0 0,-1-1 0 0 0,2 1 0 0 0,0-1 0 0 0,0 1 0 0 0,1-1 0 0 0,0 1-1 0 0,2 11 1 0 0,-1-15-25 0 0,0-1 0 0 0,0 0-1 0 0,1 0 1 0 0,0 0 0 0 0,0 0-1 0 0,1 0 1 0 0,0 0-1 0 0,0-1 1 0 0,0 1 0 0 0,1-1-1 0 0,-1 0 1 0 0,1 0 0 0 0,1 0-1 0 0,-1 0 1 0 0,1-1 0 0 0,-1 0-1 0 0,1 0 1 0 0,0 0-1 0 0,10 5 1 0 0,-6-5-99 0 0,0 0-1 0 0,1 0 1 0 0,0-1-1 0 0,-1-1 1 0 0,1 0-1 0 0,0 0 1 0 0,0-1 0 0 0,0 0-1 0 0,0 0 1 0 0,0-1-1 0 0,0-1 1 0 0,0 1-1 0 0,0-2 1 0 0,0 0-1 0 0,0 0 1 0 0,0 0 0 0 0,0-1-1 0 0,-1-1 1 0 0,0 0-1 0 0,11-5 1 0 0,-5 1 43 0 0,0-1 1 0 0,-1 0-1 0 0,1-1 1 0 0,-2 0-1 0 0,1-1 1 0 0,-2-1-1 0 0,1 0 1 0 0,-2-1-1 0 0,1 0 1 0 0,-2-1-1 0 0,10-15 0 0 0,-6 3 100 0 0,-1-1-1 0 0,17-52 0 0 0,7-58 1761 0 0,-35 132-1665 0 0,-2 3 36 0 0,-2 14 103 0 0,-9 51 1212 0 0,-6 107 0 0 0,13 65 300 0 0,4-211-1624 0 0,15 460 1572 0 0,-1 3-1082 0 0,-14-480-610 0 0,0 6 34 0 0,0 0 0 0 0,-3 20 0 0 0,2-31-44 0 0,1 0 0 0 0,0 1 1 0 0,-1-1-1 0 0,0 0 0 0 0,1 0 1 0 0,-1 0-1 0 0,0 0 0 0 0,0 1 1 0 0,0-1-1 0 0,0 0 0 0 0,-1-1 1 0 0,1 1-1 0 0,0 0 0 0 0,-1 0 1 0 0,1 0-1 0 0,-1-1 0 0 0,0 1 1 0 0,1-1-1 0 0,-1 1 0 0 0,-4 1 1 0 0,4-2-5 0 0,-1-1 1 0 0,1 0-1 0 0,0 1 0 0 0,-1-1 1 0 0,1 0-1 0 0,0 0 1 0 0,-1-1-1 0 0,1 1 1 0 0,0 0-1 0 0,-1-1 1 0 0,1 1-1 0 0,0-1 1 0 0,0 0-1 0 0,-1 0 0 0 0,1 0 1 0 0,0 0-1 0 0,0 0 1 0 0,0 0-1 0 0,-2-2 1 0 0,-3-2 7 0 0,0 0 1 0 0,0-1-1 0 0,-9-10 1 0 0,-3-6-60 0 0,1-1 0 0 0,1-1 1 0 0,1-1-1 0 0,1 0 0 0 0,1-1 0 0 0,-11-29 0 0 0,10 16-45 0 0,1-1 0 0 0,3-1 0 0 0,-12-67 0 0 0,19 73 66 0 0,1-1 0 0 0,2 1-1 0 0,1-1 1 0 0,2 1 0 0 0,2-1 0 0 0,1 1 0 0 0,1 0 0 0 0,2 1 0 0 0,23-62 0 0 0,-21 71 16 0 0,1 1-1 0 0,1 0 1 0 0,1 0-1 0 0,1 2 1 0 0,1 0-1 0 0,1 0 1 0 0,1 1-1 0 0,1 2 1 0 0,0-1-1 0 0,2 2 1 0 0,0 1-1 0 0,1 0 1 0 0,39-23-1 0 0,-44 32-13 0 0,1 0 0 0 0,0 0 0 0 0,1 2 0 0 0,-1 0 0 0 0,1 1-1 0 0,34-5 1 0 0,-42 9 8 0 0,0 0 0 0 0,1 0 0 0 0,-1 1 0 0 0,0 1 0 0 0,0-1 0 0 0,1 2 0 0 0,-1 0 0 0 0,0 0-1 0 0,0 0 1 0 0,0 1 0 0 0,-1 1 0 0 0,1 0 0 0 0,16 9 0 0 0,-23-11 13 0 0,-1-1 0 0 0,1 1 0 0 0,-1 0 0 0 0,1 0 0 0 0,-1 0 0 0 0,0 1 0 0 0,1-1 0 0 0,-1 0 0 0 0,0 1 0 0 0,-1-1 0 0 0,1 1 0 0 0,0 0 0 0 0,-1 0 0 0 0,0-1 0 0 0,1 1 0 0 0,-1 0 0 0 0,0 0-1 0 0,1 6 1 0 0,-2-5 2 0 0,0 0-1 0 0,0-1 1 0 0,-1 1-1 0 0,1 0 1 0 0,-1 0-1 0 0,0 0 1 0 0,0 0-1 0 0,0 0 0 0 0,0 0 1 0 0,-1-1-1 0 0,1 1 1 0 0,-5 6-1 0 0,-2 2 6 0 0,-1 0 0 0 0,0-1-1 0 0,-1 0 1 0 0,0-1 0 0 0,-1 0 0 0 0,-23 17-1 0 0,16-15 33 0 0,0-1 0 0 0,0 0-1 0 0,-28 11 1 0 0,37-19-153 0 0,0 0 0 0 0,0 0 0 0 0,0 0-1 0 0,0-1 1 0 0,0-1 0 0 0,0 0 0 0 0,-1 0-1 0 0,1-1 1 0 0,-1 0 0 0 0,-10-1 0 0 0,17 1-17 0 0,1-1 0 0 0,0 1 1 0 0,-1 0-1 0 0,1-1 0 0 0,0 0 0 0 0,0 1 1 0 0,-1-1-1 0 0,1 0 0 0 0,0 0 1 0 0,0 0-1 0 0,0-1 0 0 0,0 1 0 0 0,0 0 1 0 0,0-1-1 0 0,1 1 0 0 0,-1-1 0 0 0,0 0 1 0 0,1 1-1 0 0,-2-4 0 0 0,2 3-52 0 0,0 0 1 0 0,0 0-1 0 0,0 0 0 0 0,1-1 0 0 0,-1 1 0 0 0,1 0 0 0 0,0 0 0 0 0,0-1 1 0 0,0 1-1 0 0,0 0 0 0 0,0-1 0 0 0,0 1 0 0 0,1 0 0 0 0,-1-1 1 0 0,2-3-1 0 0,3-6-590 0 0,0 0 1 0 0,1 1-1 0 0,0-1 1 0 0,0 1-1 0 0,14-16 1 0 0,8-9-2180 0 0,1-2-989 0 0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9:16.1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81 400 0 0,'28'-29'4192'0'0,"-20"21"-2963"0"0,-1 0 0 0 0,0 0 0 0 0,8-11 0 0 0,-15 18-1187 0 0,0 1 1 0 0,0 0 0 0 0,0-1 0 0 0,0 1 0 0 0,0-1-1 0 0,1 1 1 0 0,-1 0 0 0 0,0-1 0 0 0,0 1 0 0 0,0 0-1 0 0,1-1 1 0 0,-1 1 0 0 0,0 0 0 0 0,1-1 0 0 0,-1 1-1 0 0,0 0 1 0 0,0 0 0 0 0,1-1 0 0 0,-1 1-1 0 0,1 0 1 0 0,-1 0 0 0 0,0 0 0 0 0,1-1 0 0 0,-1 1-1 0 0,0 0 1 0 0,1 0 0 0 0,-1 0 0 0 0,1 0 0 0 0,-1 0-1 0 0,1 0 1 0 0,-1 0 0 0 0,0 0 0 0 0,1 0 0 0 0,-1 0-1 0 0,1 0 1 0 0,-1 0 0 0 0,0 0 0 0 0,1 0 0 0 0,-1 0-1 0 0,1 0 1 0 0,-1 1 0 0 0,0-1 0 0 0,1 0 0 0 0,-1 0-1 0 0,0 0 1 0 0,1 1 0 0 0,-1-1 0 0 0,1 1 0 0 0,7 15 1343 0 0,-5 8-607 0 0,-2-1-1 0 0,0 1 1 0 0,-2 0-1 0 0,-6 41 1 0 0,2-9-286 0 0,-8 76-8 0 0,-4 76 87 0 0,16-164-2271 0 0,6 49-1 0 0,-1-62-751 0 0,-1-13-3080 0 0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9:16.5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31 250 1184 0 0,'-14'-8'5618'0'0,"13"7"-5437"0"0,0 1 0 0 0,0-1 0 0 0,0 1 0 0 0,0-1 0 0 0,0 0 0 0 0,0 1 0 0 0,0-1-1 0 0,0 0 1 0 0,1 0 0 0 0,-1 0 0 0 0,0 0 0 0 0,0 0 0 0 0,1 0 0 0 0,-1 1 0 0 0,1-2 0 0 0,-1 1 0 0 0,1 0 0 0 0,-1 0 0 0 0,1 0 0 0 0,0 0 0 0 0,-1 0 0 0 0,1 0 0 0 0,0-3 0 0 0,0 3-141 0 0,1 0 0 0 0,0-1 0 0 0,0 1-1 0 0,-1-1 1 0 0,1 1 0 0 0,0 0 0 0 0,0 0 0 0 0,0-1 0 0 0,1 1 0 0 0,-1 0 0 0 0,0 0 0 0 0,0 0 0 0 0,0 0 0 0 0,1 0 0 0 0,-1 1 0 0 0,1-1 0 0 0,-1 0 0 0 0,1 1 0 0 0,1-1 0 0 0,191-75-1854 0 0,-34 16-2416 0 0,-56 10 6772 0 0,-84 40-644 0 0,-18 11-1823 0 0,-1 0-1 0 0,0 1 1 0 0,1-1 0 0 0,-1 1 0 0 0,0-1 0 0 0,0 1 0 0 0,0 0 0 0 0,0 0 0 0 0,0-1 0 0 0,0 1 0 0 0,-1 0 0 0 0,1 0 0 0 0,0 0-1 0 0,-1 0 1 0 0,0 0 0 0 0,1 0 0 0 0,-1-1 0 0 0,0 1 0 0 0,0 0 0 0 0,0 3 0 0 0,-3 48 1496 0 0,2-44-1229 0 0,-2 216 2812 0 0,4-212-3043 0 0,0-1-1 0 0,0 1 1 0 0,6 19 0 0 0,-6-28-218 0 0,0 0 0 0 0,1 0 0 0 0,-1-1 0 0 0,1 1 0 0 0,0-1 0 0 0,0 1 0 0 0,0-1 0 0 0,0 1 0 0 0,0-1 0 0 0,1 0 0 0 0,0 0 0 0 0,0 0 0 0 0,-1-1 0 0 0,1 1 0 0 0,4 2 0 0 0,-5-5-50 0 0,-1 1 0 0 0,1-1 1 0 0,0 1-1 0 0,0-1 0 0 0,-1 0 1 0 0,1 0-1 0 0,0 0 0 0 0,0 0 1 0 0,0 0-1 0 0,-1 0 0 0 0,1 0 1 0 0,0-1-1 0 0,0 1 0 0 0,-1 0 1 0 0,1-1-1 0 0,0 0 0 0 0,-1 1 1 0 0,3-2-1 0 0,0 0-611 0 0,0 0 0 0 0,0 0 1 0 0,0-1-1 0 0,-1 1 0 0 0,1-1 1 0 0,3-3-1 0 0,5-10-4188 0 0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9:16.7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45 908 0 0,'-7'-12'2120'0'0,"-2"5"-628"0"0,4-2 801 0 0,-10-1-849 0 0,-3 3-556 0 0,3 7-584 0 0,-1 7-372 0 0,8 0-344 0 0,-1 9-1324 0 0,6-6-521 0 0,-1 0-315 0 0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9:17.3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0 140 0 0,'1'3'2312'0'0,"2"11"-881"0"0,0 0 1 0 0,0 0 0 0 0,-1 0 0 0 0,-1 1 0 0 0,-1 16-1 0 0,-6 75 1390 0 0,4-84-2314 0 0,-1 0-1 0 0,-1 0 1 0 0,-1-1-1 0 0,-11 33 1 0 0,16-53-500 0 0,-1-1 1 0 0,1 0-1 0 0,0 1 1 0 0,0-1-1 0 0,0 0 1 0 0,0 1-1 0 0,-1-1 1 0 0,1 0-1 0 0,0 1 1 0 0,0-1-1 0 0,-1 0 1 0 0,1 0 0 0 0,0 1-1 0 0,-1-1 1 0 0,1 0-1 0 0,0 0 1 0 0,-1 0-1 0 0,1 1 1 0 0,0-1-1 0 0,-1 0 1 0 0,1 0-1 0 0,0 0 1 0 0,-1 0-1 0 0,1 0 1 0 0,0 0 0 0 0,-1 0-1 0 0,1 0 1 0 0,-1 0-1 0 0,1 0 1 0 0,0 0-1 0 0,-1 0 1 0 0,1 0-1 0 0,-1 0 1 0 0,1 0-1 0 0,0 0 1 0 0,-1 0-1 0 0,1 0 1 0 0,0 0 0 0 0,-1-1-1 0 0,1 1 1 0 0,0 0-1 0 0,-1 0 1 0 0,1 0-1 0 0,0-1 1 0 0,0 1-1 0 0,-1 0 1 0 0,1-1-1 0 0,0 1 1 0 0,0 0-1 0 0,-1 0 1 0 0,1-1 0 0 0,0 1-1 0 0,0 0 1 0 0,0-1-1 0 0,-1 1 1 0 0,1 0-1 0 0,0-1 1 0 0,0 1-1 0 0,0-1 1 0 0,0 1-1 0 0,0 0 1 0 0,0-1-1 0 0,0 1 1 0 0,0-1 0 0 0,-2-17-174 0 0,0 0 1 0 0,1 0-1 0 0,1 0 1 0 0,1 0-1 0 0,1 0 1 0 0,7-32-1 0 0,-8 43 131 0 0,1-1 0 0 0,1 0 0 0 0,-1 1 0 0 0,1 0 1 0 0,0-1-1 0 0,1 1 0 0 0,0 0 0 0 0,0 1 0 0 0,0-1 0 0 0,1 1 0 0 0,0 0 0 0 0,0 0 0 0 0,1 0 1 0 0,0 1-1 0 0,0-1 0 0 0,0 1 0 0 0,0 1 0 0 0,11-6 0 0 0,-14 8 21 0 0,0 1 0 0 0,1 0 1 0 0,-1 0-1 0 0,0 0 0 0 0,1 1 0 0 0,-1-1 1 0 0,1 1-1 0 0,0-1 0 0 0,-1 1 0 0 0,1 0 0 0 0,-1 1 1 0 0,1-1-1 0 0,-1 1 0 0 0,5 0 0 0 0,-2 1-5 0 0,1 1-1 0 0,-2-1 0 0 0,1 1 1 0 0,0 0-1 0 0,0 0 0 0 0,-1 0 0 0 0,8 7 1 0 0,-4-2 9 0 0,-1-1 0 0 0,0 2 1 0 0,0-1-1 0 0,-1 1 0 0 0,0 0 0 0 0,-1 0 1 0 0,0 1-1 0 0,8 15 0 0 0,-11-16 31 0 0,0 0 0 0 0,0 1 0 0 0,0-1 1 0 0,-1 0-1 0 0,1 13 0 0 0,-3-17 16 0 0,1-1 1 0 0,-1 1-1 0 0,-1-1 0 0 0,1 0 0 0 0,-1 1 1 0 0,1-1-1 0 0,-1 0 0 0 0,0 0 0 0 0,-1 1 1 0 0,1-1-1 0 0,-1 0 0 0 0,0 0 0 0 0,-2 4 1 0 0,3-6 48 0 0,-10-8-95 0 0,11 6-3 0 0,-1 0-1 0 0,0-1 0 0 0,0 1 1 0 0,0 0-1 0 0,1-1 1 0 0,-1 1-1 0 0,0-1 0 0 0,0 1 1 0 0,1-1-1 0 0,-1 1 0 0 0,0-1 1 0 0,1 1-1 0 0,-1-1 0 0 0,0 1 1 0 0,1-1-1 0 0,-1 0 0 0 0,1 0 1 0 0,-1 1-1 0 0,1-1 0 0 0,0 0 1 0 0,-1 0-1 0 0,0-1 0 0 0,-1-6-33 0 0,-1 0-1 0 0,1 0 0 0 0,0 0 0 0 0,1 0 1 0 0,0 0-1 0 0,0 0 0 0 0,1-1 0 0 0,0 1 0 0 0,0 0 1 0 0,1 0-1 0 0,0-1 0 0 0,1 1 0 0 0,0 0 1 0 0,0 0-1 0 0,1 0 0 0 0,-1 1 0 0 0,2-1 0 0 0,-1 0 1 0 0,1 1-1 0 0,8-12 0 0 0,-5 10 33 0 0,-1 0 0 0 0,2 0 0 0 0,-1 0 0 0 0,1 1 0 0 0,0 0 0 0 0,1 1 0 0 0,0 0 0 0 0,0 0-1 0 0,1 1 1 0 0,-1 0 0 0 0,1 1 0 0 0,1 0 0 0 0,-1 1 0 0 0,16-5 0 0 0,-23 8 7 0 0,0 0 0 0 0,0 0-1 0 0,0 1 1 0 0,1 0 0 0 0,-1-1 0 0 0,0 1 0 0 0,0 0-1 0 0,0 1 1 0 0,0-1 0 0 0,0 0 0 0 0,0 1 0 0 0,0 0-1 0 0,0 0 1 0 0,0 0 0 0 0,0 0 0 0 0,0 0 0 0 0,5 3-1 0 0,-5-1 3 0 0,0-1-1 0 0,0 1 0 0 0,0 0 1 0 0,0 0-1 0 0,-1 0 0 0 0,1 0 0 0 0,-1 0 1 0 0,0 1-1 0 0,0-1 0 0 0,0 1 1 0 0,0 0-1 0 0,1 3 0 0 0,0 5 20 0 0,0 0 0 0 0,0-1 0 0 0,-1 1 0 0 0,0 0 0 0 0,-1 0-1 0 0,-1 0 1 0 0,-1 22 0 0 0,1-33-17 0 0,-4 70-1201 0 0,4-65 544 0 0,0-1 0 0 0,1 1 0 0 0,-1 0 0 0 0,1-1 1 0 0,1 1-1 0 0,-1-1 0 0 0,1 1 0 0 0,0-1 0 0 0,0 0 0 0 0,4 7 0 0 0,0-3-2231 0 0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9:18.2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223 543 556 0 0,'2'-6'974'0'0,"1"0"1"0"0,-1 0-1 0 0,0-1 0 0 0,-1 1 0 0 0,1 0 1 0 0,-1 0-1 0 0,-1-1 0 0 0,1 1 0 0 0,-1-1 1 0 0,0 1-1 0 0,-2-9 0 0 0,2 14-932 0 0,0 1 0 0 0,0-1 0 0 0,0 0 0 0 0,-1 0 0 0 0,1 1 0 0 0,0-1 1 0 0,-1 0-1 0 0,1 1 0 0 0,-1-1 0 0 0,1 1 0 0 0,0-1 0 0 0,-1 0 0 0 0,1 1 0 0 0,-1-1 0 0 0,0 1 0 0 0,1-1 0 0 0,-1 1 0 0 0,1 0 0 0 0,-1-1 0 0 0,0 1 0 0 0,1 0 0 0 0,-1-1 0 0 0,0 1 0 0 0,0 0 1 0 0,1 0-1 0 0,-1-1 0 0 0,0 1 0 0 0,0 0 0 0 0,1 0 0 0 0,-1 0 0 0 0,0 0 0 0 0,0 0 0 0 0,1 0 0 0 0,-2 1 0 0 0,-20 5 86 0 0,21-5-84 0 0,-7 2-1 0 0,0 1 1 0 0,1 1 0 0 0,-1-1 0 0 0,1 1 0 0 0,0 1 0 0 0,1-1-1 0 0,-1 1 1 0 0,-6 8 0 0 0,-42 55 79 0 0,53-66-114 0 0,-9 12 11 0 0,1 1 1 0 0,1 0 0 0 0,-9 19-1 0 0,16-29-9 0 0,-1 0 1 0 0,1 0-1 0 0,0 0 1 0 0,0 0-1 0 0,1 0 0 0 0,0 1 1 0 0,0-1-1 0 0,0 0 0 0 0,1 1 1 0 0,0-1-1 0 0,0 0 0 0 0,2 11 1 0 0,-1-15-18 0 0,-1 0 1 0 0,1 0 0 0 0,0 0-1 0 0,0-1 1 0 0,0 1-1 0 0,0 0 1 0 0,0 0 0 0 0,0-1-1 0 0,0 1 1 0 0,0-1 0 0 0,1 1-1 0 0,-1-1 1 0 0,1 0-1 0 0,-1 1 1 0 0,1-1 0 0 0,-1 0-1 0 0,1 0 1 0 0,0 0 0 0 0,-1 0-1 0 0,1 0 1 0 0,0-1-1 0 0,0 1 1 0 0,0 0 0 0 0,0-1-1 0 0,0 0 1 0 0,0 1 0 0 0,0-1-1 0 0,-1 0 1 0 0,1 0-1 0 0,0 0 1 0 0,0 0 0 0 0,0 0-1 0 0,0 0 1 0 0,0-1 0 0 0,0 1-1 0 0,3-2 1 0 0,3 0-99 0 0,-1 0 0 0 0,1-1 0 0 0,-1 0 0 0 0,1 0 0 0 0,-1 0 0 0 0,0-1 0 0 0,12-9 1 0 0,-13 8 10 0 0,1-1-1 0 0,-1-1 1 0 0,0 1 0 0 0,0-1 0 0 0,-1 0 0 0 0,0 0 0 0 0,5-9 0 0 0,24-58-272 0 0,-2 4 504 0 0,-25 59-154 0 0,-6 11 15 0 0,-1 0 0 0 0,0 0 1 0 0,0 0-1 0 0,0 0 1 0 0,0 0-1 0 0,0 0 1 0 0,0 0-1 0 0,0-1 1 0 0,0 1-1 0 0,0 0 0 0 0,0 0 1 0 0,0 0-1 0 0,1 0 1 0 0,-1 0-1 0 0,0 0 1 0 0,0 0-1 0 0,0 0 1 0 0,0 0-1 0 0,0 0 1 0 0,0 1-1 0 0,0-1 0 0 0,0 0 1 0 0,0 0-1 0 0,0 0 1 0 0,0 0-1 0 0,1 0 1 0 0,-1 0-1 0 0,0 0 1 0 0,0 0-1 0 0,0 0 1 0 0,0 0-1 0 0,0 0 0 0 0,0 0 1 0 0,0 0-1 0 0,0 0 1 0 0,0 0-1 0 0,0 0 1 0 0,0 0-1 0 0,0 0 1 0 0,0 1-1 0 0,0-1 1 0 0,0 0-1 0 0,0 0 0 0 0,0 0 1 0 0,0 0-1 0 0,0 0 1 0 0,0 0-1 0 0,0 0 1 0 0,0 0-1 0 0,0 0 1 0 0,0 0-1 0 0,0 1 0 0 0,0-1 1 0 0,0 0-1 0 0,0 0 1 0 0,0 0-1 0 0,0 0 1 0 0,0 0-1 0 0,0 0 1 0 0,-2 26 186 0 0,0-17-78 0 0,0 7 39 0 0,0 0 0 0 0,0 0 1 0 0,2 1-1 0 0,0-1 0 0 0,1 0 1 0 0,0 0-1 0 0,1 0 0 0 0,9 31 1 0 0,-10-45-137 0 0,0 1 0 0 0,0-1 1 0 0,0 0-1 0 0,1 0 1 0 0,-1 0-1 0 0,0 0 0 0 0,1 0 1 0 0,0 0-1 0 0,-1 0 1 0 0,1 0-1 0 0,0-1 0 0 0,0 1 1 0 0,0-1-1 0 0,0 1 1 0 0,0-1-1 0 0,4 2 0 0 0,-1-1 2 0 0,-1-1-1 0 0,0 0 0 0 0,0 0 0 0 0,1 0 1 0 0,-1 0-1 0 0,1-1 0 0 0,-1 0 1 0 0,9 0-1 0 0,-3-1-4 0 0,0-1 1 0 0,-1 1-1 0 0,1-2 1 0 0,0 0-1 0 0,-1 0 1 0 0,1 0-1 0 0,13-9 1 0 0,-11 5-86 0 0,-1-1 0 0 0,0-1 1 0 0,0 0-1 0 0,-1-1 0 0 0,0 0 1 0 0,-1 0-1 0 0,0-1 1 0 0,-1 0-1 0 0,0-1 0 0 0,-1 0 1 0 0,9-17-1 0 0,0-7-230 0 0,-1-1 1 0 0,17-66 0 0 0,-20 55 303 0 0,-2 1 1 0 0,-2-2 0 0 0,-3 1 0 0 0,-1-1 0 0 0,-5-77 0 0 0,0 115 70 0 0,0-1 1 0 0,-1 1 0 0 0,0 0-1 0 0,-5-14 1 0 0,7 25-67 0 0,0 0 0 0 0,0-1 0 0 0,-1 1 0 0 0,1 0 0 0 0,0-1 0 0 0,0 1 0 0 0,0 0 0 0 0,-1 0 0 0 0,1-1 0 0 0,0 1 0 0 0,0 0 0 0 0,-1 0 0 0 0,1-1 0 0 0,0 1 0 0 0,-1 0 0 0 0,1 0 0 0 0,0 0 0 0 0,-1-1 0 0 0,1 1 0 0 0,0 0 0 0 0,-1 0 0 0 0,1 0 1 0 0,-1 0-1 0 0,1 0 0 0 0,0 0 0 0 0,-1 0 0 0 0,1 0 0 0 0,0 0 0 0 0,-1 0 0 0 0,1 0 0 0 0,-1 0 0 0 0,1 0 0 0 0,0 0 0 0 0,-1 0 0 0 0,1 0 0 0 0,0 0 0 0 0,-1 1 0 0 0,1-1 0 0 0,0 0 0 0 0,-1 0 0 0 0,1 0 0 0 0,-1 1 0 0 0,-11 9 94 0 0,11-10-97 0 0,-5 8 82 0 0,0 0 1 0 0,1 1 0 0 0,-1 0 0 0 0,2 0 0 0 0,-1 0 0 0 0,1 0 0 0 0,1 1 0 0 0,0-1-1 0 0,-3 16 1 0 0,1-10 46 0 0,-12 49 548 0 0,-17 109 0 0 0,30-140-570 0 0,1 1 1 0 0,2 0-1 0 0,2-1 0 0 0,1 1 1 0 0,7 39-1 0 0,-8-66-88 0 0,1 1 1 0 0,0 0-1 0 0,1-1 0 0 0,0 0 1 0 0,0 0-1 0 0,1 0 0 0 0,0 0 1 0 0,0 0-1 0 0,0-1 0 0 0,1 0 1 0 0,0 1-1 0 0,7 5 0 0 0,-9-8-40 0 0,1-2 0 0 0,-1 1 0 0 0,1 0-1 0 0,-1-1 1 0 0,1 0 0 0 0,0 0 0 0 0,0 0-1 0 0,0 0 1 0 0,0 0 0 0 0,0-1 0 0 0,1 0-1 0 0,-1 0 1 0 0,0 0 0 0 0,1 0 0 0 0,-1-1-1 0 0,1 0 1 0 0,-1 0 0 0 0,0 0 0 0 0,1 0-1 0 0,-1-1 1 0 0,1 1 0 0 0,-1-1 0 0 0,5-2-1 0 0,0 0-104 0 0,0-2 0 0 0,0 1 0 0 0,0-1 0 0 0,-1-1 0 0 0,0 1 0 0 0,0-1 0 0 0,0-1 0 0 0,0 0 0 0 0,-1 0 0 0 0,0 0 0 0 0,-1-1 0 0 0,0 0 0 0 0,0 0 0 0 0,5-11 0 0 0,9-17 372 0 0,-2 0 1 0 0,16-45-1 0 0,-26 59 388 0 0,2 1 25 0 0,-9 21-653 0 0,-1 0 1 0 0,0 0-1 0 0,0 0 1 0 0,0 0-1 0 0,0 0 1 0 0,0 0-1 0 0,0 0 1 0 0,0 0-1 0 0,0 0 1 0 0,0 0-1 0 0,0 0 1 0 0,0 0-1 0 0,0 0 1 0 0,0 0-1 0 0,0 0 1 0 0,0 0-1 0 0,0 0 1 0 0,0-1-1 0 0,0 1 1 0 0,0 0-1 0 0,0 0 1 0 0,0 0-1 0 0,1 0 1 0 0,-1 0-1 0 0,0 0 1 0 0,0 0-1 0 0,0 0 1 0 0,0 0-1 0 0,0 0 1 0 0,0 0-1 0 0,0 0 1 0 0,0 0-1 0 0,0 0 1 0 0,0 0-1 0 0,0 0 1 0 0,0 0-1 0 0,0 0 1 0 0,0 0-1 0 0,1 1 1 0 0,-1-1-1 0 0,0 0 1 0 0,0 0 0 0 0,0 0-1 0 0,0 0 1 0 0,0 0-1 0 0,0 0 1 0 0,0 0-1 0 0,0 0 1 0 0,0 0-1 0 0,0 0 1 0 0,0 0-1 0 0,0 0 1 0 0,0 0-1 0 0,0 0 1 0 0,0 0-1 0 0,0 0 1 0 0,0 0-1 0 0,0 0 1 0 0,0 0-1 0 0,0 1 1 0 0,0-1-1 0 0,0 0 1 0 0,0 0-1 0 0,0 0 1 0 0,0 0-1 0 0,0 0 1 0 0,0 0-1 0 0,0 13 275 0 0,-2 16 262 0 0,-3 75 519 0 0,5-93-992 0 0,0 1 1 0 0,1-1-1 0 0,1 1 0 0 0,0-1 1 0 0,1 0-1 0 0,6 19 0 0 0,-8-27-86 0 0,1-1-1 0 0,-1 1 0 0 0,0 0 1 0 0,1-1-1 0 0,-1 1 1 0 0,1-1-1 0 0,0 0 1 0 0,0 0-1 0 0,0 1 0 0 0,0-1 1 0 0,0 0-1 0 0,1-1 1 0 0,-1 1-1 0 0,0 0 1 0 0,1-1-1 0 0,4 3 1 0 0,-5-4-143 0 0,0 1 0 0 0,0-1 1 0 0,0 1-1 0 0,1-1 0 0 0,-1 0 1 0 0,0 0-1 0 0,1 0 1 0 0,-1 0-1 0 0,0 0 0 0 0,0-1 1 0 0,1 1-1 0 0,-1-1 1 0 0,0 1-1 0 0,0-1 0 0 0,0 0 1 0 0,0 0-1 0 0,0 0 0 0 0,0 0 1 0 0,0 0-1 0 0,0 0 1 0 0,0 0-1 0 0,2-3 0 0 0,0 1-568 0 0,0-1-1 0 0,0 0 0 0 0,-1 0 0 0 0,1 0 0 0 0,-1 0 0 0 0,0-1 0 0 0,0 1 0 0 0,0-1 1 0 0,1-5-1 0 0,6-15-4757 0 0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9:18.3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94 1648 0 0,'-9'-14'4166'0'0,"-20"-25"0"0"0,24 34-3653 0 0,-1-1-1 0 0,1 1 0 0 0,-1 0 0 0 0,1 1 0 0 0,-1 0 0 0 0,-10-6 0 0 0,14 9-397 0 0,1 1-174 0 0,1 0-1 0 0,-1 0 1 0 0,0 0 0 0 0,1 0 0 0 0,-1 0-1 0 0,0 0 1 0 0,1 0 0 0 0,-1 0 0 0 0,0 0-1 0 0,1 0 1 0 0,-1 1 0 0 0,0-1 0 0 0,1 0-1 0 0,-1 0 1 0 0,1 1 0 0 0,-1-1 0 0 0,0 0-1 0 0,1 1 1 0 0,-1-1 0 0 0,1 1 0 0 0,-1-1-1 0 0,1 1 1 0 0,0-1 0 0 0,-1 1-1 0 0,1-1 1 0 0,-1 1 0 0 0,1-1 0 0 0,0 1-1 0 0,-1-1 1 0 0,1 1 0 0 0,0 0 0 0 0,0-1-1 0 0,-1 1 1 0 0,1 0 0 0 0,0 0 0 0 0,0 0-275 0 0,0 0 0 0 0,0 0 0 0 0,1 0 0 0 0,-1 0 1 0 0,0 0-1 0 0,0 0 0 0 0,1 0 0 0 0,-1 0 0 0 0,1 0 1 0 0,-1 0-1 0 0,1-1 0 0 0,-1 1 0 0 0,1 0 0 0 0,-1 0 0 0 0,3 2-333 0 0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9:18.6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 1904 0 0,'0'0'2044'0'0,"16"-4"4858"0"0,-15 4-6774 0 0,0 0 0 0 0,0 0 0 0 0,0 0 1 0 0,0 0-1 0 0,0 0 0 0 0,0 1 1 0 0,0-1-1 0 0,0 0 0 0 0,0 1 0 0 0,0-1 1 0 0,0 1-1 0 0,-1-1 0 0 0,1 0 1 0 0,0 1-1 0 0,0 0 0 0 0,0-1 0 0 0,-1 1 1 0 0,1 0-1 0 0,0-1 0 0 0,-1 1 1 0 0,1 0-1 0 0,-1 0 0 0 0,1-1 0 0 0,-1 1 1 0 0,1 0-1 0 0,-1 0 0 0 0,1 0 0 0 0,-1 0 1 0 0,0 0-1 0 0,1 0 0 0 0,-1-1 1 0 0,0 1-1 0 0,0 0 0 0 0,0 2 0 0 0,7 26 1337 0 0,-2 1-1 0 0,-1 0 1 0 0,1 44-1 0 0,-11 91 101 0 0,-12 5-740 0 0,-2 16-2640 0 0,20-138-5146 0 0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9:19.2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135 155 164 0 0,'-4'-5'1331'0'0,"0"1"0"0"0,1-1-1 0 0,-1 1 1 0 0,1-1 0 0 0,0 0 0 0 0,0 0 0 0 0,-3-10-1 0 0,6 14-1273 0 0,0 0-1 0 0,0 0 1 0 0,0 0-1 0 0,0 0 1 0 0,0 1-1 0 0,0-1 1 0 0,0 0-1 0 0,1 0 0 0 0,-1 0 1 0 0,0 0-1 0 0,1 0 1 0 0,-1 0-1 0 0,1 1 1 0 0,-1-1-1 0 0,1 0 1 0 0,-1 0-1 0 0,1 1 1 0 0,-1-1-1 0 0,1 0 0 0 0,0 1 1 0 0,-1-1-1 0 0,1 0 1 0 0,0 1-1 0 0,1-1 1 0 0,18-12 359 0 0,7 4-341 0 0,1 1 0 0 0,1 1 0 0 0,-1 2 0 0 0,1 0 0 0 0,0 2-1 0 0,0 2 1 0 0,1 0 0 0 0,-1 2 0 0 0,31 5 0 0 0,-50-5-18 0 0,1 0 0 0 0,-1 1-1 0 0,1 1 1 0 0,-1 0-1 0 0,0 0 1 0 0,0 1 0 0 0,0 0-1 0 0,12 8 1 0 0,-17-9 76 0 0,-1 1 0 0 0,1-1 0 0 0,-1 1 0 0 0,0 0 0 0 0,0 0 0 0 0,0 0 0 0 0,0 0 0 0 0,-1 1 0 0 0,0 0 0 0 0,0 0 0 0 0,0 0-1 0 0,0 0 1 0 0,-1 0 0 0 0,0 0 0 0 0,0 1 0 0 0,0-1 0 0 0,0 8 0 0 0,15 121 1977 0 0,-17-132-2097 0 0,1-1 0 0 0,-1 1 1 0 0,0-1-1 0 0,1 1 0 0 0,-1-1 1 0 0,1 1-1 0 0,-1-1 0 0 0,1 1 1 0 0,0-1-1 0 0,-1 0 0 0 0,1 1 1 0 0,0-1-1 0 0,0 0 0 0 0,0 0 1 0 0,0 0-1 0 0,0 1 0 0 0,0-1 1 0 0,0 0-1 0 0,1 0 0 0 0,-1-1 1 0 0,0 1-1 0 0,1 0 0 0 0,-1 0 1 0 0,0-1-1 0 0,1 1 0 0 0,-1 0 1 0 0,1-1-1 0 0,-1 0 0 0 0,1 1 1 0 0,-1-1-1 0 0,1 0 0 0 0,-1 0 1 0 0,1 0-1 0 0,-1 0 0 0 0,1 0 1 0 0,0 0-1 0 0,-1 0 0 0 0,3-1 1 0 0,4-2-1 0 0,-2-1 0 0 0,1-1 0 0 0,0 1 0 0 0,-1-1 0 0 0,0 0 0 0 0,0-1 0 0 0,0 1 0 0 0,-1-1 0 0 0,0 0 0 0 0,0 0 0 0 0,0-1 0 0 0,-1 0 0 0 0,6-11 0 0 0,5-14-61 0 0,20-61 1 0 0,-20 48-96 0 0,11-26-155 0 0,-26 69 306 0 0,-1 23 706 0 0,-1 0-1 0 0,-10 38 1 0 0,0 5 104 0 0,-167 911 5871 0 0,99-705-5766 0 0,64-228-626 0 0,-2-1 0 0 0,-1-1 0 0 0,-2 0 0 0 0,-32 45 0 0 0,46-75-213 0 0,0-1 0 0 0,-1 0 0 0 0,0-1 0 0 0,0 0 0 0 0,-1 0 0 0 0,0-1 0 0 0,0 0 0 0 0,-1-1 0 0 0,0 1 0 0 0,0-2 0 0 0,0 0 0 0 0,-1 0 0 0 0,-14 4 0 0 0,16-6-27 0 0,-1-2-1 0 0,1 1 1 0 0,0-1-1 0 0,-1 0 1 0 0,1-1-1 0 0,0 0 1 0 0,-1-1-1 0 0,1 1 1 0 0,0-2-1 0 0,-1 0 1 0 0,1 0-1 0 0,0 0 1 0 0,0-1-1 0 0,1 0 1 0 0,-1-1-1 0 0,-14-8 1 0 0,10 4-57 0 0,1 1 0 0 0,0-2 0 0 0,1 0 0 0 0,-1 0 0 0 0,2-1 0 0 0,-17-18 0 0 0,23 23 0 0 0,0-1 0 0 0,1 1 0 0 0,-1-1 0 0 0,1 0 0 0 0,0 0 0 0 0,0 0 0 0 0,1 0 0 0 0,0-1 0 0 0,0 1 0 0 0,1-1 0 0 0,-1 1 0 0 0,2-1 0 0 0,-1 1 0 0 0,1-1 0 0 0,-1 0 0 0 0,2 1 0 0 0,0-8 0 0 0,3-3-117 0 0,0-1 0 0 0,2 1 0 0 0,0 1 1 0 0,0-1-1 0 0,2 1 0 0 0,0 0 0 0 0,1 1 0 0 0,0 0 0 0 0,2 0 0 0 0,-1 1 1 0 0,24-23-1 0 0,4-1-572 0 0,2 2 1 0 0,75-51-1 0 0,211-110-8530 0 0,-210 132 1141 0 0,-41 23-1520 0 0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9:21.2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144 216 1572 0 0,'8'-22'2507'0'0,"-2"7"-1331"0"0,-1-1-1 0 0,0 0 1 0 0,-1 0 0 0 0,-1 0-1 0 0,0 0 1 0 0,1-31-1 0 0,-4 44-1086 0 0,0 1-1 0 0,-1-1 1 0 0,1 1-1 0 0,-1-1 1 0 0,1 1-1 0 0,-1 0 0 0 0,0-1 1 0 0,0 1-1 0 0,0 0 1 0 0,0 0-1 0 0,0-1 1 0 0,-1 1-1 0 0,1 0 0 0 0,0 0 1 0 0,-1 0-1 0 0,0 0 1 0 0,1 1-1 0 0,-1-1 1 0 0,0 0-1 0 0,0 1 0 0 0,0-1 1 0 0,0 1-1 0 0,-5-2 1 0 0,6 3-82 0 0,-1 0 0 0 0,0 0 0 0 0,0 0 0 0 0,0 1 0 0 0,1-1 0 0 0,-1 1 0 0 0,0-1 1 0 0,1 1-1 0 0,-1 0 0 0 0,1-1 0 0 0,-1 1 0 0 0,0 0 0 0 0,1 0 0 0 0,0 0 0 0 0,-1 0 0 0 0,1 0 1 0 0,-2 2-1 0 0,-3 3-8 0 0,0 1 0 0 0,1-1 0 0 0,-1 1 0 0 0,1 0 0 0 0,1 0 1 0 0,0 0-1 0 0,-7 16 0 0 0,-18 59-31 0 0,26-75 28 0 0,-7 29 9 0 0,1 0 0 0 0,-8 64 0 0 0,15-85 4 0 0,1 1-1 0 0,1-1 1 0 0,0 0-1 0 0,2 1 1 0 0,-1-1-1 0 0,2 0 1 0 0,0 0 0 0 0,0 0-1 0 0,10 22 1 0 0,-11-32-8 0 0,0 0 0 0 0,1 0 0 0 0,0 0 0 0 0,0 0 0 0 0,1 0 0 0 0,-1-1 0 0 0,1 1 0 0 0,0-1 0 0 0,0 0 0 0 0,1 0 0 0 0,-1-1 0 0 0,1 1 0 0 0,0-1 0 0 0,0 0 0 0 0,0 0 0 0 0,0-1 0 0 0,0 1 0 0 0,1-1 0 0 0,10 3 0 0 0,-5-3-30 0 0,0-1-1 0 0,0 0 1 0 0,0-1 0 0 0,0 0-1 0 0,0 0 1 0 0,0-1-1 0 0,0 0 1 0 0,0-1 0 0 0,18-6-1 0 0,0-1-26 0 0,0-1 0 0 0,-1-2 0 0 0,0-1 0 0 0,-1-1-1 0 0,-1-1 1 0 0,31-23 0 0 0,-43 27 53 0 0,0 0-1 0 0,0-1 1 0 0,-1-1-1 0 0,-1 0 1 0 0,0-1-1 0 0,-1 0 1 0 0,0-1-1 0 0,-1 0 1 0 0,-1-1-1 0 0,0 0 1 0 0,10-30 0 0 0,-9 14 43 0 0,8-53 0 0 0,-20 124-46 0 0,2 0 0 0 0,1 0-1 0 0,3 0 1 0 0,9 47 0 0 0,-10-75 21 0 0,0 1-1 0 0,1-1 1 0 0,0 0-1 0 0,1 0 1 0 0,0 0 0 0 0,0-1-1 0 0,2 0 1 0 0,-1 0 0 0 0,8 9-1 0 0,-10-15-3 0 0,-1 0 0 0 0,1-1-1 0 0,0 1 1 0 0,0-1 0 0 0,0 0 0 0 0,0 0-1 0 0,1 0 1 0 0,-1-1 0 0 0,1 1 0 0 0,-1-1-1 0 0,1 0 1 0 0,0-1 0 0 0,0 1 0 0 0,0-1-1 0 0,0 0 1 0 0,0 0 0 0 0,0-1 0 0 0,0 1-1 0 0,0-1 1 0 0,0 0 0 0 0,0 0 0 0 0,10-3-1 0 0,-2 1 2 0 0,-1-2 0 0 0,0 1 0 0 0,0-2 0 0 0,0 0 0 0 0,0 0 1 0 0,-1-1-1 0 0,0 0 0 0 0,0-1 0 0 0,0-1 0 0 0,-1 0 0 0 0,0 0 0 0 0,9-11 0 0 0,-13 13-5 0 0,0 0 1 0 0,-1 0-1 0 0,0-1 1 0 0,-1 0-1 0 0,1 0 1 0 0,-1 0-1 0 0,-1-1 1 0 0,1 1-1 0 0,-1-1 1 0 0,-1 0-1 0 0,1 0 1 0 0,-2 0-1 0 0,1 0 1 0 0,-1 0-1 0 0,0 0 1 0 0,0-1-1 0 0,-1 1 1 0 0,0 0-1 0 0,-2-14 1 0 0,-1 9 4 0 0,0 1 0 0 0,0 0 0 0 0,-1 0 0 0 0,-1 0-1 0 0,0 1 1 0 0,0-1 0 0 0,-1 1 0 0 0,-1 0 0 0 0,0 1 0 0 0,-8-11 0 0 0,11 17-15 0 0,1 0 0 0 0,-1 0 0 0 0,0 1 0 0 0,0-1 0 0 0,0 1 0 0 0,0 0 0 0 0,0 0 0 0 0,-1 1 0 0 0,1-1 0 0 0,-1 1 0 0 0,0 0 0 0 0,0 0 0 0 0,0 0 0 0 0,0 1 0 0 0,0 0 0 0 0,0 0 0 0 0,0 0 0 0 0,0 0 0 0 0,-1 1 0 0 0,1 0 0 0 0,0 0 0 0 0,0 0 0 0 0,0 1 0 0 0,-1 0 0 0 0,1 0 0 0 0,-7 3 0 0 0,-1 0-8 0 0,0 1 1 0 0,1 1-1 0 0,0 1 1 0 0,0-1-1 0 0,0 2 0 0 0,1 0 1 0 0,0 0-1 0 0,1 1 0 0 0,0 0 1 0 0,0 1-1 0 0,1 0 0 0 0,0 0 1 0 0,1 1-1 0 0,0 0 1 0 0,-9 19-1 0 0,13-7 21 0 0,4-22-9 0 0,0-1 0 0 0,0 1 0 0 0,0-1 0 0 0,0 1 0 0 0,0-1 0 0 0,0 1 0 0 0,0-1 0 0 0,0 1 0 0 0,0-1 1 0 0,0 1-1 0 0,0-1 0 0 0,0 1 0 0 0,0-1 0 0 0,1 1 0 0 0,-1-1 0 0 0,0 1 0 0 0,0-1 0 0 0,1 0 0 0 0,-1 1 0 0 0,0-1 1 0 0,0 1-1 0 0,1-1 0 0 0,-1 0 0 0 0,1 1 0 0 0,-1-1 0 0 0,0 0 0 0 0,1 1 0 0 0,-1-1 0 0 0,1 0 0 0 0,-1 0 0 0 0,0 0 1 0 0,1 1-1 0 0,-1-1 0 0 0,1 0 0 0 0,-1 0 0 0 0,1 0 0 0 0,-1 0 0 0 0,1 0 0 0 0,-1 0 0 0 0,1 0 0 0 0,-1 0 0 0 0,1 0 1 0 0,-1 0-1 0 0,1 0 0 0 0,-1 0 0 0 0,1 0 0 0 0,0 0 0 0 0,17-7 2 0 0,0-1 1 0 0,0-1-1 0 0,-1-1 1 0 0,20-14-1 0 0,32-17 5 0 0,-45 29-20 0 0,-1 2 0 0 0,2 0 0 0 0,-1 2-1 0 0,1 0 1 0 0,1 2 0 0 0,31-4 0 0 0,-47 9 5 0 0,1 0-1 0 0,-1 1 1 0 0,1 1 0 0 0,0 0 0 0 0,-1 0 0 0 0,1 1 0 0 0,18 6-1 0 0,-22-6 7 0 0,0 1-1 0 0,-1 1 0 0 0,1-1 0 0 0,-1 1 1 0 0,1 0-1 0 0,-1 0 0 0 0,-1 1 0 0 0,1 0 0 0 0,-1 0 1 0 0,1 0-1 0 0,-1 1 0 0 0,5 8 0 0 0,-4-5 40 0 0,-1 0 0 0 0,0 1-1 0 0,0 0 1 0 0,-1 0 0 0 0,-1 0-1 0 0,0 1 1 0 0,0-1 0 0 0,-1 1-1 0 0,0 0 1 0 0,-1-1-1 0 0,0 1 1 0 0,-1 0 0 0 0,0 0-1 0 0,-3 21 1 0 0,3-32-22 0 0,0 1-1 0 0,0 0 1 0 0,0-1-1 0 0,0 1 1 0 0,-1-1-1 0 0,1 1 1 0 0,0 0 0 0 0,0-1-1 0 0,0 1 1 0 0,0-1-1 0 0,-1 1 1 0 0,1 0-1 0 0,0-1 1 0 0,-1 1-1 0 0,1-1 1 0 0,0 1 0 0 0,-1-1-1 0 0,1 1 1 0 0,-1 0-1 0 0,-7-5 55 0 0,-2-17-68 0 0,9 6-13 0 0,1 1 0 0 0,0 0 0 0 0,1 0 0 0 0,0-1 1 0 0,2 1-1 0 0,-1 0 0 0 0,2 1 0 0 0,0-1 0 0 0,0 0 0 0 0,1 1 0 0 0,1 0 1 0 0,0 0-1 0 0,1 1 0 0 0,0-1 0 0 0,1 2 0 0 0,1-1 0 0 0,0 1 1 0 0,16-16-1 0 0,-20 22 4 0 0,0 1 0 0 0,1 0 0 0 0,-1 0 1 0 0,1 0-1 0 0,0 0 0 0 0,1 1 0 0 0,-1 0 0 0 0,0 0 1 0 0,1 1-1 0 0,0 0 0 0 0,-1 0 0 0 0,1 0 1 0 0,9 0-1 0 0,-12 2 3 0 0,0 0-1 0 0,0 0 1 0 0,0 0 0 0 0,0 0 0 0 0,0 1 0 0 0,0 0 0 0 0,0 0 0 0 0,0 0 0 0 0,-1 0 0 0 0,1 0-1 0 0,0 1 1 0 0,-1 0 0 0 0,1 0 0 0 0,-1 0 0 0 0,0 0 0 0 0,1 0 0 0 0,-1 1 0 0 0,0-1-1 0 0,0 1 1 0 0,-1 0 0 0 0,1 0 0 0 0,0 0 0 0 0,-1 0 0 0 0,3 6 0 0 0,2 6 35 0 0,0 0 0 0 0,-2 0 0 0 0,0 0 0 0 0,0 1 0 0 0,-2 0 0 0 0,0 0 0 0 0,-1 0 0 0 0,1 25 0 0 0,-3-21-688 0 0,2-1 1 0 0,1 0 0 0 0,0 0-1 0 0,1 0 1 0 0,10 27 0 0 0,-13-44 284 0 0,1 1 1 0 0,-1-1-1 0 0,0 0 0 0 0,1 0 1 0 0,-1 1-1 0 0,1-1 1 0 0,0 0-1 0 0,0 0 1 0 0,0 0-1 0 0,0-1 0 0 0,0 1 1 0 0,0 0-1 0 0,0-1 1 0 0,1 0-1 0 0,2 2 0 0 0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9:21.9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229 588 1824 0 0,'4'-9'1468'0'0,"-1"0"0"0"0,0 0 0 0 0,0 0 0 0 0,3-17 0 0 0,-5 22-1132 0 0,-1 0 0 0 0,0 0 0 0 0,0 0 1 0 0,0 0-1 0 0,0 1 0 0 0,-1-1 0 0 0,0 0 0 0 0,1 0 0 0 0,-1 1 0 0 0,-1-1 0 0 0,1 1 1 0 0,0-1-1 0 0,-1 1 0 0 0,-3-6 0 0 0,4 8-311 0 0,1 0 0 0 0,-1 1 0 0 0,0-1 0 0 0,1 1 0 0 0,-1-1 1 0 0,0 1-1 0 0,1-1 0 0 0,-1 1 0 0 0,0 0 0 0 0,1-1 0 0 0,-1 1 0 0 0,0 0 0 0 0,0 0 0 0 0,0 0 0 0 0,1-1 0 0 0,-1 1 1 0 0,0 0-1 0 0,0 0 0 0 0,0 0 0 0 0,1 0 0 0 0,-1 0 0 0 0,0 0 0 0 0,0 1 0 0 0,0-1 0 0 0,1 0 0 0 0,-2 1 0 0 0,-19 8 156 0 0,6 2-127 0 0,1 1 0 0 0,1 0 0 0 0,0 1 0 0 0,1 1 1 0 0,0 0-1 0 0,1 0 0 0 0,-12 21 0 0 0,8-9-33 0 0,1 0-1 0 0,2 1 1 0 0,-17 49 0 0 0,27-67-18 0 0,-1-1 1 0 0,2 1-1 0 0,-1-1 0 0 0,1 1 0 0 0,1 0 0 0 0,0 16 1 0 0,0-22 1 0 0,1 0 0 0 0,-1-1 0 0 0,0 1 0 0 0,1 0 0 0 0,0-1 0 0 0,-1 1 0 0 0,1-1 0 0 0,0 1 0 0 0,1-1 0 0 0,-1 1 0 0 0,0-1 0 0 0,0 0 0 0 0,1 1 0 0 0,0-1 0 0 0,-1 0 0 0 0,1 0 0 0 0,0 0 0 0 0,0 0 0 0 0,0-1 0 0 0,0 1 0 0 0,0 0 0 0 0,1-1 0 0 0,-1 0 0 0 0,0 1 0 0 0,4 0 0 0 0,-2-1-4 0 0,0 0 1 0 0,-1-1 0 0 0,1 0 0 0 0,0 0-1 0 0,-1 0 1 0 0,1 0 0 0 0,0 0-1 0 0,-1-1 1 0 0,1 1 0 0 0,0-1-1 0 0,-1 0 1 0 0,1 0 0 0 0,-1 0-1 0 0,1-1 1 0 0,5-3 0 0 0,1 0-62 0 0,0-1 0 0 0,-1-1 0 0 0,15-11 0 0 0,-11 6-39 0 0,0-1 1 0 0,-1 0-1 0 0,-1 0 1 0 0,0-2-1 0 0,0 1 0 0 0,-2-1 1 0 0,0 0-1 0 0,7-18 0 0 0,-6 10 1 0 0,-2 0 0 0 0,-1-1-1 0 0,0 1 1 0 0,-2-1 0 0 0,2-28-1 0 0,-3-17-1 0 0,-4 1 1 0 0,-2-1-1 0 0,-15-82 0 0 0,4 78 101 0 0,7 44-26 0 0,-2-36 1 0 0,1 91 142 0 0,12 375 824 0 0,8-174-689 0 0,-9-195-293 0 0,1-1 0 0 0,2 0 0 0 0,1 0 0 0 0,2 0 0 0 0,14 31 0 0 0,-21-54-186 0 0,1 0 1 0 0,1 0-1 0 0,-1-1 1 0 0,1 0-1 0 0,1 0 1 0 0,-1 0-1 0 0,1 0 1 0 0,0-1-1 0 0,0 0 1 0 0,10 7-1 0 0,-12-11 46 0 0,-1 0-1 0 0,1 0 1 0 0,-1 0-1 0 0,1-1 1 0 0,0 1-1 0 0,0-1 1 0 0,0 0-1 0 0,0 0 1 0 0,0 0-1 0 0,0-1 1 0 0,0 1 0 0 0,0-1-1 0 0,0 0 1 0 0,0 0-1 0 0,0-1 1 0 0,0 1-1 0 0,0-1 1 0 0,0 0-1 0 0,0 0 1 0 0,-1 0-1 0 0,1 0 1 0 0,0-1-1 0 0,0 0 1 0 0,5-3-1 0 0,-3 1 154 0 0,1-1 0 0 0,-1 0-1 0 0,1 0 1 0 0,-2-1 0 0 0,1 0 0 0 0,-1 0-1 0 0,0 0 1 0 0,0-1 0 0 0,0 1-1 0 0,-1-1 1 0 0,0 0 0 0 0,0-1 0 0 0,-1 1-1 0 0,0-1 1 0 0,-1 1 0 0 0,1-1-1 0 0,-1 0 1 0 0,1-10 0 0 0,0-3 1218 0 0,-1 0 0 0 0,0 0 0 0 0,-2 0 0 0 0,0 0 0 0 0,-7-40 0 0 0,3 24 577 0 0,3 35-996 0 0,1 4-509 0 0,-2 8-33 0 0,0 0 0 0 0,1 1 0 0 0,0-1 0 0 0,1 0 1 0 0,1 17-1 0 0,11 53 239 0 0,-7-55-332 0 0,1-1 0 0 0,17 43 0 0 0,-21-62-166 0 0,0 1 0 0 0,1-1 0 0 0,-1 0 0 0 0,1 0 0 0 0,0 0 0 0 0,1 0 0 0 0,-1-1 0 0 0,1 1 0 0 0,0-1 0 0 0,0 0 0 0 0,0 0 0 0 0,1 0 0 0 0,-1-1 0 0 0,1 1 0 0 0,0-1 0 0 0,0 0 0 0 0,0-1 0 0 0,6 3 0 0 0,-8-4-226 0 0,0-1-1 0 0,1 1 0 0 0,-1-1 0 0 0,0 1 1 0 0,1-1-1 0 0,-1 0 0 0 0,1 0 0 0 0,-1-1 1 0 0,0 1-1 0 0,1-1 0 0 0,-1 0 1 0 0,0 0-1 0 0,0 0 0 0 0,1 0 0 0 0,-1 0 1 0 0,0-1-1 0 0,0 1 0 0 0,0-1 0 0 0,-1 0 1 0 0,5-3-1 0 0,-3 2-489 0 0,-1 0 0 0 0,0-1 0 0 0,1 1 1 0 0,-1-1-1 0 0,-1 1 0 0 0,1-1 0 0 0,-1 0 0 0 0,4-6 1 0 0,1-9-3595 0 0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9:22.1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105 100 392 0 0,'-8'-16'2536'0'0,"-4"4"-600"0"0,5 0-391 0 0,-2 2-305 0 0,1 0-212 0 0,-3 1-244 0 0,4 1-160 0 0,-3 1-152 0 0,2 2 192 0 0,-4-4-532 0 0,0 7-984 0 0,13 14-3876 0 0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9:22.4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2336 0 0,'0'0'13233'0'0,"3"21"-11468"0"0,10 167 1046 0 0,-3-66-2434 0 0,-5-35-311 0 0,21 248-595 0 0,-25-329 329 0 0,2 16-1229 0 0,7 27 1 0 0,-8-43 733 0 0,0-1 0 0 0,0 0 0 0 0,0 0 0 0 0,0 1 1 0 0,1-2-1 0 0,3 6 0 0 0,1-5-2459 0 0,-6-4 2892 0 0,0-1-1 0 0,0 0 0 0 0,-1 0 0 0 0,2 1 0 0 0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9:22.6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71 1160 0 0,'5'-24'5654'0'0,"-3"19"-3982"0"0,-1-1-1 0 0,0 0 1 0 0,0 0 0 0 0,0 0 0 0 0,-1-11-1 0 0,11 46-648 0 0,14 104-194 0 0,-18-109-1831 0 0,0 0-1 0 0,1-1 1 0 0,16 32 0 0 0,-21-51 362 0 0,-1 0 1 0 0,0-1 0 0 0,1 0-1 0 0,-1 1 1 0 0,1-1 0 0 0,0 0-1 0 0,0 0 1 0 0,0 0 0 0 0,1-1-1 0 0,-1 1 1 0 0,1-1 0 0 0,-1 1-1 0 0,7 1 1 0 0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9:23.0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98 1840 0 0,'0'-5'1945'0'0,"3"-39"8779"0"0,-4 37-8097 0 0,4 54-1710 0 0,8 46-266 0 0,-10-84-615 0 0,1 0-1 0 0,1 0 1 0 0,0 0-1 0 0,0 0 1 0 0,1 0 0 0 0,0-1-1 0 0,10 15 1 0 0,-12-20-28 0 0,0 0 1 0 0,0-1-1 0 0,1 1 0 0 0,-1-1 0 0 0,0 0 0 0 0,1 0 1 0 0,0 0-1 0 0,0 0 0 0 0,-1 0 0 0 0,1-1 1 0 0,0 1-1 0 0,0-1 0 0 0,1 0 0 0 0,-1 1 1 0 0,0-2-1 0 0,5 2 0 0 0,-2-1 1 0 0,0-1-1 0 0,-1 0 1 0 0,1 0-1 0 0,0 0 1 0 0,-1-1 0 0 0,1 0-1 0 0,-1 0 1 0 0,1 0-1 0 0,6-3 1 0 0,-2 0-46 0 0,0-1 0 0 0,0 1 0 0 0,0-2 0 0 0,0 0 0 0 0,-1 0 0 0 0,0 0 0 0 0,0-1 0 0 0,-1-1 0 0 0,11-11 0 0 0,-15 14 23 0 0,0 0-1 0 0,0 0 1 0 0,-1 0 0 0 0,0-1-1 0 0,0 1 1 0 0,0-1 0 0 0,-1 0-1 0 0,1 0 1 0 0,-2 0-1 0 0,1 0 1 0 0,-1 0 0 0 0,1 0-1 0 0,-2 0 1 0 0,1-1 0 0 0,-1-11-1 0 0,-1 13 6 0 0,1 0 1 0 0,-1 0-1 0 0,-1 0 0 0 0,1 1 1 0 0,-1-1-1 0 0,0 0 0 0 0,0 1 1 0 0,0 0-1 0 0,0-1 0 0 0,-1 1 0 0 0,0 0 1 0 0,1 0-1 0 0,-2 0 0 0 0,1 1 1 0 0,0-1-1 0 0,-1 1 0 0 0,0 0 0 0 0,1 0 1 0 0,-1 0-1 0 0,-9-4 0 0 0,4 2-36 0 0,-1 1 0 0 0,-1 0-1 0 0,1 0 1 0 0,0 1 0 0 0,-1 1-1 0 0,0 0 1 0 0,0 0-1 0 0,1 1 1 0 0,-1 0 0 0 0,0 1-1 0 0,0 0 1 0 0,-14 3 0 0 0,11-1-59 0 0,0 0 1 0 0,-1 2-1 0 0,1 0 1 0 0,1 0-1 0 0,-1 1 0 0 0,1 1 1 0 0,0 0-1 0 0,-22 15 1 0 0,31-19-175 0 0,1 0 0 0 0,0 1 0 0 0,0 0 1 0 0,0 0-1 0 0,0 0 0 0 0,0 0 0 0 0,1 0 0 0 0,-4 5 0 0 0,5-6-465 0 0,0 0 0 0 0,0 0 0 0 0,0 1 0 0 0,1-1 0 0 0,-1 0 0 0 0,0 0 0 0 0,1 0 0 0 0,0 0 0 0 0,-1 5 0 0 0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9:23.4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 2288 0 0,'6'-1'1280'0'0,"-4"0"-871"0"0,0 1 0 0 0,-1-1 0 0 0,1 1 1 0 0,0-1-1 0 0,0 1 0 0 0,0 0 0 0 0,-1 0 0 0 0,1 0 1 0 0,0 0-1 0 0,0 0 0 0 0,0 0 0 0 0,-1 0 0 0 0,1 1 1 0 0,0-1-1 0 0,0 1 0 0 0,2 1 0 0 0,-2-1-201 0 0,0 0 1 0 0,-1 1-1 0 0,1 0 0 0 0,-1-1 0 0 0,0 1 0 0 0,0 0 0 0 0,1 0 0 0 0,-1-1 1 0 0,0 1-1 0 0,0 0 0 0 0,-1 0 0 0 0,1 0 0 0 0,0 0 0 0 0,0 3 0 0 0,6 31 1360 0 0,-6-28-1253 0 0,6 60 1132 0 0,-2 106 1 0 0,-5-156-1248 0 0,0-16 18 0 0,5-23-144 0 0,-3-6-114 0 0,2 0-1 0 0,1 0 0 0 0,15-49 0 0 0,-15 61 21 0 0,1 1 0 0 0,0 0 0 0 0,1 0 0 0 0,0 0 0 0 0,1 1 0 0 0,1 0 0 0 0,0 0-1 0 0,15-14 1 0 0,-22 24 17 0 0,0 1 0 0 0,0 0 0 0 0,1 0-1 0 0,-1 0 1 0 0,1 0 0 0 0,-1 0 0 0 0,1 0-1 0 0,0 1 1 0 0,0-1 0 0 0,0 1-1 0 0,0 0 1 0 0,0-1 0 0 0,0 2 0 0 0,0-1-1 0 0,0 0 1 0 0,0 0 0 0 0,0 1 0 0 0,0 0-1 0 0,1 0 1 0 0,-1 0 0 0 0,0 0 0 0 0,0 0-1 0 0,0 1 1 0 0,0-1 0 0 0,1 1-1 0 0,-1 0 1 0 0,0 0 0 0 0,0 0 0 0 0,0 0-1 0 0,0 0 1 0 0,-1 1 0 0 0,1-1 0 0 0,4 4-1 0 0,-1 0 37 0 0,0 0-1 0 0,0 1 1 0 0,-1-1-1 0 0,0 1 1 0 0,0 0-1 0 0,-1 1 1 0 0,1-1-1 0 0,-2 1 1 0 0,1 0-1 0 0,0 0 1 0 0,-1 0-1 0 0,4 15 1 0 0,2 20 178 0 0,4 62-1 0 0,-5-33-818 0 0,-7-69-135 0 0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9:23.6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274 47 2480 0 0,'-76'-16'7106'0'0,"-1"4"-3367"0"0,1-1-3054 0 0,65 9-1597 0 0,6 3-237 0 0,-23 2-8396 0 0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9:23.8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71 1832 0 0,'-49'24'5440'0'0,"28"-13"-2486"0"0,-29 10 0 0 0,42-16-2087 0 0,12-3-313 0 0,11-1-280 0 0,5-3-173 0 0,-1-2 1 0 0,1-1-1 0 0,19-7 1 0 0,-2 1-222 0 0,145-39-2182 0 0,-58 19-2944 0 0,-47 12 37 0 0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9:24.3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88 1864 0 0,'12'-86'12449'0'0,"-12"85"-12003"0"0,1 3-328 0 0,0 0 0 0 0,0 0-1 0 0,-1 0 1 0 0,1 1 0 0 0,-1-1 0 0 0,1 0-1 0 0,-1 1 1 0 0,0 3 0 0 0,9 135 1389 0 0,-5-43-1251 0 0,-2-76-209 0 0,10 89-963 0 0,-8-96-551 0 0,0 0 0 0 0,11 28 0 0 0,-14-41 987 0 0,0 0 1 0 0,0 0-1 0 0,0 0 1 0 0,0 0 0 0 0,1 0-1 0 0,-1 0 1 0 0,1 0-1 0 0,-1-1 1 0 0,1 1-1 0 0,2 1 1 0 0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9:24.7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 68 2352 0 0,'2'-13'1983'0'0,"-1"6"-202"0"0,0-1 0 0 0,-1 0 0 0 0,0 1 0 0 0,0-10 1 0 0,0 17-1724 0 0,0 0 1 0 0,0-1 0 0 0,-1 1 0 0 0,1-1-1 0 0,0 1 1 0 0,0 0 0 0 0,0-1-1 0 0,0 1 1 0 0,-1 0 0 0 0,1-1 0 0 0,0 1-1 0 0,0 0 1 0 0,-1-1 0 0 0,1 1 0 0 0,0 0-1 0 0,-1-1 1 0 0,1 1 0 0 0,0 0 0 0 0,-1 0-1 0 0,1-1 1 0 0,0 1 0 0 0,-1 0 0 0 0,1 0-1 0 0,0 0 1 0 0,-1 0 0 0 0,1-1 0 0 0,-1 1-1 0 0,1 0 1 0 0,0 0 0 0 0,-1 0 0 0 0,1 0-1 0 0,-1 0 1 0 0,1 0 0 0 0,0 0 0 0 0,-1 0-1 0 0,-13 3 489 0 0,14-3-616 0 0,-4 2 131 0 0,0-1 1 0 0,1 1-1 0 0,0 0 0 0 0,-1 0 0 0 0,1 1 0 0 0,0-1 0 0 0,0 1 0 0 0,0-1 0 0 0,1 1 0 0 0,-6 6 0 0 0,-20 31 172 0 0,27-37-216 0 0,-9 11 73 0 0,-11 28 0 0 0,19-37-75 0 0,0-1-1 0 0,0 1 1 0 0,1 0 0 0 0,0 0-1 0 0,0 0 1 0 0,0 0-1 0 0,1 0 1 0 0,-1 0-1 0 0,1 0 1 0 0,1 6 0 0 0,0-10-13 0 0,-1 0 0 0 0,0-1 0 0 0,1 1 1 0 0,-1 0-1 0 0,1-1 0 0 0,-1 1 0 0 0,1-1 1 0 0,-1 1-1 0 0,1-1 0 0 0,-1 1 0 0 0,1-1 1 0 0,0 0-1 0 0,-1 1 0 0 0,1-1 0 0 0,0 0 1 0 0,-1 1-1 0 0,1-1 0 0 0,0 0 0 0 0,0 0 0 0 0,-1 1 1 0 0,1-1-1 0 0,1 0 0 0 0,8 2 0 0 0,0 0 1 0 0,-1-1-1 0 0,1 0 0 0 0,16-1 0 0 0,6 0-25 0 0,-23 0 12 0 0,48 7-34 0 0,-50-6 92 0 0,-1 0 0 0 0,1 1 1 0 0,-1 0-1 0 0,1 0 0 0 0,-1 0 1 0 0,0 1-1 0 0,0 0 0 0 0,0 0 1 0 0,8 5-1 0 0,-12-6 27 0 0,-1-1-1 0 0,1 1 1 0 0,-1-1-1 0 0,1 1 1 0 0,-1 0 0 0 0,0 0-1 0 0,1 0 1 0 0,-1-1 0 0 0,0 1-1 0 0,0 0 1 0 0,0 1-1 0 0,-1-1 1 0 0,1 0 0 0 0,0 0-1 0 0,-1 0 1 0 0,0 0-1 0 0,1 0 1 0 0,-1 1 0 0 0,0-1-1 0 0,0 0 1 0 0,0 0-1 0 0,0 1 1 0 0,-1-1 0 0 0,1 0-1 0 0,0 0 1 0 0,-1 0-1 0 0,0 0 1 0 0,1 1 0 0 0,-1-1-1 0 0,-2 3 1 0 0,-2 5 91 0 0,-1 1 1 0 0,0-1-1 0 0,-1 0 0 0 0,0 0 1 0 0,-1-1-1 0 0,-11 12 0 0 0,14-16-147 0 0,-1 0-1 0 0,1 0 0 0 0,-1 0 0 0 0,0-1 0 0 0,0 0 1 0 0,-1 0-1 0 0,1-1 0 0 0,-1 1 0 0 0,0-1 0 0 0,1-1 0 0 0,-9 3 1 0 0,11-4-285 0 0,1-1 1 0 0,-1 1-1 0 0,1-1 1 0 0,-1 0-1 0 0,1 0 1 0 0,-1-1-1 0 0,1 1 0 0 0,-1-1 1 0 0,1 1-1 0 0,-1-1 1 0 0,1 0-1 0 0,0 0 1 0 0,-1-1-1 0 0,1 1 1 0 0,0-1-1 0 0,0 0 1 0 0,-4-2-1 0 0,2 0-678 0 0,1-1 0 0 0,0 1-1 0 0,0-1 1 0 0,0 1 0 0 0,0-1-1 0 0,1 0 1 0 0,0 0 0 0 0,0-1-1 0 0,-3-6 1 0 0,-3-8-3744 0 0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9:24.9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99 2792 0 0,'-8'-28'4124'0'0,"-10"-25"2934"0"0,14 35-6503 0 0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9:25.6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372 41 644 0 0,'10'-21'6976'0'0,"-9"21"-6888"0"0,-1-1 1 0 0,0 1-1 0 0,1-1 0 0 0,-1 1 1 0 0,0-1-1 0 0,0 1 1 0 0,1-1-1 0 0,-1 1 1 0 0,0-1-1 0 0,0 1 0 0 0,0-1 1 0 0,0 0-1 0 0,0 1 1 0 0,0-1-1 0 0,0 1 0 0 0,0-1 1 0 0,0 1-1 0 0,0-1 1 0 0,0 0-1 0 0,0 1 0 0 0,0-1 1 0 0,0 1-1 0 0,-1-1 1 0 0,1 1-1 0 0,0-1 0 0 0,0 1 1 0 0,-1-1-1 0 0,1 1 1 0 0,0-1-1 0 0,-1 1 1 0 0,1-1-1 0 0,0 1 0 0 0,-1-1 1 0 0,1 1-1 0 0,-1 0 1 0 0,0-1-1 0 0,-4 0-20 0 0,1 1 0 0 0,-1 0 1 0 0,0 0-1 0 0,0 0 0 0 0,0 1 0 0 0,0 0 1 0 0,0 0-1 0 0,1 0 0 0 0,-1 0 0 0 0,0 1 0 0 0,1 0 1 0 0,-1 0-1 0 0,-4 2 0 0 0,-13 8 16 0 0,-26 20 0 0 0,24-16 6 0 0,-12 8-32 0 0,1 1 0 0 0,1 1 1 0 0,-47 47-1 0 0,54-36 15 0 0,27-37-70 0 0,0 1-1 0 0,0-1 0 0 0,0 1 0 0 0,0-1 1 0 0,0 1-1 0 0,0-1 0 0 0,0 1 0 0 0,0-1 1 0 0,0 1-1 0 0,0-1 0 0 0,0 1 1 0 0,0-1-1 0 0,0 1 0 0 0,0-1 0 0 0,1 1 1 0 0,-1-1-1 0 0,0 1 0 0 0,0-1 0 0 0,0 1 1 0 0,1-1-1 0 0,-1 1 0 0 0,0-1 0 0 0,1 1 1 0 0,-1-1-1 0 0,1 0 0 0 0,-1 1 0 0 0,0-1 1 0 0,1 1-1 0 0,7 1-6 0 0,0 0 0 0 0,-1 0 0 0 0,1-1 0 0 0,0 0 0 0 0,0 0 0 0 0,0-1 0 0 0,-1 0 0 0 0,1 0 0 0 0,12-2 1 0 0,5-1 12 0 0,-17 3 5 0 0,117-1 160 0 0,-108 2-114 0 0,0 1 0 0 0,0 1 0 0 0,0 0 0 0 0,0 1 0 0 0,20 8 1 0 0,-34-11-5 0 0,-1 0 0 0 0,0 0 0 0 0,1-1 0 0 0,-1 2 0 0 0,0-1 0 0 0,0 0 0 0 0,0 0 0 0 0,0 1 0 0 0,0-1 0 0 0,0 1 0 0 0,0 0 0 0 0,-1-1 0 0 0,1 1 0 0 0,0 0 0 0 0,-1 0 0 0 0,0 0 1 0 0,1 0-1 0 0,-1 0 0 0 0,0 1 0 0 0,0-1 0 0 0,0 0 0 0 0,0 0 0 0 0,-1 1 0 0 0,1-1 0 0 0,-1 1 0 0 0,1-1 0 0 0,-1 0 0 0 0,0 1 0 0 0,0-1 0 0 0,0 1 0 0 0,0-1 0 0 0,0 1 0 0 0,-1-1 0 0 0,1 0 1 0 0,-1 1-1 0 0,1-1 0 0 0,-1 1 0 0 0,0-1 0 0 0,0 0 0 0 0,-2 4 0 0 0,-1 1 104 0 0,0 0 0 0 0,0 0 0 0 0,-1 0 0 0 0,0 0 0 0 0,0-1 0 0 0,-1 0 0 0 0,0 0 0 0 0,0 0 0 0 0,0-1 0 0 0,-1 0 0 0 0,-7 5 0 0 0,-4-1 1 0 0,0 0 1 0 0,-1-2-1 0 0,0 0 0 0 0,0-1 1 0 0,-1-1-1 0 0,1-1 0 0 0,-1 0 1 0 0,-27 0-1 0 0,44-4-168 0 0,-5 0 62 0 0,-1 0-668 0 0,27-13-7312 0 0,-16 13 7564 0 0,0 0 0 0 0,0-1-1 0 0,-1 1 1 0 0,5 0 0 0 0,5-1-1614 0 0,5-3-2015 0 0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9:26.1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293 124 2528 0 0,'1'-3'498'0'0,"-1"0"0"0"0,1 1 0 0 0,-1-1-1 0 0,0 0 1 0 0,0 0 0 0 0,0 0 0 0 0,0 0-1 0 0,0 0 1 0 0,-1 0 0 0 0,0 0 0 0 0,1 0 0 0 0,-1 0-1 0 0,0 1 1 0 0,0-1 0 0 0,-3-4 0 0 0,3 5-230 0 0,-1-1 0 0 0,0 1 0 0 0,0 0 0 0 0,-1-1 0 0 0,1 1 0 0 0,0 0 0 0 0,-1 0 0 0 0,1 0 0 0 0,-1 1 1 0 0,1-1-1 0 0,-1 1 0 0 0,-5-3 0 0 0,2 2-161 0 0,0 0 0 0 0,-1 1 0 0 0,1-1 1 0 0,-1 1-1 0 0,1 1 0 0 0,-1-1 0 0 0,1 1 0 0 0,-1 0 1 0 0,1 1-1 0 0,-1-1 0 0 0,1 1 0 0 0,-1 0 1 0 0,-6 3-1 0 0,4 0-85 0 0,0 0 1 0 0,0 1-1 0 0,0 0 0 0 0,1 0 1 0 0,0 1-1 0 0,0 0 1 0 0,0 1-1 0 0,1-1 0 0 0,0 1 1 0 0,0 1-1 0 0,1-1 0 0 0,-9 15 1 0 0,9-14-17 0 0,1 1 1 0 0,0 0 0 0 0,0 1-1 0 0,1-1 1 0 0,0 1-1 0 0,1-1 1 0 0,0 1 0 0 0,0 0-1 0 0,1 1 1 0 0,0-1-1 0 0,1 0 1 0 0,0 12-1 0 0,1-18 1 0 0,1 0 0 0 0,-1 1-1 0 0,1-1 1 0 0,-1 0-1 0 0,1 0 1 0 0,1 0-1 0 0,-1 0 1 0 0,0 0-1 0 0,1-1 1 0 0,0 1-1 0 0,0 0 1 0 0,0-1-1 0 0,0 1 1 0 0,1-1-1 0 0,-1 0 1 0 0,1 0-1 0 0,3 3 1 0 0,-2-2 1 0 0,0-1 0 0 0,1-1-1 0 0,-1 1 1 0 0,1-1 0 0 0,0 1 0 0 0,0-1 0 0 0,-1-1 0 0 0,1 1-1 0 0,0-1 1 0 0,1 1 0 0 0,9 0 0 0 0,-2-2-8 0 0,0 0 1 0 0,0 0-1 0 0,-1-1 1 0 0,1-1-1 0 0,0 0 1 0 0,0-1-1 0 0,-1 0 1 0 0,0-1-1 0 0,0 0 1 0 0,13-6-1 0 0,-17 6-9 0 0,-1 0 0 0 0,1-1 0 0 0,-1 0 0 0 0,1 0 0 0 0,-1-1 0 0 0,-1 1 0 0 0,1-1 0 0 0,-1-1 0 0 0,0 0 0 0 0,0 1 0 0 0,-1-2 0 0 0,0 1 1 0 0,0-1-1 0 0,-1 1 0 0 0,0-1 0 0 0,0 0 0 0 0,-1-1 0 0 0,0 1 0 0 0,-1-1 0 0 0,1 1 0 0 0,1-17 0 0 0,-1-3 45 0 0,-1 1 0 0 0,-1-1 1 0 0,-1 1-1 0 0,-6-36 0 0 0,6 61-47 0 0,-8 10-25 0 0,8-8 36 0 0,-1 1 1 0 0,0 0-1 0 0,0-1 0 0 0,1 1 0 0 0,-1-1 0 0 0,0 1 0 0 0,1 0 0 0 0,-1 0 0 0 0,1-1 0 0 0,-1 1 0 0 0,1 0 0 0 0,-1 0 1 0 0,1 0-1 0 0,0-1 0 0 0,-1 3 0 0 0,-5 20 21 0 0,1 0 0 0 0,1 0-1 0 0,1 1 1 0 0,1 0 0 0 0,2 25 0 0 0,0-32-37 0 0,2 1-1 0 0,0-1 1 0 0,1 0-1 0 0,1 0 1 0 0,0-1-1 0 0,1 1 1 0 0,13 26-1 0 0,-16-38-134 0 0,1 0 0 0 0,1 0 0 0 0,-1 0 0 0 0,1 0 0 0 0,0-1-1 0 0,0 1 1 0 0,0-1 0 0 0,1 0 0 0 0,-1-1 0 0 0,1 1 0 0 0,0-1 0 0 0,0 0 0 0 0,0 0-1 0 0,0 0 1 0 0,1-1 0 0 0,9 4 0 0 0,-6-4-544 0 0,0 0 1 0 0,0 0-1 0 0,0-1 0 0 0,1 0 1 0 0,-1 0-1 0 0,0-1 1 0 0,1 0-1 0 0,-1-1 0 0 0,17-3 1 0 0,6-4-3391 0 0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9:26.4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1 208 2156 0 0,'1'-15'986'0'0,"13"-175"11070"0"0,-14 188-11487 0 0,1 23 401 0 0,8 258 1189 0 0,-7-238-2127 0 0,0 30-172 0 0,4 1 1 0 0,24 118 0 0 0,-28-179-335 0 0,2 0 0 0 0,-1 0 0 0 0,1-1 0 0 0,1 1 0 0 0,-1-1 1 0 0,8 10-1 0 0,-10-17 87 0 0,0 0 0 0 0,0 0 0 0 0,1-1 1 0 0,-1 1-1 0 0,1-1 0 0 0,0 1 0 0 0,0-1 1 0 0,-1 0-1 0 0,1 0 0 0 0,1 0 0 0 0,-1 0 1 0 0,0-1-1 0 0,0 1 0 0 0,1-1 0 0 0,-1 0 1 0 0,1 0-1 0 0,-1 0 0 0 0,1 0 0 0 0,-1-1 1 0 0,1 1-1 0 0,0-1 0 0 0,5 0 0 0 0,8-3-3506 0 0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9:26.6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0 118 1680 0 0,'5'-33'4299'0'0,"-3"17"-491"0"0,0-1 0 0 0,0-31 1 0 0,-2 44-3057 0 0,2 6-231 0 0,4 15 27 0 0,5 24-4 0 0,-4 4-187 0 0,0 2-302 0 0,18 64 1 0 0,-24-107-277 0 0,1-1-1 0 0,-1 1 1 0 0,1-1-1 0 0,-1 0 1 0 0,1 1-1 0 0,0-1 1 0 0,4 6-1 0 0,-5-8-54 0 0,0 0 0 0 0,1 0-1 0 0,-1 0 1 0 0,0 0 0 0 0,0 0-1 0 0,0-1 1 0 0,1 1 0 0 0,-1 0-1 0 0,0-1 1 0 0,1 1 0 0 0,-1-1-1 0 0,0 1 1 0 0,1-1 0 0 0,-1 1-1 0 0,1-1 1 0 0,-1 0 0 0 0,1 0-1 0 0,-1 0 1 0 0,0 0 0 0 0,4 0-1 0 0,-5 0 41 0 0,1 0 0 0 0,0-1 0 0 0,0 1 0 0 0,-1 0 0 0 0,1-1 0 0 0,0 1 0 0 0,-1 0-1 0 0,1-1 1 0 0,-1 1 0 0 0,1-1 0 0 0,0 1 0 0 0,-1-1 0 0 0,1 1 0 0 0,-1-1 0 0 0,1 0-1 0 0,-1 1 1 0 0,1-1 0 0 0,-1 1 0 0 0,1-2 0 0 0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9:26.8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143 114 2504 0 0,'-17'-21'4760'0'0,"-39"-35"0"0"0,28 29-3901 0 0,27 26-1185 0 0,0 0 0 0 0,0 0 0 0 0,0 0 0 0 0,0 0 0 0 0,0 1 1 0 0,-1-1-1 0 0,1 0 0 0 0,0 1 0 0 0,0-1 0 0 0,-1 1 1 0 0,1 0-1 0 0,0-1 0 0 0,-1 1 0 0 0,1 0 0 0 0,0 0 0 0 0,-1 0 1 0 0,1 0-1 0 0,0 0 0 0 0,-1 0 0 0 0,1 0 0 0 0,-3 1 1 0 0,-7 1-2986 0 0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9:27.0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0 2448 0 0,'-25'18'3011'0'0,"16"-12"-1630"0"0,0 1 0 0 0,0 0 0 0 0,-12 12-1 0 0,21-19-1348 0 0,0 1 0 0 0,-1-1 0 0 0,1 0-1 0 0,0 0 1 0 0,0 1 0 0 0,0-1 0 0 0,-1 0 0 0 0,1 0-1 0 0,0 1 1 0 0,0-1 0 0 0,0 0 0 0 0,0 0 0 0 0,0 1-1 0 0,0-1 1 0 0,0 0 0 0 0,-1 1 0 0 0,1-1 0 0 0,0 0-1 0 0,0 1 1 0 0,0-1 0 0 0,0 0 0 0 0,0 1-1 0 0,0-1 1 0 0,0 0 0 0 0,1 0 0 0 0,-1 1 0 0 0,0-1-1 0 0,0 0 1 0 0,0 1 0 0 0,0-1 0 0 0,0 0 0 0 0,0 1-1 0 0,1-1 1 0 0,-1 0 0 0 0,0 0 0 0 0,0 1-1 0 0,0-1 1 0 0,1 0 0 0 0,-1 0 0 0 0,0 0 0 0 0,0 1-1 0 0,1-1 1 0 0,-1 0 0 0 0,0 0 0 0 0,1 0 0 0 0,11 5 325 0 0,-12-5-348 0 0,19 2-22 0 0,-1-1 0 0 0,1 0 1 0 0,-1-1-1 0 0,1-2 0 0 0,35-5 1 0 0,-21 2-595 0 0,64-9-4316 0 0,-41 4 122 0 0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9:28.1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191 610 2000 0 0,'-1'-11'2280'0'0,"-1"0"1"0"0,-1 0-1 0 0,-7-21 0 0 0,10 31-2231 0 0,-1 1 0 0 0,1-1 0 0 0,0 0 0 0 0,-1 1 0 0 0,1-1 0 0 0,-1 1 0 0 0,0-1-1 0 0,1 1 1 0 0,-1-1 0 0 0,1 1 0 0 0,-1-1 0 0 0,0 1 0 0 0,1-1 0 0 0,-1 1 0 0 0,0 0 0 0 0,0-1 0 0 0,1 1 0 0 0,-1 0 0 0 0,0 0 0 0 0,1 0 0 0 0,-1 0 0 0 0,0-1 0 0 0,0 1-1 0 0,0 0 1 0 0,-1 1 0 0 0,-18 3 263 0 0,12-1-257 0 0,2 1-1 0 0,-1 0 1 0 0,0 1 0 0 0,1-1-1 0 0,0 1 1 0 0,0 0 0 0 0,0 1-1 0 0,-5 6 1 0 0,-5 7 54 0 0,-15 26 0 0 0,27-40-97 0 0,1 0 0 0 0,0 1-1 0 0,0-1 1 0 0,0 1 0 0 0,1 0 0 0 0,0 0-1 0 0,0 0 1 0 0,1 0 0 0 0,-1 0 0 0 0,1 0-1 0 0,0 10 1 0 0,1-12-10 0 0,1-1 0 0 0,-1 0 0 0 0,0 1 0 0 0,1-1 0 0 0,0 0-1 0 0,0 0 1 0 0,0 0 0 0 0,0 0 0 0 0,1 0 0 0 0,-1 0 0 0 0,1 0 0 0 0,0 0 0 0 0,-1 0-1 0 0,1-1 1 0 0,1 1 0 0 0,-1-1 0 0 0,0 1 0 0 0,0-1 0 0 0,1 0 0 0 0,0 0 0 0 0,-1 0-1 0 0,1 0 1 0 0,5 2 0 0 0,22 10 4 0 0,1-2 0 0 0,53 15 0 0 0,27 10-58 0 0,-110-37 90 0 0,1 1-1 0 0,0 0 0 0 0,-1-1 1 0 0,1 1-1 0 0,-1 0 0 0 0,1 0 1 0 0,-1 0-1 0 0,1 0 0 0 0,-1 1 1 0 0,0-1-1 0 0,1 0 1 0 0,-1 1-1 0 0,2 2 0 0 0,-3-3-3 0 0,1 0 1 0 0,-1 0-1 0 0,0 0 0 0 0,1 0 0 0 0,-1 0 1 0 0,0 0-1 0 0,0 0 0 0 0,0 0 0 0 0,0 0 1 0 0,0 0-1 0 0,0 0 0 0 0,0 0 0 0 0,0 0 0 0 0,0 0 1 0 0,0 0-1 0 0,-1 0 0 0 0,1 0 0 0 0,-1 1 1 0 0,-1 2 42 0 0,0-1 0 0 0,0 0 0 0 0,0 1 0 0 0,-1-1 1 0 0,0 0-1 0 0,1-1 0 0 0,-1 1 0 0 0,0 0 0 0 0,0-1 0 0 0,0 1 1 0 0,-6 2-1 0 0,-10 5 49 0 0,-2-1 1 0 0,1 0-1 0 0,-1-2 1 0 0,-1 0-1 0 0,1-1 1 0 0,-1-2-1 0 0,0 0 0 0 0,-36 1 1 0 0,58-4-154 0 0,-1-1 1 0 0,0 0-1 0 0,0 0 1 0 0,1 0-1 0 0,-1 0 1 0 0,0 0-1 0 0,0 0 1 0 0,0 0-1 0 0,1 0 1 0 0,-1 0-1 0 0,0 0 1 0 0,0-1-1 0 0,1 1 1 0 0,-1 0-1 0 0,0-1 1 0 0,0 1-1 0 0,1 0 1 0 0,-1-1-1 0 0,0 1 1 0 0,0-1-1 0 0,0 0-13 0 0,1 1 0 0 0,0-1-1 0 0,0 1 1 0 0,0-1 0 0 0,0 1-1 0 0,0-1 1 0 0,0 0 0 0 0,0 1-1 0 0,0-1 1 0 0,0 1 0 0 0,0-1-1 0 0,0 1 1 0 0,0-1 0 0 0,0 1-1 0 0,0-1 1 0 0,0 1 0 0 0,1-1 0 0 0,-1 1-1 0 0,0-1 1 0 0,0 1 0 0 0,0-1-1 0 0,1 1 1 0 0,20-25-1278 0 0,33-19-738 0 0,72-45 1 0 0,22-16 326 0 0,-82 51 1252 0 0,-2-4 0 0 0,59-68-1 0 0,-100 100 740 0 0,-1-2 0 0 0,-2 0 0 0 0,0-1 0 0 0,-2 0 0 0 0,-2-2 0 0 0,-1 0 0 0 0,23-65 0 0 0,-33 76 299 0 0,0-1 1 0 0,3-36-1 0 0,-7 50-374 0 0,-1 0-1 0 0,0 0 0 0 0,0 0 0 0 0,-1 0 0 0 0,0 0 0 0 0,0 0 0 0 0,-1 0 0 0 0,1 1 0 0 0,-1-1 0 0 0,-1 0 0 0 0,-5-11 1 0 0,7 17-155 0 0,1 0 0 0 0,-1 0 0 0 0,0-1 0 0 0,0 1 0 0 0,1 0 1 0 0,-1 0-1 0 0,0 0 0 0 0,0 0 0 0 0,0 0 0 0 0,0 0 0 0 0,0 0 1 0 0,-1 1-1 0 0,1-1 0 0 0,0 0 0 0 0,0 1 0 0 0,-1-1 1 0 0,1 0-1 0 0,0 1 0 0 0,0 0 0 0 0,-1-1 0 0 0,1 1 0 0 0,-1 0 1 0 0,-1-1-1 0 0,1 2 3 0 0,0-1 1 0 0,0 1 0 0 0,0-1-1 0 0,0 1 1 0 0,0 0 0 0 0,0-1-1 0 0,0 1 1 0 0,1 0 0 0 0,-1 0-1 0 0,0 0 1 0 0,0 1 0 0 0,1-1-1 0 0,-1 0 1 0 0,-1 2 0 0 0,-4 5 90 0 0,1 0 0 0 0,-1 0 1 0 0,1 0-1 0 0,1 1 1 0 0,-6 11-1 0 0,-2 10 85 0 0,1 0-1 0 0,2 1 1 0 0,0 0 0 0 0,3 0-1 0 0,0 1 1 0 0,-3 55 0 0 0,8 199 603 0 0,4-210-631 0 0,3 112 140 0 0,3 249 234 0 0,-35-1-280 0 0,16-367 418 0 0,-33 113-1 0 0,44-179-603 0 0,-1-1 0 0 0,0 1 0 0 0,0 0-1 0 0,0-1 1 0 0,0 1 0 0 0,0-1-1 0 0,0 1 1 0 0,-1-1 0 0 0,1 0-1 0 0,-1 1 1 0 0,0-1 0 0 0,1 0-1 0 0,-1 0 1 0 0,0 0 0 0 0,0 0-1 0 0,-1-1 1 0 0,-3 4 0 0 0,4-4 86 0 0,0-2-31 0 0,0 0-131 0 0,1 0 0 0 0,0 0 0 0 0,0 1 0 0 0,-1-1 0 0 0,1 0 0 0 0,0 0 0 0 0,0 0 0 0 0,0-1 0 0 0,0 1 0 0 0,1 0 0 0 0,-1 0 1 0 0,0 0-1 0 0,0-1 0 0 0,1 1 0 0 0,-1 0 0 0 0,1-1 0 0 0,-1 1 0 0 0,1-1 0 0 0,-1-1 0 0 0,0-2 8 0 0,1 1 0 0 0,0-1 0 0 0,0 1 0 0 0,0-1 0 0 0,0 1 0 0 0,2-7 0 0 0,2-5 8 0 0,0 1 0 0 0,12-28 0 0 0,-2 13-48 0 0,2 1 1 0 0,1 0 0 0 0,31-40-1 0 0,70-70-299 0 0,-13 17-50 0 0,-101 116 356 0 0,1-1 0 0 0,-1 1 0 0 0,0-1 0 0 0,0 1-1 0 0,-1-1 1 0 0,1 0 0 0 0,-2 0 0 0 0,1-1 0 0 0,-1 1-1 0 0,0-1 1 0 0,0 1 0 0 0,0-10 0 0 0,-2 10 2 0 0,0 0 0 0 0,-1 1 0 0 0,0-1 0 0 0,0 0 0 0 0,0 1 1 0 0,-1 0-1 0 0,0-1 0 0 0,0 1 0 0 0,0 0 0 0 0,-1 0 0 0 0,0 0 0 0 0,0 0 0 0 0,-1 0 0 0 0,-6-7 1 0 0,-2-1 1 0 0,0 1 1 0 0,-1 0 0 0 0,0 1 0 0 0,-1 1-1 0 0,0 0 1 0 0,-1 1 0 0 0,0 0 0 0 0,-21-9-1 0 0,-19-6-24 0 0,-66-20-1 0 0,18 8-186 0 0,101 37 98 0 0,0-1 1 0 0,1 1-1 0 0,-1-1 0 0 0,0 0 1 0 0,1 0-1 0 0,-1 0 1 0 0,1 0-1 0 0,0 0 1 0 0,-1 0-1 0 0,1 0 1 0 0,0 0-1 0 0,-1 0 1 0 0,1-1-1 0 0,0 1 0 0 0,0 0 1 0 0,0-1-1 0 0,0 1 1 0 0,0-1-1 0 0,0 1 1 0 0,0-4-1 0 0,1 3-51 0 0,0 0-1 0 0,0 0 1 0 0,0 1-1 0 0,0-1 1 0 0,0 0 0 0 0,1 1-1 0 0,-1-1 1 0 0,1 0-1 0 0,-1 0 1 0 0,1 1-1 0 0,0-1 1 0 0,-1 1-1 0 0,1-1 1 0 0,0 1-1 0 0,0-1 1 0 0,0 1 0 0 0,1-1-1 0 0,-1 1 1 0 0,0 0-1 0 0,0 0 1 0 0,2-2-1 0 0,16-12-3564 0 0,35-23-1 0 0,-49 35 3065 0 0,21-13-3558 0 0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9:28.4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73 288 0 0,'6'-13'3213'0'0,"-1"1"1051"0"0,0 0 1 0 0,5-17 0 0 0,-10 28-3726 0 0,3-4 510 0 0,-1 6-335 0 0,-2 7-4 0 0,-3 14-206 0 0,-7 136 1167 0 0,10-140-1622 0 0,1 0 0 0 0,1 0 0 0 0,0 0 0 0 0,1 0-1 0 0,1 0 1 0 0,11 29 0 0 0,-1-21-92 0 0,-13-25-56 0 0,0 0 0 0 0,0 1 0 0 0,0-1 0 0 0,0 0 0 0 0,0 1 0 0 0,0-1 0 0 0,0 0-1 0 0,1 0 1 0 0,-1 0 0 0 0,0 0 0 0 0,1 0 0 0 0,-1 0 0 0 0,1-1 0 0 0,-1 1 0 0 0,1 0 0 0 0,1 0 0 0 0,0-1-286 0 0,1 0 0 0 0,-1 0 0 0 0,0 0 0 0 0,0 0 1 0 0,0 0-1 0 0,1-1 0 0 0,-1 1 0 0 0,0-1 0 0 0,0 0 1 0 0,0 0-1 0 0,0 0 0 0 0,0-1 0 0 0,0 1 1 0 0,-1-1-1 0 0,5-2 0 0 0,12-15-5212 0 0,-8 5-342 0 0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9:28.6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82 1232 0 0,'-11'-17'2771'0'0,"-1"1"1"0"0,-1 0-1 0 0,-15-14 0 0 0,26 28-2500 0 0,-3 2-51 0 0,5 0-244 0 0,-1 0 0 0 0,1 0 0 0 0,-1-1 0 0 0,0 1 1 0 0,1 0-1 0 0,-1 0 0 0 0,0 0 0 0 0,1 0 0 0 0,-1 0 0 0 0,1 0 0 0 0,-1 0 1 0 0,0 0-1 0 0,1 1 0 0 0,-1-1 0 0 0,1 0 0 0 0,-1 0 0 0 0,0 0 1 0 0,1 1-1 0 0,-1-1 0 0 0,1 0 0 0 0,-1 1 0 0 0,1-1 0 0 0,-1 0 0 0 0,1 1 1 0 0,-1-1-1 0 0,1 1 0 0 0,0-1 0 0 0,-1 0 0 0 0,1 1 0 0 0,-1-1 0 0 0,1 1 1 0 0,0 0-1 0 0,-1-1 0 0 0,1 1 0 0 0,0-1 0 0 0,0 1 0 0 0,0-1 0 0 0,-1 1 1 0 0,1 0-1 0 0,0-1 0 0 0,0 1 0 0 0,0-1 0 0 0,0 1 0 0 0,0 0 0 0 0,0-1 1 0 0,0 1-1 0 0,0 0 0 0 0,0 0 0 0 0,1 5-872 0 0,-1-1 1 0 0,1 1-1 0 0,1-1 0 0 0,-1 1 1 0 0,1-1-1 0 0,3 9 0 0 0,-1-2-2069 0 0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9:28.9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45 864 0 0,'21'34'5636'0'0,"-20"-30"-5242"0"0,1-1-1 0 0,0 1 0 0 0,-1-1 1 0 0,1 0-1 0 0,0 0 1 0 0,1 0-1 0 0,-1 0 0 0 0,0 0 1 0 0,1 0-1 0 0,0-1 1 0 0,0 1-1 0 0,0-1 0 0 0,0 1 1 0 0,0-1-1 0 0,0 0 0 0 0,5 2 1 0 0,-6-4 129 0 0,2 0-71 0 0,0 0-381 0 0,0 0 95 0 0,1 0 0 0 0,-1-1 1 0 0,1 0-1 0 0,-1 1 0 0 0,1-1 0 0 0,-1-1 0 0 0,0 1 0 0 0,1-1 0 0 0,-1 1 0 0 0,0-1 0 0 0,0 0 0 0 0,0-1 0 0 0,4-3 1 0 0,-6 5-133 0 0,0-1 1 0 0,-1 0 0 0 0,1 0-1 0 0,-1 0 1 0 0,1 0 0 0 0,-1 0 0 0 0,0 0-1 0 0,0 0 1 0 0,0 0 0 0 0,0-1-1 0 0,0 1 1 0 0,0 0 0 0 0,-1-1 0 0 0,1 1-1 0 0,-1 0 1 0 0,0-1 0 0 0,1 1-1 0 0,-1-1 1 0 0,0 1 0 0 0,-1-4 0 0 0,1 3-21 0 0,-1-1 1 0 0,1 1 0 0 0,-1-1-1 0 0,0 1 1 0 0,0-1-1 0 0,-1 1 1 0 0,1-1 0 0 0,-1 1-1 0 0,0 0 1 0 0,1 0 0 0 0,-1 0-1 0 0,-1 0 1 0 0,-3-5 0 0 0,5 8-17 0 0,0-1 1 0 0,-1 0 0 0 0,1 0-1 0 0,0 1 1 0 0,-1-1 0 0 0,1 0 0 0 0,0 1-1 0 0,-1-1 1 0 0,1 1 0 0 0,-1 0-1 0 0,1 0 1 0 0,-1-1 0 0 0,1 1 0 0 0,-1 0-1 0 0,1 0 1 0 0,-1 0 0 0 0,1 0 0 0 0,-1 1-1 0 0,-2 0 1 0 0,1-1-4 0 0,-1 1 1 0 0,0 0-1 0 0,0 1 0 0 0,1-1 1 0 0,-1 1-1 0 0,-3 2 1 0 0,-2 2 4 0 0,1 1 0 0 0,0 0 0 0 0,0 0 1 0 0,1 0-1 0 0,-1 1 0 0 0,2 0 1 0 0,-1 1-1 0 0,1 0 0 0 0,-8 16 1 0 0,10-17-29 0 0,0 0 0 0 0,0 1 1 0 0,1-1-1 0 0,1 0 0 0 0,0 1 1 0 0,0 0-1 0 0,0-1 0 0 0,1 1 1 0 0,0 0-1 0 0,1 0 0 0 0,0 0 1 0 0,1 9-1 0 0,0-14-118 0 0,0 0 0 0 0,-1 0 0 0 0,1 0 0 0 0,1 0 0 0 0,-1-1 0 0 0,1 1 0 0 0,-1 0 0 0 0,1-1-1 0 0,0 1 1 0 0,0-1 0 0 0,1 1 0 0 0,-1-1 0 0 0,1 0 0 0 0,0 0 0 0 0,-1 0 0 0 0,6 3 0 0 0,-3-3-116 0 0,0 0 0 0 0,0 0 0 0 0,0-1 0 0 0,1 1 0 0 0,-1-1 0 0 0,1-1 1 0 0,-1 1-1 0 0,1-1 0 0 0,-1 0 0 0 0,9 1 0 0 0,7-2-723 0 0,0-1 0 0 0,0 0 0 0 0,0-2 0 0 0,0 0 0 0 0,24-8 0 0 0,-15 2-743 0 0,1-2 55 0 0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9:29.3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204 811 2576 0 0,'2'-3'429'0'0,"0"0"0"0"0,0 0-1 0 0,0 0 1 0 0,0-1 0 0 0,-1 1-1 0 0,1-1 1 0 0,-1 1 0 0 0,0-1 0 0 0,0 1-1 0 0,-1-1 1 0 0,1 0 0 0 0,-1 0-1 0 0,1 1 1 0 0,-1-1 0 0 0,0 0 0 0 0,-1 0-1 0 0,1 1 1 0 0,-1-1 0 0 0,0-4-1 0 0,0 8-357 0 0,1-1-1 0 0,-1 0 1 0 0,1 0-1 0 0,-1 1 1 0 0,1-1-1 0 0,-1 0 1 0 0,1 1-1 0 0,-1-1 1 0 0,0 0-1 0 0,1 1 1 0 0,-1-1-1 0 0,0 1 1 0 0,0-1 0 0 0,1 1-1 0 0,-1 0 1 0 0,0-1-1 0 0,0 1 1 0 0,0 0-1 0 0,0-1 1 0 0,0 1-1 0 0,1 0 1 0 0,-1 0-1 0 0,0 0 1 0 0,0 0-1 0 0,0 0 1 0 0,0 0-1 0 0,0 0 1 0 0,-1 0-1 0 0,-23 5 846 0 0,18-1-759 0 0,0 0-1 0 0,0 0 0 0 0,0 1 1 0 0,0 0-1 0 0,0 0 1 0 0,1 0-1 0 0,0 1 0 0 0,0 0 1 0 0,-6 10-1 0 0,-2 1 75 0 0,2 1 0 0 0,-13 25 0 0 0,15-24-110 0 0,0 1 0 0 0,-8 29 0 0 0,15-43-92 0 0,1 1-1 0 0,1-1 1 0 0,-1 1-1 0 0,1 0 1 0 0,1-1-1 0 0,-1 1 1 0 0,1 0-1 0 0,0 0 0 0 0,1 0 1 0 0,-1-1-1 0 0,4 14 1 0 0,-3-18-19 0 0,-1 0 0 0 0,1 0 0 0 0,0 0 0 0 0,0 0 0 0 0,0 0 1 0 0,0 0-1 0 0,0 0 0 0 0,1-1 0 0 0,-1 1 0 0 0,0 0 0 0 0,1-1 0 0 0,0 1 0 0 0,-1-1 1 0 0,1 0-1 0 0,0 1 0 0 0,-1-1 0 0 0,1 0 0 0 0,0 0 0 0 0,2 1 0 0 0,0-1 2 0 0,-1 0-1 0 0,1 0 0 0 0,-1-1 0 0 0,1 1 1 0 0,-1-1-1 0 0,1 0 0 0 0,-1 0 0 0 0,1 0 1 0 0,-1-1-1 0 0,7-1 0 0 0,3-1 10 0 0,0-1-1 0 0,0-1 1 0 0,0-1-1 0 0,21-12 1 0 0,-16 7-16 0 0,0-2 1 0 0,-1 0-1 0 0,0-1 1 0 0,-1 0 0 0 0,-1-2-1 0 0,0 0 1 0 0,-2 0-1 0 0,1-1 1 0 0,-2-1-1 0 0,-1 0 1 0 0,18-38 0 0 0,-10 14-93 0 0,-3 0 0 0 0,-2-1 0 0 0,-1-1 0 0 0,11-74 0 0 0,-15 54-2 0 0,2-110 1 0 0,-11 144 178 0 0,-2 1-1 0 0,0 0 1 0 0,-2-1 0 0 0,-2 1 0 0 0,0 1 0 0 0,-13-32 0 0 0,2 22 105 0 0,15 36-181 0 0,1 0 0 0 0,0 0 0 0 0,-1 0 1 0 0,0 0-1 0 0,1 1 0 0 0,-1-1 1 0 0,0 0-1 0 0,0 1 0 0 0,1 0 0 0 0,-1-1 1 0 0,0 1-1 0 0,0 0 0 0 0,-1 0 1 0 0,-2-1-1 0 0,-2 3 120 0 0,2 2-68 0 0,0 0 0 0 0,0 0 0 0 0,0 1 0 0 0,1 0 0 0 0,-1 0 0 0 0,1 0-1 0 0,0 0 1 0 0,0 1 0 0 0,0-1 0 0 0,1 1 0 0 0,-1 0 0 0 0,1 0 0 0 0,0 0 0 0 0,1 1 0 0 0,-1-1 0 0 0,-2 10 0 0 0,-3 11 331 0 0,0 1 0 0 0,-4 36 1 0 0,5-18 14 0 0,2 0 0 0 0,2 0 1 0 0,2 1-1 0 0,3-1 0 0 0,11 77 0 0 0,-8-90-336 0 0,2 0 0 0 0,2 0-1 0 0,0-1 1 0 0,3 0 0 0 0,0-1-1 0 0,2-1 1 0 0,1 0-1 0 0,32 46 1 0 0,-37-61-494 0 0,1-1 1 0 0,1 0-1 0 0,0-1 0 0 0,0-1 1 0 0,1 0-1 0 0,23 15 0 0 0,-24-19-1261 0 0,0 0 0 0 0,1-1 0 0 0,-1-1-1 0 0,1 0 1 0 0,16 4 0 0 0,3-2-6514 0 0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9:29.5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188 1 112 0 0,'-28'17'10611'0'0,"10"3"-5823"0"0,12-11-3947 0 0,1 1-1 0 0,0-1 0 0 0,-6 17 0 0 0,-60 166 1530 0 0,33-61-8778 0 0,32-111 1479 0 0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9:30.1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44 947 528 0 0,'-39'16'9396'0'0,"39"-16"-9311"0"0,-1 0 0 0 0,1 1-1 0 0,0-1 1 0 0,-1 0 0 0 0,1 1-1 0 0,0-1 1 0 0,0 0 0 0 0,-1 1 0 0 0,1-1-1 0 0,0 0 1 0 0,0 1 0 0 0,-1-1-1 0 0,1 0 1 0 0,0 1 0 0 0,0-1-1 0 0,0 0 1 0 0,0 1 0 0 0,0-1 0 0 0,0 1-1 0 0,0-1 1 0 0,0 1 0 0 0,-1-1-1 0 0,1 0 1 0 0,1 1 0 0 0,0 1 94 0 0,1-1-1 0 0,0 0 1 0 0,0 0 0 0 0,1 0 0 0 0,-1 0 0 0 0,0-1 0 0 0,0 1 0 0 0,0-1-1 0 0,1 1 1 0 0,-1-1 0 0 0,0 0 0 0 0,0 1 0 0 0,1-1 0 0 0,-1 0-1 0 0,0-1 1 0 0,3 1 0 0 0,42-10 1323 0 0,-35 6-1232 0 0,5-1-142 0 0,1-1-1 0 0,-1-1 1 0 0,0 0-1 0 0,-1-2 1 0 0,0 0-1 0 0,0 0 1 0 0,-1-2 0 0 0,0 0-1 0 0,-1 0 1 0 0,0-2-1 0 0,-1 0 1 0 0,0 0-1 0 0,-1-1 1 0 0,17-26-1 0 0,-13 15-222 0 0,-2 0-1 0 0,0-1 0 0 0,-2-1 1 0 0,-1 0-1 0 0,-1-1 0 0 0,-2 1 1 0 0,0-2-1 0 0,5-45 0 0 0,-5-11-162 0 0,-4-1 1 0 0,-3 0-1 0 0,-15-121 0 0 0,6 172 27 0 0,7 33 191 0 0,0 4 15 0 0,-2 2 28 0 0,1 0 0 0 0,-1-1 0 0 0,1 2 0 0 0,1-1 1 0 0,-1 0-1 0 0,1 0 0 0 0,-1 1 0 0 0,1-1 0 0 0,0 7 0 0 0,-5 47 106 0 0,5-40-81 0 0,-14 293 477 0 0,16-219-1180 0 0,17 126-1 0 0,1-120-2045 0 0,-1-35-2980 0 0,-9-41 626 0 0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9:31.4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113 454 1868 0 0,'-109'-70'10181'0'0,"109"69"-10164"0"0,-1 1 1 0 0,1-1-1 0 0,0 1 0 0 0,-1 0 1 0 0,1-1-1 0 0,0 1 0 0 0,0-1 1 0 0,-1 1-1 0 0,1 0 0 0 0,0-1 1 0 0,0 1-1 0 0,0-1 0 0 0,0 1 0 0 0,0-1 1 0 0,0 1-1 0 0,-1-1 0 0 0,1 1 1 0 0,0-1-1 0 0,0 1 0 0 0,0-1 1 0 0,1 1-1 0 0,-1-1 0 0 0,0 1 1 0 0,0 0-1 0 0,0-1 0 0 0,0 1 1 0 0,0-1-1 0 0,1 1 0 0 0,-1-1 0 0 0,0 1 1 0 0,0-1-1 0 0,0 1 0 0 0,1 0 1 0 0,-1-1-1 0 0,0 1 0 0 0,1 0 1 0 0,-1-1-1 0 0,0 1 0 0 0,1 0 1 0 0,-1-1-1 0 0,1 1 0 0 0,-1 0 0 0 0,0 0 1 0 0,1-1-1 0 0,-1 1 0 0 0,1 0 1 0 0,-1 0-1 0 0,1 0 0 0 0,0 0 1 0 0,22-13 200 0 0,-22 13-212 0 0,57-20 126 0 0,0 3 0 0 0,79-13 0 0 0,-63 15-86 0 0,89-16-3 0 0,-63 13-22 0 0,112-35-1 0 0,-201 50-22 0 0,-1-1 0 0 0,1 0 0 0 0,-1-1 0 0 0,0 0 0 0 0,-1-1 0 0 0,1 0 0 0 0,15-13 0 0 0,-23 17-1 0 0,0 0 1 0 0,0 0-1 0 0,0 0 1 0 0,0 0 0 0 0,0-1-1 0 0,0 1 1 0 0,0-1 0 0 0,-1 0-1 0 0,0 1 1 0 0,1-1-1 0 0,-1 0 1 0 0,0 0 0 0 0,0 0-1 0 0,0 0 1 0 0,-1 0 0 0 0,1 0-1 0 0,-1 0 1 0 0,0 0-1 0 0,1 0 1 0 0,-1 0 0 0 0,-1 0-1 0 0,1 0 1 0 0,0 0 0 0 0,-1 0-1 0 0,0 0 1 0 0,1 0 0 0 0,-1 0-1 0 0,0 0 1 0 0,-1 0-1 0 0,1 0 1 0 0,0 1 0 0 0,-1-1-1 0 0,-2-2 1 0 0,4 3-1 0 0,-1 1-1 0 0,0 0 1 0 0,0 0-1 0 0,0-1 1 0 0,1 1 0 0 0,-1 0-1 0 0,-1 0 1 0 0,1 0-1 0 0,0 0 1 0 0,0 0 0 0 0,0 0-1 0 0,0 1 1 0 0,-1-1-1 0 0,1 0 1 0 0,0 0 0 0 0,-1 1-1 0 0,1-1 1 0 0,-1 1-1 0 0,1 0 1 0 0,0-1 0 0 0,-1 1-1 0 0,-1 0 1 0 0,1 0 1 0 0,1 0 0 0 0,-1 1 0 0 0,0-1 1 0 0,1 1-1 0 0,-1-1 0 0 0,1 1 0 0 0,0 0 1 0 0,-1 0-1 0 0,1-1 0 0 0,0 1 0 0 0,-1 0 0 0 0,1 0 1 0 0,0 0-1 0 0,0 1 0 0 0,0-1 0 0 0,0 0 0 0 0,0 0 1 0 0,0 1-1 0 0,0-1 0 0 0,0 0 0 0 0,-1 4 1 0 0,-6 12 13 0 0,1 1 1 0 0,0 0-1 0 0,2 0 1 0 0,0 1-1 0 0,-5 36 1 0 0,-1 100 107 0 0,10-124-119 0 0,-3 370-164 0 0,4-281 372 0 0,-3-96-7 0 0,3-22-80 0 0,-4-12-27 0 0,6-3-84 0 0,1 0-1 0 0,0 0 1 0 0,0 0-1 0 0,1 0 1 0 0,1 1-1 0 0,0 0 1 0 0,1-1 0 0 0,0 2-1 0 0,9-14 1 0 0,-10 17-20 0 0,1 1 0 0 0,0-1 0 0 0,0 1 0 0 0,0 0 0 0 0,1 1 0 0 0,0-1 0 0 0,1 1 0 0 0,-1 1 0 0 0,1-1 0 0 0,0 1 0 0 0,0 1 0 0 0,1-1 0 0 0,-1 2 0 0 0,12-5 0 0 0,-17 7 1 0 0,1 1 1 0 0,0-1 0 0 0,-1 0 0 0 0,1 1 0 0 0,0 0 0 0 0,0 0-1 0 0,-1 0 1 0 0,1 0 0 0 0,0 0 0 0 0,0 1 0 0 0,-1 0 0 0 0,1 0-1 0 0,0 0 1 0 0,-1 0 0 0 0,1 0 0 0 0,-1 1 0 0 0,5 2-1 0 0,-2 0 5 0 0,-2 0-1 0 0,1 0 0 0 0,0 0 1 0 0,-1 0-1 0 0,0 1 0 0 0,0 0 1 0 0,0 0-1 0 0,-1 0 0 0 0,6 10 1 0 0,0 5 24 0 0,-1 1 1 0 0,0 0-1 0 0,-2 0 0 0 0,7 41 1 0 0,-11-52-2 0 0,-1-1 0 0 0,2 0 0 0 0,-1 1 0 0 0,1-1 0 0 0,6 11 1 0 0,-8-17-12 0 0,1-1 0 0 0,-1 1 1 0 0,1-1-1 0 0,0 0 1 0 0,0 1-1 0 0,0-1 1 0 0,0 0-1 0 0,0 0 1 0 0,0 0-1 0 0,1-1 1 0 0,-1 1-1 0 0,1-1 1 0 0,-1 1-1 0 0,1-1 0 0 0,-1 0 1 0 0,1 0-1 0 0,0 0 1 0 0,0 0-1 0 0,-1 0 1 0 0,1 0-1 0 0,5 0 1 0 0,7-1-58 0 0,1 0 0 0 0,0 0 1 0 0,-1-1-1 0 0,1-1 0 0 0,-1-1 1 0 0,1 0-1 0 0,-1-1 1 0 0,0-1-1 0 0,0 0 0 0 0,-1-1 1 0 0,0 0-1 0 0,20-13 0 0 0,-17 9-69 0 0,1-2 0 0 0,-2 0 0 0 0,1-2 0 0 0,-2 1 0 0 0,0-2 0 0 0,-1 0 0 0 0,0-1 0 0 0,21-31 0 0 0,-28 35 98 0 0,0-1-1 0 0,0 0 1 0 0,-1 0 0 0 0,-1-1-1 0 0,0 1 1 0 0,3-21 0 0 0,-6 27 56 0 0,-1 1 0 0 0,0 0 0 0 0,-1-1 1 0 0,0 1-1 0 0,0 0 0 0 0,0-1 0 0 0,-1 1 0 0 0,1 0 0 0 0,-2 0 0 0 0,1-1 1 0 0,-1 1-1 0 0,0 0 0 0 0,0 0 0 0 0,0 0 0 0 0,-1 1 0 0 0,-6-11 1 0 0,8 15-23 0 0,0-1 0 0 0,0 1 1 0 0,0 0-1 0 0,-1 0 1 0 0,1-1-1 0 0,0 1 0 0 0,-1 0 1 0 0,1 0-1 0 0,0 0 1 0 0,-1 0-1 0 0,0 1 0 0 0,1-1 1 0 0,-1 0-1 0 0,1 1 1 0 0,-1-1-1 0 0,0 1 0 0 0,1-1 1 0 0,-1 1-1 0 0,0 0 1 0 0,0-1-1 0 0,1 1 0 0 0,-1 0 1 0 0,0 0-1 0 0,0 1 1 0 0,1-1-1 0 0,-1 0 0 0 0,0 1 1 0 0,1-1-1 0 0,-1 1 1 0 0,0-1-1 0 0,1 1 0 0 0,-1 0 1 0 0,1-1-1 0 0,-1 1 1 0 0,1 0-1 0 0,-3 2 1 0 0,-1 1 32 0 0,-1 0 1 0 0,1 0 0 0 0,1 0-1 0 0,-1 1 1 0 0,0 0 0 0 0,1 0-1 0 0,0 0 1 0 0,-6 10 0 0 0,5-3-17 0 0,-1-1 0 0 0,2 1 0 0 0,-1-1 0 0 0,2 2 0 0 0,0-1 0 0 0,0 0 0 0 0,1 0 0 0 0,0 1 0 0 0,1-1 0 0 0,1 1 0 0 0,0 0 0 0 0,0-1 0 0 0,2 1 1 0 0,2 15-1 0 0,-2-21-26 0 0,0 0 1 0 0,0-1-1 0 0,0 1 1 0 0,1-1 0 0 0,0 0-1 0 0,0 0 1 0 0,0 0-1 0 0,1 0 1 0 0,0-1-1 0 0,0 1 1 0 0,0-1 0 0 0,1 0-1 0 0,0 0 1 0 0,0-1-1 0 0,0 1 1 0 0,0-1 0 0 0,1 0-1 0 0,0-1 1 0 0,0 1-1 0 0,0-1 1 0 0,0 0 0 0 0,0-1-1 0 0,0 1 1 0 0,1-1-1 0 0,0-1 1 0 0,-1 1-1 0 0,13 0 1 0 0,-6 0-182 0 0,1-2-1 0 0,-1 1 1 0 0,1-2 0 0 0,-1 0 0 0 0,0 0-1 0 0,1-1 1 0 0,-1-1 0 0 0,0 0-1 0 0,0-1 1 0 0,0-1 0 0 0,22-10-1 0 0,-21 7 62 0 0,-2 0-1 0 0,1-1 0 0 0,-1 0 1 0 0,-1-1-1 0 0,1 0 0 0 0,-2-1 1 0 0,1 0-1 0 0,-2 0 0 0 0,1-1 1 0 0,9-17-1 0 0,67-132 769 0 0,-85 160-649 0 0,-1 1 0 0 0,0-1-1 0 0,0 0 1 0 0,1 1 0 0 0,-1-1 0 0 0,0 1-1 0 0,1-1 1 0 0,-1 1 0 0 0,1-1 0 0 0,-1 1 0 0 0,1-1-1 0 0,-1 1 1 0 0,1-1 0 0 0,-1 1 0 0 0,1 0-1 0 0,-1-1 1 0 0,1 1 0 0 0,-1 0 0 0 0,1-1-1 0 0,0 1 1 0 0,-1 0 0 0 0,1 0 0 0 0,-1-1-1 0 0,1 1 1 0 0,0 0 0 0 0,-1 0 0 0 0,1 0-1 0 0,0 0 1 0 0,-1 0 0 0 0,1 0 0 0 0,0 0 0 0 0,0 0-1 0 0,1 1 12 0 0,-1 0-1 0 0,1 0 1 0 0,-1 0-1 0 0,0 0 1 0 0,0 0-1 0 0,1 1 1 0 0,-1-1-1 0 0,0 0 1 0 0,0 0-1 0 0,0 1 1 0 0,0-1-1 0 0,1 3 0 0 0,3 7 112 0 0,-1 0 0 0 0,6 18 0 0 0,-9-28-116 0 0,6 27 98 0 0,-2 1 1 0 0,4 38 0 0 0,2 17 473 0 0,-10-64 614 0 0,-1-19-1178 0 0,0-1-1 0 0,0 0 0 0 0,0 0 1 0 0,0 0-1 0 0,0 1 0 0 0,0-1 1 0 0,0 0-1 0 0,0 0 0 0 0,0 1 1 0 0,0-1-1 0 0,0 0 0 0 0,0 0 1 0 0,0 0-1 0 0,0 0 0 0 0,0 1 1 0 0,-1-1-1 0 0,1 0 0 0 0,0 0 1 0 0,0 0-1 0 0,0 0 0 0 0,0 1 1 0 0,0-1-1 0 0,-1 0 0 0 0,1 0 0 0 0,0 0 1 0 0,0 0-1 0 0,0 0 0 0 0,-1 0 1 0 0,1 1-1 0 0,0-1 0 0 0,0 0 1 0 0,0 0-1 0 0,-1 0 0 0 0,1 0 1 0 0,0 0-1 0 0,0 0 0 0 0,0 0 1 0 0,-1 0-1 0 0,1 0 0 0 0,0 0 1 0 0,0 0-1 0 0,0 0 0 0 0,-1 0 1 0 0,1 0-1 0 0,0 0 0 0 0,0 0 1 0 0,0-1-1 0 0,-1 1 0 0 0,1 0 1 0 0,0 0-1 0 0,0 0 0 0 0,0 0 0 0 0,-1 0 1 0 0,1-1-1 0 0,-1-3 59 0 0,1-18-45 0 0,2 1 0 0 0,0-1-1 0 0,1 1 1 0 0,1 0 0 0 0,1 0-1 0 0,9-22 1 0 0,-9 31-39 0 0,0-1-1 0 0,1 1 1 0 0,0 0-1 0 0,1 0 1 0 0,0 1-1 0 0,1 0 1 0 0,1 0-1 0 0,-1 1 1 0 0,2 0-1 0 0,-1 0 1 0 0,13-9-1 0 0,-17 16 4 0 0,0-1-1 0 0,0 1 1 0 0,1 0-1 0 0,-1 0 1 0 0,1 1-1 0 0,0-1 0 0 0,-1 1 1 0 0,1 1-1 0 0,0-1 1 0 0,0 1-1 0 0,0 0 1 0 0,0 0-1 0 0,1 1 0 0 0,-1 0 1 0 0,0 0-1 0 0,0 0 1 0 0,0 1-1 0 0,0-1 1 0 0,0 2-1 0 0,0-1 0 0 0,11 5 1 0 0,-8-2 42 0 0,-1 0 0 0 0,1 0 0 0 0,-1 1 0 0 0,0 1 0 0 0,-1-1 0 0 0,1 1 1 0 0,-1 1-1 0 0,0-1 0 0 0,-1 1 0 0 0,0 0 0 0 0,0 1 0 0 0,0 0 0 0 0,7 13 0 0 0,0 6 298 0 0,-1 1 0 0 0,-1 0 0 0 0,-1 0 0 0 0,6 34 0 0 0,8 14 454 0 0,-24-76-785 0 0,0 1 0 0 0,1-1-1 0 0,-1 1 1 0 0,0-1-1 0 0,1 0 1 0 0,-1 1-1 0 0,0-1 1 0 0,1 1 0 0 0,-1-1-1 0 0,1 0 1 0 0,-1 1-1 0 0,1-1 1 0 0,-1 0-1 0 0,1 0 1 0 0,-1 1 0 0 0,1-1-1 0 0,-1 0 1 0 0,1 0-1 0 0,-1 0 1 0 0,1 0-1 0 0,-1 1 1 0 0,1-1 0 0 0,-1 0-1 0 0,1 0 1 0 0,0 0-1 0 0,-1 0 1 0 0,1 0-1 0 0,-1-1 1 0 0,1 1 0 0 0,16-3-53 0 0,-16 3 32 0 0,66-21-2682 0 0,0-3 0 0 0,83-43 0 0 0,-84 37-1293 0 0,-10 6-712 0 0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9:32.2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382 208 956 0 0,'86'-114'7003'0'0,"-22"34"-2686"0"0,-64 80-4293 0 0,1 0-1 0 0,-1-1 1 0 0,0 1-1 0 0,1 0 0 0 0,-1 0 1 0 0,0-1-1 0 0,1 1 1 0 0,-1 0-1 0 0,0-1 0 0 0,0 1 1 0 0,1-1-1 0 0,-1 1 1 0 0,0 0-1 0 0,0-1 0 0 0,0 1 1 0 0,0-1-1 0 0,1 1 1 0 0,-1 0-1 0 0,0-1 0 0 0,0 1 1 0 0,0-1-1 0 0,0 1 0 0 0,0-1 1 0 0,0 1-1 0 0,0-1 1 0 0,0 1-1 0 0,0 0 0 0 0,0-1 1 0 0,-1 1-1 0 0,1-1 1 0 0,0 1-1 0 0,0-1 0 0 0,-15 2 228 0 0,-17 14-132 0 0,13-2-74 0 0,1 1-1 0 0,0 0 1 0 0,-22 24 0 0 0,9-9-33 0 0,29-27-11 0 0,0 0-1 0 0,0-1 1 0 0,1 1-1 0 0,-1 0 1 0 0,0 0-1 0 0,1 0 1 0 0,-1 0-1 0 0,1 0 1 0 0,0 0-1 0 0,-1 1 1 0 0,1-1-1 0 0,0 0 1 0 0,0 1-1 0 0,1-1 1 0 0,-1 1-1 0 0,0-1 1 0 0,1 1-1 0 0,0-1 1 0 0,-1 1-1 0 0,1-1 1 0 0,0 1-1 0 0,1-1 1 0 0,-1 4-1 0 0,1-3 4 0 0,1 1-1 0 0,-1-1 1 0 0,0 0-1 0 0,1-1 0 0 0,0 1 1 0 0,0 0-1 0 0,0 0 1 0 0,0-1-1 0 0,0 1 0 0 0,0-1 1 0 0,1 0-1 0 0,-1 1 1 0 0,1-1-1 0 0,0 0 0 0 0,-1-1 1 0 0,1 1-1 0 0,4 2 1 0 0,63 30 35 0 0,-34-18-64 0 0,47 31 1 0 0,-82-47 47 0 0,0 1-1 0 0,0 0 1 0 0,0-1 0 0 0,0 1 0 0 0,0 0 0 0 0,0 0 0 0 0,0 0 0 0 0,0 0 0 0 0,-1 0 0 0 0,1 0 0 0 0,0 0 0 0 0,-1 0 0 0 0,1 1 0 0 0,0-1-1 0 0,-1 0 1 0 0,0 0 0 0 0,1 0 0 0 0,-1 1 0 0 0,0-1 0 0 0,1 0 0 0 0,-1 1 0 0 0,0-1 0 0 0,0 0 0 0 0,0 0 0 0 0,0 1 0 0 0,-1-1 0 0 0,1 0 0 0 0,0 1-1 0 0,0-1 1 0 0,-1 0 0 0 0,1 0 0 0 0,-1 0 0 0 0,1 1 0 0 0,-1-1 0 0 0,1 0 0 0 0,-1 0 0 0 0,0 0 0 0 0,1 0 0 0 0,-1 0 0 0 0,0 0 0 0 0,0 0 0 0 0,-2 1-1 0 0,-2 4 107 0 0,0-1-1 0 0,0 0 0 0 0,-1 0 1 0 0,0-1-1 0 0,-12 8 0 0 0,0-3 48 0 0,-2-1 0 0 0,1-1 0 0 0,-1 0 1 0 0,0-1-1 0 0,0-1 0 0 0,-30 3 0 0 0,-127 2 380 0 0,136-9-485 0 0,11 1-708 0 0,0-3 0 0 0,-50-6 0 0 0,77 7-111 0 0,3-1 626 0 0,0 0 0 0 0,0 0 0 0 0,1 0 0 0 0,-1 0 1 0 0,0 1-1 0 0,1-1 0 0 0,-1 0 0 0 0,1 0 0 0 0,-1 0 1 0 0,1 1-1 0 0,-1-1 0 0 0,1 0 0 0 0,0 1 0 0 0,-1-1 0 0 0,1 0 1 0 0,0 1-1 0 0,0-1 0 0 0,-1 1 0 0 0,1-1 0 0 0,1 0 1 0 0,21-10-1406 0 0,-16 8 666 0 0,22-10-2232 0 0,3-3-1093 0 0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9:34.3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98 437 1736 0 0,'24'-63'11605'0'0,"-32"110"-9871"0"0,6-26-1478 0 0,1 0 0 0 0,1-1 0 0 0,1 1-1 0 0,0-1 1 0 0,2 1 0 0 0,1-1-1 0 0,9 31 1 0 0,-10-40-216 0 0,0 0-1 0 0,2-1 1 0 0,-1 1-1 0 0,1-1 1 0 0,1 0 0 0 0,0-1-1 0 0,0 1 1 0 0,1-1-1 0 0,0-1 1 0 0,0 1-1 0 0,1-1 1 0 0,0 0 0 0 0,1-1-1 0 0,-1 0 1 0 0,14 8-1 0 0,-15-12-24 0 0,0 1 0 0 0,1-1 0 0 0,0 0-1 0 0,0 0 1 0 0,0-1 0 0 0,0 0 0 0 0,0 0 0 0 0,0-1-1 0 0,0 0 1 0 0,1-1 0 0 0,-1 0 0 0 0,0 0 0 0 0,0-1-1 0 0,1 0 1 0 0,-1 0 0 0 0,13-4 0 0 0,-15 3-5 0 0,0 0-1 0 0,0-1 1 0 0,0 0-1 0 0,-1 0 1 0 0,1 0 0 0 0,-1-1-1 0 0,0 0 1 0 0,0 0 0 0 0,0 0-1 0 0,0-1 1 0 0,-1 1-1 0 0,1-1 1 0 0,-1 0 0 0 0,0-1-1 0 0,-1 1 1 0 0,0 0 0 0 0,1-1-1 0 0,-2 0 1 0 0,1 0-1 0 0,-1 0 1 0 0,3-10 0 0 0,0-9 0 0 0,-1-1 1 0 0,1-32-1 0 0,1-6-87 0 0,-5 62 46 0 0,-7 11 14 0 0,-2 15 68 0 0,2 0 0 0 0,1 1 0 0 0,-4 45-1 0 0,5-29 53 0 0,-67 466 811 0 0,-30-4-562 0 0,19-222 22 0 0,80-276-332 0 0,0 0 1 0 0,0-1-1 0 0,-1 1 1 0 0,1 0-1 0 0,-4 4 1 0 0,5-7-31 0 0,0-1 0 0 0,0 0 0 0 0,0 0 0 0 0,-1 0-1 0 0,1 0 1 0 0,0 1 0 0 0,0-2 0 0 0,-1 1 0 0 0,1 0 0 0 0,0 0 0 0 0,-1 0 0 0 0,1-1-1 0 0,-1 1 1 0 0,1 0 0 0 0,-1-1 0 0 0,1 0 0 0 0,-1 1 0 0 0,0-1 0 0 0,1 0 0 0 0,-1 0-1 0 0,1 0 1 0 0,-1 0 0 0 0,0 0 0 0 0,-2 0 0 0 0,-3-2-4 0 0,0 0 0 0 0,1-1 1 0 0,-1 0-1 0 0,1 0 0 0 0,-1-1 0 0 0,1 1 0 0 0,0-1 1 0 0,0 0-1 0 0,0-1 0 0 0,1 0 0 0 0,0 0 1 0 0,0 0-1 0 0,0 0 0 0 0,0-1 0 0 0,1 0 0 0 0,0 0 1 0 0,-5-10-1 0 0,-1-3-18 0 0,0-1 1 0 0,2 0-1 0 0,0-1 1 0 0,2 1 0 0 0,0-1-1 0 0,1-1 1 0 0,1 1-1 0 0,1-1 1 0 0,1 1-1 0 0,1-1 1 0 0,1 0-1 0 0,1 1 1 0 0,5-29-1 0 0,-1 16-25 0 0,3 0 0 0 0,1 1 0 0 0,1-1 0 0 0,2 2 0 0 0,1 0 0 0 0,1 0 0 0 0,32-49 0 0 0,4 8-106 0 0,3 1-1 0 0,3 4 1 0 0,3 1 0 0 0,114-97-1 0 0,-53 66-718 0 0,245-152 0 0 0,-279 191 448 0 0,-85 59 408 0 0,-1 0 1 0 0,0-1 0 0 0,0 1 0 0 0,1 0 0 0 0,-1-1-1 0 0,0 1 1 0 0,0 0 0 0 0,0-1 0 0 0,1 1-1 0 0,-1 0 1 0 0,0-1 0 0 0,0 1 0 0 0,0 0 0 0 0,0-1-1 0 0,0 1 1 0 0,0 0 0 0 0,0-1 0 0 0,0 1 0 0 0,0-1-1 0 0,0 1 1 0 0,0 0 0 0 0,0-1 0 0 0,0 1 0 0 0,0 0-1 0 0,0-1 1 0 0,0 1 0 0 0,0-1 0 0 0,-1 1-1 0 0,1 0 1 0 0,0-1 0 0 0,0 1 0 0 0,0 0 0 0 0,-1 0-1 0 0,1-1 1 0 0,0 1 0 0 0,0 0 0 0 0,-1-1 0 0 0,1 1-1 0 0,0 0 1 0 0,-1 0 0 0 0,1 0 0 0 0,0-1 0 0 0,0 1-1 0 0,-1 0 1 0 0,1 0 0 0 0,-1 0 0 0 0,1 0-1 0 0,0-1 1 0 0,-1 1 0 0 0,1 0 0 0 0,0 0 0 0 0,-1 0-1 0 0,1 0 1 0 0,0 0 0 0 0,-1 0 0 0 0,1 0 0 0 0,-1 0-1 0 0,1 0 1 0 0,-1 1 0 0 0,-18 1-9 0 0,0 2-1 0 0,0 1 1 0 0,1 0 0 0 0,0 1-1 0 0,-27 13 1 0 0,-83 52-56 0 0,125-70 65 0 0,1 1 1 0 0,0-1-1 0 0,-1 1 0 0 0,1 0 1 0 0,0-1-1 0 0,0 1 1 0 0,0 0-1 0 0,0 0 0 0 0,0 0 1 0 0,0 1-1 0 0,1-1 0 0 0,-1 0 1 0 0,1 1-1 0 0,-1-1 1 0 0,1 1-1 0 0,0-1 0 0 0,0 1 1 0 0,0 0-1 0 0,1-1 0 0 0,-1 1 1 0 0,0 4-1 0 0,1-4 3 0 0,1 0 0 0 0,-1 0 0 0 0,1-1 0 0 0,0 1 0 0 0,0 0 0 0 0,0-1 0 0 0,0 1 0 0 0,0-1 0 0 0,0 1 0 0 0,1-1 0 0 0,-1 1 0 0 0,1-1 0 0 0,0 0 0 0 0,0 0 0 0 0,0 0-1 0 0,0 0 1 0 0,0 0 0 0 0,0 0 0 0 0,0 0 0 0 0,5 2 0 0 0,16 9-4 0 0,1 0 1 0 0,1-1-1 0 0,32 10 0 0 0,-28-12-30 0 0,-1 2 0 0 0,31 17-1 0 0,-57-28 37 0 0,-1 0-1 0 0,0-1 1 0 0,0 1-1 0 0,1 0 1 0 0,-1 0-1 0 0,0 0 1 0 0,0 0-1 0 0,0 0 1 0 0,0 0-1 0 0,0 0 1 0 0,0 1-1 0 0,0-1 1 0 0,0 0 0 0 0,-1 0-1 0 0,1 1 1 0 0,0-1-1 0 0,-1 0 1 0 0,1 1-1 0 0,-1-1 1 0 0,1 1-1 0 0,-1-1 1 0 0,1 3-1 0 0,-2-2 2 0 0,1 0-1 0 0,0 0 0 0 0,-1 0 0 0 0,1 0 1 0 0,-1 0-1 0 0,0-1 0 0 0,1 1 1 0 0,-1 0-1 0 0,0 0 0 0 0,0 0 1 0 0,0-1-1 0 0,-1 1 0 0 0,1-1 1 0 0,-2 3-1 0 0,-3 2 9 0 0,-1 0-1 0 0,1-1 1 0 0,-1 0-1 0 0,0 0 1 0 0,0 0-1 0 0,-13 5 1 0 0,-11 2 100 0 0,-46 12 1 0 0,75-24-219 0 0,2 0 70 0 0,-1 0-1 0 0,1 0 1 0 0,-1 0 0 0 0,1 0-1 0 0,-1 0 1 0 0,1 0-1 0 0,0 0 1 0 0,-1 0-1 0 0,1 0 1 0 0,-1 0-1 0 0,1 0 1 0 0,-1-1 0 0 0,1 1-1 0 0,0 0 1 0 0,-1 0-1 0 0,1 0 1 0 0,0-1-1 0 0,-1 1 1 0 0,1 0 0 0 0,0-1-1 0 0,-1 1 1 0 0,1 0-1 0 0,0-1 1 0 0,-1 1-1 0 0,1 0 1 0 0,0-1 0 0 0,-1 0-1 0 0,16-18-661 0 0,1 0 0 0 0,0 1-1 0 0,1 1 1 0 0,29-23 0 0 0,2-2 73 0 0,176-188-1084 0 0,-192 191 1640 0 0,-1-1-1 0 0,-2-1 1 0 0,-1-1 0 0 0,28-62-1 0 0,-43 75 524 0 0,16-54 0 0 0,-25 68-195 0 0,-1 0 0 0 0,0 0-1 0 0,-1 0 1 0 0,-1 0 0 0 0,0-27-1 0 0,-5 23 66 0 0,4 19-318 0 0,0-1 0 0 0,0 1 0 0 0,0-1 1 0 0,-1 1-1 0 0,1 0 0 0 0,0-1 0 0 0,0 1 0 0 0,0 0 0 0 0,0-1 1 0 0,-1 1-1 0 0,1 0 0 0 0,0 0 0 0 0,-1-1 0 0 0,1 1 0 0 0,0 0 0 0 0,0 0 1 0 0,-1-1-1 0 0,1 1 0 0 0,0 0 0 0 0,-1 0 0 0 0,1 0 0 0 0,0 0 1 0 0,-1-1-1 0 0,1 1 0 0 0,0 0 0 0 0,-1 0 0 0 0,1 0 0 0 0,-1 0 0 0 0,1 0 1 0 0,0 0-1 0 0,-1 0 0 0 0,1 0 0 0 0,-1 0 0 0 0,1 0 0 0 0,0 0 0 0 0,-1 0 1 0 0,1 0-1 0 0,0 0 0 0 0,-1 1 0 0 0,1-1 0 0 0,0 0 0 0 0,-1 0 1 0 0,-2 4 41 0 0,1-1 0 0 0,0 0 1 0 0,-1 1-1 0 0,2-1 1 0 0,-1 1-1 0 0,0 0 0 0 0,1 0 1 0 0,-1 0-1 0 0,1 0 1 0 0,-1 7-1 0 0,-8 39 195 0 0,2 0 0 0 0,2 1 0 0 0,3-1 1 0 0,1 1-1 0 0,3 0 0 0 0,3 0 0 0 0,12 68 0 0 0,-13-103-217 0 0,0 0 0 0 0,2 0 0 0 0,0 0-1 0 0,1 0 1 0 0,0 0 0 0 0,1-1 0 0 0,1 0-1 0 0,1-1 1 0 0,10 15 0 0 0,-13-22-28 0 0,1 1 0 0 0,0-1-1 0 0,0 0 1 0 0,1-1 0 0 0,0 0 0 0 0,0 0 0 0 0,0 0-1 0 0,1-1 1 0 0,-1-1 0 0 0,1 1 0 0 0,0-1 0 0 0,1-1 0 0 0,-1 0-1 0 0,1 0 1 0 0,-1-1 0 0 0,16 2 0 0 0,-17-3-27 0 0,0 0 1 0 0,0-1-1 0 0,0 0 1 0 0,0 0-1 0 0,0-1 1 0 0,0 0-1 0 0,0 0 1 0 0,0-1 0 0 0,0 0-1 0 0,-1-1 1 0 0,1 1-1 0 0,-1-1 1 0 0,1-1-1 0 0,-1 0 1 0 0,0 0-1 0 0,0 0 1 0 0,-1-1-1 0 0,0 0 1 0 0,1 0-1 0 0,-1 0 1 0 0,-1-1-1 0 0,1 0 1 0 0,-1 0-1 0 0,0 0 1 0 0,-1-1 0 0 0,1 0-1 0 0,-1 0 1 0 0,-1 0-1 0 0,5-11 1 0 0,-2 5 53 0 0,-1 0 0 0 0,-1-1 0 0 0,0 1 0 0 0,0-1 0 0 0,-2 0 0 0 0,1 0 0 0 0,-2 0 0 0 0,0 0 0 0 0,-1 0 0 0 0,0 0 0 0 0,-3-17 0 0 0,3 30-18 0 0,-1-1-1 0 0,1 1 1 0 0,0-1-1 0 0,-1 1 1 0 0,1 0-1 0 0,-1 0 1 0 0,0-1-1 0 0,1 1 1 0 0,-1 0-1 0 0,0 0 1 0 0,0 0-1 0 0,0 0 1 0 0,0-1-1 0 0,0 1 0 0 0,0 1 1 0 0,0-1-1 0 0,0 0 1 0 0,-2-1-1 0 0,1 1 9 0 0,-2 1-8 0 0,1 1-6 0 0,-1 0 1 0 0,1 0-1 0 0,0 0 0 0 0,0 0 1 0 0,0 0-1 0 0,0 0 0 0 0,0 1 1 0 0,0 0-1 0 0,0 0 1 0 0,1 0-1 0 0,-1 0 0 0 0,0 0 1 0 0,1 0-1 0 0,0 0 1 0 0,-1 1-1 0 0,-3 5 0 0 0,3-3 11 0 0,0 1 0 0 0,0-1 0 0 0,0 1 0 0 0,1 0 0 0 0,0 0 0 0 0,0 0-1 0 0,0 0 1 0 0,-1 12 0 0 0,2-11-24 0 0,0 0 0 0 0,1 1 0 0 0,0-1 0 0 0,0 0-1 0 0,1 0 1 0 0,-1 0 0 0 0,2 0 0 0 0,-1 0 0 0 0,1 0 0 0 0,0 0 0 0 0,0 0 0 0 0,1 0-1 0 0,0-1 1 0 0,0 0 0 0 0,0 1 0 0 0,1-1 0 0 0,7 8 0 0 0,-6-9-166 0 0,0-1-1 0 0,1 0 1 0 0,-1-1 0 0 0,1 1 0 0 0,0-1 0 0 0,0 0 0 0 0,0-1 0 0 0,1 1-1 0 0,-1-1 1 0 0,0-1 0 0 0,1 1 0 0 0,6 0 0 0 0,-2-1-295 0 0,0 0-1 0 0,0 0 1 0 0,0-1 0 0 0,0 0-1 0 0,0-1 1 0 0,16-4 0 0 0,-14 2 61 0 0,0-1 0 0 0,-1-1 0 0 0,0 0 0 0 0,0 0 0 0 0,0-2 0 0 0,-1 1 0 0 0,0-1 0 0 0,20-17 0 0 0,-3-3 604 0 0,41-50 0 0 0,-46 50 1111 0 0,0 1-1 0 0,38-31 1 0 0,-60 56-1268 0 0,0 0 1 0 0,1 0 0 0 0,-1 0 0 0 0,0 0-1 0 0,0 1 1 0 0,1-1 0 0 0,-1 1 0 0 0,1-1 0 0 0,-1 1-1 0 0,0-1 1 0 0,1 1 0 0 0,-1 0 0 0 0,1 0-1 0 0,-1-1 1 0 0,1 1 0 0 0,-1 0 0 0 0,1 0 0 0 0,-1 1-1 0 0,1-1 1 0 0,-1 0 0 0 0,1 0 0 0 0,-1 1-1 0 0,1-1 1 0 0,-1 1 0 0 0,0-1 0 0 0,1 1 0 0 0,-1 0-1 0 0,0 0 1 0 0,1-1 0 0 0,-1 1 0 0 0,0 0-1 0 0,0 0 1 0 0,0 0 0 0 0,0 0 0 0 0,0 0 0 0 0,0 1-1 0 0,0-1 1 0 0,1 2 0 0 0,3 3 144 0 0,-1 0-1 0 0,0 1 1 0 0,0-1 0 0 0,-1 1-1 0 0,5 14 1 0 0,-4-6-57 0 0,0-1 1 0 0,-2 1-1 0 0,0 0 0 0 0,0 0 1 0 0,-1 0-1 0 0,-1 0 0 0 0,-1 0 1 0 0,0 0-1 0 0,-1 0 1 0 0,-5 20-1 0 0,-5-5 175 0 0,11-29-279 0 0,1 0-1 0 0,-1 0 0 0 0,0 1 0 0 0,0-1 0 0 0,0 0 0 0 0,0 0 1 0 0,0 0-1 0 0,0 0 0 0 0,0 0 0 0 0,0 0 0 0 0,0-1 1 0 0,0 1-1 0 0,0 0 0 0 0,-1 0 0 0 0,1-1 0 0 0,0 1 0 0 0,-1-1 1 0 0,1 1-1 0 0,0-1 0 0 0,-1 0 0 0 0,-1 1 0 0 0,2-1-12 0 0,-1 0 0 0 0,1-1 0 0 0,0 1-1 0 0,0 0 1 0 0,-1-1 0 0 0,1 1 0 0 0,0-1-1 0 0,0 0 1 0 0,-1 1 0 0 0,1-1 0 0 0,0 0-1 0 0,0 0 1 0 0,0 1 0 0 0,0-1 0 0 0,0 0 0 0 0,0 0-1 0 0,0 0 1 0 0,1 0 0 0 0,-1 0 0 0 0,0-1-1 0 0,1 1 1 0 0,-1 0 0 0 0,0 0 0 0 0,1 0-1 0 0,-1-1 1 0 0,1 1 0 0 0,0 0 0 0 0,-1 0-1 0 0,1-1 1 0 0,0 1 0 0 0,0-2 0 0 0,-1-4-50 0 0,0-1 0 0 0,0 0 0 0 0,2-13 0 0 0,0 11-4 0 0,0 0 1 0 0,1 0-1 0 0,1 0 1 0 0,0 0-1 0 0,0 0 0 0 0,1 0 1 0 0,0 1-1 0 0,1 0 1 0 0,0 0-1 0 0,1 0 0 0 0,-1 0 1 0 0,1 1-1 0 0,1 0 0 0 0,0 0 1 0 0,10-9-1 0 0,-13 13 40 0 0,0 1 1 0 0,1-1-1 0 0,-1 1 0 0 0,1 0 0 0 0,-1 0 0 0 0,1 0 0 0 0,0 1 0 0 0,0 0 0 0 0,0 0 1 0 0,0 0-1 0 0,1 0 0 0 0,-1 1 0 0 0,0 0 0 0 0,1 0 0 0 0,-1 0 0 0 0,1 1 0 0 0,-1 0 1 0 0,1 0-1 0 0,-1 0 0 0 0,1 1 0 0 0,-1 0 0 0 0,0 0 0 0 0,1 0 0 0 0,-1 1 0 0 0,0-1 1 0 0,0 1-1 0 0,0 0 0 0 0,0 1 0 0 0,0-1 0 0 0,6 5 0 0 0,-4-1 21 0 0,0 0 0 0 0,-1 1 0 0 0,1 0 0 0 0,-1 0 0 0 0,-1 0 0 0 0,1 1 0 0 0,-1 0 0 0 0,-1 0 0 0 0,1 0-1 0 0,-1 0 1 0 0,-1 1 0 0 0,0-1 0 0 0,0 1 0 0 0,0 0 0 0 0,-1 0 0 0 0,1 11 0 0 0,-3-17 20 0 0,1 0 0 0 0,-1 0 1 0 0,0 0-1 0 0,0 0 0 0 0,0 0 0 0 0,0 0 1 0 0,0 0-1 0 0,-1 4 0 0 0,7-26 161 0 0,11-16-252 0 0,1 0 0 0 0,1 1 0 0 0,26-32 0 0 0,-34 51 31 0 0,1 1 0 0 0,1 0 0 0 0,0 1 0 0 0,1 0 0 0 0,0 1 0 0 0,1 0 0 0 0,1 2 0 0 0,23-14 0 0 0,-36 22 59 0 0,1 0 0 0 0,-1 1 1 0 0,1-1-1 0 0,0 1 1 0 0,-1 0-1 0 0,1 0 1 0 0,0 0-1 0 0,0 0 1 0 0,0 1-1 0 0,-1 0 0 0 0,1 0 1 0 0,0 0-1 0 0,0 0 1 0 0,0 0-1 0 0,0 1 1 0 0,0-1-1 0 0,-1 1 0 0 0,1 0 1 0 0,0 0-1 0 0,-1 1 1 0 0,1-1-1 0 0,6 4 1 0 0,-6-2 59 0 0,-1 0 1 0 0,1 1-1 0 0,-1-1 1 0 0,0 0 0 0 0,0 1-1 0 0,0 0 1 0 0,0 0-1 0 0,-1 0 1 0 0,1 0 0 0 0,-1 0-1 0 0,0 0 1 0 0,0 1 0 0 0,-1-1-1 0 0,1 1 1 0 0,-1-1-1 0 0,0 1 1 0 0,0-1 0 0 0,0 6-1 0 0,-1 10 221 0 0,0-1 0 0 0,-2 1 0 0 0,0-1 0 0 0,-1 0 0 0 0,-1 1 0 0 0,-1-1-1 0 0,-10 28 1 0 0,-10 42 84 0 0,25-88-391 0 0,0 0 0 0 0,-1 1 0 0 0,1-1 1 0 0,0 1-1 0 0,0-1 0 0 0,0 0 0 0 0,1 1 0 0 0,-1-1 0 0 0,0 1 1 0 0,1-1-1 0 0,-1 0 0 0 0,0 1 0 0 0,1-1 0 0 0,0 0 0 0 0,-1 0 0 0 0,1 1 1 0 0,0-1-1 0 0,-1 0 0 0 0,1 0 0 0 0,0 0 0 0 0,0 0 0 0 0,0 0 0 0 0,0 0 1 0 0,0 0-1 0 0,0 0 0 0 0,0 0 0 0 0,1 0 0 0 0,-1-1 0 0 0,0 1 0 0 0,0 0 1 0 0,1-1-1 0 0,-1 1 0 0 0,0-1 0 0 0,1 0 0 0 0,-1 1 0 0 0,0-1 0 0 0,1 0 1 0 0,2 0-1 0 0,2 1-113 0 0,0 0-1 0 0,0-1 1 0 0,0 1 0 0 0,1-2 0 0 0,-1 1 0 0 0,0-1 0 0 0,8-1 0 0 0,-7-1-285 0 0,1 1 0 0 0,-1-1-1 0 0,1-1 1 0 0,-1 1 0 0 0,0-1 0 0 0,0-1 0 0 0,-1 1-1 0 0,1-1 1 0 0,-1 0 0 0 0,8-9 0 0 0,-5 4-1847 0 0,0-1 0 0 0,14-21-1 0 0,-12 12-2566 0 0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9:34.6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 0 1436 0 0,'-232'16'14291'0'0,"443"-22"-17121"0"0,-56 3-3170 0 0,-83 0 1507 0 0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9:35.0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36 1832 0 0,'6'-35'9057'0'0,"-5"48"-7690"0"0,-3 16-650 0 0,-2 1 1 0 0,0-1 0 0 0,-13 41 0 0 0,-8 50-622 0 0,25-113-350 0 0,-4 52-1250 0 0,4-55 937 0 0,0 0 1 0 0,1 1 0 0 0,-1-1 0 0 0,1 0 0 0 0,0 0-1 0 0,0 0 1 0 0,0 0 0 0 0,1 0 0 0 0,-1 0-1 0 0,1-1 1 0 0,4 7 0 0 0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9:35.3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64 2216 0 0,'3'-11'1903'0'0,"-1"6"-860"0"0,-1 0 1 0 0,1 0 0 0 0,-1 0 0 0 0,-1 0 0 0 0,1-8 0 0 0,-1 12-982 0 0,0 0-1 0 0,0 1 1 0 0,0-1 0 0 0,0 0-1 0 0,-1 1 1 0 0,1-1-1 0 0,0 0 1 0 0,0 1-1 0 0,-1-1 1 0 0,1 0 0 0 0,0 1-1 0 0,-1-1 1 0 0,1 1-1 0 0,-1-1 1 0 0,1 1-1 0 0,-1-1 1 0 0,1 1-1 0 0,-1-1 1 0 0,1 1 0 0 0,-1 0-1 0 0,0-1 1 0 0,1 1-1 0 0,-1 0 1 0 0,1-1-1 0 0,-1 1 1 0 0,0 0 0 0 0,1 0-1 0 0,-1 0 1 0 0,0-1-1 0 0,1 1 1 0 0,-1 0-1 0 0,0 0 1 0 0,1 0 0 0 0,-1 0-1 0 0,0 0 1 0 0,-1 1-1 0 0,-25 2 365 0 0,25-3-341 0 0,-6 2 8 0 0,-1 1-1 0 0,1 0 1 0 0,0 0-1 0 0,0 0 1 0 0,0 1-1 0 0,0 0 1 0 0,1 1-1 0 0,-1 0 1 0 0,1 0-1 0 0,-9 8 1 0 0,16-12-88 0 0,-1 0 1 0 0,0-1 0 0 0,1 1-1 0 0,-1 0 1 0 0,0 0 0 0 0,1-1-1 0 0,-1 1 1 0 0,1 0 0 0 0,-1 0 0 0 0,1 0-1 0 0,0 0 1 0 0,-1-1 0 0 0,1 1-1 0 0,0 0 1 0 0,0 0 0 0 0,-1 0-1 0 0,1 0 1 0 0,0 0 0 0 0,0 0 0 0 0,0 0-1 0 0,0 0 1 0 0,0 0 0 0 0,1 1-1 0 0,-1 0 2 0 0,1-1 0 0 0,0 1 0 0 0,0 0 0 0 0,0-1 1 0 0,0 1-1 0 0,0-1 0 0 0,0 1 0 0 0,0-1 0 0 0,0 0 0 0 0,1 0 0 0 0,1 3 0 0 0,6 1 13 0 0,-1 1 1 0 0,1-1-1 0 0,15 6 0 0 0,-18-8-9 0 0,47 21 29 0 0,48 24-113 0 0,-90-41 151 0 0,0 0-1 0 0,0 0 1 0 0,-1 1-1 0 0,0 0 1 0 0,0 1-1 0 0,11 14 1 0 0,-19-22-2 0 0,-1 1 0 0 0,1 0 0 0 0,-1 0 0 0 0,0 0 0 0 0,0-1-1 0 0,1 1 1 0 0,-1 1 0 0 0,-1-1 0 0 0,1 0 0 0 0,0 0 0 0 0,0 0 0 0 0,-1 0 0 0 0,1 1 0 0 0,-1-1 0 0 0,0 0-1 0 0,0 0 1 0 0,0 1 0 0 0,0-1 0 0 0,0 0 0 0 0,-1 4 0 0 0,0-3-11 0 0,0 0 0 0 0,0 0 0 0 0,-1-1 0 0 0,1 1-1 0 0,-1-1 1 0 0,1 1 0 0 0,-1-1 0 0 0,0 0 0 0 0,0 1 0 0 0,0-1 0 0 0,-1 0 0 0 0,1 0 0 0 0,-5 3-1 0 0,-1 0 8 0 0,-1 0 0 0 0,0-1 0 0 0,0 0 0 0 0,0 0 0 0 0,0-1-1 0 0,-1 0 1 0 0,1-1 0 0 0,-15 2 0 0 0,15-3-263 0 0,-1 0 0 0 0,1-1 1 0 0,0-1-1 0 0,0 1 0 0 0,-1-2 0 0 0,1 1 1 0 0,0-1-1 0 0,0 0 0 0 0,-12-6 0 0 0,16 6-609 0 0,-1-1-1 0 0,0 0 0 0 0,1 0 0 0 0,0-1 0 0 0,-1 0 1 0 0,1 0-1 0 0,1 0 0 0 0,-1 0 0 0 0,-4-6 0 0 0,-6-10-5040 0 0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9:35.6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14 1812 0 0,'0'0'1916'0'0,"-9"-8"765"0"0,1 3-341 0 0,-9 6-1516 0 0,6 6-632 0 0,6 0-120 0 0,2 2-356 0 0,1-1-312 0 0,0 2-464 0 0,6 3-1425 0 0,-4-1-523 0 0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9:36.7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265 119 228 0 0,'9'-31'2862'0'0,"-5"18"-1357"0"0,0-1 0 0 0,-1 1 0 0 0,-1-1 0 0 0,2-19 0 0 0,-8 34-1120 0 0,-1 1-237 0 0,-1 0 0 0 0,1 1 0 0 0,0 0 0 0 0,0 0 0 0 0,0 0 0 0 0,0 0 0 0 0,1 1 0 0 0,-1 0 0 0 0,-7 8 0 0 0,-39 49 862 0 0,41-47-866 0 0,-9 9 84 0 0,-14 19 96 0 0,-29 48 0 0 0,54-77-293 0 0,0 0 1 0 0,1 1 0 0 0,1 0-1 0 0,0 0 1 0 0,1 0-1 0 0,1 1 1 0 0,0 0-1 0 0,-2 22 1 0 0,6-33-21 0 0,-1 1 0 0 0,1-1-1 0 0,0 1 1 0 0,1-1 0 0 0,-1 1 0 0 0,1-1 0 0 0,0 0-1 0 0,0 1 1 0 0,0-1 0 0 0,1 0 0 0 0,-1 1 0 0 0,1-1-1 0 0,0 0 1 0 0,0 0 0 0 0,5 6 0 0 0,-3-5-25 0 0,0-1 1 0 0,0 0-1 0 0,1-1 1 0 0,-1 1-1 0 0,1-1 0 0 0,0 0 1 0 0,0 0-1 0 0,0 0 1 0 0,0-1-1 0 0,0 1 1 0 0,6 1-1 0 0,5 0-110 0 0,-1-1-1 0 0,1 0 1 0 0,0-1 0 0 0,0-1 0 0 0,0 0-1 0 0,0-1 1 0 0,31-4 0 0 0,-26 0 38 0 0,-1 0 0 0 0,0 0 0 0 0,0-2 0 0 0,0-1 0 0 0,-1 0 1 0 0,0-2-1 0 0,0 0 0 0 0,32-21 0 0 0,-37 19 74 0 0,0 0 0 0 0,0-1 0 0 0,-1-1 1 0 0,-1 0-1 0 0,0 0 0 0 0,-1-1 0 0 0,-1-1 1 0 0,0 0-1 0 0,0 0 0 0 0,10-25 0 0 0,-14 27 103 0 0,0-1-1 0 0,-1 1 0 0 0,0-1 1 0 0,-1 0-1 0 0,-1 0 1 0 0,0-1-1 0 0,1-14 1 0 0,-4 28-86 0 0,0 1 0 0 0,0-1-1 0 0,0 1 1 0 0,0-1 0 0 0,0 1 0 0 0,0-1 0 0 0,0 1 0 0 0,0-1 0 0 0,0 1 0 0 0,0 0 0 0 0,0-1 0 0 0,0 1 0 0 0,0-1 0 0 0,0 1 0 0 0,0-1 0 0 0,-1 1 0 0 0,1-1 0 0 0,0 1 0 0 0,0 0 0 0 0,-1-1 0 0 0,1 1 0 0 0,0 0 0 0 0,0-1 0 0 0,-1 1 0 0 0,1 0 0 0 0,0-1 0 0 0,-1 1 0 0 0,1 0 0 0 0,-1-1 0 0 0,1 1 0 0 0,0 0 0 0 0,-1 0 0 0 0,1 0 0 0 0,-1-1 0 0 0,1 1-1 0 0,-1 0 1 0 0,1 0 0 0 0,0 0 0 0 0,-1 0 0 0 0,1 0 0 0 0,-1 0 0 0 0,1 0 0 0 0,-1 0 0 0 0,1 0 0 0 0,-1 0 0 0 0,1 0 0 0 0,-1 0 0 0 0,1 0 0 0 0,0 0 0 0 0,-1 0 0 0 0,1 1 0 0 0,-1-1 0 0 0,1 0 0 0 0,-1 0 0 0 0,1 0 0 0 0,0 1 0 0 0,-1-1 0 0 0,0 1 0 0 0,-2 0 12 0 0,1 1 1 0 0,-1 0 0 0 0,0 0-1 0 0,1 0 1 0 0,0 0 0 0 0,-5 5-1 0 0,2 0 11 0 0,1 0 0 0 0,0 0-1 0 0,0 0 1 0 0,0 1 0 0 0,1-1-1 0 0,0 1 1 0 0,1 0 0 0 0,-1 0-1 0 0,2 0 1 0 0,-1 0 0 0 0,1 1 0 0 0,0-1-1 0 0,1 0 1 0 0,0 1 0 0 0,0-1-1 0 0,3 13 1 0 0,-2-14-15 0 0,0-1 1 0 0,1 1-1 0 0,0-1 0 0 0,1 0 1 0 0,0 0-1 0 0,0 0 0 0 0,0 0 1 0 0,0 0-1 0 0,1-1 0 0 0,0 1 1 0 0,0-1-1 0 0,1 0 0 0 0,-1 0 1 0 0,1-1-1 0 0,0 1 0 0 0,0-1 1 0 0,1 0-1 0 0,-1 0 0 0 0,1-1 1 0 0,11 6-1 0 0,-5-5 16 0 0,-1 0 0 0 0,1-1 1 0 0,0 0-1 0 0,0-1 0 0 0,0 0 0 0 0,0-1 1 0 0,0 0-1 0 0,24-2 0 0 0,-31 1-16 0 0,-1-1 0 0 0,0 1-1 0 0,0-1 1 0 0,0-1 0 0 0,1 1-1 0 0,-1 0 1 0 0,-1-1 0 0 0,1 0 0 0 0,0 0-1 0 0,0 0 1 0 0,-1 0 0 0 0,7-5-1 0 0,-8 4-4 0 0,0 1-1 0 0,0-1 1 0 0,-1 1-1 0 0,1-1 1 0 0,0 1-1 0 0,-1-1 1 0 0,0 0-1 0 0,1 0 1 0 0,-1 0-1 0 0,0 0 1 0 0,-1 0-1 0 0,1 0 1 0 0,0 0-1 0 0,-1 0 1 0 0,0 0-1 0 0,0 0 1 0 0,0 0-1 0 0,0 0 1 0 0,-1-5-1 0 0,-1-5-14 0 0,0 1 0 0 0,-2 0-1 0 0,1 0 1 0 0,-1 0 0 0 0,-1 0-1 0 0,0 1 1 0 0,-1-1 0 0 0,0 1 0 0 0,-1 1-1 0 0,0-1 1 0 0,-1 1 0 0 0,0 0-1 0 0,-14-12 1 0 0,-4-3-13 0 0,-2 1-1 0 0,0 2 1 0 0,-45-27 0 0 0,21 13-153 0 0,50 34 164 0 0,16 1-9 0 0,-1 0 18 0 0,1 1 0 0 0,-1 0 0 0 0,1 1 0 0 0,0 1 0 0 0,-1 0 0 0 0,17 5 0 0 0,0-1-20 0 0,7 1 17 0 0,0 3 0 0 0,0 0 1 0 0,63 29-1 0 0,-76-27-7 0 0,-1 0-1 0 0,-1 1 1 0 0,0 1-1 0 0,-1 1 1 0 0,0 1-1 0 0,27 28 1 0 0,-42-38 4 0 0,-1 0 1 0 0,0 0-1 0 0,0 1 0 0 0,0 0 1 0 0,-1 0-1 0 0,0 0 1 0 0,4 12-1 0 0,-6-15 11 0 0,-1-1 0 0 0,0 1-1 0 0,0 0 1 0 0,-1 0 0 0 0,1 0 0 0 0,-1 0 0 0 0,0 1 0 0 0,0-1-1 0 0,0 0 1 0 0,0 0 0 0 0,-1 0 0 0 0,0 0 0 0 0,1 0 0 0 0,-1 0-1 0 0,-1-1 1 0 0,-2 8 0 0 0,2-6 64 0 0,-1 0 0 0 0,1 0-1 0 0,-1-1 1 0 0,0 1 0 0 0,0-1 0 0 0,0 0-1 0 0,0 0 1 0 0,-1 0 0 0 0,0 0 0 0 0,0-1-1 0 0,0 1 1 0 0,0-1 0 0 0,-7 4 0 0 0,9-6 19 0 0,-4-3-1 0 0,5 2-83 0 0,1 0-1 0 0,-1 0 1 0 0,0 0 0 0 0,1 0-1 0 0,-1 0 1 0 0,0-1-1 0 0,1 1 1 0 0,-1 0 0 0 0,0 0-1 0 0,1 0 1 0 0,-1-1-1 0 0,1 1 1 0 0,-1 0 0 0 0,1 0-1 0 0,-1-1 1 0 0,1 1-1 0 0,-1-1 1 0 0,1 1 0 0 0,-2-1-1 0 0,0-4 8 0 0,0-1-1 0 0,1 1 1 0 0,-1-1 0 0 0,1 0-1 0 0,0 1 1 0 0,0-1-1 0 0,1 0 1 0 0,0 0 0 0 0,0 1-1 0 0,0-1 1 0 0,0 0 0 0 0,1 0-1 0 0,0 1 1 0 0,0-1-1 0 0,1 1 1 0 0,3-9 0 0 0,1-4-29 0 0,2 0 0 0 0,0 0 1 0 0,19-28-1 0 0,-15 28-7 0 0,1 0 0 0 0,0 1 0 0 0,28-26 0 0 0,-33 35 10 0 0,0 1 1 0 0,1 1-1 0 0,-1-1 0 0 0,2 1 1 0 0,-1 1-1 0 0,1-1 0 0 0,0 2 1 0 0,0-1-1 0 0,14-3 0 0 0,-19 7 14 0 0,0 0 0 0 0,1 0 0 0 0,-1 0 0 0 0,1 1 0 0 0,-1 0 0 0 0,1 0 0 0 0,-1 0 0 0 0,1 1 0 0 0,-1-1 0 0 0,1 2 0 0 0,-1-1 0 0 0,0 0 0 0 0,1 1 0 0 0,-1 0 0 0 0,0 0 0 0 0,0 1 0 0 0,0-1 0 0 0,-1 1 0 0 0,1 0 0 0 0,-1 1 0 0 0,1-1-1 0 0,-1 1 1 0 0,0-1 0 0 0,0 1 0 0 0,-1 1 0 0 0,1-1 0 0 0,3 6 0 0 0,0 1 18 0 0,-1-1 0 0 0,-1 1 1 0 0,0 0-1 0 0,0 0 0 0 0,-1 0 0 0 0,0 1 0 0 0,-1 0 0 0 0,-1-1 0 0 0,1 1 0 0 0,-2 0 0 0 0,1 18 0 0 0,-3-10-110 0 0,-7 40 0 0 0,0-4-3153 0 0,9-37-2014 0 0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9:37.1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272 83 1308 0 0,'18'-63'10747'0'0,"-18"62"-10701"0"0,0 0 1 0 0,1 1-1 0 0,-1-1 1 0 0,0 0-1 0 0,0 1 0 0 0,0-1 1 0 0,0 1-1 0 0,0-1 0 0 0,0 0 1 0 0,0 1-1 0 0,0-1 0 0 0,-1 0 1 0 0,1 1-1 0 0,0-1 1 0 0,0 1-1 0 0,0-1 0 0 0,-1 0 1 0 0,1 1-1 0 0,0-1 0 0 0,-1 1 1 0 0,1-1-1 0 0,0 1 0 0 0,-1-1 1 0 0,1 1-1 0 0,-1-1 1 0 0,1 1-1 0 0,-1 0 0 0 0,1-1 1 0 0,-1 1-1 0 0,1-1 0 0 0,-1 1 1 0 0,1 0-1 0 0,-1 0 0 0 0,1-1 1 0 0,-1 1-1 0 0,0 0 0 0 0,1 0 1 0 0,-1 0-1 0 0,1 0 1 0 0,-1-1-1 0 0,0 1 0 0 0,1 0 1 0 0,-1 0-1 0 0,0 0 0 0 0,1 0 1 0 0,-1 1-1 0 0,0-1 0 0 0,-29 4 318 0 0,7 3-143 0 0,1 1 0 0 0,-30 15 0 0 0,42-18-185 0 0,0 1-1 0 0,0 0 1 0 0,1 1 0 0 0,-1 0-1 0 0,1 0 1 0 0,-15 17 0 0 0,23-22-31 0 0,-1 0 0 0 0,0 0 0 0 0,1 1 1 0 0,-1-1-1 0 0,1 0 0 0 0,-1 1 0 0 0,1-1 1 0 0,0 1-1 0 0,0 0 0 0 0,0-1 0 0 0,1 1 1 0 0,-1 0-1 0 0,1-1 0 0 0,-1 1 0 0 0,1 0 0 0 0,0-1 1 0 0,0 1-1 0 0,0 0 0 0 0,0 0 0 0 0,1-1 1 0 0,-1 1-1 0 0,1 0 0 0 0,0-1 0 0 0,-1 1 0 0 0,1 0 1 0 0,0-1-1 0 0,1 1 0 0 0,-1-1 0 0 0,0 1 1 0 0,1-1-1 0 0,-1 0 0 0 0,1 0 0 0 0,0 0 1 0 0,0 0-1 0 0,2 2 0 0 0,8 8-10 0 0,1-1-1 0 0,0-1 1 0 0,1 0 0 0 0,24 14 0 0 0,-15-10-15 0 0,37 27-44 0 0,-59-40 80 0 0,0-1 0 0 0,0 1 0 0 0,0 0 1 0 0,0 0-1 0 0,0 0 0 0 0,0-1 0 0 0,0 1 0 0 0,0 0 1 0 0,0 0-1 0 0,0 0 0 0 0,-1 0 0 0 0,1 1 0 0 0,0-1 1 0 0,-1 0-1 0 0,1 0 0 0 0,-1 0 0 0 0,1 0 0 0 0,-1 1 1 0 0,0-1-1 0 0,1 0 0 0 0,-1 1 0 0 0,0-1 0 0 0,0 0 1 0 0,0 0-1 0 0,0 1 0 0 0,0-1 0 0 0,0 0 0 0 0,0 1 1 0 0,-1-1-1 0 0,1 0 0 0 0,0 0 0 0 0,-1 1 0 0 0,1-1 1 0 0,-1 0-1 0 0,1 0 0 0 0,-1 0 0 0 0,1 0 1 0 0,-1 0-1 0 0,0 0 0 0 0,0 0 0 0 0,0 0 0 0 0,1 0 1 0 0,-1 0-1 0 0,0 0 0 0 0,0 0 0 0 0,-2 1 0 0 0,-3 3 34 0 0,0-1 0 0 0,-1 1 0 0 0,1-1-1 0 0,-1-1 1 0 0,0 1 0 0 0,-8 2 0 0 0,-20 6 20 0 0,-36 7 1 0 0,1-6-4561 0 0,70-13 4289 0 0,-1 0 0 0 0,1 0 0 0 0,-1 0 0 0 0,0 0 0 0 0,1 0 0 0 0,-1 0 0 0 0,0 0 0 0 0,1 0 0 0 0,-1 0 0 0 0,1 0 0 0 0,-1 0 0 0 0,0 0-1 0 0,1 0 1 0 0,-1 0 0 0 0,0-1 0 0 0,1 1 0 0 0,-1 0 0 0 0,1 0 0 0 0,-1-1 0 0 0,1 1 0 0 0,-1-1 0 0 0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9:37.3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43 244 0 0,'36'-43'12572'0'0,"-26"50"-10738"0"0,-7 23-643 0 0,-2-1 0 0 0,-6 53 1 0 0,1 4-710 0 0,4-81-485 0 0,0 13-76 0 0,4 35-1 0 0,-3-47-403 0 0,0-1 0 0 0,0 0 0 0 0,1 1 0 0 0,0-1-1 0 0,0 0 1 0 0,0 0 0 0 0,1 0 0 0 0,-1 0 0 0 0,1 0-1 0 0,6 8 1 0 0,-8-12-133 0 0,2 3 42 0 0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9:37.5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110 102 1220 0 0,'-12'-19'2304'0'0,"2"5"-640"0"0,0-1-263 0 0,-2 1-389 0 0,3 2-104 0 0,0 4-308 0 0,1-1-40 0 0,-1 4-56 0 0,-3 0-600 0 0,0 13-1000 0 0,5 8-2545 0 0,7-4 705 0 0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9:37.9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289 19 2296 0 0,'0'-1'494'0'0,"-1"-1"-1"0"0,1 1 1 0 0,0 0 0 0 0,-1 0-1 0 0,1-1 1 0 0,-1 1-1 0 0,-3-5 1975 0 0,2 4-1974 0 0,-12 1-2 0 0,0 1 1 0 0,1 0 0 0 0,-1 2 0 0 0,1-1-1 0 0,-24 7 1 0 0,14-1-226 0 0,0 0-1 0 0,-33 15 1 0 0,13 2-52 0 0,40-22-195 0 0,1 0-1 0 0,-1 0 1 0 0,0 1 0 0 0,1-1-1 0 0,-1 1 1 0 0,1-1-1 0 0,0 1 1 0 0,0 0-1 0 0,0 0 1 0 0,0 0 0 0 0,-1 4-1 0 0,3-6-14 0 0,0 1 0 0 0,0-1-1 0 0,0 0 1 0 0,0 1 0 0 0,0-1-1 0 0,0 1 1 0 0,0-1 0 0 0,0 0-1 0 0,1 1 1 0 0,-1-1 0 0 0,0 0-1 0 0,1 0 1 0 0,0 1 0 0 0,-1-1 0 0 0,1 0-1 0 0,-1 0 1 0 0,1 0 0 0 0,0 0-1 0 0,0 1 1 0 0,0-1 0 0 0,0 0-1 0 0,0 0 1 0 0,0-1 0 0 0,0 1-1 0 0,0 0 1 0 0,0 0 0 0 0,0 0-1 0 0,2 0 1 0 0,33 18 35 0 0,36 10-4 0 0,-24-12-36 0 0,-2 3 0 0 0,75 43 0 0 0,-119-62 45 0 0,0 0 0 0 0,0 0 0 0 0,0 0 1 0 0,-1 0-1 0 0,1 1 0 0 0,0-1 1 0 0,-1 1-1 0 0,0-1 0 0 0,1 1 1 0 0,-1 0-1 0 0,0-1 0 0 0,1 1 1 0 0,-1 0-1 0 0,0 0 0 0 0,-1 0 0 0 0,1 0 1 0 0,0 0-1 0 0,0 0 0 0 0,0 2 1 0 0,-1-2-1 0 0,-1 0 0 0 0,1 0 0 0 0,0 0 1 0 0,-1 0-1 0 0,1 0 0 0 0,-1 0 0 0 0,1 0 1 0 0,-1 0-1 0 0,0 0 0 0 0,0-1 0 0 0,0 1 1 0 0,0 0-1 0 0,0-1 0 0 0,-1 1 0 0 0,1 0 1 0 0,0-1-1 0 0,-1 0 0 0 0,1 1 0 0 0,-1-1 0 0 0,-2 2 1 0 0,-7 5 56 0 0,-1 0 0 0 0,-1 0 0 0 0,0-2 0 0 0,1 0 0 0 0,-2 0 0 0 0,-14 4 0 0 0,5-3-442 0 0,-1-1 0 0 0,-41 4 0 0 0,42-11-2515 0 0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9:38.2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12 496 0 0,'-3'-11'10337'0'0,"-9"54"-6887"0"0,-14 162 993 0 0,21 108-2728 0 0,6-296-1863 0 0,-1 8 206 0 0,1 0 0 0 0,8 38 1 0 0,-7-56-477 0 0,0 0 0 0 0,0 0 0 0 0,1 0 0 0 0,0 0 0 0 0,5 8 0 0 0,-6-12-202 0 0,0 0-1 0 0,0 1 1 0 0,1-1 0 0 0,-1-1 0 0 0,1 1 0 0 0,0 0 0 0 0,0 0 0 0 0,0-1 0 0 0,0 0-1 0 0,7 4 1 0 0,10-2-8114 0 0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9:38.6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76 2736 0 0,'-4'-4'1006'0'0,"0"0"1"0"0,0-1-1 0 0,0 1 0 0 0,1-1 0 0 0,-1 0 0 0 0,1 0 0 0 0,-4-9 1 0 0,7 13-938 0 0,0 0 1 0 0,1 0 0 0 0,-1 0-1 0 0,0 0 1 0 0,1 0-1 0 0,-1 0 1 0 0,1 0 0 0 0,-1 0-1 0 0,1 0 1 0 0,0 0 0 0 0,-1 1-1 0 0,1-1 1 0 0,0 0 0 0 0,0 0-1 0 0,-1 1 1 0 0,1-1-1 0 0,0 0 1 0 0,0 1 0 0 0,0-1-1 0 0,0 1 1 0 0,0-1 0 0 0,0 1-1 0 0,0-1 1 0 0,2 1-1 0 0,5-3 68 0 0,0 1-1 0 0,0 0 0 0 0,0 0 0 0 0,1 1 0 0 0,-1 0 0 0 0,0 1 1 0 0,1 0-1 0 0,12 1 0 0 0,70 15 150 0 0,-62-10-185 0 0,38 9 52 0 0,-1 3 0 0 0,69 28 0 0 0,123 65 924 0 0,-237-101-911 0 0,-17-8-131 0 0,0 0 0 0 0,-1 0-1 0 0,1-1 1 0 0,0 1 0 0 0,0-1-1 0 0,0 0 1 0 0,0 0-1 0 0,0-1 1 0 0,0 1 0 0 0,0-1-1 0 0,0 0 1 0 0,1 0 0 0 0,-1 0-1 0 0,0 0 1 0 0,0-1 0 0 0,5-1-1 0 0,-8 1-31 0 0,0 0-1 0 0,0 1 1 0 0,0-1 0 0 0,0 0-1 0 0,-1 0 1 0 0,1 0-1 0 0,0 0 1 0 0,0-1 0 0 0,-1 1-1 0 0,1 0 1 0 0,0 0-1 0 0,-1 0 1 0 0,0-1-1 0 0,1 1 1 0 0,-1 0 0 0 0,0 0-1 0 0,1-1 1 0 0,-1 1-1 0 0,0 0 1 0 0,0-1 0 0 0,0 1-1 0 0,0 0 1 0 0,0 0-1 0 0,0-1 1 0 0,-1 1 0 0 0,1 0-1 0 0,-1-3 1 0 0,-11-32-8 0 0,9 31 4 0 0,1-1 0 0 0,-1 1 0 0 0,0 0 0 0 0,-1 0-1 0 0,1 0 1 0 0,-1 0 0 0 0,0 0 0 0 0,0 1 0 0 0,-1 0 0 0 0,1 0 0 0 0,-1 0 0 0 0,0 1-1 0 0,0-1 1 0 0,0 1 0 0 0,-1 0 0 0 0,1 1 0 0 0,-1-1 0 0 0,1 1 0 0 0,-1 0-1 0 0,0 0 1 0 0,0 1 0 0 0,0 0 0 0 0,0 0 0 0 0,0 0 0 0 0,0 1 0 0 0,0 0-1 0 0,0 0 1 0 0,0 0 0 0 0,0 1 0 0 0,-10 2 0 0 0,0 1 46 0 0,0 0 1 0 0,1 2 0 0 0,-1-1-1 0 0,1 2 1 0 0,0 0-1 0 0,1 1 1 0 0,0 0-1 0 0,0 1 1 0 0,0 1 0 0 0,-14 13-1 0 0,21-16-9 0 0,1-1-1 0 0,0 1 0 0 0,0 0 1 0 0,0 0-1 0 0,1 1 1 0 0,0-1-1 0 0,0 1 0 0 0,1 1 1 0 0,0-1-1 0 0,-4 13 1 0 0,7-17-25 0 0,0 0 0 0 0,0 0 1 0 0,1 0-1 0 0,-1 0 0 0 0,1-1 1 0 0,0 1-1 0 0,0 0 0 0 0,0 0 1 0 0,1 0-1 0 0,-1 0 1 0 0,1 0-1 0 0,0 0 0 0 0,0-1 1 0 0,0 1-1 0 0,1 0 0 0 0,-1-1 1 0 0,1 1-1 0 0,0-1 0 0 0,0 1 1 0 0,0-1-1 0 0,0 0 0 0 0,1 0 1 0 0,-1 0-1 0 0,1 0 1 0 0,0 0-1 0 0,5 3 0 0 0,3 2-180 0 0,0-1-1 0 0,1 0 0 0 0,-1-1 1 0 0,1-1-1 0 0,1 0 1 0 0,-1 0-1 0 0,14 3 0 0 0,9 0-1706 0 0,49 5-1 0 0,-64-11-763 0 0,33-1-1 0 0,-18-5-2224 0 0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9:39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90 102 1692 0 0,'12'-35'8354'0'0,"-23"53"-6558"0"0,3-6-1035 0 0,-6 29 1049 0 0,-54 158 991 0 0,67-197-2435 0 0,38-51-300 0 0,76-104-129 0 0,-98 135 33 0 0,1 1-1 0 0,0 1 0 0 0,2 0 0 0 0,0 2 1 0 0,1 0-1 0 0,23-14 0 0 0,-39 26 27 0 0,1 0 0 0 0,-1 1 0 0 0,1-1-1 0 0,0 1 1 0 0,-1-1 0 0 0,1 1 0 0 0,0 1-1 0 0,0-1 1 0 0,0 0 0 0 0,0 1 0 0 0,0 0-1 0 0,0 0 1 0 0,0 0 0 0 0,0 0 0 0 0,0 0-1 0 0,-1 1 1 0 0,1 0 0 0 0,5 1 0 0 0,-5 0 36 0 0,0 0 0 0 0,0 1 0 0 0,0-1 0 0 0,0 1-1 0 0,0 0 1 0 0,-1-1 0 0 0,1 2 0 0 0,-1-1 0 0 0,0 0 0 0 0,0 1 0 0 0,0 0 0 0 0,0-1 0 0 0,0 1 0 0 0,-1 0 0 0 0,3 6 0 0 0,0 3 51 0 0,1 1-1 0 0,-2 0 1 0 0,0 0-1 0 0,-1 1 1 0 0,2 15 0 0 0,-2-10-39 0 0,10 36 1 0 0,-12-54-135 0 0,0 1-1 0 0,0-1 1 0 0,0 1-1 0 0,0-1 0 0 0,1 0 1 0 0,-1 0-1 0 0,1 1 0 0 0,-1-1 1 0 0,1 0-1 0 0,0 0 1 0 0,0 0-1 0 0,0-1 0 0 0,0 1 1 0 0,0 0-1 0 0,1-1 0 0 0,-1 0 1 0 0,0 1-1 0 0,1-1 1 0 0,-1 0-1 0 0,1 0 0 0 0,-1 0 1 0 0,1-1-1 0 0,-1 1 1 0 0,6 0-1 0 0,-4 0-528 0 0,1-1 0 0 0,-1 0-1 0 0,1 0 1 0 0,-1-1 0 0 0,0 1 0 0 0,1-1 0 0 0,-1 0 0 0 0,1 0-1 0 0,-1-1 1 0 0,0 1 0 0 0,0-1 0 0 0,0 0 0 0 0,0 0-1 0 0,6-4 1 0 0,7-6-3808 0 0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9:39.3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102 107 1908 0 0,'-2'-31'2649'0'0,"-3"-34"2543"0"0,5 64-5137 0 0,0 1 0 0 0,0-1 0 0 0,0 1 0 0 0,0 0 0 0 0,0-1 0 0 0,0 1 0 0 0,0 0-1 0 0,0-1 1 0 0,0 1 0 0 0,0 0 0 0 0,-1-1 0 0 0,1 1 0 0 0,0 0 0 0 0,0-1 0 0 0,0 1 0 0 0,0 0 0 0 0,-1-1 0 0 0,1 1 0 0 0,0 0 0 0 0,0-1 0 0 0,-1 1 0 0 0,1 0 0 0 0,0 0 0 0 0,-1 0 0 0 0,1-1-1 0 0,0 1 1 0 0,0 0 0 0 0,-1 0 0 0 0,1 0 0 0 0,0 0 0 0 0,-1-1 0 0 0,1 1 0 0 0,-1 0 0 0 0,1 0 0 0 0,0 0 0 0 0,-1 0 0 0 0,1 0 0 0 0,0 0 0 0 0,-1 0 0 0 0,1 0 0 0 0,0 0 0 0 0,-1 0 0 0 0,1 0-1 0 0,-1 0 1 0 0,1 0 0 0 0,0 0 0 0 0,-1 1 0 0 0,1-1 0 0 0,0 0 0 0 0,-1 0 0 0 0,1 0 0 0 0,0 0 0 0 0,0 1 0 0 0,-1-1 0 0 0,1 0 0 0 0,-1 1 0 0 0,0 0 114 0 0,-1 0 0 0 0,1 1 0 0 0,-1-1 0 0 0,1 1 0 0 0,-1 0 0 0 0,1-1 0 0 0,0 1 0 0 0,0 0 0 0 0,-1 2 0 0 0,-8 27 821 0 0,2 0-1 0 0,1 1 1 0 0,1 0 0 0 0,-2 63 0 0 0,7-79-816 0 0,-11 109 963 0 0,4-53-829 0 0,2 1 0 0 0,8 128 0 0 0,-1-191-513 0 0,1 0 0 0 0,0 0-1 0 0,0-1 1 0 0,1 1-1 0 0,0-1 1 0 0,1 1-1 0 0,0-1 1 0 0,0 0 0 0 0,9 12-1 0 0,-8-15-913 0 0,-1 0 1 0 0,1-1-1 0 0,0 1 0 0 0,0-1 0 0 0,1-1 0 0 0,-1 1 0 0 0,1-1 0 0 0,9 6 1 0 0,3-2-6110 0 0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9:39.5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276 82 2132 0 0,'-80'-17'4592'0'0,"26"6"822"0"0,-76-25 0 0 0,129 36-5348 0 0,1 0 0 0 0,-1 0 0 0 0,1 0 0 0 0,-1 0 0 0 0,1-1 0 0 0,-1 1 0 0 0,1 0 0 0 0,-1 0 0 0 0,1 0 1 0 0,-1-1-1 0 0,1 1 0 0 0,-1 0 0 0 0,1 0 0 0 0,-1-1 0 0 0,1 1 0 0 0,0 0 0 0 0,-1-1 0 0 0,1 1 0 0 0,0-1 1 0 0,-1 1-1 0 0,1 0 0 0 0,0-1 0 0 0,-1 1 0 0 0,1-1 0 0 0,0 1 0 0 0,-1-2 0 0 0,13-3 429 0 0,22 1-921 0 0,77 11-3641 0 0,-38 2-1413 0 0,-8 1-1974 0 0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9:39.7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7809 0 0,'0'0'10881'0'0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9:41.0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820 123 140 0 0,'-2'-16'4002'0'0,"2"9"-3407"0"0,0 1-1 0 0,-1 0 1 0 0,0 0 0 0 0,0 0 0 0 0,0 0 0 0 0,-1 0-1 0 0,0 0 1 0 0,0 0 0 0 0,-5-9 0 0 0,5 12-527 0 0,1 1-1 0 0,-1-1 1 0 0,0 1 0 0 0,1 0-1 0 0,-1 0 1 0 0,0-1 0 0 0,0 1 0 0 0,-1 0-1 0 0,1 1 1 0 0,0-1 0 0 0,-1 0-1 0 0,1 1 1 0 0,-1-1 0 0 0,0 1 0 0 0,1 0-1 0 0,-1 0 1 0 0,0 0 0 0 0,0 0 0 0 0,1 0-1 0 0,-1 1 1 0 0,0-1 0 0 0,0 1-1 0 0,-3 0 1 0 0,-7 1-51 0 0,0 0-1 0 0,0 1 1 0 0,0 1-1 0 0,0 0 1 0 0,1 1-1 0 0,0 0 1 0 0,-1 1 0 0 0,1 0-1 0 0,-14 9 1 0 0,-4 4 0 0 0,0 2 1 0 0,-31 26-1 0 0,13-4 69 0 0,2 1 1 0 0,-76 93-1 0 0,-54 118 585 0 0,175-252-664 0 0,-52 92 276 0 0,47-81-236 0 0,0 0 1 0 0,1 0-1 0 0,0 1 0 0 0,1 0 1 0 0,-3 21-1 0 0,7-32-41 0 0,-1 0 0 0 0,1 0 0 0 0,0 0 0 0 0,0 0-1 0 0,0 0 1 0 0,0 0 0 0 0,1 0 0 0 0,-1 0 0 0 0,1 0-1 0 0,0 0 1 0 0,0 0 0 0 0,0 0 0 0 0,0 0 0 0 0,0-1 0 0 0,1 1-1 0 0,-1 0 1 0 0,1-1 0 0 0,0 1 0 0 0,2 2 0 0 0,0-2 4 0 0,-1 0 1 0 0,1 0 0 0 0,-1-1 0 0 0,1 0 0 0 0,0 0-1 0 0,0 0 1 0 0,0 0 0 0 0,0 0 0 0 0,0-1-1 0 0,1 0 1 0 0,7 2 0 0 0,8-1-3 0 0,0-1 0 0 0,0 0 0 0 0,0-2 0 0 0,32-4 0 0 0,246-47-2452 0 0,-102 6-3430 0 0,-149 32 2873 0 0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9:42.0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351 321 1480 0 0,'0'-9'898'0'0,"-2"1"0"0"0,1 0 0 0 0,-2 0 0 0 0,1 0 0 0 0,-1 0 0 0 0,0 1 0 0 0,0-1 0 0 0,-6-8 0 0 0,8 14-789 0 0,-1-1 0 0 0,0 1-1 0 0,1 0 1 0 0,-1 0 0 0 0,0 1-1 0 0,0-1 1 0 0,-1 0 0 0 0,1 1-1 0 0,0-1 1 0 0,0 1 0 0 0,-1 0-1 0 0,1-1 1 0 0,-1 1 0 0 0,1 0-1 0 0,-1 1 1 0 0,0-1 0 0 0,1 0-1 0 0,-1 1 1 0 0,0-1 0 0 0,1 1-1 0 0,-1 0 1 0 0,0 0 0 0 0,1 0 0 0 0,-1 0-1 0 0,0 1 1 0 0,0-1 0 0 0,1 1-1 0 0,-1 0 1 0 0,-3 1 0 0 0,-6 2 82 0 0,0 1 1 0 0,1 0 0 0 0,-1 1 0 0 0,1 0 0 0 0,1 1 0 0 0,-1 0-1 0 0,1 1 1 0 0,0 0 0 0 0,1 0 0 0 0,0 1 0 0 0,0 1 0 0 0,-9 13 0 0 0,0 1-66 0 0,2 1 1 0 0,1 1-1 0 0,1 0 1 0 0,-12 33-1 0 0,22-51-98 0 0,1 0-1 0 0,1 0 0 0 0,0 1 0 0 0,0 0 0 0 0,-1 12 1 0 0,3-19-26 0 0,-1 0 0 0 0,1 0 0 0 0,0 0 1 0 0,0 0-1 0 0,0 0 0 0 0,1 0 1 0 0,-1 0-1 0 0,0 0 0 0 0,1 0 0 0 0,-1 0 1 0 0,1-1-1 0 0,0 1 0 0 0,-1 0 1 0 0,1 0-1 0 0,0 0 0 0 0,0-1 0 0 0,0 1 1 0 0,1 0-1 0 0,-1-1 0 0 0,0 1 1 0 0,1-1-1 0 0,-1 1 0 0 0,1-1 0 0 0,-1 0 1 0 0,1 0-1 0 0,-1 1 0 0 0,1-1 1 0 0,2 1-1 0 0,-1-2-56 0 0,1 1 0 0 0,-1-1 0 0 0,0 1-1 0 0,0-1 1 0 0,1 0 0 0 0,-1 0 0 0 0,0 0 0 0 0,1-1 0 0 0,-1 1 0 0 0,0-1 0 0 0,0 0 0 0 0,5-1 0 0 0,36-16-553 0 0,-40 17 547 0 0,21-11-229 0 0,1-2-1 0 0,-2 0 1 0 0,0-2-1 0 0,-1-1 0 0 0,30-27 1 0 0,-41 33 229 0 0,0-1 1 0 0,-1 0 0 0 0,0-1-1 0 0,-1 0 1 0 0,0-1-1 0 0,-2 0 1 0 0,1 0 0 0 0,-2-1-1 0 0,0 0 1 0 0,9-27-1 0 0,-4-24 259 0 0,-12 63 86 0 0,-6 13 286 0 0,0 17-304 0 0,2 0 1 0 0,0 0-1 0 0,2 0 1 0 0,2 33 0 0 0,0-51-238 0 0,1 0 0 0 0,-1 1 1 0 0,2-1-1 0 0,0 0 0 0 0,0 0 0 0 0,5 13 1 0 0,-6-20-26 0 0,0 1 0 0 0,0-1 1 0 0,1 0-1 0 0,-1 0 0 0 0,1 0 1 0 0,-1 0-1 0 0,1 0 1 0 0,0 0-1 0 0,0 0 0 0 0,-1-1 1 0 0,1 1-1 0 0,1-1 0 0 0,-1 1 1 0 0,0-1-1 0 0,0 0 0 0 0,0 0 1 0 0,1 0-1 0 0,-1 0 0 0 0,1 0 1 0 0,-1 0-1 0 0,1-1 1 0 0,-1 1-1 0 0,1-1 0 0 0,-1 0 1 0 0,1 1-1 0 0,-1-1 0 0 0,5-1 1 0 0,7 0 2 0 0,0-1 0 0 0,0-1 0 0 0,0 0 0 0 0,-1-1 0 0 0,1-1 0 0 0,-1 0 1 0 0,13-7-1 0 0,7-5 9 0 0,44-32-1 0 0,-54 33-15 0 0,-1-1 0 0 0,-1-1 0 0 0,-1-1 0 0 0,0-1 0 0 0,-1-1 0 0 0,-1 0 0 0 0,-1-1 0 0 0,-2-1-1 0 0,0-1 1 0 0,-1 0 0 0 0,-1-1 0 0 0,-1 0 0 0 0,-2-1 0 0 0,9-30 0 0 0,-15 35-18 0 0,-4 20 13 0 0,0 0 1 0 0,0-1-1 0 0,1 1 1 0 0,-1 0-1 0 0,0 0 1 0 0,0 0-1 0 0,0 0 1 0 0,0 0-1 0 0,-1 0 1 0 0,1 0-1 0 0,0-1 1 0 0,0 1-1 0 0,-1 0 1 0 0,1 0-1 0 0,-1 0 1 0 0,1 0-1 0 0,-2-1 1 0 0,2 1 0 0 0,0 1 1 0 0,-1 0 0 0 0,1-1-1 0 0,-1 1 1 0 0,1 0 0 0 0,-1 0-1 0 0,1-1 1 0 0,-1 1 0 0 0,0 0-1 0 0,1 0 1 0 0,-1 0 0 0 0,1 0-1 0 0,-1 0 1 0 0,1-1 0 0 0,-1 1-1 0 0,1 0 1 0 0,-1 1 0 0 0,0-1-1 0 0,1 0 1 0 0,-1 0 0 0 0,1 0-1 0 0,-1 0 1 0 0,1 0 0 0 0,-1 0-1 0 0,1 1 1 0 0,-1-1 0 0 0,1 0-1 0 0,-1 0 1 0 0,1 1 0 0 0,-1-1-1 0 0,0 1 1 0 0,-10 12-8 0 0,9-10-5 0 0,-4 7 1 0 0,-1 0 0 0 0,2 1 0 0 0,-1 0 0 0 0,2 0 0 0 0,-1 0 0 0 0,1 0 0 0 0,1 1-1 0 0,0-1 1 0 0,1 1 0 0 0,0 0 0 0 0,0 24 0 0 0,3-24 34 0 0,1 0 0 0 0,0 0 0 0 0,1 0-1 0 0,1 0 1 0 0,-1 0 0 0 0,2-1 0 0 0,0 1 0 0 0,0-1 0 0 0,13 19 0 0 0,-11-19 6 0 0,0 0 1 0 0,-1 1-1 0 0,0 0 0 0 0,-1 0 1 0 0,-1 0-1 0 0,0 1 1 0 0,0-1-1 0 0,2 25 1 0 0,-5-25 84 0 0,-2 0 0 0 0,0 0 1 0 0,-1 0-1 0 0,0 0 0 0 0,0 0 0 0 0,-1 0 1 0 0,-1 0-1 0 0,0-1 0 0 0,-1 1 1 0 0,0-1-1 0 0,0 0 0 0 0,-1-1 0 0 0,-1 1 1 0 0,0-1-1 0 0,-15 17 0 0 0,11-16 1 0 0,-1 1-1 0 0,0-2 0 0 0,0 0 0 0 0,-1 0 1 0 0,0-1-1 0 0,-1-1 0 0 0,0 0 0 0 0,0 0 1 0 0,-1-2-1 0 0,0 0 0 0 0,-21 6 0 0 0,34-12-104 0 0,0 1 0 0 0,0 0 0 0 0,0-1 0 0 0,-1 0 0 0 0,1 1 0 0 0,0-1 0 0 0,0 0 0 0 0,0 0-1 0 0,0 0 1 0 0,0 0 0 0 0,0-1 0 0 0,0 1 0 0 0,0 0 0 0 0,0-1 0 0 0,0 1 0 0 0,0-1 0 0 0,0 0 0 0 0,0 0-1 0 0,0 0 1 0 0,0 0 0 0 0,0 0 0 0 0,-2-3 0 0 0,3 4-7 0 0,1-1 1 0 0,0 0-1 0 0,-1 0 1 0 0,1 1-1 0 0,0-1 0 0 0,0 0 1 0 0,0 0-1 0 0,0 0 1 0 0,0 1-1 0 0,0-1 0 0 0,0 0 1 0 0,0 0-1 0 0,0 0 1 0 0,0 1-1 0 0,0-1 0 0 0,0 0 1 0 0,0 0-1 0 0,1 1 1 0 0,-1-1-1 0 0,0 0 0 0 0,1 0 1 0 0,-1 1-1 0 0,0-1 1 0 0,1 0-1 0 0,-1 1 0 0 0,2-2 1 0 0,11-16-3 0 0,5-1 1 0 0,0 2 0 0 0,1 0 0 0 0,41-28 0 0 0,70-34-1 0 0,-114 71 2 0 0,114-59-1299 0 0,232-83-1 0 0,-355 148 1276 0 0,1-1-1 0 0,-1 0 0 0 0,0 0 0 0 0,0 0 0 0 0,-1-1 0 0 0,1 0 0 0 0,-1-1 0 0 0,0 1 0 0 0,0-1 0 0 0,7-8 0 0 0,-12 13 25 0 0,0-1-1 0 0,-1 0 0 0 0,1 0 0 0 0,0 0 0 0 0,-1 0 0 0 0,1 0 0 0 0,-1 0 0 0 0,0 0 0 0 0,1 0 0 0 0,-1 0 1 0 0,0 0-1 0 0,0-1 0 0 0,1 1 0 0 0,-1 0 0 0 0,0 0 0 0 0,0 0 0 0 0,0 0 0 0 0,-1 0 0 0 0,1 0 0 0 0,0 0 0 0 0,0 0 1 0 0,-1-2-1 0 0,0 1-1 0 0,0 0 1 0 0,0 0-1 0 0,0 0 1 0 0,-1 0-1 0 0,1 1 0 0 0,0-1 1 0 0,-1 0-1 0 0,1 1 1 0 0,-1-1-1 0 0,-3-1 1 0 0,0-1-2 0 0,0 1 1 0 0,-1 0 0 0 0,1 0 0 0 0,-1 1-1 0 0,1-1 1 0 0,-1 1 0 0 0,-7-1-1 0 0,6 2 7 0 0,0 0-1 0 0,0 0 0 0 0,0 1 1 0 0,1 0-1 0 0,-1 0 1 0 0,0 1-1 0 0,0-1 0 0 0,0 2 1 0 0,0-1-1 0 0,1 1 0 0 0,-1 0 1 0 0,1 0-1 0 0,-1 1 0 0 0,1 0 1 0 0,-7 4-1 0 0,6-2 10 0 0,-1 1-1 0 0,1 0 1 0 0,0 0 0 0 0,0 0 0 0 0,1 1-1 0 0,0 0 1 0 0,0 1 0 0 0,0-1 0 0 0,1 1-1 0 0,-4 10 1 0 0,1-2 9 0 0,1 0 0 0 0,1 0-1 0 0,1 0 1 0 0,0 1 0 0 0,1 0-1 0 0,1 0 1 0 0,0 0 0 0 0,2 0-1 0 0,0 1 1 0 0,1-1 0 0 0,3 28-1 0 0,-2-37-12 0 0,0 1-1 0 0,1-1 0 0 0,1 0 0 0 0,-1 1 1 0 0,1-1-1 0 0,1 0 0 0 0,-1 0 0 0 0,1-1 1 0 0,1 1-1 0 0,-1-1 0 0 0,11 13 0 0 0,-9-15-176 0 0,0 0 0 0 0,0 0 0 0 0,0 0 0 0 0,0 0 0 0 0,1-1 0 0 0,0 0 0 0 0,-1-1 0 0 0,2 1 0 0 0,-1-1 0 0 0,0-1 0 0 0,0 0-1 0 0,1 0 1 0 0,11 2 0 0 0,5-1-1050 0 0,0 0-1 0 0,0-2 0 0 0,1-1 1 0 0,-1-1-1 0 0,0-1 0 0 0,32-7 0 0 0,-19 1-1767 0 0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9:42.3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36 210 1712 0 0,'-35'-210'13163'0'0,"39"236"-11262"0"0,1 36 1 0 0,-5 98-1225 0 0,0-22-544 0 0,1-108-608 0 0,5 81-2698 0 0,-4-97 1094 0 0,0-1 1 0 0,1 1-1 0 0,6 14 0 0 0,-3-13-3042 0 0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9:42.5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0 126 600 0 0,'2'-15'2067'0'0,"0"-6"1430"0"0,-1-1-1 0 0,-1 0 1 0 0,-3-24 1870 0 0,7 234-3366 0 0,5 50-1830 0 0,0-159-2818 0 0,4-1-4014 0 0,-11-67 2925 0 0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9:42.8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75 3236 0 0,'1'-26'4189'0'0,"0"17"-1208"0"0,-1-1 0 0 0,0 1 0 0 0,-2-11-1 0 0,9 70-2535 0 0,-2 1-1 0 0,-3 66 0 0 0,-1-39-336 0 0,7 106-1259 0 0,-4-123-2389 0 0,1 0-3730 0 0,-3-44 846 0 0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9:43.1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101 468 1660 0 0,'-10'-5'845'0'0,"0"1"-1"0"0,0-1 0 0 0,0-1 1 0 0,1 0-1 0 0,-15-12 0 0 0,21 16-720 0 0,1-1-1 0 0,-1 1 1 0 0,1-1-1 0 0,0 0 0 0 0,0 0 1 0 0,0 0-1 0 0,0 0 1 0 0,1 0-1 0 0,-1 0 0 0 0,1 0 1 0 0,0 0-1 0 0,0-1 1 0 0,0 1-1 0 0,0-1 1 0 0,0 1-1 0 0,1 0 0 0 0,0-1 1 0 0,-1 1-1 0 0,1-1 1 0 0,1 1-1 0 0,-1-1 0 0 0,1-5 1 0 0,3-2 2 0 0,-1 0 0 0 0,1 0 1 0 0,1 0-1 0 0,0 0 0 0 0,1 1 1 0 0,0 0-1 0 0,1 0 0 0 0,0 1 1 0 0,0-1-1 0 0,1 2 0 0 0,0-1 0 0 0,0 1 1 0 0,17-13-1 0 0,1 2 59 0 0,0 2 0 0 0,0 0 0 0 0,2 2 0 0 0,29-12 0 0 0,-7 6 48 0 0,2 2 0 0 0,0 2-1 0 0,77-14 1 0 0,-99 26-202 0 0,0 2 0 0 0,0 0 0 0 0,1 2 0 0 0,-1 1 0 0 0,1 1 0 0 0,-1 2 0 0 0,53 12 0 0 0,-72-12-30 0 0,-1 0 1 0 0,1 1 0 0 0,-1 0 0 0 0,0 1 0 0 0,0 0-1 0 0,0 0 1 0 0,-1 1 0 0 0,0 1 0 0 0,0 0 0 0 0,0 0-1 0 0,-1 0 1 0 0,0 1 0 0 0,-1 0 0 0 0,9 12 0 0 0,-9-10-165 0 0,-1 1 1 0 0,0 0-1 0 0,0 1 1 0 0,-1 0 0 0 0,-1-1-1 0 0,0 2 1 0 0,-1-1-1 0 0,0 0 1 0 0,0 1 0 0 0,-2-1-1 0 0,1 1 1 0 0,-2 15-1 0 0,0-2-1747 0 0,-1-1 0 0 0,-6 29 1 0 0,1-20-1310 0 0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9:43.4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0 2288 0 0,'-12'6'1238'0'0,"0"-1"-297"0"0,0 0-1 0 0,1 1 1 0 0,0 1 0 0 0,0-1 0 0 0,-11 11 0 0 0,19-15-835 0 0,0 1 1 0 0,1 0 0 0 0,-1 0-1 0 0,1 0 1 0 0,0 0 0 0 0,-1 0-1 0 0,2 1 1 0 0,-1-1 0 0 0,0 1-1 0 0,1-1 1 0 0,-1 1-1 0 0,1 0 1 0 0,0-1 0 0 0,0 1-1 0 0,1 0 1 0 0,-1 0 0 0 0,1 0-1 0 0,0 0 1 0 0,0-1 0 0 0,0 1-1 0 0,1 7 1 0 0,2 0 23 0 0,-1-1 1 0 0,2 1-1 0 0,-1-1 1 0 0,2 1-1 0 0,-1-1 0 0 0,1 0 1 0 0,1-1-1 0 0,0 1 1 0 0,0-1-1 0 0,1 0 1 0 0,0-1-1 0 0,0 0 0 0 0,1 0 1 0 0,0 0-1 0 0,17 11 1 0 0,-6-6-28 0 0,0 0 1 0 0,1-1-1 0 0,1-1 1 0 0,0-2-1 0 0,0 0 1 0 0,37 11 0 0 0,-28-14-73 0 0,1 0-1 0 0,-1-2 1 0 0,1-2 0 0 0,0 0 0 0 0,51-5 0 0 0,155-31-2400 0 0,-205 29 1744 0 0,-1 0-15 0 0,110-23-4541 0 0,-87 13 1886 0 0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9:43.6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37 159 1184 0 0,'-24'-109'16863'0'0,"13"64"-18157"0"0,10 40 528 0 0,19 18-7149 0 0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9:43.8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0 3000 0 0,'0'3'2992'0'0,"-5"42"7043"0"0,5-43-9446 0 0,0-2-601 0 0,-1 1 0 0 0,1-1 0 0 0,0 1-1 0 0,0-1 1 0 0,0 1 0 0 0,-1-1 0 0 0,1 0 0 0 0,0 1-1 0 0,0-1 1 0 0,0 1 0 0 0,0-1 0 0 0,0 1-1 0 0,0-1 1 0 0,0 1 0 0 0,0-1 0 0 0,0 1 0 0 0,0-1-1 0 0,1 1 1 0 0,-1-1 0 0 0,0 1 0 0 0,0-1 0 0 0,0 0-1 0 0,1 1 1 0 0,-1-1 0 0 0,0 1 0 0 0,1-1 0 0 0,6 20-5983 0 0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9:50.7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336 150 1408 0 0,'5'10'2874'0'0,"-4"0"-2290"0"0,0 0 1 0 0,-1 0 0 0 0,0 0-1 0 0,-1-1 1 0 0,0 1-1 0 0,-5 17 1 0 0,0 10-30 0 0,6-35-502 0 0,0 0 0 0 0,-1 1 0 0 0,1-1 0 0 0,-1 1 0 0 0,1-1 0 0 0,-1 0 0 0 0,0 0 0 0 0,0 1 0 0 0,0-1 0 0 0,-2 3 0 0 0,2-4-46 0 0,1-1 1 0 0,0 0 0 0 0,0 0 0 0 0,0 0 0 0 0,-1 1 0 0 0,1-1 0 0 0,0 0 0 0 0,0 0 0 0 0,0 0 0 0 0,-1 0 0 0 0,1 0 0 0 0,0 0 0 0 0,0 0 0 0 0,-1 1 0 0 0,1-1-1 0 0,0 0 1 0 0,0 0 0 0 0,-1 0 0 0 0,1 0 0 0 0,0 0 0 0 0,0 0 0 0 0,-1 0 0 0 0,1 0 0 0 0,0 0 0 0 0,0 0 0 0 0,-1 0 0 0 0,1-1 0 0 0,0 1 0 0 0,0 0 0 0 0,-1 0-1 0 0,-8-12 48 0 0,5-1-14 0 0,0-1 1 0 0,1 1-1 0 0,1-1 0 0 0,0 0 0 0 0,1 0 1 0 0,0 0-1 0 0,2-22 0 0 0,-1 13-3 0 0,0 6-38 0 0,1 1-1 0 0,0-1 0 0 0,0 1 1 0 0,2 0-1 0 0,8-29 0 0 0,-11 44 0 0 0,0 0-1 0 0,1 0 0 0 0,-1 0 0 0 0,0 0 1 0 0,1 0-1 0 0,-1 0 0 0 0,1 0 1 0 0,-1 0-1 0 0,1 0 0 0 0,-1 1 1 0 0,1-1-1 0 0,0 0 0 0 0,-1 0 1 0 0,1 1-1 0 0,0-1 0 0 0,0 0 0 0 0,0 1 1 0 0,-1-1-1 0 0,1 1 0 0 0,0-1 1 0 0,0 1-1 0 0,0-1 0 0 0,0 1 1 0 0,0 0-1 0 0,1-1 0 0 0,-1 1 1 0 0,0 1 0 0 0,0-1 0 0 0,1 0 0 0 0,-1 1-1 0 0,0-1 1 0 0,0 1 0 0 0,0-1 0 0 0,0 1 0 0 0,0-1 0 0 0,0 1 0 0 0,0 0-1 0 0,0 0 1 0 0,0-1 0 0 0,0 1 0 0 0,0 0 0 0 0,0 0 0 0 0,0 1 0 0 0,4 5-1 0 0,0 0 0 0 0,-1-1 0 0 0,0 2 0 0 0,5 13 0 0 0,2 12 63 0 0,-2 0 1 0 0,-1 0 0 0 0,-1 1 0 0 0,3 65 0 0 0,-13 139 549 0 0,2-232-564 0 0,-16 217 143 0 0,11-179 536 0 0,-1 0 0 0 0,-3-1 0 0 0,-15 43 0 0 0,24-84-679 0 0,1 0 1 0 0,-1-1 0 0 0,0 1 0 0 0,0 0-1 0 0,0-1 1 0 0,0 1 0 0 0,0 0 0 0 0,0-1-1 0 0,0 1 1 0 0,-1-1 0 0 0,1 0 0 0 0,0 1-1 0 0,-1-1 1 0 0,1 0 0 0 0,-1 0 0 0 0,0 0-1 0 0,1 0 1 0 0,-1 0 0 0 0,0 0 0 0 0,1-1-1 0 0,-1 1 1 0 0,0 0 0 0 0,0-1 0 0 0,0 1-1 0 0,0-1 1 0 0,0 0 0 0 0,1 0 0 0 0,-1 0-1 0 0,0 0 1 0 0,0 0 0 0 0,0 0 0 0 0,0 0-1 0 0,0 0 1 0 0,0-1 0 0 0,0 1 0 0 0,1-1-1 0 0,-4-1 1 0 0,-8-3-15 0 0,1 0-1 0 0,0-1 1 0 0,0-1 0 0 0,-14-9-1 0 0,13 7 41 0 0,-179-116-2053 0 0,190 124 1500 0 0,6-2-1545 0 0,-2 2 1727 0 0,0 0 1 0 0,0 0-1 0 0,-1 1 0 0 0,1-1 1 0 0,0 1-1 0 0,0-1 0 0 0,0 1 1 0 0,0 0-1 0 0,3 0 0 0 0,-2-1-10 0 0,14-3-2343 0 0,2-2-737 0 0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9:51.2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445 129 320 0 0,'3'-129'11859'0'0,"-16"152"-10881"0"0,3 11-564 0 0,3 1 0 0 0,0 0 0 0 0,-1 44 0 0 0,3 109 204 0 0,5-174-552 0 0,-2 338 644 0 0,10 483-257 0 0,-5-784-406 0 0,14 81 0 0 0,-16-130-46 0 0,-1-1 1 0 0,0 0-1 0 0,1 1 1 0 0,-1-1-1 0 0,1 0 1 0 0,-1 1-1 0 0,1-1 1 0 0,0 0-1 0 0,-1 0 0 0 0,1 0 1 0 0,0 0-1 0 0,0 0 1 0 0,0 0-1 0 0,0 0 1 0 0,0 0-1 0 0,0 0 1 0 0,0 0-1 0 0,0 0 1 0 0,0 0-1 0 0,0-1 1 0 0,1 1-1 0 0,-1 0 1 0 0,0-1-1 0 0,0 1 1 0 0,1-1-1 0 0,-1 0 1 0 0,0 1-1 0 0,3-1 1 0 0,0 0-10 0 0,-1 0 0 0 0,0 0 0 0 0,1 0 0 0 0,-1 0 0 0 0,0-1 0 0 0,0 0 0 0 0,1 0 0 0 0,-1 0 0 0 0,0 0 0 0 0,0 0 0 0 0,4-2 0 0 0,2-3-54 0 0,0 0 0 0 0,-1 0 1 0 0,1-1-1 0 0,-2 0 0 0 0,1 0 1 0 0,-1-1-1 0 0,0 0 0 0 0,0 0 1 0 0,-1 0-1 0 0,0-1 0 0 0,0 0 1 0 0,7-18-1 0 0,-9 18-9 0 0,0 0 0 0 0,-1 0 1 0 0,-1 1-1 0 0,1-2 0 0 0,-1 1 0 0 0,-1 0 0 0 0,0 0 0 0 0,0-1 1 0 0,-1 1-1 0 0,0 0 0 0 0,0-1 0 0 0,-1 1 0 0 0,-1 0 1 0 0,-3-15-1 0 0,2 16 19 0 0,-1 0 1 0 0,0 1 0 0 0,0-1-1 0 0,-1 1 1 0 0,0 0-1 0 0,0 1 1 0 0,-1-1 0 0 0,1 1-1 0 0,-1 0 1 0 0,-1 0-1 0 0,1 1 1 0 0,-1 0 0 0 0,0 0-1 0 0,0 0 1 0 0,-12-5-1 0 0,-12-4-43 0 0,0 1 0 0 0,-49-14-1 0 0,68 24 79 0 0,-144-34-133 0 0,-7-2 40 0 0,161 38 77 0 0,0 1 0 0 0,0-1-1 0 0,1 1 1 0 0,-1-1 0 0 0,0 0 0 0 0,0 0-1 0 0,0 1 1 0 0,0-2 0 0 0,1 1-1 0 0,-1 0 1 0 0,0 0 0 0 0,1 0 0 0 0,-1-1-1 0 0,1 1 1 0 0,0-1 0 0 0,-1 1 0 0 0,1-1-1 0 0,0 1 1 0 0,0-1 0 0 0,0 0-1 0 0,0 0 1 0 0,0 0 0 0 0,0 1 0 0 0,1-1-1 0 0,-2-4 1 0 0,2 3-86 0 0,1-1 0 0 0,-1 0-1 0 0,0 1 1 0 0,1-1 0 0 0,0 0 0 0 0,0 1 0 0 0,0-1-1 0 0,0 1 1 0 0,1-1 0 0 0,-1 1 0 0 0,1 0-1 0 0,0-1 1 0 0,3-3 0 0 0,6-8-750 0 0,0 1 0 0 0,1 1 0 0 0,0 0 0 0 0,1 1 0 0 0,16-12 0 0 0,14-10-2430 0 0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9:52.3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268 356 216 0 0,'-6'-17'2457'0'0,"4"9"-1289"0"0,-1-1 0 0 0,0 1 0 0 0,-8-14 0 0 0,11 21-1122 0 0,-1 0 1 0 0,1 1 0 0 0,-1-1 0 0 0,0 1 0 0 0,1-1 0 0 0,-1 1-1 0 0,0 0 1 0 0,0-1 0 0 0,1 1 0 0 0,-1 0 0 0 0,0-1 0 0 0,0 1-1 0 0,0 0 1 0 0,0 0 0 0 0,1 0 0 0 0,-1 0 0 0 0,0-1-1 0 0,0 1 1 0 0,0 0 0 0 0,0 1 0 0 0,1-1 0 0 0,-1 0 0 0 0,0 0-1 0 0,0 0 1 0 0,-1 1 0 0 0,-19 7 447 0 0,10 1-317 0 0,0 0-1 0 0,1 1 1 0 0,0 0-1 0 0,0 0 1 0 0,1 1-1 0 0,-14 22 1 0 0,-37 77 190 0 0,55-99-334 0 0,-6 11 11 0 0,1 2-1 0 0,-10 32 0 0 0,17-46-32 0 0,1 0 0 0 0,0 0-1 0 0,0 0 1 0 0,1 0 0 0 0,1 0-1 0 0,-1 0 1 0 0,2 1 0 0 0,1 16-1 0 0,-1-25-8 0 0,-1-1 0 0 0,0 0 0 0 0,1 1 0 0 0,-1-1 0 0 0,1 0 0 0 0,-1 1 0 0 0,1-1-1 0 0,-1 0 1 0 0,1 0 0 0 0,0 1 0 0 0,0-1 0 0 0,0 0 0 0 0,0 0 0 0 0,0 0 0 0 0,0 0-1 0 0,0 0 1 0 0,0 0 0 0 0,0 0 0 0 0,0-1 0 0 0,0 1 0 0 0,0 0 0 0 0,1-1 0 0 0,-1 1 0 0 0,0 0-1 0 0,1-1 1 0 0,-1 0 0 0 0,0 1 0 0 0,1-1 0 0 0,0 0 0 0 0,3 1 0 0 0,-1-2 0 0 0,0 1 0 0 0,0 0 0 0 0,0-1 0 0 0,0 0 0 0 0,1 1 0 0 0,-1-2 1 0 0,0 1-1 0 0,5-3 0 0 0,3-1 17 0 0,-1-2 1 0 0,0 1-1 0 0,0-1 1 0 0,-1-1-1 0 0,0 0 0 0 0,0-1 1 0 0,-1 0-1 0 0,0 0 1 0 0,0-1-1 0 0,-1 0 1 0 0,-1 0-1 0 0,1-1 1 0 0,8-18-1 0 0,1-7-24 0 0,-1 0 0 0 0,-2-1-1 0 0,10-43 1 0 0,4-25 320 0 0,-28 103-260 0 0,0 34 39 0 0,-1-13-70 0 0,1 1 0 0 0,1-1 0 0 0,6 39 1 0 0,-6-53-27 0 0,0 0 1 0 0,1 0-1 0 0,0 0 1 0 0,0 0 0 0 0,0-1-1 0 0,0 1 1 0 0,1-1-1 0 0,0 1 1 0 0,0-1 0 0 0,0 0-1 0 0,0 0 1 0 0,1 0 0 0 0,-1 0-1 0 0,1-1 1 0 0,0 1-1 0 0,0-1 1 0 0,0 0 0 0 0,1 0-1 0 0,8 4 1 0 0,-1-2-62 0 0,1-1 0 0 0,0 0 0 0 0,0-1 1 0 0,0 0-1 0 0,0-1 0 0 0,1-1 0 0 0,-1 0 1 0 0,0 0-1 0 0,17-3 0 0 0,-12 1-174 0 0,1-2-1 0 0,-1 0 1 0 0,0-1-1 0 0,0-1 1 0 0,0-1 0 0 0,18-8-1 0 0,-27 9 166 0 0,0 0-1 0 0,-1-1 0 0 0,0 1 0 0 0,0-1 1 0 0,-1-1-1 0 0,0 0 0 0 0,0 0 1 0 0,0 0-1 0 0,-1-1 0 0 0,0 0 1 0 0,0 0-1 0 0,-1-1 0 0 0,0 1 0 0 0,-1-1 1 0 0,0 0-1 0 0,3-10 0 0 0,1-4 33 0 0,-2-1-1 0 0,0 1 0 0 0,-2-1 1 0 0,0 0-1 0 0,0-34 0 0 0,-3 30 493 0 0,-2-1-1 0 0,-1 1 1 0 0,-1 0-1 0 0,-1 0 1 0 0,-10-34 0 0 0,14 62-437 0 0,0-1 1 0 0,0 1-1 0 0,0-1 0 0 0,0 1 1 0 0,-1-1-1 0 0,1 1 1 0 0,0-1-1 0 0,0 1 1 0 0,0-1-1 0 0,-1 1 0 0 0,1 0 1 0 0,0-1-1 0 0,0 1 1 0 0,-1-1-1 0 0,1 1 1 0 0,0 0-1 0 0,-1-1 0 0 0,1 1 1 0 0,0 0-1 0 0,-1-1 1 0 0,1 1-1 0 0,0 0 1 0 0,-1 0-1 0 0,1-1 0 0 0,-1 1 1 0 0,1 0-1 0 0,-1 0 1 0 0,1 0-1 0 0,-1 0 1 0 0,-8 9 192 0 0,-3 20-2 0 0,4 7 106 0 0,1 1 0 0 0,-4 59 0 0 0,8 76 264 0 0,3-172-576 0 0,6 158 223 0 0,-4-134-214 0 0,2 0 1 0 0,0-1 0 0 0,2 0-1 0 0,13 36 1 0 0,-18-57-53 0 0,0 1 0 0 0,0-1 0 0 0,0 0 0 0 0,0 0 0 0 0,1 0 0 0 0,-1 0 0 0 0,0 0 0 0 0,1-1 0 0 0,-1 1 0 0 0,1 0 0 0 0,0 0 0 0 0,0-1 0 0 0,0 0 0 0 0,-1 1 0 0 0,1-1 0 0 0,0 0 0 0 0,1 0 0 0 0,-1 0 0 0 0,0 0 0 0 0,0 0 0 0 0,0 0 0 0 0,1-1 0 0 0,-1 1 0 0 0,0-1 0 0 0,1 1 0 0 0,-1-1 0 0 0,0 0 0 0 0,5 0 0 0 0,-2-1-400 0 0,0 0-1 0 0,0 0 1 0 0,0 0-1 0 0,-1-1 1 0 0,1 1-1 0 0,0-1 1 0 0,-1 0-1 0 0,0-1 1 0 0,1 1-1 0 0,-1-1 1 0 0,0 0-1 0 0,0 0 1 0 0,3-3 0 0 0,7-8-3078 0 0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9:52.5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119 113 1912 0 0,'-115'6'8180'0'0,"111"-6"-6637"0"0,8 0-1286 0 0,501-85-456 0 0,-432 76-904 0 0,60-7-3467 0 0,-68 8 954 0 0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9:53.4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24 973 512 0 0,'-2'2'1497'0'0,"0"0"-1098"0"0,0 0-1 0 0,0 0 1 0 0,0 0 0 0 0,0 0 0 0 0,1 0 0 0 0,-1 1-1 0 0,1-1 1 0 0,0 1 0 0 0,-1-1 0 0 0,1 1-1 0 0,-1 4 1 0 0,2-5-304 0 0,-1-1-1 0 0,1 1 1 0 0,0-1-1 0 0,0 1 1 0 0,0-1-1 0 0,0 1 1 0 0,0-1-1 0 0,0 1 1 0 0,0-1-1 0 0,1 1 1 0 0,-1-1-1 0 0,0 1 1 0 0,1-1-1 0 0,-1 0 1 0 0,1 1 0 0 0,0-1-1 0 0,-1 1 1 0 0,1-1-1 0 0,0 0 1 0 0,0 0-1 0 0,0 1 1 0 0,0-1-1 0 0,0 0 1 0 0,0 0-1 0 0,0 0 1 0 0,2 1-1 0 0,1 0-30 0 0,-1 0 0 0 0,1-1 0 0 0,-1 0 0 0 0,1 1 0 0 0,0-1 0 0 0,0 0 0 0 0,0-1 0 0 0,0 1 1 0 0,-1-1-1 0 0,1 0 0 0 0,0 0 0 0 0,0 0 0 0 0,0 0 0 0 0,0 0 0 0 0,0-1 0 0 0,0 0 0 0 0,0 0 0 0 0,-1 0 0 0 0,1 0 0 0 0,0-1 0 0 0,4-2 0 0 0,12-5 31 0 0,0-1 1 0 0,25-19-1 0 0,-44 29-88 0 0,27-19 52 0 0,-1-2 0 0 0,-2 0 0 0 0,0-1-1 0 0,-1-2 1 0 0,33-42 0 0 0,-30 30-7 0 0,-2-2 1 0 0,-2 0-1 0 0,29-66 1 0 0,-17 13-82 0 0,-4-1 0 0 0,-4-1 0 0 0,18-116 0 0 0,-39 171 1 0 0,-2 14-22 0 0,9-35-1 0 0,-12 57 27 0 0,-5 17-41 0 0,-6 41 154 0 0,-5 77-1 0 0,8-53 70 0 0,-2-3-71 0 0,-10 101-17 0 0,18-139-54 0 0,0 0 0 0 0,9 61 0 0 0,-7-90-9 0 0,1 0 1 0 0,0 0-1 0 0,1 0 0 0 0,0-1 0 0 0,1 1 0 0 0,0-1 1 0 0,0 0-1 0 0,1 0 0 0 0,0 0 0 0 0,1 0 0 0 0,7 8 1 0 0,-8-11-6 0 0,0-1 0 0 0,1 0 0 0 0,-1 0-1 0 0,1 0 1 0 0,1-1 0 0 0,-1 0 0 0 0,1 0 0 0 0,-1-1 0 0 0,1 1 0 0 0,0-1 0 0 0,0-1 0 0 0,1 1 0 0 0,-1-1 0 0 0,0-1 0 0 0,13 2 0 0 0,-4-2 12 0 0,0-1 0 0 0,0-1-1 0 0,-1-1 1 0 0,1 0 0 0 0,0 0 0 0 0,-1-2 0 0 0,0 0-1 0 0,0-1 1 0 0,0 0 0 0 0,0-1 0 0 0,-1-1 0 0 0,0 0-1 0 0,0-1 1 0 0,-1-1 0 0 0,0 0 0 0 0,22-20-1 0 0,-24 19-3 0 0,-1 0-1 0 0,1-1 0 0 0,-2 0 0 0 0,1-1 1 0 0,-2 0-1 0 0,1 0 0 0 0,-2-1 0 0 0,0 0 1 0 0,0 0-1 0 0,-1-1 0 0 0,-1 0 0 0 0,0 0 1 0 0,-1 0-1 0 0,-1-1 0 0 0,0 1 0 0 0,-1-1 1 0 0,0 0-1 0 0,-1-16 0 0 0,-2 23-20 0 0,1 0-1 0 0,-2 0 1 0 0,1 0-1 0 0,-5-11 0 0 0,6 16 10 0 0,-1 1 0 0 0,0-1 0 0 0,0 1 0 0 0,0 0 0 0 0,0-1-1 0 0,-1 1 1 0 0,1 0 0 0 0,-1 0 0 0 0,1 0 0 0 0,-1 0 0 0 0,0 0-1 0 0,0 0 1 0 0,0 0 0 0 0,0 1 0 0 0,0-1 0 0 0,0 1 0 0 0,-3-2-1 0 0,3 2 3 0 0,-1 1 0 0 0,0-1-1 0 0,0 1 1 0 0,0 0 0 0 0,0 0-1 0 0,0 0 1 0 0,1 0 0 0 0,-1 0-1 0 0,0 0 1 0 0,0 1 0 0 0,0 0-1 0 0,0-1 1 0 0,1 1-1 0 0,-1 0 1 0 0,0 0 0 0 0,1 1-1 0 0,-1-1 1 0 0,1 1 0 0 0,-1-1-1 0 0,1 1 1 0 0,-1 0 0 0 0,1 0-1 0 0,0-1 1 0 0,0 2 0 0 0,-2 1-1 0 0,-5 6-17 0 0,0 0 1 0 0,1 1-1 0 0,-14 23 0 0 0,15-21 2 0 0,0 0 1 0 0,0 0-1 0 0,1 1 0 0 0,1 0 0 0 0,1 0 0 0 0,0 0 0 0 0,-3 20 0 0 0,6-28 15 0 0,1 0 1 0 0,-1 0 0 0 0,1-1 0 0 0,0 1-1 0 0,1 0 1 0 0,0 0 0 0 0,0 0-1 0 0,0-1 1 0 0,0 1 0 0 0,1 0 0 0 0,0-1-1 0 0,0 1 1 0 0,1-1 0 0 0,-1 0-1 0 0,1 0 1 0 0,0 0 0 0 0,1 0 0 0 0,-1 0-1 0 0,1-1 1 0 0,0 0 0 0 0,7 7-1 0 0,-2-4-133 0 0,1-1-1 0 0,0 0 0 0 0,1 0 1 0 0,-1-1-1 0 0,1 0 0 0 0,0 0 0 0 0,0-2 1 0 0,1 1-1 0 0,-1-2 0 0 0,1 1 0 0 0,-1-1 1 0 0,19 0-1 0 0,-5-1-599 0 0,0-2 0 0 0,-1 0 0 0 0,1-2 0 0 0,-1-1 0 0 0,25-6 0 0 0,-20 1-981 0 0,1-4-45 0 0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9:54.2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244 263 1204 0 0,'2'-5'315'0'0,"0"0"-1"0"0,0-1 1 0 0,-1 1-1 0 0,1-1 1 0 0,-1 0-1 0 0,-1 1 1 0 0,1-1-1 0 0,-1 0 1 0 0,0 1-1 0 0,0-1 1 0 0,-1 0 0 0 0,1 0-1 0 0,-1 1 1 0 0,-1-1-1 0 0,1 1 1 0 0,-5-11-1 0 0,6 15-255 0 0,-1 0 0 0 0,1 1 0 0 0,-1-1 0 0 0,0 0 0 0 0,1 0 0 0 0,-1 0-1 0 0,0 0 1 0 0,0 1 0 0 0,1-1 0 0 0,-1 0 0 0 0,0 1 0 0 0,0-1 0 0 0,0 1 0 0 0,0-1-1 0 0,0 1 1 0 0,0-1 0 0 0,0 1 0 0 0,0 0 0 0 0,0-1 0 0 0,0 1 0 0 0,0 0 0 0 0,0 0-1 0 0,-1 0 1 0 0,1 0 0 0 0,0 0 0 0 0,-1 0 0 0 0,-26 5 760 0 0,17 0-698 0 0,1 0-1 0 0,0 1 1 0 0,0 0-1 0 0,1 0 1 0 0,-1 1 0 0 0,1 1-1 0 0,1-1 1 0 0,0 2-1 0 0,0-1 1 0 0,-8 12 0 0 0,3-3-64 0 0,2 0 0 0 0,0 0 0 0 0,1 1 1 0 0,-13 34-1 0 0,20-46-44 0 0,1 1 1 0 0,0 0-1 0 0,0 0 1 0 0,1 0-1 0 0,-1 1 1 0 0,2-1-1 0 0,-1 0 1 0 0,1 0-1 0 0,0 0 0 0 0,2 13 1 0 0,-1-17-11 0 0,-1 0 0 0 0,1 0 1 0 0,0 0-1 0 0,1 0 0 0 0,-1-1 1 0 0,0 1-1 0 0,1 0 0 0 0,-1 0 1 0 0,1-1-1 0 0,0 1 0 0 0,0-1 1 0 0,0 0-1 0 0,0 1 0 0 0,1-1 1 0 0,-1 0-1 0 0,0 0 0 0 0,1-1 0 0 0,-1 1 1 0 0,1 0-1 0 0,0-1 0 0 0,0 0 1 0 0,0 1-1 0 0,-1-1 0 0 0,1 0 1 0 0,0 0-1 0 0,0-1 0 0 0,5 1 1 0 0,-5 0-3 0 0,0 0 1 0 0,0 0 0 0 0,0-1-1 0 0,0 1 1 0 0,1-1 0 0 0,-1 0-1 0 0,0 0 1 0 0,0 0 0 0 0,1 0-1 0 0,-1-1 1 0 0,0 1 0 0 0,5-2-1 0 0,4-2 2 0 0,-5 2-1 0 0,0 0 0 0 0,0-1-1 0 0,-1 0 1 0 0,1 0 0 0 0,-1-1 0 0 0,0 0-1 0 0,0 0 1 0 0,0 0 0 0 0,0-1-1 0 0,-1 0 1 0 0,0 0 0 0 0,0 0 0 0 0,0-1-1 0 0,0 1 1 0 0,-1-1 0 0 0,0 0-1 0 0,0-1 1 0 0,4-10 0 0 0,4-11 23 0 0,-2 1 0 0 0,-1-1-1 0 0,7-36 1 0 0,-13 52-15 0 0,14-76 30 0 0,-16 86 20 0 0,-10 48 194 0 0,2-16-238 0 0,-4 51-1 0 0,11-72-16 0 0,-1 0 0 0 0,1 0 1 0 0,1 1-1 0 0,0-1 0 0 0,0-1 0 0 0,1 1 0 0 0,0 0 1 0 0,0 0-1 0 0,1 0 0 0 0,5 10 0 0 0,-6-15-24 0 0,1 0-1 0 0,0-1 1 0 0,-1 1-1 0 0,2-1 1 0 0,-1 1-1 0 0,0-1 0 0 0,1 0 1 0 0,-1 0-1 0 0,1-1 1 0 0,0 1-1 0 0,0-1 1 0 0,0 0-1 0 0,0 0 1 0 0,1 0-1 0 0,-1 0 0 0 0,0-1 1 0 0,1 0-1 0 0,-1 0 1 0 0,1 0-1 0 0,0 0 1 0 0,-1-1-1 0 0,1 0 0 0 0,0 1 1 0 0,-1-2-1 0 0,6 0 1 0 0,4 0-127 0 0,-1-1 1 0 0,0-1 0 0 0,0 0-1 0 0,-1 0 1 0 0,1-1 0 0 0,-1-1-1 0 0,20-10 1 0 0,-13 3 80 0 0,0-1 0 0 0,0 0 0 0 0,-2-2 0 0 0,0 0 0 0 0,0-1 0 0 0,-2 0 0 0 0,18-24 0 0 0,-6 2 157 0 0,0-2 1 0 0,29-62-1 0 0,-53 98-3 0 0,0-1 0 0 0,-1 0-1 0 0,0 0 1 0 0,0 0 0 0 0,0 0-1 0 0,0-1 1 0 0,-1 1 0 0 0,0 0 0 0 0,0-1-1 0 0,0 1 1 0 0,-1-1 0 0 0,0 1-1 0 0,0-1 1 0 0,0 1 0 0 0,-1 0 0 0 0,0-1-1 0 0,0 1 1 0 0,-2-8 0 0 0,2 12-72 0 0,1 1 1 0 0,-1-1 0 0 0,0 0 0 0 0,1 0 0 0 0,-1 1-1 0 0,0-1 1 0 0,1 1 0 0 0,-1-1 0 0 0,0 1 0 0 0,0-1-1 0 0,0 1 1 0 0,1-1 0 0 0,-1 1 0 0 0,0 0 0 0 0,0-1-1 0 0,0 1 1 0 0,0 0 0 0 0,0 0 0 0 0,0 0 0 0 0,0 0 0 0 0,1 0-1 0 0,-1 0 1 0 0,0 0 0 0 0,0 0 0 0 0,0 0 0 0 0,0 0-1 0 0,0 0 1 0 0,-1 1 0 0 0,-24 6 160 0 0,17-2-118 0 0,-1 0 1 0 0,1 0 0 0 0,0 1-1 0 0,1 0 1 0 0,-1 0 0 0 0,-12 14-1 0 0,16-16-55 0 0,1 1-1 0 0,0 0 1 0 0,0 1 0 0 0,0-1-1 0 0,0 1 1 0 0,1-1-1 0 0,0 1 1 0 0,0 0-1 0 0,1 0 1 0 0,0 1 0 0 0,0-1-1 0 0,-1 7 1 0 0,3-11 5 0 0,0 1 0 0 0,0-1 0 0 0,0 1 0 0 0,1-1 0 0 0,-1 0 0 0 0,1 1 0 0 0,0-1 0 0 0,-1 1 0 0 0,1-1 0 0 0,0 0 0 0 0,0 0 0 0 0,1 1 0 0 0,-1-1 0 0 0,0 0 0 0 0,1 0 0 0 0,-1 0 1 0 0,1-1-1 0 0,3 4 0 0 0,38 30-20 0 0,-35-28-26 0 0,65 40-124 0 0,8 6 77 0 0,-80-53 120 0 0,0 1 0 0 0,0-1 0 0 0,0 1 0 0 0,0 0 0 0 0,0-1-1 0 0,-1 1 1 0 0,1 0 0 0 0,0 0 0 0 0,-1-1 0 0 0,1 1 0 0 0,0 0 0 0 0,-1 0-1 0 0,1 0 1 0 0,-1 0 0 0 0,1 0 0 0 0,-1 0 0 0 0,0 0 0 0 0,1 0-1 0 0,-1 0 1 0 0,0 0 0 0 0,0 0 0 0 0,0 0 0 0 0,1 0 0 0 0,-1 0-1 0 0,0 0 1 0 0,0 0 0 0 0,-1 0 0 0 0,1 0 0 0 0,0 0 0 0 0,0 0 0 0 0,0 0-1 0 0,-1 0 1 0 0,1 0 0 0 0,-1 0 0 0 0,1 0 0 0 0,-1 0 0 0 0,1 0-1 0 0,-1 0 1 0 0,1 0 0 0 0,-1 0 0 0 0,0 0 0 0 0,1-1 0 0 0,-1 1 0 0 0,0 0-1 0 0,0-1 1 0 0,0 1 0 0 0,0 0 0 0 0,-1 0 0 0 0,-5 5 149 0 0,-1-1 0 0 0,0 0 0 0 0,-1-1 0 0 0,-9 5 1 0 0,13-7-145 0 0,-17 7 164 0 0,0-1-1 0 0,-1-1 1 0 0,-1-1 0 0 0,1-2 0 0 0,-35 4 0 0 0,57-7-217 0 0,0-1 0 0 0,0 0 0 0 0,-1 0 0 0 0,1 0 0 0 0,0 0 0 0 0,-1 0 0 0 0,1 0 0 0 0,0 0 0 0 0,0 0 0 0 0,-1-1 1 0 0,1 1-1 0 0,0 0 0 0 0,0-1 0 0 0,-1 1 0 0 0,1-1 0 0 0,0 1 0 0 0,0-1 0 0 0,0 0 0 0 0,-2-1 0 0 0,3 2-21 0 0,-1-1 0 0 0,1 0 0 0 0,0 0 0 0 0,0 1-1 0 0,0-1 1 0 0,-1 0 0 0 0,1 0 0 0 0,0 1 0 0 0,0-1 0 0 0,0 0 0 0 0,0 0 0 0 0,0 0 0 0 0,1 1-1 0 0,-1-1 1 0 0,0 0 0 0 0,0 1 0 0 0,0-1 0 0 0,1 0 0 0 0,-1 0 0 0 0,0 1 0 0 0,1-1 0 0 0,-1 0-1 0 0,1 0 1 0 0,3-5-302 0 0,0 0-1 0 0,1 0 1 0 0,0 1-1 0 0,8-8 1 0 0,141-118-6384 0 0,-115 96 3774 0 0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9:54.5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52 189 1128 0 0,'7'-22'1755'0'0,"-1"-1"-1"0"0,-1 1 1 0 0,0-1-1 0 0,-2 0 1 0 0,0-44-1 0 0,-3 67-1738 0 0,0 0 0 0 0,0-1-1 0 0,0 1 1 0 0,0 0 0 0 0,1 0 0 0 0,-1-1 0 0 0,-1 1-1 0 0,1 0 1 0 0,0-1 0 0 0,0 1 0 0 0,0 0 0 0 0,0 0-1 0 0,0-1 1 0 0,0 1 0 0 0,0 0 0 0 0,0 0 0 0 0,0-1-1 0 0,0 1 1 0 0,-1 0 0 0 0,1 0 0 0 0,0-1 0 0 0,0 1-1 0 0,0 0 1 0 0,0 0 0 0 0,-1 0 0 0 0,1-1-1 0 0,0 1 1 0 0,0 0 0 0 0,-1 0 0 0 0,1 0 0 0 0,0 0-1 0 0,0-1 1 0 0,-1 1 0 0 0,1 0 0 0 0,0 0 0 0 0,0 0-1 0 0,-1 0 1 0 0,1 0 0 0 0,0 0 0 0 0,-1 0 0 0 0,1 0-1 0 0,0 0 1 0 0,0 0 0 0 0,-1 0 0 0 0,1 0 0 0 0,0 0-1 0 0,-1 0 1 0 0,1 0 0 0 0,0 0 0 0 0,0 0-1 0 0,-1 0 1 0 0,1 1 0 0 0,0-1 0 0 0,0 0 0 0 0,-1 0-1 0 0,1 0 1 0 0,0 0 0 0 0,0 1 0 0 0,0-1 0 0 0,-1 0-1 0 0,1 0 1 0 0,0 0 0 0 0,0 1 0 0 0,-1-1 0 0 0,-13 14 501 0 0,9-4-334 0 0,-1 0 1 0 0,2 1-1 0 0,-1-1 0 0 0,2 1 0 0 0,-1 0 0 0 0,1 1 0 0 0,-1 14 0 0 0,-5 84 975 0 0,8-86-935 0 0,-10 503 1759 0 0,11-508-1959 0 0,1 41 82 0 0,0-55-91 0 0,-1 1 1 0 0,1-1-1 0 0,0 0 1 0 0,0 0 0 0 0,1 0-1 0 0,0 0 1 0 0,-1 0 0 0 0,5 7-1 0 0,-4-10-64 0 0,0 1 0 0 0,0-1-1 0 0,0 0 1 0 0,1 0-1 0 0,-1 0 1 0 0,1 0-1 0 0,-1-1 1 0 0,1 1 0 0 0,-1-1-1 0 0,1 1 1 0 0,0-1-1 0 0,0 0 1 0 0,0 0 0 0 0,0 0-1 0 0,0 0 1 0 0,0-1-1 0 0,0 1 1 0 0,0-1 0 0 0,0 0-1 0 0,0 0 1 0 0,0 0-1 0 0,0 0 1 0 0,4-1 0 0 0,3 0-552 0 0,0-1-1 0 0,0 0 1 0 0,0-1 0 0 0,0 0 0 0 0,16-7 0 0 0,-9 2-2239 0 0,25-17 1 0 0,-12 2-2539 0 0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9:54.7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175 248 1464 0 0,'-154'-24'12743'0'0,"153"24"-12658"0"0,-1 0 0 0 0,1 0 1 0 0,0 0-1 0 0,0 0 0 0 0,0-1 1 0 0,0 1-1 0 0,-1 0 0 0 0,1-1 0 0 0,0 1 1 0 0,0-1-1 0 0,0 1 0 0 0,0-1 1 0 0,0 0-1 0 0,0 1 0 0 0,0-1 1 0 0,-1-1-1 0 0,2 1-64 0 0,0 1 0 0 0,-1 0 0 0 0,1-1 0 0 0,0 1 0 0 0,0-1-1 0 0,0 1 1 0 0,0-1 0 0 0,0 1 0 0 0,0-1 0 0 0,0 1 0 0 0,0-1 0 0 0,1 1 0 0 0,-1 0 0 0 0,0-1-1 0 0,0 1 1 0 0,0-1 0 0 0,0 1 0 0 0,1-1 0 0 0,-1 1 0 0 0,0 0 0 0 0,0-1 0 0 0,1 1 0 0 0,-1 0-1 0 0,0-1 1 0 0,0 1 0 0 0,1 0 0 0 0,0-1 0 0 0,3-3 39 0 0,0 1 1 0 0,1 0-1 0 0,0 0 0 0 0,7-4 1 0 0,53-21-214 0 0,1 3 1 0 0,98-24 0 0 0,26-9-5553 0 0,-161 46 2368 0 0,-3 0-1304 0 0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9:56.6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58 126 636 0 0,'-7'-14'2306'0'0,"-9"-27"945"0"0,15 39-2635 0 0,-6 22 64 0 0,6 12 31 0 0,-11 62 0 0 0,0-10-502 0 0,11-80-200 0 0,1-1 0 0 0,0 1 1 0 0,-1-1-1 0 0,1 0 1 0 0,1 1-1 0 0,-1-1 0 0 0,0 1 1 0 0,1-1-1 0 0,0 1 1 0 0,0-1-1 0 0,0 0 1 0 0,0 1-1 0 0,0-1 0 0 0,1 0 1 0 0,0 0-1 0 0,-1 0 1 0 0,1 0-1 0 0,0 0 1 0 0,0-1-1 0 0,1 1 0 0 0,-1 0 1 0 0,0-1-1 0 0,1 0 1 0 0,0 1-1 0 0,-1-1 0 0 0,1 0 1 0 0,0 0-1 0 0,0-1 1 0 0,0 1-1 0 0,1-1 1 0 0,-1 1-1 0 0,0-1 0 0 0,0 0 1 0 0,1 0-1 0 0,-1-1 1 0 0,6 2-1 0 0,1-1 0 0 0,0-1 0 0 0,1 0-1 0 0,-1 0 1 0 0,0 0 0 0 0,1-2 0 0 0,-1 1 0 0 0,0-1-1 0 0,0-1 1 0 0,0 0 0 0 0,0 0 0 0 0,10-5 0 0 0,-10 2 5 0 0,0 1-1 0 0,0-2 1 0 0,0 1 0 0 0,-1-1 0 0 0,0-1 0 0 0,0 1 0 0 0,-1-2 0 0 0,0 1 0 0 0,-1-1 0 0 0,0 0 0 0 0,0-1 0 0 0,0 0 0 0 0,-2 0 0 0 0,1 0 0 0 0,5-16 0 0 0,-8 19 0 0 0,-1-1 0 0 0,1 0 0 0 0,-2 0 1 0 0,1 0-1 0 0,-1 0 0 0 0,0 0 0 0 0,-1 0 0 0 0,0 0 0 0 0,0 0 0 0 0,-1 0 0 0 0,0 0 0 0 0,0 0 0 0 0,-1 0 1 0 0,0 1-1 0 0,0-1 0 0 0,-1 0 0 0 0,0 1 0 0 0,0 0 0 0 0,-1-1 0 0 0,0 1 0 0 0,0 1 0 0 0,-11-14 1 0 0,12 17-17 0 0,0 0 0 0 0,0 0 1 0 0,0 0-1 0 0,-1 0 1 0 0,0 0-1 0 0,1 1 1 0 0,-1 0-1 0 0,0 0 1 0 0,0 0-1 0 0,0 0 0 0 0,0 0 1 0 0,-1 1-1 0 0,1 0 1 0 0,-9-2-1 0 0,6 2 5 0 0,0 1 0 0 0,0 0-1 0 0,0 0 1 0 0,0 1 0 0 0,0 0-1 0 0,0 0 1 0 0,0 0 0 0 0,-13 5 0 0 0,11-3 6 0 0,0 1 1 0 0,0 0 0 0 0,1 1-1 0 0,-1 0 1 0 0,1 0 0 0 0,0 0-1 0 0,0 1 1 0 0,1 1 0 0 0,0-1-1 0 0,0 1 1 0 0,0 0 0 0 0,1 1 0 0 0,-10 14-1 0 0,15-20-6 0 0,-1 1-1 0 0,1 0 0 0 0,0 0 0 0 0,0-1 1 0 0,0 1-1 0 0,0 0 0 0 0,0 0 1 0 0,1 0-1 0 0,-1 0 0 0 0,1 0 1 0 0,0 0-1 0 0,0 4 0 0 0,0-6 0 0 0,1 1 0 0 0,-1-1 1 0 0,1 1-1 0 0,-1-1 0 0 0,1 1 0 0 0,0-1 0 0 0,-1 0 0 0 0,1 0 0 0 0,0 1 0 0 0,0-1 1 0 0,0 0-1 0 0,0 0 0 0 0,0 0 0 0 0,0 0 0 0 0,0 0 0 0 0,0 0 0 0 0,1 0 0 0 0,-1 0 1 0 0,0 0-1 0 0,0-1 0 0 0,1 1 0 0 0,-1 0 0 0 0,1-1 0 0 0,-1 1 0 0 0,0-1 0 0 0,3 1 1 0 0,6 1 1 0 0,-1-1-1 0 0,1 0 1 0 0,0-1 0 0 0,-1 0 0 0 0,1 0 0 0 0,0-1 0 0 0,-1 0 0 0 0,19-5 0 0 0,75-27 3 0 0,-95 30-12 0 0,31-12 3 0 0,-10 4-20 0 0,-1 0 0 0 0,1 3 0 0 0,40-8-1 0 0,-62 15 23 0 0,-1 1-1 0 0,1 1 1 0 0,0-1-1 0 0,-1 1 1 0 0,1 0-1 0 0,-1 1 1 0 0,1-1-1 0 0,-1 1 1 0 0,1 0-1 0 0,-1 1 1 0 0,0 0 0 0 0,0 0-1 0 0,0 0 1 0 0,-1 1-1 0 0,1 0 1 0 0,-1 0-1 0 0,0 0 1 0 0,0 0-1 0 0,0 1 1 0 0,-1 0-1 0 0,6 7 1 0 0,-1 0 5 0 0,0 0 1 0 0,-1 0-1 0 0,-1 1 1 0 0,0 0-1 0 0,0 0 1 0 0,-2 1-1 0 0,0-1 0 0 0,6 24 1 0 0,-9-25 7 0 0,-1 0 1 0 0,0 0-1 0 0,-1 14 1 0 0,0-11 65 0 0,-4-18-1 0 0,3 3-76 0 0,1 0 0 0 0,0-1 0 0 0,-1 1 0 0 0,1 0 0 0 0,0 0 0 0 0,-1 0 0 0 0,1 0 0 0 0,0 0 0 0 0,0 0 0 0 0,-1-1 0 0 0,1 1 0 0 0,0 0 0 0 0,0 0 0 0 0,-1 0 0 0 0,1-1 0 0 0,0 1 0 0 0,0 0 0 0 0,-1 0 0 0 0,1-1 0 0 0,0 1 0 0 0,0 0 0 0 0,0 0 0 0 0,0-1 0 0 0,0 1 0 0 0,-1 0 0 0 0,1-1 0 0 0,0 1 0 0 0,0 0 0 0 0,0-1 0 0 0,0 1 0 0 0,0-1 0 0 0,0-9-8 0 0,0-1 0 0 0,0 0 1 0 0,1 0-1 0 0,1 1 0 0 0,0-1 1 0 0,0 1-1 0 0,1 0 1 0 0,6-15-1 0 0,-6 16-2 0 0,1 0 1 0 0,0 0-1 0 0,1 0 1 0 0,0 1-1 0 0,0 0 1 0 0,1 0-1 0 0,0 0 1 0 0,0 1-1 0 0,14-12 1 0 0,-17 16 0 0 0,0 1 0 0 0,1 0 1 0 0,-1-1-1 0 0,1 2 0 0 0,-1-1 0 0 0,1 0 1 0 0,0 1-1 0 0,-1-1 0 0 0,1 1 1 0 0,0 0-1 0 0,0 0 0 0 0,0 1 1 0 0,0-1-1 0 0,0 1 0 0 0,0 0 0 0 0,7 1 1 0 0,-6 0 4 0 0,0 0 1 0 0,0 0 0 0 0,0 1-1 0 0,0 0 1 0 0,0 0 0 0 0,-1 0-1 0 0,1 1 1 0 0,-1-1 0 0 0,0 1-1 0 0,1 0 1 0 0,5 6-1 0 0,-2 0 1 0 0,1 0 0 0 0,-2 0-1 0 0,1 1 1 0 0,-1 0 0 0 0,-1 0 0 0 0,0 1-1 0 0,0-1 1 0 0,-1 2 0 0 0,0-1-1 0 0,4 15 1 0 0,-2 8-46 0 0,-2-1-1 0 0,2 49 1 0 0,-4-35 25 0 0,-2-35-3 0 0,-1-10 27 0 0,-1-1-1 0 0,1 1 0 0 0,0 0 0 0 0,0-1 1 0 0,0 1-1 0 0,1 0 0 0 0,-1-1 0 0 0,0 1 1 0 0,1-1-1 0 0,-1 1 0 0 0,1 0 0 0 0,-1-1 1 0 0,1 1-1 0 0,0-1 0 0 0,-1 0 0 0 0,1 1 1 0 0,0-1-1 0 0,0 1 0 0 0,0-1 0 0 0,0 0 1 0 0,0 0-1 0 0,1 0 0 0 0,0 2 0 0 0,0-3 3 0 0,-1 1 0 0 0,1-1 0 0 0,0 1 0 0 0,-1-1 0 0 0,1 0 0 0 0,-1 0 0 0 0,1 0 0 0 0,-1 0 0 0 0,1 0 0 0 0,0 0 0 0 0,-1 0 0 0 0,1 0 0 0 0,-1 0 0 0 0,1-1 0 0 0,3 0 1 0 0,22-11 62 0 0,0-6-44 0 0,0-1 1 0 0,-1-1 0 0 0,-2-1 0 0 0,0-1 0 0 0,-1-2-1 0 0,-1 0 1 0 0,-1-1 0 0 0,21-35 0 0 0,-35 49-16 0 0,0-1 0 0 0,9-19 0 0 0,-15 28-12 0 0,1-1 0 0 0,-1 0 0 0 0,0 1 0 0 0,0-1 0 0 0,0 0 0 0 0,-1 0 1 0 0,1 0-1 0 0,-1 1 0 0 0,0-1 0 0 0,0 0 0 0 0,-1 0 0 0 0,1 0 0 0 0,-2-4 1 0 0,2 7 1 0 0,-1 1 1 0 0,1-1-1 0 0,-1 1 1 0 0,1 0-1 0 0,-1-1 1 0 0,1 1-1 0 0,-1 0 1 0 0,0-1-1 0 0,1 1 0 0 0,-1 0 1 0 0,1 0-1 0 0,-1-1 1 0 0,0 1-1 0 0,1 0 1 0 0,-1 0-1 0 0,0 0 1 0 0,1 0-1 0 0,-1 0 1 0 0,0 0-1 0 0,1 0 1 0 0,-1 0-1 0 0,0 0 1 0 0,1 1-1 0 0,-1-1 1 0 0,0 0-1 0 0,1 0 1 0 0,-1 0-1 0 0,0 1 1 0 0,1-1-1 0 0,-1 0 1 0 0,1 1-1 0 0,-1-1 1 0 0,1 1-1 0 0,-2 0 1 0 0,-21 13-28 0 0,9-1 52 0 0,0 0 0 0 0,1 1-1 0 0,1 1 1 0 0,1 0 0 0 0,0 1 0 0 0,0 0-1 0 0,2 1 1 0 0,0 0 0 0 0,1 0 0 0 0,-7 21-1 0 0,13-33-20 0 0,1 0 0 0 0,-1 0 1 0 0,1 0-1 0 0,0 0 0 0 0,0 0 0 0 0,1 1 0 0 0,-1-1 0 0 0,1 0 0 0 0,0 0 0 0 0,1 0 0 0 0,-1 1 0 0 0,1-1 0 0 0,0 0 0 0 0,1 0 0 0 0,-1 0 0 0 0,1 0 1 0 0,0 0-1 0 0,0-1 0 0 0,0 1 0 0 0,1 0 0 0 0,-1-1 0 0 0,1 0 0 0 0,1 0 0 0 0,-1 0 0 0 0,0 0 0 0 0,1 0 0 0 0,0 0 0 0 0,0-1 0 0 0,0 0 0 0 0,0 0 1 0 0,0 0-1 0 0,1 0 0 0 0,-1-1 0 0 0,1 1 0 0 0,0-1 0 0 0,7 2 0 0 0,5 1-159 0 0,0 0-1 0 0,0-1 1 0 0,1-1 0 0 0,-1 0-1 0 0,33-1 1 0 0,89-10-2962 0 0,-79 0 1080 0 0,1-3-192 0 0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9:58.3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465 194 1348 0 0,'-3'-4'347'0'0,"-1"0"0"0"0,0 0 0 0 0,0 0-1 0 0,0 1 1 0 0,0 0 0 0 0,0-1 0 0 0,-1 2-1 0 0,1-1 1 0 0,-1 0 0 0 0,0 1 0 0 0,0 0 0 0 0,0 0-1 0 0,0 1 1 0 0,0-1 0 0 0,-9-1 0 0 0,5 3-138 0 0,1 0 0 0 0,0 0-1 0 0,-1 0 1 0 0,1 1 0 0 0,0 0 0 0 0,0 1 0 0 0,0 0 0 0 0,0 0 0 0 0,-11 5 0 0 0,0 2-82 0 0,0 1 0 0 0,1 0 0 0 0,0 1 0 0 0,0 1 0 0 0,1 1 0 0 0,1 1 0 0 0,-17 17 0 0 0,16-12-35 0 0,0 0-1 0 0,1 1 1 0 0,2 0-1 0 0,-22 39 0 0 0,31-49-76 0 0,0 0-1 0 0,1 0 1 0 0,0 0-1 0 0,0 1 0 0 0,1-1 1 0 0,1 1-1 0 0,0 0 1 0 0,0 0-1 0 0,1 0 0 0 0,0 0 1 0 0,1 0-1 0 0,0 0 1 0 0,3 14-1 0 0,-2-20-9 0 0,0 0 0 0 0,0 0-1 0 0,1-1 1 0 0,0 1 0 0 0,0 0 0 0 0,0-1-1 0 0,0 1 1 0 0,1-1 0 0 0,-1 0 0 0 0,1 0 0 0 0,1 0-1 0 0,-1 0 1 0 0,0-1 0 0 0,1 1 0 0 0,0-1-1 0 0,6 5 1 0 0,-4-5 0 0 0,0 1-1 0 0,0-2 0 0 0,0 1 1 0 0,1-1-1 0 0,-1 0 1 0 0,1 0-1 0 0,-1 0 1 0 0,1-1-1 0 0,-1 0 0 0 0,1-1 1 0 0,8 0-1 0 0,-2 0 4 0 0,0-1-1 0 0,-1-1 1 0 0,1 0-1 0 0,-1 0 1 0 0,1-2-1 0 0,-1 1 0 0 0,0-2 1 0 0,0 1-1 0 0,-1-2 1 0 0,0 1-1 0 0,0-2 1 0 0,18-12-1 0 0,-20 11-3 0 0,0 0 0 0 0,-1-1 0 0 0,0 0-1 0 0,-1 0 1 0 0,0-1 0 0 0,0 0 0 0 0,-1 0 0 0 0,-1-1-1 0 0,1 1 1 0 0,-2-1 0 0 0,1 0 0 0 0,-2-1-1 0 0,4-11 1 0 0,-3-2-21 0 0,0-1 0 0 0,-2 1 0 0 0,0 0 1 0 0,-2-1-1 0 0,-3-27 0 0 0,3 52 13 0 0,0 0 0 0 0,0 0 0 0 0,0 0 1 0 0,0 0-1 0 0,0-1 0 0 0,-1 1 0 0 0,1 0 1 0 0,0 0-1 0 0,0 0 0 0 0,-1 0 0 0 0,1 0 1 0 0,-1 0-1 0 0,1 0 0 0 0,-2 0 0 0 0,2 0 4 0 0,0 1-1 0 0,0 0 1 0 0,-1 0-1 0 0,1 0 0 0 0,0 0 1 0 0,0 0-1 0 0,-1 0 1 0 0,1 0-1 0 0,0 0 0 0 0,0 0 1 0 0,-1 0-1 0 0,1 0 1 0 0,0 1-1 0 0,0-1 1 0 0,-1 0-1 0 0,1 0 0 0 0,0 0 1 0 0,0 0-1 0 0,-1 0 1 0 0,1 0-1 0 0,0 1 0 0 0,0-1 1 0 0,0 0-1 0 0,-1 0 1 0 0,1 0-1 0 0,0 0 0 0 0,0 1 1 0 0,0-1-1 0 0,0 0 1 0 0,-1 0-1 0 0,1 1 0 0 0,0-1 1 0 0,0 0-1 0 0,-14 32-15 0 0,7-7 48 0 0,1 0 0 0 0,2-1 0 0 0,0 2 0 0 0,2-1 0 0 0,2 50 0 0 0,0-63-26 0 0,1-1 1 0 0,0 0 0 0 0,1 1-1 0 0,1-1 1 0 0,0 0 0 0 0,0 0-1 0 0,1 0 1 0 0,1-1 0 0 0,-1 0-1 0 0,2 1 1 0 0,-1-1-1 0 0,1-1 1 0 0,1 1 0 0 0,0-1-1 0 0,12 12 1 0 0,-12-15 4 0 0,0 0-1 0 0,1 0 1 0 0,0-1 0 0 0,-1 0-1 0 0,2-1 1 0 0,-1 0 0 0 0,0 0-1 0 0,1-1 1 0 0,0 0 0 0 0,0 0-1 0 0,0-1 1 0 0,0 0-1 0 0,0-1 1 0 0,0 0 0 0 0,0 0-1 0 0,0-1 1 0 0,1 0 0 0 0,-1-1-1 0 0,0 0 1 0 0,0 0 0 0 0,0-1-1 0 0,0 0 1 0 0,0-1 0 0 0,0 0-1 0 0,-1 0 1 0 0,10-5 0 0 0,-6 1-7 0 0,1 0 0 0 0,-1-1 0 0 0,0 0 0 0 0,-1 0 0 0 0,1-1 0 0 0,-2-1 0 0 0,0 0 0 0 0,0 0 0 0 0,0-1-1 0 0,-1-1 1 0 0,-1 1 0 0 0,0-1 0 0 0,-1-1 0 0 0,0 1 0 0 0,-1-1 0 0 0,6-17 0 0 0,-7 16 13 0 0,-1-1 0 0 0,0 1-1 0 0,-2-1 1 0 0,1 0-1 0 0,-2 0 1 0 0,0 0 0 0 0,0 0-1 0 0,-1 1 1 0 0,-5-30-1 0 0,5 43-17 0 0,-1 0 0 0 0,1 1 0 0 0,0-1 0 0 0,-1 0 0 0 0,1 1 0 0 0,0-1 0 0 0,-1 1 0 0 0,1-1 0 0 0,-1 0 0 0 0,1 1 0 0 0,-1-1 0 0 0,1 1 0 0 0,-1-1 0 0 0,0 1 0 0 0,1 0 0 0 0,-1-1 0 0 0,0 1 0 0 0,1 0 0 0 0,-1-1 0 0 0,0 1 0 0 0,1 0 0 0 0,-1 0 0 0 0,0-1 0 0 0,0 1-1 0 0,1 0 1 0 0,-1 0 0 0 0,0 0 0 0 0,0 0 0 0 0,1 0 0 0 0,-1 0 0 0 0,-1 0 0 0 0,-1 1-1 0 0,1-1 0 0 0,0 0-1 0 0,0 1 1 0 0,0 0 0 0 0,-1-1 0 0 0,1 1-1 0 0,0 0 1 0 0,0 0 0 0 0,0 0 0 0 0,-2 2-1 0 0,1-1 5 0 0,1 0 0 0 0,-1 1 0 0 0,1 0 0 0 0,-1-1 0 0 0,1 1 0 0 0,0 0 0 0 0,0 0 0 0 0,0 0-1 0 0,1 1 1 0 0,-1-1 0 0 0,1 0 0 0 0,-1 1 0 0 0,1-1 0 0 0,0 1 0 0 0,1-1 0 0 0,-2 8 0 0 0,2-9 1 0 0,0 1 0 0 0,0 0 0 0 0,0 0 0 0 0,0 0 0 0 0,0 0 0 0 0,1 0 0 0 0,-1 0 0 0 0,1-1 0 0 0,0 1 0 0 0,0 0 0 0 0,0 0 0 0 0,0-1 0 0 0,1 1 1 0 0,-1-1-1 0 0,0 1 0 0 0,1-1 0 0 0,0 0 0 0 0,0 1 0 0 0,0-1 0 0 0,0 0 0 0 0,0 0 0 0 0,3 2 0 0 0,2 0 17 0 0,1 1-1 0 0,1-1 1 0 0,-1-1-1 0 0,1 0 1 0 0,-1 0-1 0 0,1-1 1 0 0,0 0 0 0 0,0 0-1 0 0,0-1 1 0 0,0 0-1 0 0,0 0 1 0 0,13-2-1 0 0,2 0 8 0 0,1-2-1 0 0,-1 0 1 0 0,34-10-1 0 0,-45 9-48 0 0,0-1 0 0 0,0 0 0 0 0,0-1 0 0 0,0-1-1 0 0,-1 0 1 0 0,0 0 0 0 0,-1-1 0 0 0,1-1 0 0 0,-2 0 0 0 0,18-17 0 0 0,-28 25 20 0 0,1 0 0 0 0,0 0 1 0 0,0 1-1 0 0,0-1 0 0 0,-1 0 1 0 0,1 0-1 0 0,-1 0 1 0 0,1 0-1 0 0,0 0 0 0 0,-1 0 1 0 0,0 0-1 0 0,1 0 0 0 0,-1 0 1 0 0,0 0-1 0 0,1-1 0 0 0,-1 1 1 0 0,0 0-1 0 0,0 0 0 0 0,0 0 1 0 0,0 0-1 0 0,0 0 0 0 0,0-1 1 0 0,0 1-1 0 0,0 0 0 0 0,-1 0 1 0 0,1 0-1 0 0,0 0 0 0 0,-1-1 1 0 0,0 1-2 0 0,0 1 1 0 0,0 0-1 0 0,0 0 1 0 0,0 0-1 0 0,0 0 1 0 0,0 1-1 0 0,0-1 1 0 0,0 0-1 0 0,1 0 1 0 0,-1 0-1 0 0,0 1 0 0 0,0-1 1 0 0,0 0-1 0 0,0 1 1 0 0,0-1-1 0 0,1 1 1 0 0,-1-1-1 0 0,0 1 1 0 0,0-1-1 0 0,-1 2 1 0 0,-18 14-8 0 0,19-15 6 0 0,-16 17 35 0 0,1 1-1 0 0,0 1 1 0 0,1 0-1 0 0,1 1 1 0 0,-20 42-1 0 0,23-43 10 0 0,1-1 0 0 0,1 2-1 0 0,0-1 1 0 0,2 1-1 0 0,-6 29 1 0 0,12-44-30 0 0,0 0 0 0 0,0 0-1 0 0,1 0 1 0 0,0 0 0 0 0,1 0 0 0 0,-1 0 0 0 0,1 0 0 0 0,0-1-1 0 0,0 1 1 0 0,4 9 0 0 0,-3-10-3 0 0,0-1-1 0 0,1 0 1 0 0,-1 0 0 0 0,1 0 0 0 0,0 0-1 0 0,0 0 1 0 0,1-1 0 0 0,-1 0-1 0 0,0 1 1 0 0,1-1 0 0 0,0 0-1 0 0,0-1 1 0 0,0 1 0 0 0,0-1-1 0 0,5 3 1 0 0,4 0 2 0 0,0-1-1 0 0,1 0 1 0 0,-1 0-1 0 0,0-1 1 0 0,1-1-1 0 0,0-1 1 0 0,0 0-1 0 0,-1 0 1 0 0,1-1-1 0 0,21-3 1 0 0,-6-2-7 0 0,0 0 0 0 0,-1-2 0 0 0,54-19-1 0 0,-55 14-27 0 0,0-1-1 0 0,-1-1 0 0 0,-1-2 1 0 0,0 0-1 0 0,-2-1 0 0 0,1-2 1 0 0,-2 0-1 0 0,-1-2 0 0 0,0 0 1 0 0,-2-1-1 0 0,0-1 0 0 0,-2-1 1 0 0,18-31-1 0 0,-18 25 0 0 0,-1 0-1 0 0,-2-2 0 0 0,-1 0 1 0 0,-2 0-1 0 0,-1-2 1 0 0,-1 1-1 0 0,-2-1 0 0 0,-1 0 1 0 0,-2 0-1 0 0,0-69 1 0 0,-5 91 16 0 0,0 1-1 0 0,-1 0 1 0 0,-5-18 0 0 0,6 29 11 0 0,1-1-1 0 0,0 1 1 0 0,0-1 0 0 0,0 0-1 0 0,-1 1 1 0 0,1-1 0 0 0,0 1-1 0 0,-1-1 1 0 0,1 1-1 0 0,-1-1 1 0 0,1 1 0 0 0,0 0-1 0 0,-1-1 1 0 0,1 1 0 0 0,-1 0-1 0 0,1-1 1 0 0,-1 1 0 0 0,1 0-1 0 0,-1-1 1 0 0,1 1-1 0 0,-1 0 1 0 0,0 0 0 0 0,1-1-1 0 0,-1 1 1 0 0,1 0 0 0 0,-1 0-1 0 0,1 0 1 0 0,-1 0 0 0 0,0 0-1 0 0,1 0 1 0 0,-1 0 0 0 0,1 0-1 0 0,-1 0 1 0 0,0 0-1 0 0,1 0 1 0 0,-1 1 0 0 0,1-1-1 0 0,-1 0 1 0 0,0 0 0 0 0,0 1-1 0 0,-1 0 4 0 0,-1 0 0 0 0,1 0-1 0 0,0 1 1 0 0,-1-1 0 0 0,1 0-1 0 0,0 1 1 0 0,-3 3 0 0 0,-5 7 74 0 0,0 0 0 0 0,1 1 0 0 0,1 0 0 0 0,-12 25 0 0 0,-21 61 376 0 0,27-57-215 0 0,0 1-1 0 0,3 1 1 0 0,-8 67 0 0 0,16-84-181 0 0,1-1 0 0 0,1 0 0 0 0,2 1 0 0 0,0-1 1 0 0,2 0-1 0 0,1 0 0 0 0,10 35 0 0 0,-12-54-51 0 0,1 0 0 0 0,0 0 0 0 0,1 0 1 0 0,-1 0-1 0 0,1-1 0 0 0,0 1 0 0 0,1-1 0 0 0,0 0 0 0 0,0 0 0 0 0,0 0 1 0 0,1-1-1 0 0,-1 0 0 0 0,1 0 0 0 0,1-1 0 0 0,-1 1 0 0 0,0-1 0 0 0,1-1 1 0 0,0 1-1 0 0,0-1 0 0 0,0 0 0 0 0,1-1 0 0 0,-1 0 0 0 0,0 0 1 0 0,1 0-1 0 0,14 0 0 0 0,-9-1-52 0 0,0 0 1 0 0,0-1-1 0 0,0-1 0 0 0,0 0 1 0 0,0-1-1 0 0,0-1 1 0 0,-1 0-1 0 0,1 0 0 0 0,-1-1 1 0 0,0-1-1 0 0,0 0 1 0 0,0-1-1 0 0,0 0 0 0 0,17-13 1 0 0,-13 6-23 0 0,-1-1 0 0 0,-1 0 0 0 0,0-1 0 0 0,-1-1 1 0 0,-1 0-1 0 0,0 0 0 0 0,16-33 0 0 0,-16 26 62 0 0,-1-2 1 0 0,-2 0-1 0 0,0 0 0 0 0,-1 0 1 0 0,6-40-1 0 0,-13 47 199 0 0,-1 18-185 0 0,0 0 0 0 0,0-1 0 0 0,-1 1 0 0 0,1 0-1 0 0,0 0 1 0 0,0-1 0 0 0,0 1 0 0 0,0 0 0 0 0,0 0 0 0 0,0 0-1 0 0,0-1 1 0 0,-1 1 0 0 0,1 0 0 0 0,0 0 0 0 0,0 0 0 0 0,0 0 0 0 0,-1-1-1 0 0,1 1 1 0 0,0 0 0 0 0,0 0 0 0 0,0 0 0 0 0,-1 0 0 0 0,1 0 0 0 0,0 0-1 0 0,0 0 1 0 0,-1-1 0 0 0,1 1 0 0 0,0 0 0 0 0,0 0 0 0 0,0 0 0 0 0,-1 0-1 0 0,1 0 1 0 0,0 0 0 0 0,0 0 0 0 0,-1 0 0 0 0,1 0 0 0 0,0 0-1 0 0,0 1 1 0 0,-1-1 0 0 0,1 0 0 0 0,0 0 0 0 0,0 0 0 0 0,-1 0 0 0 0,1 0-1 0 0,0 0 1 0 0,0 0 0 0 0,0 1 0 0 0,0-1 0 0 0,-1 0 0 0 0,1 0 0 0 0,0 0-1 0 0,0 0 1 0 0,0 1 0 0 0,0-1 0 0 0,-1 0 0 0 0,1 0 0 0 0,0 0 0 0 0,0 1-1 0 0,0-1 1 0 0,-3 4 86 0 0,1 0-1 0 0,-1 0 0 0 0,1 0 1 0 0,0 0-1 0 0,0 0 0 0 0,1 0 1 0 0,-1 1-1 0 0,1-1 1 0 0,0 1-1 0 0,-1 7 0 0 0,-1 3 113 0 0,-5 16 85 0 0,2 1 0 0 0,-4 35 0 0 0,9-50-230 0 0,0-1 1 0 0,1 0-1 0 0,1 0 0 0 0,1 0 1 0 0,0 0-1 0 0,5 19 0 0 0,-7-32-46 0 0,1 0 0 0 0,0 0 0 0 0,0-1 0 0 0,0 1 0 0 0,1 0-1 0 0,-1-1 1 0 0,1 1 0 0 0,-1 0 0 0 0,1-1 0 0 0,0 0 0 0 0,0 1 0 0 0,0-1 0 0 0,0 0-1 0 0,0 0 1 0 0,0 0 0 0 0,1-1 0 0 0,-1 1 0 0 0,5 2 0 0 0,-4-3-19 0 0,1 0 1 0 0,-1 0 0 0 0,1 0 0 0 0,0-1-1 0 0,-1 1 1 0 0,1-1 0 0 0,-1 0-1 0 0,1 0 1 0 0,0 0 0 0 0,-1 0 0 0 0,1-1-1 0 0,0 1 1 0 0,3-2 0 0 0,6-3-287 0 0,-1 1 1 0 0,1-2-1 0 0,-1 1 1 0 0,-1-2-1 0 0,1 0 1 0 0,-1 0-1 0 0,11-10 1 0 0,-7 4-815 0 0,0 0 1 0 0,-2 0 0 0 0,0-2-1 0 0,0 0 1 0 0,-1 0 0 0 0,11-20-1 0 0,-9 7-2673 0 0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9:58.5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152 42 1420 0 0,'-21'-8'3374'0'0,"-44"-10"0"0"0,11 3-1392 0 0,53 15-2009 0 0,-4 0-69 0 0,0 0-946 0 0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9:58.6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0 2288 0 0,'-39'16'5455'0'0,"36"-14"-4501"0"0,3-2-878 0 0,0 1-1 0 0,0-1 1 0 0,0 1 0 0 0,1-1 0 0 0,-1 1-1 0 0,0-1 1 0 0,0 1 0 0 0,0-1 0 0 0,0 1-1 0 0,0-1 1 0 0,1 0 0 0 0,-1 1 0 0 0,0-1-1 0 0,0 1 1 0 0,1-1 0 0 0,-1 1 0 0 0,0-1-1 0 0,1 0 1 0 0,-1 1 0 0 0,1-1 0 0 0,-1 0-1 0 0,0 1 1 0 0,1-1 0 0 0,-1 0 0 0 0,1 1-1 0 0,41 6 325 0 0,1-2-1 0 0,0-1 1 0 0,48-3-1 0 0,-38 0-809 0 0,149-1-6410 0 0,-155-2 4190 0 0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9:59.3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406 125 952 0 0,'1'-6'480'0'0,"-1"0"1"0"0,1 1-1 0 0,-1-1 0 0 0,-1 0 0 0 0,1 0 1 0 0,-1 1-1 0 0,0-1 0 0 0,-1 1 0 0 0,1-1 1 0 0,-1 0-1 0 0,0 1 0 0 0,0 0 0 0 0,-1 0 1 0 0,1 0-1 0 0,-5-6 0 0 0,6 9-408 0 0,-1-1-1 0 0,0 1 1 0 0,0 0-1 0 0,0 0 1 0 0,0 0-1 0 0,0 0 1 0 0,0 0-1 0 0,-1 0 1 0 0,1 1-1 0 0,-1-1 1 0 0,1 1-1 0 0,-1-1 1 0 0,1 1-1 0 0,-1 0 1 0 0,0 0-1 0 0,0 0 1 0 0,0 1-1 0 0,1-1 1 0 0,-1 1-1 0 0,0-1 1 0 0,0 1-1 0 0,0 0 1 0 0,0 0-1 0 0,0 0 1 0 0,0 1-1 0 0,0-1 1 0 0,0 1-1 0 0,1-1 1 0 0,-1 1-1 0 0,0 0 1 0 0,-4 2-1 0 0,1 0 7 0 0,1 0 0 0 0,0 1 0 0 0,0-1 0 0 0,0 1 0 0 0,0 0 0 0 0,0 1 0 0 0,1-1 0 0 0,0 1 0 0 0,0 0 0 0 0,0 0 0 0 0,0 0 0 0 0,1 0 0 0 0,0 1 0 0 0,0 0 0 0 0,0-1 0 0 0,1 1 0 0 0,-3 9 0 0 0,0 2 174 0 0,1 0 1 0 0,1 1-1 0 0,0-1 1 0 0,2 0 0 0 0,-1 20-1 0 0,7 53 728 0 0,26 145 0 0 0,-13-117-630 0 0,7 146 204 0 0,-25-227-415 0 0,-1 0 0 0 0,-1 0 1 0 0,-3 0-1 0 0,-1-1 0 0 0,-11 41 0 0 0,15-70-28 0 0,-1 0 0 0 0,1-1 0 0 0,-1 1 0 0 0,-1-1 0 0 0,1 0 0 0 0,-1 0 0 0 0,0 0 0 0 0,0 0-1 0 0,-1-1 1 0 0,0 1 0 0 0,-7 5 0 0 0,9-8-80 0 0,-1 0 0 0 0,1-1-1 0 0,-1 0 1 0 0,0 0 0 0 0,0 0-1 0 0,0 0 1 0 0,0 0 0 0 0,0-1-1 0 0,0 1 1 0 0,0-1 0 0 0,0-1 0 0 0,-1 1-1 0 0,1 0 1 0 0,0-1 0 0 0,-1 0-1 0 0,1 0 1 0 0,0 0 0 0 0,-1-1-1 0 0,1 1 1 0 0,-4-2 0 0 0,1 0-254 0 0,1 0 0 0 0,1-1 0 0 0,-1 1 0 0 0,0-1 1 0 0,1 0-1 0 0,-1-1 0 0 0,1 1 0 0 0,0-1 0 0 0,0 0 0 0 0,1 0 1 0 0,-1-1-1 0 0,1 1 0 0 0,0-1 0 0 0,0 0 0 0 0,0 0 0 0 0,1-1 1 0 0,0 1-1 0 0,0-1 0 0 0,0 0 0 0 0,0 1 0 0 0,1-1 0 0 0,0 0 1 0 0,-1-10-1 0 0,0 1-622 0 0,0 1 0 0 0,1-1 1 0 0,1 0-1 0 0,0 0 0 0 0,2 1 1 0 0,-1-1-1 0 0,2 0 1 0 0,0 0-1 0 0,4-14 0 0 0,-1 5-855 0 0,0 1 81 0 0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9:59.5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0 200 468 0 0,'6'-12'2156'0'0,"0"0"0"0"0,16-21 1 0 0,-18 28-1869 0 0,1 0 1 0 0,-1 0 0 0 0,1 1-1 0 0,0 0 1 0 0,1 0 0 0 0,-1 0 0 0 0,1 1-1 0 0,7-4 1 0 0,20-8 214 0 0,1 1-1 0 0,1 2 1 0 0,49-11-1 0 0,112-8-835 0 0,-105 25-5952 0 0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2:59:59.8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31 1536 0 0,'1'-5'1461'0'0,"0"1"0"0"0,0 0-1 0 0,0-1 1 0 0,1 1 0 0 0,2-4-1 0 0,-3 9-1402 0 0,0 0 0 0 0,0 0-1 0 0,0 0 1 0 0,-1 0-1 0 0,1 0 1 0 0,0 1 0 0 0,0-1-1 0 0,-1 0 1 0 0,1 1-1 0 0,-1-1 1 0 0,0 0 0 0 0,1 1-1 0 0,-1-1 1 0 0,0 1-1 0 0,1-1 1 0 0,-1 0 0 0 0,0 3-1 0 0,-1 34 531 0 0,1-17-432 0 0,22 222 574 0 0,-22-242-783 0 0,0 0 1 0 0,0 0 0 0 0,0 1-1 0 0,1-1 1 0 0,-1 0 0 0 0,1 0 0 0 0,-1 0-1 0 0,0 0 1 0 0,1 1 0 0 0,0-1 0 0 0,-1 0-1 0 0,1 0 1 0 0,0 0 0 0 0,-1 0 0 0 0,1-1-1 0 0,0 1 1 0 0,0 0 0 0 0,0 0 0 0 0,0 0-1 0 0,0-1 1 0 0,0 1 0 0 0,0 0 0 0 0,0-1-1 0 0,0 1 1 0 0,0-1 0 0 0,0 1 0 0 0,0-1-1 0 0,1 1 1 0 0,-1-1 0 0 0,0 0-1 0 0,0 0 1 0 0,0 0 0 0 0,1 0 0 0 0,0 0-1 0 0,1 0-278 0 0,-1 0 0 0 0,0 0 0 0 0,0-1 0 0 0,0 1 0 0 0,0-1 0 0 0,0 0 0 0 0,1 0 0 0 0,-1 0 0 0 0,-1 0 0 0 0,1 0 0 0 0,0 0 0 0 0,0 0 0 0 0,0-1 0 0 0,-1 1 0 0 0,1 0 0 0 0,0-1 0 0 0,2-3 0 0 0,1-5-2288 0 0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0:00.0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68 112 1660 0 0,'-28'-54'6893'0'0,"-5"5"-4682"0"0,32 48-2240 0 0,-4-6-102 0 0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0:00.4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397 114 2156 0 0,'2'-2'2013'0'0,"1"-3"-1205"0"0,0 1 0 0 0,-1 0 0 0 0,1 0 0 0 0,-1-1-1 0 0,0 0 1 0 0,0 1 0 0 0,0-1 0 0 0,-1 0 0 0 0,1 0 0 0 0,0-6 0 0 0,-2 9-737 0 0,0 0 0 0 0,0 0 0 0 0,-1 0-1 0 0,1 0 1 0 0,0 0 0 0 0,-1 0 0 0 0,1 0 0 0 0,-1 0 0 0 0,0 0 0 0 0,0 0 0 0 0,0 0 0 0 0,0 1 0 0 0,0-1 0 0 0,0 0-1 0 0,0 1 1 0 0,0-1 0 0 0,-1 0 0 0 0,1 1 0 0 0,0 0 0 0 0,-1-1 0 0 0,0 1 0 0 0,1 0 0 0 0,-1 0 0 0 0,0 0 0 0 0,1 0 0 0 0,-1 0-1 0 0,0 0 1 0 0,0 0 0 0 0,0 0 0 0 0,-3 0 0 0 0,-2-1-56 0 0,-1 1 0 0 0,0-1 1 0 0,1 2-1 0 0,-1-1 0 0 0,0 1 0 0 0,0 0 0 0 0,1 0 0 0 0,-1 1 0 0 0,0 0 1 0 0,0 0-1 0 0,1 1 0 0 0,-1 0 0 0 0,1 1 0 0 0,0-1 0 0 0,0 1 1 0 0,0 1-1 0 0,-13 7 0 0 0,4 0 14 0 0,0-1 0 0 0,1 2 0 0 0,0 0 0 0 0,1 1 1 0 0,1 0-1 0 0,-15 19 0 0 0,4-2 0 0 0,-32 54 1 0 0,50-74-22 0 0,1 1-1 0 0,0 0 1 0 0,0 0-1 0 0,1 0 1 0 0,0 0 0 0 0,1 1-1 0 0,1-1 1 0 0,-1 1-1 0 0,0 18 1 0 0,4-27-1 0 0,-1 1 0 0 0,0 0 0 0 0,1-1 0 0 0,-1 1 0 0 0,1-1 0 0 0,0 1 0 0 0,0-1 0 0 0,1 1 0 0 0,-1-1 0 0 0,1 0 0 0 0,-1 1 1 0 0,1-1-1 0 0,0 0 0 0 0,4 5 0 0 0,-1-4 4 0 0,-1 1 1 0 0,1-1 0 0 0,0 0 0 0 0,0-1 0 0 0,0 1-1 0 0,1-1 1 0 0,10 6 0 0 0,-1-4-21 0 0,-1 0 1 0 0,1-1-1 0 0,-1 0 0 0 0,1-1 0 0 0,0-1 1 0 0,22 1-1 0 0,-11-2-595 0 0,0-2 0 0 0,1-1 1 0 0,-1-2-1 0 0,38-9 0 0 0,-35 5-3046 0 0,51-22-1 0 0,-56 19 370 0 0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0:00.6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26 1308 0 0,'19'-5'3196'0'0,"-6"2"-1319"0"0,3-3-669 0 0,-2 3-548 0 0,-2-2-616 0 0,1 1-1792 0 0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0:05.9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93 788 0 0,'0'-2'1450'0'0,"0"1"-1302"0"0,0-22 4845 0 0,-5-43 874 0 0,4 66-5818 0 0,1 0 1 0 0,-1 1-1 0 0,0-1 0 0 0,0 0 1 0 0,1 1-1 0 0,-1-1 0 0 0,0 1 1 0 0,1-1-1 0 0,-1 1 0 0 0,1-1 1 0 0,-1 1-1 0 0,0 0 0 0 0,1-1 1 0 0,0 1-1 0 0,-1 0 0 0 0,0 1 1 0 0,-6 37 205 0 0,2 1-1 0 0,1 0 1 0 0,2-1 0 0 0,2 1 0 0 0,9 66 0 0 0,-7-91-222 0 0,0 0-1 0 0,1 1 1 0 0,9 25-1 0 0,-10-37-85 0 0,-1-1 0 0 0,1 1 0 0 0,-1 0 0 0 0,1-1 1 0 0,0 1-1 0 0,0-1 0 0 0,1 1 0 0 0,-1-1 0 0 0,1 0 0 0 0,-1 0 0 0 0,1 0 0 0 0,0-1 0 0 0,0 1 0 0 0,1-1 1 0 0,-1 1-1 0 0,0-1 0 0 0,1 0 0 0 0,-1 0 0 0 0,5 1 0 0 0,-2-2-439 0 0,0 0 1 0 0,1-1-1 0 0,-1 0 0 0 0,1-1 0 0 0,-1 1 1 0 0,0-1-1 0 0,1 0 0 0 0,-1 0 0 0 0,0-1 1 0 0,0 0-1 0 0,0 0 0 0 0,0-1 1 0 0,0 1-1 0 0,-1-1 0 0 0,1 0 0 0 0,-1-1 1 0 0,0 0-1 0 0,9-7 0 0 0,0-4-2447 0 0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0:06.1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45 1320 0 0,'-7'-8'1368'0'0,"2"-1"584"0"0,-4-3-775 0 0,2 3-233 0 0,-1 3-424 0 0,6 18-680 0 0,4 3-660 0 0,1-6 112 0 0,1 3-1057 0 0,-3-2 341 0 0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0:06.9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285 605 168 0 0,'0'-14'4639'0'0,"0"12"-4457"0"0,0 0 0 0 0,-1-1-1 0 0,1 1 1 0 0,-1 0 0 0 0,1 0-1 0 0,-1 0 1 0 0,0 0 0 0 0,0 0-1 0 0,0 0 1 0 0,0 0 0 0 0,0 0 0 0 0,-1 0-1 0 0,1 0 1 0 0,0 1 0 0 0,-1-1-1 0 0,0 0 1 0 0,1 1 0 0 0,-1-1 0 0 0,0 1-1 0 0,1 0 1 0 0,-1-1 0 0 0,0 1-1 0 0,0 0 1 0 0,0 0 0 0 0,0 0-1 0 0,-1 1 1 0 0,1-1 0 0 0,0 0 0 0 0,0 1-1 0 0,-3-1 1 0 0,-1 0-121 0 0,1 0 0 0 0,-1 0 1 0 0,1 1-1 0 0,-1 0 0 0 0,1 0 0 0 0,-1 0 0 0 0,1 0 1 0 0,-1 1-1 0 0,1 0 0 0 0,0 0 0 0 0,-8 3 0 0 0,4 1-31 0 0,0 0-1 0 0,1 0 0 0 0,0 0 0 0 0,0 2 1 0 0,0-1-1 0 0,1 1 0 0 0,0 0 0 0 0,0 0 1 0 0,0 0-1 0 0,-5 10 0 0 0,-1 3-10 0 0,0 0-1 0 0,2 1 0 0 0,-10 25 1 0 0,17-38-9 0 0,1 1 1 0 0,1 0-1 0 0,-1 0 0 0 0,1-1 1 0 0,1 1-1 0 0,0 0 1 0 0,0 17-1 0 0,1-24-6 0 0,0 1-1 0 0,0-1 1 0 0,0 1-1 0 0,1-1 0 0 0,-1 1 1 0 0,1-1-1 0 0,-1 1 1 0 0,1-1-1 0 0,0 0 1 0 0,0 1-1 0 0,0-1 1 0 0,0 0-1 0 0,1 0 0 0 0,-1 0 1 0 0,0 0-1 0 0,1 0 1 0 0,0 0-1 0 0,-1 0 1 0 0,1-1-1 0 0,0 1 1 0 0,0 0-1 0 0,0-1 0 0 0,0 1 1 0 0,0-1-1 0 0,0 0 1 0 0,0 0-1 0 0,1 0 1 0 0,-1 0-1 0 0,0 0 1 0 0,1 0-1 0 0,-1-1 0 0 0,0 1 1 0 0,1-1-1 0 0,4 1 1 0 0,1-1 2 0 0,-1 0 1 0 0,1 0 0 0 0,-1-1 0 0 0,1 1-1 0 0,-1-2 1 0 0,1 1 0 0 0,-1-1 0 0 0,0 0-1 0 0,0-1 1 0 0,0 1 0 0 0,0-1-1 0 0,0-1 1 0 0,0 1 0 0 0,-1-1 0 0 0,0-1-1 0 0,0 1 1 0 0,0-1 0 0 0,0 0-1 0 0,-1 0 1 0 0,1-1 0 0 0,-1 1 0 0 0,-1-1-1 0 0,7-9 1 0 0,0-6 13 0 0,-1 0 0 0 0,0 0-1 0 0,-2-1 1 0 0,12-45 0 0 0,-17 60-91 0 0,-2 19 131 0 0,-3 22 33 0 0,1-11-53 0 0,-1 5 8 0 0,2 42-1 0 0,0-63-39 0 0,1 0 1 0 0,0 0-1 0 0,1 0 1 0 0,-1 0-1 0 0,1 0 1 0 0,0 0-1 0 0,1 0 1 0 0,0-1-1 0 0,0 1 1 0 0,1-1-1 0 0,3 7 0 0 0,-3-10 3 0 0,-1 1-1 0 0,1-1 0 0 0,0 0 0 0 0,0 0 0 0 0,0 0 0 0 0,0 0 0 0 0,0-1 0 0 0,0 0 0 0 0,1 0 0 0 0,-1 0 0 0 0,1 0 1 0 0,0-1-1 0 0,0 0 0 0 0,-1 0 0 0 0,1 0 0 0 0,0 0 0 0 0,0-1 0 0 0,0 0 0 0 0,0 0 0 0 0,8-1 0 0 0,8-1-3 0 0,-1-2 0 0 0,0 0-1 0 0,31-10 1 0 0,-24 4 5 0 0,-1-1 0 0 0,0-1 0 0 0,0-1-1 0 0,-1-1 1 0 0,-1-2 0 0 0,-1 0 0 0 0,0-1 0 0 0,-1-2 0 0 0,-1 0-1 0 0,0-1 1 0 0,-2-1 0 0 0,0-1 0 0 0,-2-1 0 0 0,23-37 0 0 0,-23 30-10 0 0,-1-1 0 0 0,-1-1 1 0 0,-2 0-1 0 0,-1-1 1 0 0,-2 0-1 0 0,-1-1 0 0 0,-1 0 1 0 0,-2 0-1 0 0,-2 0 0 0 0,-1-1 1 0 0,-2-59-1 0 0,-2 79-19 0 0,-1 0-1 0 0,0 0 0 0 0,-8-28 1 0 0,9 39 19 0 0,-1 0-1 0 0,1 0 1 0 0,-1 0 0 0 0,0 0 0 0 0,0 0 0 0 0,0 0 0 0 0,0 1 0 0 0,-1-1 0 0 0,0 1 0 0 0,0-1 0 0 0,0 1 0 0 0,0 0 0 0 0,0 0 0 0 0,0 0-1 0 0,-1 1 1 0 0,1-1 0 0 0,-7-2 0 0 0,8 4 5 0 0,1 1-1 0 0,-1 0 0 0 0,0-1 1 0 0,0 1-1 0 0,1 0 0 0 0,-1 0 1 0 0,0 0-1 0 0,0 0 0 0 0,0 0 1 0 0,0 0-1 0 0,1 1 1 0 0,-1-1-1 0 0,0 1 0 0 0,0-1 1 0 0,1 1-1 0 0,-1 0 0 0 0,0-1 1 0 0,1 1-1 0 0,-1 0 0 0 0,1 0 1 0 0,-1 0-1 0 0,-1 2 1 0 0,-29 28 317 0 0,31-29-308 0 0,-17 20 143 0 0,1 1 0 0 0,1 1-1 0 0,1 0 1 0 0,2 1 0 0 0,0 1 0 0 0,2 0 0 0 0,-11 36 0 0 0,11-25-57 0 0,2 0 0 0 0,2 1 0 0 0,1 0 0 0 0,-1 75 0 0 0,8-97-109 0 0,0-1 0 0 0,0 1 0 0 0,2 0 0 0 0,0-1 0 0 0,1 1 0 0 0,0-1 0 0 0,1 0 0 0 0,13 24 0 0 0,-12-27-442 0 0,1-1-1 0 0,0 0 1 0 0,1 0 0 0 0,12 13-1 0 0,-13-16-604 0 0,1 0 0 0 0,1-1 0 0 0,-1 0-1 0 0,1-1 1 0 0,16 9 0 0 0,-5-4-2936 0 0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0:07.1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68 1864 0 0,'2'-2'2054'0'0,"33"-41"8404"0"0,-34 41-9952 0 0,12-18 949 0 0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0:09.5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1037 552 0 0,'0'0'976'0'0,"-19"21"5701"0"0,19-21-6631 0 0,0 0 1 0 0,0 0-1 0 0,-1 0 0 0 0,1 0 1 0 0,0 0-1 0 0,0 1 0 0 0,0-1 1 0 0,0 0-1 0 0,0 0 1 0 0,0 0-1 0 0,0 0 0 0 0,0 0 1 0 0,0 1-1 0 0,0-1 1 0 0,0 0-1 0 0,0 0 0 0 0,0 0 1 0 0,0 0-1 0 0,0 1 0 0 0,0-1 1 0 0,0 0-1 0 0,0 0 1 0 0,0 0-1 0 0,1 0 0 0 0,-1 1 1 0 0,0-1-1 0 0,0 0 1 0 0,0 0-1 0 0,0 0 0 0 0,0 0 1 0 0,0 0-1 0 0,0 0 1 0 0,0 0-1 0 0,1 1 0 0 0,-1-1 1 0 0,0 0-1 0 0,0 0 0 0 0,0 0 1 0 0,0 0-1 0 0,0 0 1 0 0,1 0-1 0 0,-1 0 0 0 0,0 0 1 0 0,0 0-1 0 0,0 0 1 0 0,0 0-1 0 0,1 0 0 0 0,-1 0 1 0 0,0 0-1 0 0,0 0 1 0 0,0 0-1 0 0,0 0 0 0 0,0 0 1 0 0,1 0-1 0 0,-1 0 0 0 0,0 0 1 0 0,0 0-1 0 0,0 0 1 0 0,0 0-1 0 0,1 0 0 0 0,-1 0 1 0 0,0 0-1 0 0,0 0 1 0 0,0 0-1 0 0,0-1 0 0 0,17-10 724 0 0,15-21-586 0 0,98-121 304 0 0,47-50-259 0 0,-128 151-275 0 0,97-78 0 0 0,-132 120 33 0 0,-1 0 0 0 0,1 1 0 0 0,0 0 0 0 0,1 1 0 0 0,0 0 0 0 0,31-9 0 0 0,-41 15 15 0 0,1 1 0 0 0,-1 0 0 0 0,0 0 0 0 0,0 0-1 0 0,1 1 1 0 0,-1 0 0 0 0,0 0 0 0 0,0 1 0 0 0,1-1 0 0 0,-1 1 0 0 0,0 0 0 0 0,0 0 0 0 0,0 1 0 0 0,0-1 0 0 0,0 1 0 0 0,0 0 0 0 0,0 1-1 0 0,-1-1 1 0 0,1 1 0 0 0,-1 0 0 0 0,1 0 0 0 0,-1 0 0 0 0,0 1 0 0 0,0 0 0 0 0,6 7 0 0 0,1 5 11 0 0,0 0 0 0 0,14 30 1 0 0,-5-9 67 0 0,-19-35 93 0 0,-8-15-161 0 0,4 6-26 0 0,0-1 0 0 0,-1 0 0 0 0,0 1 0 0 0,0 0 1 0 0,0 0-1 0 0,-1 0 0 0 0,0 1 0 0 0,-1-1 0 0 0,1 1 0 0 0,-1 0 1 0 0,0 1-1 0 0,-1 0 0 0 0,1 0 0 0 0,-1 0 0 0 0,0 0 0 0 0,0 1 1 0 0,-1 1-1 0 0,-8-4 0 0 0,13 6 9 0 0,-1 1 0 0 0,0 0 1 0 0,0-1-1 0 0,1 2 0 0 0,-1-1 0 0 0,0 0 1 0 0,0 1-1 0 0,1 0 0 0 0,-1 0 0 0 0,0 0 1 0 0,1 0-1 0 0,-1 0 0 0 0,-5 4 1 0 0,-1 0 24 0 0,0 1 0 0 0,0 0 0 0 0,-10 9 0 0 0,-2 6-35 0 0,0 1 1 0 0,2 1 0 0 0,0 0-1 0 0,2 2 1 0 0,0 0 0 0 0,2 1-1 0 0,1 0 1 0 0,1 2-1 0 0,1 0 1 0 0,2 0 0 0 0,0 1-1 0 0,-6 31 1 0 0,15-53 13 0 0,1 0 0 0 0,0 1 0 0 0,0-1 0 0 0,0 1 0 0 0,1 0 0 0 0,0-1-1 0 0,0 1 1 0 0,1-1 0 0 0,0 1 0 0 0,4 11 0 0 0,-4-15 2 0 0,0-1 0 0 0,1 0-1 0 0,-1 0 1 0 0,1 0-1 0 0,0 0 1 0 0,0 0 0 0 0,0 0-1 0 0,1 0 1 0 0,-1 0 0 0 0,1-1-1 0 0,-1 0 1 0 0,1 1 0 0 0,0-1-1 0 0,0 0 1 0 0,0 0 0 0 0,0 0-1 0 0,0-1 1 0 0,1 1 0 0 0,-1-1-1 0 0,0 0 1 0 0,1 0 0 0 0,-1 0-1 0 0,1 0 1 0 0,4 0 0 0 0,6 1-1 0 0,1-1 0 0 0,0-1 0 0 0,0-1 1 0 0,0 0-1 0 0,0 0 0 0 0,0-2 1 0 0,-1 0-1 0 0,1 0 0 0 0,-1-2 0 0 0,26-11 1 0 0,-20 7-6 0 0,0-1-1 0 0,-1-1 1 0 0,0-1 0 0 0,-1-1 0 0 0,-1 0-1 0 0,29-28 1 0 0,-28 20-6 0 0,0-1 1 0 0,-1 0-1 0 0,-1-1 0 0 0,-1-1 0 0 0,-1 0 0 0 0,-1-1 1 0 0,-1-1-1 0 0,-1 0 0 0 0,11-43 0 0 0,-22 67 6 0 0,1 1 0 0 0,-1 0-1 0 0,1-1 1 0 0,-1 1 0 0 0,0 0-1 0 0,1-1 1 0 0,-1 1 0 0 0,0 0 0 0 0,0-1-1 0 0,0 1 1 0 0,0-1 0 0 0,0 1 0 0 0,0 0-1 0 0,-1-1 1 0 0,1 1 0 0 0,0-1-1 0 0,-1 1 1 0 0,1 0 0 0 0,-1 0 0 0 0,1-1-1 0 0,-1 1 1 0 0,0 0 0 0 0,-1-2-1 0 0,1 2-34 0 0,-1 1 43 0 0,0 1 0 0 0,1-1 0 0 0,-1 1 0 0 0,0-1 0 0 0,0 1 0 0 0,1 0 0 0 0,-1 0 0 0 0,0 0 0 0 0,1 0 0 0 0,-1 0 0 0 0,1 0 0 0 0,-1 1 0 0 0,1-1 0 0 0,0 0 0 0 0,0 1 0 0 0,-1-1 0 0 0,0 3 0 0 0,-20 30-52 0 0,20-31 41 0 0,-6 13 5 0 0,0 0 0 0 0,1 0 0 0 0,0 1 0 0 0,1-1-1 0 0,1 1 1 0 0,1 1 0 0 0,-4 32 0 0 0,8-43 6 0 0,-1 0 0 0 0,1 0 0 0 0,1 0 1 0 0,0 0-1 0 0,0 0 0 0 0,0 0 0 0 0,1 0 1 0 0,0 0-1 0 0,5 12 0 0 0,-5-15 1 0 0,1 1-1 0 0,0-1 1 0 0,0 0-1 0 0,0 0 1 0 0,0 0-1 0 0,0 0 1 0 0,1-1-1 0 0,0 1 1 0 0,0-1 0 0 0,0 0-1 0 0,0 0 1 0 0,0-1-1 0 0,1 1 1 0 0,-1-1-1 0 0,7 3 1 0 0,1-1-20 0 0,0 0-1 0 0,1-1 1 0 0,-1-1 0 0 0,1 0-1 0 0,0 0 1 0 0,0-1 0 0 0,0-1-1 0 0,0 0 1 0 0,0-1 0 0 0,0 0-1 0 0,-1-1 1 0 0,1 0 0 0 0,0-1-1 0 0,-1-1 1 0 0,21-8 0 0 0,-18 5-81 0 0,0 0 0 0 0,0-1 0 0 0,-1-1 0 0 0,0 0 0 0 0,0-1 0 0 0,-1-1 0 0 0,-1 1 0 0 0,1-2 0 0 0,-2 0 1 0 0,0-1-1 0 0,17-24 0 0 0,-12 9-34 0 0,-1 0 0 0 0,-1-2 1 0 0,-2 0-1 0 0,0 0 0 0 0,-3-1 1 0 0,7-35-1 0 0,-2-11-55 0 0,6-107 0 0 0,-17 131 368 0 0,-6-90-1 0 0,3 140-147 0 0,0 0 0 0 0,-1 0 0 0 0,1-1 0 0 0,-1 1 0 0 0,1 0 0 0 0,-1 0 0 0 0,0 0 0 0 0,0-1 0 0 0,-1 1 0 0 0,1 0 0 0 0,-1 1 0 0 0,1-1 0 0 0,-1 0 0 0 0,-2-3 0 0 0,3 6-20 0 0,1 0-1 0 0,-1 0 1 0 0,1 0 0 0 0,-1 0-1 0 0,1 0 1 0 0,-1 0-1 0 0,1 0 1 0 0,-1 0 0 0 0,1 0-1 0 0,-1 1 1 0 0,1-1-1 0 0,-1 0 1 0 0,1 0-1 0 0,-1 0 1 0 0,1 1 0 0 0,-1-1-1 0 0,1 0 1 0 0,0 0-1 0 0,-1 1 1 0 0,1-1-1 0 0,-1 0 1 0 0,1 1 0 0 0,0-1-1 0 0,-1 0 1 0 0,1 1-1 0 0,-1 0 1 0 0,-8 10 205 0 0,0 3 35 0 0,2 0 1 0 0,0 1 0 0 0,0-1 0 0 0,-8 31-1 0 0,-10 66 852 0 0,20-87-881 0 0,-6 33 136 0 0,2 0 0 0 0,3 1 0 0 0,3-1-1 0 0,6 105 1 0 0,-2-153-342 0 0,0-1 0 0 0,1 1 0 0 0,0 0 0 0 0,0-1 0 0 0,1 0 0 0 0,0 1 0 0 0,0-1 0 0 0,1 0 0 0 0,0-1 0 0 0,1 1 0 0 0,8 11 0 0 0,-9-15-106 0 0,0 1 1 0 0,1-1 0 0 0,-1 0-1 0 0,1 0 1 0 0,0-1 0 0 0,0 1-1 0 0,0-1 1 0 0,1 0 0 0 0,-1 0-1 0 0,0-1 1 0 0,1 0 0 0 0,0 0 0 0 0,0 0-1 0 0,0-1 1 0 0,0 1 0 0 0,0-2-1 0 0,9 2 1 0 0,-2-2-472 0 0,0 0-1 0 0,0-1 1 0 0,0 0-1 0 0,0-1 1 0 0,21-6-1 0 0,-27 6-204 0 0,1-1 0 0 0,-1 0-1 0 0,0 0 1 0 0,0-1-1 0 0,0 0 1 0 0,9-7 0 0 0,3-5-2733 0 0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0:09.7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35 2084 0 0,'-83'-26'7896'0'0,"147"19"-6908"0"0,245 5-1344 0 0,-103 9-4740 0 0,-144-5 1984 0 0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0:10.3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352 105 792 0 0,'0'-5'616'0'0,"0"1"1"0"0,0-1-1 0 0,-1 0 0 0 0,0 0 1 0 0,0 0-1 0 0,0 1 0 0 0,0-1 1 0 0,-1 0-1 0 0,0 1 0 0 0,-5-9 1 0 0,5 10-367 0 0,0-1 0 0 0,-1 1 0 0 0,1 0-1 0 0,-1 0 1 0 0,0 0 0 0 0,0 1 0 0 0,0-1 0 0 0,0 1 0 0 0,-1 0 0 0 0,1-1 0 0 0,-7-1 0 0 0,5 2-157 0 0,0 0 0 0 0,0 1 1 0 0,0-1-1 0 0,0 1 0 0 0,-1 1 0 0 0,1-1 0 0 0,0 1 1 0 0,-1 0-1 0 0,1 0 0 0 0,0 0 0 0 0,-1 1 0 0 0,1 0 0 0 0,0 0 1 0 0,0 0-1 0 0,-1 1 0 0 0,1-1 0 0 0,0 1 0 0 0,0 1 0 0 0,1-1 1 0 0,-7 4-1 0 0,-8 7 66 0 0,0 0 0 0 0,1 1-1 0 0,1 1 1 0 0,-26 28 0 0 0,36-35-140 0 0,0-1 0 0 0,1 2 0 0 0,0-1 0 0 0,0 1 0 0 0,1 0 0 0 0,0 0 0 0 0,1 0 0 0 0,0 1 0 0 0,0 0 0 0 0,1 0 0 0 0,0 0 0 0 0,-1 15 0 0 0,3-22-17 0 0,1-1 0 0 0,0 0 0 0 0,0 0 0 0 0,0 0 0 0 0,1 0 0 0 0,-1 0-1 0 0,0 1 1 0 0,1-1 0 0 0,0 0 0 0 0,-1 0 0 0 0,1 0 0 0 0,0 0 0 0 0,0 0 0 0 0,0-1 0 0 0,0 1-1 0 0,0 0 1 0 0,0 0 0 0 0,1 0 0 0 0,-1-1 0 0 0,3 3 0 0 0,-1-2 2 0 0,1 0 0 0 0,-1 1 0 0 0,1-2 1 0 0,-1 1-1 0 0,1 0 0 0 0,-1-1 0 0 0,1 0 0 0 0,0 1 1 0 0,0-2-1 0 0,6 2 0 0 0,1-1 1 0 0,1 0 1 0 0,0-1-1 0 0,0 0 1 0 0,0-1-1 0 0,0-1 1 0 0,17-4-1 0 0,-19 4 2 0 0,-2-1 0 0 0,1-1 0 0 0,0 0 0 0 0,-1 0-1 0 0,0-1 1 0 0,0 0 0 0 0,0 0 0 0 0,0 0 0 0 0,-1-1 0 0 0,13-14 0 0 0,-2-1 3 0 0,-2 0 0 0 0,20-35 0 0 0,0 2-110 0 0,-35 52 92 0 0,14-16-91 0 0,-15 18 97 0 0,0 0 1 0 0,1-1-1 0 0,-1 1 1 0 0,1 0-1 0 0,-1-1 0 0 0,1 1 1 0 0,-1 0-1 0 0,1 0 0 0 0,-1 0 1 0 0,1-1-1 0 0,-1 1 0 0 0,1 0 1 0 0,-1 0-1 0 0,1 0 0 0 0,-1 0 1 0 0,1 0-1 0 0,0 0 1 0 0,-1 0-1 0 0,1 0 0 0 0,-1 0 1 0 0,1 0-1 0 0,-1 0 0 0 0,1 0 1 0 0,-1 1-1 0 0,1-1 0 0 0,-1 0 1 0 0,1 0-1 0 0,-1 0 1 0 0,1 1-1 0 0,0-1 0 0 0,1 3 3 0 0,-1 0 0 0 0,1 0-1 0 0,-1 0 1 0 0,0 0-1 0 0,0-1 1 0 0,0 2 0 0 0,0-1-1 0 0,0 0 1 0 0,-1 0 0 0 0,1 5-1 0 0,0 1 13 0 0,3 5-35 0 0,0 0 0 0 0,0 0 0 0 0,1 0 0 0 0,14 25 0 0 0,-16-32-229 0 0,2-1-1 0 0,-1 1 1 0 0,1-2 0 0 0,0 1 0 0 0,0 0 0 0 0,1-1 0 0 0,-1 0 0 0 0,1 0-1 0 0,0-1 1 0 0,1 1 0 0 0,10 4 0 0 0,-6-3-795 0 0,1-1 0 0 0,0-1 0 0 0,0 0 0 0 0,15 3 0 0 0,-1-3-1757 0 0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0:10.7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431 152 808 0 0,'-1'-23'2566'0'0,"-1"-1"1"0"0,0 1-1 0 0,-11-38 0 0 0,3 43-1287 0 0,8 16-920 0 0,-1 3-1 0 0,-1 1-248 0 0,0 1 1 0 0,0 0-1 0 0,1-1 1 0 0,-1 1-1 0 0,1 1 1 0 0,-1-1 0 0 0,1 0-1 0 0,0 1 1 0 0,0 0-1 0 0,1 0 1 0 0,-1 0-1 0 0,1 0 1 0 0,0 0 0 0 0,-3 6-1 0 0,-6 17 350 0 0,-9 29 0 0 0,14-40-296 0 0,-33 112 959 0 0,-25 143 0 0 0,-4 137 525 0 0,31-176-1114 0 0,8-48-334 0 0,-33 179 122 0 0,58-340-292 0 0,4-17-496 0 0,-1 1 0 0 0,-1 0 0 0 0,-4 12 0 0 0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0:11.1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1 118 852 0 0,'0'-3'205'0'0,"-1"0"-1"0"0,2 0 1 0 0,-1 0 0 0 0,0 0-1 0 0,1-1 1 0 0,-1 1 0 0 0,1 0-1 0 0,0 0 1 0 0,0 0 0 0 0,0 0-1 0 0,1 0 1 0 0,-1 0 0 0 0,1 1-1 0 0,-1-1 1 0 0,1 0 0 0 0,0 1-1 0 0,0-1 1 0 0,0 1 0 0 0,0 0-1 0 0,1-1 1 0 0,-1 1 0 0 0,1 0-1 0 0,-1 1 1 0 0,1-1 0 0 0,0 0-1 0 0,-1 1 1 0 0,6-2 0 0 0,9-5 99 0 0,1 1 0 0 0,0 0 1 0 0,1 2-1 0 0,0 0 0 0 0,0 2 0 0 0,23-3 1 0 0,-7 4 39 0 0,0 1 1 0 0,55 6 0 0 0,-66-3-171 0 0,0 2 1 0 0,-1 1-1 0 0,40 13 0 0 0,-55-15-107 0 0,0 0 0 0 0,0 0 0 0 0,-1 1-1 0 0,0 0 1 0 0,1 0 0 0 0,-1 1-1 0 0,-1 0 1 0 0,1 0 0 0 0,-1 0 0 0 0,1 1-1 0 0,-2 0 1 0 0,1 1 0 0 0,-1-1-1 0 0,6 9 1 0 0,-9-12 4 0 0,-1 0 1 0 0,1 0-1 0 0,-1 1 1 0 0,0-1-1 0 0,0 0 0 0 0,0 0 1 0 0,0 1-1 0 0,0-1 1 0 0,-1 0-1 0 0,0 1 1 0 0,1-1-1 0 0,-1 1 0 0 0,0-1 1 0 0,-1 0-1 0 0,1 1 1 0 0,-1-1-1 0 0,1 1 0 0 0,-1-1 1 0 0,-2 4-1 0 0,1-2-3 0 0,-1-1 0 0 0,1 1 0 0 0,-1-1 0 0 0,-1 1 0 0 0,1-1 0 0 0,0 0-1 0 0,-1-1 1 0 0,0 1 0 0 0,0 0 0 0 0,0-1 0 0 0,-6 4 0 0 0,-4 1-2 0 0,0-1-1 0 0,0 0 1 0 0,-1-1 0 0 0,0 0 0 0 0,0-1-1 0 0,0-1 1 0 0,-21 3 0 0 0,6-4-516 0 0,-1-2 0 0 0,1-1 0 0 0,-47-5 0 0 0,64 3-432 0 0,10 2 157 0 0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0:11.8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221 199 732 0 0,'-4'-28'3703'0'0,"3"19"-3019"0"0,0 0 1 0 0,-1 0-1 0 0,0 0 1 0 0,0 0 0 0 0,-1 0-1 0 0,0 0 1 0 0,-7-14 0 0 0,9 22-647 0 0,1 0 1 0 0,-1 0 0 0 0,0 0 0 0 0,0 0 0 0 0,1 0 0 0 0,-1 0 0 0 0,0 1 0 0 0,0-1-1 0 0,0 0 1 0 0,0 1 0 0 0,0-1 0 0 0,0 0 0 0 0,0 1 0 0 0,0-1 0 0 0,0 1 0 0 0,0 0-1 0 0,0-1 1 0 0,0 1 0 0 0,0 0 0 0 0,-1 0 0 0 0,1 0 0 0 0,-1-1 0 0 0,-1 2 18 0 0,0-1 0 0 0,0 0 0 0 0,1 1 0 0 0,-1-1 0 0 0,0 1 0 0 0,0 0 0 0 0,1 0 0 0 0,-5 2 0 0 0,-3 3 77 0 0,1-1-1 0 0,0 2 0 0 0,-12 10 0 0 0,11-8-66 0 0,1 1 0 0 0,0 0 0 0 0,0 0-1 0 0,1 1 1 0 0,1 0 0 0 0,0 0 0 0 0,-8 17-1 0 0,12-22-52 0 0,1 0 0 0 0,-1 0-1 0 0,1 0 1 0 0,0 1-1 0 0,0-1 1 0 0,1 1 0 0 0,0-1-1 0 0,0 1 1 0 0,0 0 0 0 0,1 0-1 0 0,0-1 1 0 0,1 1-1 0 0,-1 0 1 0 0,1-1 0 0 0,1 1-1 0 0,2 8 1 0 0,-3-11-12 0 0,1-1 0 0 0,0 1 0 0 0,0-1 0 0 0,0 1 0 0 0,0-1 1 0 0,1 0-1 0 0,-1 0 0 0 0,1 0 0 0 0,0 0 0 0 0,0-1 0 0 0,0 1 0 0 0,0-1 0 0 0,0 1 1 0 0,7 2-1 0 0,-4-2 2 0 0,0 0-1 0 0,1-1 1 0 0,-1 0 0 0 0,1-1 0 0 0,0 1-1 0 0,-1-1 1 0 0,1 0 0 0 0,8 0 0 0 0,-3-2 14 0 0,1 1 0 0 0,-1-1 0 0 0,1-1 0 0 0,-1 0 0 0 0,0-1 1 0 0,0 0-1 0 0,0-1 0 0 0,0-1 0 0 0,12-6 0 0 0,-12 4-17 0 0,-1 0 0 0 0,0-1 0 0 0,0-1 0 0 0,-1 0 0 0 0,0 0 0 0 0,-1-1 0 0 0,0 0 0 0 0,-1 0 0 0 0,0-1 0 0 0,0 0-1 0 0,9-19 1 0 0,-13 21-9 0 0,1 0 1 0 0,-1-1-1 0 0,-1 1 0 0 0,0-1 0 0 0,0 0 0 0 0,-1 1 0 0 0,0-1 0 0 0,-1 0 0 0 0,0-1 0 0 0,-1 1 0 0 0,0 0 0 0 0,0 0 1 0 0,-1 0-1 0 0,0 0 0 0 0,-6-20 0 0 0,6 27 2 0 0,0 0 1 0 0,0 0-1 0 0,-1-1 0 0 0,1 1 1 0 0,-1 0-1 0 0,0 0 1 0 0,1 1-1 0 0,-1-1 0 0 0,-1 0 1 0 0,1 1-1 0 0,0-1 0 0 0,-1 1 1 0 0,1 0-1 0 0,-1 0 1 0 0,0 0-1 0 0,1 0 0 0 0,-1 0 1 0 0,-5-2-1 0 0,4 3 6 0 0,0-1 0 0 0,-1 1 0 0 0,1 1 0 0 0,0-1 0 0 0,-1 1 0 0 0,1-1 0 0 0,-1 1 0 0 0,1 0 0 0 0,0 1 0 0 0,-1-1 0 0 0,1 1 0 0 0,-8 2 0 0 0,3 0-15 0 0,0 0 1 0 0,0 1-1 0 0,0 0 0 0 0,0 0 1 0 0,0 1-1 0 0,1 0 1 0 0,0 1-1 0 0,0 0 1 0 0,1 0-1 0 0,-1 1 0 0 0,1 0 1 0 0,-6 8-1 0 0,10-12-111 0 0,1 0 0 0 0,1 0 0 0 0,-1 0 0 0 0,0 0-1 0 0,1 0 1 0 0,-1 1 0 0 0,1-1 0 0 0,0 0 0 0 0,0 1 0 0 0,1-1-1 0 0,-1 1 1 0 0,1-1 0 0 0,-1 1 0 0 0,1-1 0 0 0,0 1 0 0 0,0-1 0 0 0,1 5-1 0 0,0-5-232 0 0,0 0 0 0 0,0-1 0 0 0,0 1-1 0 0,0 0 1 0 0,0-1 0 0 0,1 1 0 0 0,-1-1 0 0 0,1 1-1 0 0,-1-1 1 0 0,1 1 0 0 0,0-1 0 0 0,0 0-1 0 0,3 3 1 0 0,7 4-2390 0 0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0:12.2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200 48 476 0 0,'12'-9'1469'0'0,"-9"6"-782"0"0,1 0 1 0 0,0 0 0 0 0,-1 0 0 0 0,0-1-1 0 0,5-5 1 0 0,-7 7-10 0 0,-1-2 169 0 0,0 4-817 0 0,0 0 0 0 0,0 0 0 0 0,0-1 0 0 0,0 1 0 0 0,0 0 0 0 0,0 0 0 0 0,0-1 0 0 0,0 1 0 0 0,0 0 0 0 0,0 0 0 0 0,0-1 0 0 0,0 1 0 0 0,0 0 0 0 0,0 0 0 0 0,0-1 0 0 0,0 1 0 0 0,0 0 0 0 0,0 0 0 0 0,0-1 0 0 0,-1 1 0 0 0,1 0 0 0 0,0 0 0 0 0,0 0 0 0 0,0-1 0 0 0,0 1 0 0 0,0 0 0 0 0,-1 0 0 0 0,1 0 0 0 0,0-1 0 0 0,0 1 0 0 0,0 0 0 0 0,-1 0 0 0 0,1 0 0 0 0,0 0 0 0 0,0 0 0 0 0,0-1 0 0 0,-1 1 0 0 0,1 0 0 0 0,0 0 0 0 0,0 0-1 0 0,-1 0 1 0 0,-10 2 218 0 0,0 0 0 0 0,0 1 0 0 0,0 0-1 0 0,1 1 1 0 0,-1 0 0 0 0,1 0 0 0 0,-12 8-1 0 0,1 0-29 0 0,0 2 0 0 0,-25 20-1 0 0,44-32-191 0 0,-1 0 0 0 0,1 1 0 0 0,-1-1-1 0 0,1 1 1 0 0,0-1 0 0 0,0 1 0 0 0,1 0-1 0 0,-1-1 1 0 0,0 1 0 0 0,1 0-1 0 0,-1 0 1 0 0,1 0 0 0 0,0 0 0 0 0,0 0-1 0 0,0 4 1 0 0,1-4-20 0 0,-1-1-1 0 0,1 1 1 0 0,1-1 0 0 0,-1 0-1 0 0,0 1 1 0 0,0-1 0 0 0,1 0-1 0 0,0 0 1 0 0,-1 1-1 0 0,1-1 1 0 0,0 0 0 0 0,0 0-1 0 0,0 0 1 0 0,0 0 0 0 0,0 0-1 0 0,1 0 1 0 0,-1 0 0 0 0,1 0-1 0 0,-1 0 1 0 0,4 2-1 0 0,13 10 6 0 0,27 18-1 0 0,-34-26 47 0 0,0 1-1 0 0,-1 0 1 0 0,1 1-1 0 0,-1 0 1 0 0,-1 1 0 0 0,0 0-1 0 0,0 0 1 0 0,13 19-1 0 0,-21-26 14 0 0,0-1 0 0 0,0 1 0 0 0,0 0-1 0 0,0 0 1 0 0,-1-1 0 0 0,1 1-1 0 0,-1 0 1 0 0,1 0 0 0 0,-1 0-1 0 0,0 0 1 0 0,1 0 0 0 0,-1 0-1 0 0,0 0 1 0 0,0 0 0 0 0,-1 0 0 0 0,1 0-1 0 0,0-1 1 0 0,-1 1 0 0 0,1 0-1 0 0,-1 0 1 0 0,-1 3 0 0 0,0-2-16 0 0,0 0 0 0 0,0 0 1 0 0,0-1-1 0 0,0 1 1 0 0,-1-1-1 0 0,1 1 0 0 0,-1-1 1 0 0,0 0-1 0 0,0 0 1 0 0,0 0-1 0 0,-4 2 0 0 0,-7 2 2 0 0,0 0 0 0 0,0-1 0 0 0,-1-1 0 0 0,-23 5 0 0 0,30-8-624 0 0,-1 1 0 0 0,0-2 0 0 0,1 1 0 0 0,-1-1 0 0 0,-17-2 0 0 0,17-2-1645 0 0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0:12.5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18 1832 0 0,'21'-17'10402'0'0,"-24"27"-9469"0"0,-11 30 194 0 0,5-17-832 0 0,2 1 0 0 0,0 0 0 0 0,1 0 0 0 0,-3 32 0 0 0,8-50-261 0 0,0 0 1 0 0,1 0 0 0 0,0 0-1 0 0,1 0 1 0 0,-1 0 0 0 0,1 0-1 0 0,2 6 1 0 0,-3-11-67 0 0,1 1 0 0 0,0-1 0 0 0,0 1 1 0 0,0-1-1 0 0,0 1 0 0 0,0-1 0 0 0,0 0 0 0 0,0 1 0 0 0,0-1 0 0 0,0 0 0 0 0,1 0 0 0 0,-1 0 1 0 0,0 0-1 0 0,1 0 0 0 0,-1 0 0 0 0,1 0 0 0 0,0 0 0 0 0,-1-1 0 0 0,1 1 0 0 0,-1-1 0 0 0,1 1 0 0 0,0-1 1 0 0,0 1-1 0 0,-1-1 0 0 0,1 0 0 0 0,0 0 0 0 0,-1 0 0 0 0,1 0 0 0 0,0 0 0 0 0,3-1 0 0 0,6 0-530 0 0,1-1 0 0 0,-1 0 0 0 0,0-1 0 0 0,19-6 0 0 0,-23 6-583 0 0,1-1 1 0 0,-1 1-1 0 0,1-1 1 0 0,9-8 0 0 0,-3-1-2977 0 0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0:12.7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61 496 0 0,'-13'-11'1916'0'0,"2"3"-452"0"0,1-2-328 0 0,0 4-235 0 0,1 0-181 0 0,4-1-156 0 0,-2 1 220 0 0,-3 0-100 0 0,22 14-2524 0 0,-2-3-293 0 0,2-1-155 0 0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0:13.0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26 392 0 0,'0'-26'8093'0'0,"-3"40"-5168"0"0,-10 72-1615 0 0,-43 212 1795 0 0,9-72-2063 0 0,46-219-995 0 0,0 1 1 0 0,1-1-1 0 0,-1 1 0 0 0,2-1 1 0 0,-1 1-1 0 0,3 13 0 0 0,-2-18-84 0 0,0 0-1 0 0,0 0 1 0 0,0 0-1 0 0,0 0 0 0 0,0 0 1 0 0,1 0-1 0 0,-1-1 1 0 0,1 1-1 0 0,0 0 0 0 0,0-1 1 0 0,0 1-1 0 0,0-1 0 0 0,0 0 1 0 0,0 0-1 0 0,1 0 1 0 0,-1 0-1 0 0,1 0 0 0 0,-1 0 1 0 0,6 2-1 0 0,-5-3-315 0 0,1 1 1 0 0,-1-1-1 0 0,0 0 0 0 0,1-1 0 0 0,-1 1 0 0 0,1-1 0 0 0,-1 1 1 0 0,1-1-1 0 0,-1 0 0 0 0,1 0 0 0 0,-1 0 0 0 0,1-1 1 0 0,-1 1-1 0 0,4-2 0 0 0,17-8-4454 0 0,-13 3 864 0 0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0:13.4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99 60 0 0,'-122'-50'12040'0'0,"120"49"-11668"0"0,2 0-351 0 0,0 1 1 0 0,0 0-1 0 0,0-1 0 0 0,-1 1 1 0 0,1 0-1 0 0,0-1 0 0 0,0 1 1 0 0,0 0-1 0 0,0-1 1 0 0,0 1-1 0 0,0-1 0 0 0,0 1 1 0 0,0 0-1 0 0,0-1 0 0 0,0 1 1 0 0,1-1-1 0 0,-1 1 1 0 0,0 0-1 0 0,0-1 0 0 0,0 1 1 0 0,0 0-1 0 0,0-1 0 0 0,1 1 1 0 0,-1 0-1 0 0,0-1 1 0 0,0 1-1 0 0,1 0 0 0 0,-1 0 1 0 0,0-1-1 0 0,0 1 0 0 0,1 0 1 0 0,0-1-1 0 0,27-5 116 0 0,1 1 0 0 0,0 1 0 0 0,58-1 0 0 0,-55 4-97 0 0,-1 0 27 0 0,395-12-846 0 0,-410 13 707 0 0,-11 0 81 0 0,-1-1-1 0 0,1 1 1 0 0,-1 1 0 0 0,1-1 0 0 0,-1 0 0 0 0,0 1 0 0 0,1 0 0 0 0,-1 0-1 0 0,6 2 1 0 0,-9-2-9 0 0,-1-1-1 0 0,1 1 1 0 0,-1 0 0 0 0,1-1-1 0 0,-1 1 1 0 0,0-1-1 0 0,1 1 1 0 0,-1 0 0 0 0,0-1-1 0 0,1 1 1 0 0,-1 0-1 0 0,0-1 1 0 0,0 1 0 0 0,1 0-1 0 0,-1 0 1 0 0,0-1-1 0 0,0 1 1 0 0,0 0-1 0 0,0-1 1 0 0,0 1 0 0 0,0 1-1 0 0,-2 17 177 0 0,1-16-151 0 0,-5 27 675 0 0,-21 61 0 0 0,19-70-532 0 0,1 1 0 0 0,1 0-1 0 0,1 0 1 0 0,0 1 0 0 0,-1 36-1 0 0,6-57-153 0 0,0 0 0 0 0,0 0-1 0 0,1 0 1 0 0,-1 0-1 0 0,0 0 1 0 0,1 0 0 0 0,0 0-1 0 0,-1 0 1 0 0,1 0-1 0 0,0 0 1 0 0,0 0-1 0 0,0 0 1 0 0,0 0 0 0 0,1-1-1 0 0,-1 1 1 0 0,0 0-1 0 0,1-1 1 0 0,2 3 0 0 0,0-1 5 0 0,0 0 0 0 0,-1-1-1 0 0,1 0 1 0 0,1 0 0 0 0,-1 0 0 0 0,0 0 0 0 0,0-1 0 0 0,7 2 0 0 0,2 0-128 0 0,1-2-1 0 0,-1 1 1 0 0,0-1-1 0 0,1-1 1 0 0,15-2-1 0 0,-11 0-524 0 0,0-1-1 0 0,0-1 0 0 0,0 0 1 0 0,18-8-1 0 0,-22 6-1169 0 0,0 0 0 0 0,24-16 0 0 0,-8 1-2646 0 0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0:13.6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166 87 212 0 0,'-129'-83'8234'0'0,"128"82"-8253"0"0,0 1 0 0 0,0-1 0 0 0,0 1-1 0 0,0 0 1 0 0,0-1 0 0 0,0 1 0 0 0,0 0 0 0 0,0 0 0 0 0,0-1-1 0 0,0 1 1 0 0,0 0 0 0 0,0 0 0 0 0,0 0 0 0 0,0 0 0 0 0,0 0-1 0 0,0 1 1 0 0,0-1 0 0 0,0 0 0 0 0,0 0 0 0 0,0 1 0 0 0,0-1-1 0 0,0 0 1 0 0,0 1 0 0 0,1-1 0 0 0,-1 1 0 0 0,0-1 0 0 0,0 1-1 0 0,0 0 1 0 0,0-1 0 0 0,1 1 0 0 0,-1 0 0 0 0,0-1 0 0 0,1 1-1 0 0,-1 0 1 0 0,1 0 0 0 0,-1 0 0 0 0,1 0 0 0 0,-1-1 0 0 0,1 1 0 0 0,-1 0-1 0 0,1 0 1 0 0,0 0 0 0 0,-1 0 0 0 0,1 0 0 0 0,0 0 0 0 0,0 0-1 0 0,0 0 1 0 0,0 0 0 0 0,0 0 0 0 0,0 2 0 0 0,5 19-3185 0 0,0-11 1343 0 0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0:14.3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 16 0 0,'-3'2'520'0'0,"1"1"0"0"0,-1 0 1 0 0,1 0-1 0 0,0 0 0 0 0,1 0 0 0 0,-1 1 1 0 0,0-1-1 0 0,1 1 0 0 0,0-1 0 0 0,0 1 1 0 0,0-1-1 0 0,0 1 0 0 0,0-1 0 0 0,1 1 1 0 0,-1 6-1 0 0,1 8 371 0 0,3 33 0 0 0,-3-49-799 0 0,1 18 322 0 0,2-1 1 0 0,0 1-1 0 0,1-1 0 0 0,1 1 0 0 0,1-1 0 0 0,15 32 0 0 0,-18-45-314 0 0,0 0-1 0 0,0-1 1 0 0,1 1-1 0 0,0-1 1 0 0,0 0-1 0 0,0 0 1 0 0,1 0-1 0 0,0-1 1 0 0,0 0-1 0 0,0 0 1 0 0,0 0-1 0 0,0 0 1 0 0,1-1-1 0 0,0 0 1 0 0,0 0-1 0 0,0 0 1 0 0,0-1-1 0 0,0 0 1 0 0,0 0-1 0 0,1 0 1 0 0,-1-1-1 0 0,1 0 1 0 0,-1-1-1 0 0,10 1 1 0 0,-8-2-49 0 0,0 0 0 0 0,0 0 1 0 0,0-1-1 0 0,0 0 0 0 0,0 0 0 0 0,-1-1 1 0 0,1 0-1 0 0,-1 0 0 0 0,0 0 0 0 0,0-1 1 0 0,0-1-1 0 0,0 1 0 0 0,-1-1 0 0 0,11-10 1 0 0,7-9 38 0 0,-2 0 0 0 0,26-36 1 0 0,-26 32-58 0 0,3-5-36 0 0,-15 18-23 0 0,2 0 0 0 0,0 1 0 0 0,0 0 0 0 0,22-18 0 0 0,-33 31 22 0 0,1 1 1 0 0,-1-1 0 0 0,0 1-1 0 0,0 0 1 0 0,0-1-1 0 0,0 1 1 0 0,0 0-1 0 0,0 0 1 0 0,0-1 0 0 0,1 1-1 0 0,-1 0 1 0 0,0 0-1 0 0,0 0 1 0 0,0 1 0 0 0,0-1-1 0 0,0 0 1 0 0,1 0-1 0 0,-1 1 1 0 0,0-1-1 0 0,0 0 1 0 0,0 1 0 0 0,1 0-1 0 0,22 14-64 0 0,13 21 63 0 0,-32-31 16 0 0,0 1 0 0 0,0-1 0 0 0,1 1 0 0 0,0-1 0 0 0,-1-1 0 0 0,2 1-1 0 0,-1-1 1 0 0,1 0 0 0 0,11 5 0 0 0,-4-4 7 0 0,0-1 0 0 0,0-1 0 0 0,1 0 0 0 0,-1 0 0 0 0,1-2 0 0 0,-1 1 0 0 0,20-2 0 0 0,-28-1-12 0 0,0 1 1 0 0,0-1-1 0 0,0 0 0 0 0,-1 0 1 0 0,1-1-1 0 0,0 0 1 0 0,-1 0-1 0 0,1 0 0 0 0,-1-1 1 0 0,1 1-1 0 0,-1-1 1 0 0,0 0-1 0 0,-1-1 0 0 0,1 1 1 0 0,0-1-1 0 0,-1 0 1 0 0,0-1-1 0 0,0 1 0 0 0,0 0 1 0 0,6-11-1 0 0,-8 12-11 0 0,0 0-1 0 0,0-1 0 0 0,0 1 1 0 0,-1 0-1 0 0,0-1 0 0 0,1 0 1 0 0,0-4-1 0 0,-2 8 5 0 0,0-1-1 0 0,0 1 1 0 0,0-1 0 0 0,0 1 0 0 0,0 0-1 0 0,0-1 1 0 0,0 1 0 0 0,0-1 0 0 0,-1 1-1 0 0,1-1 1 0 0,0 1 0 0 0,0 0 0 0 0,0-1-1 0 0,0 1 1 0 0,-1-1 0 0 0,1 1 0 0 0,0 0 0 0 0,0-1-1 0 0,-1 1 1 0 0,1 0 0 0 0,0-1 0 0 0,-1 1-1 0 0,1 0 1 0 0,0 0 0 0 0,-1-1 0 0 0,-1 1-1 0 0,1-1 1 0 0,0 1-1 0 0,-1-1 1 0 0,1 1-1 0 0,-1 0 1 0 0,1 0 0 0 0,-1-1-1 0 0,1 1 1 0 0,-1 0-1 0 0,1 1 1 0 0,-3-1 0 0 0,-5 2 17 0 0,0 0 1 0 0,-1 0-1 0 0,1 1 1 0 0,1 0-1 0 0,-1 0 1 0 0,-13 8 0 0 0,-48 34 424 0 0,56-35-352 0 0,10-8-69 0 0,-28 20 218 0 0,-38 32 0 0 0,62-47-147 0 0,0 1 0 0 0,1-1 0 0 0,0 2 1 0 0,0-1-1 0 0,0 1 0 0 0,1 0 1 0 0,1 0-1 0 0,0 0 0 0 0,-7 17 0 0 0,11-23-37 0 0,0 0 0 0 0,0 0 0 0 0,1 0-1 0 0,-1 0 1 0 0,1 0 0 0 0,0 0-1 0 0,0 0 1 0 0,0 0 0 0 0,0 0 0 0 0,1 0-1 0 0,-1 0 1 0 0,1 0 0 0 0,0 0-1 0 0,-1 0 1 0 0,3 4 0 0 0,0-2 7 0 0,0 0 0 0 0,0 0 0 0 0,0-1 0 0 0,0 1-1 0 0,1-1 1 0 0,-1 0 0 0 0,9 7 0 0 0,4 1 45 0 0,1 0 0 0 0,0-1 0 0 0,28 13 0 0 0,-44-24-104 0 0,59 27 280 0 0,116 37 1 0 0,72 1 24 0 0,-149-45-954 0 0,0-3-1 0 0,194 6 1 0 0,-212-24-1925 0 0,1-3 1 0 0,83-15-1 0 0,-121 10-1229 0 0,-5-3-1718 0 0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0:16.8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42 396 488 0 0,'-9'-51'2429'0'0,"-20"-94"2163"0"0,26 119-3923 0 0,3 26-666 0 0,0 0 0 0 0,0 0 1 0 0,0 0-1 0 0,0 0 1 0 0,0 0-1 0 0,0 0 0 0 0,0 0 1 0 0,0 0-1 0 0,0 0 1 0 0,0 0-1 0 0,0 0 1 0 0,0 0-1 0 0,0 0 0 0 0,0 0 1 0 0,0 0-1 0 0,0 0 1 0 0,1 0-1 0 0,-1 0 0 0 0,0 0 1 0 0,0 0-1 0 0,0 1 1 0 0,0-1-1 0 0,0 0 1 0 0,0 0-1 0 0,0 0 0 0 0,0 0 1 0 0,0 0-1 0 0,0 0 1 0 0,0 0-1 0 0,0 0 0 0 0,0 0 1 0 0,0 0-1 0 0,0-1 1 0 0,0 1-1 0 0,1 0 1 0 0,-1 0-1 0 0,0 0 0 0 0,0 0 1 0 0,0 0-1 0 0,0 0 1 0 0,0 0-1 0 0,0 0 0 0 0,0 0 1 0 0,0 0-1 0 0,0 0 1 0 0,0 0-1 0 0,0 0 1 0 0,0 0-1 0 0,0 0 0 0 0,0 0 1 0 0,0 0-1 0 0,0 0 1 0 0,0 0-1 0 0,0 0 0 0 0,0 0 1 0 0,0 0-1 0 0,5 15 82 0 0,5 39 315 0 0,4 98 0 0 0,-4-31-206 0 0,-3-62-113 0 0,20 138 112 0 0,-21-166-174 0 0,2 0 0 0 0,1 0-1 0 0,2 0 1 0 0,16 32 0 0 0,-23-55-10 0 0,0-1 1 0 0,0 0-1 0 0,1 0 0 0 0,-1 0 1 0 0,2 0-1 0 0,-1-1 1 0 0,1 0-1 0 0,0 0 0 0 0,8 6 1 0 0,-10-10-4 0 0,0 1 0 0 0,0-1 0 0 0,0 0 0 0 0,0 0 0 0 0,0-1 0 0 0,0 1 0 0 0,0-1 0 0 0,0 0 0 0 0,1 0 0 0 0,-1 0 0 0 0,0-1 0 0 0,1 1 0 0 0,-1-1 0 0 0,1 0 0 0 0,-1 0 0 0 0,1-1 0 0 0,-1 1 0 0 0,0-1 0 0 0,6-2 0 0 0,4-1 2 0 0,-1-2-1 0 0,1 0 1 0 0,-1-1 0 0 0,0 0 0 0 0,-1-1-1 0 0,0 0 1 0 0,0-1 0 0 0,0 0 0 0 0,-1-1 0 0 0,-1-1-1 0 0,0 1 1 0 0,0-1 0 0 0,-1-1 0 0 0,-1 0-1 0 0,8-13 1 0 0,-4 4-4 0 0,-1-1-1 0 0,-1 1 1 0 0,0-2 0 0 0,-2 1-1 0 0,-1-1 1 0 0,-1 0-1 0 0,-1-1 1 0 0,4-35 0 0 0,-8 45 3 0 0,-1 0 1 0 0,0 1 0 0 0,-1-1 0 0 0,0 1 0 0 0,-1-1 0 0 0,-1 1 0 0 0,0-1-1 0 0,-6-14 1 0 0,9 27-7 0 0,0 1-1 0 0,0-1 0 0 0,-1 1 1 0 0,1-1-1 0 0,0 1 0 0 0,0-1 1 0 0,-1 1-1 0 0,1-1 0 0 0,0 1 0 0 0,-1-1 1 0 0,1 1-1 0 0,0-1 0 0 0,-1 1 1 0 0,1-1-1 0 0,-1 1 0 0 0,1 0 1 0 0,-1-1-1 0 0,1 1 0 0 0,-1 0 1 0 0,1-1-1 0 0,-1 1 0 0 0,1 0 1 0 0,-1 0-1 0 0,1 0 0 0 0,-1-1 1 0 0,1 1-1 0 0,-1 0 0 0 0,1 0 1 0 0,-1 0-1 0 0,0 0 0 0 0,1 0 1 0 0,-1 0-1 0 0,1 0 0 0 0,-1 0 1 0 0,1 0-1 0 0,-1 0 0 0 0,0 1 0 0 0,1-1 1 0 0,-1 0-1 0 0,1 0 0 0 0,-1 0 1 0 0,1 1-1 0 0,-1-1 0 0 0,1 0 1 0 0,-1 1-1 0 0,1-1 0 0 0,-1 0 1 0 0,1 1-1 0 0,-1-1 0 0 0,1 0 1 0 0,0 1-1 0 0,-1-1 0 0 0,1 1 1 0 0,-1 0-1 0 0,-19 26-19 0 0,7-1 24 0 0,1 0 1 0 0,1 1-1 0 0,1 1 1 0 0,1 0-1 0 0,2 0 1 0 0,0 0-1 0 0,3 1 1 0 0,0 0-1 0 0,0 53 1 0 0,4-78-4 0 0,1 1 1 0 0,-1 0 0 0 0,1-1 0 0 0,0 1 0 0 0,0-1-1 0 0,0 1 1 0 0,0-1 0 0 0,1 1 0 0 0,0-1-1 0 0,0 0 1 0 0,0 0 0 0 0,0 0 0 0 0,1 0 0 0 0,0 0-1 0 0,-1 0 1 0 0,2-1 0 0 0,-1 1 0 0 0,0-1-1 0 0,1 0 1 0 0,-1 0 0 0 0,5 3 0 0 0,-2-3 0 0 0,1 0 1 0 0,-1 0 0 0 0,1-1 0 0 0,0 1-1 0 0,0-1 1 0 0,0-1 0 0 0,0 0 0 0 0,0 0-1 0 0,0 0 1 0 0,0 0 0 0 0,0-1-1 0 0,1-1 1 0 0,7 0 0 0 0,6-2 8 0 0,0 0-1 0 0,1-1 1 0 0,-1-2 0 0 0,-1 0 0 0 0,1-1-1 0 0,-1-1 1 0 0,0-1 0 0 0,-1 0 0 0 0,24-17-1 0 0,-32 19-3 0 0,-1-1 0 0 0,0 0 0 0 0,0-1 0 0 0,-1 0 0 0 0,-1 0 0 0 0,1-1 0 0 0,-1 0-1 0 0,-1-1 1 0 0,0 0 0 0 0,-1 0 0 0 0,0 0 0 0 0,0-1 0 0 0,-1 0 0 0 0,-1 0 0 0 0,0 0-1 0 0,5-25 1 0 0,-6 12-59 0 0,0-39 0 0 0,-3 62 19 0 0,0 28-35 0 0,2 11 49 0 0,14 68 1 0 0,-13-92 24 0 0,1-1 1 0 0,0 1 0 0 0,1-1 0 0 0,1 0-1 0 0,-1 0 1 0 0,2 0 0 0 0,0-1 0 0 0,15 19 0 0 0,-19-26-2 0 0,0 0 1 0 0,1-1 0 0 0,0 0-1 0 0,0 0 1 0 0,0 0 0 0 0,0 0-1 0 0,0 0 1 0 0,1-1 0 0 0,-1 0-1 0 0,1 0 1 0 0,-1 0 0 0 0,1 0-1 0 0,0-1 1 0 0,0 0 0 0 0,0 0-1 0 0,0 0 1 0 0,0 0 0 0 0,0-1-1 0 0,0 0 1 0 0,0 0 0 0 0,0 0-1 0 0,0-1 1 0 0,8-1 0 0 0,-5 0 0 0 0,-1 0 1 0 0,1-1 0 0 0,-1 0-1 0 0,0 0 1 0 0,1-1-1 0 0,-2 0 1 0 0,1 0 0 0 0,0 0-1 0 0,-1-1 1 0 0,0 0 0 0 0,0 0-1 0 0,0-1 1 0 0,0 0 0 0 0,5-7-1 0 0,36-63 14 0 0,-33 50-51 0 0,24-31-1 0 0,-37 56 30 0 0,0-1 0 0 0,0 1-1 0 0,0 0 1 0 0,1 0 0 0 0,-1-1-1 0 0,0 1 1 0 0,0 0 0 0 0,1 0-1 0 0,-1 0 1 0 0,0 1-1 0 0,1-1 1 0 0,-1 0 0 0 0,1 0-1 0 0,-1 1 1 0 0,1-1 0 0 0,-1 1-1 0 0,1-1 1 0 0,0 1 0 0 0,-1 0-1 0 0,1 0 1 0 0,0-1 0 0 0,-1 1-1 0 0,1 0 1 0 0,-1 1 0 0 0,1-1-1 0 0,2 1 1 0 0,-1-1-6 0 0,3 2 5 0 0,0 0 1 0 0,-1 0-1 0 0,1 0 0 0 0,-1 1 1 0 0,0 0-1 0 0,1 0 0 0 0,-1 0 0 0 0,0 1 1 0 0,-1-1-1 0 0,9 10 0 0 0,-1-3 4 0 0,-2-2 7 0 0,0-1 0 0 0,0 0 0 0 0,1-1 0 0 0,-1 0 0 0 0,2 0-1 0 0,-1-1 1 0 0,0-1 0 0 0,1 0 0 0 0,0-1 0 0 0,16 3 0 0 0,-18-4-1 0 0,0-1-1 0 0,0-1 0 0 0,-1 0 0 0 0,1 0 1 0 0,0-1-1 0 0,0-1 0 0 0,-1 1 1 0 0,1-1-1 0 0,-1-1 0 0 0,0 0 0 0 0,1 0 1 0 0,-1-1-1 0 0,14-8 0 0 0,-17 8 8 0 0,0 0-1 0 0,0-1 1 0 0,0 1 0 0 0,0-1-1 0 0,-1-1 1 0 0,0 1-1 0 0,0-1 1 0 0,-1 1-1 0 0,0-1 1 0 0,0-1-1 0 0,0 1 1 0 0,0 0 0 0 0,-1-1-1 0 0,0 0 1 0 0,2-7-1 0 0,-2 2 307 0 0,0 0 1 0 0,-1 0-1 0 0,0-1 0 0 0,-1 1 0 0 0,0-1 0 0 0,-1 1 0 0 0,-3-24 1 0 0,3 36-317 0 0,0-1 0 0 0,0 1 1 0 0,0-1-1 0 0,0 1 0 0 0,-1 0 1 0 0,1-1-1 0 0,0 1 0 0 0,0 0 1 0 0,0-1-1 0 0,0 1 1 0 0,-1 0-1 0 0,1-1 0 0 0,0 1 1 0 0,0 0-1 0 0,-1-1 0 0 0,1 1 1 0 0,0 0-1 0 0,-1-1 0 0 0,1 1 1 0 0,0 0-1 0 0,-1 0 1 0 0,1 0-1 0 0,0-1 0 0 0,-1 1 1 0 0,1 0-1 0 0,0 0 0 0 0,-1 0 1 0 0,1 0-1 0 0,-1 0 0 0 0,1 0 1 0 0,0-1-1 0 0,-1 1 1 0 0,1 0-1 0 0,-1 0 0 0 0,1 0 1 0 0,0 0-1 0 0,-1 1 0 0 0,1-1 1 0 0,-1 0-1 0 0,1 0 0 0 0,0 0 1 0 0,-1 0-1 0 0,-16 8 69 0 0,11-2-98 0 0,-1 1 0 0 0,1 0 0 0 0,0 0 0 0 0,1 0 0 0 0,0 1 0 0 0,0 0 0 0 0,-5 10 0 0 0,-25 63-55 0 0,34-79 76 0 0,-7 20 2 0 0,1-1 1 0 0,1 1 0 0 0,-6 37-1 0 0,11-52 3 0 0,0 0 0 0 0,1 0 0 0 0,-1-1 1 0 0,1 1-1 0 0,1 0 0 0 0,0 0 0 0 0,-1 0 0 0 0,2-1 0 0 0,-1 1 0 0 0,1 0 0 0 0,0-1 0 0 0,1 0 0 0 0,-1 1 0 0 0,1-1 0 0 0,1 0 1 0 0,5 9-1 0 0,-6-13-1 0 0,0 1 1 0 0,0-1 0 0 0,0 0 0 0 0,0 0 0 0 0,0 0-1 0 0,0 0 1 0 0,0-1 0 0 0,1 1 0 0 0,-1-1-1 0 0,1 0 1 0 0,-1 0 0 0 0,1 0 0 0 0,-1 0 0 0 0,1-1-1 0 0,0 1 1 0 0,-1-1 0 0 0,1 0 0 0 0,4-1-1 0 0,9 0 7 0 0,1-1 0 0 0,23-5-1 0 0,-36 6-7 0 0,26-6-19 0 0,-2-1 0 0 0,1-2 1 0 0,-1-1-1 0 0,-1-1 0 0 0,0-2 1 0 0,0-1-1 0 0,-2 0 0 0 0,0-2 1 0 0,0-2-1 0 0,-2 0 0 0 0,0-1 1 0 0,-2-1-1 0 0,26-32 0 0 0,-28 29-43 0 0,0-1 0 0 0,-3-2 0 0 0,0 1 0 0 0,-1-2 0 0 0,-2 0 0 0 0,-1-1 0 0 0,-1 0 0 0 0,-1-1 0 0 0,-2-1 0 0 0,-1 1 0 0 0,-2-1 0 0 0,6-63 0 0 0,-11 55 86 0 0,-5-64 0 0 0,2 88-31 0 0,0-1 0 0 0,-1 1 0 0 0,-1 0 0 0 0,0 0 0 0 0,-2 0 0 0 0,1 1 0 0 0,-9-15-1 0 0,13 27 2 0 0,1 1 0 0 0,-1-1 0 0 0,0 1 0 0 0,0-1 0 0 0,0 1 0 0 0,-1 0 0 0 0,1-1 0 0 0,0 1 0 0 0,0 0 0 0 0,-1 0-1 0 0,1 0 1 0 0,-1 0 0 0 0,1 0 0 0 0,-1 0 0 0 0,1 0 0 0 0,-2 0 0 0 0,1 1 0 0 0,1-1 1 0 0,0 1 0 0 0,0 0-1 0 0,0 0 1 0 0,0 0-1 0 0,-1 0 1 0 0,1 1-1 0 0,0-1 1 0 0,0 0 0 0 0,0 0-1 0 0,0 1 1 0 0,0-1-1 0 0,0 1 1 0 0,-1-1-1 0 0,1 1 1 0 0,0-1-1 0 0,0 1 1 0 0,1-1 0 0 0,-1 1-1 0 0,0 0 1 0 0,0 0-1 0 0,-1 1 1 0 0,-3 5-9 0 0,0 0-1 0 0,1 1 1 0 0,0-1 0 0 0,1 1 0 0 0,-1 0 0 0 0,1 0 0 0 0,1 0-1 0 0,0 0 1 0 0,-2 9 0 0 0,2-8 9 0 0,-9 46 89 0 0,3 1-1 0 0,2 0 1 0 0,2 0 0 0 0,3 0 0 0 0,2 1-1 0 0,3-1 1 0 0,14 73 0 0 0,-14-107-39 0 0,0 0 0 0 0,2 0 0 0 0,1-1 0 0 0,1 0 0 0 0,0 0 0 0 0,12 21 0 0 0,-16-37-30 0 0,-1 1 0 0 0,1 0 0 0 0,0-1 0 0 0,0 1 0 0 0,1-1 0 0 0,-1 0 0 0 0,1-1 0 0 0,0 1 0 0 0,1-1 0 0 0,-1 0 0 0 0,1 0 0 0 0,-1-1 0 0 0,1 1 0 0 0,0-1 0 0 0,1-1 0 0 0,-1 1 0 0 0,0-1 0 0 0,1 0 0 0 0,-1 0 0 0 0,1-1 0 0 0,0 0 0 0 0,-1 0 0 0 0,1-1 0 0 0,8 0 0 0 0,7-2-34 0 0,1-1 1 0 0,-1-1-1 0 0,0 0 0 0 0,0-2 0 0 0,22-9 1 0 0,17-12-2967 0 0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0:17.1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191 26 1604 0 0,'13'-20'7287'0'0,"-8"15"-6097"0"0,-2 6-379 0 0,-5 14-24 0 0,-9 22-399 0 0,-10 11-331 0 0,-49 79 0 0 0,-2-17-4860 0 0,68-103 4268 0 0,-28 42-3904 0 0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0:35.2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0 745 8 0 0,'45'4'8253'0'0,"-43"-5"-8048"0"0,0 0 0 0 0,0 0-1 0 0,0 0 1 0 0,0-1 0 0 0,-1 1 0 0 0,1 0 0 0 0,0-1 0 0 0,2-2 0 0 0,56-134 944 0 0,47-97-849 0 0,-78 176-300 0 0,72-102 0 0 0,-91 147 0 0 0,1 0-1 0 0,25-23 1 0 0,-30 32 0 0 0,0 0-1 0 0,0 1 1 0 0,0 0 0 0 0,0 0-1 0 0,1 0 1 0 0,-1 1-1 0 0,1 0 1 0 0,14-4 0 0 0,-16 6 1 0 0,-1 1 0 0 0,0-1 0 0 0,1 1 0 0 0,-1 0 0 0 0,1 1 1 0 0,-1-1-1 0 0,0 1 0 0 0,0 0 0 0 0,1 0 0 0 0,-1 0 0 0 0,0 0 1 0 0,0 1-1 0 0,6 3 0 0 0,1 1-10 0 0,1 0 1 0 0,-1 1-1 0 0,10 9 1 0 0,-5-2 0 0 0,0 2 1 0 0,-2-1 0 0 0,14 19-1 0 0,-10-12-22 0 0,-18-22 31 0 0,0 1 0 0 0,0-1-1 0 0,0 0 1 0 0,0 1-1 0 0,0-1 1 0 0,0 0 0 0 0,0 0-1 0 0,0 1 1 0 0,1-1-1 0 0,-1 0 1 0 0,0 0 0 0 0,0 1-1 0 0,0-1 1 0 0,0 0-1 0 0,1 0 1 0 0,-1 0 0 0 0,0 1-1 0 0,0-1 1 0 0,1 0-1 0 0,-1 0 1 0 0,0 0 0 0 0,0 0-1 0 0,1 1 1 0 0,-1-1-1 0 0,0 0 1 0 0,0 0 0 0 0,1 0-1 0 0,-1 0 1 0 0,0 0-1 0 0,1 0 1 0 0,-1 0 0 0 0,0 0-1 0 0,0 0 1 0 0,1 0-1 0 0,-1 0 1 0 0,0 0 0 0 0,1 0-1 0 0,-1 0 1 0 0,0 0-1 0 0,0 0 1 0 0,1 0 0 0 0,-2-15 12 0 0,-9-19-2 0 0,3 15-16 0 0,-1-1 0 0 0,-14-24 1 0 0,20 40 2 0 0,-1-1 0 0 0,0 1 0 0 0,0 0 0 0 0,0 0 1 0 0,0 0-1 0 0,-1 0 0 0 0,1 0 0 0 0,-1 1 0 0 0,0-1 0 0 0,0 1 1 0 0,0 0-1 0 0,-1 1 0 0 0,1-1 0 0 0,-10-3 0 0 0,11 5 0 0 0,1 1-1 0 0,-1 0 1 0 0,0 0-1 0 0,0 0 1 0 0,0 0-1 0 0,0 1 1 0 0,0-1-1 0 0,0 1 0 0 0,0-1 1 0 0,1 1-1 0 0,-1 0 1 0 0,0 0-1 0 0,1 0 1 0 0,-1 1-1 0 0,0-1 1 0 0,1 1-1 0 0,-4 2 0 0 0,-5 4-10 0 0,1 0-1 0 0,-12 14 0 0 0,22-22 14 0 0,-20 21-1 0 0,1 1 0 0 0,1 1 1 0 0,-15 26-1 0 0,-39 80 27 0 0,57-100-40 0 0,0 1 1 0 0,2 0-1 0 0,1 1 1 0 0,2 0 0 0 0,0 1-1 0 0,-7 53 1 0 0,17-82 13 0 0,-1 0 0 0 0,1 1 0 0 0,0-1 0 0 0,0 0 0 0 0,0 0 0 0 0,1 0 0 0 0,-1 0 0 0 0,1 0 0 0 0,-1 0 0 0 0,1 0 0 0 0,0 0 0 0 0,0 0 0 0 0,1 0 0 0 0,-1 0 0 0 0,0 0 0 0 0,1 0 0 0 0,0-1 0 0 0,0 1 0 0 0,0-1 0 0 0,0 1 0 0 0,0-1 0 0 0,0 0 0 0 0,1 0 0 0 0,3 3 0 0 0,-2-3-3 0 0,0 0 0 0 0,1 0-1 0 0,0 0 1 0 0,-1-1 0 0 0,1 1-1 0 0,0-1 1 0 0,0 0 0 0 0,0 0 0 0 0,-1-1-1 0 0,1 0 1 0 0,0 0 0 0 0,0 0 0 0 0,0 0-1 0 0,9-3 1 0 0,2 0 9 0 0,-2-1-1 0 0,1-1 1 0 0,0 0-1 0 0,-1-1 1 0 0,0 0 0 0 0,0-1-1 0 0,-1-1 1 0 0,0-1-1 0 0,0 1 1 0 0,-1-2-1 0 0,0 0 1 0 0,-1 0 0 0 0,0-1-1 0 0,-1 0 1 0 0,18-25-1 0 0,-10 8 0 0 0,-1-1 0 0 0,-1-1 0 0 0,-2 0 0 0 0,-1-1 0 0 0,-1 0 0 0 0,9-41 0 0 0,-13 44-2 0 0,12-55-35 0 0,-20 81 24 0 0,-3 14-48 0 0,-17 68 60 0 0,-14 67 13 0 0,32-128-27 0 0,0 0 0 0 0,1 0 1 0 0,0 0-1 0 0,2 0 1 0 0,6 37-1 0 0,-6-50-115 0 0,0 0-1 0 0,1 1 1 0 0,0-1 0 0 0,1 0-1 0 0,-1 0 1 0 0,1 0 0 0 0,0-1-1 0 0,0 1 1 0 0,1-1-1 0 0,0 1 1 0 0,0-1 0 0 0,0 0-1 0 0,1-1 1 0 0,-1 1 0 0 0,1-1-1 0 0,0 0 1 0 0,0 0 0 0 0,1 0-1 0 0,-1-1 1 0 0,1 0 0 0 0,0 0-1 0 0,0 0 1 0 0,0-1-1 0 0,0 1 1 0 0,0-2 0 0 0,1 1-1 0 0,-1-1 1 0 0,0 0 0 0 0,1 0-1 0 0,-1-1 1 0 0,1 1 0 0 0,-1-1-1 0 0,1-1 1 0 0,-1 0-1 0 0,1 1 1 0 0,-1-2 0 0 0,1 1-1 0 0,-1-1 1 0 0,0 0 0 0 0,0 0-1 0 0,0-1 1 0 0,0 0 0 0 0,0 0-1 0 0,-1 0 1 0 0,1-1 0 0 0,-1 0-1 0 0,0 0 1 0 0,7-7-1 0 0,-3 1 1 0 0,0-1 0 0 0,0 0 0 0 0,-1 0 0 0 0,-1-1 0 0 0,0 0 0 0 0,-1 0 0 0 0,6-15-1 0 0,26-94 245 0 0,-26 78 249 0 0,-3 10 108 0 0,6-18 463 0 0,-14 49-558 0 0,-1 2-355 0 0,1 0 0 0 0,-1 0-1 0 0,1 1 1 0 0,-1-1 0 0 0,1 0 0 0 0,-1 1 0 0 0,0-1-1 0 0,1 1 1 0 0,-1-1 0 0 0,1 0 0 0 0,-1 1-1 0 0,0-1 1 0 0,1 1 0 0 0,-1-1 0 0 0,0 1 0 0 0,0-1-1 0 0,1 1 1 0 0,-1-1 0 0 0,0 1 0 0 0,0-1 0 0 0,0 1-1 0 0,0-1 1 0 0,0 1 0 0 0,1 0 0 0 0,-1-1 0 0 0,0 1-1 0 0,-1 0 1 0 0,2 19 405 0 0,-6 25 128 0 0,-13 50 0 0 0,-2 19-382 0 0,12-54 491 0 0,25-81-426 0 0,-1-18-158 0 0,56-117 130 0 0,-62 138-206 0 0,1 1-1 0 0,0 0 0 0 0,2 1 1 0 0,-1 0-1 0 0,2 0 0 0 0,20-16 1 0 0,-30 28-7 0 0,1 0 0 0 0,0 1 0 0 0,0-1 0 0 0,0 1 0 0 0,0 0 0 0 0,0 1 0 0 0,1 0 1 0 0,0 0-1 0 0,-1 0 0 0 0,1 0 0 0 0,0 1 0 0 0,6-1 0 0 0,-10 2 0 0 0,0 0 1 0 0,1 0-1 0 0,-1 0 0 0 0,1 0 1 0 0,-1 1-1 0 0,0-1 0 0 0,1 1 0 0 0,-1-1 1 0 0,0 1-1 0 0,0 0 0 0 0,0 0 1 0 0,1 0-1 0 0,-1 0 0 0 0,0 1 0 0 0,0-1 1 0 0,-1 0-1 0 0,1 1 0 0 0,0 0 0 0 0,0-1 1 0 0,-1 1-1 0 0,1 0 0 0 0,-1 0 1 0 0,1 0-1 0 0,-1 0 0 0 0,0 0 0 0 0,0 0 1 0 0,0 0-1 0 0,0 0 0 0 0,0 0 0 0 0,0 1 1 0 0,0-1-1 0 0,0 4 0 0 0,2 11 16 0 0,-1 1 0 0 0,0 0-1 0 0,-2 30 1 0 0,-1-27-450 0 0,2 0-1 0 0,0 0 0 0 0,5 26 1 0 0,-5-42 156 0 0,1 0 0 0 0,-1-1 0 0 0,1 1 1 0 0,-1 0-1 0 0,1 0 0 0 0,1-1 0 0 0,-1 1 1 0 0,1-1-1 0 0,0 0 0 0 0,0 0 0 0 0,0 0 1 0 0,0 0-1 0 0,1 0 0 0 0,-1-1 0 0 0,1 1 1 0 0,0-1-1 0 0,9 5 0 0 0,2 0-840 0 0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0:35.7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343 511 376 0 0,'1'-33'3184'0'0,"-2"32"-3083"0"0,1 0 0 0 0,0 0 1 0 0,-1-1-1 0 0,1 1 0 0 0,0 0 0 0 0,-1 0 1 0 0,1 0-1 0 0,-1 0 0 0 0,0 0 1 0 0,1 0-1 0 0,-1 0 0 0 0,0 1 1 0 0,0-1-1 0 0,1 0 0 0 0,-1 0 1 0 0,0 0-1 0 0,0 1 0 0 0,0-1 1 0 0,0 0-1 0 0,0 1 0 0 0,0-1 1 0 0,0 1-1 0 0,0-1 0 0 0,-1 1 1 0 0,1-1-67 0 0,0 1 0 0 0,-1 0 0 0 0,1 0 0 0 0,0 0 0 0 0,0 0 0 0 0,0 0 0 0 0,0 0 0 0 0,0 0 0 0 0,0 0 0 0 0,0 1 0 0 0,0-1 0 0 0,0 0 0 0 0,0 1 1 0 0,0-1-1 0 0,0 1 0 0 0,0-1 0 0 0,0 1 0 0 0,-1 0 0 0 0,-1 1 73 0 0,-5 1 81 0 0,1 1 0 0 0,0 0-1 0 0,-1 0 1 0 0,1 1 0 0 0,1 0 0 0 0,-12 11 0 0 0,-32 38 631 0 0,44-48-714 0 0,-92 123 716 0 0,83-105-713 0 0,0 0 0 0 0,2 1 0 0 0,-18 46-1 0 0,28-64-92 0 0,1 1 0 0 0,0-1 0 0 0,1 1 0 0 0,-1-1 0 0 0,1 1 0 0 0,1-1 1 0 0,0 1-1 0 0,0 11 0 0 0,1-17-12 0 0,-1 0 0 0 0,0 0 0 0 0,1 0 0 0 0,-1-1 0 0 0,1 1 1 0 0,0 0-1 0 0,-1 0 0 0 0,1 0 0 0 0,0 0 0 0 0,0-1 0 0 0,0 1 1 0 0,0 0-1 0 0,1-1 0 0 0,-1 1 0 0 0,0-1 0 0 0,1 1 1 0 0,-1-1-1 0 0,1 0 0 0 0,0 0 0 0 0,-1 1 0 0 0,1-1 0 0 0,0 0 1 0 0,-1-1-1 0 0,1 1 0 0 0,0 0 0 0 0,0 0 0 0 0,0-1 0 0 0,0 1 1 0 0,0-1-1 0 0,0 0 0 0 0,0 1 0 0 0,0-1 0 0 0,0 0 0 0 0,0 0 1 0 0,0 0-1 0 0,3-1 0 0 0,5 0 0 0 0,1-1 0 0 0,-1 0 0 0 0,1-1 0 0 0,-1 0 0 0 0,0-1 0 0 0,0 0 0 0 0,-1-1 0 0 0,1 0 0 0 0,-1 0 0 0 0,0-1 0 0 0,0 0 0 0 0,12-12 0 0 0,-1 0 7 0 0,-1-1 0 0 0,0 0 1 0 0,27-41-1 0 0,-23 24-12 0 0,-1 0 0 0 0,-2-2 0 0 0,-2 0 0 0 0,-2-1-1 0 0,20-71 1 0 0,30-211-29 0 0,-57 272 23 0 0,-4 18-47 0 0,1-48 0 0 0,-7 79 51 0 0,1 0 0 0 0,-1 0 0 0 0,0 0 0 0 0,1 0 1 0 0,-1 0-1 0 0,1 1 0 0 0,-1-1 0 0 0,1 0 0 0 0,-1 0 1 0 0,1 0-1 0 0,-1 0 0 0 0,1 1 0 0 0,-1-1 0 0 0,1 0 1 0 0,-1 0-1 0 0,1 1 0 0 0,-1-1 0 0 0,0 1 0 0 0,-5 7-1 0 0,0-1-1 0 0,0 2 0 0 0,1-1 1 0 0,1 0-1 0 0,-1 1 0 0 0,1 0 1 0 0,-5 16-1 0 0,1-5-1 0 0,-84 236-6 0 0,77-202 26 0 0,2 1 1 0 0,-9 102-1 0 0,20-139-27 0 0,2 0 1 0 0,0-1 0 0 0,1 1-1 0 0,1 0 1 0 0,0-1 0 0 0,1 1-1 0 0,8 22 1 0 0,-8-31-183 0 0,1 0 0 0 0,0-1 0 0 0,0 0-1 0 0,1 1 1 0 0,0-2 0 0 0,0 1 0 0 0,1 0 0 0 0,0-1-1 0 0,0 0 1 0 0,1-1 0 0 0,0 1 0 0 0,0-1 0 0 0,0-1-1 0 0,1 1 1 0 0,13 6 0 0 0,-8-5-567 0 0,1-1 0 0 0,-1-1 0 0 0,26 6 0 0 0,5-3-1114 0 0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0:36.0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74 792 0 0,'-49'-71'8400'0'0,"48"69"-7773"0"0,-1 3-319 0 0,0 2-217 0 0,0-1 1 0 0,0 1-1 0 0,0 0 1 0 0,0 0-1 0 0,1-1 1 0 0,0 1-1 0 0,-1 0 1 0 0,1 0-1 0 0,0 0 1 0 0,0 1-1 0 0,1-1 1 0 0,-2 6-1 0 0,-3 50 700 0 0,4-31-167 0 0,-34 274 1445 0 0,32-281-1984 0 0,1 1 0 0 0,1 0-1 0 0,0-1 1 0 0,4 26 0 0 0,-2-39-386 0 0,1 1 1 0 0,0 0-1 0 0,0-1 1 0 0,1 0-1 0 0,6 13 1 0 0,-7-16-324 0 0,1-1 1 0 0,-1 1-1 0 0,1-1 1 0 0,1 0-1 0 0,-1 0 1 0 0,0 0-1 0 0,1 0 1 0 0,0-1-1 0 0,0 1 0 0 0,6 3 1 0 0,2 0-3535 0 0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0:36.8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59 396 712 0 0,'-59'-17'6922'0'0,"82"12"-5869"0"0,-23 5-1003 0 0,108-15 315 0 0,-2-5 0 0 0,0-4-1 0 0,180-68 1 0 0,-285 92-364 0 0,33-13 30 0 0,62-33 0 0 0,-87 42-29 0 0,-1-1 1 0 0,-1 0-1 0 0,1-1 0 0 0,-1 0 0 0 0,0 0 1 0 0,0 0-1 0 0,-1-1 0 0 0,0 0 0 0 0,0 0 1 0 0,0-1-1 0 0,-1 0 0 0 0,8-16 0 0 0,-12 21-2 0 0,0 0-1 0 0,0 1 0 0 0,-1-1 0 0 0,1 0 1 0 0,-1 0-1 0 0,0 0 0 0 0,0 0 1 0 0,0 1-1 0 0,0-1 0 0 0,0 0 1 0 0,0 0-1 0 0,-1 0 0 0 0,0 0 0 0 0,1 1 1 0 0,-1-1-1 0 0,0 0 0 0 0,0 0 1 0 0,-1 1-1 0 0,-2-5 0 0 0,4 6 1 0 0,-1 1 0 0 0,0-1 0 0 0,1 1-1 0 0,-1-1 1 0 0,0 1 0 0 0,1 0 0 0 0,-1-1-1 0 0,0 1 1 0 0,1 0 0 0 0,-1 0 0 0 0,0-1-1 0 0,0 1 1 0 0,1 0 0 0 0,-1 0 0 0 0,0 0-1 0 0,0 0 1 0 0,0 0 0 0 0,1 0 0 0 0,-1 0-1 0 0,0 0 1 0 0,0 0 0 0 0,1 1 0 0 0,-1-1-1 0 0,0 0 1 0 0,0 0 0 0 0,1 1 0 0 0,-1-1-1 0 0,0 0 1 0 0,1 1 0 0 0,-1-1 0 0 0,0 1-1 0 0,1-1 1 0 0,-1 1 0 0 0,1-1 0 0 0,-2 1-1 0 0,-21 19 2 0 0,6 2-12 0 0,1 1-1 0 0,2 1 0 0 0,0 0 0 0 0,1 0 1 0 0,-9 28-1 0 0,-39 134 5 0 0,56-172 14 0 0,-9 46 27 0 0,3 0 1 0 0,2 1 0 0 0,3 0 0 0 0,2 86 0 0 0,4-145-31 0 0,-2 4 32 0 0,5-16 6 0 0,4-12-30 0 0,1 1 0 0 0,0 0 0 0 0,2 1 0 0 0,23-36 0 0 0,-24 43-19 0 0,1 0-1 0 0,0 1 1 0 0,1 0-1 0 0,0 1 1 0 0,0 0-1 0 0,1 1 1 0 0,27-18-1 0 0,-34 25 7 0 0,0 0 1 0 0,0 1-1 0 0,0-1 0 0 0,1 1 0 0 0,-1 0 0 0 0,1 1 1 0 0,-1-1-1 0 0,1 1 0 0 0,0 0 0 0 0,0 1 0 0 0,-1-1 0 0 0,1 1 1 0 0,0 0-1 0 0,0 1 0 0 0,-1-1 0 0 0,1 1 0 0 0,0 0 1 0 0,-1 1-1 0 0,10 2 0 0 0,-8 0 11 0 0,-1-1 0 0 0,1 1 0 0 0,-1 0 0 0 0,0 0 0 0 0,0 1 0 0 0,-1-1 0 0 0,1 1 0 0 0,-1 1 0 0 0,0-1 0 0 0,0 1 0 0 0,-1 0 0 0 0,0 0 0 0 0,0 0 0 0 0,6 13 0 0 0,8 30 3 0 0,-17-41-9 0 0,2 0-1 0 0,-1 0 1 0 0,1 0 0 0 0,0-1-1 0 0,1 1 1 0 0,0 0-1 0 0,0-1 1 0 0,1 0-1 0 0,9 11 1 0 0,-12-16 3 0 0,0 0 1 0 0,1 0-1 0 0,0-1 1 0 0,-1 1-1 0 0,1-1 1 0 0,0 1-1 0 0,0-1 1 0 0,0 0-1 0 0,0 0 1 0 0,0-1-1 0 0,0 1 1 0 0,0 0-1 0 0,0-1 1 0 0,4 0-1 0 0,0 0 2 0 0,0 0 1 0 0,0-1-1 0 0,0 0 0 0 0,-1 0 0 0 0,1-1 1 0 0,8-3-1 0 0,0-1 4 0 0,0-1 0 0 0,0 0 0 0 0,-1-1 0 0 0,24-18 0 0 0,-23 14 1 0 0,1-2 0 0 0,-2 1 0 0 0,0-2 0 0 0,21-28-1 0 0,-29 35-5 0 0,-1 0 0 0 0,0 0 0 0 0,0-1 0 0 0,-1 0 0 0 0,0 0 0 0 0,0 0 0 0 0,-1 0 0 0 0,0-1 0 0 0,-1 0 0 0 0,0 1 0 0 0,1-18 0 0 0,-8 6-24 0 0,5 20 16 0 0,0 1-1 0 0,-1-1 1 0 0,1 0 0 0 0,0 1 0 0 0,-1-1 0 0 0,1 0 0 0 0,-1 1 0 0 0,1-1 0 0 0,-1 0 0 0 0,1 1-1 0 0,-1-1 1 0 0,1 1 0 0 0,-1-1 0 0 0,0 1 0 0 0,1-1 0 0 0,-1 1 0 0 0,0-1 0 0 0,1 1 0 0 0,-1 0-1 0 0,0-1 1 0 0,0 1 0 0 0,1 0 0 0 0,-1 0 0 0 0,0 0 0 0 0,0-1 0 0 0,1 1 0 0 0,-1 0 0 0 0,-1 0-1 0 0,1 0 1 0 0,0 0-1 0 0,0 0 1 0 0,0-1-1 0 0,-1 1 0 0 0,1 0 1 0 0,0 0-1 0 0,0 0 1 0 0,0 0-1 0 0,-1 0 1 0 0,1 0-1 0 0,0 0 1 0 0,0 0-1 0 0,0 1 1 0 0,-1-1-1 0 0,1 0 0 0 0,0 1 1 0 0,0-1-1 0 0,-2 2 1 0 0,-1-1-2 0 0,-5 2 50 0 0,0 1 1 0 0,0 0-1 0 0,0 0 0 0 0,1 1 0 0 0,-1 0 0 0 0,1 0 0 0 0,-15 13 0 0 0,12-8 102 0 0,0 1-1 0 0,0 0 1 0 0,1 1-1 0 0,-10 15 0 0 0,16-22-113 0 0,1 0-1 0 0,0 1 0 0 0,0-1 0 0 0,1 1 1 0 0,-1 0-1 0 0,1 0 0 0 0,0 0 1 0 0,1 0-1 0 0,0 0 0 0 0,0 0 0 0 0,-1 12 1 0 0,2-15-30 0 0,1 1 1 0 0,-1-1-1 0 0,1 1 0 0 0,-1-1 1 0 0,1 1-1 0 0,0-1 1 0 0,0 0-1 0 0,1 1 1 0 0,-1-1-1 0 0,1 0 1 0 0,0 0-1 0 0,0 0 1 0 0,0 0-1 0 0,0 0 1 0 0,0-1-1 0 0,0 1 1 0 0,1-1-1 0 0,-1 1 1 0 0,1-1-1 0 0,0 0 1 0 0,0 0-1 0 0,4 3 0 0 0,6 1 6 0 0,0 1-1 0 0,1-2 0 0 0,0 1 0 0 0,0-2 0 0 0,1 0 1 0 0,24 3-1 0 0,90 3-10 0 0,-125-9 0 0 0,83 0-816 0 0,116-12 1 0 0,-8-17-4461 0 0,-111 14 1788 0 0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0:37.8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117 162 1184 0 0,'0'-3'1265'0'0,"0"2"-1150"0"0,0 1 1 0 0,0-1-1 0 0,0 0 1 0 0,-1 0-1 0 0,1 1 1 0 0,0-1-1 0 0,0 0 1 0 0,0 0-1 0 0,0 1 1 0 0,-1-1-1 0 0,1 0 1 0 0,0 1-1 0 0,-1-1 1 0 0,1 0 0 0 0,0 1-1 0 0,-1-1 1 0 0,1 1-1 0 0,-1-1 1 0 0,1 1-1 0 0,-1-1 1 0 0,1 1-1 0 0,-1-1 1 0 0,1 1-1 0 0,-1-1 1 0 0,0 1-1 0 0,1 0 1 0 0,-1-1-1 0 0,0 1 1 0 0,1 0-1 0 0,-1-1 1 0 0,0 1-1 0 0,-1 0 1 0 0,1 0-37 0 0,-1 1 0 0 0,1 0 1 0 0,0 0-1 0 0,0 0 1 0 0,-1 0-1 0 0,1 0 0 0 0,0 0 1 0 0,0 0-1 0 0,0 0 0 0 0,0 0 1 0 0,0 0-1 0 0,0 0 0 0 0,0 1 1 0 0,0-1-1 0 0,1 0 1 0 0,-1 1-1 0 0,0 1 0 0 0,-17 32 639 0 0,2 2 0 0 0,-18 62 0 0 0,30-86-674 0 0,1 1 0 0 0,0-1 0 0 0,1 1 0 0 0,1 0 0 0 0,0 0 0 0 0,1 0 0 0 0,0-1 0 0 0,1 1 0 0 0,1 0 0 0 0,0 0 0 0 0,5 15 0 0 0,-6-25-34 0 0,0 0 0 0 0,1 0 0 0 0,-1-1 0 0 0,1 1 0 0 0,0-1 0 0 0,0 1 0 0 0,0-1 0 0 0,1 0 0 0 0,-1 0 0 0 0,1 0 0 0 0,0 0 0 0 0,-1 0 0 0 0,1 0 0 0 0,1-1 0 0 0,-1 0 0 0 0,0 0 0 0 0,6 3 0 0 0,-4-3-1 0 0,0 0 0 0 0,0-1 0 0 0,0 1 1 0 0,0-1-1 0 0,1-1 0 0 0,-1 1 0 0 0,0-1 0 0 0,1 0 0 0 0,-1 0 0 0 0,0 0 0 0 0,10-3 0 0 0,-3 0 9 0 0,-1 0 0 0 0,1-1 0 0 0,-1 0 1 0 0,0-1-1 0 0,0 0 0 0 0,-1-1 0 0 0,1 0 0 0 0,-1 0 0 0 0,-1-1 0 0 0,1-1 0 0 0,8-9 0 0 0,-11 9-18 0 0,0 0 0 0 0,-1-1 0 0 0,-1 0 0 0 0,1-1 0 0 0,-1 1 0 0 0,-1-1 0 0 0,0 0 0 0 0,0 0 0 0 0,-1 0 0 0 0,0 0 0 0 0,-1 0 0 0 0,0-1 0 0 0,-1 0 1 0 0,0 1-1 0 0,-1-1 0 0 0,-1-15 0 0 0,0 6-4 0 0,-2 0 0 0 0,0 0 1 0 0,-1 0-1 0 0,-1 0 0 0 0,-1 1 1 0 0,0-1-1 0 0,-17-30 0 0 0,21 45 3 0 0,0 0 0 0 0,-1 1 0 0 0,0-1 0 0 0,0 1 0 0 0,0 0 0 0 0,0 0 0 0 0,0 0 0 0 0,-1 0 0 0 0,0 1 0 0 0,0-1 0 0 0,0 1 0 0 0,0 0 0 0 0,0 0 0 0 0,-1 1 0 0 0,1-1 0 0 0,-1 1 0 0 0,-5-2 0 0 0,7 3-2 0 0,-1 1 0 0 0,1 0 0 0 0,0 0-1 0 0,0 0 1 0 0,-1 0 0 0 0,1 1 0 0 0,0-1-1 0 0,0 1 1 0 0,-1 0 0 0 0,1 0 0 0 0,0 0-1 0 0,0 0 1 0 0,0 0 0 0 0,0 1 0 0 0,0-1-1 0 0,1 1 1 0 0,-1 0 0 0 0,0 0 0 0 0,-4 4-1 0 0,1-1-6 0 0,1 1 0 0 0,-1 0 0 0 0,1 0 1 0 0,0 0-1 0 0,1 1 0 0 0,-7 11 0 0 0,5-5 19 0 0,0 0 0 0 0,1 1 1 0 0,1 0-1 0 0,0-1 1 0 0,1 1-1 0 0,0 1 0 0 0,1-1 1 0 0,1 0-1 0 0,1 28 0 0 0,0-37-30 0 0,0 1-1 0 0,1 0 0 0 0,0-1 1 0 0,0 1-1 0 0,0-1 0 0 0,1 1 1 0 0,0-1-1 0 0,0 0 0 0 0,0 0 1 0 0,0 0-1 0 0,1 0 0 0 0,0 0 1 0 0,0 0-1 0 0,1-1 0 0 0,-1 1 0 0 0,1-1 1 0 0,0 0-1 0 0,0 0 0 0 0,0 0 1 0 0,0-1-1 0 0,1 1 0 0 0,0-1 1 0 0,0 0-1 0 0,0-1 0 0 0,0 1 1 0 0,0-1-1 0 0,9 3 0 0 0,-1-2-171 0 0,-1-1 0 0 0,1-1-1 0 0,-1 0 1 0 0,1 0 0 0 0,-1-1 0 0 0,1-1-1 0 0,0 0 1 0 0,-1-1 0 0 0,1 0-1 0 0,-1-1 1 0 0,18-6 0 0 0,-13 3 43 0 0,-1-1 1 0 0,0 0-1 0 0,0-1 1 0 0,-1-1-1 0 0,0-1 1 0 0,-1 0-1 0 0,24-21 1 0 0,-13 5 94 0 0,-1-1 0 0 0,-2-1 1 0 0,28-44-1 0 0,43-98 1330 0 0,-93 170-1265 0 0,1-1 0 0 0,-1 1-1 0 0,0-1 1 0 0,0 1 0 0 0,1-1 0 0 0,-1 1-1 0 0,0-1 1 0 0,0 1 0 0 0,1-1-1 0 0,-1 1 1 0 0,0-1 0 0 0,1 1 0 0 0,-1 0-1 0 0,1-1 1 0 0,-1 1 0 0 0,1 0-1 0 0,-1-1 1 0 0,0 1 0 0 0,1 0-1 0 0,-1-1 1 0 0,1 1 0 0 0,0 0 0 0 0,5 8 369 0 0,-3 20 281 0 0,-7 57 937 0 0,-25 140-1 0 0,9-96-1022 0 0,-65 401 515 0 0,78-490-1043 0 0,-26 121 173 0 0,33-159-254 0 0,-1-1 1 0 0,1 1 0 0 0,0-1 0 0 0,-1 1-1 0 0,1-1 1 0 0,-1 1 0 0 0,0-1 0 0 0,1 1 0 0 0,-1-1-1 0 0,0 0 1 0 0,0 1 0 0 0,0-1 0 0 0,0 0-1 0 0,-2 2 1 0 0,3-3-25 0 0,-1 1 0 0 0,1-1 0 0 0,-1 0-1 0 0,1 0 1 0 0,-1 0 0 0 0,1 0 0 0 0,-1 0 0 0 0,1 0-1 0 0,0 0 1 0 0,-1 0 0 0 0,1 0 0 0 0,-1 0 0 0 0,1 0-1 0 0,-1 0 1 0 0,1-1 0 0 0,-1 1 0 0 0,1 0-1 0 0,0 0 1 0 0,-1 0 0 0 0,1-1 0 0 0,0 1 0 0 0,-1 0-1 0 0,1 0 1 0 0,-1-1 0 0 0,1 1 0 0 0,0 0 0 0 0,0-1-1 0 0,-1 1 1 0 0,1 0 0 0 0,-1-2 0 0 0,-2-2-454 0 0,1 0 0 0 0,-1 0 1 0 0,1-1-1 0 0,0 0 0 0 0,0 1 0 0 0,1-1 1 0 0,-2-6-1 0 0,-3-15-1877 0 0,0-7-472 0 0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0:38.1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0 195 1252 0 0,'8'-13'441'0'0,"1"-1"-1"0"0,0 1 1 0 0,0 0 0 0 0,2 1-1 0 0,-1 1 1 0 0,2-1 0 0 0,-1 1-1 0 0,2 1 1 0 0,-1 1 0 0 0,1-1-1 0 0,15-6 1 0 0,-14 8-301 0 0,1 1 0 0 0,0 0 0 0 0,0 1 0 0 0,0 1 0 0 0,1 0 0 0 0,0 1 1 0 0,0 1-1 0 0,0 1 0 0 0,0 0 0 0 0,0 1 0 0 0,1 1 0 0 0,-1 0 0 0 0,0 1 0 0 0,0 1 0 0 0,1 0 0 0 0,-1 1 0 0 0,17 6 0 0 0,-27-7-104 0 0,-1 0-1 0 0,1 1 1 0 0,-1-1-1 0 0,0 1 0 0 0,0 0 1 0 0,0 0-1 0 0,-1 1 0 0 0,1-1 1 0 0,-1 1-1 0 0,7 8 1 0 0,-9-10 0 0 0,0 0 0 0 0,-1 0 0 0 0,0 1 1 0 0,1-1-1 0 0,-1 1 0 0 0,0-1 1 0 0,0 1-1 0 0,0-1 0 0 0,0 1 1 0 0,-1 0-1 0 0,1 0 0 0 0,-1-1 1 0 0,0 1-1 0 0,1 0 0 0 0,-1 0 0 0 0,0-1 1 0 0,-1 1-1 0 0,1 0 0 0 0,0 0 1 0 0,-1-1-1 0 0,0 1 0 0 0,0 0 1 0 0,1-1-1 0 0,-3 4 0 0 0,-2 5 55 0 0,-1-1-1 0 0,0 1 1 0 0,-1-1-1 0 0,0 0 0 0 0,-1-1 1 0 0,0 0-1 0 0,0 0 1 0 0,-1 0-1 0 0,0-1 0 0 0,-1-1 1 0 0,0 1-1 0 0,0-2 1 0 0,0 1-1 0 0,-1-1 0 0 0,0-1 1 0 0,0 0-1 0 0,0-1 1 0 0,-1 0-1 0 0,-17 4 0 0 0,-1-3-538 0 0,26-5-3 0 0,0 0-535 0 0,-8-3-762 0 0,17-13-1982 0 0,3 8 1331 0 0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0:38.6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62 1560 0 0,'33'-62'8092'0'0,"-34"71"-7660"0"0,-1 0-1 0 0,0 0 1 0 0,0 0-1 0 0,-1 0 1 0 0,-6 13-1 0 0,-3 13 103 0 0,-10 41 147 0 0,-32 134 282 0 0,47-176-890 0 0,2 0 0 0 0,2 0-1 0 0,1 0 1 0 0,3 43-1 0 0,-1-72-115 0 0,0 0 0 0 0,1 1 0 0 0,0-1 0 0 0,0 0 1 0 0,1 1-1 0 0,-1-1 0 0 0,1 0 0 0 0,0 0 0 0 0,0 0 0 0 0,1-1 0 0 0,0 1 0 0 0,0-1 0 0 0,0 1 0 0 0,0-1 1 0 0,0 0-1 0 0,1 0 0 0 0,6 5 0 0 0,-5-5-170 0 0,1-1 0 0 0,-1 0 0 0 0,1 0 0 0 0,0 0-1 0 0,0-1 1 0 0,0 1 0 0 0,0-1 0 0 0,0-1 0 0 0,1 0 0 0 0,-1 1 0 0 0,0-2 0 0 0,1 1 0 0 0,-1-1 0 0 0,8 0 0 0 0,-3-1-96 0 0,1-1 1 0 0,-1 1 0 0 0,0-2-1 0 0,0 0 1 0 0,0 0-1 0 0,0-1 1 0 0,-1 0 0 0 0,1 0-1 0 0,-1-2 1 0 0,0 1 0 0 0,0-1-1 0 0,-1-1 1 0 0,0 1-1 0 0,0-2 1 0 0,-1 1 0 0 0,1-1-1 0 0,-2 0 1 0 0,9-12 0 0 0,-5 6 623 0 0,-1-1 0 0 0,-1 0 0 0 0,0 0 0 0 0,-1-1 0 0 0,-1-1 0 0 0,-1 1 0 0 0,0-1 0 0 0,-1 0 1 0 0,0 0-1 0 0,3-36 0 0 0,-8 27 1128 0 0,-4 21-825 0 0,-5 13-162 0 0,3 0-220 0 0,1 0 0 0 0,0 1-1 0 0,1 0 1 0 0,0 0 0 0 0,1 0 0 0 0,-5 15 0 0 0,-8 57 544 0 0,15-71-715 0 0,0 0-1 0 0,0 0 1 0 0,1 0-1 0 0,0 0 1 0 0,0 0-1 0 0,1 0 1 0 0,1 0 0 0 0,4 15-1 0 0,-6-22-69 0 0,1-1 0 0 0,0 1 0 0 0,1 0 0 0 0,-1 0 0 0 0,0-1 0 0 0,1 1 0 0 0,-1-1 0 0 0,1 1 0 0 0,0-1 1 0 0,0 0-1 0 0,0 0 0 0 0,0 0 0 0 0,0 0 0 0 0,1 0 0 0 0,-1 0 0 0 0,1 0 0 0 0,-1-1 0 0 0,1 1 0 0 0,-1-1 0 0 0,1 0 0 0 0,0 0 0 0 0,0 0 0 0 0,-1 0 0 0 0,1 0 0 0 0,0-1 0 0 0,0 1 0 0 0,0-1 0 0 0,0 0 0 0 0,0 0 0 0 0,0 0 1 0 0,0 0-1 0 0,5-1 0 0 0,0 0-558 0 0,0-1 1 0 0,-1 0-1 0 0,1 0 1 0 0,0 0 0 0 0,0-1-1 0 0,-1-1 1 0 0,0 1 0 0 0,0-1-1 0 0,0 0 1 0 0,0-1-1 0 0,0 0 1 0 0,-1 0 0 0 0,8-8-1 0 0,5-7-2946 0 0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0:38.7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28 908 0 0,'-12'-7'1612'0'0,"2"2"472"0"0,-6-2-771 0 0,1 2-481 0 0,3 1-408 0 0,-2 9-984 0 0,4 1-2041 0 0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0:38.9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4 556 0 0,'-70'35'7777'0'0,"69"-35"-7724"0"0,1 1 0 0 0,0-1 0 0 0,-1 0 0 0 0,1 0 0 0 0,-1 0 0 0 0,1 1 0 0 0,0-1 0 0 0,-1 0 0 0 0,1 0 0 0 0,0 1 0 0 0,-1-1 0 0 0,1 0 0 0 0,0 1 0 0 0,0-1 0 0 0,-1 0 0 0 0,1 1 0 0 0,0-1 0 0 0,0 1 0 0 0,0-1 0 0 0,-1 0 0 0 0,1 1 0 0 0,0-1 0 0 0,0 1 0 0 0,0-1 0 0 0,0 1 0 0 0,0 0-35 0 0,1-1 0 0 0,-1 0 1 0 0,0 1-1 0 0,1-1 0 0 0,-1 0 0 0 0,0 1 0 0 0,1-1 0 0 0,-1 0 0 0 0,1 0 1 0 0,-1 1-1 0 0,0-1 0 0 0,1 0 0 0 0,-1 0 0 0 0,1 0 0 0 0,-1 0 1 0 0,1 1-1 0 0,-1-1 0 0 0,1 0 0 0 0,-1 0 0 0 0,1 0 0 0 0,-1 0 1 0 0,1 0-1 0 0,-1 0 0 0 0,1 0 0 0 0,-1 0 0 0 0,0-1 0 0 0,2 1 1 0 0,194-26-206 0 0,-68 6-4363 0 0,-81 15 1471 0 0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0:39.7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32 144 1692 0 0,'-5'-10'4371'0'0,"-1"0"-2053"0"0,9 17-844 0 0,6 16-937 0 0,-6-3-360 0 0,-2 0-1 0 0,0 0 0 0 0,-1 0 0 0 0,-2 0 1 0 0,1 0-1 0 0,-2 0 0 0 0,-8 28 0 0 0,7-26-90 0 0,-2-4 51 0 0,6-18-134 0 0,0 0 0 0 0,0 0 0 0 0,0 1 0 0 0,0-1 0 0 0,-1 0 0 0 0,1 0 0 0 0,0 0 0 0 0,0 0 1 0 0,0 1-1 0 0,0-1 0 0 0,-1 0 0 0 0,1 0 0 0 0,0 0 0 0 0,0 0 0 0 0,0 1 0 0 0,-1-1 0 0 0,1 0 0 0 0,0 0 0 0 0,0 0 0 0 0,-1 0 0 0 0,1 0 1 0 0,0 0-1 0 0,0 0 0 0 0,-1 0 0 0 0,1 0 0 0 0,0 0 0 0 0,0 0 0 0 0,-1 0 0 0 0,1 0 0 0 0,0 0 0 0 0,0 0 0 0 0,-1 0 0 0 0,1 0 1 0 0,0 0-1 0 0,0 0 0 0 0,-1 0 0 0 0,1-1 0 0 0,0 1 0 0 0,0 0 0 0 0,-1 0 0 0 0,1-1-9 0 0,0 0 0 0 0,-1-1 0 0 0,1 1 0 0 0,0 0 1 0 0,0 0-1 0 0,0 0 0 0 0,0 0 0 0 0,0 0 0 0 0,0 0 0 0 0,0-1 0 0 0,0 1 0 0 0,1 0 0 0 0,-1 0 0 0 0,1-2 0 0 0,-1 3 2 0 0,2-13-17 0 0,0 1-1 0 0,1-1 0 0 0,1 1 0 0 0,0 0 0 0 0,1 0 0 0 0,0 0 1 0 0,0 1-1 0 0,9-13 0 0 0,-10 19 19 0 0,0 0 1 0 0,0-1-1 0 0,1 2 0 0 0,0-1 1 0 0,0 0-1 0 0,0 1 0 0 0,1 0 1 0 0,-1 0-1 0 0,1 1 0 0 0,0-1 1 0 0,0 1-1 0 0,0 1 0 0 0,0-1 0 0 0,1 1 1 0 0,-1 0-1 0 0,1 0 0 0 0,7 0 1 0 0,-8 1-5 0 0,1 0 0 0 0,-1 1 0 0 0,1 0 0 0 0,-1 0 0 0 0,1 1 0 0 0,-1 0 0 0 0,1 0 0 0 0,-1 0 1 0 0,0 1-1 0 0,1 0 0 0 0,-1 0 0 0 0,0 1 0 0 0,-1-1 0 0 0,1 1 0 0 0,11 8 0 0 0,-13-8 14 0 0,-1 0-1 0 0,1 0 0 0 0,-1 0 1 0 0,1 1-1 0 0,-1 0 0 0 0,0 0 0 0 0,0-1 1 0 0,0 2-1 0 0,-1-1 0 0 0,0 0 1 0 0,1 0-1 0 0,-1 1 0 0 0,-1 0 1 0 0,1-1-1 0 0,-1 1 0 0 0,0 0 1 0 0,0-1-1 0 0,0 1 0 0 0,-1 0 1 0 0,1 0-1 0 0,-1 8 0 0 0,-15 55 270 0 0,14-66-210 0 0,7-18-190 0 0,9-8 78 0 0,0 0 0 0 0,2 1 0 0 0,1 1 0 0 0,0 1 0 0 0,27-24 0 0 0,73-63-4 0 0,-98 92 44 0 0,2 0 0 0 0,0 1 0 0 0,47-22 0 0 0,-67 36 5 0 0,0-1 0 0 0,1 1-1 0 0,-1 0 1 0 0,1 0 0 0 0,0 1-1 0 0,-1-1 1 0 0,1 0-1 0 0,-1 1 1 0 0,1 0 0 0 0,0-1-1 0 0,0 1 1 0 0,-1 0 0 0 0,1 0-1 0 0,0 1 1 0 0,-1-1-1 0 0,1 0 1 0 0,0 1 0 0 0,-1 0-1 0 0,5 1 1 0 0,-5 0 1 0 0,-1-1 1 0 0,1 0-1 0 0,-1 1 1 0 0,0-1-1 0 0,1 1 0 0 0,-1 0 1 0 0,0 0-1 0 0,0-1 1 0 0,0 1-1 0 0,0 0 0 0 0,0 0 1 0 0,-1 0-1 0 0,1 0 1 0 0,0 0-1 0 0,-1 0 0 0 0,0 0 1 0 0,1 0-1 0 0,-1 0 1 0 0,0 0-1 0 0,0 0 0 0 0,0 0 1 0 0,0 0-1 0 0,0 0 1 0 0,-2 4-1 0 0,-2 21-12 0 0,-16 48-1 0 0,3-14-153 0 0,17-60 81 0 0,-1 1 0 0 0,1 0 0 0 0,0 0 0 0 0,0 0 0 0 0,0 0-1 0 0,0 0 1 0 0,0-1 0 0 0,0 1 0 0 0,0 0 0 0 0,0 0 0 0 0,1 0-1 0 0,-1 0 1 0 0,1-1 0 0 0,-1 1 0 0 0,1 0 0 0 0,0 0 0 0 0,0-1-1 0 0,-1 1 1 0 0,1 0 0 0 0,0-1 0 0 0,1 1 0 0 0,-1-1 0 0 0,0 0-1 0 0,0 1 1 0 0,1-1 0 0 0,-1 0 0 0 0,1 1 0 0 0,-1-1 0 0 0,1 0-1 0 0,-1 0 1 0 0,1-1 0 0 0,0 1 0 0 0,-1 0 0 0 0,1 0-1 0 0,0-1 1 0 0,0 1 0 0 0,-1-1 0 0 0,4 1 0 0 0,3 0-426 0 0,0 1 1 0 0,-1-2-1 0 0,1 1 1 0 0,0-1-1 0 0,0 0 0 0 0,-1-1 1 0 0,1 0-1 0 0,8-2 1 0 0,10-5-672 0 0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0:40.3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256 558 1220 0 0,'2'-3'288'0'0,"1"0"1"0"0,-1 0-1 0 0,-1 0 0 0 0,1-1 1 0 0,0 1-1 0 0,-1-1 0 0 0,0 1 0 0 0,0-1 1 0 0,0 0-1 0 0,0 1 0 0 0,-1-1 1 0 0,1 0-1 0 0,-1 0 0 0 0,0 1 1 0 0,0-1-1 0 0,0 0 0 0 0,0 0 0 0 0,-1 1 1 0 0,-1-7-1 0 0,1 10-247 0 0,1-1-1 0 0,0 1 1 0 0,-1-1-1 0 0,1 0 1 0 0,-1 1-1 0 0,1-1 1 0 0,-1 1 0 0 0,0-1-1 0 0,1 1 1 0 0,-1-1-1 0 0,1 1 1 0 0,-1-1 0 0 0,0 1-1 0 0,1 0 1 0 0,-1-1-1 0 0,0 1 1 0 0,0 0-1 0 0,1 0 1 0 0,-1 0 0 0 0,0-1-1 0 0,1 1 1 0 0,-1 0-1 0 0,0 0 1 0 0,0 0-1 0 0,0 0 1 0 0,1 0 0 0 0,-1 0-1 0 0,0 1 1 0 0,0-1-1 0 0,-1 0 1 0 0,-22 8 426 0 0,11 0-327 0 0,0-1-1 0 0,0 2 0 0 0,1 0 0 0 0,0 0 0 0 0,0 1 0 0 0,-17 19 0 0 0,12-8-39 0 0,0 0 0 0 0,-27 45 0 0 0,37-53-73 0 0,1 0-1 0 0,0 0 1 0 0,1 0-1 0 0,0 1 1 0 0,1-1 0 0 0,-4 26-1 0 0,7-35-13 0 0,1 0-1 0 0,0 0 0 0 0,0 1 0 0 0,0-1 0 0 0,0 0 1 0 0,1 0-1 0 0,-1 0 0 0 0,1 0 0 0 0,0 0 1 0 0,1 0-1 0 0,-1 0 0 0 0,3 4 0 0 0,-3-5-4 0 0,1-1-1 0 0,0 1 0 0 0,0-1 1 0 0,0 0-1 0 0,0 0 0 0 0,1 0 1 0 0,-1 0-1 0 0,0 0 1 0 0,1 0-1 0 0,-1-1 0 0 0,1 1 1 0 0,0-1-1 0 0,0 0 0 0 0,-1 0 1 0 0,1 0-1 0 0,0 0 1 0 0,0 0-1 0 0,5 0 0 0 0,0 0-9 0 0,-1 0-1 0 0,0-1 0 0 0,1 0 0 0 0,-1-1 0 0 0,0 0 1 0 0,1 0-1 0 0,-1 0 0 0 0,0-1 0 0 0,0 0 1 0 0,0-1-1 0 0,0 1 0 0 0,-1-2 0 0 0,1 1 1 0 0,-1 0-1 0 0,12-9 0 0 0,-6 3 3 0 0,0-1 0 0 0,0 0 0 0 0,-1-1-1 0 0,0 0 1 0 0,-1-1 0 0 0,13-19 0 0 0,-10 10 4 0 0,0-1 0 0 0,-2-1 0 0 0,-1 0 0 0 0,0-1 0 0 0,-2 0 0 0 0,7-30 0 0 0,-14 51-1 0 0,-5 4-19 0 0,-16 7 9 0 0,17-3 1 0 0,2-2 3 0 0,-6 9 32 0 0,0 0 0 0 0,0 0 1 0 0,1 0-1 0 0,1 1 0 0 0,0 0 0 0 0,1 0 0 0 0,0 0 0 0 0,1 0 0 0 0,1 1 0 0 0,0-1 0 0 0,1 1 0 0 0,0-1 1 0 0,2 20-1 0 0,-1-29-8 0 0,0-1 0 0 0,0 1 0 0 0,1 0 1 0 0,0 0-1 0 0,0 0 0 0 0,0 0 0 0 0,0-1 1 0 0,0 1-1 0 0,1 0 0 0 0,0-1 1 0 0,0 1-1 0 0,0-1 0 0 0,0 0 0 0 0,0 0 1 0 0,1 1-1 0 0,3 3 0 0 0,-2-4-10 0 0,1 0-1 0 0,-1 0 1 0 0,0-1 0 0 0,1 1-1 0 0,-1-1 1 0 0,1 0-1 0 0,0 0 1 0 0,0 0 0 0 0,0-1-1 0 0,0 0 1 0 0,6 1-1 0 0,8 0-5 0 0,0-2 0 0 0,0 0 0 0 0,0-1 0 0 0,-1 0 0 0 0,33-8 0 0 0,-18 1-1 0 0,0-1 1 0 0,0-1 0 0 0,-1-2-1 0 0,-1-2 1 0 0,0 0-1 0 0,-1-2 1 0 0,-1-2 0 0 0,0 0-1 0 0,-1-2 1 0 0,-1-1 0 0 0,24-24-1 0 0,-20 13 18 0 0,-2 0 0 0 0,-1-2 0 0 0,-1-1 0 0 0,-3-1-1 0 0,0-1 1 0 0,-2-1 0 0 0,-2-1 0 0 0,16-46 0 0 0,3-29 77 0 0,-34 98-87 0 0,-2 0-1 0 0,0-1 1 0 0,0 1-1 0 0,-2-1 0 0 0,0-19 1 0 0,-1 34-12 0 0,0 0 0 0 0,0 0 0 0 0,0 0 1 0 0,0 0-1 0 0,-1 0 0 0 0,1-1 0 0 0,-1 1 1 0 0,1 0-1 0 0,-1 0 0 0 0,0 0 0 0 0,1 1 1 0 0,-1-1-1 0 0,0 0 0 0 0,-1 0 0 0 0,1 0 1 0 0,0 0-1 0 0,0 1 0 0 0,-1-1 0 0 0,1 1 1 0 0,-1-1-1 0 0,1 1 0 0 0,-1 0 0 0 0,0-1 1 0 0,-2 0-1 0 0,1 1 5 0 0,0 0 1 0 0,0 0-1 0 0,0 1 0 0 0,1 0 1 0 0,-1-1-1 0 0,0 1 1 0 0,0 0-1 0 0,0 0 0 0 0,0 1 1 0 0,0-1-1 0 0,0 1 1 0 0,0-1-1 0 0,0 1 0 0 0,0 0 1 0 0,1 0-1 0 0,-1 0 1 0 0,-3 2-1 0 0,-14 8 124 0 0,1 0 0 0 0,0 1 0 0 0,0 1 0 0 0,2 1-1 0 0,-32 31 1 0 0,12-6 351 0 0,-42 60 0 0 0,58-71-345 0 0,1 2 1 0 0,2 0 0 0 0,1 1-1 0 0,1 1 1 0 0,2 0-1 0 0,1 1 1 0 0,2 1-1 0 0,-10 46 1 0 0,19-69-115 0 0,1 0-1 0 0,0 1 1 0 0,0-1 0 0 0,1 0-1 0 0,1 1 1 0 0,0-1 0 0 0,0 1-1 0 0,1-1 1 0 0,0 0 0 0 0,1 0-1 0 0,1 0 1 0 0,0 0 0 0 0,0-1-1 0 0,1 0 1 0 0,0 1 0 0 0,1-2-1 0 0,0 1 1 0 0,0-1 0 0 0,1 0-1 0 0,1 0 1 0 0,-1 0 0 0 0,1-1-1 0 0,1-1 1 0 0,0 1 0 0 0,0-1-1 0 0,0-1 1 0 0,1 0 0 0 0,-1 0-1 0 0,17 6 1 0 0,5 1-129 0 0,0-2-1 0 0,0-2 1 0 0,1 0 0 0 0,0-2 0 0 0,1-2-1 0 0,40 2 1 0 0,18-4-1692 0 0,91-10 0 0 0,-74-1-1451 0 0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0:41.7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199 172 1060 0 0,'14'-28'2435'0'0,"-9"19"-1665"0"0,-1 0 0 0 0,0 0 1 0 0,0 0-1 0 0,-1 0 0 0 0,3-12 0 0 0,-6 19-473 0 0,-2 2-271 0 0,0 1-1 0 0,0-1 1 0 0,0 1 0 0 0,0-1 0 0 0,0 1-1 0 0,0 0 1 0 0,0 0 0 0 0,0 0 0 0 0,1 0-1 0 0,-1 0 1 0 0,0 0 0 0 0,1 0 0 0 0,-1 1-1 0 0,-2 2 1 0 0,-21 25 211 0 0,17-19-179 0 0,-22 26 71 0 0,1 3-1 0 0,2 0 1 0 0,2 1-1 0 0,-26 57 1 0 0,49-92-133 0 0,0 0-1 0 0,0 0 1 0 0,0 1 0 0 0,0-1 0 0 0,1 1 0 0 0,0 0-1 0 0,1-1 1 0 0,-1 1 0 0 0,1 0 0 0 0,0 8 0 0 0,1-11 3 0 0,-1-1 1 0 0,1 0 0 0 0,0 0-1 0 0,-1 0 1 0 0,1 0 0 0 0,0 0-1 0 0,0 0 1 0 0,1 0 0 0 0,-1 0-1 0 0,0-1 1 0 0,0 1 0 0 0,1 0-1 0 0,-1-1 1 0 0,1 1 0 0 0,0-1-1 0 0,-1 1 1 0 0,1-1 0 0 0,0 0-1 0 0,0 0 1 0 0,0 1 0 0 0,0-2-1 0 0,0 1 1 0 0,0 0 0 0 0,0 0-1 0 0,0 0 1 0 0,0-1 0 0 0,0 1 0 0 0,0-1-1 0 0,4 0 1 0 0,9 2 17 0 0,-1-2 0 0 0,1 0-1 0 0,0-1 1 0 0,-1 0 0 0 0,1-1 0 0 0,-1 0 0 0 0,1-2-1 0 0,22-7 1 0 0,-12 1-49 0 0,-2 0 0 0 0,1-1-1 0 0,-1-1 1 0 0,22-16 0 0 0,-24 12 22 0 0,-1 0 0 0 0,0-2 0 0 0,-2 0 0 0 0,0-1 1 0 0,-1 0-1 0 0,-1-2 0 0 0,0 0 0 0 0,-2-1 0 0 0,14-27 0 0 0,-27 48 18 0 0,-4 4-11 0 0,1 0 3 0 0,0 0-1 0 0,1 0 0 0 0,-1 0 0 0 0,0 1 1 0 0,0 2-1 0 0,-3 6 19 0 0,1 0 1 0 0,0 1 0 0 0,1-1-1 0 0,1 1 1 0 0,0-1-1 0 0,0 1 1 0 0,1 17-1 0 0,1-27-8 0 0,0 1 0 0 0,0-1-1 0 0,0 1 1 0 0,1-1 0 0 0,0 1-1 0 0,-1-1 1 0 0,1 1 0 0 0,0-1-1 0 0,1 0 1 0 0,-1 1 0 0 0,1-1-1 0 0,-1 0 1 0 0,1 0 0 0 0,0 0-1 0 0,0 0 1 0 0,0 0 0 0 0,1 0-1 0 0,-1-1 1 0 0,1 1 0 0 0,-1-1-1 0 0,1 0 1 0 0,0 1 0 0 0,0-1-1 0 0,0-1 1 0 0,0 1 0 0 0,0 0-1 0 0,0-1 1 0 0,1 1 0 0 0,-1-1-1 0 0,6 1 1 0 0,5 1-2 0 0,0-2 1 0 0,1 1-1 0 0,-1-2 1 0 0,1 0-1 0 0,-1-1 1 0 0,1 0-1 0 0,-1-1 1 0 0,0 0-1 0 0,22-8 0 0 0,-24 7-15 0 0,0-2 0 0 0,0 1 0 0 0,0-1-1 0 0,-1-1 1 0 0,0 0 0 0 0,0-1 0 0 0,0 0-1 0 0,-1-1 1 0 0,0 0 0 0 0,-1 0 0 0 0,10-11-1 0 0,-14 11 11 0 0,1 0-1 0 0,-1 0 0 0 0,-1 0 1 0 0,0-1-1 0 0,0 1 0 0 0,0-1 1 0 0,-1 0-1 0 0,0 0 0 0 0,-1-1 1 0 0,0 1-1 0 0,-1 0 0 0 0,0-1 1 0 0,0 1-1 0 0,-2-19 0 0 0,1 20 0 0 0,-1 0 0 0 0,0 0-1 0 0,0 0 1 0 0,-1 0 0 0 0,0 0 0 0 0,-1 0-1 0 0,0 1 1 0 0,0-1 0 0 0,0 1 0 0 0,-1 0-1 0 0,0 0 1 0 0,-1 0 0 0 0,1 1 0 0 0,-1 0-1 0 0,0-1 1 0 0,-1 2 0 0 0,0-1 0 0 0,-6-5-1 0 0,6 8-3 0 0,0 0 1 0 0,0 0-1 0 0,0 1 0 0 0,0-1 0 0 0,0 1 1 0 0,0 1-1 0 0,0-1 0 0 0,-1 1 0 0 0,1 0 0 0 0,-1 1 1 0 0,1 0-1 0 0,-1 0 0 0 0,1 0 0 0 0,-1 0 0 0 0,1 1 1 0 0,0 0-1 0 0,-7 3 0 0 0,4-2-1 0 0,0 0 1 0 0,0 1-1 0 0,0 0 1 0 0,0 1-1 0 0,1 0 1 0 0,0 1-1 0 0,-1-1 0 0 0,2 1 1 0 0,-1 1-1 0 0,0 0 1 0 0,-6 7-1 0 0,11-11 3 0 0,1 1 0 0 0,0-1 0 0 0,1 1 0 0 0,-1-1 0 0 0,0 1 0 0 0,1 0-1 0 0,-1-1 1 0 0,1 1 0 0 0,0 0 0 0 0,0 0 0 0 0,0 0 0 0 0,-1 4 0 0 0,2-6 0 0 0,0 1 1 0 0,1-1-1 0 0,-1 0 0 0 0,0 0 0 0 0,0 0 1 0 0,1 0-1 0 0,-1 0 0 0 0,0 0 1 0 0,1 0-1 0 0,-1 0 0 0 0,1 1 0 0 0,0-2 1 0 0,-1 1-1 0 0,1 0 0 0 0,0 0 1 0 0,-1 0-1 0 0,1 0 0 0 0,0 0 0 0 0,0 0 1 0 0,0-1-1 0 0,0 1 0 0 0,0 0 1 0 0,0-1-1 0 0,0 1 0 0 0,0-1 0 0 0,0 1 1 0 0,0-1-1 0 0,0 0 0 0 0,0 1 1 0 0,0-1-1 0 0,0 0 0 0 0,0 0 0 0 0,1 1 1 0 0,-1-1-1 0 0,0 0 0 0 0,0 0 1 0 0,1-1-1 0 0,17 3 1 0 0,-1-2-1 0 0,0 0 1 0 0,1-1 0 0 0,21-4 0 0 0,74-19 2 0 0,3-1-20 0 0,-97 22 19 0 0,0 1 0 0 0,1 0 0 0 0,-1 2 0 0 0,41 3 0 0 0,-56-3-4 0 0,-1 1 1 0 0,1 0 0 0 0,0 1-1 0 0,0-1 1 0 0,0 1 0 0 0,-1 0-1 0 0,1 0 1 0 0,-1 0 0 0 0,1 0-1 0 0,-1 1 1 0 0,0 0-1 0 0,0 0 1 0 0,0 0 0 0 0,0 0-1 0 0,-1 1 1 0 0,1 0 0 0 0,-1-1-1 0 0,0 1 1 0 0,0 0 0 0 0,0 1-1 0 0,-1-1 1 0 0,1 0 0 0 0,-1 1-1 0 0,0-1 1 0 0,2 8 0 0 0,-2-4 8 0 0,-1 1 1 0 0,0-1-1 0 0,0 1 1 0 0,0-1-1 0 0,-1 1 0 0 0,-1-1 1 0 0,1 1-1 0 0,-1-1 1 0 0,-1 1-1 0 0,1-1 1 0 0,-4 9-1 0 0,-4 8 127 0 0,0 0 0 0 0,-15 26 0 0 0,22-49-63 0 0,5-3-163 0 0,-1-1 88 0 0,0 0 0 0 0,0 0 0 0 0,-1 0 0 0 0,1 0 0 0 0,0 0 0 0 0,-1 0 0 0 0,3-4 0 0 0,0 1 2 0 0,114-154 15 0 0,-101 138-18 0 0,0 2-1 0 0,1 0 1 0 0,1 1-1 0 0,1 1 1 0 0,1 1-1 0 0,0 0 1 0 0,36-19 0 0 0,-27 26 16 0 0,-29 8-11 0 0,1 0 0 0 0,0 0 0 0 0,0 1 0 0 0,0-1 0 0 0,0 1 0 0 0,0 0 0 0 0,0-1 0 0 0,0 1 0 0 0,0 0 0 0 0,0 0 0 0 0,0 0 0 0 0,0 0 0 0 0,0 1 0 0 0,0-1 0 0 0,0 1 0 0 0,0-1 0 0 0,0 1 0 0 0,0 0 0 0 0,-1-1-1 0 0,4 3 1 0 0,-2-1-1 0 0,0 0 8 0 0,0 0 0 0 0,-1 0 0 0 0,1 0-1 0 0,-1 1 1 0 0,0-1 0 0 0,0 1 0 0 0,0-1 0 0 0,0 1 0 0 0,0 0 0 0 0,0 0 0 0 0,-1 0-1 0 0,0 0 1 0 0,1 0 0 0 0,-1 1 0 0 0,0-1 0 0 0,-1 0 0 0 0,1 0 0 0 0,0 1-1 0 0,-1-1 1 0 0,0 0 0 0 0,0 1 0 0 0,0-1 0 0 0,0 4 0 0 0,-1 10 32 0 0,-1-1 1 0 0,-1 0 0 0 0,-5 21-1 0 0,8-35-55 0 0,-4 12 70 0 0,0 0 0 0 0,2 0 0 0 0,0 0 0 0 0,0 0 0 0 0,1 18 0 0 0,1-29-146 0 0,1 0 1 0 0,-1 1 0 0 0,1-1 0 0 0,0 0-1 0 0,-1 1 1 0 0,1-1 0 0 0,1 0 0 0 0,-1 0-1 0 0,0 0 1 0 0,1 0 0 0 0,0 0 0 0 0,0 0-1 0 0,0-1 1 0 0,0 1 0 0 0,0 0 0 0 0,0-1-1 0 0,0 1 1 0 0,1-1 0 0 0,0 0 0 0 0,-1 0-1 0 0,1 0 1 0 0,0 0 0 0 0,0-1 0 0 0,0 1 0 0 0,0-1-1 0 0,0 0 1 0 0,6 2 0 0 0,-2-1-592 0 0,0-1 0 0 0,0 0 0 0 0,0 0 0 0 0,0 0 0 0 0,13-1 0 0 0,2-2-1304 0 0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0:42.4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337 512 596 0 0,'9'-17'1560'0'0,"14"-31"1513"0"0,-22 45-2940 0 0,0 1 0 0 0,0 0 0 0 0,-1-1 0 0 0,1 1 0 0 0,-1 0 0 0 0,1-1 0 0 0,-1 1 0 0 0,0 0 0 0 0,0-1 0 0 0,0 1 1 0 0,0-1-1 0 0,-1 1 0 0 0,1-1 0 0 0,-1 1 0 0 0,1 0 0 0 0,-1-1 0 0 0,-1-3 0 0 0,1 5-84 0 0,0 0 0 0 0,0 0 0 0 0,-1 0 0 0 0,1 0 0 0 0,0 0 0 0 0,0 0 1 0 0,0 0-1 0 0,-1 0 0 0 0,1 1 0 0 0,0-1 0 0 0,-1 0 0 0 0,1 1 0 0 0,-1-1 0 0 0,1 1 0 0 0,-1 0 0 0 0,1-1 0 0 0,-1 1 0 0 0,1 0 0 0 0,-1 0 0 0 0,1 0 0 0 0,-1 0 1 0 0,1 0-1 0 0,-1 0 0 0 0,1 0 0 0 0,-1 1 0 0 0,1-1 0 0 0,-1 1 0 0 0,-1 0 0 0 0,-5 1 65 0 0,0 1 0 0 0,0 0-1 0 0,-12 8 1 0 0,-9 7 44 0 0,1 1 0 0 0,1 2 0 0 0,1 1 0 0 0,0 0 0 0 0,2 2 0 0 0,-22 28 0 0 0,33-36-76 0 0,1 1 1 0 0,-15 25-1 0 0,23-35-61 0 0,1 0-1 0 0,-1 1 0 0 0,1-1 0 0 0,1 0 0 0 0,0 1 0 0 0,0 0 1 0 0,0-1-1 0 0,1 1 0 0 0,0 10 0 0 0,1-15-13 0 0,0-1 0 0 0,0 1 0 0 0,0-1 0 0 0,0 1 0 0 0,1-1 0 0 0,-1 1 0 0 0,1-1 0 0 0,0 0 0 0 0,-1 1 0 0 0,1-1 0 0 0,1 0 0 0 0,-1 1 0 0 0,0-1 0 0 0,0 0 0 0 0,1 0 0 0 0,-1 0 0 0 0,1 0 0 0 0,0 0 0 0 0,2 2 1 0 0,-1-2-4 0 0,1 0 0 0 0,-1 0 0 0 0,1 0 0 0 0,-1 0 1 0 0,1-1-1 0 0,0 0 0 0 0,-1 0 0 0 0,1 0 1 0 0,0 0-1 0 0,0 0 0 0 0,5 0 0 0 0,3-1-6 0 0,0-1 0 0 0,0 0 0 0 0,0 0 0 0 0,0-1 0 0 0,0 0 0 0 0,0-1 0 0 0,13-5 0 0 0,-5-1-43 0 0,-1 0 0 0 0,0-1 0 0 0,0-1-1 0 0,-1-1 1 0 0,-1 0 0 0 0,26-23-1 0 0,-20 12-45 0 0,-1 0 0 0 0,-1-2 0 0 0,32-48 0 0 0,-20 17 17 0 0,-2-1 1 0 0,-3-2 0 0 0,34-106 0 0 0,-56 149 85 0 0,6-20 12 0 0,0-1-1 0 0,9-63 0 0 0,-21 99-21 0 0,1-1 0 0 0,-1 1-1 0 0,0-1 1 0 0,0 1 0 0 0,0-1 0 0 0,0 1-1 0 0,0-1 1 0 0,0 1 0 0 0,-1-1-1 0 0,1 1 1 0 0,-1-1 0 0 0,0-2 0 0 0,1 4-2 0 0,-1-1 1 0 0,1 1-1 0 0,0 0 0 0 0,0 0 1 0 0,-1-1-1 0 0,1 1 1 0 0,0 0-1 0 0,-1 0 1 0 0,1 0-1 0 0,0-1 1 0 0,-1 1-1 0 0,1 0 1 0 0,0 0-1 0 0,-1 0 0 0 0,1 0 1 0 0,0 0-1 0 0,-1 0 1 0 0,1-1-1 0 0,-1 1 1 0 0,1 0-1 0 0,0 0 1 0 0,-1 0-1 0 0,1 0 0 0 0,-1 0 1 0 0,1 1-1 0 0,0-1 1 0 0,-1 0-1 0 0,1 0 1 0 0,0 0-1 0 0,-1 0 1 0 0,1 0-1 0 0,-3 2-2 0 0,0 0 0 0 0,0 0 0 0 0,0-1 0 0 0,1 2 0 0 0,-1-1 0 0 0,1 0 0 0 0,0 0 0 0 0,0 1 1 0 0,0-1-1 0 0,-3 5 0 0 0,-25 43 102 0 0,2 2 0 0 0,3 1 0 0 0,2 0 0 0 0,2 2 0 0 0,3 1 0 0 0,-12 61 0 0 0,23-88-42 0 0,2 0 1 0 0,-2 40-1 0 0,7-59-43 0 0,-1 1 0 0 0,2-1 0 0 0,-1 1 0 0 0,2-1 0 0 0,-1 1 0 0 0,2-1 0 0 0,-1 0-1 0 0,1 0 1 0 0,1 0 0 0 0,4 10 0 0 0,-4-15-9 0 0,0 0 0 0 0,0 0-1 0 0,0 0 1 0 0,1 0 0 0 0,-1 0 0 0 0,1-1 0 0 0,1 0 0 0 0,-1 0-1 0 0,0 0 1 0 0,1-1 0 0 0,0 0 0 0 0,0 0 0 0 0,0 0-1 0 0,0-1 1 0 0,0 0 0 0 0,1 0 0 0 0,11 1 0 0 0,0 1-27 0 0,0-2 0 0 0,0-1 0 0 0,1 0 0 0 0,-1-1 0 0 0,22-3 0 0 0,-16 0-168 0 0,-1-2 0 0 0,1 0 0 0 0,-1-2 0 0 0,0 0 0 0 0,-1-1 0 0 0,0-2 0 0 0,0 0 1 0 0,-1-1-1 0 0,39-28 0 0 0,-36 20 38 0 0,-2 0 0 0 0,0-2 0 0 0,-1 0 0 0 0,-1-1 0 0 0,-1-1 0 0 0,-1-1 0 0 0,24-43 0 0 0,-37 59 335 0 0,0-1 0 0 0,0 0 0 0 0,-1 0 0 0 0,0 0 0 0 0,-1-1 0 0 0,0 1 0 0 0,0-1 0 0 0,-1 0 0 0 0,2-15 0 0 0,-4 23 143 0 0,-2 2-290 0 0,0 1 0 0 0,1-1 0 0 0,-1 1-1 0 0,0-1 1 0 0,1 1 0 0 0,-1 0 0 0 0,1-1 0 0 0,-1 1-1 0 0,1 0 1 0 0,-1 0 0 0 0,1 0 0 0 0,-1 0 0 0 0,1 0-1 0 0,0 1 1 0 0,0-1 0 0 0,-1 0 0 0 0,1 1 0 0 0,0-1-1 0 0,0 1 1 0 0,-1 2 0 0 0,-16 34 415 0 0,16-32-404 0 0,-9 22 232 0 0,1 0 0 0 0,-10 48-1 0 0,17-60-216 0 0,1 1 0 0 0,1-1 0 0 0,0 1 0 0 0,1-1 0 0 0,0 0 0 0 0,5 24 0 0 0,-5-37-54 0 0,1 0 1 0 0,-1 0 0 0 0,1 0 0 0 0,0-1 0 0 0,0 1 0 0 0,1 0 0 0 0,-1 0 0 0 0,0-1 0 0 0,1 1 0 0 0,0-1-1 0 0,-1 1 1 0 0,1-1 0 0 0,0 1 0 0 0,1-1 0 0 0,-1 0 0 0 0,0 0 0 0 0,0 0 0 0 0,5 2 0 0 0,-2-2 5 0 0,-1 0 1 0 0,1 0 0 0 0,-1 0-1 0 0,1-1 1 0 0,0 0 0 0 0,0 0 0 0 0,0 0-1 0 0,0-1 1 0 0,-1 0 0 0 0,10 0-1 0 0,0-1-248 0 0,1-2 0 0 0,-1 1-1 0 0,0-2 1 0 0,0 0 0 0 0,0 0-1 0 0,0-1 1 0 0,13-8-1 0 0,-15 7-574 0 0,0-1-1 0 0,-1-1 0 0 0,0 0 0 0 0,-1 0 0 0 0,0-1 0 0 0,11-12 1 0 0,5-9-2617 0 0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0:42.6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164 79 888 0 0,'-12'-8'1115'0'0,"-5"-5"135"0"0,-2 1 1 0 0,1 0 0 0 0,-2 1-1 0 0,-28-11 1 0 0,47 22-1250 0 0,0 0 0 0 0,0-1 0 0 0,0 1 0 0 0,0 0 0 0 0,-1 0 0 0 0,1 0 0 0 0,0 1 0 0 0,0-1 0 0 0,0 0-1 0 0,0 0 1 0 0,-1 1 0 0 0,1-1 0 0 0,0 0 0 0 0,0 1 0 0 0,0-1 0 0 0,-2 2 0 0 0,3-2-124 0 0,-1 0 0 0 0,1 1 0 0 0,-1-1 0 0 0,1 0 0 0 0,-1 1 0 0 0,1-1-1 0 0,-1 0 1 0 0,1 1 0 0 0,-1-1 0 0 0,1 1 0 0 0,0-1 0 0 0,-1 1 0 0 0,1-1 0 0 0,0 1 0 0 0,-1-1 0 0 0,1 1 0 0 0,0 0-1 0 0,0-1 1 0 0,-1 1 0 0 0,1-1 0 0 0,0 1 0 0 0,0 0 0 0 0,0-1 0 0 0,0 1 0 0 0,0-1 0 0 0,0 1 0 0 0,0 0 0 0 0,0-1 0 0 0,0 1-1 0 0,0 0 1 0 0,4 11-1929 0 0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0:42.9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248 45 1012 0 0,'-15'-13'4100'0'0,"11"9"-3305"0"0,-1 0 0 0 0,1 0-1 0 0,-1 0 1 0 0,0 1 0 0 0,1 0 0 0 0,-1 0 0 0 0,-8-3-1 0 0,13 6-759 0 0,-1 0 0 0 0,0 0 0 0 0,1 0 0 0 0,-1 1 0 0 0,0-1 0 0 0,1 0 0 0 0,-1 0 0 0 0,0 0 0 0 0,1 1 0 0 0,-1-1 0 0 0,0 0 0 0 0,1 1 0 0 0,-1-1 0 0 0,1 1 0 0 0,-1-1 0 0 0,1 1 0 0 0,-1-1-1 0 0,1 1 1 0 0,0-1 0 0 0,-1 1 0 0 0,1-1 0 0 0,-1 1 0 0 0,1 0 0 0 0,-1 0 0 0 0,-7 16 507 0 0,8-17-504 0 0,-25 65 1111 0 0,-24 109 0 0 0,12-39-766 0 0,26-99-331 0 0,-20 73 121 0 0,27-92-156 0 0,1 1-1 0 0,0-1 0 0 0,2 1 1 0 0,0 21-1 0 0,1-33-112 0 0,1-1 0 0 0,0 1-1 0 0,0-1 1 0 0,0 1 0 0 0,0-1-1 0 0,1 0 1 0 0,0 0 0 0 0,0 0 0 0 0,1 0-1 0 0,3 6 1 0 0,-4-8-374 0 0,0 0 0 0 0,0-1 0 0 0,0 1 0 0 0,0-1 0 0 0,1 0 0 0 0,-1 0 0 0 0,1 0 0 0 0,-1 0 0 0 0,1 0 0 0 0,0 0 1 0 0,0 0-1 0 0,0-1 0 0 0,0 0 0 0 0,0 0 0 0 0,0 1 0 0 0,0-2 0 0 0,6 2 0 0 0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0:43.3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75 164 2008 0 0,'-21'-8'2243'0'0,"15"6"-1462"0"0,0 0 0 0 0,0-1 0 0 0,-1 2 0 0 0,1-1 1 0 0,-1 1-1 0 0,-8-1 0 0 0,16 2-770 0 0,-1 0 0 0 0,0 0 0 0 0,0 0 0 0 0,0 0 0 0 0,0 0 0 0 0,0 0 0 0 0,1 0 0 0 0,-1 0 0 0 0,0 0 0 0 0,0 0 0 0 0,0-1 0 0 0,0 1 0 0 0,0 0 0 0 0,0 0 0 0 0,1 0 0 0 0,-1 0 0 0 0,0 0 0 0 0,0 0 0 0 0,0-1 0 0 0,0 1 0 0 0,0 0 0 0 0,0 0 0 0 0,0 0 0 0 0,0 0 0 0 0,0 0 0 0 0,0-1 0 0 0,0 1 0 0 0,0 0 0 0 0,0 0 0 0 0,0 0 0 0 0,0 0 0 0 0,0-1 0 0 0,0 1 0 0 0,0 0 0 0 0,0 0 0 0 0,0 0 0 0 0,0 0 0 0 0,0 0 0 0 0,0-1 0 0 0,0 1 0 0 0,0 0 0 0 0,0 0 0 0 0,0 0 0 0 0,0 0 0 0 0,0 0 0 0 0,0-1 0 0 0,-1 1 0 0 0,1 0 0 0 0,0 0 1 0 0,0 0-1 0 0,0 0 0 0 0,0 0 0 0 0,0 0 0 0 0,0 0 0 0 0,0 0 0 0 0,-1-1 0 0 0,1 1 0 0 0,0 0 0 0 0,0 0 0 0 0,0 0 0 0 0,0 0 0 0 0,-1 0 0 0 0,1 0 0 0 0,0 0 0 0 0,0 0 0 0 0,0 0 0 0 0,0 0 0 0 0,-1 0 0 0 0,11-8 152 0 0,26-4 3 0 0,1 1 0 0 0,60-10 1 0 0,-27 7-104 0 0,234-46-21 0 0,-282 55-22 0 0,-16 4-22 0 0,-1 0-1 0 0,0 0 1 0 0,0 0-1 0 0,0 0 1 0 0,10 1 0 0 0,-12 1 3 0 0,-11 27 32 0 0,-7 3 194 0 0,-40 96 715 0 0,49-110-829 0 0,1-1 0 0 0,1 1 0 0 0,0 0 0 0 0,2 1 1 0 0,-2 30-1 0 0,4-45-100 0 0,0 1-1 0 0,0-1 1 0 0,0 1 0 0 0,0 0-1 0 0,1-1 1 0 0,0 1 0 0 0,0-1-1 0 0,0 1 1 0 0,0-1 0 0 0,0 0-1 0 0,1 1 1 0 0,0-1 0 0 0,-1 0-1 0 0,1 0 1 0 0,0 0 0 0 0,1 0-1 0 0,-1 0 1 0 0,0-1 0 0 0,1 1-1 0 0,-1-1 1 0 0,1 1 0 0 0,0-1-1 0 0,0 0 1 0 0,0 0 0 0 0,0 0-1 0 0,0-1 1 0 0,7 3 0 0 0,-5-2-164 0 0,1-1 0 0 0,-1 0 1 0 0,1 0-1 0 0,0 0 1 0 0,-1-1-1 0 0,1 0 1 0 0,0 0-1 0 0,0 0 0 0 0,-1-1 1 0 0,1 0-1 0 0,-1 0 1 0 0,1 0-1 0 0,0-1 1 0 0,-1 1-1 0 0,0-1 1 0 0,11-6-1 0 0,-8 4-753 0 0,0-1 0 0 0,0-1 0 0 0,0 1 0 0 0,-1-1 0 0 0,8-8 0 0 0,3-6-2197 0 0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0:43.5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41 880 0 0,'-9'-8'1271'0'0,"6"4"-916"0"0,-1 1 0 0 0,1 0 0 0 0,0 0 0 0 0,-1 1 0 0 0,1-1 1 0 0,-1 1-1 0 0,0 0 0 0 0,0 0 0 0 0,0 0 0 0 0,0 0 0 0 0,0 1 0 0 0,-1-1 0 0 0,-4 0 0 0 0,7 2-332 0 0,1 0 0 0 0,-1 0 1 0 0,1 0-1 0 0,-1 1 0 0 0,1-1 0 0 0,-1 0 0 0 0,1 1 1 0 0,0-1-1 0 0,-1 1 0 0 0,1 0 0 0 0,-1-1 1 0 0,1 1-1 0 0,0 0 0 0 0,0 0 0 0 0,-1 0 0 0 0,1 0 1 0 0,0 0-1 0 0,0 0 0 0 0,0 0 0 0 0,0 0 0 0 0,0 0 1 0 0,0 0-1 0 0,1 1 0 0 0,-1-1 0 0 0,0 0 1 0 0,0 2-1 0 0,-1 1-99 0 0,0 0 1 0 0,1 1-1 0 0,-1-1 1 0 0,1 0-1 0 0,0 0 1 0 0,-1 9-1 0 0,4 30-3218 0 0,1-28 1772 0 0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0:44.3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135 139 720 0 0,'-5'10'4294'0'0,"-21"31"-836"0"0,-22 44 0 0 0,39-67-3233 0 0,2 0 1 0 0,0 0 0 0 0,1 0 0 0 0,0 1-1 0 0,-4 30 1 0 0,10-44-193 0 0,-1 0-1 0 0,1-1 1 0 0,0 1 0 0 0,1-1-1 0 0,-1 1 1 0 0,1-1 0 0 0,0 1-1 0 0,0-1 1 0 0,0 1 0 0 0,3 6-1 0 0,-3-9-18 0 0,1 1-1 0 0,-1-1 0 0 0,0 0 0 0 0,1 0 0 0 0,0 1 0 0 0,-1-1 1 0 0,1 0-1 0 0,0 0 0 0 0,0-1 0 0 0,0 1 0 0 0,0 0 0 0 0,1-1 0 0 0,-1 1 1 0 0,0-1-1 0 0,1 0 0 0 0,-1 0 0 0 0,1 0 0 0 0,4 2 0 0 0,3-1-5 0 0,1 0 0 0 0,0-1 0 0 0,-1 0 0 0 0,1 0 0 0 0,0-2 0 0 0,0 1 0 0 0,-1-1 0 0 0,1-1 0 0 0,0 1 1 0 0,-1-2-1 0 0,1 0 0 0 0,-1 0 0 0 0,0-1 0 0 0,0 0 0 0 0,0-1 0 0 0,-1 0 0 0 0,1 0 0 0 0,14-12 0 0 0,-17 11-15 0 0,0 0 0 0 0,0 0 0 0 0,-1-1 0 0 0,0 1 0 0 0,-1-1 0 0 0,1-1 0 0 0,-1 1 0 0 0,0-1 0 0 0,-1 1 0 0 0,0-1 0 0 0,0-1 0 0 0,-1 1 0 0 0,0-1 0 0 0,-1 1 0 0 0,0-1 0 0 0,0 0 0 0 0,0 0 0 0 0,-1 1 0 0 0,-1-1 0 0 0,1 0 0 0 0,-2 0 0 0 0,-1-17 0 0 0,1 20-1 0 0,-1-1 1 0 0,1 1-1 0 0,-1 0 0 0 0,0 0 0 0 0,-1 1 0 0 0,0-1 1 0 0,1 0-1 0 0,-2 1 0 0 0,1 0 0 0 0,-1-1 0 0 0,1 1 1 0 0,-1 1-1 0 0,-7-7 0 0 0,4 5 3 0 0,0 1 1 0 0,0 0-1 0 0,0 0 1 0 0,-1 1-1 0 0,1 0 1 0 0,-1 0-1 0 0,0 0 1 0 0,-17-3-1 0 0,11 3-1 0 0,0 2-1 0 0,0-1 1 0 0,0 2-1 0 0,-1 0 1 0 0,1 1-1 0 0,0 0 1 0 0,-1 1-1 0 0,1 1 1 0 0,0 0-1 0 0,0 1 1 0 0,-21 7-1 0 0,32-9 6 0 0,2 0 1 0 0,-1-1 1 0 0,0 1-1 0 0,0 0 0 0 0,1 0 0 0 0,-1 0 0 0 0,0 0 0 0 0,1 0 1 0 0,-1 0-1 0 0,1 0 0 0 0,-1 0 0 0 0,1 0 0 0 0,-2 3 1 0 0,3-4-1 0 0,-1 1 0 0 0,1-1 0 0 0,-1 1 0 0 0,1-1 0 0 0,-1 1 0 0 0,1-1 0 0 0,0 1 0 0 0,-1-1 0 0 0,1 1 0 0 0,0 0 0 0 0,-1-1 0 0 0,1 1 0 0 0,0 0 0 0 0,0-1 0 0 0,0 1 0 0 0,0 0 0 0 0,-1-1 0 0 0,1 1 0 0 0,0 0 0 0 0,0 0 0 0 0,0-1 0 0 0,0 1 0 0 0,1 0 0 0 0,-1-1 1 0 0,0 1-1 0 0,0 0 0 0 0,0-1 0 0 0,1 1 0 0 0,-1 0 0 0 0,0-1 0 0 0,0 1 0 0 0,1 0 0 0 0,-1-1 0 0 0,1 1 0 0 0,-1-1 0 0 0,0 1 0 0 0,1-1 0 0 0,-1 1 0 0 0,2 0 0 0 0,20 7 3 0 0,-19-7-3 0 0,17 2-3 0 0,1-1 0 0 0,-1-1 0 0 0,1 0 0 0 0,-1-2 0 0 0,0 0 0 0 0,26-6 0 0 0,25 0-18 0 0,-52 6 28 0 0,111-2-61 0 0,-117 3 43 0 0,1 2 0 0 0,0 0 0 0 0,-1 0 1 0 0,1 1-1 0 0,-1 1 0 0 0,0 0 1 0 0,16 7-1 0 0,-26-9 12 0 0,0-1 0 0 0,0 1 0 0 0,0 0 0 0 0,0 0 0 0 0,0 0 0 0 0,-1 0 0 0 0,1 0 0 0 0,-1 0 0 0 0,0 1 0 0 0,1-1 0 0 0,-1 1 0 0 0,0 0 0 0 0,0-1 0 0 0,-1 1 0 0 0,1 0 0 0 0,-1 0 0 0 0,1 0 0 0 0,1 6 1 0 0,-2-4 2 0 0,-1 0 1 0 0,0 0-1 0 0,0 0 1 0 0,0 0-1 0 0,0 0 1 0 0,-1 0-1 0 0,1 0 1 0 0,-1 0-1 0 0,-1 0 1 0 0,1 0-1 0 0,-1-1 1 0 0,-3 8 0 0 0,-5 14 169 0 0,9-24-99 0 0,-3 3 115 0 0,69-92-13 0 0,57-66-162 0 0,-107 138-21 0 0,0 1 1 0 0,0 0 0 0 0,2 1 0 0 0,-1 0 0 0 0,2 1-1 0 0,0 1 1 0 0,23-10 0 0 0,-38 19-3 0 0,0 1 0 0 0,0 0 1 0 0,0 0-1 0 0,0 0 0 0 0,0 0 0 0 0,0 1 0 0 0,1-1 1 0 0,-1 1-1 0 0,6 0 0 0 0,-8 0 4 0 0,1 1 1 0 0,-1-1-1 0 0,1 0 0 0 0,-1 1 1 0 0,0-1-1 0 0,1 1 1 0 0,-1-1-1 0 0,0 1 0 0 0,1-1 1 0 0,-1 1-1 0 0,0 0 0 0 0,0 0 1 0 0,0 0-1 0 0,0 0 1 0 0,1 0-1 0 0,0 2 0 0 0,0 0 19 0 0,-1 0 0 0 0,1 0 0 0 0,-1 0-1 0 0,0 0 1 0 0,0 0 0 0 0,0 0 0 0 0,0 1-1 0 0,-1-1 1 0 0,1 0 0 0 0,-1 1 0 0 0,0-1-1 0 0,0 0 1 0 0,0 1 0 0 0,-1-1 0 0 0,1 0-1 0 0,-1 1 1 0 0,-1 4 0 0 0,-7 22 317 0 0,-1 0-1 0 0,-2-1 1 0 0,0-1 0 0 0,-24 38-1 0 0,16-29-79 0 0,-24 58 0 0 0,43-94-248 0 0,1 0 0 0 0,0 1 0 0 0,-1-1 0 0 0,1 0 1 0 0,0 0-1 0 0,0 0 0 0 0,-1 0 0 0 0,1 0 0 0 0,0 0 1 0 0,0 0-1 0 0,0 1 0 0 0,1-1 0 0 0,-1 0 0 0 0,0 0 1 0 0,0 0-1 0 0,1 0 0 0 0,-1 0 0 0 0,0 0 0 0 0,1 0 1 0 0,-1 0-1 0 0,1 0 0 0 0,0 0 0 0 0,-1 0 0 0 0,1 0 1 0 0,0 0-1 0 0,-1 0 0 0 0,1-1 0 0 0,0 1 0 0 0,0 0 1 0 0,0 0-1 0 0,-1-1 0 0 0,1 1 0 0 0,0-1 0 0 0,0 1 1 0 0,0 0-1 0 0,0-1 0 0 0,0 0 0 0 0,1 1 0 0 0,-1-1 1 0 0,0 0-1 0 0,0 0 0 0 0,0 1 0 0 0,0-1 1 0 0,1 0-1 0 0,6 1-56 0 0,-1 0 0 0 0,1-1 0 0 0,0 1 0 0 0,-1-2 0 0 0,9 0 0 0 0,22-5-1565 0 0,1-1 1 0 0,-1-2 0 0 0,0-2-1 0 0,-1-2 1 0 0,39-18 0 0 0,-26 9-2603 0 0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0:44.8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36 1556 0 0,'22'-36'7447'0'0,"-18"68"-6492"0"0,-8-10-830 0 0,-1 0 0 0 0,-1 0 0 0 0,-1 0 0 0 0,-1-1 0 0 0,-16 30 0 0 0,-13 40 110 0 0,31-74-324 0 0,1-2 152 0 0,0 0-1 0 0,1 0 1 0 0,1 0 0 0 0,-2 19 0 0 0,4-31-151 0 0,1 0 1 0 0,0 0 0 0 0,0-1 0 0 0,0 1 0 0 0,0 0-1 0 0,0 0 1 0 0,1-1 0 0 0,-1 1 0 0 0,1 0 0 0 0,-1-1 0 0 0,1 1-1 0 0,0-1 1 0 0,0 1 0 0 0,1-1 0 0 0,-1 1 0 0 0,0-1-1 0 0,1 0 1 0 0,0 1 0 0 0,-1-1 0 0 0,1 0 0 0 0,0 0-1 0 0,0 0 1 0 0,0 0 0 0 0,0-1 0 0 0,0 1 0 0 0,1-1 0 0 0,-1 1-1 0 0,0-1 1 0 0,1 0 0 0 0,4 2 0 0 0,-3-2-251 0 0,1 0 0 0 0,-1 0 0 0 0,1-1 0 0 0,0 0 0 0 0,-1 0 0 0 0,1 0 0 0 0,0 0 0 0 0,-1-1-1 0 0,1 0 1 0 0,-1 0 0 0 0,1 0 0 0 0,5-3 0 0 0,12-4-1328 0 0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0:45.1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63 1172 0 0,'10'-11'1852'0'0,"-1"-1"0"0"0,16-26 961 0 0,-26 37-2784 0 0,0 1-1 0 0,1 0 1 0 0,-1 0-1 0 0,0 0 1 0 0,0 0-1 0 0,0 0 1 0 0,0 0-1 0 0,0 0 1 0 0,0 0-1 0 0,0 1 1 0 0,0-1-1 0 0,0 0 1 0 0,0 0-1 0 0,0 1 1 0 0,0-1-1 0 0,0 1 1 0 0,0-1-1 0 0,1 1 1 0 0,-1-1-1 0 0,0 1 1 0 0,0 0-1 0 0,0-1 1 0 0,1 1-1 0 0,-1 0 1 0 0,0-1-1 0 0,1 1 1 0 0,-1 0-1 0 0,0 1 1 0 0,-20 24 330 0 0,19-23-338 0 0,1 0 1 0 0,-1 0 0 0 0,1 1-1 0 0,0-1 1 0 0,0 0-1 0 0,0 0 1 0 0,0 1 0 0 0,1-1-1 0 0,-1 1 1 0 0,1-1-1 0 0,0 0 1 0 0,0 1-1 0 0,0-1 1 0 0,0 1 0 0 0,1-1-1 0 0,-1 1 1 0 0,1-1-1 0 0,0 0 1 0 0,0 0 0 0 0,0 1-1 0 0,0-1 1 0 0,1 0-1 0 0,-1 0 1 0 0,1 0 0 0 0,0 0-1 0 0,0 0 1 0 0,0-1-1 0 0,0 1 1 0 0,5 4-1 0 0,6 6 61 0 0,2 0-1 0 0,-1-1 1 0 0,2-1-1 0 0,20 12 1 0 0,-14-9 24 0 0,-5-3 11 0 0,-6-4 18 0 0,0 0 1 0 0,0 1 0 0 0,-1 0-1 0 0,0 0 1 0 0,12 14-1 0 0,-21-21-100 0 0,-1 0 0 0 0,1 0-1 0 0,-1 0 1 0 0,1 0 0 0 0,-1 0 0 0 0,0 0-1 0 0,1-1 1 0 0,-1 1 0 0 0,0 0-1 0 0,0 0 1 0 0,0 0 0 0 0,0 0 0 0 0,0 0-1 0 0,0 0 1 0 0,0 0 0 0 0,0 0-1 0 0,0 0 1 0 0,0 0 0 0 0,-1 0-1 0 0,1 0 1 0 0,0 0 0 0 0,-1 0 0 0 0,1 0-1 0 0,0-1 1 0 0,-2 2 0 0 0,-13 17 414 0 0,10-15-412 0 0,0 0 0 0 0,0-1 0 0 0,-1 1 1 0 0,0-1-1 0 0,0 0 0 0 0,0-1 0 0 0,0 1 1 0 0,0-1-1 0 0,0-1 0 0 0,0 1 0 0 0,-1-1 0 0 0,1 0 1 0 0,0 0-1 0 0,-1-1 0 0 0,-7 0 0 0 0,5 0-378 0 0,0-1-1 0 0,0 0 0 0 0,1-1 1 0 0,-13-3-1 0 0,14 2-688 0 0,-1 0-1 0 0,1 0 1 0 0,0 0 0 0 0,-13-9 0 0 0,1-3-2620 0 0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0:45.3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64 140 0 0,'0'-9'3220'0'0,"0"-8"-1244"0"0,-2 3-771 0 0,0 1-149 0 0,4 2-952 0 0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0:45.9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399 147 552 0 0,'30'-33'2760'0'0,"-23"27"-2326"0"0,-1-1 0 0 0,0 0 1 0 0,1 0-1 0 0,-2 0 0 0 0,1-1 0 0 0,-1 0 0 0 0,-1 0 1 0 0,1 0-1 0 0,5-15 0 0 0,-10 22-410 0 0,0 1 0 0 0,0-1 0 0 0,1 0 0 0 0,-1 0 0 0 0,0 1 0 0 0,0-1 0 0 0,0 0 0 0 0,0 0 0 0 0,0 1-1 0 0,0-1 1 0 0,0 0 0 0 0,0 0 0 0 0,0 1 0 0 0,0-1 0 0 0,0 0 0 0 0,-1 1 0 0 0,1-1 0 0 0,0 0 0 0 0,0 1 0 0 0,-1-1 0 0 0,1 0 0 0 0,-1 1 0 0 0,1-1 0 0 0,0 0 0 0 0,-1 1 0 0 0,1-1 0 0 0,-1 1-1 0 0,1-1 1 0 0,-1 1 0 0 0,0-1 0 0 0,1 1 0 0 0,-1-1 0 0 0,1 1 0 0 0,-1 0 0 0 0,0-1 0 0 0,1 1 0 0 0,-1 0 0 0 0,0 0 0 0 0,0-1 0 0 0,1 1 0 0 0,-1 0 0 0 0,0 0 0 0 0,0 0 0 0 0,1 0-1 0 0,-1 0 1 0 0,0 0 0 0 0,1 0 0 0 0,-1 0 0 0 0,0 0 0 0 0,-1 1 0 0 0,-5 0 48 0 0,0 0 0 0 0,0 1 0 0 0,0 0 0 0 0,-8 3 0 0 0,11-3-19 0 0,-50 18 177 0 0,1 3 0 0 0,2 1 0 0 0,-63 41 0 0 0,108-62-222 0 0,1 1 1 0 0,-1 0 0 0 0,1 0 0 0 0,0 0 0 0 0,0 0 0 0 0,0 1 0 0 0,1 0 0 0 0,0 0 0 0 0,0 0-1 0 0,0 0 1 0 0,-5 9 0 0 0,9-13-8 0 0,0 0 0 0 0,0 0 0 0 0,0 0 1 0 0,0 0-1 0 0,0 0 0 0 0,0 0 0 0 0,0 0 0 0 0,0 0 0 0 0,1 0 0 0 0,-1 0 0 0 0,0 0 0 0 0,0 0 0 0 0,1 0 0 0 0,-1 0 0 0 0,1 0 0 0 0,-1-1 0 0 0,1 1 1 0 0,-1 0-1 0 0,1 0 0 0 0,0 0 0 0 0,-1-1 0 0 0,1 1 0 0 0,0 0 0 0 0,-1-1 0 0 0,1 1 0 0 0,0 0 0 0 0,0-1 0 0 0,0 1 0 0 0,0-1 0 0 0,1 1 0 0 0,30 14 5 0 0,-29-14-2 0 0,77 25 17 0 0,-36-12-18 0 0,43 19 1 0 0,-83-31 16 0 0,0 0-1 0 0,-1 0 1 0 0,1 0 0 0 0,0 1 0 0 0,-1-1 0 0 0,1 1-1 0 0,-1 0 1 0 0,0 0 0 0 0,0 0 0 0 0,0 0-1 0 0,0 0 1 0 0,-1 1 0 0 0,1-1 0 0 0,-1 1 0 0 0,0 0-1 0 0,3 8 1 0 0,-4-9 29 0 0,0 0 0 0 0,-1 0-1 0 0,1 0 1 0 0,-1 0 0 0 0,0 0 0 0 0,0 0 0 0 0,0 0-1 0 0,-1 0 1 0 0,1 1 0 0 0,-1-1 0 0 0,0 0-1 0 0,1 0 1 0 0,-1 0 0 0 0,-1 0 0 0 0,1-1 0 0 0,0 1-1 0 0,-1 0 1 0 0,1 0 0 0 0,-1-1 0 0 0,0 1-1 0 0,0-1 1 0 0,0 1 0 0 0,-5 3 0 0 0,-4 4 47 0 0,-1 0 1 0 0,0-1 0 0 0,0-1 0 0 0,-1 0-1 0 0,-1 0 1 0 0,1-1 0 0 0,-1-1 0 0 0,0 0-1 0 0,-19 4 1 0 0,1-2-37 0 0,0-1 0 0 0,0-2 0 0 0,-43 2 0 0 0,70-6-64 0 0,-1-1 0 0 0,1-1 0 0 0,0 1 1 0 0,0-1-1 0 0,-5-1 0 0 0,9 2-67 0 0,-1 0 1 0 0,1-1-1 0 0,-1 1 0 0 0,1-1 0 0 0,0 1 0 0 0,-1-1 0 0 0,1 0 0 0 0,0 1 0 0 0,0-1 0 0 0,0 0 0 0 0,0 0 0 0 0,-1 0 1 0 0,1 0-1 0 0,0 0 0 0 0,0 0 0 0 0,1 0 0 0 0,-1 0 0 0 0,0 0 0 0 0,0 0 0 0 0,0-1 0 0 0,0-1 0 0 0,1 1-102 0 0,1 0 0 0 0,0 1-1 0 0,-1-1 1 0 0,1 0-1 0 0,0 1 1 0 0,0-1 0 0 0,0 1-1 0 0,0-1 1 0 0,0 1-1 0 0,0-1 1 0 0,1 1 0 0 0,-1 0-1 0 0,0 0 1 0 0,1-1 0 0 0,-1 1-1 0 0,4-1 1 0 0,29-21-3534 0 0,-11 10 1249 0 0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0:46.8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322 452 580 0 0,'1'-1'204'0'0,"34"-25"3336"0"0,-33 24-3275 0 0,0 1-1 0 0,0-1 0 0 0,0 0 0 0 0,0 0 0 0 0,-1 0 0 0 0,1-1 0 0 0,-1 1 0 0 0,1 0 1 0 0,-1-1-1 0 0,0 1 0 0 0,0-1 0 0 0,2-4 0 0 0,-3 5 105 0 0,-1 2-318 0 0,0-1 0 0 0,0 0 0 0 0,0 1 0 0 0,0-1 0 0 0,0 1-1 0 0,0 0 1 0 0,0-1 0 0 0,0 1 0 0 0,0 0 0 0 0,0-1 0 0 0,0 1-1 0 0,0 0 1 0 0,0 0 0 0 0,-1 0 0 0 0,1 0 0 0 0,0 0-1 0 0,0 0 1 0 0,0 1 0 0 0,0-1 0 0 0,-1 1 0 0 0,-26 8 483 0 0,3 2-262 0 0,1 2-1 0 0,1 0 1 0 0,0 2 0 0 0,-21 17-1 0 0,6-1-24 0 0,-45 49-1 0 0,73-70-211 0 0,1 2-1 0 0,0-1 1 0 0,-12 21-1 0 0,19-28-12 0 0,-1 1 0 0 0,1 0 1 0 0,-1 0-1 0 0,1 0 0 0 0,1 0 0 0 0,-1 0 0 0 0,1 0 0 0 0,0 0 0 0 0,0 1 0 0 0,0-1 1 0 0,1 0-1 0 0,0 11 0 0 0,1-14-21 0 0,-1 0-1 0 0,1 1 1 0 0,0-1 0 0 0,0 0 0 0 0,0 0 0 0 0,0 0-1 0 0,0 0 1 0 0,0 0 0 0 0,0 0 0 0 0,1 0-1 0 0,-1 0 1 0 0,1-1 0 0 0,0 1 0 0 0,-1-1 0 0 0,1 1-1 0 0,0-1 1 0 0,0 1 0 0 0,0-1 0 0 0,0 0 0 0 0,0 0-1 0 0,0 0 1 0 0,0 0 0 0 0,1 0 0 0 0,-1 0-1 0 0,0-1 1 0 0,0 1 0 0 0,1-1 0 0 0,-1 0 0 0 0,0 0-1 0 0,3 1 1 0 0,4-1-17 0 0,0 0 0 0 0,0 0 0 0 0,0-1 0 0 0,0 0-1 0 0,0 0 1 0 0,15-5 0 0 0,-11 1 8 0 0,-1 0-1 0 0,0-1 0 0 0,0 0 1 0 0,-1-1-1 0 0,1 0 1 0 0,-1-1-1 0 0,-1-1 1 0 0,0 1-1 0 0,0-2 1 0 0,-1 1-1 0 0,0-1 1 0 0,10-14-1 0 0,7-13 7 0 0,-2-2-1 0 0,25-52 0 0 0,-29 54 23 0 0,-45 80 144 0 0,-22 52 1 0 0,38-74-93 0 0,1-1 1 0 0,1 2 0 0 0,2-1-1 0 0,0 1 1 0 0,-3 23-1 0 0,8-40-54 0 0,-1 0-1 0 0,1 0 0 0 0,0 0 1 0 0,0 0-1 0 0,1 0 0 0 0,0 0 1 0 0,-1 0-1 0 0,2 0 0 0 0,-1 0 1 0 0,0 0-1 0 0,1-1 0 0 0,0 1 1 0 0,0 0-1 0 0,5 7 0 0 0,-4-9-12 0 0,0 1-1 0 0,0-1 0 0 0,1 0 0 0 0,-1 0 1 0 0,1-1-1 0 0,-1 1 0 0 0,1-1 1 0 0,0 0-1 0 0,0 0 0 0 0,0 0 0 0 0,0 0 1 0 0,1-1-1 0 0,-1 1 0 0 0,0-1 0 0 0,1 0 1 0 0,-1 0-1 0 0,5-1 0 0 0,3 1-18 0 0,-1 0-1 0 0,0-1 0 0 0,0 0 1 0 0,0-1-1 0 0,0-1 0 0 0,0 0 1 0 0,0 0-1 0 0,16-6 0 0 0,-11 2 6 0 0,0-1 0 0 0,0-1 0 0 0,-1 0 1 0 0,27-20-1 0 0,-14 5-10 0 0,-1 0 1 0 0,-1-2 0 0 0,-2-1 0 0 0,37-49 0 0 0,-7-4 2 0 0,-4-2 1 0 0,-3-2 0 0 0,50-126-1 0 0,-83 176 27 0 0,-2-1-1 0 0,12-50 0 0 0,-24 84-9 0 0,0 1-1 0 0,0-1 1 0 0,-1 0-1 0 0,1 0 1 0 0,0 1-1 0 0,-1-1 1 0 0,1 0 0 0 0,0 0-1 0 0,0 0 1 0 0,-1 0-1 0 0,1 1 1 0 0,0-1-1 0 0,-1 0 1 0 0,1 0-1 0 0,0 0 1 0 0,-1 0-1 0 0,1 0 1 0 0,-1 0 0 0 0,1 0-1 0 0,0 0 1 0 0,-1 0-1 0 0,1 0 1 0 0,0 0-1 0 0,-1 0 1 0 0,1 0-1 0 0,0 0 1 0 0,-1-1-1 0 0,1 1 1 0 0,0 0 0 0 0,-1 0-1 0 0,1 0 1 0 0,0 0-1 0 0,0-1 1 0 0,-1 1-1 0 0,1 0 1 0 0,0 0-1 0 0,0-1 1 0 0,-1 1-1 0 0,1 0 1 0 0,0 0 0 0 0,0-1-1 0 0,-1 1 1 0 0,1 0-1 0 0,0-1 1 0 0,0 1-1 0 0,0 0 1 0 0,0 0-1 0 0,0-1 1 0 0,0 1-1 0 0,-1 0 1 0 0,1-1 0 0 0,0 1-1 0 0,0-1 1 0 0,0 1-1 0 0,0 0 1 0 0,0-1-1 0 0,0 1 1 0 0,0 0-1 0 0,0-1 1 0 0,1 1-1 0 0,-1 0 1 0 0,0-1 0 0 0,0 1-1 0 0,0 0 1 0 0,0-1-1 0 0,0 1 1 0 0,0 0-1 0 0,1-1 1 0 0,-23 19 22 0 0,-17 31 93 0 0,3 3 0 0 0,2 0-1 0 0,2 2 1 0 0,3 2-1 0 0,-39 102 1 0 0,57-128-65 0 0,2 1 0 0 0,-9 44 0 0 0,16-65-40 0 0,1 0 0 0 0,0 0 0 0 0,1 0-1 0 0,-1 0 1 0 0,2 0 0 0 0,0 0-1 0 0,0 1 1 0 0,1-1 0 0 0,0-1 0 0 0,1 1-1 0 0,6 16 1 0 0,-7-21-8 0 0,1 1 0 0 0,0-1 1 0 0,1 0-1 0 0,-1-1 0 0 0,1 1 0 0 0,0 0 0 0 0,0-1 1 0 0,0 0-1 0 0,1 0 0 0 0,-1-1 0 0 0,1 1 1 0 0,0-1-1 0 0,7 4 0 0 0,-4-3-28 0 0,1-1 0 0 0,0 0 0 0 0,0 0 0 0 0,0 0 0 0 0,0-1 0 0 0,1-1 0 0 0,15 1 0 0 0,-4-2-153 0 0,-1 0 0 0 0,1-2 0 0 0,0-1 0 0 0,-1 0 0 0 0,0-2 0 0 0,38-12 0 0 0,-33 6 11 0 0,0 0-1 0 0,-1-2 0 0 0,-1-1 1 0 0,0-1-1 0 0,0-1 1 0 0,-2 0-1 0 0,35-36 1 0 0,-34 30 178 0 0,-1-2 0 0 0,-1-1 1 0 0,-2 0-1 0 0,0-1 1 0 0,-2-1-1 0 0,19-43 0 0 0,-27 45 461 0 0,-8 25-461 0 0,0-1 0 0 0,0 1 1 0 0,-1-1-1 0 0,1 1 0 0 0,0 0 1 0 0,0-1-1 0 0,0 1 1 0 0,0 0-1 0 0,0-1 0 0 0,-1 1 1 0 0,1 0-1 0 0,0-1 0 0 0,0 1 1 0 0,-1 0-1 0 0,1 0 1 0 0,0-1-1 0 0,0 1 0 0 0,-1 0 1 0 0,1 0-1 0 0,0-1 0 0 0,-1 1 1 0 0,1 0-1 0 0,0 0 1 0 0,-1 0-1 0 0,1 0 0 0 0,0-1 1 0 0,-1 1-1 0 0,1 0 0 0 0,-1 0 1 0 0,1 0-1 0 0,0 0 1 0 0,-1 0-1 0 0,1 0 0 0 0,0 0 1 0 0,-1 0-1 0 0,1 0 0 0 0,-1 0 1 0 0,1 0-1 0 0,0 0 1 0 0,-1 0-1 0 0,1 1 0 0 0,0-1 1 0 0,-1 0-1 0 0,1 0 0 0 0,0 0 1 0 0,-1 0-1 0 0,1 1 1 0 0,0-1-1 0 0,-1 0 0 0 0,1 0 1 0 0,-1 1-1 0 0,-2 1 49 0 0,0-1-1 0 0,0 1 1 0 0,0 0 0 0 0,0 0 0 0 0,0 1-1 0 0,0-1 1 0 0,0 1 0 0 0,1-1-1 0 0,-1 1 1 0 0,-1 3 0 0 0,-23 34 376 0 0,18-25-270 0 0,-5 9 91 0 0,0 0-1 0 0,-19 49 1 0 0,28-61-217 0 0,1 0-1 0 0,1 0 1 0 0,0 0 0 0 0,1 1-1 0 0,0-1 1 0 0,1 1 0 0 0,0-1 0 0 0,2 23-1 0 0,-1-33-75 0 0,0 1 0 0 0,1-1 0 0 0,-1 1 0 0 0,1-1-1 0 0,-1 1 1 0 0,1-1 0 0 0,0 0 0 0 0,0 1 0 0 0,0-1 0 0 0,0 0-1 0 0,1 0 1 0 0,-1 1 0 0 0,0-1 0 0 0,1 0 0 0 0,0 0 0 0 0,-1-1-1 0 0,1 1 1 0 0,0 0 0 0 0,0-1 0 0 0,0 1 0 0 0,0-1 0 0 0,0 1-1 0 0,0-1 1 0 0,1 0 0 0 0,-1 0 0 0 0,0 0 0 0 0,5 1 0 0 0,-2-1-392 0 0,-1-1-1 0 0,0 1 1 0 0,0-1 0 0 0,0 0 0 0 0,0-1 0 0 0,0 1 0 0 0,0-1 0 0 0,0 0 0 0 0,0 0 0 0 0,0 0 0 0 0,0 0 0 0 0,0-1 0 0 0,0 1-1 0 0,-1-1 1 0 0,1 0 0 0 0,4-3 0 0 0,8-7-3323 0 0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0:47.0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176 124 616 0 0,'-72'-61'6403'0'0,"0"5"-3682"0"0,68 53-3180 0 0,-1 0 759 0 0,-17 4-7477 0 0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0:47.2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1 1668 0 0,'-12'4'1373'0'0,"-39"18"4017"0"0,49-21-4642 0 0,2 0-726 0 0,1-1 1 0 0,-1 1 0 0 0,0-1-1 0 0,0 1 1 0 0,1-1-1 0 0,-1 1 1 0 0,0-1 0 0 0,1 0-1 0 0,-1 1 1 0 0,0-1-1 0 0,1 0 1 0 0,-1 1 0 0 0,1-1-1 0 0,-1 0 1 0 0,1 1-1 0 0,-1-1 1 0 0,1 0 0 0 0,-1 0-1 0 0,1 0 1 0 0,-1 0-1 0 0,1 1 1 0 0,-1-1 0 0 0,1 0-1 0 0,-1 0 1 0 0,1 0-1 0 0,0 0 1 0 0,56 3-668 0 0,109-7 0 0 0,-97 0-2290 0 0,-9 0-225 0 0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0:47.6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305 37 48 0 0,'-15'-7'1512'0'0,"-1"0"0"0"0,-1 2 0 0 0,1 0 0 0 0,-1 1 0 0 0,-25-3 1 0 0,36 6-1426 0 0,0 1 1 0 0,0-1 0 0 0,0 1-1 0 0,0 1 1 0 0,0-1 0 0 0,0 1-1 0 0,0 0 1 0 0,1 1 0 0 0,-1-1-1 0 0,0 1 1 0 0,1 0 0 0 0,-1 0 0 0 0,1 1-1 0 0,-1 0 1 0 0,1 0 0 0 0,0 0-1 0 0,0 0 1 0 0,1 1 0 0 0,-7 5-1 0 0,9-7-72 0 0,1 1-1 0 0,-1-1 0 0 0,0 0 0 0 0,0 1 1 0 0,1-1-1 0 0,0 1 0 0 0,-1-1 0 0 0,1 1 0 0 0,0 0 1 0 0,0 0-1 0 0,1-1 0 0 0,-1 1 0 0 0,1 0 1 0 0,-1 0-1 0 0,1 5 0 0 0,0-3 1 0 0,1 0 0 0 0,-1 0 1 0 0,1-1-1 0 0,0 1 0 0 0,1 0 0 0 0,-1 0 0 0 0,1-1 0 0 0,3 8 0 0 0,5 4 26 0 0,1 1-1 0 0,0-2 1 0 0,24 26-1 0 0,-27-31-12 0 0,35 35 3 0 0,-24-26 43 0 0,-1 1-1 0 0,30 42 0 0 0,-47-61-45 0 0,0 0 0 0 0,-1 0 0 0 0,1 0 0 0 0,-1 0 0 0 0,1 0 0 0 0,-1 1 0 0 0,1-1 0 0 0,-1 0 0 0 0,0 0 0 0 0,0 0 0 0 0,1 0 0 0 0,-1 1 0 0 0,0-1 0 0 0,0 0 0 0 0,0 0 0 0 0,0 0 0 0 0,-1 1 0 0 0,1-1 0 0 0,0 0 0 0 0,0 0 0 0 0,-1 0 0 0 0,1 1 0 0 0,0-1 0 0 0,-2 2 0 0 0,0-1 7 0 0,1 0 0 0 0,-1 0-1 0 0,0 0 1 0 0,0-1 0 0 0,0 1 0 0 0,0 0 0 0 0,0-1 0 0 0,0 0 0 0 0,-1 1 0 0 0,1-1 0 0 0,-3 1 0 0 0,-6 2 53 0 0,0 0 0 0 0,0-1 0 0 0,-22 3 0 0 0,16-4-23 0 0,1 0 1 0 0,-32-3-1 0 0,41 1-238 0 0,1-1 0 0 0,0 1 0 0 0,0-2 0 0 0,0 1 1 0 0,0-1-1 0 0,0 0 0 0 0,0 0 0 0 0,0 0 0 0 0,0-1 0 0 0,-8-6 0 0 0,13 8-94 0 0,-1 0 1 0 0,1 0-1 0 0,0 0 0 0 0,0 0 0 0 0,0 0 0 0 0,0-1 0 0 0,0 1 0 0 0,0 0 0 0 0,0-1 1 0 0,0 1-1 0 0,1-1 0 0 0,-1 1 0 0 0,0-1 0 0 0,1 1 0 0 0,-1-1 0 0 0,1 1 0 0 0,0-1 1 0 0,0 0-1 0 0,-1 1 0 0 0,1-3 0 0 0,3-10-3169 0 0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0:47.9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497 56 756 0 0,'46'-51'7738'0'0,"-46"50"-7675"0"0,-1 1-1 0 0,1 0 0 0 0,0-1 1 0 0,-1 1-1 0 0,1 0 1 0 0,0 0-1 0 0,-1-1 1 0 0,1 1-1 0 0,0 0 1 0 0,-1 0-1 0 0,1 0 1 0 0,-1-1-1 0 0,1 1 0 0 0,0 0 1 0 0,-1 0-1 0 0,1 0 1 0 0,-1 0-1 0 0,1 0 1 0 0,0 0-1 0 0,-1 0 1 0 0,1 0-1 0 0,-1 0 0 0 0,1 0 1 0 0,-1 0-1 0 0,1 0 1 0 0,-1 0-1 0 0,-12 12 259 0 0,0 0-1 0 0,0 0 0 0 0,2 1 1 0 0,-1 1-1 0 0,2 0 0 0 0,0 0 1 0 0,0 1-1 0 0,2 1 1 0 0,0-1-1 0 0,0 1 0 0 0,-7 27 1 0 0,-4 19 371 0 0,-18 115 1 0 0,32-150-377 0 0,-35 393 1770 0 0,18-139-1710 0 0,19-251-148 0 0,-13 49 0 0 0,12-67-171 0 0,0 0 0 0 0,0-1 0 0 0,-1 1 1 0 0,0-1-1 0 0,-1 0 0 0 0,-13 19 0 0 0,16-27-86 0 0,0 0 0 0 0,1-1 0 0 0,-1 1 0 0 0,0 0 0 0 0,0-1-1 0 0,-1 0 1 0 0,1 1 0 0 0,0-2 0 0 0,-1 1 0 0 0,0 0-1 0 0,1 0 1 0 0,-1-1 0 0 0,0 0 0 0 0,0 0 0 0 0,1 0 0 0 0,-1 0-1 0 0,0-1 1 0 0,0 1 0 0 0,0-1 0 0 0,0 0 0 0 0,0 0 0 0 0,0-1-1 0 0,0 1 1 0 0,0-1 0 0 0,0 0 0 0 0,0 0 0 0 0,1 0 0 0 0,-1 0-1 0 0,-4-3 1 0 0,2 1-434 0 0,-1 0 0 0 0,1 0 0 0 0,0 0 0 0 0,0-1 0 0 0,0 0 0 0 0,1-1 0 0 0,-1 1 0 0 0,1-1 0 0 0,0 0 0 0 0,0 0 1 0 0,1-1-1 0 0,-1 1 0 0 0,1-1 0 0 0,1 0 0 0 0,-5-9 0 0 0,0-8-3012 0 0,3-1-1408 0 0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0:48.2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1 131 1556 0 0,'6'-7'565'0'0,"1"0"-1"0"0,0 1 0 0 0,1 0 1 0 0,-1 0-1 0 0,1 1 1 0 0,0 0-1 0 0,0 1 0 0 0,1-1 1 0 0,0 2-1 0 0,-1-1 1 0 0,12-2-1 0 0,14-3-314 0 0,57-7 0 0 0,-65 12 82 0 0,132-11-319 0 0,23-3-5765 0 0,-165 13 4734 0 0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0:48.3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50 80 0 0,'0'-2'1310'0'0,"0"-46"5407"0"0,-13 57-5724 0 0,4 9-678 0 0,0 0 1 0 0,1 1 0 0 0,0 0 0 0 0,-8 37 0 0 0,14-47-368 0 0,0 0 0 0 0,1 0 0 0 0,0 0 1 0 0,0 0-1 0 0,1 1 0 0 0,0-1 0 0 0,1 0 0 0 0,0 1 1 0 0,1-1-1 0 0,-1 0 0 0 0,2 0 0 0 0,-1 0 0 0 0,5 9 1 0 0,11 6-4487 0 0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0:48.5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85 700 0 0,'-7'-14'1612'0'0,"2"0"-400"0"0,1 4-252 0 0,1 0-196 0 0,-2 1 269 0 0,-2-6-377 0 0,2 3-284 0 0,15 20-4105 0 0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0:49.3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353 628 1500 0 0,'0'0'12'0'0,"0"6"1397"0"0,0-1 1 0 0,0 1-1 0 0,1 0 1 0 0,-1-1-1 0 0,3 8 1 0 0,-2-11-1079 0 0,6-2-159 0 0,1-1 0 0 0,-1 1 0 0 0,0-1 0 0 0,1 0 0 0 0,-1-1 0 0 0,0 0 0 0 0,0 0 0 0 0,0-1 0 0 0,13-6 0 0 0,-17 7-154 0 0,1 0-1 0 0,-1 0 1 0 0,0-1-1 0 0,0 0 1 0 0,0 1-1 0 0,0-1 1 0 0,0 0-1 0 0,0-1 1 0 0,-1 1-1 0 0,0 0 1 0 0,1-1-1 0 0,-1 1 0 0 0,-1-1 1 0 0,1 0-1 0 0,0 0 1 0 0,-1 1-1 0 0,0-1 1 0 0,0 0-1 0 0,1-8 1 0 0,-1 6-34 0 0,0 0 0 0 0,-1 1 0 0 0,0-1 0 0 0,0 0 0 0 0,-1 0 0 0 0,1 1 0 0 0,-1-1 0 0 0,0 0 0 0 0,-1 1 0 0 0,-3-11 0 0 0,4 14 14 0 0,0 0-1 0 0,0 0 1 0 0,-1 0-1 0 0,1 0 1 0 0,-1 0 0 0 0,1 1-1 0 0,-1-1 1 0 0,0 0-1 0 0,0 1 1 0 0,0-1 0 0 0,0 1-1 0 0,0-1 1 0 0,0 1-1 0 0,0 0 1 0 0,0 0 0 0 0,0 0-1 0 0,-1 0 1 0 0,1 1-1 0 0,0-1 1 0 0,-1 0 0 0 0,1 1-1 0 0,-1 0 1 0 0,1-1-1 0 0,0 1 1 0 0,-1 0 0 0 0,1 0-1 0 0,-1 1 1 0 0,-2-1-1 0 0,-10 3 33 0 0,-1 0 0 0 0,1 1 0 0 0,1 0-1 0 0,-1 1 1 0 0,0 1 0 0 0,1 0 0 0 0,-15 10-1 0 0,-90 62 61 0 0,88-55-99 0 0,-33 31 0 0 0,56-47-15 0 0,0 1-1 0 0,1 1 1 0 0,0-1 0 0 0,0 1-1 0 0,1 0 1 0 0,0 1-1 0 0,0-1 1 0 0,-7 20-1 0 0,12-26 21 0 0,0 0 0 0 0,0 0-1 0 0,0 0 1 0 0,1 1-1 0 0,-1-1 1 0 0,1 0 0 0 0,0 0-1 0 0,0 0 1 0 0,0 0-1 0 0,0 1 1 0 0,1-1 0 0 0,-1 0-1 0 0,1 0 1 0 0,0 0-1 0 0,0 0 1 0 0,0 0-1 0 0,0 0 1 0 0,2 4 0 0 0,0-3-59 0 0,0 0 0 0 0,0-1 0 0 0,0 1 0 0 0,1 0 0 0 0,0-1 0 0 0,-1 0 0 0 0,1 0 0 0 0,0 0 0 0 0,0 0 0 0 0,8 4 0 0 0,5 0-316 0 0,-1-1 0 0 0,1 0-1 0 0,0-1 1 0 0,0-1 0 0 0,28 3-1 0 0,3-2-272 0 0,0-2 0 0 0,0-3 0 0 0,1-1 0 0 0,-1-3 0 0 0,0-2 0 0 0,0-2 0 0 0,92-27 0 0 0,-90 17 792 0 0,0-1 1 0 0,-1-3 0 0 0,-1-2-1 0 0,-1-1 1 0 0,-1-3-1 0 0,-2-2 1 0 0,43-37-1 0 0,-77 59 150 0 0,0 0 0 0 0,-1-1-1 0 0,0 0 1 0 0,-1 0-1 0 0,0-1 1 0 0,0 0-1 0 0,7-13 1 0 0,-15 22-263 0 0,1 1 0 0 0,-1-1 1 0 0,0 1-1 0 0,1-1 1 0 0,-1 0-1 0 0,0 1 0 0 0,0-1 1 0 0,1 0-1 0 0,-1 0 0 0 0,0 1 1 0 0,0-1-1 0 0,0 0 0 0 0,0 1 1 0 0,0-1-1 0 0,0 0 1 0 0,0 1-1 0 0,0-1 0 0 0,0 0 1 0 0,-1 0-1 0 0,1 1 0 0 0,0-1 1 0 0,0 0-1 0 0,-1 1 1 0 0,1-1-1 0 0,0 0 0 0 0,-1 1 1 0 0,1-1-1 0 0,0 1 0 0 0,-1-1 1 0 0,1 1-1 0 0,-1-1 0 0 0,1 1 1 0 0,-1-1-1 0 0,1 1 1 0 0,-1-1-1 0 0,0 1 0 0 0,1 0 1 0 0,-1-1-1 0 0,1 1 0 0 0,-1 0 1 0 0,0-1-1 0 0,1 1 0 0 0,-1 0 1 0 0,0 0-1 0 0,0 0 1 0 0,1 0-1 0 0,-1-1 0 0 0,0 1 1 0 0,1 0-1 0 0,-1 0 0 0 0,-1 1 1 0 0,-3-2 68 0 0,1 1 1 0 0,-1 0-1 0 0,0 1 1 0 0,0-1-1 0 0,-8 3 1 0 0,-12 5 107 0 0,0 2 0 0 0,1 0 0 0 0,0 2 0 0 0,1 1 0 0 0,0 0 0 0 0,1 2 0 0 0,1 1 1 0 0,0 0-1 0 0,-36 38 0 0 0,51-47-194 0 0,1 0 0 0 0,-1 0 0 0 0,1 0 0 0 0,1 0 0 0 0,-1 1-1 0 0,1 0 1 0 0,1 0 0 0 0,-5 13 0 0 0,8-19-6 0 0,-1 0 1 0 0,1 0-1 0 0,-1 0 0 0 0,1 0 0 0 0,0 0 0 0 0,0 0 0 0 0,0 1 0 0 0,0-1 0 0 0,1 0 0 0 0,-1 0 0 0 0,0 0 1 0 0,1 0-1 0 0,0 0 0 0 0,-1 0 0 0 0,1 0 0 0 0,1 3 0 0 0,0-3 3 0 0,0-1 0 0 0,-1 1 1 0 0,1 0-1 0 0,0 0 0 0 0,0-1 0 0 0,0 1 0 0 0,0-1 0 0 0,0 0 0 0 0,0 0 1 0 0,0 0-1 0 0,0 0 0 0 0,1 0 0 0 0,-1 0 0 0 0,0 0 0 0 0,1-1 0 0 0,-1 1 1 0 0,5 0-1 0 0,5 0 4 0 0,1-1 1 0 0,0 0-1 0 0,-1 0 0 0 0,1-2 1 0 0,-1 1-1 0 0,1-2 0 0 0,-1 1 1 0 0,0-2-1 0 0,0 1 1 0 0,0-2-1 0 0,0 0 0 0 0,-1 0 1 0 0,0-1-1 0 0,21-14 1 0 0,0-3-19 0 0,-2-1 1 0 0,-1-1 0 0 0,42-48 0 0 0,-26 22-17 0 0,-2-1 0 0 0,-3-3 0 0 0,-2-1 0 0 0,-2-2 0 0 0,-3-2 0 0 0,-3-1 0 0 0,-2-1 0 0 0,22-76-1 0 0,-45 117-2 0 0,-4 20 24 0 0,-1 0 1 0 0,0 0-1 0 0,0 0 1 0 0,0 0-1 0 0,1 0 1 0 0,-1 0-1 0 0,0 1 1 0 0,0-1-1 0 0,0 0 1 0 0,0 0-1 0 0,0 0 1 0 0,-1 0-1 0 0,1 0 1 0 0,0 0-1 0 0,0 0 1 0 0,-1 0-1 0 0,1 0 1 0 0,0 0-1 0 0,-1 0 1 0 0,-1 0 1 0 0,1 1 0 0 0,-1 0 1 0 0,1 0-1 0 0,0 0 0 0 0,-1 0 1 0 0,1 0-1 0 0,-1 0 0 0 0,1 1 0 0 0,0-1 1 0 0,-1 0-1 0 0,1 1 0 0 0,0-1 1 0 0,-1 1-1 0 0,1-1 0 0 0,0 1 1 0 0,-1 0-1 0 0,1-1 0 0 0,0 1 1 0 0,0 0-1 0 0,0 0 0 0 0,0 0 0 0 0,0 0 1 0 0,0 0-1 0 0,0 0 0 0 0,0 0 1 0 0,0 0-1 0 0,0 2 0 0 0,-26 35 0 0 0,25-35-1 0 0,-25 45 64 0 0,2 2 0 0 0,-25 69 0 0 0,-21 111 207 0 0,68-220-347 0 0,-6 23 145 0 0,1 1 0 0 0,-5 60 1 0 0,12-82-401 0 0,2-1 1 0 0,-1 1-1 0 0,1 0 1 0 0,5 21 0 0 0,-4-26-247 0 0,1 1 1 0 0,-1-1 0 0 0,2 1 0 0 0,-1-1 0 0 0,1 0 0 0 0,0 0 0 0 0,0-1 0 0 0,6 8 0 0 0,9 7-2362 0 0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0:49.5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516 1 468 0 0,'44'8'5739'0'0,"-42"-7"-5476"0"0,0-1-1 0 0,0 1 1 0 0,-1-1-1 0 0,1 1 1 0 0,0 0-1 0 0,0 0 1 0 0,-1 0-1 0 0,1 0 1 0 0,0 0-1 0 0,-1 1 0 0 0,1-1 1 0 0,-1 0-1 0 0,0 1 1 0 0,1-1-1 0 0,-1 1 1 0 0,0 0-1 0 0,2 2 1 0 0,-3-3-145 0 0,0 1-1 0 0,0-1 1 0 0,0 0 0 0 0,0 1 0 0 0,0-1 0 0 0,0 0-1 0 0,0 0 1 0 0,0 1 0 0 0,0-1 0 0 0,0 0 0 0 0,-1 1 0 0 0,1-1-1 0 0,-1 0 1 0 0,1 0 0 0 0,-1 1 0 0 0,1-1 0 0 0,-1 0 0 0 0,0 0-1 0 0,0 1 1 0 0,-18 21 706 0 0,18-22-709 0 0,-22 22 284 0 0,-1-2 0 0 0,-1 0 0 0 0,-46 27 0 0 0,-90 43-1231 0 0,131-75 315 0 0,-120 55-5512 0 0,71-38-12 0 0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0:51.6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149 31 140 0 0,'11'-30'7517'0'0,"-18"55"-6271"0"0,-4 39 0 0 0,-5 19-892 0 0,-33 105 91 0 0,-24 116-217 0 0,71-295-326 0 0,1 0-1 0 0,1 0 1 0 0,-1 0 0 0 0,3 15 0 0 0,-2-22-52 0 0,0 0 0 0 0,0 0 1 0 0,0 0-1 0 0,1 0 0 0 0,-1 0 0 0 0,1 0 1 0 0,0 0-1 0 0,-1 0 0 0 0,1 0 0 0 0,0 0 1 0 0,0-1-1 0 0,0 1 0 0 0,1 0 0 0 0,-1-1 1 0 0,0 1-1 0 0,0-1 0 0 0,1 1 0 0 0,-1-1 1 0 0,1 0-1 0 0,0 1 0 0 0,-1-1 0 0 0,1 0 1 0 0,0 0-1 0 0,0 0 0 0 0,2 1 0 0 0,2-2-1884 0 0,12-1-319 0 0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0:52.9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117 333 244 0 0,'-13'2'1010'0'0,"0"1"0"0"0,1 1 1 0 0,0 0-1 0 0,0 0 0 0 0,0 1 0 0 0,-19 11 0 0 0,30-15-962 0 0,1-1 0 0 0,-1 1 0 0 0,0-1 0 0 0,0 1 0 0 0,0 0 0 0 0,1-1 0 0 0,-1 1 0 0 0,0 0 0 0 0,1 0 0 0 0,-1-1 0 0 0,1 1-1 0 0,-1 0 1 0 0,1 0 0 0 0,-1 0 0 0 0,1 0 0 0 0,-1 0 0 0 0,1 1 0 0 0,0-2-19 0 0,0 1 0 0 0,0-1 1 0 0,0 1-1 0 0,0-1 0 0 0,0 0 0 0 0,0 1 1 0 0,0-1-1 0 0,1 1 0 0 0,-1-1 0 0 0,0 1 0 0 0,0-1 1 0 0,1 0-1 0 0,-1 1 0 0 0,0-1 0 0 0,0 0 0 0 0,1 1 1 0 0,-1-1-1 0 0,0 0 0 0 0,1 1 0 0 0,-1-1 1 0 0,0 0-1 0 0,1 1 0 0 0,-1-1 0 0 0,1 0 0 0 0,1 1 28 0 0,0 0 0 0 0,1 0 0 0 0,-1 0 0 0 0,0-1 0 0 0,0 1-1 0 0,1-1 1 0 0,-1 1 0 0 0,0-1 0 0 0,4 0 0 0 0,17-4 44 0 0,0-2 0 0 0,0 0 1 0 0,-1-2-1 0 0,0 0 0 0 0,34-18 0 0 0,-16 7-31 0 0,375-188 151 0 0,-400 198-217 0 0,1-1-1 0 0,-2-1 1 0 0,1 0-1 0 0,-2-1 1 0 0,1 0 0 0 0,12-16-1 0 0,-22 14-35 0 0,-3 14 31 0 0,-1 0 0 0 0,0-1 0 0 0,0 1 0 0 0,0 0 0 0 0,0 0 0 0 0,0-1 1 0 0,1 1-1 0 0,-1 0 0 0 0,0 0 0 0 0,0-1 0 0 0,0 1 0 0 0,0 0 0 0 0,0-1 0 0 0,0 1 0 0 0,0 0 0 0 0,0 0 0 0 0,0-1 0 0 0,0 1 0 0 0,0 0 0 0 0,0 0 1 0 0,0-1-1 0 0,-1 1 0 0 0,1 0 0 0 0,0-1 0 0 0,0 1 0 0 0,0 0 0 0 0,0 0 0 0 0,0 0 0 0 0,0-1 0 0 0,-1 1 0 0 0,1 0 0 0 0,0 0 0 0 0,0-1 0 0 0,0 1 0 0 0,-1 0 1 0 0,1 0-1 0 0,-2 0 0 0 0,1 1-1 0 0,0-1 1 0 0,-1 1 0 0 0,1-1 0 0 0,0 1 0 0 0,0 0 0 0 0,-1 0 0 0 0,1 0 0 0 0,0 0 0 0 0,0-1 0 0 0,0 2 0 0 0,0-1 0 0 0,0 0 0 0 0,0 0-1 0 0,0 0 1 0 0,0 0 0 0 0,1 0 0 0 0,-1 1 0 0 0,0-1 0 0 0,1 0 0 0 0,-1 1 0 0 0,0 1 0 0 0,-1 3 6 0 0,-7 18-7 0 0,1-1 1 0 0,1 1 0 0 0,1 1 0 0 0,1-1 0 0 0,-3 41-1 0 0,0-3-16 0 0,-35 246 92 0 0,31-235 82 0 0,12-71-115 0 0,-1-3-37 0 0,0-1-1 0 0,1 0 1 0 0,-1 0-1 0 0,1 1 1 0 0,-1-1-1 0 0,1 0 1 0 0,0 0-1 0 0,0 0 1 0 0,0 1 0 0 0,0-1-1 0 0,0 0 1 0 0,0-3-1 0 0,0 3 4 0 0,1-10-7 0 0,-1-1-1 0 0,2 1 1 0 0,-1-1 0 0 0,2 1-1 0 0,0-1 1 0 0,0 1-1 0 0,1 0 1 0 0,1 0-1 0 0,0 1 1 0 0,0-1-1 0 0,1 1 1 0 0,1 0 0 0 0,0 1-1 0 0,0 0 1 0 0,1 0-1 0 0,0 0 1 0 0,1 1-1 0 0,0 0 1 0 0,0 1-1 0 0,11-8 1 0 0,-17 14 5 0 0,0 0 0 0 0,-1 1-1 0 0,1-1 1 0 0,0 1 0 0 0,0-1 0 0 0,0 1 0 0 0,0 0 0 0 0,0 0-1 0 0,1 0 1 0 0,-1 1 0 0 0,0-1 0 0 0,0 1 0 0 0,1-1 0 0 0,-1 1-1 0 0,0 0 1 0 0,0 1 0 0 0,1-1 0 0 0,-1 0 0 0 0,0 1 0 0 0,0 0-1 0 0,0 0 1 0 0,1 0 0 0 0,-1 0 0 0 0,0 0 0 0 0,0 1 0 0 0,-1-1-1 0 0,1 1 1 0 0,0 0 0 0 0,0 0 0 0 0,3 3 0 0 0,0 1 15 0 0,-1 0 1 0 0,0 0 0 0 0,0 1 0 0 0,0-1-1 0 0,-1 1 1 0 0,0 1 0 0 0,0-1 0 0 0,-1 0 0 0 0,0 1-1 0 0,5 15 1 0 0,2 25 28 0 0,-9-36-34 0 0,1 0 0 0 0,1 0 0 0 0,0 0 0 0 0,0-1 1 0 0,1 1-1 0 0,1-1 0 0 0,0 0 0 0 0,11 18 0 0 0,-13-26-17 0 0,-1-1 0 0 0,1 1 0 0 0,0-1 0 0 0,1 0 0 0 0,-1 0-1 0 0,0 0 1 0 0,1 0 0 0 0,-1 0 0 0 0,1-1 0 0 0,-1 0 0 0 0,1 0-1 0 0,-1 0 1 0 0,1 0 0 0 0,0 0 0 0 0,0-1 0 0 0,0 1 0 0 0,-1-1 0 0 0,1 0-1 0 0,0-1 1 0 0,0 1 0 0 0,0 0 0 0 0,5-3 0 0 0,6 0-2 0 0,0-1 0 0 0,0 0 0 0 0,0-1 0 0 0,16-9 0 0 0,-10 5-46 0 0,-1-2 0 0 0,0-1-1 0 0,-1 0 1 0 0,26-22 0 0 0,-38 28 36 0 0,0-1 1 0 0,0 0-1 0 0,-1 0 0 0 0,1 0 0 0 0,-2-1 1 0 0,1 0-1 0 0,-1 0 0 0 0,0 0 0 0 0,-1 0 1 0 0,0-1-1 0 0,0 0 0 0 0,-1 0 0 0 0,3-14 1 0 0,-5 20 18 0 0,-1 0-1 0 0,1-1 1 0 0,-1 1 0 0 0,0 0 0 0 0,0-1 0 0 0,0 1 0 0 0,0 0 0 0 0,0 0 0 0 0,-1-1-1 0 0,0 1 1 0 0,1 0 0 0 0,-1 0 0 0 0,0 0 0 0 0,-1 0 0 0 0,1 0 0 0 0,0 0 0 0 0,-1 0-1 0 0,0 0 1 0 0,0 1 0 0 0,0-1 0 0 0,0 0 0 0 0,0 1 0 0 0,0 0 0 0 0,-1-1 0 0 0,1 1-1 0 0,-1 0 1 0 0,1 0 0 0 0,-1 1 0 0 0,0-1 0 0 0,0 0 0 0 0,-4-1 0 0 0,5 3 0 0 0,0 0 0 0 0,0 0 1 0 0,0 0-1 0 0,0 0 0 0 0,0 0 1 0 0,0 0-1 0 0,-1 1 0 0 0,1-1 1 0 0,0 1-1 0 0,0-1 1 0 0,0 1-1 0 0,1 0 0 0 0,-1 0 1 0 0,0 0-1 0 0,0 0 0 0 0,0 0 1 0 0,1 0-1 0 0,-1 1 0 0 0,0-1 1 0 0,-1 3-1 0 0,-3 1 16 0 0,1 1 0 0 0,-1 0 0 0 0,-7 10 0 0 0,4-1 2 0 0,1 0 1 0 0,0 0-1 0 0,0 1 1 0 0,-9 31-1 0 0,14-36-23 0 0,0-1-1 0 0,1 1 1 0 0,0-1 0 0 0,1 1-1 0 0,1 0 1 0 0,-1-1 0 0 0,2 1-1 0 0,-1 0 1 0 0,4 12 0 0 0,-4-20 2 0 0,1 0 1 0 0,0 1 0 0 0,0-1-1 0 0,0 0 1 0 0,1 0-1 0 0,-1 1 1 0 0,1-1 0 0 0,-1 0-1 0 0,1 0 1 0 0,0-1 0 0 0,0 1-1 0 0,1 0 1 0 0,-1-1 0 0 0,0 1-1 0 0,1-1 1 0 0,0 0-1 0 0,-1 0 1 0 0,5 3 0 0 0,-2-3-1 0 0,0 0 1 0 0,0 0-1 0 0,0 0 1 0 0,0-1-1 0 0,0 0 1 0 0,1 0-1 0 0,-1 0 1 0 0,0 0-1 0 0,1-1 1 0 0,8 0 0 0 0,5-3-3 0 0,-1 1 0 0 0,1-2 1 0 0,-1-1-1 0 0,1 0 0 0 0,25-11 1 0 0,-23 6-8 0 0,0-1-1 0 0,0 0 1 0 0,-1-1 0 0 0,0-2 0 0 0,-1 0 0 0 0,23-22-1 0 0,91-111-198 0 0,-131 145 205 0 0,29-33-17 0 0,-29 34 19 0 0,0 2 56 0 0,-1 0-51 0 0,0 0 1 0 0,0 1 0 0 0,0-1-1 0 0,0 0 1 0 0,0 1-1 0 0,-1-1 1 0 0,1 1 0 0 0,0-1-1 0 0,-1 1 1 0 0,1-1-1 0 0,-1 1 1 0 0,0-1 0 0 0,1 1-1 0 0,-1 0 1 0 0,0-1-1 0 0,0 1 1 0 0,0 0 0 0 0,0-1-1 0 0,0 1 1 0 0,0-1 0 0 0,-1 1-1 0 0,0 3 1 0 0,-13 45 28 0 0,8-32-12 0 0,-42 107 52 0 0,26-72 182 0 0,21-52-214 0 0,8-21-3 0 0,3-5-102 0 0,1 0-1 0 0,1 1 0 0 0,29-42 1 0 0,-32 53 45 0 0,1 1-1 0 0,1 0 1 0 0,0 0-1 0 0,0 1 1 0 0,1 1 0 0 0,0 0-1 0 0,25-15 1 0 0,-34 24 28 0 0,0 0 1 0 0,0 1 0 0 0,0-1 0 0 0,0 1 0 0 0,0-1-1 0 0,0 1 1 0 0,0 0 0 0 0,0 0 0 0 0,0 1-1 0 0,0-1 1 0 0,0 0 0 0 0,0 1 0 0 0,0 0 0 0 0,0 0-1 0 0,-1 0 1 0 0,1 0 0 0 0,0 0 0 0 0,0 0-1 0 0,-1 1 1 0 0,1-1 0 0 0,-1 1 0 0 0,1 0 0 0 0,2 2-1 0 0,-2 0 15 0 0,0 0-1 0 0,0 1 0 0 0,0-1 0 0 0,0 1 0 0 0,-1-1 1 0 0,1 1-1 0 0,-1 0 0 0 0,-1 0 0 0 0,1 0 0 0 0,-1 0 1 0 0,0 0-1 0 0,0 0 0 0 0,0 1 0 0 0,0 7 0 0 0,-1 10 90 0 0,-5 47 0 0 0,2-36-76 0 0,2-22-5 0 0,0-9-29 0 0,0-1-1 0 0,1 0 0 0 0,0 0 1 0 0,-1 1-1 0 0,1-1 0 0 0,0 0 1 0 0,0 1-1 0 0,0-1 0 0 0,1 0 0 0 0,-1 1 1 0 0,0-1-1 0 0,1 0 0 0 0,0 0 1 0 0,-1 1-1 0 0,1-1 0 0 0,0 0 1 0 0,0 0-1 0 0,0 0 0 0 0,1 0 0 0 0,2 4 1 0 0,-3-6-4 0 0,0 1 0 0 0,1 0 1 0 0,-1-1-1 0 0,0 1 0 0 0,1-1 0 0 0,-1 0 1 0 0,0 1-1 0 0,1-1 0 0 0,-1 0 0 0 0,1 0 1 0 0,-1 0-1 0 0,1 0 0 0 0,-1 0 0 0 0,0 0 1 0 0,1 0-1 0 0,1-1 0 0 0,24-6-466 0 0,-26 6 405 0 0,32-11-2886 0 0,42-22 1 0 0,-40 17-528 0 0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0:53.6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0 676 476 0 0,'0'0'3424'0'0,"9"11"-1564"0"0,4 23-33 0 0,11 21-387 0 0,-23-52-1368 0 0,1 0-1 0 0,0 0 1 0 0,0 0 0 0 0,0-1-1 0 0,0 1 1 0 0,0 0 0 0 0,1-1-1 0 0,-1 0 1 0 0,1 1 0 0 0,0-1-1 0 0,0 0 1 0 0,0 0 0 0 0,4 2-1 0 0,-3-3-36 0 0,0 0 0 0 0,0 0-1 0 0,0 0 1 0 0,0-1 0 0 0,0 0-1 0 0,1 1 1 0 0,-1-1 0 0 0,0-1-1 0 0,0 1 1 0 0,0-1 0 0 0,0 1-1 0 0,0-1 1 0 0,0 0 0 0 0,7-3-1 0 0,5-3 0 0 0,-1-1 0 0 0,19-11-1 0 0,-17 9-4 0 0,20-13 1 0 0,0-2 1 0 0,-1-1-1 0 0,-2-2 1 0 0,-1-2 0 0 0,-1 0-1 0 0,30-40 1 0 0,-27 27-35 0 0,-3-1 0 0 0,-2-1 1 0 0,-1-2-1 0 0,33-78 0 0 0,-47 86-4 0 0,-3 0 0 0 0,0-1 0 0 0,4-41 0 0 0,-12 62-1 0 0,-3 8-27 0 0,-6 17 32 0 0,-6 19 30 0 0,-18 92 184 0 0,13-48-74 0 0,5-27-246 0 0,-33 156 756 0 0,39-166-1238 0 0,1 0 0 0 0,2-1 0 0 0,1 1 0 0 0,3 41 0 0 0,3-48-3127 0 0,-2-17 1100 0 0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0:55.2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26 407 1964 0 0,'-3'0'1288'0'0,"2"-1"-911"0"0,-1 1 0 0 0,1-1 1 0 0,0 1-1 0 0,-1 0 1 0 0,1 0-1 0 0,-1-1 0 0 0,1 1 1 0 0,0 0-1 0 0,-1 0 0 0 0,1 0 1 0 0,-1 0-1 0 0,1 1 1 0 0,-3 0-1 0 0,6-1-293 0 0,1 1 0 0 0,-1-1 0 0 0,1 0 0 0 0,-1 0 1 0 0,0 0-1 0 0,1 0 0 0 0,-1 0 0 0 0,1 0 0 0 0,3-2 0 0 0,32-6 143 0 0,0-2-1 0 0,-1-2 1 0 0,53-25 0 0 0,-32 14-110 0 0,96-37 23 0 0,258-109-907 0 0,-396 162 650 0 0,0-1 1 0 0,0-1-1 0 0,-1-1 0 0 0,0 0 1 0 0,25-24-1 0 0,-35 27 47 0 0,-10 7 31 0 0,-9 6 52 0 0,5 2 45 0 0,1 0 1 0 0,0 1-1 0 0,0 0 1 0 0,1 0 0 0 0,0 1-1 0 0,-10 18 1 0 0,-28 69 345 0 0,36-74-303 0 0,-31 81 215 0 0,6 2 0 0 0,-33 168 0 0 0,54-190-165 0 0,12-82-113 0 0,1-4-39 0 0,0-1 0 0 0,0 1 0 0 0,0-1 0 0 0,0 1 0 0 0,0-1 0 0 0,1 1 1 0 0,1-5-1 0 0,-1 3-7 0 0,5-20-11 0 0,1-1 0 0 0,1 1-1 0 0,1 0 1 0 0,1 1 0 0 0,1 0-1 0 0,20-31 1 0 0,-22 41 4 0 0,1-1 1 0 0,0 1-1 0 0,1 1 0 0 0,0 0 1 0 0,1 0-1 0 0,0 1 0 0 0,1 1 1 0 0,0 0-1 0 0,1 1 0 0 0,28-15 1 0 0,-37 22 20 0 0,-1 0 0 0 0,1 1 0 0 0,-1-1 1 0 0,1 1-1 0 0,-1 0 0 0 0,1 0 1 0 0,0 1-1 0 0,-1-1 0 0 0,1 1 0 0 0,0 0 1 0 0,0 0-1 0 0,-1 1 0 0 0,1-1 0 0 0,0 1 1 0 0,-1 0-1 0 0,1 0 0 0 0,-1 1 0 0 0,1-1 1 0 0,-1 1-1 0 0,0 0 0 0 0,1 1 1 0 0,-1-1-1 0 0,0 0 0 0 0,0 1 0 0 0,-1 0 1 0 0,1 0-1 0 0,0 0 0 0 0,4 7 0 0 0,-1-2 27 0 0,-1 0-1 0 0,-1 0 0 0 0,0 0 1 0 0,0 1-1 0 0,0-1 0 0 0,-1 1 0 0 0,0 1 1 0 0,-1-1-1 0 0,0 0 0 0 0,-1 1 0 0 0,0-1 1 0 0,2 20-1 0 0,-5 110-69 0 0,1-137 36 0 0,0 0-1 0 0,-1 1 1 0 0,1-1 0 0 0,0 0 0 0 0,0 1 0 0 0,1-1-1 0 0,-1 1 1 0 0,0-1 0 0 0,1 0 0 0 0,-1 1 0 0 0,1-1-1 0 0,1 4 1 0 0,1-2 5 0 0,-3-4 0 0 0,1 1 0 0 0,0 0 0 0 0,-1-1-1 0 0,1 1 1 0 0,0-1 0 0 0,0 1 0 0 0,0-1-1 0 0,-1 1 1 0 0,1-1 0 0 0,0 1 0 0 0,0-1-1 0 0,0 0 1 0 0,0 0 0 0 0,0 1-1 0 0,0-1 1 0 0,0 0 0 0 0,0 0 0 0 0,0 0-1 0 0,0 0 1 0 0,0 0 0 0 0,0 0 0 0 0,-1 0-1 0 0,1 0 1 0 0,0-1 0 0 0,0 1 0 0 0,0 0-1 0 0,0-1 1 0 0,0 1 0 0 0,0 0 0 0 0,1-2-1 0 0,18-6 20 0 0,-1-2 0 0 0,0 0 0 0 0,-1-2 0 0 0,0 0-1 0 0,-1 0 1 0 0,0-2 0 0 0,21-22 0 0 0,-7 3-86 0 0,-1-2 0 0 0,38-57 0 0 0,-62 82 60 0 0,0 0 0 0 0,0 0-1 0 0,-1-1 1 0 0,0 0-1 0 0,-1 0 1 0 0,0 0 0 0 0,-1 0-1 0 0,2-16 1 0 0,-4 24 6 0 0,-1 0 1 0 0,0 1 0 0 0,0-1-1 0 0,-1 0 1 0 0,1 1-1 0 0,0-1 1 0 0,-1 1 0 0 0,0-1-1 0 0,0 0 1 0 0,1 1-1 0 0,-1-1 1 0 0,-1 1 0 0 0,1 0-1 0 0,0-1 1 0 0,-1 1 0 0 0,1 0-1 0 0,-1 0 1 0 0,0 0-1 0 0,1 0 1 0 0,-1 0 0 0 0,0 0-1 0 0,0 0 1 0 0,0 1-1 0 0,-1-1 1 0 0,1 1 0 0 0,0 0-1 0 0,-1-1 1 0 0,1 1 0 0 0,0 0-1 0 0,-1 0 1 0 0,1 0-1 0 0,-4 0 1 0 0,4 1 3 0 0,0 0 1 0 0,0 0-1 0 0,1 0 0 0 0,-1 0 1 0 0,0 0-1 0 0,0 0 1 0 0,1 1-1 0 0,-1-1 0 0 0,0 1 1 0 0,0-1-1 0 0,1 1 0 0 0,-1 0 1 0 0,1 0-1 0 0,-1-1 0 0 0,1 1 1 0 0,-1 0-1 0 0,1 0 1 0 0,-1 1-1 0 0,0 0 0 0 0,-23 27 113 0 0,21-24-98 0 0,-6 10 52 0 0,0 0 0 0 0,1 1-1 0 0,1 0 1 0 0,1 1 0 0 0,1 0 0 0 0,0 0 0 0 0,1 0 0 0 0,0 0 0 0 0,2 1 0 0 0,0 0 0 0 0,1 0 0 0 0,0 31-1 0 0,3-40-56 0 0,-1-1 0 0 0,1 0-1 0 0,1 0 1 0 0,-1 0 0 0 0,1 0-1 0 0,1 0 1 0 0,0 0 0 0 0,0 0-1 0 0,0-1 1 0 0,1 1-1 0 0,7 11 1 0 0,-8-16-6 0 0,0 1 0 0 0,1-1 0 0 0,-1 0 0 0 0,0 1 0 0 0,1-1 0 0 0,0-1 0 0 0,0 1 0 0 0,0-1 0 0 0,0 1 0 0 0,0-1 0 0 0,0 0 0 0 0,0-1 0 0 0,1 1 0 0 0,-1-1-1 0 0,1 1 1 0 0,0-2 0 0 0,-1 1 0 0 0,1 0 0 0 0,-1-1 0 0 0,1 0 0 0 0,9-1 0 0 0,5-1 4 0 0,1-1-1 0 0,-1-2 1 0 0,0 0-1 0 0,0-1 1 0 0,0 0-1 0 0,-1-2 1 0 0,0 0 0 0 0,-1-1-1 0 0,22-15 1 0 0,-15 8-41 0 0,-1-1 1 0 0,-1-1 0 0 0,-1-1 0 0 0,-1-1-1 0 0,33-42 1 0 0,-44 50 9 0 0,-1-1 1 0 0,0 0-1 0 0,-1 0 0 0 0,0 0 0 0 0,-1-1 0 0 0,-1 0 0 0 0,0 0 0 0 0,-1-1 1 0 0,0 0-1 0 0,-1 1 0 0 0,-1-1 0 0 0,1-26 0 0 0,-3 39 16 0 0,0 0 0 0 0,-1-1 0 0 0,1 1-1 0 0,0 0 1 0 0,-1 0 0 0 0,1 0 0 0 0,-1 0 0 0 0,0 0-1 0 0,0 0 1 0 0,0 0 0 0 0,0 0 0 0 0,0 0 0 0 0,0 0-1 0 0,-1 0 1 0 0,1 0 0 0 0,0 1 0 0 0,-1-1 0 0 0,0 1-1 0 0,-2-3 1 0 0,2 3-1 0 0,0 0 0 0 0,0 0 1 0 0,0 1-1 0 0,0-1 0 0 0,0 0 0 0 0,0 1 0 0 0,-1-1 0 0 0,1 1 0 0 0,0 0 0 0 0,0 0 1 0 0,0 0-1 0 0,-1 0 0 0 0,1 0 0 0 0,0 1 0 0 0,0-1 0 0 0,0 0 0 0 0,-1 1 1 0 0,1 0-1 0 0,0-1 0 0 0,0 1 0 0 0,0 0 0 0 0,0 0 0 0 0,0 0 0 0 0,0 1 0 0 0,1-1 1 0 0,-1 0-1 0 0,0 1 0 0 0,1-1 0 0 0,-1 1 0 0 0,0-1 0 0 0,1 1 0 0 0,-2 2 1 0 0,2-3 13 0 0,-1 1 1 0 0,1 0 0 0 0,0-1 0 0 0,0 1-1 0 0,0 0 1 0 0,0 0 0 0 0,0 0 0 0 0,0 0-1 0 0,0 0 1 0 0,1 0 0 0 0,-1 0 0 0 0,1 0 0 0 0,-1 0-1 0 0,1 0 1 0 0,0 0 0 0 0,0 0 0 0 0,0 0-1 0 0,0 4 1 0 0,1-5-10 0 0,-1 1 1 0 0,1-1-1 0 0,0 1 0 0 0,0-1 1 0 0,0 1-1 0 0,0-1 0 0 0,0 0 1 0 0,0 1-1 0 0,0-1 0 0 0,0 0 1 0 0,0 0-1 0 0,0 0 0 0 0,1 0 0 0 0,-1 0 1 0 0,0 0-1 0 0,1 0 0 0 0,-1 0 1 0 0,3 0-1 0 0,3 2-19 0 0,0-1-1 0 0,0 0 1 0 0,0 0-1 0 0,1-1 1 0 0,-1 1-1 0 0,1-2 1 0 0,-1 1 0 0 0,11-1-1 0 0,32-6-144 0 0,0-1 0 0 0,0-2-1 0 0,49-17 1 0 0,-97 25 194 0 0,-9 6 37 0 0,0 0-1 0 0,1 0 1 0 0,-1 1-1 0 0,1 0 1 0 0,-6 7-1 0 0,-9 12 183 0 0,-27 29 170 0 0,2 3 0 0 0,-69 111 0 0 0,110-158-393 0 0,1 0-1 0 0,-7 18 1 0 0,10-26-25 0 0,0 0 0 0 0,0 0 0 0 0,1 1 0 0 0,-1-1 0 0 0,1 0 0 0 0,0 1 0 0 0,-1-1 0 0 0,1 0 0 0 0,0 1 0 0 0,1-1 0 0 0,-1 1 1 0 0,0-1-1 0 0,1 0 0 0 0,-1 1 0 0 0,1-1 0 0 0,0 0 0 0 0,-1 0 0 0 0,3 4 0 0 0,-1-5-1 0 0,-1 1-1 0 0,1-1 1 0 0,-1 1 0 0 0,1-1 0 0 0,0 0-1 0 0,0 0 1 0 0,0 0 0 0 0,0 0 0 0 0,0 0-1 0 0,0 0 1 0 0,0-1 0 0 0,0 1-1 0 0,0-1 1 0 0,0 1 0 0 0,0-1 0 0 0,0 0-1 0 0,4 0 1 0 0,37-3 10 0 0,-39 2-22 0 0,43-7 23 0 0,0-2 0 0 0,74-28 1 0 0,86-48-44 0 0,-20-6-100 0 0,-150 72 31 0 0,-2-2-1 0 0,-1-2 1 0 0,32-28-1 0 0,-62 49 100 0 0,-1 0 0 0 0,1 0-1 0 0,-1 0 1 0 0,0-1 0 0 0,0 1-1 0 0,0-1 1 0 0,0 0-1 0 0,-1 1 1 0 0,1-2 0 0 0,-1 1-1 0 0,0 0 1 0 0,1-6 0 0 0,-2 8 95 0 0,-2 2-46 0 0,0-1 1 0 0,0 1-1 0 0,0 0 0 0 0,0-1 0 0 0,0 1 1 0 0,0 0-1 0 0,0 0 0 0 0,0 0 1 0 0,0 0-1 0 0,0 0 0 0 0,0 0 0 0 0,0 0 1 0 0,-1 0-1 0 0,-8 5 212 0 0,1 0 0 0 0,1 0-1 0 0,-1 1 1 0 0,1 0 0 0 0,0 1-1 0 0,0 0 1 0 0,-10 12 0 0 0,-47 61 979 0 0,22-18-626 0 0,39-55-574 0 0,1 0 1 0 0,0 0-1 0 0,0 0 0 0 0,0 0 1 0 0,1 0-1 0 0,0 1 1 0 0,-2 14-1 0 0,4-20-38 0 0,0 0 0 0 0,0 0 1 0 0,0 0-1 0 0,0 1 0 0 0,1-1 0 0 0,-1 0 0 0 0,0 0 0 0 0,1 0 0 0 0,0 0 1 0 0,0 0-1 0 0,0 0 0 0 0,0 0 0 0 0,0 0 0 0 0,0 0 0 0 0,0 0 1 0 0,0 0-1 0 0,1-1 0 0 0,-1 1 0 0 0,1-1 0 0 0,-1 1 0 0 0,1-1 0 0 0,0 1 1 0 0,-1-1-1 0 0,1 0 0 0 0,0 0 0 0 0,0 0 0 0 0,0 0 0 0 0,0 0 0 0 0,0 0 1 0 0,0 0-1 0 0,0-1 0 0 0,0 1 0 0 0,1-1 0 0 0,3 1 0 0 0,8 1 24 0 0,0-1 0 0 0,1 0-1 0 0,-1-1 1 0 0,17-3 0 0 0,-24 3-27 0 0,158-17-5573 0 0,233-53-1 0 0,-309 48-514 0 0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1:01.6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355 469 1556 0 0,'-8'9'3886'0'0,"6"-6"-3509"0"0,0 0-1 0 0,-1 1 0 0 0,1-1 1 0 0,0 1-1 0 0,1 0 0 0 0,-1-1 0 0 0,1 1 1 0 0,-1 0-1 0 0,1 0 0 0 0,0 0 0 0 0,0 0 1 0 0,1 0-1 0 0,-1 6 0 0 0,1-10-330 0 0,0 1-1 0 0,1 0 1 0 0,-1 0-1 0 0,0 0 1 0 0,0-1-1 0 0,1 1 1 0 0,-1 0-1 0 0,0 0 1 0 0,1-1-1 0 0,-1 1 1 0 0,0 0-1 0 0,1-1 1 0 0,-1 1-1 0 0,1 0 1 0 0,-1-1-1 0 0,1 1 1 0 0,0-1-1 0 0,-1 1 1 0 0,1-1-1 0 0,0 1 1 0 0,-1-1-1 0 0,1 1 1 0 0,0-1-1 0 0,-1 0 1 0 0,1 1-1 0 0,0-1 1 0 0,0 0-1 0 0,-1 0 1 0 0,3 1 0 0 0,21 1 508 0 0,-7-5-439 0 0,0 0-1 0 0,-1-1 1 0 0,1 0-1 0 0,-1-1 1 0 0,23-12-1 0 0,-4 1 50 0 0,42-30 0 0 0,-62 36-159 0 0,0-1 1 0 0,-1-1-1 0 0,-1 0 1 0 0,0-1 0 0 0,0 0-1 0 0,-2-1 1 0 0,1-1 0 0 0,-2 0-1 0 0,0 0 1 0 0,-1-1-1 0 0,10-22 1 0 0,-11 19 0 0 0,-1 0 0 0 0,-1 0 0 0 0,-1 0-1 0 0,-1-1 1 0 0,0 1 0 0 0,-1-1 0 0 0,-2 0 0 0 0,0 0-1 0 0,-1 0 1 0 0,-3-24 0 0 0,3 42-2 0 0,0 0 0 0 0,0 0-1 0 0,-1 0 1 0 0,1 0 0 0 0,-1 1 0 0 0,1-1 0 0 0,-1 0 0 0 0,1 0 0 0 0,-1 1-1 0 0,0-1 1 0 0,0 1 0 0 0,0-1 0 0 0,0 1 0 0 0,0-1 0 0 0,-1 1-1 0 0,1-1 1 0 0,0 1 0 0 0,-2-1 0 0 0,2 1-3 0 0,0 1 0 0 0,0 0 0 0 0,0-1 0 0 0,0 1 0 0 0,0 0 0 0 0,0 0 0 0 0,0 0 0 0 0,-1 0 0 0 0,1 0 0 0 0,0 0 0 0 0,0 0 0 0 0,0 1 0 0 0,0-1 0 0 0,0 0 0 0 0,0 1 0 0 0,0-1 0 0 0,0 0 0 0 0,0 1 0 0 0,0-1 1 0 0,0 1-1 0 0,0-1 0 0 0,1 1 0 0 0,-1 0 0 0 0,0-1 0 0 0,0 1 0 0 0,0 0 0 0 0,1 0 0 0 0,-1 0 0 0 0,0-1 0 0 0,1 1 0 0 0,-1 0 0 0 0,1 0 0 0 0,-1 1 0 0 0,-12 17 24 0 0,0 1 1 0 0,2 0-1 0 0,0 1 0 0 0,-8 25 0 0 0,-27 91 89 0 0,37-107-105 0 0,-141 645 459 0 0,97-394-525 0 0,-4 19 430 0 0,53-279-300 0 0,2-16-43 0 0,1 1-1 0 0,-1 0 1 0 0,1 0 0 0 0,1 0 0 0 0,-1 0-1 0 0,2 10 1 0 0,-1-14 18 0 0,16 0-43 0 0,5-10-45 0 0,-1-1-1 0 0,0-1 1 0 0,-1-1 0 0 0,0 0 0 0 0,25-21 0 0 0,-21 16 49 0 0,-7 5-15 0 0,-1 0 1 0 0,0-1 0 0 0,0-1-1 0 0,-1 0 1 0 0,-1-1 0 0 0,0-1-1 0 0,-1 0 1 0 0,16-25 0 0 0,-26 37 12 0 0,-1 0 0 0 0,1 0 1 0 0,-1 0-1 0 0,0 0 0 0 0,0 0 1 0 0,-1 0-1 0 0,1 0 1 0 0,-1-1-1 0 0,1 1 0 0 0,-1 0 1 0 0,0 0-1 0 0,0 0 0 0 0,0 0 1 0 0,-1-1-1 0 0,0-4 0 0 0,-1 3 9 0 0,0 0-1 0 0,0 0 1 0 0,0 0-1 0 0,-1 1 1 0 0,1-1-1 0 0,-1 1 1 0 0,0 0-1 0 0,-7-8 1 0 0,-2 0 5 0 0,-1 1 0 0 0,-1 0-1 0 0,0 1 1 0 0,-27-15 0 0 0,11 9-17 0 0,0 2-1 0 0,-1 1 1 0 0,-35-9-1 0 0,-99-20 52 0 0,1 1 76 0 0,98 21-98 0 0,66 19-34 0 0,-1 1 1 0 0,1 0-1 0 0,-1 0 1 0 0,1 0-1 0 0,0 0 1 0 0,-1-1-1 0 0,1 1 1 0 0,0 0-1 0 0,-1 0 1 0 0,1-1-1 0 0,0 1 1 0 0,-1 0-1 0 0,1-1 1 0 0,0 1-1 0 0,-1 0 1 0 0,1-1-1 0 0,0 1 1 0 0,0 0-1 0 0,0-1 1 0 0,-1 1-1 0 0,1-1 1 0 0,0 1-1 0 0,0 0 1 0 0,0-1 0 0 0,0 1-1 0 0,0-1 1 0 0,0 1-1 0 0,-1-1 1 0 0,1 1-1 0 0,0 0 1 0 0,0-1-1 0 0,1 1 1 0 0,-1-1-1 0 0,0 1 1 0 0,0-1-1 0 0,0 1 1 0 0,0 0-1 0 0,0-1 1 0 0,0 1-1 0 0,0-1 1 0 0,1 1-1 0 0,-1 0 1 0 0,0-1-1 0 0,0 1 1 0 0,1-1-1 0 0,0 0 1 0 0,14-13-20 0 0,38-12-7 0 0,112-39-1 0 0,-48 22-345 0 0,43-20-628 0 0,88-37-802 0 0,-195 77 1473 0 0,-1-1 1 0 0,94-60 0 0 0,-142 80 352 0 0,1 1 1 0 0,0-2-1 0 0,-1 1 1 0 0,0 0-1 0 0,0-1 1 0 0,6-10-1 0 0,-10 15-18 0 0,0-1 0 0 0,0 0 0 0 0,0 1 0 0 0,1-1 0 0 0,-1 0 0 0 0,0 0 1 0 0,0 1-1 0 0,0-1 0 0 0,0 0 0 0 0,-1 0 0 0 0,1 1 0 0 0,0-1 0 0 0,0 0 0 0 0,0 0 0 0 0,0 1 0 0 0,-1-1 0 0 0,1 0 0 0 0,0 1 0 0 0,-1-1 0 0 0,1 0 0 0 0,-1 1 0 0 0,1-1 0 0 0,-1 0 0 0 0,1 1 0 0 0,-1-1 0 0 0,1 1 0 0 0,-1-1 0 0 0,1 1 0 0 0,-1-1 0 0 0,0 1 0 0 0,1 0 0 0 0,-2-1 0 0 0,-19-10 137 0 0,10 7-13 0 0,0 2 0 0 0,0 0 0 0 0,0 0 0 0 0,-18 0 0 0 0,23 2-74 0 0,0 0 1 0 0,0 1 0 0 0,0 0-1 0 0,1 0 1 0 0,-1 0-1 0 0,0 1 1 0 0,0 0 0 0 0,1 0-1 0 0,-1 0 1 0 0,1 1-1 0 0,-6 3 1 0 0,5-2 6 0 0,-1 1 0 0 0,1 0 0 0 0,1 0 1 0 0,-1 0-1 0 0,1 1 0 0 0,0 0 0 0 0,0 0 0 0 0,1 0 0 0 0,-1 1 1 0 0,1-1-1 0 0,1 1 0 0 0,-1 0 0 0 0,1 0 0 0 0,1 0 1 0 0,-1 1-1 0 0,1-1 0 0 0,1 1 0 0 0,-1-1 0 0 0,1 1 0 0 0,0 0 1 0 0,1 10-1 0 0,0-10-45 0 0,0-1 0 0 0,1 0 0 0 0,0 0 0 0 0,1 0 1 0 0,0 0-1 0 0,0 0 0 0 0,0 0 0 0 0,1 0 0 0 0,0-1 0 0 0,0 1 1 0 0,0-1-1 0 0,1 0 0 0 0,0 0 0 0 0,0 0 0 0 0,1 0 0 0 0,0-1 1 0 0,0 1-1 0 0,0-1 0 0 0,1-1 0 0 0,-1 1 0 0 0,1-1 1 0 0,12 7-1 0 0,-3-4-48 0 0,1-1 0 0 0,0-1 0 0 0,0 0-1 0 0,0-1 1 0 0,1 0 0 0 0,0-2 0 0 0,-1 0 0 0 0,1-1 0 0 0,28-1 0 0 0,7-4-776 0 0,93-19 0 0 0,-105 14 217 0 0,0-2 1 0 0,-1-1-1 0 0,70-33 0 0 0,-86 33 379 0 0,-1 0-1 0 0,0-2 0 0 0,-1 0 0 0 0,-1-1 1 0 0,0-1-1 0 0,-1-1 0 0 0,24-28 0 0 0,-33 33 256 0 0,0 0 1 0 0,-2-1-1 0 0,15-28 0 0 0,-21 37 55 0 0,1 0 0 0 0,-2-1 1 0 0,1 0-1 0 0,0 1 1 0 0,-1-1-1 0 0,0 0 0 0 0,0 0 1 0 0,-1 0-1 0 0,1 1 1 0 0,-1-1-1 0 0,0 0 1 0 0,0 0-1 0 0,-1 0 0 0 0,1 0 1 0 0,-1 0-1 0 0,-2-6 1 0 0,2 9-38 0 0,0 1 1 0 0,0-1-1 0 0,0 1 1 0 0,0-1 0 0 0,0 1-1 0 0,-1 0 1 0 0,1 0-1 0 0,0-1 1 0 0,-1 1-1 0 0,1 0 1 0 0,-1 0 0 0 0,1 0-1 0 0,-1 0 1 0 0,0 0-1 0 0,1 1 1 0 0,-1-1-1 0 0,0 1 1 0 0,1-1 0 0 0,-1 1-1 0 0,0-1 1 0 0,0 1-1 0 0,0 0 1 0 0,0 0-1 0 0,1 0 1 0 0,-1 0 0 0 0,0 0-1 0 0,0 0 1 0 0,0 0-1 0 0,1 1 1 0 0,-1-1-1 0 0,-3 1 1 0 0,-2 1 153 0 0,-1 1 0 0 0,0-1-1 0 0,1 1 1 0 0,-1 0 0 0 0,-12 8 0 0 0,6-2-1 0 0,0 1 0 0 0,0 1 0 0 0,1 0 0 0 0,1 1 0 0 0,0 1 0 0 0,-11 14 1 0 0,17-19-174 0 0,0 0 0 0 0,1 0 1 0 0,1 0-1 0 0,-1 0 1 0 0,1 1-1 0 0,0-1 1 0 0,1 1-1 0 0,0 0 0 0 0,1 1 1 0 0,0-1-1 0 0,0 0 1 0 0,-1 17-1 0 0,3-24-34 0 0,0 0 0 0 0,0 0-1 0 0,0 0 1 0 0,0 0 0 0 0,1 0 0 0 0,-1 0 0 0 0,0 0-1 0 0,1-1 1 0 0,-1 1 0 0 0,1 0 0 0 0,0 0-1 0 0,0 0 1 0 0,0 0 0 0 0,0-1 0 0 0,0 1 0 0 0,0 0-1 0 0,0-1 1 0 0,0 1 0 0 0,1-1 0 0 0,-1 1-1 0 0,1-1 1 0 0,-1 0 0 0 0,1 0 0 0 0,-1 1 0 0 0,1-1-1 0 0,0 0 1 0 0,0 0 0 0 0,-1-1 0 0 0,5 2-1 0 0,1 0-2 0 0,0-1 0 0 0,0 0 0 0 0,0-1 0 0 0,0 1 0 0 0,0-1 0 0 0,0-1-1 0 0,0 1 1 0 0,0-1 0 0 0,0-1 0 0 0,0 1 0 0 0,8-4 0 0 0,-3 1-59 0 0,0-2 1 0 0,0 1-1 0 0,-1-2 1 0 0,0 1-1 0 0,17-14 1 0 0,-3-1-73 0 0,-2-1 1 0 0,0-1 0 0 0,-1-1-1 0 0,21-31 1 0 0,-19 20 125 0 0,34-66 1 0 0,-63 118 87 0 0,2 0 0 0 0,0 1 1 0 0,1-1-1 0 0,0 1 0 0 0,2 28 1 0 0,0-44-85 0 0,1 0 1 0 0,-1-1 0 0 0,1 1-1 0 0,-1 0 1 0 0,1-1 0 0 0,0 1-1 0 0,-1-1 1 0 0,1 1-1 0 0,0-1 1 0 0,0 1 0 0 0,0-1-1 0 0,0 1 1 0 0,1-1 0 0 0,-1 0-1 0 0,0 0 1 0 0,0 0 0 0 0,1 0-1 0 0,-1 0 1 0 0,1 0-1 0 0,-1 0 1 0 0,1 0 0 0 0,-1 0-1 0 0,1 0 1 0 0,0-1 0 0 0,-1 1-1 0 0,1-1 1 0 0,0 0 0 0 0,-1 1-1 0 0,1-1 1 0 0,0 0-1 0 0,-1 0 1 0 0,3 0 0 0 0,3 0 4 0 0,0 0-1 0 0,0 0 1 0 0,0-1 0 0 0,0 0 0 0 0,0 0 0 0 0,11-4-1 0 0,22-10 21 0 0,-1-3-1 0 0,60-37 1 0 0,-25 13 161 0 0,-64 36-136 0 0,26-12 147 0 0,-34 17-180 0 0,-1 0 0 0 0,0 1 0 0 0,1-1 0 0 0,-1 1 0 0 0,1-1 0 0 0,-1 1 0 0 0,1 0 0 0 0,-1 0 0 0 0,1 0 1 0 0,-1 0-1 0 0,0 0 0 0 0,1 0 0 0 0,-1 0 0 0 0,1 0 0 0 0,-1 0 0 0 0,1 1 0 0 0,-1-1 0 0 0,1 1 1 0 0,-1-1-1 0 0,0 1 0 0 0,1-1 0 0 0,1 2 0 0 0,-1 0 35 0 0,0 0 0 0 0,0 0-1 0 0,0 0 1 0 0,-1 0 0 0 0,1 0 0 0 0,-1 0-1 0 0,1 1 1 0 0,-1-1 0 0 0,0 1 0 0 0,0-1-1 0 0,2 5 1 0 0,0 5 256 0 0,0 1 0 0 0,-1 0 0 0 0,0 0 0 0 0,-1 13 0 0 0,0-6-59 0 0,-1-1 1 0 0,-1 1 0 0 0,-1 0 0 0 0,-1-1-1 0 0,0 1 1 0 0,-2-1 0 0 0,0 0-1 0 0,-9 21 1 0 0,10-30-210 0 0,0 0-1 0 0,-1-1 0 0 0,0 0 1 0 0,-1-1-1 0 0,0 1 1 0 0,0-1-1 0 0,-1 0 1 0 0,0 0-1 0 0,0-1 0 0 0,-1 0 1 0 0,0 0-1 0 0,0-1 1 0 0,-1 0-1 0 0,1 0 0 0 0,-1-1 1 0 0,0 0-1 0 0,-13 4 1 0 0,19-8-59 0 0,0 0 0 0 0,0 0 1 0 0,-1 0-1 0 0,1-1 0 0 0,0 1 0 0 0,0-1 1 0 0,-1 0-1 0 0,1 0 0 0 0,0 0 1 0 0,0 0-1 0 0,0-1 0 0 0,-1 1 0 0 0,1-1 1 0 0,-4-1-1 0 0,5 1-79 0 0,1 1 0 0 0,0-1 0 0 0,0 0 1 0 0,0 0-1 0 0,0 0 0 0 0,0 1 0 0 0,0-1 0 0 0,0 0 0 0 0,0 0 1 0 0,0 0-1 0 0,0-1 0 0 0,0 1 0 0 0,1 0 0 0 0,-1 0 0 0 0,0 0 1 0 0,1-1-1 0 0,-1 1 0 0 0,1 0 0 0 0,-1-1 0 0 0,1 1 0 0 0,0 0 0 0 0,-1-1 1 0 0,1 1-1 0 0,0 0 0 0 0,0-1 0 0 0,0 1 0 0 0,0 0 0 0 0,0-1 1 0 0,1 1-1 0 0,-1-1 0 0 0,0 1 0 0 0,1 0 0 0 0,-1-1 0 0 0,0 1 1 0 0,2-2-1 0 0,1-4-535 0 0,0 0 0 0 0,0 0 1 0 0,1 0-1 0 0,0 1 0 0 0,0-1 1 0 0,1 1-1 0 0,0 0 0 0 0,8-8 0 0 0,5-2-2624 0 0,27-20 0 0 0,-16 16-1070 0 0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1:01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36 788 0 0,'1'-24'7584'0'0,"-1"23"-7416"0"0,0 1 0 0 0,0-1 0 0 0,0 0 0 0 0,-1 1 0 0 0,1-1 0 0 0,0 1 0 0 0,0-1 0 0 0,-1 0 0 0 0,1 1 0 0 0,0-1 0 0 0,-1 1 0 0 0,1-1 0 0 0,-1 1 0 0 0,1 0 0 0 0,-1-1 0 0 0,1 1 0 0 0,-1-1 0 0 0,1 1 0 0 0,-1 0 0 0 0,0-1 0 0 0,0 1-89 0 0,1 0 1 0 0,-1 0-1 0 0,1 0 0 0 0,0 0 1 0 0,-1 1-1 0 0,1-1 0 0 0,0 0 1 0 0,-1 0-1 0 0,1 0 1 0 0,0 1-1 0 0,-1-1 0 0 0,1 0 1 0 0,0 0-1 0 0,-1 1 0 0 0,1-1 1 0 0,0 0-1 0 0,0 1 0 0 0,-1-1 1 0 0,1 0-1 0 0,0 1 0 0 0,0-1 1 0 0,0 1-1 0 0,-1-1 0 0 0,-8 32 1112 0 0,7-18-1014 0 0,1 1 0 0 0,1-1 0 0 0,0 0 0 0 0,0 1 0 0 0,2-1 0 0 0,3 17 1 0 0,-4-23-363 0 0,1 1 1 0 0,1 0 0 0 0,0-1-1 0 0,0 0 1 0 0,0 1-1 0 0,1-1 1 0 0,0 0 0 0 0,1-1-1 0 0,0 1 1 0 0,10 12 0 0 0,-4-13-2035 0 0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1:02.1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181 77 1428 0 0,'-114'-59'7964'0'0,"87"45"-6896"0"0,24 13-1017 0 0,0 0-1 0 0,1 1 1 0 0,-1-1 0 0 0,0 1-1 0 0,0-1 1 0 0,0 1 0 0 0,0 0-1 0 0,1 0 1 0 0,-1 0-1 0 0,-4 1 1 0 0,7-1-60 0 0,-1 0-9 0 0,1 0 0 0 0,0 0-1 0 0,0 0 1 0 0,0 0 0 0 0,0 0 0 0 0,-1 0-1 0 0,1 0 1 0 0,0 1 0 0 0,0-1-1 0 0,0 0 1 0 0,-1 0 0 0 0,1 0-1 0 0,0 0 1 0 0,0 0 0 0 0,0 0 0 0 0,0 0-1 0 0,0 0 1 0 0,-1 0 0 0 0,1 1-1 0 0,0-1 1 0 0,0 0 0 0 0,0 0-1 0 0,0 0 1 0 0,0 0 0 0 0,0 0-1 0 0,0 1 1 0 0,-1-1 0 0 0,1 0 0 0 0,0 0-1 0 0,0 0 1 0 0,0 0 0 0 0,0 1-1 0 0,0-1 1 0 0,0 0 0 0 0,0 0-1 0 0,0 0 1 0 0,0 0 0 0 0,0 1 0 0 0,0-1-1 0 0,4 9-841 0 0,8 5-843 0 0,8 0-1636 0 0,-8-9 1369 0 0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1:02.8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2 1736 0 0,'4'-1'9137'0'0,"-4"12"-5676"0"0,-5 20-2951 0 0,4-24 618 0 0,-42 371 4055 0 0,30-239-4687 0 0,1-38-92 0 0,9-91-319 0 0,0-15-48 0 0,0-12-39 0 0,5 4-24 0 0,0 0-1 0 0,0 0 0 0 0,1 0 0 0 0,1 1 1 0 0,0-1-1 0 0,1 1 0 0 0,0 0 0 0 0,1 1 1 0 0,8-14-1 0 0,-4 10 12 0 0,1 0-1 0 0,1 0 1 0 0,0 1 0 0 0,0 0 0 0 0,26-20 0 0 0,-30 27 5 0 0,1 1-1 0 0,0 0 1 0 0,0 1 0 0 0,0 0 0 0 0,1 1 0 0 0,-1 0 0 0 0,1 0 0 0 0,0 1-1 0 0,0 0 1 0 0,1 1 0 0 0,14-2 0 0 0,-20 4 10 0 0,0 0 0 0 0,-1 0 0 0 0,1 0-1 0 0,0 0 1 0 0,-1 1 0 0 0,1-1 0 0 0,0 1 0 0 0,-1 1 0 0 0,1-1-1 0 0,-1 1 1 0 0,1-1 0 0 0,-1 1 0 0 0,0 0 0 0 0,0 1 0 0 0,0-1 0 0 0,0 1-1 0 0,0 0 1 0 0,0 0 0 0 0,-1 0 0 0 0,1 0 0 0 0,-1 1 0 0 0,0-1-1 0 0,0 1 1 0 0,0 0 0 0 0,-1 0 0 0 0,1 0 0 0 0,1 5 0 0 0,0-2 20 0 0,-2 0 1 0 0,1 0-1 0 0,-1 0 0 0 0,0 1 1 0 0,0-1-1 0 0,-1 0 1 0 0,0 1-1 0 0,0-1 1 0 0,-1 1-1 0 0,0-1 1 0 0,0 1-1 0 0,-1-1 1 0 0,0 1-1 0 0,0-1 1 0 0,-1 1-1 0 0,0-1 0 0 0,0 0 1 0 0,0 0-1 0 0,-1 0 1 0 0,0 0-1 0 0,-1-1 1 0 0,0 1-1 0 0,0-1 1 0 0,0 0-1 0 0,-6 7 1 0 0,0-2-9 0 0,1-2 0 0 0,-2 1 0 0 0,1-1 0 0 0,-1-1 0 0 0,0 0 1 0 0,-1 0-1 0 0,0-1 0 0 0,0-1 0 0 0,-1 0 0 0 0,1-1 0 0 0,-1 0 1 0 0,-27 6-1 0 0,24-9-43 0 0,0 0 1 0 0,0-1 0 0 0,0-1-1 0 0,0 0 1 0 0,-1-1 0 0 0,1-1-1 0 0,-26-6 1 0 0,39 7 13 0 0,-6-5-25 0 0,10 4 41 0 0,1 0-1 0 0,0 0 1 0 0,1 0 0 0 0,-1 1-1 0 0,0-1 1 0 0,0 1-1 0 0,1 0 1 0 0,-1 0-1 0 0,1-1 1 0 0,-1 1-1 0 0,1 1 1 0 0,-1-1-1 0 0,1 0 1 0 0,0 1 0 0 0,4-1-1 0 0,0 0 4 0 0,188-43-2595 0 0,92-19-9350 0 0,-256 56 9621 0 0,0-2-474 0 0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1:03.3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143 272 788 0 0,'-13'-63'4009'0'0,"3"15"1094"0"0,-30-87-1 0 0,36 120-4271 0 0,1 5 426 0 0,-1 19-685 0 0,2 3-286 0 0,0 0 0 0 0,1 18 1 0 0,0 6 141 0 0,-26 156 1220 0 0,-8 98-758 0 0,34-281-855 0 0,1 0 0 0 0,0 0 0 0 0,1 0 0 0 0,0 0 0 0 0,0 0 0 0 0,1-1 0 0 0,3 10 0 0 0,-4-15-35 0 0,0 0 1 0 0,0 0 0 0 0,1-1-1 0 0,-1 1 1 0 0,1-1-1 0 0,0 1 1 0 0,-1-1-1 0 0,1 0 1 0 0,0 0-1 0 0,1 1 1 0 0,-1-1-1 0 0,0-1 1 0 0,0 1-1 0 0,1 0 1 0 0,-1 0-1 0 0,1-1 1 0 0,0 0-1 0 0,-1 1 1 0 0,1-1-1 0 0,0 0 1 0 0,0 0-1 0 0,0-1 1 0 0,-1 1-1 0 0,7 0 1 0 0,3 0-1 0 0,1-1 0 0 0,-1-1-1 0 0,1 0 1 0 0,-1-1 0 0 0,0 0 0 0 0,0 0-1 0 0,0-1 1 0 0,0-1 0 0 0,0 0 0 0 0,0-1 0 0 0,17-10-1 0 0,-4 1-19 0 0,0-2-1 0 0,-2 0 0 0 0,43-39 0 0 0,-51 39 27 0 0,0 1-1 0 0,-1-2 1 0 0,-1 1-1 0 0,-1-2 1 0 0,17-30-1 0 0,-23 36-6 0 0,0 0 0 0 0,-1-1 0 0 0,0 0 0 0 0,-1 1 0 0 0,0-1 0 0 0,-1-1 0 0 0,-1 1 0 0 0,0 0-1 0 0,-1-1 1 0 0,0-14 0 0 0,-1 26 0 0 0,0 0-1 0 0,0 1 0 0 0,0-1 1 0 0,0 0-1 0 0,-1 0 0 0 0,1 0 1 0 0,-1 0-1 0 0,1 0 0 0 0,-1 1 1 0 0,1-1-1 0 0,-1 0 1 0 0,0 1-1 0 0,0-1 0 0 0,0 0 1 0 0,0 1-1 0 0,0-1 0 0 0,0 1 1 0 0,-1-1-1 0 0,1 1 0 0 0,0 0 1 0 0,-4-3-1 0 0,3 3 2 0 0,0 1-1 0 0,-1-1 1 0 0,1 0 0 0 0,0 1-1 0 0,-1-1 1 0 0,1 1 0 0 0,0 0-1 0 0,-1 0 1 0 0,1 0 0 0 0,-1 0-1 0 0,1 0 1 0 0,0 0 0 0 0,-1 1-1 0 0,-3 1 1 0 0,-6 2 24 0 0,0 0 1 0 0,0 1-1 0 0,1 1 1 0 0,0 0-1 0 0,-13 9 1 0 0,11-6 39 0 0,1 1 0 0 0,1 0 1 0 0,-1 0-1 0 0,2 1 0 0 0,0 1 1 0 0,0-1-1 0 0,-13 22 1 0 0,19-27-9 0 0,1 0 0 0 0,-1 0 0 0 0,1 1 0 0 0,0 0 0 0 0,1-1 0 0 0,-1 1 0 0 0,2 0 0 0 0,-1 0-1 0 0,0 1 1 0 0,1-1 0 0 0,1 0 0 0 0,-1 0 0 0 0,1 1 0 0 0,0-1 0 0 0,1 0 0 0 0,0 0 0 0 0,3 14 0 0 0,-2-17-32 0 0,0 1 0 0 0,0-1 0 0 0,1 1 0 0 0,0-1-1 0 0,-1 0 1 0 0,2 0 0 0 0,-1 0 0 0 0,0-1 0 0 0,1 1-1 0 0,-1-1 1 0 0,1 0 0 0 0,0 0 0 0 0,0 0 0 0 0,1 0-1 0 0,-1 0 1 0 0,0-1 0 0 0,1 0 0 0 0,5 2 0 0 0,10 3-6 0 0,0-1 1 0 0,1-1 0 0 0,20 2 0 0 0,-38-7-16 0 0,55 8-190 0 0,1-4-1 0 0,0-2 1 0 0,-1-2 0 0 0,1-3 0 0 0,0-3 0 0 0,-1-2 0 0 0,-1-3 0 0 0,1-2 0 0 0,83-31 0 0 0,-104 30-1945 0 0,54-30-1 0 0,-74 34-871 0 0,1-1 0 0 0,22-20 0 0 0,-22 15-3318 0 0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1:04.1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444 68 1864 0 0,'31'-11'2435'0'0,"-13"5"-135"0"0,0 0 0 0 0,18-10-1 0 0,-36 16-2257 0 0,1 0 0 0 0,-1 0-1 0 0,0 0 1 0 0,1 0-1 0 0,-1 0 1 0 0,1-1 0 0 0,-1 1-1 0 0,1 0 1 0 0,-1 0 0 0 0,0-1-1 0 0,1 1 1 0 0,-1 0-1 0 0,0 0 1 0 0,1-1 0 0 0,-1 1-1 0 0,0-1 1 0 0,1 1-1 0 0,-1 0 1 0 0,0-1 0 0 0,0 1-1 0 0,1 0 1 0 0,-1-1 0 0 0,0 1-1 0 0,0-1 1 0 0,0 1-1 0 0,0-1 1 0 0,1 1 0 0 0,-1-1-1 0 0,0 1 1 0 0,0 0-1 0 0,0-1 1 0 0,0 1 0 0 0,0-1-1 0 0,0 1 1 0 0,0-1 0 0 0,0 1-1 0 0,-1-1 1 0 0,1 1-1 0 0,0-1 1 0 0,0 1 0 0 0,0 0-1 0 0,0-1 1 0 0,-1 1 0 0 0,1-1-1 0 0,0 1 1 0 0,0-1-1 0 0,-1 1 1 0 0,1 0 0 0 0,0-1-1 0 0,-1 1 1 0 0,1 0-1 0 0,0-1 1 0 0,-1 1 0 0 0,1 0-1 0 0,-1-1 1 0 0,-1 0 54 0 0,0 0 0 0 0,0 0 0 0 0,0 0-1 0 0,0 0 1 0 0,0 1 0 0 0,0-1 0 0 0,0 0 0 0 0,0 1 0 0 0,0 0 0 0 0,0-1 0 0 0,0 1-1 0 0,-3 0 1 0 0,-15 2 32 0 0,1 1 0 0 0,0 0 1 0 0,0 2-1 0 0,1 0 0 0 0,-19 8 0 0 0,28-9-111 0 0,1 0-1 0 0,-1 0 1 0 0,0 0 0 0 0,1 1 0 0 0,0 0 0 0 0,0 1 0 0 0,1 0 0 0 0,0 0-1 0 0,0 1 1 0 0,0 0 0 0 0,0 0 0 0 0,-7 12 0 0 0,12-16-14 0 0,1 0 1 0 0,0 0-1 0 0,0 1 1 0 0,0-1-1 0 0,0 1 1 0 0,1-1-1 0 0,-1 1 1 0 0,1-1-1 0 0,0 0 0 0 0,0 1 1 0 0,0-1-1 0 0,0 1 1 0 0,0-1-1 0 0,1 1 1 0 0,0-1-1 0 0,0 1 1 0 0,0-1-1 0 0,0 0 1 0 0,0 1-1 0 0,1-1 1 0 0,-1 0-1 0 0,1 0 1 0 0,0 0-1 0 0,3 4 0 0 0,6 7-14 0 0,0 0-1 0 0,1-1 0 0 0,20 17 0 0 0,-30-27 6 0 0,67 66 19 0 0,-68-69-12 0 0,-1 1 0 0 0,1 0 0 0 0,-1 0 0 0 0,0 0 0 0 0,1-1 0 0 0,-1 1 0 0 0,0 0 0 0 0,0 0 0 0 0,0 0 0 0 0,1 0 0 0 0,-1 0-1 0 0,0 0 1 0 0,0-1 0 0 0,0 1 0 0 0,0 0 0 0 0,-1 0 0 0 0,1 0 0 0 0,0 0 0 0 0,0 0 0 0 0,0 0 0 0 0,-1-1 0 0 0,1 1 0 0 0,0 0 0 0 0,-1 0-1 0 0,1 0 1 0 0,-2 1 0 0 0,-14 15 27 0 0,7-12-21 0 0,0-1-1 0 0,0 0 1 0 0,-1-1 0 0 0,0 0-1 0 0,1 0 1 0 0,-1-1-1 0 0,0 0 1 0 0,-20 0-1 0 0,-8-2 20 0 0,-38-4 0 0 0,54 3-26 0 0,-67-12 10 0 0,36 5 4 0 0,51 8-45 0 0,1 0 0 0 0,0 0-1 0 0,-1-1 1 0 0,1 1 0 0 0,0-1-1 0 0,-1 1 1 0 0,1-1-1 0 0,0 1 1 0 0,-1-1 0 0 0,1 0-1 0 0,0 1 1 0 0,0-1-1 0 0,0 0 1 0 0,0 0 0 0 0,0 0-1 0 0,0 0 1 0 0,0 0 0 0 0,-1-1-1 0 0,2 1-21 0 0,-1 0-1 0 0,1 1 0 0 0,0-1 1 0 0,0 0-1 0 0,-1 1 1 0 0,1-1-1 0 0,0 0 0 0 0,0 0 1 0 0,0 1-1 0 0,0-1 1 0 0,0 0-1 0 0,0 1 0 0 0,0-1 1 0 0,0 0-1 0 0,0 0 1 0 0,0 1-1 0 0,1-1 1 0 0,-1 0-1 0 0,0 1 0 0 0,0-1 1 0 0,1 0-1 0 0,-1 1 1 0 0,0-1-1 0 0,1 1 0 0 0,-1-1 1 0 0,0 0-1 0 0,1 1 1 0 0,-1-1-1 0 0,1 1 0 0 0,-1-1 1 0 0,1 1-1 0 0,-1-1 1 0 0,1 1-1 0 0,0 0 0 0 0,0-1 1 0 0,8-5-1104 0 0,1 1 0 0 0,0 0-1 0 0,0 1 1 0 0,21-7 0 0 0,-19 7-462 0 0,12-4-2044 0 0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1:05.5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124 762 1832 0 0,'36'-31'10208'0'0,"-37"33"-9591"0"0,-3 7-228 0 0,0-1-1 0 0,-1-1 1 0 0,0 1-1 0 0,-1-1 1 0 0,-6 8 0 0 0,-20 28 527 0 0,15-15-468 0 0,-21 53 1 0 0,34-72-416 0 0,1 0 0 0 0,0 1 0 0 0,0 0 0 0 0,1-1 0 0 0,0 1 0 0 0,1 0 0 0 0,1 0 0 0 0,-1 0 0 0 0,1 0 1 0 0,2 13-1 0 0,-1-20-24 0 0,-1 0 0 0 0,1-1 0 0 0,0 1 0 0 0,0 0 0 0 0,0 0 0 0 0,0-1 0 0 0,0 1 0 0 0,0-1 0 0 0,1 1 0 0 0,0-1 0 0 0,-1 1 0 0 0,1-1 0 0 0,0 0 0 0 0,0 0 0 0 0,0 0 0 0 0,0 0 0 0 0,1 0 0 0 0,-1-1 0 0 0,3 3 0 0 0,0-2 0 0 0,-1 0 0 0 0,1 0 0 0 0,0-1-1 0 0,0 1 1 0 0,0-1 0 0 0,0 0 0 0 0,0-1 0 0 0,0 1 0 0 0,0-1-1 0 0,7 0 1 0 0,-1-1 2 0 0,1-1 0 0 0,-1 0 0 0 0,0 0 0 0 0,1-1 0 0 0,-1 0 0 0 0,-1-1 0 0 0,1 0 0 0 0,0-1 0 0 0,10-7 0 0 0,-12 6-8 0 0,0-1 1 0 0,-1-1-1 0 0,0 0 1 0 0,0 0-1 0 0,-1 0 0 0 0,0-1 1 0 0,0 0-1 0 0,-1-1 1 0 0,-1 1-1 0 0,1-1 0 0 0,-1 0 1 0 0,-1-1-1 0 0,0 1 1 0 0,0-1-1 0 0,-1 0 0 0 0,-1 0 1 0 0,3-16-1 0 0,-4 16-6 0 0,0 0-1 0 0,0 0 0 0 0,-1-1 1 0 0,-1 1-1 0 0,1 0 0 0 0,-2-1 1 0 0,0 1-1 0 0,0 0 0 0 0,-1 0 1 0 0,0 0-1 0 0,-1 1 0 0 0,0-1 1 0 0,-1 1-1 0 0,0 0 0 0 0,-1 0 1 0 0,0 0-1 0 0,-10-11 0 0 0,13 17 3 0 0,-1 0 0 0 0,1 1 0 0 0,-1-1 0 0 0,0 1 0 0 0,0 0 0 0 0,-1 1 0 0 0,1-1 0 0 0,-1 1 1 0 0,1-1-1 0 0,-1 1 0 0 0,0 1 0 0 0,0-1 0 0 0,1 1 0 0 0,-1 0 0 0 0,0 0 0 0 0,0 0 0 0 0,-10 0 0 0 0,7 1 2 0 0,-1 1 0 0 0,1 0 0 0 0,0 1 0 0 0,0-1 0 0 0,0 2 0 0 0,1-1 0 0 0,-1 1 0 0 0,1 0 0 0 0,-1 0 1 0 0,-12 9-1 0 0,12-7 4 0 0,0 1 0 0 0,0 0 0 0 0,0 1 0 0 0,1 0 1 0 0,0 0-1 0 0,0 0 0 0 0,1 1 0 0 0,-10 15 0 0 0,13-18 1 0 0,0 1 0 0 0,0-1 0 0 0,1 1 0 0 0,-1 0 0 0 0,2 0-1 0 0,-1 0 1 0 0,0 0 0 0 0,1 0 0 0 0,0 0 0 0 0,1 0 0 0 0,-1 0-1 0 0,1 0 1 0 0,0 0 0 0 0,2 9 0 0 0,-1-10-1 0 0,0 0 0 0 0,0 0 0 0 0,1-1 0 0 0,0 1 0 0 0,0 0 0 0 0,0 0 0 0 0,0-1 0 0 0,1 0 0 0 0,0 1 0 0 0,0-1 0 0 0,0 0 0 0 0,0 0 0 0 0,7 6 0 0 0,-3-5-1 0 0,-1-1 1 0 0,1 1-1 0 0,0-1 0 0 0,0 0 1 0 0,0-1-1 0 0,0 0 1 0 0,1 0-1 0 0,7 2 0 0 0,5 0 1 0 0,-1-2-1 0 0,1 0 0 0 0,0-1 1 0 0,-1-1-1 0 0,1-1 1 0 0,24-3-1 0 0,-18 0-24 0 0,0-1 1 0 0,0-2-1 0 0,-1 0 0 0 0,0-2 0 0 0,0-1 1 0 0,-1-1-1 0 0,0 0 0 0 0,-1-2 1 0 0,0-1-1 0 0,-1-1 0 0 0,36-30 1 0 0,-32 22-39 0 0,-1-2 1 0 0,-2-1-1 0 0,0-1 1 0 0,-2-1 0 0 0,-1-1-1 0 0,-1-1 1 0 0,-1 0 0 0 0,20-48-1 0 0,-5-4 124 0 0,42-170 0 0 0,-72 233 30 0 0,-10 27 131 0 0,-11 29 79 0 0,-78 242 1007 0 0,80-217-1122 0 0,3 0 0 0 0,-7 104 1 0 0,18-148-156 0 0,2 0-1 0 0,0 0 1 0 0,1 1 0 0 0,6 29-1 0 0,-6-43-27 0 0,1 1 0 0 0,0-1-1 0 0,0-1 1 0 0,0 1-1 0 0,1 0 1 0 0,0 0-1 0 0,0-1 1 0 0,0 0-1 0 0,1 0 1 0 0,0 0-1 0 0,0 0 1 0 0,0 0 0 0 0,0-1-1 0 0,1 1 1 0 0,0-1-1 0 0,0 0 1 0 0,0-1-1 0 0,6 4 1 0 0,0-1-20 0 0,2-1 1 0 0,-1 0 0 0 0,1-1-1 0 0,0 0 1 0 0,0-1-1 0 0,0-1 1 0 0,0 0 0 0 0,0 0-1 0 0,0-1 1 0 0,1-1-1 0 0,-1 0 1 0 0,0-1 0 0 0,1-1-1 0 0,-1 0 1 0 0,17-5-1 0 0,-16 3-22 0 0,1-1 0 0 0,-2 0 0 0 0,1-1 0 0 0,0 0 0 0 0,-1-2 0 0 0,0 1 0 0 0,-1-1-1 0 0,0-1 1 0 0,0 0 0 0 0,-1-1 0 0 0,0 0 0 0 0,-1-1 0 0 0,14-18 0 0 0,-12 11 36 0 0,0 0 1 0 0,-2-1-1 0 0,0 0 1 0 0,-2-1-1 0 0,0 0 0 0 0,-1 0 1 0 0,-1 0-1 0 0,6-33 1 0 0,-12 51 8 0 0,3-27 231 0 0,-3 29-240 0 0,0 0 0 0 0,0 0 0 0 0,0 0 0 0 0,0-1 1 0 0,0 1-1 0 0,0 0 0 0 0,0 0 0 0 0,0 0 0 0 0,0 0 1 0 0,0 0-1 0 0,0 0 0 0 0,-1 0 0 0 0,1-1 0 0 0,0 1 0 0 0,0 0 1 0 0,0 0-1 0 0,0 0 0 0 0,0 0 0 0 0,0 0 0 0 0,0 0 1 0 0,0 0-1 0 0,0 0 0 0 0,0-1 0 0 0,0 1 0 0 0,0 0 0 0 0,0 0 1 0 0,-1 0-1 0 0,1 0 0 0 0,0 0 0 0 0,0 0 0 0 0,0 0 1 0 0,0 0-1 0 0,0 0 0 0 0,0 0 0 0 0,0 0 0 0 0,0 0 0 0 0,-1 0 1 0 0,1 0-1 0 0,0 0 0 0 0,0 0 0 0 0,0 0 0 0 0,0 0 1 0 0,0 0-1 0 0,0 0 0 0 0,-1 0 0 0 0,1 0 0 0 0,0 0 0 0 0,0 0 1 0 0,0 0-1 0 0,0 0 0 0 0,0 0 0 0 0,0 0 0 0 0,-1 0 1 0 0,-10 14 43 0 0,5-3-16 0 0,0 1 0 0 0,0 0 1 0 0,1 0-1 0 0,1 1 0 0 0,0-1 0 0 0,0 1 0 0 0,-2 22 0 0 0,5-27-17 0 0,0 0-1 0 0,0 0 0 0 0,1 0 1 0 0,0 1-1 0 0,1-1 0 0 0,0 0 1 0 0,0 0-1 0 0,1-1 0 0 0,-1 1 1 0 0,2 0-1 0 0,-1 0 1 0 0,1-1-1 0 0,8 14 0 0 0,-8-16-6 0 0,1-1-1 0 0,0 0 0 0 0,0 1 1 0 0,0-2-1 0 0,1 1 0 0 0,-1 0 1 0 0,1-1-1 0 0,0 0 1 0 0,0 0-1 0 0,0 0 0 0 0,1-1 1 0 0,-1 0-1 0 0,0 0 0 0 0,1 0 1 0 0,0-1-1 0 0,-1 1 1 0 0,1-1-1 0 0,0-1 0 0 0,0 1 1 0 0,-1-1-1 0 0,8 0 0 0 0,-3-1-13 0 0,0 1 0 0 0,-1-2-1 0 0,1 1 1 0 0,0-1-1 0 0,-1-1 1 0 0,1 0 0 0 0,-1 0-1 0 0,0-1 1 0 0,0 0-1 0 0,0 0 1 0 0,15-11 0 0 0,-15 7 6 0 0,0 0 1 0 0,-1-1-1 0 0,1 0 1 0 0,-2-1 0 0 0,1 1-1 0 0,-1-2 1 0 0,-1 1 0 0 0,0-1-1 0 0,8-20 1 0 0,-4 6 0 0 0,-1 0 0 0 0,-2-1 0 0 0,7-37 0 0 0,-14 62 1 0 0,1-2 0 0 0,0 0 0 0 0,-1 0 0 0 0,1 0 0 0 0,-1-1 0 0 0,0 1 0 0 0,0 0 0 0 0,0 0 0 0 0,-1-4-1 0 0,1 7 2 0 0,0-2 10 0 0,-3 4-8 0 0,-2 1-4 0 0,1 0 1 0 0,-1 1 0 0 0,1 0 0 0 0,0-1 0 0 0,0 2 0 0 0,0-1 0 0 0,0 0 0 0 0,1 1 0 0 0,0 0 0 0 0,0 0 0 0 0,0 0 0 0 0,1 0 0 0 0,-4 10 0 0 0,1-3 0 0 0,1 1 1 0 0,0 0 0 0 0,1 1-1 0 0,1-1 1 0 0,-2 15 0 0 0,4-24 1 0 0,0 0 0 0 0,0-1-1 0 0,0 1 1 0 0,1-1 0 0 0,-1 1 0 0 0,1-1 0 0 0,0 1 0 0 0,0-1 0 0 0,0 1 0 0 0,0-1-1 0 0,1 0 1 0 0,-1 1 0 0 0,1-1 0 0 0,0 0 0 0 0,0 0 0 0 0,3 3 0 0 0,-1-2-40 0 0,0 0 1 0 0,0 0-1 0 0,1 0 0 0 0,0-1 1 0 0,-1 0-1 0 0,1 0 1 0 0,1 0-1 0 0,-1 0 0 0 0,7 1 1 0 0,7 2-415 0 0,0 0 0 0 0,0-2 1 0 0,1-1-1 0 0,36 2 0 0 0,-41-4 67 0 0,0 0 0 0 0,1-2 0 0 0,-1 0 0 0 0,0 0 1 0 0,1-2-1 0 0,-1 0 0 0 0,-1 0 0 0 0,1-2 0 0 0,0 0 0 0 0,-1 0 0 0 0,0-1 0 0 0,0-1 1 0 0,-1-1-1 0 0,0 1 0 0 0,0-2 0 0 0,0 0 0 0 0,-1-1 0 0 0,-1 0 0 0 0,0 0 0 0 0,0-2 1 0 0,-1 1-1 0 0,14-21 0 0 0,-6 2 28 0 0,-1-1 0 0 0,-1-1 0 0 0,-2 0 0 0 0,-1-1 1 0 0,10-36-1 0 0,27-176 732 0 0,-42 181 1671 0 0,-2 0-1 0 0,-5-116 1 0 0,-5 158-955 0 0,3 20-661 0 0,-1 3 1 0 0,0 1-316 0 0,-1 0-1 0 0,1 0 1 0 0,0 0 0 0 0,-1 0-1 0 0,1 0 1 0 0,0 1-1 0 0,1-1 1 0 0,-1 1 0 0 0,0-1-1 0 0,1 1 1 0 0,-1 0-1 0 0,1 0 1 0 0,-2 5 0 0 0,-12 46 751 0 0,12-43-725 0 0,-49 266 2308 0 0,21 5-1356 0 0,27-236-1041 0 0,-2 4-13 0 0,-4 51 213 0 0,9-86-441 0 0,1 0 0 0 0,1 0 0 0 0,0 0-1 0 0,6 22 1 0 0,-6-31-153 0 0,1 0 1 0 0,0 0-1 0 0,0 0 0 0 0,1-1 0 0 0,0 1 1 0 0,0-1-1 0 0,0 0 0 0 0,1 0 1 0 0,-1 0-1 0 0,1 0 0 0 0,0 0 0 0 0,1-1 1 0 0,-1 0-1 0 0,1 0 0 0 0,0 0 0 0 0,0 0 1 0 0,10 5-1 0 0,-7-6-213 0 0,-1 1 1 0 0,1-2-1 0 0,0 1 0 0 0,0-1 1 0 0,0 0-1 0 0,1-1 1 0 0,-1 0-1 0 0,0 0 0 0 0,1-1 1 0 0,-1 0-1 0 0,0 0 1 0 0,16-3-1 0 0,6-4-1717 0 0,1-3-354 0 0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1:06.6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1 364 1316 0 0,'18'-23'2273'0'0,"-1"-1"0"0"0,-1-1 0 0 0,-1 0 0 0 0,-1-1 0 0 0,13-35 0 0 0,-20 47 1202 0 0,-6 18-1995 0 0,-9 31-1475 0 0,2-13 378 0 0,3-7-302 0 0,1 1 1 0 0,0-1 0 0 0,1 1 0 0 0,1-1-1 0 0,0 1 1 0 0,3 22 0 0 0,-2-33-158 0 0,0 0 0 0 0,1-1 0 0 0,-1 1 0 0 0,1-1 0 0 0,0 1 0 0 0,0-1 0 0 0,0 0 0 0 0,1 0 0 0 0,-1 0 0 0 0,1 0 0 0 0,0 0 0 0 0,0 0 0 0 0,0-1 0 0 0,1 1 0 0 0,-1-1 0 0 0,1 0 0 0 0,0 0 0 0 0,0-1 0 0 0,0 1 0 0 0,0-1-1 0 0,0 0 1 0 0,1 0 0 0 0,-1 0 0 0 0,1 0 0 0 0,6 1 0 0 0,-2-1-284 0 0,0 0 0 0 0,1-1 0 0 0,-1 1 0 0 0,0-2 0 0 0,1 0 0 0 0,-1 0 0 0 0,1 0 0 0 0,-1-1 0 0 0,0-1 0 0 0,0 1 0 0 0,1-2 0 0 0,-1 1 0 0 0,0-1 0 0 0,-1-1 0 0 0,1 1 0 0 0,9-7 0 0 0,-7 4 198 0 0,-1-2 1 0 0,0 1 0 0 0,0-1 0 0 0,0-1-1 0 0,-1 0 1 0 0,-1 0 0 0 0,1-1 0 0 0,-2 0 0 0 0,1 0-1 0 0,-1-1 1 0 0,8-16 0 0 0,-6 7 1140 0 0,0 0 1 0 0,0 0-1 0 0,9-44 793 0 0,-18 64-1720 0 0,-1 1 1 0 0,0-1-1 0 0,1 0 1 0 0,-1 0-1 0 0,1 1 1 0 0,-1-1-1 0 0,0 0 1 0 0,1 1-1 0 0,-1-1 1 0 0,1 0-1 0 0,-1 1 1 0 0,1-1-1 0 0,-1 1 1 0 0,1-1-1 0 0,-1 1 1 0 0,1-1-1 0 0,-1 1 1 0 0,1-1-1 0 0,0 1 1 0 0,-1-1-1 0 0,1 1 1 0 0,0 0-1 0 0,-1 0 1 0 0,-5 18 327 0 0,4-13-109 0 0,-1 0-164 0 0,1 1 0 0 0,0-1 0 0 0,1 1 1 0 0,0-1-1 0 0,0 1 0 0 0,0 0 0 0 0,1-1 0 0 0,0 1 1 0 0,0 0-1 0 0,0 0 0 0 0,3 10 0 0 0,-2-13-84 0 0,0-1 0 0 0,1 1 0 0 0,-1-1 0 0 0,1 1 0 0 0,-1-1-1 0 0,1 0 1 0 0,1 0 0 0 0,-1 1 0 0 0,0-1 0 0 0,1-1 0 0 0,-1 1 0 0 0,1 0-1 0 0,0-1 1 0 0,0 1 0 0 0,0-1 0 0 0,0 0 0 0 0,0 0 0 0 0,0 0 0 0 0,1 0-1 0 0,-1-1 1 0 0,6 3 0 0 0,0-2-7 0 0,0 1-1 0 0,0-1 1 0 0,0 0-1 0 0,0-1 1 0 0,1 0-1 0 0,-1-1 1 0 0,0 0-1 0 0,1 0 1 0 0,-1-1-1 0 0,0 0 1 0 0,0-1-1 0 0,1 0 1 0 0,-1 0-1 0 0,-1-1 1 0 0,11-4-1 0 0,-12 4-12 0 0,-1 0 0 0 0,1-1 0 0 0,-1 0 0 0 0,0 0-1 0 0,0 0 1 0 0,-1-1 0 0 0,1 1 0 0 0,-1-1 0 0 0,0-1 0 0 0,0 1-1 0 0,-1-1 1 0 0,1 0 0 0 0,-1 0 0 0 0,-1 0 0 0 0,1 0-1 0 0,-1-1 1 0 0,0 1 0 0 0,0-1 0 0 0,2-13 0 0 0,-3 11-5 0 0,-1-1 0 0 0,0 1 0 0 0,0 0 0 0 0,-1-1 0 0 0,0 1 0 0 0,-1-1 0 0 0,0 1-1 0 0,-1-1 1 0 0,1 1 0 0 0,-2 0 0 0 0,0 0 0 0 0,0 0 0 0 0,0 0 0 0 0,-6-9 0 0 0,7 13-2 0 0,-1 0 1 0 0,0 1-1 0 0,0-1 0 0 0,-1 1 1 0 0,1 0-1 0 0,-1 0 0 0 0,0 0 1 0 0,0 1-1 0 0,0-1 0 0 0,-1 1 0 0 0,1 0 1 0 0,-1 0-1 0 0,0 0 0 0 0,1 1 1 0 0,-1 0-1 0 0,0 0 0 0 0,-1 0 0 0 0,1 1 1 0 0,0-1-1 0 0,0 1 0 0 0,-1 0 1 0 0,1 1-1 0 0,0-1 0 0 0,-1 1 1 0 0,1 0-1 0 0,-6 1 0 0 0,1 1 2 0 0,0-1-1 0 0,0 2 0 0 0,1-1 1 0 0,-1 1-1 0 0,1 1 1 0 0,0 0-1 0 0,-13 7 0 0 0,16-8 3 0 0,0 1 0 0 0,1 0 0 0 0,-1 0 0 0 0,1 0 0 0 0,0 1 0 0 0,0 0 0 0 0,0 0 0 0 0,1 0 0 0 0,0 0 0 0 0,0 1 0 0 0,-6 11 0 0 0,8-6 2 0 0,2-9-1 0 0,0 0-1 0 0,0-1 0 0 0,1 1 1 0 0,-1 0-1 0 0,0 0 0 0 0,1 0 1 0 0,-1 0-1 0 0,1-1 0 0 0,0 1 1 0 0,0 0-1 0 0,-1 0 0 0 0,1-1 1 0 0,0 1-1 0 0,1-1 0 0 0,-1 1 1 0 0,0-1-1 0 0,0 1 0 0 0,3 1 0 0 0,-1 0 1 0 0,0-1 0 0 0,1 0 0 0 0,-1 0-1 0 0,1 0 1 0 0,0-1 0 0 0,0 1-1 0 0,-1-1 1 0 0,7 2 0 0 0,4 0-5 0 0,1-1 1 0 0,-1-1-1 0 0,30 0 0 0 0,5-6-16 0 0,1-2-1 0 0,-1-1 0 0 0,52-18 0 0 0,-50 12-39 0 0,0 3 1 0 0,85-9-1 0 0,-132 20 58 0 0,0-1 0 0 0,1 1-1 0 0,-1 1 1 0 0,0-1 0 0 0,0 0-1 0 0,0 1 1 0 0,1 0 0 0 0,-1 0-1 0 0,0 0 1 0 0,0 1 0 0 0,0-1-1 0 0,-1 1 1 0 0,1 0-1 0 0,0 0 1 0 0,-1 0 0 0 0,1 1-1 0 0,-1-1 1 0 0,1 1 0 0 0,-1 0-1 0 0,4 5 1 0 0,-3-2 10 0 0,0 0 1 0 0,0 0-1 0 0,-1 1 1 0 0,0-1-1 0 0,0 1 1 0 0,0 0-1 0 0,-1 0 0 0 0,0 0 1 0 0,-1 1-1 0 0,2 12 1 0 0,-2 3 76 0 0,0 0 1 0 0,-2 0 0 0 0,-5 32-1 0 0,4-46 7 0 0,0-10 18 0 0,3-14-59 0 0,16-31 25 0 0,41-77-1 0 0,-46 103-42 0 0,0-1-1 0 0,2 2 1 0 0,0 0-1 0 0,2 0 1 0 0,29-27-1 0 0,-42 43-36 0 0,0 0 0 0 0,1 0-1 0 0,-1 1 1 0 0,1 0 0 0 0,-1-1 0 0 0,1 1-1 0 0,0 1 1 0 0,0-1 0 0 0,0 1 0 0 0,0-1-1 0 0,0 1 1 0 0,0 0 0 0 0,1 0 0 0 0,7 0-1 0 0,-9 1 0 0 0,0 1 0 0 0,0-1 0 0 0,0 1-1 0 0,0 0 1 0 0,0 0 0 0 0,0 0 0 0 0,0 0-1 0 0,-1 0 1 0 0,1 0 0 0 0,0 1 0 0 0,-1-1-1 0 0,1 1 1 0 0,-1 0 0 0 0,0 0 0 0 0,1 0-1 0 0,-1 0 1 0 0,0 0 0 0 0,0 0 0 0 0,0 1-1 0 0,-1-1 1 0 0,4 5 0 0 0,-1 0-31 0 0,-1 1 0 0 0,1-1-1 0 0,-1 1 1 0 0,-1 0 0 0 0,1 0 0 0 0,-1 0 0 0 0,1 12 0 0 0,1 60 131 0 0,-2-26-26 0 0,-1-38-60 0 0,-1-11-1 0 0,0-1 0 0 0,0 0 0 0 0,0 0-1 0 0,1 1 1 0 0,0-1 0 0 0,0 0 0 0 0,0 0 0 0 0,0 0-1 0 0,1 0 1 0 0,-1 0 0 0 0,4 6 0 0 0,-3-8-127 0 0,0 0 0 0 0,0-1 1 0 0,0 1-1 0 0,0-1 0 0 0,0 0 0 0 0,1 1 1 0 0,-1-1-1 0 0,0 0 0 0 0,1 0 0 0 0,-1-1 1 0 0,0 1-1 0 0,4 0 0 0 0,-5 0-24 0 0,3-1-472 0 0,-1 1 0 0 0,1-1 0 0 0,-1 1 0 0 0,1-1 0 0 0,-1 0 0 0 0,1 0-1 0 0,0-1 1 0 0,-1 1 0 0 0,1-1 0 0 0,-1 0 0 0 0,1 0 0 0 0,-1 0 0 0 0,0 0 0 0 0,1 0 0 0 0,-1-1 0 0 0,4-2 0 0 0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1:06.9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220 84 548 0 0,'-25'-7'3071'0'0,"-65"-19"5640"0"0,78 21-7713 0 0,0 0 1 0 0,-18-11-1 0 0,-2-2-1817 0 0,14 11-6486 0 0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1:07.1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2 1008 0 0,'-21'5'5603'0'0,"-36"14"1395"0"0,73-18-6077 0 0,136-7 27 0 0,-34-1-1527 0 0,207-3-7064 0 0,-224 6 2791 0 0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1:07.3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52 4552 0 0,'3'0'2962'0'0,"42"-11"7781"0"0,-28 4-9044 0 0,26-12-1910 0 0,-29 14-3388 0 0,4 0-4006 0 0,-4 1 1468 0 0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0:55.8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172 96 1500 0 0,'-26'-13'9171'0'0,"32"16"-8906"0"0,-4-2-226 0 0,0 0 1 0 0,0-1 0 0 0,1 1-1 0 0,-1-1 1 0 0,0 1 0 0 0,1-1-1 0 0,-1 0 1 0 0,0 0-1 0 0,1 0 1 0 0,-1 0 0 0 0,0 0-1 0 0,5-2 1 0 0,-4 2-2 0 0,130-28 375 0 0,-132 28-410 0 0,0 0 0 0 0,0 0 0 0 0,1 0 0 0 0,-1 0 0 0 0,0-1 0 0 0,0 1 0 0 0,1-1 0 0 0,-1 1 0 0 0,0-1 0 0 0,0 1 0 0 0,0-1 0 0 0,0 0 0 0 0,0 1 0 0 0,0-1 0 0 0,0 0 0 0 0,0 0 0 0 0,0 0 0 0 0,0 0 0 0 0,0 0 0 0 0,0 0 0 0 0,-1 0 0 0 0,1 0 0 0 0,0 0 0 0 0,-1 0 0 0 0,1 0 0 0 0,-1 0 0 0 0,1 0 0 0 0,-1-1 0 0 0,0 1 0 0 0,1 0 0 0 0,-1 0 0 0 0,0-3 0 0 0,0 3-2 0 0,-1-1-1 0 0,0 1 1 0 0,1-1 0 0 0,-1 1-1 0 0,0-1 1 0 0,0 1 0 0 0,0 0-1 0 0,0-1 1 0 0,0 1 0 0 0,0 0-1 0 0,0 0 1 0 0,0 0 0 0 0,-1 0-1 0 0,1-1 1 0 0,0 2 0 0 0,-1-1-1 0 0,1 0 1 0 0,0 0 0 0 0,-1 0-1 0 0,1 1 1 0 0,-1-1 0 0 0,0 1-1 0 0,1-1 1 0 0,-4 0 0 0 0,-1 0-2 0 0,0 0 1 0 0,0 0 0 0 0,-1 0-1 0 0,1 1 1 0 0,0 0-1 0 0,0 0 1 0 0,-1 1 0 0 0,1-1-1 0 0,0 1 1 0 0,0 1-1 0 0,0-1 1 0 0,-11 5 0 0 0,7-1 32 0 0,1 0 0 0 0,0 0 1 0 0,0 1-1 0 0,0 0 1 0 0,1 0-1 0 0,0 1 0 0 0,-8 8 1 0 0,-4 8 180 0 0,0 1 0 0 0,2 1 0 0 0,1 0 0 0 0,-19 38 0 0 0,30-50-118 0 0,0 0 0 0 0,0 0 0 0 0,2 0 0 0 0,-7 27 0 0 0,9-34-69 0 0,1 1 0 0 0,1 0 0 0 0,-1 0 0 0 0,1-1 0 0 0,0 1 0 0 0,0 0 0 0 0,1 0 0 0 0,0-1 0 0 0,0 1 0 0 0,1 0 0 0 0,0-1 0 0 0,3 8 0 0 0,-3-11-14 0 0,0 1-1 0 0,0-1 1 0 0,1 0 0 0 0,0 0 0 0 0,-1 0-1 0 0,1-1 1 0 0,0 1 0 0 0,1-1 0 0 0,-1 1-1 0 0,0-1 1 0 0,1 0 0 0 0,-1 0 0 0 0,1-1-1 0 0,-1 1 1 0 0,1-1 0 0 0,0 1-1 0 0,0-1 1 0 0,0 0 0 0 0,-1-1 0 0 0,6 1-1 0 0,4 1-183 0 0,1-1 0 0 0,0 0 0 0 0,0-2-1 0 0,20-1 1 0 0,-10-2-1044 0 0,-1 0-1 0 0,0-1 1 0 0,0-1-1 0 0,-1-1 1 0 0,0-1-1 0 0,42-22 1 0 0,-40 15-1400 0 0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0:56.6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69 1492 0 0,'-7'-45'7465'0'0,"10"46"-7062"0"0,1 2-246 0 0,0 0 0 0 0,-1 0-1 0 0,1 0 1 0 0,0 0 0 0 0,-1 1-1 0 0,0 0 1 0 0,0-1 0 0 0,0 1 0 0 0,0 0-1 0 0,0 0 1 0 0,-1 1 0 0 0,0-1-1 0 0,0 0 1 0 0,0 1 0 0 0,0 0 0 0 0,-1-1-1 0 0,2 9 1 0 0,0 1 81 0 0,-1-1 0 0 0,0 1 0 0 0,-2 0 0 0 0,1 0 0 0 0,-3 17 0 0 0,1-18-136 0 0,-2 0 1 0 0,1-1 0 0 0,-2 1 0 0 0,0-1-1 0 0,0 0 1 0 0,-1 0 0 0 0,0 0 0 0 0,-12 17-1 0 0,2-8 13 0 0,0 0-1 0 0,-1-1 1 0 0,-24 23-1 0 0,39-43-111 0 0,1 1-1 0 0,-1 0 1 0 0,1-1-1 0 0,-1 1 1 0 0,1-1-1 0 0,-1 1 1 0 0,1-1-1 0 0,-1 0 1 0 0,0 1-1 0 0,1-1 1 0 0,-1 1-1 0 0,0-1 1 0 0,0 0-1 0 0,1 0 1 0 0,-1 1-1 0 0,0-1 1 0 0,0 0-1 0 0,1 0 1 0 0,-1 0-1 0 0,0 0 1 0 0,0 0-1 0 0,1 0 1 0 0,-1 0-1 0 0,0 0 1 0 0,0 0-1 0 0,1 0 1 0 0,-1-1-1 0 0,0 1 1 0 0,0 0-1 0 0,1 0 1 0 0,-2-1-1 0 0,16-22-35 0 0,15-13-216 0 0,1 1 0 0 0,39-33 0 0 0,75-57-512 0 0,-107 95 610 0 0,-1 2 39 0 0,-20 16 127 0 0,0 0 1 0 0,26-29 0 0 0,-41 39-19 0 0,0 1-11 0 0,0-5 21 0 0,-26 20 219 0 0,13-3-109 0 0,1 0 1 0 0,1 1 0 0 0,0 0-1 0 0,-14 23 1 0 0,-28 57 299 0 0,48-85-403 0 0,-5 12 42 0 0,0 0 0 0 0,1 0-1 0 0,-8 32 1 0 0,14-46-46 0 0,1 1 0 0 0,0-1 0 0 0,0 1 0 0 0,0-1 0 0 0,1 1 0 0 0,0-1 0 0 0,0 1 0 0 0,0 0 0 0 0,1-1 0 0 0,-1 1 0 0 0,1-1 0 0 0,1 1 1 0 0,-1-1-1 0 0,1 1 0 0 0,0-1 0 0 0,0 0 0 0 0,1 0 0 0 0,3 6 0 0 0,-3-8-7 0 0,0 0-1 0 0,0 0 1 0 0,1-1 0 0 0,-1 1 0 0 0,1-1 0 0 0,0 0 0 0 0,-1 0 0 0 0,1 0 0 0 0,0 0 0 0 0,0-1 0 0 0,0 1-1 0 0,1-1 1 0 0,-1 0 0 0 0,0 0 0 0 0,0-1 0 0 0,1 1 0 0 0,6-1 0 0 0,5 0-154 0 0,0-1 1 0 0,0 0-1 0 0,23-6 1 0 0,-14 1-241 0 0,0 0 1 0 0,0-2-1 0 0,-1-1 1 0 0,0-2-1 0 0,-1 0 0 0 0,0-1 1 0 0,26-19-1 0 0,-36 22 218 0 0,0 0 0 0 0,-1-2-1 0 0,0 0 1 0 0,0 0 0 0 0,-2-1-1 0 0,1 0 1 0 0,-1-1 0 0 0,-1 0-1 0 0,0 0 1 0 0,-1-1 0 0 0,-1-1-1 0 0,11-25 1 0 0,-13 27 285 0 0,-1 0 1 0 0,0 0 0 0 0,-1 0-1 0 0,-1 0 1 0 0,0 0-1 0 0,0-1 1 0 0,-2 1 0 0 0,0-23-1 0 0,-2 25 285 0 0,2 9-316 0 0,0 0 0 0 0,-1-1 1 0 0,1 1-1 0 0,-1 0 1 0 0,1-1-1 0 0,-1 1 0 0 0,0 0 1 0 0,-2-4-1 0 0,2 4 523 0 0,-3 3-131 0 0,4-1-449 0 0,-1 0 1 0 0,1 0-1 0 0,-1 0 0 0 0,0 0 1 0 0,1 0-1 0 0,-1 0 0 0 0,1 0 1 0 0,-1 0-1 0 0,1 0 1 0 0,-1 0-1 0 0,1 0 0 0 0,-1 0 1 0 0,1 0-1 0 0,0 1 1 0 0,-1-1-1 0 0,1 0 0 0 0,-1 0 1 0 0,1 1-1 0 0,-1-1 0 0 0,1 0 1 0 0,0 1-1 0 0,-1-1 1 0 0,-8 15 396 0 0,2 1 1 0 0,0-1 0 0 0,1 1 0 0 0,0 0 0 0 0,1 1 0 0 0,-3 21 0 0 0,3-4-254 0 0,1 0 0 0 0,0 43 1 0 0,4-72-261 0 0,0 1 1 0 0,1 0-1 0 0,-1 0 0 0 0,1-1 1 0 0,0 1-1 0 0,1 0 0 0 0,0-1 1 0 0,-1 1-1 0 0,1-1 1 0 0,1 0-1 0 0,-1 0 0 0 0,6 9 1 0 0,-5-11-180 0 0,-1-1 1 0 0,1 1 0 0 0,0 0 0 0 0,0-1-1 0 0,0 1 1 0 0,0-1 0 0 0,0 0-1 0 0,0 0 1 0 0,1 0 0 0 0,-1-1-1 0 0,1 1 1 0 0,-1-1 0 0 0,1 1 0 0 0,-1-1-1 0 0,1 0 1 0 0,0-1 0 0 0,0 1-1 0 0,-1-1 1 0 0,1 0 0 0 0,4 0 0 0 0,33-3-3867 0 0,-19-2 1272 0 0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0:57.0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298 42 1188 0 0,'0'-3'1851'0'0,"0"2"-1661"0"0,0-1 6 0 0,0 1 0 0 0,0 0 1 0 0,1-1-1 0 0,-1 1 0 0 0,0-1 1 0 0,-1 1-1 0 0,1 0 0 0 0,0-1 1 0 0,0 1-1 0 0,-1 0 0 0 0,1-1 1 0 0,0 1-1 0 0,-1 0 0 0 0,0-1 0 0 0,1 1 1 0 0,-1 0-1 0 0,0 0 0 0 0,1 0 1 0 0,-1 0-1 0 0,0-1 0 0 0,0 1 1 0 0,0 0-1 0 0,0 1 0 0 0,0-1 1 0 0,0 0-1 0 0,0 0 0 0 0,0 0 1 0 0,-1 0-1 0 0,0 0 0 0 0,-5 0 23 0 0,1 1 0 0 0,0 0 0 0 0,0 0 0 0 0,-1 1 0 0 0,1-1 0 0 0,0 1 0 0 0,-1 1 0 0 0,1-1 0 0 0,0 1 0 0 0,0 0 0 0 0,0 0 0 0 0,1 1 1 0 0,-1 0-1 0 0,0 0 0 0 0,1 0 0 0 0,0 1 0 0 0,0-1 0 0 0,-6 6 0 0 0,4-3-109 0 0,0 0 1 0 0,0 1-1 0 0,1 0 0 0 0,0 0 1 0 0,0 0-1 0 0,0 1 1 0 0,1 0-1 0 0,0 0 0 0 0,1 0 1 0 0,0 1-1 0 0,-6 17 1 0 0,9-21-96 0 0,0 0 0 0 0,0-1 1 0 0,1 1-1 0 0,0 0 1 0 0,0 0-1 0 0,0 0 0 0 0,0 0 1 0 0,1-1-1 0 0,0 1 1 0 0,0 0-1 0 0,0 0 0 0 0,1-1 1 0 0,-1 1-1 0 0,1-1 1 0 0,0 1-1 0 0,1-1 0 0 0,-1 0 1 0 0,6 7-1 0 0,4 4-1 0 0,1 0 0 0 0,1-1 0 0 0,23 18 0 0 0,-23-21 1 0 0,-1 1-1 0 0,0 0 1 0 0,16 21-1 0 0,-28-31 24 0 0,1 0-1 0 0,-1 0 1 0 0,1 0-1 0 0,-1 1 0 0 0,0-1 1 0 0,0 0-1 0 0,0 1 0 0 0,0-1 1 0 0,0 1-1 0 0,0-1 1 0 0,-1 1-1 0 0,1-1 0 0 0,-1 1 1 0 0,0-1-1 0 0,1 1 1 0 0,-1 0-1 0 0,-1-1 0 0 0,1 1 1 0 0,0 0-1 0 0,-1-1 0 0 0,0 3 1 0 0,-1-1 25 0 0,1-1 1 0 0,-1 0-1 0 0,-1 1 1 0 0,1-1-1 0 0,0 0 1 0 0,-1-1-1 0 0,1 1 1 0 0,-1 0-1 0 0,0-1 1 0 0,0 1-1 0 0,0-1 1 0 0,0 0-1 0 0,-6 3 1 0 0,-2 0 34 0 0,0 0-1 0 0,1 0 1 0 0,-2-1 0 0 0,1-1-1 0 0,0 1 1 0 0,-1-2 0 0 0,-16 2-1 0 0,21-3-207 0 0,-1 0 0 0 0,0-1-1 0 0,0 0 1 0 0,1-1 0 0 0,-1 0-1 0 0,0 0 1 0 0,1 0 0 0 0,-1-1-1 0 0,1 0 1 0 0,0-1 0 0 0,-1 1-1 0 0,-8-6 1 0 0,15 7-55 0 0,0 1 0 0 0,0-1-1 0 0,1 0 1 0 0,-1 0 0 0 0,0 1 0 0 0,0-1-1 0 0,0 0 1 0 0,1 0 0 0 0,-1 0 0 0 0,0 0-1 0 0,1 0 1 0 0,-1 0 0 0 0,1 0 0 0 0,-1 0-1 0 0,1 0 1 0 0,0 0 0 0 0,-1 0 0 0 0,1 0-1 0 0,0 0 1 0 0,0 0 0 0 0,0 0 0 0 0,0-1-1 0 0,0 1 1 0 0,0 0 0 0 0,0 0 0 0 0,0 0-1 0 0,0-1 1 0 0,1-3-694 0 0,0 1 0 0 0,1 0 0 0 0,-1 0 0 0 0,1 0 0 0 0,3-7 0 0 0,7-8-3026 0 0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0:57.3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280 118 2252 0 0,'0'-6'721'0'0,"0"-1"0"0"0,0 1 1 0 0,-1 0-1 0 0,0-1 0 0 0,0 1 0 0 0,0 0 0 0 0,0 0 0 0 0,-1 0 0 0 0,0 0 1 0 0,-1 0-1 0 0,1 0 0 0 0,-1 0 0 0 0,0 1 0 0 0,-1-1 0 0 0,1 1 0 0 0,-1 0 1 0 0,-6-7-1 0 0,8 11-630 0 0,1 1 1 0 0,-1-1-1 0 0,1 1 1 0 0,-1-1-1 0 0,1 1 1 0 0,-1-1-1 0 0,1 1 1 0 0,-1 0-1 0 0,1 0 1 0 0,-1 0-1 0 0,0 0 1 0 0,1 0-1 0 0,-1 0 1 0 0,1 0-1 0 0,-1 0 0 0 0,1 0 1 0 0,-1 1-1 0 0,1-1 1 0 0,-1 1-1 0 0,1-1 1 0 0,-1 1-1 0 0,1 0 1 0 0,-1 0-1 0 0,1-1 1 0 0,0 1-1 0 0,-1 0 1 0 0,0 2-1 0 0,-4 2 31 0 0,1 1 0 0 0,0-1 0 0 0,0 1 0 0 0,1 1 0 0 0,0-1 0 0 0,0 1 0 0 0,0 0 0 0 0,-5 14 0 0 0,-16 59 406 0 0,-45 261 517 0 0,39-178-871 0 0,28-147-230 0 0,-15 96 228 0 0,17-100-452 0 0,0 0 0 0 0,1 0 1 0 0,0 0-1 0 0,1 0 1 0 0,1 0-1 0 0,0 0 0 0 0,4 14 1 0 0,-4-22 7 0 0,-1-1 1 0 0,1 1-1 0 0,-1-1 0 0 0,1 1 1 0 0,0-1-1 0 0,0 0 1 0 0,1 0-1 0 0,-1 0 1 0 0,1 0-1 0 0,0 0 0 0 0,-1-1 1 0 0,1 1-1 0 0,0-1 1 0 0,0 1-1 0 0,1-1 0 0 0,-1 0 1 0 0,0-1-1 0 0,1 1 1 0 0,-1 0-1 0 0,1-1 1 0 0,0 0-1 0 0,6 2 0 0 0,-1-2-595 0 0,1 0 1 0 0,0 0-1 0 0,0 0 0 0 0,-1-1 0 0 0,1-1 0 0 0,0 0 0 0 0,17-4 0 0 0,4-2-2065 0 0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0:57.6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313 133 640 0 0,'8'-12'1716'0'0,"17"-35"2467"0"0,-23 44-3818 0 0,-1 0 0 0 0,0 0 1 0 0,0 0-1 0 0,-1-1 1 0 0,1 1-1 0 0,-1 0 1 0 0,1 0-1 0 0,-1-1 1 0 0,0 1-1 0 0,0 0 1 0 0,0-1-1 0 0,-1 1 1 0 0,1 0-1 0 0,-2-4 0 0 0,2 6-255 0 0,-1 0 0 0 0,1 0 0 0 0,-1 0 0 0 0,1-1 0 0 0,-1 1 0 0 0,1 0 0 0 0,-1 0-1 0 0,0 0 1 0 0,0 0 0 0 0,1 0 0 0 0,-1 0 0 0 0,0 0 0 0 0,0 0 0 0 0,0 1-1 0 0,0-1 1 0 0,0 0 0 0 0,0 1 0 0 0,0-1 0 0 0,0 0 0 0 0,-1 1 0 0 0,1-1 0 0 0,0 1-1 0 0,0-1 1 0 0,0 1 0 0 0,-1 0 0 0 0,1 0 0 0 0,0 0 0 0 0,0-1 0 0 0,-1 1-1 0 0,1 0 1 0 0,0 0 0 0 0,-2 1 0 0 0,-1 0 65 0 0,-1 0 0 0 0,1 0 0 0 0,0 0 0 0 0,0 0 0 0 0,0 1 0 0 0,0 0 0 0 0,0 0 0 0 0,-7 5 0 0 0,4-2-59 0 0,0 1 0 0 0,-1 0-1 0 0,2 0 1 0 0,-1 0 0 0 0,1 1 0 0 0,0 0 0 0 0,0 1 0 0 0,1-1-1 0 0,0 1 1 0 0,-7 15 0 0 0,10-17-99 0 0,0-1 1 0 0,0 1-1 0 0,0 0 0 0 0,0-1 1 0 0,1 1-1 0 0,0 0 0 0 0,1 0 1 0 0,-1 0-1 0 0,1 0 0 0 0,0 0 1 0 0,0 0-1 0 0,1 0 0 0 0,0 0 1 0 0,0 0-1 0 0,0 0 0 0 0,1 0 1 0 0,4 9-1 0 0,2-1-4 0 0,1-1-1 0 0,0 1 1 0 0,1-2-1 0 0,0 1 1 0 0,1-2-1 0 0,1 1 1 0 0,14 10-1 0 0,11 13 25 0 0,-36-35-6 0 0,0 1 0 0 0,0 0 0 0 0,0 1 0 0 0,0-1-1 0 0,0 0 1 0 0,0 0 0 0 0,0 0 0 0 0,0 1 0 0 0,0-1-1 0 0,0 0 1 0 0,-1 1 0 0 0,1-1 0 0 0,-1 1 0 0 0,1-1-1 0 0,-1 1 1 0 0,1-1 0 0 0,-1 1 0 0 0,0-1 0 0 0,0 1-1 0 0,0-1 1 0 0,0 1 0 0 0,0-1 0 0 0,0 1 0 0 0,0-1 0 0 0,0 1-1 0 0,-1-1 1 0 0,1 1 0 0 0,0-1 0 0 0,-1 1 0 0 0,0-1-1 0 0,1 1 1 0 0,-1-1 0 0 0,0 0 0 0 0,1 1 0 0 0,-1-1-1 0 0,0 0 1 0 0,0 0 0 0 0,0 0 0 0 0,0 1 0 0 0,-1-1-1 0 0,1 0 1 0 0,0 0 0 0 0,0-1 0 0 0,0 1 0 0 0,-3 1-1 0 0,-3 3 13 0 0,0-1 0 0 0,-1 0 0 0 0,0-1 0 0 0,0 1 1 0 0,0-1-1 0 0,-15 3 0 0 0,11-4-191 0 0,0 0 1 0 0,-1-1 0 0 0,1-1-1 0 0,-1 0 1 0 0,0 0 0 0 0,1-1 0 0 0,-1-1-1 0 0,1 0 1 0 0,-24-8 0 0 0,28 7-379 0 0,1 0-1 0 0,0 0 1 0 0,0-1 0 0 0,0 0-1 0 0,0 0 1 0 0,0-1 0 0 0,-7-6-1 0 0,10 7-149 0 0,0 0-1 0 0,0 0 1 0 0,1-1-1 0 0,0 1 1 0 0,0-1-1 0 0,0 1 1 0 0,0-1-1 0 0,1 0 1 0 0,-1 0-1 0 0,1 0 1 0 0,-2-8-1 0 0,0-8-3780 0 0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0:57.8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1 298 1132 0 0,'1'-13'1898'0'0,"0"-1"543"0"0,1 0 0 0 0,6-24 1 0 0,-6 34-2222 0 0,0-1 0 0 0,0 1 0 0 0,0-1 0 0 0,0 1 0 0 0,0 0 0 0 0,1 0 1 0 0,0 0-1 0 0,0 0 0 0 0,0 1 0 0 0,0-1 0 0 0,0 1 0 0 0,5-4 0 0 0,11-6-6 0 0,0 1 0 0 0,0 1-1 0 0,1 0 1 0 0,1 1 0 0 0,28-9 0 0 0,114-27-380 0 0,-115 34-307 0 0,-3 2-763 0 0,18-6-5011 0 0,-50 13 2275 0 0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0:58.1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372 1 1228 0 0,'-278'4'12428'0'0,"206"-5"-11675"0"0,54 0-2269 0 0,15 1 407 0 0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0:59.5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21 349 2212 0 0,'0'0'2'0'0,"-2"-2"343"0"0,0 1 1 0 0,0-1 0 0 0,1 0 0 0 0,-1 0-1 0 0,1 0 1 0 0,-1 0 0 0 0,1-1 0 0 0,0 1-1 0 0,0 0 1 0 0,0 0 0 0 0,0-1 0 0 0,0 1-1 0 0,0 0 1 0 0,1-1 0 0 0,-1 1 0 0 0,1-1-1 0 0,0 1 1 0 0,0-1 0 0 0,0 1 0 0 0,0-1-1 0 0,0-3 1 0 0,1 5-287 0 0,-1 0 0 0 0,1 0 0 0 0,0 0 0 0 0,-1 0 0 0 0,1 0 0 0 0,0 0 1 0 0,0 0-1 0 0,0 1 0 0 0,-1-1 0 0 0,1 0 0 0 0,0 0 0 0 0,0 1 0 0 0,0-1 0 0 0,0 0 0 0 0,0 1 0 0 0,1-1 0 0 0,-1 1 0 0 0,0-1 0 0 0,0 1 0 0 0,0 0 0 0 0,0 0 0 0 0,0-1 0 0 0,3 1 0 0 0,25-1 803 0 0,-22 2-727 0 0,0 1 0 0 0,0 0 0 0 0,0 0 0 0 0,0 0 0 0 0,0 1 0 0 0,0 0 0 0 0,-1 0 0 0 0,0 1 0 0 0,1-1 0 0 0,-1 2 0 0 0,-1-1 0 0 0,1 0 0 0 0,-1 1 0 0 0,1 0 0 0 0,-1 1 0 0 0,-1-1 0 0 0,1 1 0 0 0,6 10 0 0 0,-7-10-71 0 0,-1 0-1 0 0,1 0 1 0 0,-1 0 0 0 0,-1 1-1 0 0,1-1 1 0 0,-1 1 0 0 0,0-1-1 0 0,0 1 1 0 0,-1 0-1 0 0,0 0 1 0 0,0-1 0 0 0,-1 1-1 0 0,0 0 1 0 0,0 0 0 0 0,0 0-1 0 0,-1 0 1 0 0,0 0 0 0 0,0-1-1 0 0,-4 11 1 0 0,0-4 38 0 0,-2 0 1 0 0,-10 18 0 0 0,14-26-82 0 0,0-1 0 0 0,-1 1 1 0 0,1-1-1 0 0,-1 0 0 0 0,1-1 1 0 0,-1 1-1 0 0,-1-1 0 0 0,1 1 1 0 0,-8 3-1 0 0,10-6 32 0 0,-2-2-68 0 0,4 1 15 0 0,0 0 0 0 0,-1 0 0 0 0,1 0-1 0 0,0 0 1 0 0,-1 0 0 0 0,1 0 0 0 0,0 0 0 0 0,0 0 0 0 0,-1 0-1 0 0,1 0 1 0 0,0 0 0 0 0,0 0 0 0 0,-1 0 0 0 0,1 0 0 0 0,0 0-1 0 0,0-1 1 0 0,-1 1 0 0 0,1 0 0 0 0,0 0 0 0 0,0 0-1 0 0,-1 0 1 0 0,1 0 0 0 0,0-1 0 0 0,0 1 0 0 0,0 0 0 0 0,-1 0-1 0 0,1 0 1 0 0,0-1 0 0 0,0 1 0 0 0,0 0 0 0 0,0 0 0 0 0,0-1-1 0 0,0 1 1 0 0,-1 0 0 0 0,2-11-1 0 0,1 0 0 0 0,0 0 0 0 0,0 1 0 0 0,1 0-1 0 0,0-1 1 0 0,1 1 0 0 0,0 0 0 0 0,1 1 0 0 0,0-1 0 0 0,9-12 0 0 0,0 0-9 0 0,1 2 0 0 0,2 0 1 0 0,24-24-1 0 0,-25 29-9 0 0,-1 2-1 0 0,31-20 1 0 0,-38 28 13 0 0,1 0 0 0 0,-1 0 0 0 0,1 1 0 0 0,0 1 0 0 0,0 0 0 0 0,0 0 0 0 0,18-3 0 0 0,-24 6 7 0 0,-1-1-1 0 0,1 1 1 0 0,0 0-1 0 0,0 0 0 0 0,-1 0 1 0 0,1 0-1 0 0,0 1 1 0 0,-1-1-1 0 0,1 1 0 0 0,0 0 1 0 0,-1 0-1 0 0,1 0 1 0 0,-1 0-1 0 0,1 0 0 0 0,-1 0 1 0 0,1 1-1 0 0,-1-1 1 0 0,3 3-1 0 0,-2-1 12 0 0,-1 0 1 0 0,1 0-1 0 0,-1 0 0 0 0,1 1 0 0 0,-1-1 1 0 0,0 1-1 0 0,0-1 0 0 0,-1 1 1 0 0,1 0-1 0 0,2 7 0 0 0,-2 3 17 0 0,1-1 1 0 0,-2 1-1 0 0,1 0 0 0 0,-2 0 0 0 0,-2 26 1 0 0,-1-10-14 0 0,0-17-8 0 0,2-1 0 0 0,0 1 0 0 0,0 0 0 0 0,2-1 0 0 0,-1 1 0 0 0,4 17 0 0 0,-4-28-48 0 0,1 0 0 0 0,0-1 0 0 0,0 1 0 0 0,0 0-1 0 0,0 0 1 0 0,0 0 0 0 0,0-1 0 0 0,0 1 0 0 0,0-1 0 0 0,1 1 0 0 0,-1-1 0 0 0,1 1-1 0 0,-1-1 1 0 0,1 0 0 0 0,-1 0 0 0 0,1 1 0 0 0,0-1 0 0 0,0 0 0 0 0,0-1-1 0 0,-1 1 1 0 0,1 0 0 0 0,0 0 0 0 0,0-1 0 0 0,0 1 0 0 0,0-1 0 0 0,0 0-1 0 0,0 0 1 0 0,0 0 0 0 0,0 0 0 0 0,0 0 0 0 0,0 0 0 0 0,0 0 0 0 0,0 0-1 0 0,2-1 1 0 0,5-1-189 0 0,-1 0 0 0 0,1 0 0 0 0,-1 0 0 0 0,0-1 0 0 0,0 0-1 0 0,15-9 1 0 0,-4 0 101 0 0,-2-1 0 0 0,1-1 0 0 0,-2-1 0 0 0,0 0 0 0 0,0-1 0 0 0,-2-1 0 0 0,0 0 0 0 0,-1-1 0 0 0,-1-1 0 0 0,0 0 0 0 0,-2 0 0 0 0,0-1 0 0 0,-1 0 0 0 0,-1-1 0 0 0,6-25 0 0 0,-13 43 192 0 0,0 1 0 0 0,0 0-1 0 0,-1-1 1 0 0,0 1 0 0 0,1 0 0 0 0,-1-1-1 0 0,0 1 1 0 0,0-1 0 0 0,0 1 0 0 0,0 0 0 0 0,0-1-1 0 0,-1 1 1 0 0,1 0 0 0 0,-1-1 0 0 0,0 1-1 0 0,1 0 1 0 0,-1 0 0 0 0,0-1 0 0 0,-2-1 0 0 0,3 4-31 0 0,0-1 0 0 0,-1 1 1 0 0,1-1-1 0 0,-1 1 0 0 0,1 0 1 0 0,-1-1-1 0 0,1 1 0 0 0,-1 0 1 0 0,1-1-1 0 0,-1 1 0 0 0,1 0 1 0 0,-1 0-1 0 0,1-1 0 0 0,-1 1 1 0 0,1 0-1 0 0,-1 0 0 0 0,0 0 1 0 0,1 0-1 0 0,-1 0 0 0 0,1 0 1 0 0,-1 0-1 0 0,0 0 0 0 0,1 0 1 0 0,-1 0-1 0 0,1 0 0 0 0,-1 0 1 0 0,1 0-1 0 0,-1 1 0 0 0,0-1 1 0 0,1 0-1 0 0,-1 1 0 0 0,-16 9 683 0 0,9-3-526 0 0,1 0 0 0 0,0 1 0 0 0,0-1-1 0 0,1 1 1 0 0,0 1 0 0 0,0-1-1 0 0,1 1 1 0 0,1 0 0 0 0,-1 0 0 0 0,-3 13-1 0 0,6-17-162 0 0,0 0-1 0 0,0 0 1 0 0,1 1-1 0 0,0-1 1 0 0,0 0-1 0 0,1 1 0 0 0,-1-1 1 0 0,1 1-1 0 0,0-1 1 0 0,1 1-1 0 0,-1-1 1 0 0,1 0-1 0 0,0 1 1 0 0,0-1-1 0 0,1 0 0 0 0,0 0 1 0 0,0 0-1 0 0,0 0 1 0 0,0 0-1 0 0,6 8 1 0 0,-5-10-18 0 0,0 0 0 0 0,0 0-1 0 0,1 0 1 0 0,0-1 0 0 0,-1 1 0 0 0,1-1 0 0 0,0 0 0 0 0,0 0 0 0 0,0 0 0 0 0,1 0 0 0 0,-1-1 0 0 0,0 0 0 0 0,1 0 0 0 0,-1 0 0 0 0,0 0 0 0 0,7 0 0 0 0,4 0 12 0 0,0-1-1 0 0,0 0 1 0 0,22-4 0 0 0,-22 1-6 0 0,0 0-1 0 0,0 0 1 0 0,0-2 0 0 0,-1 0-1 0 0,0 0 1 0 0,0-2-1 0 0,0 1 1 0 0,-1-2 0 0 0,0 0-1 0 0,-1 0 1 0 0,13-12 0 0 0,-20 16-24 0 0,0 0 1 0 0,-1-1 0 0 0,1 0-1 0 0,-1 0 1 0 0,0 0-1 0 0,0 0 1 0 0,-1-1 0 0 0,0 1-1 0 0,0-1 1 0 0,0 0-1 0 0,0 0 1 0 0,-1 0 0 0 0,0 0-1 0 0,-1-1 1 0 0,1 1 0 0 0,-1 0-1 0 0,0-1 1 0 0,-1 1-1 0 0,1-1 1 0 0,-1 1 0 0 0,-1-1-1 0 0,1 1 1 0 0,-1-1 0 0 0,0 1-1 0 0,-1-1 1 0 0,1 1-1 0 0,-1 0 1 0 0,-3-7 0 0 0,2 8 0 0 0,1 0 1 0 0,-1 0 0 0 0,0 0-1 0 0,-1 0 1 0 0,1 0-1 0 0,-1 1 1 0 0,0 0 0 0 0,0 0-1 0 0,0 0 1 0 0,-1 0 0 0 0,1 0-1 0 0,-1 1 1 0 0,0 0 0 0 0,0 0-1 0 0,0 0 1 0 0,0 0 0 0 0,-1 1-1 0 0,1 0 1 0 0,-1 0 0 0 0,1 1-1 0 0,-1 0 1 0 0,0 0 0 0 0,-11-1-1 0 0,6 1 36 0 0,0 1 1 0 0,0 0-1 0 0,0 1 0 0 0,0 1 0 0 0,0-1 0 0 0,1 2 1 0 0,-1-1-1 0 0,1 1 0 0 0,-1 1 0 0 0,1 0 0 0 0,-18 10 1 0 0,27-14-27 0 0,0 1 1 0 0,0-1 0 0 0,0 1 0 0 0,0-1 0 0 0,0 1 0 0 0,0 0 0 0 0,1 0 0 0 0,-1-1-1 0 0,0 1 1 0 0,0 0 0 0 0,0 0 0 0 0,1 0 0 0 0,-1 0 0 0 0,0 0 0 0 0,1 0 0 0 0,-1 0-1 0 0,0 1 1 0 0,1-1-2 0 0,0-1 1 0 0,1 1-1 0 0,-1-1 0 0 0,0 0 0 0 0,0 1 1 0 0,0-1-1 0 0,0 1 0 0 0,1-1 0 0 0,-1 0 1 0 0,0 1-1 0 0,0-1 0 0 0,1 0 1 0 0,-1 1-1 0 0,0-1 0 0 0,1 0 0 0 0,-1 1 1 0 0,0-1-1 0 0,1 0 0 0 0,-1 1 0 0 0,1-1 1 0 0,-1 0-1 0 0,0 0 0 0 0,1 0 0 0 0,-1 1 1 0 0,1-1-1 0 0,-1 0 0 0 0,1 0 0 0 0,3 1-6 0 0,0 0 1 0 0,0 0-1 0 0,0-1 0 0 0,0 0 0 0 0,0 0 0 0 0,0 0 1 0 0,0 0-1 0 0,5-1 0 0 0,37-11-91 0 0,-1-1 0 0 0,44-21 1 0 0,84-46-271 0 0,-59 26 328 0 0,-107 50 18 0 0,-1 1-1 0 0,1 1 1 0 0,0-1-1 0 0,0 1 1 0 0,10-2 0 0 0,-15 4 14 0 0,26 4-10 0 0,-18 1 26 0 0,-3 9-5249 0 0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1:12.5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38 113 640 0 0,'0'0'2709'0'0,"-3"0"-2248"0"0,-27 5 4522 0 0,26-4-3141 0 0,17-4-2030 0 0,170-40 353 0 0,28-5-1773 0 0,-103 28-2740 0 0,-78 16 2096 0 0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1:28.1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7 1212 0 0,'3'-6'10978'0'0,"-6"20"-10803"0"0,0 0 1 0 0,1 1-1 0 0,1-1 0 0 0,1 27 0 0 0,0-9 50 0 0,-28 388 1062 0 0,19-236-2239 0 0,9-182 257 0 0,0 8-1232 0 0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1:28.4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44 124 0 0,'14'-31'19887'0'0,"-13"19"-20021"0"0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1:29.3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384 94 1304 0 0,'35'-67'8768'0'0,"-34"65"-8541"0"0,0 0 43 0 0,4-12 962 0 0,-5 14-1220 0 0,0-1-1 0 0,0 1 1 0 0,0 0-1 0 0,0 0 1 0 0,0-1-1 0 0,0 1 0 0 0,0 0 1 0 0,0-1-1 0 0,0 1 1 0 0,0 0-1 0 0,-1-1 1 0 0,1 1-1 0 0,0 0 0 0 0,0 0 1 0 0,0-1-1 0 0,0 1 1 0 0,0 0-1 0 0,-1 0 0 0 0,1-1 1 0 0,0 1-1 0 0,0 0 1 0 0,0 0-1 0 0,-1-1 1 0 0,1 1-1 0 0,0 0 0 0 0,0 0 1 0 0,-1 0-1 0 0,1 0 1 0 0,0 0-1 0 0,0-1 1 0 0,-1 1-1 0 0,1 0 0 0 0,0 0 1 0 0,-1 0-1 0 0,1 0 1 0 0,0 0-1 0 0,-1 0 1 0 0,1 0-1 0 0,0 0 0 0 0,0 0 1 0 0,-1 0-1 0 0,1 0 1 0 0,0 0-1 0 0,-1 0 0 0 0,1 0 1 0 0,0 0-1 0 0,-1 0 1 0 0,1 1-1 0 0,-17 2 24 0 0,1 1 1 0 0,0 1-1 0 0,0 0 1 0 0,0 1-1 0 0,1 1 0 0 0,0 1 1 0 0,1 0-1 0 0,-1 1 0 0 0,1 0 1 0 0,1 1-1 0 0,-13 12 0 0 0,-12 13 28 0 0,2 2 0 0 0,-43 55-1 0 0,76-88-66 0 0,0-1-1 0 0,0 1 1 0 0,0 0-1 0 0,1 0 0 0 0,-1 1 1 0 0,1-1-1 0 0,0 0 1 0 0,0 1-1 0 0,0 0 1 0 0,1-1-1 0 0,0 1 1 0 0,0 0-1 0 0,0-1 1 0 0,1 1-1 0 0,-1 8 1 0 0,1-11 3 0 0,1-1 1 0 0,-1 0-1 0 0,1 0 1 0 0,-1 0 0 0 0,1 0-1 0 0,-1 0 1 0 0,1 0-1 0 0,0 0 1 0 0,-1 0 0 0 0,1 0-1 0 0,0-1 1 0 0,0 1 0 0 0,0 0-1 0 0,0 0 1 0 0,0-1-1 0 0,0 1 1 0 0,0 0 0 0 0,0-1-1 0 0,0 1 1 0 0,0-1-1 0 0,0 0 1 0 0,1 1 0 0 0,24 6-13 0 0,-24-7 17 0 0,37 7-43 0 0,-4-1 8 0 0,60 18 0 0 0,-86-21 17 0 0,0 1 0 0 0,0-1 0 0 0,-1 1 0 0 0,1 1 0 0 0,-1 0-1 0 0,0 0 1 0 0,0 0 0 0 0,-1 1 0 0 0,0 0 0 0 0,0 1 0 0 0,10 11-1 0 0,-15-15 30 0 0,0 0 0 0 0,0 1-1 0 0,0-1 1 0 0,0 0 0 0 0,-1 1-1 0 0,1-1 1 0 0,-1 1-1 0 0,0-1 1 0 0,0 1 0 0 0,0 0-1 0 0,0-1 1 0 0,-1 1 0 0 0,0 0-1 0 0,1 0 1 0 0,-1 0-1 0 0,-1 7 1 0 0,-1-5 93 0 0,1 0 1 0 0,-1 0-1 0 0,0 0 0 0 0,-1 0 0 0 0,0 0 1 0 0,1-1-1 0 0,-2 1 0 0 0,1-1 0 0 0,-7 8 0 0 0,1-2 153 0 0,-1 0-1 0 0,-1-1 0 0 0,0 0 0 0 0,0-1 0 0 0,-1 0 0 0 0,0-1 0 0 0,0 0 0 0 0,-17 7 0 0 0,17-10-159 0 0,-1-1-1 0 0,1 0 1 0 0,-1-1 0 0 0,0-1-1 0 0,0 0 1 0 0,0-1-1 0 0,0 0 1 0 0,0-1-1 0 0,0 0 1 0 0,0-1 0 0 0,0-1-1 0 0,0 0 1 0 0,0-1-1 0 0,-19-6 1 0 0,30 8-225 0 0,1 0 1 0 0,0 0-1 0 0,-1 0 1 0 0,1 0-1 0 0,0 0 1 0 0,0 0-1 0 0,0 0 0 0 0,0 0 1 0 0,0-1-1 0 0,0 1 1 0 0,0 0-1 0 0,1-1 1 0 0,-1 1-1 0 0,0-1 1 0 0,1 1-1 0 0,-1-1 0 0 0,1 1 1 0 0,0-1-1 0 0,-1 1 1 0 0,1-1-1 0 0,0 1 1 0 0,0-1-1 0 0,0 1 1 0 0,0-1-1 0 0,0 0 0 0 0,0 1 1 0 0,0-1-1 0 0,1 1 1 0 0,-1-1-1 0 0,1 1 1 0 0,-1-1-1 0 0,1 1 0 0 0,-1-1 1 0 0,1 1-1 0 0,0 0 1 0 0,1-3-1 0 0,27-18-6269 0 0,-17 15 1969 0 0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1:29.7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145 101 2116 0 0,'6'-8'5739'0'0,"-6"8"-5675"0"0,0 0 0 0 0,0 0 0 0 0,-1 0 0 0 0,1 0 0 0 0,0 0 0 0 0,0 0 0 0 0,0 0 0 0 0,-1 0 1 0 0,1 0-1 0 0,0 0 0 0 0,0 0 0 0 0,0 0 0 0 0,-1 0 0 0 0,1 0 0 0 0,0 0 0 0 0,0 0 0 0 0,0 0 0 0 0,0 0 0 0 0,-2-2 640 0 0,2 2-640 0 0,0 0 0 0 0,0 0 0 0 0,0 0 0 0 0,-1 0 0 0 0,1-1 0 0 0,0 1 0 0 0,0 0 0 0 0,0 0 0 0 0,0 0 0 0 0,0 0 0 0 0,0-1 0 0 0,0 1 0 0 0,0 0 0 0 0,0 0 0 0 0,0 0 0 0 0,0-1 0 0 0,0 1 0 0 0,0 0 0 0 0,0 0 0 0 0,0 0 0 0 0,0-1 0 0 0,0 1 0 0 0,0 0 0 0 0,0 0 0 0 0,0 0 0 0 0,1 0 0 0 0,-1-1 0 0 0,0 1 256 0 0,1-1-256 0 0,-3 2 125 0 0,0 0 0 0 0,0 0 0 0 0,0 0 0 0 0,1 0 0 0 0,-1 0 0 0 0,0 0 0 0 0,1 0 0 0 0,-1 0 0 0 0,-2 3 0 0 0,-9 12-83 0 0,0 1-1 0 0,1 0 1 0 0,1 1 0 0 0,1 0-1 0 0,0 1 1 0 0,2 0 0 0 0,0 0-1 0 0,1 1 1 0 0,1 0 0 0 0,0 0-1 0 0,-2 24 1 0 0,7-39-93 0 0,1 0-1 0 0,-1-1 1 0 0,1 1 0 0 0,0 0-1 0 0,0 0 1 0 0,1-1 0 0 0,0 1-1 0 0,0 0 1 0 0,0-1 0 0 0,0 1-1 0 0,0 0 1 0 0,1-1 0 0 0,0 0-1 0 0,0 1 1 0 0,0-1 0 0 0,1 0-1 0 0,-1 0 1 0 0,1 0 0 0 0,4 5-1 0 0,-5-9-5 0 0,-1 1-1 0 0,1 0 1 0 0,-1 0-1 0 0,1-1 0 0 0,0 1 1 0 0,-1-1-1 0 0,1 1 1 0 0,-1-1-1 0 0,1 0 0 0 0,0 1 1 0 0,0-1-1 0 0,-1 0 1 0 0,1 0-1 0 0,0 0 1 0 0,3-1-1 0 0,25-5 27 0 0,-23 4-19 0 0,0-1-1 0 0,0 0 0 0 0,0-1 0 0 0,0 0 0 0 0,0 0 0 0 0,-1 0 1 0 0,0 0-1 0 0,0-1 0 0 0,0 0 0 0 0,0-1 0 0 0,-1 1 0 0 0,8-11 1 0 0,-7 8 9 0 0,-1-2 0 0 0,1 1 1 0 0,-1-1-1 0 0,-1 0 0 0 0,0 0 1 0 0,0 0-1 0 0,-1 0 0 0 0,3-17 1 0 0,-4 15 21 0 0,0 0-1 0 0,-1 0 1 0 0,0 0 0 0 0,-1-1-1 0 0,-1 1 1 0 0,0 0 0 0 0,0 0-1 0 0,-2 0 1 0 0,1 0 0 0 0,-1 0 0 0 0,-1 0-1 0 0,0 1 1 0 0,-1 0 0 0 0,0 0-1 0 0,-1 0 1 0 0,-11-17 0 0 0,13 23-39 0 0,0 1 0 0 0,-1-1 0 0 0,0 1 0 0 0,0 0 0 0 0,-1 0 0 0 0,1 0 0 0 0,-1 1 0 0 0,1 0 0 0 0,-1 0 0 0 0,0 0 0 0 0,-7-1 1 0 0,11 3-8 0 0,1 0 1 0 0,-1 0 0 0 0,0 0-1 0 0,0 1 1 0 0,0-1 0 0 0,0 1 0 0 0,0-1-1 0 0,0 1 1 0 0,0 0 0 0 0,-1 0 0 0 0,1 0-1 0 0,-3 0 1 0 0,0 1 1 0 0,2-1-53 0 0,-1 0 0 0 0,1 0 0 0 0,-1 0 0 0 0,1 1 0 0 0,-1 0 0 0 0,1 0 0 0 0,-1 0 0 0 0,1 0 0 0 0,0 1 0 0 0,0-1 0 0 0,-1 1 0 0 0,1 0 0 0 0,0-1 0 0 0,0 2 0 0 0,1-1 0 0 0,-1 0 0 0 0,0 0 0 0 0,1 1 0 0 0,-1 0 0 0 0,1-1 0 0 0,-4 7 1 0 0,5-7-302 0 0,-1 0 0 0 0,0 1 1 0 0,1-1-1 0 0,0 1 1 0 0,0-1-1 0 0,-1 1 1 0 0,1-1-1 0 0,1 1 1 0 0,-1 0-1 0 0,0 0 1 0 0,1 0-1 0 0,0-1 1 0 0,-1 1-1 0 0,1 0 1 0 0,0 0-1 0 0,0 0 1 0 0,1-1-1 0 0,-1 1 1 0 0,0 0-1 0 0,1 0 1 0 0,0 0-1 0 0,0-1 0 0 0,0 1 1 0 0,0 0-1 0 0,2 3 1 0 0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1:30.1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36 124 0 0,'7'-24'7427'0'0,"-1"13"-2497"0"0,-11 30-2103 0 0,0-2-2786 0 0,-4 35 926 0 0,-5 102 0 0 0,12-116-806 0 0,1-25-207 0 0,-9 241 565 0 0,12-147-2722 0 0,-1-101 1603 0 0,3 27-1694 0 0,5-16-4121 0 0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1:30.7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81 1808 0 0,'12'-21'12404'0'0,"-3"58"-11935"0"0,0 0 1 0 0,3 0-1 0 0,0-1 1 0 0,3-1-1 0 0,1 0 1 0 0,1-2-1 0 0,30 44 1 0 0,-42-69-432 0 0,-4-6-16 0 0,0 0-1 0 0,0-1 1 0 0,0 1-1 0 0,0 0 1 0 0,0-1 0 0 0,0 1-1 0 0,0-1 1 0 0,0 1-1 0 0,1-1 1 0 0,-1 0-1 0 0,0 1 1 0 0,1-1-1 0 0,-1 0 1 0 0,1 0-1 0 0,0 0 1 0 0,-1 0-1 0 0,1 0 1 0 0,0 0 0 0 0,0-1-1 0 0,-1 1 1 0 0,1-1-1 0 0,3 1 1 0 0,-4-2-18 0 0,1 0 0 0 0,-1 0 1 0 0,0 0-1 0 0,1 0 1 0 0,-1 0-1 0 0,0 0 0 0 0,1-1 1 0 0,-1 1-1 0 0,0 0 1 0 0,0-1-1 0 0,0 1 0 0 0,0-1 1 0 0,0 1-1 0 0,-1-1 1 0 0,2-2-1 0 0,-1 1 6 0 0,16-33 4 0 0,22-66 0 0 0,-10 22-33 0 0,-24 67 9 0 0,33-73-36 0 0,-34 78 27 0 0,1-1 1 0 0,1 1-1 0 0,-1 0 0 0 0,1 0 1 0 0,1 1-1 0 0,-1 0 0 0 0,10-8 1 0 0,-14 14 14 0 0,0 0 0 0 0,0-1 0 0 0,0 1 0 0 0,1 0 0 0 0,-1 1 0 0 0,0-1 0 0 0,1 0 0 0 0,-1 1 0 0 0,0-1 0 0 0,1 1 0 0 0,-1 0 0 0 0,1 0 0 0 0,3 0 1 0 0,35 6-3 0 0,97 40 28 0 0,2 1-12 0 0,-72-29 315 0 0,-67-17-320 0 0,0-1-1 0 0,0 0 1 0 0,0 0 0 0 0,0 0 0 0 0,0 0 0 0 0,0 0 0 0 0,0 0 0 0 0,0 0 0 0 0,0 0-1 0 0,0-1 1 0 0,0 1 0 0 0,0 0 0 0 0,0-1 0 0 0,0 1 0 0 0,0 0 0 0 0,0-1-1 0 0,0 1 1 0 0,0-1 0 0 0,0 1 0 0 0,-1-1 0 0 0,1 0 0 0 0,0 1 0 0 0,0-1 0 0 0,-1 0-1 0 0,1 0 1 0 0,0 1 0 0 0,-1-1 0 0 0,1 0 0 0 0,-1 0 0 0 0,1 0 0 0 0,-1 0 0 0 0,0 0-1 0 0,1 0 1 0 0,-1 0 0 0 0,0 0 0 0 0,1 0 0 0 0,-1 0 0 0 0,0-1 0 0 0,1-1-3 0 0,0-1-1 0 0,-1 0 1 0 0,0 0 0 0 0,1 1 0 0 0,-1-1 0 0 0,-1 0 0 0 0,1 0 0 0 0,-1-5 0 0 0,0 6-6 0 0,1-1 0 0 0,-1 1 0 0 0,0 0 0 0 0,0-1 0 0 0,0 1 1 0 0,-1-1-1 0 0,1 1 0 0 0,-1 0 0 0 0,0 0 0 0 0,0 0 0 0 0,0 0 0 0 0,0 0 0 0 0,0 1 0 0 0,-1-1 0 0 0,1 0 0 0 0,-1 1 0 0 0,-3-3 0 0 0,4 5 5 0 0,1 0-1 0 0,0-1 0 0 0,-1 1 0 0 0,1 0 0 0 0,-1 0 0 0 0,1 0 0 0 0,-1 0 0 0 0,1 1 0 0 0,0-1 1 0 0,-1 0-1 0 0,1 1 0 0 0,-1-1 0 0 0,1 0 0 0 0,0 1 0 0 0,-1 0 0 0 0,1-1 0 0 0,0 1 0 0 0,0 0 1 0 0,-1 0-1 0 0,1-1 0 0 0,0 1 0 0 0,0 0 0 0 0,-1 2 0 0 0,-23 23 21 0 0,24-26-21 0 0,-7 12 9 0 0,0 0 0 0 0,0 0 0 0 0,1 0 0 0 0,0 1 0 0 0,2 0 0 0 0,-1 1 0 0 0,1-1 0 0 0,-3 18 0 0 0,5-21 7 0 0,2 0 0 0 0,-1 0 0 0 0,1 0 0 0 0,0 0 0 0 0,1 0 0 0 0,0 0 0 0 0,1 0 1 0 0,0 0-1 0 0,0 0 0 0 0,1 0 0 0 0,1 0 0 0 0,5 14 0 0 0,-7-20-5 0 0,1-1 0 0 0,0 1 1 0 0,1-1-1 0 0,-1 1 1 0 0,1-1-1 0 0,-1 0 0 0 0,1 0 1 0 0,0 0-1 0 0,0 0 0 0 0,0-1 1 0 0,0 1-1 0 0,1-1 1 0 0,3 2-1 0 0,0 0 4 0 0,0-1 1 0 0,0-1-1 0 0,0 1 1 0 0,0-1-1 0 0,1 0 0 0 0,11 1 1 0 0,3-2 11 0 0,0 0 1 0 0,0-2-1 0 0,40-6 0 0 0,-26 2-153 0 0,0-2 0 0 0,57-20-1 0 0,-69 18-1304 0 0,29-16-1 0 0,-35 14-1234 0 0,0 1 0 0 0,17-16 0 0 0,-14 11-3198 0 0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1:31.2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16 116 276 0 0,'-16'-115'16047'0'0,"31"186"-13925"0"0,-3 2 0 0 0,4 117 0 0 0,0-1-1530 0 0,-12-140-636 0 0,-1-21-502 0 0,6 32 0 0 0,-8-52-346 0 0,1 0-1 0 0,1 0 1 0 0,0 0 0 0 0,0-1-1 0 0,0 1 1 0 0,1-1 0 0 0,0 0-1 0 0,7 10 1 0 0,3-12-4681 0 0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1:32.1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93 413 2048 0 0,'-73'-9'9413'0'0,"71"9"-8958"0"0,-1 0-74 0 0,-9-1-81 0 0,10 0 320 0 0,4 1-472 0 0,37-8 58 0 0,0-2 1 0 0,69-28 0 0 0,-35 12-91 0 0,-51 18-91 0 0,174-62 110 0 0,-144 49-119 0 0,83-49 0 0 0,-123 63 3 0 0,0-1 1 0 0,0 0-1 0 0,-1-1 1 0 0,0 0-1 0 0,-1-1 1 0 0,0 0-1 0 0,0-1 1 0 0,-1 0 0 0 0,0 0-1 0 0,-1-1 1 0 0,0 0-1 0 0,9-20 1 0 0,-24 70 95 0 0,-4 68 0 0 0,8-63-90 0 0,-2 58 149 0 0,4 0 0 0 0,5 0 0 0 0,17 102-1 0 0,-7-110 380 0 0,-14-91-505 0 0,2-3-40 0 0,0-1-1 0 0,-1 1 1 0 0,1 0-1 0 0,-1-1 0 0 0,0 1 1 0 0,1-1-1 0 0,-1 1 1 0 0,0-1-1 0 0,0 0 1 0 0,0 1-1 0 0,0-1 1 0 0,0 0-1 0 0,0-3 1 0 0,10-30-33 0 0,-6 19 20 0 0,3-9-12 0 0,2 1 1 0 0,1 0-1 0 0,1 1 1 0 0,15-23-1 0 0,-19 33-2 0 0,2 1 0 0 0,-1 0-1 0 0,1 0 1 0 0,1 1 0 0 0,0 1 0 0 0,0 0-1 0 0,1 0 1 0 0,17-10 0 0 0,-26 18 14 0 0,1 0 1 0 0,-1 0-1 0 0,1 0 0 0 0,0 1 1 0 0,-1 0-1 0 0,1-1 1 0 0,0 1-1 0 0,0 0 0 0 0,0 1 1 0 0,0-1-1 0 0,0 1 1 0 0,0 0-1 0 0,0 0 1 0 0,0 0-1 0 0,0 0 0 0 0,0 1 1 0 0,0-1-1 0 0,0 1 1 0 0,0 0-1 0 0,0 1 0 0 0,0-1 1 0 0,0 1-1 0 0,-1-1 1 0 0,1 1-1 0 0,-1 0 0 0 0,1 0 1 0 0,-1 1-1 0 0,0-1 1 0 0,1 1-1 0 0,3 4 0 0 0,2 3 22 0 0,-1 0 0 0 0,0 0 0 0 0,0 1 0 0 0,-1 0 0 0 0,-1 0 0 0 0,0 1 0 0 0,0 0 0 0 0,4 15 0 0 0,15 38 146 0 0,-25-65-158 0 0,0 1-1 0 0,1-1 1 0 0,-1 1-1 0 0,1-1 1 0 0,-1 1 0 0 0,0-1-1 0 0,1 0 1 0 0,-1 1-1 0 0,1-1 1 0 0,-1 1-1 0 0,1-1 1 0 0,0 0 0 0 0,-1 0-1 0 0,1 1 1 0 0,-1-1-1 0 0,1 0 1 0 0,0 0 0 0 0,-1 0-1 0 0,1 1 1 0 0,-1-1-1 0 0,1 0 1 0 0,0 0-1 0 0,-1 0 1 0 0,1 0 0 0 0,0 0-1 0 0,-1 0 1 0 0,1 0-1 0 0,1-1 1 0 0,16-4 43 0 0,-5-2-39 0 0,0-1 1 0 0,-1 0 0 0 0,0-1-1 0 0,20-17 1 0 0,39-47-11 0 0,-64 65 1 0 0,16-16 5 0 0,-2 0-1 0 0,0-1 0 0 0,-2-1 1 0 0,-1-1-1 0 0,24-49 1 0 0,-37 58-31 0 0,-13 22 20 0 0,-12 19 80 0 0,8-5 69 0 0,0 1 1 0 0,2 0 0 0 0,0 1-1 0 0,1 1 1 0 0,1-1-1 0 0,1 1 1 0 0,0 0-1 0 0,-4 36 1 0 0,10-53-128 0 0,1 0-1 0 0,-1 0 1 0 0,1 0 0 0 0,1-1 0 0 0,-1 1-1 0 0,0 0 1 0 0,1 0 0 0 0,0 0 0 0 0,0 0-1 0 0,0 0 1 0 0,0 0 0 0 0,1-1 0 0 0,0 1-1 0 0,-1-1 1 0 0,1 1 0 0 0,0-1 0 0 0,1 0-1 0 0,-1 1 1 0 0,1-1 0 0 0,3 3-1 0 0,-2-3-3 0 0,0 0 0 0 0,1 0-1 0 0,-1 0 1 0 0,1 0 0 0 0,0-1-1 0 0,0 0 1 0 0,0 0-1 0 0,0-1 1 0 0,0 1 0 0 0,0-1-1 0 0,0 0 1 0 0,1 0-1 0 0,-1-1 1 0 0,10 0 0 0 0,8 0-289 0 0,1-2 0 0 0,0-1 0 0 0,-1-1 1 0 0,0-1-1 0 0,32-11 0 0 0,-19 3-2464 0 0,-2-2 0 0 0,56-31-1 0 0,-45 19-3153 0 0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1:32.6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20 1444 0 0,'-31'-18'7220'0'0,"29"17"-6628"0"0,-1 3 225 0 0,2-2-790 0 0,1 0 1 0 0,0 0 0 0 0,0 0 0 0 0,0 0-1 0 0,-1 0 1 0 0,1 0 0 0 0,0 0 0 0 0,0 0-1 0 0,0 0 1 0 0,-1 1 0 0 0,1-1-1 0 0,0 0 1 0 0,0 0 0 0 0,0 0 0 0 0,-1 0-1 0 0,1 0 1 0 0,0 0 0 0 0,0 0 0 0 0,0 1-1 0 0,0-1 1 0 0,0 0 0 0 0,-1 0-1 0 0,1 0 1 0 0,0 0 0 0 0,0 1 0 0 0,0-1-1 0 0,0 0 1 0 0,0 0 0 0 0,0 0 0 0 0,0 1-1 0 0,0-1 1 0 0,-1 0 0 0 0,1 0-1 0 0,0 0 1 0 0,0 1 0 0 0,0-1 0 0 0,0 0-1 0 0,9 95 4201 0 0,0-15-2698 0 0,-4 112 582 0 0,12 148-314 0 0,-16-327-1761 0 0,1 0 0 0 0,0 0 1 0 0,1 0-1 0 0,1 0 0 0 0,8 19 0 0 0,-10-28-21 0 0,0 1 0 0 0,0-1-1 0 0,1-1 1 0 0,-1 1 0 0 0,1 0-1 0 0,0-1 1 0 0,0 1 0 0 0,0-1-1 0 0,1 0 1 0 0,-1 0 0 0 0,1 0 0 0 0,-1 0-1 0 0,1-1 1 0 0,0 1 0 0 0,0-1-1 0 0,1 0 1 0 0,-1 0 0 0 0,0-1 0 0 0,7 2-1 0 0,2 0 30 0 0,1-2 0 0 0,-1 0 0 0 0,1 0 0 0 0,0-2 0 0 0,0 1 0 0 0,-1-2-1 0 0,1 0 1 0 0,21-6 0 0 0,-8 1-484 0 0,0-2-1 0 0,-1-2 1 0 0,29-14-1 0 0,13-16-3786 0 0,-27 10-2605 0 0,-24 15 315 0 0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1:32.9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44 2720 0 0,'-1'-10'3253'0'0,"0"6"-2485"0"0,1 1 1 0 0,-1 0 0 0 0,1 0-1 0 0,-1 0 1 0 0,0 0 0 0 0,-6-11 5220 0 0,7 16-5145 0 0,2 23 603 0 0,1-1-1 0 0,10 45 1 0 0,3 15-617 0 0,-6 11-1123 0 0,-6 166 0 0 0,-4-228-1360 0 0,0 5-2079 0 0,-3-16-4376 0 0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1:33.1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96 2472 0 0,'-3'-16'3883'0'0,"-2"-31"0"0"0,5 46-3796 0 0,0 0 0 0 0,0 0 0 0 0,0 0 0 0 0,1 0 0 0 0,-1 0 0 0 0,0 0 0 0 0,1 0 0 0 0,-1 0 0 0 0,1 0 0 0 0,-1 0 0 0 0,1 0 0 0 0,-1 0 0 0 0,1 0 0 0 0,0 0 0 0 0,-1 0 0 0 0,1 1 0 0 0,0-1 0 0 0,0 0 0 0 0,0 1 0 0 0,0-1 0 0 0,0 0 0 0 0,2 0 0 0 0,21-7 879 0 0,-11 6-650 0 0,1 1 1 0 0,-1 1-1 0 0,1 0 0 0 0,-1 1 1 0 0,0 1-1 0 0,24 5 1 0 0,-13-1-69 0 0,-1 1 1 0 0,41 19-1 0 0,-60-25-163 0 0,-1 1-1 0 0,0-1 1 0 0,0 1 0 0 0,0 0-1 0 0,-1 0 1 0 0,1 0-1 0 0,0 0 1 0 0,-1 0-1 0 0,1 1 1 0 0,-1-1-1 0 0,0 1 1 0 0,1-1-1 0 0,-1 1 1 0 0,0 0-1 0 0,-1 0 1 0 0,1 0-1 0 0,-1 0 1 0 0,1 0-1 0 0,1 6 1 0 0,-3-5 23 0 0,0 0 0 0 0,0 0 1 0 0,0 0-1 0 0,0 0 1 0 0,0-1-1 0 0,-1 1 0 0 0,0 0 1 0 0,0 0-1 0 0,0 0 0 0 0,0-1 1 0 0,0 1-1 0 0,-1-1 1 0 0,0 1-1 0 0,0-1 0 0 0,0 0 1 0 0,0 1-1 0 0,-4 4 0 0 0,-7 7 81 0 0,0-1-1 0 0,-1 0 1 0 0,0-1-1 0 0,-1-1 1 0 0,-1 0 0 0 0,0-1-1 0 0,-29 15 1 0 0,-5-2-2338 0 0,-75 26 1 0 0,123-49 1326 0 0,-5 1 630 0 0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1:33.6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176 50 1288 0 0,'-103'-46'12629'0'0,"102"46"-12553"0"0,0-1 0 0 0,0 1 0 0 0,0-1 0 0 0,0 1 0 0 0,0 0 0 0 0,0 0 0 0 0,0-1 0 0 0,0 1-1 0 0,0 0 1 0 0,0 0 0 0 0,0 0 0 0 0,0 0 0 0 0,0 0 0 0 0,0 0 0 0 0,0 0 0 0 0,0 0 0 0 0,0 1 0 0 0,0-1 0 0 0,0 0-1 0 0,0 1 1 0 0,0-1 0 0 0,0 0 0 0 0,1 1 0 0 0,-1-1 0 0 0,0 1 0 0 0,0 0 0 0 0,0-1 0 0 0,0 1 0 0 0,1 0-1 0 0,-1-1 1 0 0,0 1 0 0 0,1 0 0 0 0,-1 0 0 0 0,0-1 0 0 0,1 1 0 0 0,-1 0 0 0 0,1 0 0 0 0,-1 2 0 0 0,-1 3 171 0 0,0 0 0 0 0,0 0 0 0 0,1 0 0 0 0,-1 0 1 0 0,1 7-1 0 0,0-7-37 0 0,-14 123 980 0 0,3 211 0 0 0,12-318-1767 0 0,6 71-2147 0 0,-5-80-500 0 0,2 0 0 0 0,5 19-1 0 0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1:33.9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26 222 520 0 0,'-4'-12'1601'0'0,"-1"0"-423"0"0,1-1 0 0 0,1 1 0 0 0,0-1 1 0 0,0 0-1 0 0,0-19 0 0 0,3 29-1061 0 0,0-1 0 0 0,0 1 0 0 0,1-1 0 0 0,-1 1 1 0 0,1-1-1 0 0,0 1 0 0 0,0-1 0 0 0,0 1 0 0 0,1 0 0 0 0,-1-1 0 0 0,1 1 0 0 0,0 0 0 0 0,0 0 0 0 0,0 0 0 0 0,0 0 0 0 0,0 0 0 0 0,1 1 1 0 0,-1-1-1 0 0,1 1 0 0 0,0 0 0 0 0,0-1 0 0 0,0 1 0 0 0,0 0 0 0 0,6-2 0 0 0,7-3 49 0 0,0 0 0 0 0,0 2 0 0 0,1 0 0 0 0,0 1 1 0 0,0 0-1 0 0,0 1 0 0 0,0 1 0 0 0,1 1 0 0 0,-1 1 0 0 0,18 1 0 0 0,5 3-44 0 0,-1 1 1 0 0,1 2-1 0 0,48 15 0 0 0,-74-18 31 0 0,-1 0-1 0 0,0 1 0 0 0,-1 1 0 0 0,1 0 0 0 0,-1 1 1 0 0,22 16-1 0 0,-31-22-61 0 0,-1 1 1 0 0,1 0-1 0 0,-1 0 1 0 0,0 1-1 0 0,0-1 1 0 0,0 0-1 0 0,0 1 1 0 0,0-1-1 0 0,0 1 1 0 0,-1-1-1 0 0,1 1 1 0 0,-1 0-1 0 0,0 0 1 0 0,0 0-1 0 0,0 0 1 0 0,0 0-1 0 0,-1 0 1 0 0,1 0-1 0 0,-1 0 1 0 0,1 0-1 0 0,-1 0 1 0 0,0 0-1 0 0,0 0 0 0 0,-1 0 1 0 0,1 0-1 0 0,-1 0 1 0 0,1 1-1 0 0,-1-2 1 0 0,0 1-1 0 0,0 0 1 0 0,0 0-1 0 0,-1 0 1 0 0,1 0-1 0 0,-1-1 1 0 0,1 1-1 0 0,-4 4 1 0 0,-2 2-1 0 0,-1 0 1 0 0,0-1 0 0 0,0 1-1 0 0,-1-2 1 0 0,0 1-1 0 0,0-1 1 0 0,-1 0 0 0 0,1-1-1 0 0,-16 7 1 0 0,-11 3-368 0 0,-56 16-1 0 0,56-20-3610 0 0,-48 22-1 0 0,71-27 174 0 0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1:34.6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72 268 0 0,'18'-4'8055'0'0,"-13"3"-8195"0"0,-3 1 890 0 0,8 9 1185 0 0,-4-3-1440 0 0,-1 1 1 0 0,0 0 0 0 0,0 0 0 0 0,-1 1 0 0 0,0 0-1 0 0,3 8 1 0 0,18 52 1067 0 0,-21-52-1143 0 0,0 1 0 0 0,0-1 1 0 0,-2 1-1 0 0,1 21 0 0 0,-2-31-222 0 0,-1 0 0 0 0,-1 0 1 0 0,1 0-1 0 0,-1 0 0 0 0,-1 0 0 0 0,1 0 0 0 0,-1-1 0 0 0,0 1 1 0 0,-1-1-1 0 0,1 1 0 0 0,-1-1 0 0 0,-1 0 0 0 0,-3 6 1 0 0,3-6 28 0 0,3-4-145 0 0,0 0 1 0 0,0-1-1 0 0,-1 1 0 0 0,1 0 0 0 0,0-1 0 0 0,-1 1 0 0 0,1-1 1 0 0,-1 0-1 0 0,-2 2 0 0 0,3-2 39 0 0,-9-7 81 0 0,8 4-184 0 0,1 0 0 0 0,0 0 0 0 0,0 0-1 0 0,0 0 1 0 0,0 0 0 0 0,0 0 0 0 0,1 0-1 0 0,-1 0 1 0 0,0 0 0 0 0,1 0 0 0 0,0-1-1 0 0,0 1 1 0 0,-1 0 0 0 0,1 0-1 0 0,0 0 1 0 0,1-3 0 0 0,5-35 35 0 0,-1 24-63 0 0,0 1 0 0 0,0-1 1 0 0,1 2-1 0 0,1-1 0 0 0,1 1 0 0 0,0 0 0 0 0,1 0 0 0 0,0 1 0 0 0,1 0 1 0 0,0 1-1 0 0,15-14 0 0 0,-18 19-6 0 0,1 1 0 0 0,1 0 0 0 0,-1 0 1 0 0,1 0-1 0 0,0 1 0 0 0,0 0 0 0 0,1 1 0 0 0,11-4 1 0 0,-14 6 1 0 0,0 0 0 0 0,0 1 0 0 0,0 0 0 0 0,0 0 0 0 0,1 0 0 0 0,-1 1-1 0 0,0 0 1 0 0,1 1 0 0 0,-1 0 0 0 0,0 0 0 0 0,0 0 0 0 0,10 4 0 0 0,-12-3 11 0 0,0 0-1 0 0,0 0 0 0 0,0 0 1 0 0,-1 1-1 0 0,1 0 1 0 0,-1 0-1 0 0,0 0 0 0 0,0 0 1 0 0,0 1-1 0 0,0-1 0 0 0,-1 1 1 0 0,1 0-1 0 0,-1 0 1 0 0,0 0-1 0 0,2 6 0 0 0,3 4-11 0 0,-2 1 0 0 0,0 0-1 0 0,6 23 1 0 0,1 2 24 0 0,-11-36-4 0 0,-1 0 1 0 0,1 0 0 0 0,-1 0-1 0 0,1-1 1 0 0,0 1 0 0 0,1-1-1 0 0,-1 1 1 0 0,1-1-1 0 0,-1 0 1 0 0,1 0 0 0 0,0 0-1 0 0,0 0 1 0 0,0-1 0 0 0,0 1-1 0 0,6 2 1 0 0,-5-3 10 0 0,0 0-1 0 0,1-1 1 0 0,-1 0-1 0 0,1 1 1 0 0,-1-2-1 0 0,1 1 1 0 0,0 0-1 0 0,-1-1 1 0 0,1 0-1 0 0,0 0 1 0 0,0-1 0 0 0,-1 1-1 0 0,7-2 1 0 0,-1-1 1 0 0,-1 0 0 0 0,1 0 0 0 0,-1-1 0 0 0,1 0 0 0 0,-1 0 0 0 0,0-1 0 0 0,-1 0 1 0 0,1-1-1 0 0,-1 0 0 0 0,0-1 0 0 0,-1 1 0 0 0,0-1 0 0 0,0-1 0 0 0,0 1 0 0 0,-1-1 0 0 0,0-1 0 0 0,7-11 1 0 0,-8 12 23 0 0,-1-1 1 0 0,1 0 0 0 0,-1 1 0 0 0,-1-1 0 0 0,0-1 0 0 0,0 1-1 0 0,-1 0 1 0 0,0-1 0 0 0,-1 1 0 0 0,0-1 0 0 0,0 0 0 0 0,-1 1-1 0 0,0-1 1 0 0,-1 0 0 0 0,0 1 0 0 0,0-1 0 0 0,-1 1 0 0 0,-4-13-1 0 0,5 19-34 0 0,0 0 0 0 0,-1 1-1 0 0,1-1 1 0 0,-1 0 0 0 0,1 1-1 0 0,-1-1 1 0 0,0 1 0 0 0,0 0-1 0 0,0-1 1 0 0,0 1 0 0 0,-1 0-1 0 0,1 0 1 0 0,0 1 0 0 0,-1-1-1 0 0,1 0 1 0 0,-1 1 0 0 0,0-1-1 0 0,-4-1 1 0 0,2 2 27 0 0,0 0 0 0 0,-1 0 0 0 0,1 0 0 0 0,0 0-1 0 0,0 1 1 0 0,0 0 0 0 0,0 0 0 0 0,-1 1 0 0 0,1-1 0 0 0,-7 3 0 0 0,3-1-222 0 0,1 0 0 0 0,0 1-1 0 0,0 0 1 0 0,0 0 0 0 0,0 1 0 0 0,1 0 0 0 0,0 0 0 0 0,-1 1-1 0 0,1 0 1 0 0,1 0 0 0 0,-1 1 0 0 0,1 0 0 0 0,-8 9 0 0 0,13-14 12 0 0,0 1 0 0 0,0-1 1 0 0,0 1-1 0 0,0-1 1 0 0,0 1-1 0 0,1-1 0 0 0,-1 1 1 0 0,0-1-1 0 0,1 1 0 0 0,-1 0 1 0 0,1-1-1 0 0,0 1 1 0 0,0 0-1 0 0,-1 0 0 0 0,1-1 1 0 0,0 1-1 0 0,0 0 1 0 0,1-1-1 0 0,-1 1 0 0 0,0 0 1 0 0,0 0-1 0 0,1-1 0 0 0,-1 1 1 0 0,1-1-1 0 0,0 1 1 0 0,-1 0-1 0 0,1-1 0 0 0,0 1 1 0 0,1 1-1 0 0,0-1-329 0 0,1 0 0 0 0,-1 0 0 0 0,0 0 0 0 0,1 0 1 0 0,-1 0-1 0 0,1-1 0 0 0,-1 1 0 0 0,1-1 0 0 0,0 0 0 0 0,-1 1 0 0 0,1-1 0 0 0,0-1 0 0 0,0 1 0 0 0,0 0 0 0 0,0-1 1 0 0,4 1-1 0 0,15 0-4466 0 0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1:35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90 2012 0 0,'0'-90'12891'0'0,"1"92"-12118"0"0,7 33 1723 0 0,8 53-1 0 0,-3 104-596 0 0,-10-115-1359 0 0,4 144 262 0 0,-7-220-780 0 0,0 0 0 0 0,1 0 0 0 0,-1 0 0 0 0,0 0 0 0 0,0 0 0 0 0,-1 0 0 0 0,1 0 0 0 0,0 0 0 0 0,0 0 0 0 0,0 0 1 0 0,-1 0-1 0 0,1 0 0 0 0,0 0 0 0 0,-1 0 0 0 0,1 0 0 0 0,-1-1 0 0 0,1 1 0 0 0,-2 1 0 0 0,2-2-17 0 0,-1 1 0 0 0,1-1 0 0 0,-1 0 0 0 0,1 0 0 0 0,0 0 0 0 0,-1 0 0 0 0,1 0 0 0 0,-1 0 0 0 0,1 0 0 0 0,-1-1 0 0 0,1 1 0 0 0,-1 0 0 0 0,1 0 0 0 0,0 0 0 0 0,-1 0 0 0 0,1 0 0 0 0,-1-1 0 0 0,1 1 0 0 0,0 0 0 0 0,-1 0 0 0 0,1-1 0 0 0,0 1 0 0 0,-1 0 0 0 0,1-1 0 0 0,0 1 0 0 0,-1-1 0 0 0,-2-2-4 0 0,0 0-1 0 0,1 0 0 0 0,-1-1 1 0 0,1 1-1 0 0,0-1 1 0 0,-3-6-1 0 0,2 2-9 0 0,1 0-1 0 0,1 0 1 0 0,0 0-1 0 0,0-1 1 0 0,0 1 0 0 0,1 0-1 0 0,0-1 1 0 0,1 1 0 0 0,-1 0-1 0 0,2-1 1 0 0,-1 1-1 0 0,1 0 1 0 0,1 0 0 0 0,-1 0-1 0 0,1 1 1 0 0,7-13 0 0 0,-8 15-6 0 0,0 1 0 0 0,1 0 1 0 0,0-1-1 0 0,0 1 1 0 0,0 0-1 0 0,1 0 0 0 0,-1 1 1 0 0,1-1-1 0 0,0 1 1 0 0,0 0-1 0 0,0 0 0 0 0,1 0 1 0 0,-1 0-1 0 0,0 1 1 0 0,1 0-1 0 0,0 0 0 0 0,0 0 1 0 0,-1 0-1 0 0,1 1 1 0 0,0 0-1 0 0,0 0 0 0 0,0 0 1 0 0,1 1-1 0 0,-1-1 1 0 0,0 1-1 0 0,0 0 0 0 0,0 1 1 0 0,6 1-1 0 0,-4-1 15 0 0,1 2-1 0 0,-1-1 1 0 0,-1 1-1 0 0,1 0 1 0 0,0 1-1 0 0,-1-1 1 0 0,1 1-1 0 0,-1 1 1 0 0,0-1-1 0 0,-1 1 1 0 0,1 0-1 0 0,-1 0 1 0 0,0 1-1 0 0,0 0 1 0 0,-1-1-1 0 0,1 2 0 0 0,-1-1 1 0 0,-1 0-1 0 0,1 1 1 0 0,3 9-1 0 0,-3-5 14 0 0,0 0-1 0 0,0 0 0 0 0,-1 0 0 0 0,0 1 0 0 0,-1-1 0 0 0,0 1 0 0 0,-1 0 0 0 0,-1 0 0 0 0,1-1 1 0 0,-2 1-1 0 0,0 0 0 0 0,-3 14 0 0 0,3-20 51 0 0,-1 0-1 0 0,-1 0 1 0 0,1 0 0 0 0,-1 0 0 0 0,0-1-1 0 0,0 0 1 0 0,-1 1 0 0 0,1-1 0 0 0,-1 0-1 0 0,0-1 1 0 0,-1 1 0 0 0,1-1 0 0 0,-1 0-1 0 0,0 0 1 0 0,0 0 0 0 0,0-1-1 0 0,-1 1 1 0 0,1-1 0 0 0,-1-1 0 0 0,-11 5-1 0 0,11-5-193 0 0,-1 0 0 0 0,1 0 1 0 0,-1-1-1 0 0,1 0 0 0 0,-1 0 0 0 0,0 0 0 0 0,0-1 0 0 0,1 0 0 0 0,-1 0 0 0 0,0-1 0 0 0,1 0 0 0 0,-1 0 0 0 0,1-1 0 0 0,-1 0 0 0 0,1 0 0 0 0,-1 0 0 0 0,1-1 0 0 0,0 0 0 0 0,-9-5 0 0 0,14 7-123 0 0,0 0 1 0 0,0 0 0 0 0,0 0-1 0 0,0 1 1 0 0,0-1-1 0 0,0 0 1 0 0,0 0 0 0 0,1 0-1 0 0,-1 0 1 0 0,0-1 0 0 0,1 1-1 0 0,-1 0 1 0 0,1 0-1 0 0,-1 0 1 0 0,1-1 0 0 0,-1 1-1 0 0,1 0 1 0 0,0 0-1 0 0,0-1 1 0 0,-1 1 0 0 0,1 0-1 0 0,0-2 1 0 0,1 0-591 0 0,-1 0 0 0 0,1-1 1 0 0,0 1-1 0 0,0 0 0 0 0,0 0 1 0 0,0 1-1 0 0,0-1 0 0 0,3-4 1 0 0,5-11-6059 0 0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1:35.3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40 2236 0 0,'12'-40'9654'0'0,"-10"42"-8683"0"0,1 0-717 0 0,-1 0 0 0 0,0 0 0 0 0,0 0 0 0 0,1 1 0 0 0,-1-1 0 0 0,-1 1 0 0 0,1-1 0 0 0,0 1 0 0 0,-1 0 0 0 0,1-1 0 0 0,1 6-1 0 0,15 42 1842 0 0,-10-26-1381 0 0,2 4-98 0 0,68 190 1958 0 0,-57-151-2225 0 0,15 89 1 0 0,-28-103-607 0 0,3 22-2525 0 0,3-29-4191 0 0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1:36.3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50 287 2012 0 0,'24'-20'15544'0'0,"21"13"-13632"0"0,-10 3-1616 0 0,-25 2-235 0 0,1-1 1 0 0,-1 1-1 0 0,0-2 1 0 0,0 1-1 0 0,0-1 1 0 0,0-1-1 0 0,12-7 1 0 0,-18 9-53 0 0,0 0 1 0 0,0 0-1 0 0,-1 0 0 0 0,1-1 1 0 0,-1 1-1 0 0,1-1 0 0 0,-1 0 1 0 0,0 0-1 0 0,-1 0 0 0 0,1-1 1 0 0,-1 1-1 0 0,1-1 0 0 0,-1 1 1 0 0,-1-1-1 0 0,1 0 0 0 0,-1 1 1 0 0,2-8-1 0 0,-3 11-10 0 0,0 0-1 0 0,1-1 1 0 0,-1 1 0 0 0,0-1 0 0 0,0 1 0 0 0,0-1-1 0 0,0 0 1 0 0,0 1 0 0 0,0-1 0 0 0,-1 1 0 0 0,1-1-1 0 0,0 1 1 0 0,-1 0 0 0 0,1-1 0 0 0,-1 1 0 0 0,0-1-1 0 0,1 1 1 0 0,-1 0 0 0 0,0-1 0 0 0,0 1-1 0 0,0 0 1 0 0,0 0 0 0 0,0 0 0 0 0,0 0 0 0 0,0 0-1 0 0,0 0 1 0 0,0 0 0 0 0,-2-1 0 0 0,1 1 0 0 0,0 0 1 0 0,1 1-1 0 0,-1-1 0 0 0,0 1 1 0 0,0-1-1 0 0,0 1 0 0 0,0 0 1 0 0,1 0-1 0 0,-1 0 0 0 0,0 0 1 0 0,0 0-1 0 0,0 0 0 0 0,0 0 1 0 0,0 1-1 0 0,0-1 0 0 0,1 1 1 0 0,-1-1-1 0 0,0 1 0 0 0,0 0 1 0 0,-2 1-1 0 0,-18 12 57 0 0,0 2-1 0 0,2 0 0 0 0,-1 2 1 0 0,2 0-1 0 0,1 1 0 0 0,0 1 1 0 0,1 0-1 0 0,-23 38 0 0 0,33-48-20 0 0,1 1-1 0 0,0 0 1 0 0,1 0-1 0 0,0 1 1 0 0,-6 19-1 0 0,10-28-27 0 0,1-1-1 0 0,-1 1 1 0 0,1 0-1 0 0,-1 0 0 0 0,1 0 1 0 0,0 0-1 0 0,0 0 1 0 0,0-1-1 0 0,0 1 0 0 0,0 0 1 0 0,1 0-1 0 0,0 0 1 0 0,-1 0-1 0 0,1-1 0 0 0,0 1 1 0 0,0 0-1 0 0,0-1 1 0 0,1 1-1 0 0,-1-1 1 0 0,1 1-1 0 0,-1-1 0 0 0,1 1 1 0 0,0-1-1 0 0,0 0 1 0 0,0 0-1 0 0,0 0 0 0 0,0 0 1 0 0,0 0-1 0 0,5 2 1 0 0,5 2-101 0 0,1 0 1 0 0,0-1 0 0 0,0-1-1 0 0,1 0 1 0 0,-1-1 0 0 0,1 0-1 0 0,0-1 1 0 0,22 1 0 0 0,3-2-1450 0 0,72-9 0 0 0,-82 4 751 0 0,0-1 1 0 0,0-1-1 0 0,0-1 1 0 0,50-21-1 0 0,-62 20 412 0 0,0-1 0 0 0,0 0 0 0 0,-1-1-1 0 0,0-1 1 0 0,-1-1 0 0 0,0 0 0 0 0,-1-1 0 0 0,20-23 0 0 0,5-15 2557 0 0,-25 31-202 0 0,29-32 1 0 0,-42 51-1642 0 0,-1 2-277 0 0,1-1 0 0 0,-1 0 1 0 0,1 0-1 0 0,-1 1 1 0 0,1-1-1 0 0,-1 0 1 0 0,1 1-1 0 0,-1-1 0 0 0,0 0 1 0 0,1 1-1 0 0,-1-1 1 0 0,0 1-1 0 0,1-1 1 0 0,-1 0-1 0 0,0 1 1 0 0,1-1-1 0 0,-1 1 0 0 0,0-1 1 0 0,0 1-1 0 0,0-1 1 0 0,0 1-1 0 0,1-1 1 0 0,-1 1-1 0 0,0 0 1 0 0,3 17 688 0 0,-2-15-578 0 0,4 43 1325 0 0,-1 87-1 0 0,-4-98-291 0 0,0-33-744 0 0,-2 7 764 0 0,1-12-1180 0 0,-1 0 0 0 0,0-1 1 0 0,1 1-1 0 0,0 0 1 0 0,0-1-1 0 0,0 1 1 0 0,0 0-1 0 0,0-1 0 0 0,1 1 1 0 0,-1-1-1 0 0,1 0 1 0 0,0 1-1 0 0,1-7 0 0 0,5-50 83 0 0,-1 40-128 0 0,0-1 0 0 0,1 1 0 0 0,10-20 1 0 0,-13 32-22 0 0,1 1 1 0 0,0-1-1 0 0,0 1 1 0 0,1-1 0 0 0,0 1-1 0 0,0 1 1 0 0,1-1-1 0 0,0 1 1 0 0,0 0-1 0 0,8-7 1 0 0,-11 11 14 0 0,1 0 0 0 0,-1 0 0 0 0,0 0 0 0 0,1 1 0 0 0,-1-1 1 0 0,1 1-1 0 0,-1 0 0 0 0,1 0 0 0 0,-1 0 0 0 0,1 0 0 0 0,0 1 0 0 0,0-1 0 0 0,-1 1 0 0 0,1 0 0 0 0,7 1 1 0 0,-6 0-1 0 0,0 0 1 0 0,0 1-1 0 0,0-1 1 0 0,0 1-1 0 0,-1 1 1 0 0,1-1-1 0 0,-1 0 1 0 0,1 1-1 0 0,-1 0 1 0 0,6 5-1 0 0,0 2-1 0 0,0 1 0 0 0,0-1 0 0 0,-1 2 0 0 0,-1-1-1 0 0,0 1 1 0 0,-1 1 0 0 0,9 18 0 0 0,13 26 353 0 0,-28-56-233 0 0,0-2-110 0 0,1 0 1 0 0,-1-1 1 0 0,0 0 0 0 0,0 1-1 0 0,0-1 1 0 0,1 0-1 0 0,-1 1 1 0 0,-1-1-1 0 0,1 0 1 0 0,0 0 0 0 0,0 0-1 0 0,-1 0 1 0 0,1 0-1 0 0,0-3 1 0 0,-1 2-12 0 0,8-21-22 0 0,1 1 0 0 0,1 1 0 0 0,1 0 0 0 0,1 0 0 0 0,28-37 0 0 0,-29 44-11 0 0,1 1 0 0 0,1 0 0 0 0,0 1 0 0 0,1 0 0 0 0,0 1 0 0 0,1 1 0 0 0,0 0 0 0 0,23-11 0 0 0,-34 20 31 0 0,1 0 0 0 0,-1 0 0 0 0,1 0 0 0 0,-1 1 0 0 0,1-1 0 0 0,-1 1-1 0 0,1 0 1 0 0,0 1 0 0 0,0-1 0 0 0,0 1 0 0 0,-1 0 0 0 0,1 0 0 0 0,0 1 0 0 0,0-1-1 0 0,0 1 1 0 0,-1 0 0 0 0,1 0 0 0 0,0 1 0 0 0,-1-1 0 0 0,1 1 0 0 0,-1 0 0 0 0,0 1 0 0 0,5 2-1 0 0,-2 0 19 0 0,0 1 0 0 0,0 0 0 0 0,0 0 0 0 0,-1 1-1 0 0,0 0 1 0 0,0 0 0 0 0,-1 1 0 0 0,0-1 0 0 0,0 1-1 0 0,0 0 1 0 0,3 12 0 0 0,-1-2-315 0 0,0 0 1 0 0,-2 0-1 0 0,-1 1 0 0 0,0-1 1 0 0,-1 1-1 0 0,0 21 1 0 0,-2 11-3818 0 0,-3 1-3552 0 0,1-27-251 0 0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1:36.5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0 6941 0 0,'-3'8'18352'0'0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1:37.8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83 284 0 0,'11'-39'5838'0'0,"-8"34"-4933"0"0,-1-1 1 0 0,0 0-1 0 0,0 0 1 0 0,-1 0-1 0 0,2-9 1 0 0,7 37-137 0 0,40 358 2162 0 0,-43-258-2137 0 0,-7-120-510 0 0,0-40-222 0 0,0 20-50 0 0,1-16-41 0 0,3-1 1 0 0,1 0 0 0 0,1 1-1 0 0,21-64 1 0 0,-27 96 21 0 0,1-1 1 0 0,0 1 0 0 0,0 0-1 0 0,0-1 1 0 0,0 1 0 0 0,0 0-1 0 0,0 0 1 0 0,1-1 0 0 0,-1 1-1 0 0,1 0 1 0 0,-1 0 0 0 0,1 1-1 0 0,0-1 1 0 0,0 0 0 0 0,0 0-1 0 0,0 1 1 0 0,0-1-1 0 0,0 1 1 0 0,0 0 0 0 0,3-2-1 0 0,-2 3 5 0 0,0 0 0 0 0,-1 0 0 0 0,1 0 0 0 0,-1 0-1 0 0,1 0 1 0 0,0 0 0 0 0,-1 1 0 0 0,1-1 0 0 0,-1 1 0 0 0,1 0-1 0 0,-1-1 1 0 0,1 1 0 0 0,-1 1 0 0 0,0-1 0 0 0,1 0-1 0 0,-1 0 1 0 0,0 1 0 0 0,0-1 0 0 0,0 1 0 0 0,3 3-1 0 0,12 10 16 0 0,0 2 0 0 0,-2 0 0 0 0,26 34-1 0 0,31 61 298 0 0,-72-112-306 0 0,0 1 0 0 0,0-1 0 0 0,0 0 0 0 0,0 0 0 0 0,0 0 0 0 0,0 0 0 0 0,0 0 0 0 0,0 0 0 0 0,0 0 0 0 0,0 0 0 0 0,0 0 0 0 0,0 0 1 0 0,0 0-1 0 0,0 0 0 0 0,0 1 0 0 0,0-1 0 0 0,0 0 0 0 0,0 0 0 0 0,0 0 0 0 0,0 0 0 0 0,0 0 0 0 0,0 0 0 0 0,0 0 0 0 0,1 0 1 0 0,-1 0-1 0 0,0 0 0 0 0,0 0 0 0 0,0 0 0 0 0,0 0 0 0 0,0 0 0 0 0,0 0 0 0 0,0 0 0 0 0,0 0 0 0 0,0 0 0 0 0,0 0 0 0 0,0 0 0 0 0,1 0 1 0 0,-1 0-1 0 0,0 0 0 0 0,0 0 0 0 0,0 0 0 0 0,0 0 0 0 0,0 0 0 0 0,0 0 0 0 0,0 0 0 0 0,0 0 0 0 0,0 0 0 0 0,0 0 0 0 0,0 0 1 0 0,1 0-1 0 0,-1 0 0 0 0,0 0 0 0 0,0 0 0 0 0,0 0 0 0 0,0 0 0 0 0,0-1 0 0 0,0 1 0 0 0,0 0 0 0 0,0 0 0 0 0,0 0 0 0 0,0 0 0 0 0,0 0 1 0 0,0 0-1 0 0,0 0 0 0 0,0 0 0 0 0,0 0 0 0 0,0 0 0 0 0,0 0 0 0 0,0-1 0 0 0,2-10 95 0 0,0-25-136 0 0,-2 23 64 0 0,2-20-36 0 0,1 1 0 0 0,9-34-1 0 0,-9 53 3 0 0,0-1 0 0 0,1 1 0 0 0,1 0 0 0 0,1 0 0 0 0,0 0 0 0 0,0 1 0 0 0,12-16 0 0 0,-16 24-2 0 0,3-2-5 0 0,17-1-21 0 0,-20 6 34 0 0,2 0 0 0 0,-1 1 0 0 0,0 0 0 0 0,0 0 0 0 0,0 0 0 0 0,0 0 0 0 0,0 0 0 0 0,0 1 0 0 0,0 0 0 0 0,0-1 0 0 0,0 1 0 0 0,-1 0 0 0 0,1 0 0 0 0,0 0 0 0 0,3 2 1 0 0,-1 1 1 0 0,0-1 1 0 0,0 1 0 0 0,-1 0-1 0 0,1 0 1 0 0,-1 0 0 0 0,0 0 0 0 0,5 7-1 0 0,0 3 15 0 0,0 1 0 0 0,0-1 0 0 0,-2 2 0 0 0,10 25 0 0 0,-4 2-9 0 0,-1 1 1 0 0,5 52 0 0 0,-7-40-1246 0 0,-4-34-526 0 0,-6-21 1392 0 0,1 0 0 0 0,-1 0 1 0 0,1 0-1 0 0,-1 0 0 0 0,1 0 0 0 0,-1 0 1 0 0,1 0-1 0 0,-1 0 0 0 0,1 0 0 0 0,0 0 0 0 0,0 0 1 0 0,2 2-1116 0 0,-2-3 1115 0 0,0 1 0 0 0,2 1 0 0 0,8-1-3937 0 0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1:38.0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74 1964 0 0,'10'-61'10830'0'0,"-9"59"-10142"0"0,1-9 2173 0 0,7 44-921 0 0,7 60 0 0 0,-4-23-1235 0 0,-11-63-687 0 0,4 18-47 0 0,0 0 0 0 0,2 0 0 0 0,1-1 0 0 0,11 26 0 0 0,-18-49-75 0 0,-1 1 0 0 0,1-1 0 0 0,0 0 0 0 0,0 0 1 0 0,0 0-1 0 0,0 1 0 0 0,0-1 0 0 0,0 0 0 0 0,0 0 0 0 0,0 0 1 0 0,0-1-1 0 0,0 1 0 0 0,2 1 0 0 0,-1-1-341 0 0,0-1-1 0 0,-1 1 1 0 0,1-1 0 0 0,-1 0-1 0 0,1 0 1 0 0,0 1 0 0 0,-1-1-1 0 0,1 0 1 0 0,0 0-1 0 0,-1 0 1 0 0,1-1 0 0 0,-1 1-1 0 0,1 0 1 0 0,0-1 0 0 0,-1 1-1 0 0,1-1 1 0 0,-1 1-1 0 0,1-1 1 0 0,-1 0 0 0 0,1 1-1 0 0,-1-1 1 0 0,0 0 0 0 0,1 0-1 0 0,1-2 1 0 0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1:38.2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47 1884 0 0,'-7'-9'1768'0'0,"-2"2"-412"0"0,4 0 673 0 0,-7-3-717 0 0,3 1-496 0 0,1 4-104 0 0,-3 9-744 0 0,6 9-760 0 0,5 6-1416 0 0,0-8 67 0 0,4 1-159 0 0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1:38.6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0 111 1428 0 0,'43'67'7622'0'0,"-22"-36"-6072"0"0,-2 0-1 0 0,17 38 0 0 0,-28-54-129 0 0,-2-4 173 0 0,-9-15-212 0 0,1 0-1355 0 0,1-1-1 0 0,0 1 1 0 0,1-1-1 0 0,-1 0 1 0 0,1 1-1 0 0,0-1 0 0 0,0 1 1 0 0,0-1-1 0 0,1 0 1 0 0,1-4-1 0 0,-1-2-1 0 0,1-8-30 0 0,1 1 0 0 0,0-1 1 0 0,2 0-1 0 0,0 1 0 0 0,1 0 0 0 0,1 0 1 0 0,1 0-1 0 0,15-26 0 0 0,-19 38 2 0 0,1 0 1 0 0,-1 0-1 0 0,1 0 0 0 0,0 1 0 0 0,0 0 1 0 0,1 0-1 0 0,-1 0 0 0 0,1 1 0 0 0,0 0 0 0 0,1 0 1 0 0,6-4-1 0 0,-7 6 3 0 0,-1 1-1 0 0,1-1 1 0 0,-1 1 0 0 0,1-1-1 0 0,0 2 1 0 0,0-1 0 0 0,-1 1-1 0 0,1-1 1 0 0,0 2 0 0 0,0-1-1 0 0,0 1 1 0 0,0 0 0 0 0,-1 0-1 0 0,1 0 1 0 0,9 4 0 0 0,-8-2-47 0 0,-1-1 1 0 0,1 1 0 0 0,-1 1 0 0 0,0-1 0 0 0,0 1 0 0 0,0 0-1 0 0,0 1 1 0 0,-1-1 0 0 0,1 1 0 0 0,-1 0 0 0 0,-1 1-1 0 0,1-1 1 0 0,-1 1 0 0 0,6 9 0 0 0,0 4-301 0 0,-1 0-1 0 0,-1 1 1 0 0,8 30 0 0 0,10 22-411 0 0,-25-68-184 0 0,1 0-1 0 0,1 0 0 0 0,-1-1 1 0 0,0 1-1 0 0,1-1 1 0 0,0 1-1 0 0,0-1 1 0 0,4 3-1 0 0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1:39.1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1 101 2708 0 0,'1'-8'2282'0'0,"1"0"0"0"0,-1 0 0 0 0,-1 0 0 0 0,1-9 0 0 0,0-17 5523 0 0,0 33-7772 0 0,-1 1-1 0 0,1-1 1 0 0,-1 0 0 0 0,1 1 0 0 0,-1-1 0 0 0,1 1 0 0 0,-1-1 0 0 0,1 1-1 0 0,-1-1 1 0 0,1 1 0 0 0,0-1 0 0 0,-1 1 0 0 0,1-1 0 0 0,0 1-1 0 0,-1 0 1 0 0,1-1 0 0 0,0 1 0 0 0,0 0 0 0 0,-1 0 0 0 0,1 0 0 0 0,0-1-1 0 0,0 1 1 0 0,-1 0 0 0 0,3 0 0 0 0,23-3 320 0 0,-23 2-318 0 0,68-3 312 0 0,84 6-1 0 0,-47 0-265 0 0,-106-2-80 0 0,0 0-1 0 0,0 1 1 0 0,0-1-1 0 0,0 0 1 0 0,0 0 0 0 0,0 1-1 0 0,0-1 1 0 0,0 1-1 0 0,0 0 1 0 0,0 0-1 0 0,-1-1 1 0 0,1 1-1 0 0,0 0 1 0 0,0 1 0 0 0,2 1-1 0 0,-3-2 1 0 0,-1 0 1 0 0,1 0-1 0 0,0 0 0 0 0,0 0 0 0 0,-1 0 0 0 0,1 0 0 0 0,-1 0 1 0 0,1 0-1 0 0,-1 0 0 0 0,1 1 0 0 0,-1-1 0 0 0,0 0 0 0 0,1 0 1 0 0,-1 0-1 0 0,0 1 0 0 0,0-1 0 0 0,0 0 0 0 0,0 0 0 0 0,0 1 1 0 0,0-1-1 0 0,-1 0 0 0 0,1 0 0 0 0,0 0 0 0 0,-1 1 0 0 0,0 0 1 0 0,-5 12 37 0 0,-1-1 1 0 0,-1 0 0 0 0,0-1 0 0 0,-1 0 0 0 0,-1 0 0 0 0,-19 18 0 0 0,5-4 298 0 0,-31 34 597 0 0,26-31-218 0 0,2 2 0 0 0,-33 47 0 0 0,59-77-698 0 0,0 0 0 0 0,1 0 1 0 0,-1 0-1 0 0,0 0 0 0 0,1 0 0 0 0,-1 0 0 0 0,1-1 0 0 0,-1 1 0 0 0,1 0 0 0 0,0 0 0 0 0,-1 0 1 0 0,1 1-1 0 0,0-1 0 0 0,0 0 0 0 0,0 0 0 0 0,0 0 0 0 0,0 0 0 0 0,0 0 0 0 0,0 0 0 0 0,0 0 1 0 0,0 0-1 0 0,0 0 0 0 0,0 0 0 0 0,1 0 0 0 0,-1 0 0 0 0,0 0 0 0 0,1 0 0 0 0,-1 0 1 0 0,1 0-1 0 0,-1 0 0 0 0,1 0 0 0 0,0 0 0 0 0,-1 0 0 0 0,1-1 0 0 0,0 1 0 0 0,-1 0 0 0 0,1 0 1 0 0,0-1-1 0 0,0 1 0 0 0,0 0 0 0 0,0-1 0 0 0,0 1 0 0 0,0-1 0 0 0,0 1 0 0 0,0-1 0 0 0,0 0 1 0 0,0 1-1 0 0,0-1 0 0 0,0 0 0 0 0,0 0 0 0 0,1 0 0 0 0,8 3 32 0 0,1-2 1 0 0,-1 0-1 0 0,0 0 0 0 0,12-1 0 0 0,-19 0-40 0 0,117-5 216 0 0,128-23-1 0 0,-106 10-135 0 0,70-11 79 0 0,-126 12-3819 0 0,-78 15 2526 0 0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1:39.5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256 36 1668 0 0,'-105'-10'8324'0'0,"-34"-1"1364"0"0,127 11-7938 0 0,24-2-1314 0 0,29-1-574 0 0,-38 3 263 0 0,8-1-125 0 0,197-8-1240 0 0,-69 16-4642 0 0,-134-7 5026 0 0,1 1-1 0 0,-1 0 1 0 0,1 0 0 0 0,-1 0-1 0 0,1 1 1 0 0,-1 0-1 0 0,0 0 1 0 0,6 3-1 0 0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1:39.6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164 21 1860 0 0,'-63'24'3478'0'0,"-36"12"999"0"0,97-36-3826 0 0,16 3-213 0 0,1-3-375 0 0,0-2 1 0 0,0 1 0 0 0,-1-2 0 0 0,27-7-1 0 0,-5 1-250 0 0,-7 3-120 0 0,117-28-4394 0 0,-86 16 1078 0 0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1:40.3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202 81 2220 0 0,'-177'-65'9331'0'0,"173"64"-9131"0"0,3 1-137 0 0,0 0 0 0 0,-1-1-1 0 0,1 1 1 0 0,0 0 0 0 0,-1-1 0 0 0,1 1 0 0 0,0-1 0 0 0,0 1 0 0 0,0-1 0 0 0,-1 0 0 0 0,1 1 0 0 0,0-1 0 0 0,0 0 0 0 0,0 0 0 0 0,-1-1 0 0 0,2 2-55 0 0,0-1 1 0 0,1 1-1 0 0,-1 0 0 0 0,0-1 1 0 0,0 1-1 0 0,1 0 0 0 0,-1-1 1 0 0,0 1-1 0 0,1 0 0 0 0,-1 0 1 0 0,0-1-1 0 0,1 1 0 0 0,-1 0 1 0 0,1 0-1 0 0,-1 0 1 0 0,0 0-1 0 0,1 0 0 0 0,-1-1 1 0 0,1 1-1 0 0,-1 0 0 0 0,0 0 1 0 0,1 0-1 0 0,-1 0 0 0 0,1 0 1 0 0,-1 0-1 0 0,1 0 0 0 0,-1 0 1 0 0,0 0-1 0 0,1 1 0 0 0,-1-1 1 0 0,1 0-1 0 0,-1 0 1 0 0,1 0-1 0 0,14 4 52 0 0,-15-4-56 0 0,15 5 29 0 0,-1 0 0 0 0,0 1 0 0 0,-1 0 0 0 0,1 1 0 0 0,-1 1 0 0 0,21 16 0 0 0,-25-17-7 0 0,0 1 0 0 0,-1 0 0 0 0,1 0 0 0 0,-2 1 0 0 0,1 0 0 0 0,-1 0 0 0 0,-1 1 0 0 0,0 0 0 0 0,6 13 0 0 0,-10-19 59 0 0,0 1-1 0 0,-1-1 0 0 0,1 1 1 0 0,-1 0-1 0 0,-1 0 1 0 0,1 0-1 0 0,-1-1 0 0 0,1 1 1 0 0,-1 0-1 0 0,-1 0 0 0 0,1 0 1 0 0,-1 0-1 0 0,-1 7 1 0 0,-1-5 56 0 0,1 0 0 0 0,-1 0 0 0 0,0 0 0 0 0,-1-1 0 0 0,1 1 0 0 0,-1-1 0 0 0,-1 1 0 0 0,-5 5 0 0 0,2-2 98 0 0,-2-1 1 0 0,1 0 0 0 0,-1-1-1 0 0,0 0 1 0 0,-1 0 0 0 0,0-1-1 0 0,0-1 1 0 0,0 0 0 0 0,-23 9-1 0 0,10-12 169 0 0,24-3-404 0 0,-1 0 1 0 0,0 0 0 0 0,1 0 0 0 0,-1 0-1 0 0,1 0 1 0 0,-1 0 0 0 0,1 0 0 0 0,-1 0-1 0 0,1 0 1 0 0,-1 0 0 0 0,1-1 0 0 0,-1 1-1 0 0,1 0 1 0 0,-1 0 0 0 0,1-1 0 0 0,0 1-1 0 0,-1 0 1 0 0,1-1 0 0 0,-1 1 0 0 0,1 0-1 0 0,0-1 1 0 0,-1 1 0 0 0,1 0 0 0 0,0-1-1 0 0,-1 1 1 0 0,1-1 0 0 0,0 1 0 0 0,0-1-1 0 0,0 1 1 0 0,-1-1 0 0 0,1 1 0 0 0,0-1-1 0 0,0 1 1 0 0,0-1 0 0 0,0 1 0 0 0,0-1-1 0 0,0 1 1 0 0,0-1 0 0 0,0 1 0 0 0,0-1-1 0 0,0 1 1 0 0,0-2 0 0 0,2-5 2 0 0,0 1 0 0 0,0-1 1 0 0,1 0-1 0 0,0 1 0 0 0,0-1 1 0 0,1 1-1 0 0,0 0 0 0 0,0 0 1 0 0,9-9-1 0 0,52-50 8 0 0,-50 50-7 0 0,66-57-41 0 0,105-72 1 0 0,-178 138 35 0 0,-2 2-16 0 0,-8 6-14 0 0,-21 22-9 0 0,14-12 39 0 0,1 0 1 0 0,0 1 0 0 0,1 0 0 0 0,1 1-1 0 0,0-1 1 0 0,1 1 0 0 0,0 0-1 0 0,-5 28 1 0 0,9-34 0 0 0,0 1 1 0 0,1-1-1 0 0,0 0 0 0 0,0 1 1 0 0,1-1-1 0 0,0 0 0 0 0,1 0 1 0 0,-1 1-1 0 0,1-1 0 0 0,1 0 1 0 0,0-1-1 0 0,0 1 0 0 0,0 0 1 0 0,1-1-1 0 0,0 0 0 0 0,1 0 1 0 0,7 10-1 0 0,-2-6-254 0 0,0 0-1 0 0,1-1 1 0 0,0 0 0 0 0,1 0 0 0 0,0-1-1 0 0,1-1 1 0 0,-1 0 0 0 0,2-1-1 0 0,-1 0 1 0 0,1-1 0 0 0,19 6-1 0 0,-18-8-1160 0 0,0 0 0 0 0,0-1 0 0 0,1-1-1 0 0,-1 0 1 0 0,1-1 0 0 0,24-1 0 0 0,-16-2-2428 0 0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1:40.5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71 580 0 0,'4'-7'2060'0'0,"0"1"0"0"0,-1 0 0 0 0,0-1 0 0 0,0 0 0 0 0,3-14 945 0 0,-2 11-539 0 0,-2 4-324 0 0,3 15-1511 0 0,-1 6-67 0 0,0 1-1 0 0,-2-1 0 0 0,0 1 0 0 0,1 28 1 0 0,-10 64 139 0 0,0-4-2096 0 0,7-99 961 0 0,0 0 0 0 0,0 0 0 0 0,1 0 0 0 0,0 0 0 0 0,2 5 1 0 0,1 0-2689 0 0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1:40.7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5 162 2012 0 0,'-5'-44'14897'0'0,"8"40"-14223"0"0,-3 4-656 0 0,0 0 1 0 0,0 0 0 0 0,0-1-1 0 0,0 1 1 0 0,1 0-1 0 0,-1-1 1 0 0,0 1 0 0 0,0 0-1 0 0,0 0 1 0 0,0-1 0 0 0,1 1-1 0 0,-1 0 1 0 0,0 0 0 0 0,0-1-1 0 0,0 1 1 0 0,1 0-1 0 0,-1 0 1 0 0,0 0 0 0 0,0-1-1 0 0,1 1 1 0 0,-1 0 0 0 0,0 0-1 0 0,1 0 1 0 0,-1 0-1 0 0,0 0 1 0 0,0 0 0 0 0,1-1-1 0 0,0 1 1 0 0,110-21 1189 0 0,46-11-1276 0 0,-126 23-1703 0 0,37-14-1 0 0,-63 21 506 0 0,0-1 0 0 0,0 1-1 0 0,-1-1 1 0 0,1 0 0 0 0,6-6 0 0 0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1:40.9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2 2352 0 0,'-2'0'3166'0'0,"-9"-1"-2082"0"0,9 0-158 0 0,-7 10 1382 0 0,9 4-1527 0 0,0 1 0 0 0,2-1 0 0 0,-1 0 0 0 0,2 0 1 0 0,-1 0-1 0 0,10 25 0 0 0,0 6-31 0 0,11 103 40 0 0,-7-38-6990 0 0,-12-92 2706 0 0,2-1-1252 0 0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1:41.5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0 137 2412 0 0,'2'-4'449'0'0,"-1"1"-1"0"0,1-1 1 0 0,0 1-1 0 0,0 0 1 0 0,0 0 0 0 0,0 0-1 0 0,1 0 1 0 0,-1 0-1 0 0,1 0 1 0 0,0 1-1 0 0,0-1 1 0 0,0 1 0 0 0,0 0-1 0 0,0-1 1 0 0,0 2-1 0 0,0-1 1 0 0,6-2-1 0 0,-4 3-230 0 0,0-1-1 0 0,0 1 1 0 0,0 1-1 0 0,0-1 1 0 0,0 1-1 0 0,0 0 1 0 0,1 0-1 0 0,-1 0 1 0 0,0 1-1 0 0,0-1 0 0 0,9 4 1 0 0,-5-2-112 0 0,0 1 0 0 0,0 1-1 0 0,0 0 1 0 0,-1 0 0 0 0,0 1 0 0 0,1 0 0 0 0,-1 0-1 0 0,-1 1 1 0 0,1 0 0 0 0,-1 1 0 0 0,0-1 0 0 0,-1 1 0 0 0,10 12-1 0 0,-13-14 33 0 0,1 1-1 0 0,0 0 1 0 0,-1 0-1 0 0,0 0 1 0 0,-1 0-1 0 0,1 0 1 0 0,-1 0-1 0 0,0 1 1 0 0,-1-1-1 0 0,0 1 1 0 0,0-1-1 0 0,0 1 1 0 0,-1 0-1 0 0,0-1 1 0 0,0 1-1 0 0,0 0 0 0 0,-1-1 1 0 0,0 1-1 0 0,0 0 1 0 0,-1-1-1 0 0,0 0 1 0 0,0 1-1 0 0,-1-1 1 0 0,-4 10-1 0 0,7-16-170 0 0,-14 21 744 0 0,8-14-151 0 0,8-20-430 0 0,2 2-115 0 0,1 0-1 0 0,1 1 1 0 0,0-1-1 0 0,0 1 1 0 0,15-18-1 0 0,45-44-16 0 0,-53 58 2 0 0,190-169-219 0 0,-201 182 179 0 0,-3 4-7 0 0,0 0 46 0 0,-1 0 1 0 0,1 0-1 0 0,0 0 1 0 0,-1 0-1 0 0,0 0 0 0 0,0 0 1 0 0,1-1-1 0 0,-6 5 1 0 0,1 2 25 0 0,3-5-26 0 0,-80 126 539 0 0,76-117-393 0 0,0 1-1 0 0,1 1 1 0 0,0-1-1 0 0,2 1 1 0 0,-1 0-1 0 0,2 0 0 0 0,-4 29 1 0 0,7-39-112 0 0,0-1-1 0 0,0 1 1 0 0,0 0-1 0 0,0-1 1 0 0,1 1-1 0 0,0-1 1 0 0,0 1 0 0 0,0-1-1 0 0,0 1 1 0 0,1-1-1 0 0,0 0 1 0 0,0 1 0 0 0,0-1-1 0 0,0 0 1 0 0,1 0-1 0 0,-1 0 1 0 0,1-1 0 0 0,0 1-1 0 0,4 3 1 0 0,-2-3-47 0 0,0-1 0 0 0,1 1 0 0 0,-1-1-1 0 0,1 0 1 0 0,0 0 0 0 0,-1 0 0 0 0,1-1 0 0 0,1 0 0 0 0,-1 0 0 0 0,0-1 0 0 0,0 0 0 0 0,1 0 0 0 0,7 0 0 0 0,12 0-1095 0 0,0-1 1 0 0,0-2-1 0 0,34-5 1 0 0,32-11-5368 0 0,-68 13 3955 0 0,15-3-2973 0 0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1:41.9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59 892 0 0,'-11'-24'11539'0'0,"9"21"-10341"0"0,-1 0 0 0 0,1 0 0 0 0,0-1 0 0 0,0 1 0 0 0,1-1-1 0 0,-1 1 1 0 0,1-1 0 0 0,-2-4 0 0 0,7 9-1127 0 0,1 0-54 0 0,-1 0-1 0 0,1 0 0 0 0,0 1 0 0 0,0 0 1 0 0,-1 0-1 0 0,1 0 0 0 0,-1 1 0 0 0,1-1 1 0 0,-1 1-1 0 0,0 0 0 0 0,0 0 0 0 0,0 1 1 0 0,-1-1-1 0 0,1 1 0 0 0,-1 0 0 0 0,0 0 1 0 0,0 0-1 0 0,0 0 0 0 0,0 0 0 0 0,-1 1 1 0 0,0-1-1 0 0,0 1 0 0 0,2 5 0 0 0,-2-2 83 0 0,1 0-1 0 0,-1 0 1 0 0,-1 0-1 0 0,0 1 1 0 0,0-1-1 0 0,-1 0 1 0 0,0 1-1 0 0,0-1 1 0 0,-1 1-1 0 0,0-1 1 0 0,0 0-1 0 0,-1 0 1 0 0,-4 14-1 0 0,0-9 161 0 0,0 0-1 0 0,0-1 1 0 0,-1 0 0 0 0,-1 0-1 0 0,-11 14 1 0 0,-51 50 1195 0 0,2-3 324 0 0,59-64-1469 0 0,9-9-299 0 0,-1 0-1 0 0,1 0 0 0 0,0 1 1 0 0,-1-1-1 0 0,1 0 0 0 0,-1 0 1 0 0,1 1-1 0 0,0-1 0 0 0,-1 0 1 0 0,1 1-1 0 0,0-1 0 0 0,-1 0 1 0 0,1 1-1 0 0,0-1 1 0 0,-1 0-1 0 0,1 1 0 0 0,0-1 1 0 0,0 1-1 0 0,0-1 0 0 0,-1 1 1 0 0,1-1-1 0 0,0 0 0 0 0,0 1 1 0 0,0-1-1 0 0,0 1 0 0 0,0-1 1 0 0,0 1-1 0 0,0-1 0 0 0,0 1 1 0 0,0-1-1 0 0,0 1 1 0 0,0-1-1 0 0,0 1 0 0 0,0-1 1 0 0,0 1-1 0 0,0-1 0 0 0,1 0 1 0 0,-1 1-1 0 0,0-1 0 0 0,0 1 1 0 0,1-1-1 0 0,-1 0 0 0 0,0 1 1 0 0,5 0 34 0 0,58-4 211 0 0,114-22 0 0 0,-66 7-182 0 0,204-23 17 0 0,126-18 29 0 0,-429 58-208 0 0,9-2-477 0 0,0-1 0 0 0,24-7 0 0 0,-42 10-647 0 0,-101-14-16580 0 0,47 13 9597 0 0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1:45.2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40 127 584 0 0,'-7'-8'4736'0'0,"7"8"-4731"0"0,-3-3 532 0 0,-1-1 0 0 0,1 1 0 0 0,0-1 0 0 0,0 1-1 0 0,0-1 1 0 0,0 0 0 0 0,1 0 0 0 0,0 0 0 0 0,0 0 0 0 0,-2-6-1 0 0,4 9-489 0 0,-1 0 0 0 0,1-1-1 0 0,0 1 1 0 0,0-1 0 0 0,0 1-1 0 0,1-1 1 0 0,-1 1 0 0 0,0 0-1 0 0,0-1 1 0 0,1 1 0 0 0,-1-1-1 0 0,1 1 1 0 0,-1 0 0 0 0,1-1-1 0 0,0 1 1 0 0,0 0 0 0 0,-1 0-1 0 0,1 0 1 0 0,1-2 0 0 0,21-16 471 0 0,-14 14-433 0 0,0 1 0 0 0,0 1 0 0 0,1 0 0 0 0,-1 0 0 0 0,1 1-1 0 0,0 0 1 0 0,-1 1 0 0 0,1 0 0 0 0,0 0 0 0 0,0 1-1 0 0,0 1 1 0 0,0-1 0 0 0,0 2 0 0 0,15 3 0 0 0,-8-1-47 0 0,1 1-1 0 0,-1 1 1 0 0,0 0 0 0 0,-1 2 0 0 0,1 0 0 0 0,-1 0 0 0 0,16 13 0 0 0,-24-16-30 0 0,0 1 1 0 0,-1 1-1 0 0,0-1 0 0 0,0 1 1 0 0,0 0-1 0 0,-1 1 0 0 0,0 0 1 0 0,0 0-1 0 0,-1 0 0 0 0,0 0 1 0 0,-1 1-1 0 0,0 0 0 0 0,0 0 1 0 0,-1 0-1 0 0,0 0 0 0 0,0 1 1 0 0,-1-1-1 0 0,0 1 1 0 0,-1 0-1 0 0,0-1 0 0 0,-1 1 1 0 0,0 0-1 0 0,0 0 0 0 0,-1-1 1 0 0,0 1-1 0 0,-1 0 0 0 0,0-1 1 0 0,-1 0-1 0 0,0 1 0 0 0,-4 8 1 0 0,-5 8 74 0 0,-1-1 1 0 0,-1 0 0 0 0,-1-1 0 0 0,-1-1 0 0 0,-1 0 0 0 0,-1-2-1 0 0,-27 27 1 0 0,-158 122 1517 0 0,163-135-1205 0 0,40-35-391 0 0,0 0 0 0 0,-1 1 1 0 0,1-1-1 0 0,0 0 1 0 0,0 0-1 0 0,-1 0 0 0 0,1 0 1 0 0,0 1-1 0 0,0-1 1 0 0,0 0-1 0 0,-1 0 0 0 0,1 0 1 0 0,0 1-1 0 0,0-1 1 0 0,0 0-1 0 0,0 0 0 0 0,0 1 1 0 0,0-1-1 0 0,0 0 1 0 0,-1 0-1 0 0,1 1 0 0 0,0-1 1 0 0,0 0-1 0 0,0 1 1 0 0,0-1-1 0 0,0 0 0 0 0,0 0 1 0 0,0 1-1 0 0,0-1 1 0 0,0 0-1 0 0,0 0 0 0 0,1 1 1 0 0,-1-1-1 0 0,0 0 1 0 0,0 1-1 0 0,0-1 0 0 0,0 0 1 0 0,0 0-1 0 0,0 1 1 0 0,0-1-1 0 0,1 0 0 0 0,-1 0 1 0 0,0 1-1 0 0,1-1 3 0 0,0 1 1 0 0,0-1-1 0 0,0 1 0 0 0,0-1 0 0 0,0 0 0 0 0,0 1 0 0 0,-1-1 0 0 0,1 0 1 0 0,0 1-1 0 0,0-1 0 0 0,0 0 0 0 0,0 0 0 0 0,0 0 0 0 0,0 0 0 0 0,2 0 1 0 0,77-9 76 0 0,148-36 0 0 0,-109 19-166 0 0,76-10-1158 0 0,-50 9-1363 0 0,-2-3-3911 0 0,-97 18 1630 0 0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1:45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83 244 0 0,'-53'-31'10859'0'0,"53"31"-10819"0"0,1-1 0 0 0,-1 1 0 0 0,1 0 1 0 0,-1-1-1 0 0,1 1 0 0 0,-1-1 0 0 0,1 1 0 0 0,-1 0 0 0 0,1 0 0 0 0,-1-1 0 0 0,1 1 0 0 0,0 0 1 0 0,-1 0-1 0 0,1 0 0 0 0,-1-1 0 0 0,1 1 0 0 0,0 0 0 0 0,-1 0 0 0 0,1 0 0 0 0,0 0 1 0 0,-1 0-1 0 0,1 0 0 0 0,0 1 0 0 0,-1-1 0 0 0,1 0 0 0 0,0 0 0 0 0,15 3 212 0 0,-1-1-160 0 0,-1 1-1 0 0,0 1 1 0 0,-1 0-1 0 0,1 1 0 0 0,-1 0 1 0 0,0 1-1 0 0,0 1 0 0 0,-1 0 1 0 0,1 1-1 0 0,-2 0 0 0 0,18 15 1 0 0,-27-20-89 0 0,1-1 0 0 0,-1 1-1 0 0,0 0 1 0 0,0-1 0 0 0,0 1 0 0 0,0 0 0 0 0,0 0 0 0 0,-1 1 0 0 0,1-1 0 0 0,-1 0 0 0 0,0 0 0 0 0,0 1 0 0 0,0-1 0 0 0,0 1 0 0 0,-1-1 0 0 0,1 1 0 0 0,-1 3 0 0 0,0-2 7 0 0,-1 0 0 0 0,0-1 0 0 0,0 1 0 0 0,0 0 0 0 0,0-1-1 0 0,-1 1 1 0 0,0-1 0 0 0,0 0 0 0 0,0 1 0 0 0,0-1 0 0 0,-4 5 0 0 0,-3 2 13 0 0,0-1 1 0 0,0 0-1 0 0,-1 0 0 0 0,0-1 0 0 0,-1 0 1 0 0,0-1-1 0 0,-19 12 0 0 0,22-15-1 0 0,4-3-7 0 0,1 0 0 0 0,-1 1 0 0 0,0-1 0 0 0,0 0 0 0 0,0-1 0 0 0,0 1-1 0 0,0-1 1 0 0,0 0 0 0 0,0 0 0 0 0,0 0 0 0 0,0 0 0 0 0,-6 0 0 0 0,10-2-16 0 0,-1 1 0 0 0,1 0 0 0 0,0-1 0 0 0,0 1 0 0 0,0 0 0 0 0,0 0 0 0 0,0-1 0 0 0,0 1 0 0 0,0 0 0 0 0,0-1 0 0 0,0 1 0 0 0,0 0 0 0 0,0 0 0 0 0,0-1 1 0 0,0 1-1 0 0,0 0 0 0 0,0-1 0 0 0,0 1 0 0 0,0 0 0 0 0,0-1 0 0 0,0 1 0 0 0,0 0 0 0 0,0 0 0 0 0,0-1 0 0 0,1 1 0 0 0,-1 0 0 0 0,0 0 0 0 0,0-1 0 0 0,0 1 0 0 0,1 0 0 0 0,-1 0 1 0 0,0 0-1 0 0,0-1 0 0 0,7-9-10 0 0,19-17 9 0 0,0 2-1 0 0,2 1 1 0 0,1 2-1 0 0,36-23 1 0 0,-24 17-3 0 0,27-19 1 0 0,55-40 32 0 0,-121 86-26 0 0,15-16 8 0 0,-16 16-10 0 0,-1 1-1 0 0,1-1 0 0 0,-1 1 1 0 0,1-1-1 0 0,-1 1 0 0 0,0-1 1 0 0,1 0-1 0 0,-1 1 1 0 0,0-1-1 0 0,0 0 0 0 0,1 1 1 0 0,-1-1-1 0 0,0 0 0 0 0,0 1 1 0 0,0-1-1 0 0,0 0 0 0 0,0 1 1 0 0,0-1-1 0 0,0 0 0 0 0,0 0 1 0 0,0 1-1 0 0,0-1 1 0 0,0 0-1 0 0,-1 1 0 0 0,1-1 1 0 0,0 0-1 0 0,-1 0 0 0 0,1 0 0 0 0,-7 1-4 0 0,1 1-1 0 0,-1 1 1 0 0,1-1-1 0 0,0 1 1 0 0,0 0 0 0 0,0 0-1 0 0,0 1 1 0 0,0 0 0 0 0,1 0-1 0 0,-1 0 1 0 0,1 1-1 0 0,-1 0 1 0 0,-7 8 0 0 0,4-4 18 0 0,0 0 0 0 0,1 1 1 0 0,0 0-1 0 0,0 1 0 0 0,1 0 1 0 0,-8 16-1 0 0,12-20 10 0 0,0 0-1 0 0,1 0 1 0 0,-1 0 0 0 0,1 0 0 0 0,1 1-1 0 0,-1-1 1 0 0,1 1 0 0 0,0-1-1 0 0,1 1 1 0 0,-1-1 0 0 0,1 1 0 0 0,2 11-1 0 0,-1-13-11 0 0,0 0 1 0 0,1-1-1 0 0,-1 1 0 0 0,1-1 0 0 0,0 0 0 0 0,0 1 0 0 0,1-1 0 0 0,-1 0 0 0 0,1 0 1 0 0,0 0-1 0 0,0-1 0 0 0,0 1 0 0 0,1-1 0 0 0,-1 0 0 0 0,1 1 0 0 0,0-2 0 0 0,0 1 1 0 0,6 3-1 0 0,0-1-252 0 0,-1 0 1 0 0,2-1 0 0 0,-1 0 0 0 0,0-1-1 0 0,1 0 1 0 0,0-1 0 0 0,0 0-1 0 0,11 0 1 0 0,4-1-2059 0 0,-1 0 0 0 0,35-6 0 0 0,-27 2-828 0 0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1:46.0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48 964 0 0,'3'-6'2057'0'0,"1"0"-1"0"0,-1-1 1 0 0,0 1 0 0 0,0-1-1 0 0,1-9 1 0 0,3 43-554 0 0,-5 24-895 0 0,-2-1 1 0 0,-10 66 0 0 0,3-35-2820 0 0,3-1-4942 0 0,4-67 2288 0 0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1:46.2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1 133 1484 0 0,'2'-19'9873'0'0,"0"17"-9379"0"0,103-12 1103 0 0,67-11-1189 0 0,-142 19-648 0 0,81-20-1083 0 0,-96 22-521 0 0,-1-2-1 0 0,25-12 0 0 0,-19 6-2510 0 0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1:46.4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9 2084 0 0,'-1'-1'190'0'0,"-4"0"673"0"0,0-1 1 0 0,1 1-1 0 0,-1 0 1 0 0,0 0-1 0 0,0 0 1 0 0,0 1-1 0 0,-8 0 1 0 0,12 0-750 0 0,-1 1 1 0 0,1-1 0 0 0,-1 1-1 0 0,1 0 1 0 0,0 0 0 0 0,-1-1 0 0 0,1 1-1 0 0,0 0 1 0 0,-1 0 0 0 0,1 0-1 0 0,0 0 1 0 0,0 1 0 0 0,0-1-1 0 0,0 0 1 0 0,0 0 0 0 0,0 1-1 0 0,0-1 1 0 0,1 0 0 0 0,-1 1 0 0 0,0-1-1 0 0,1 1 1 0 0,-1-1 0 0 0,1 1-1 0 0,0-1 1 0 0,-1 4 0 0 0,-3 19 469 0 0,1 1 1 0 0,1-1 0 0 0,1 1 0 0 0,1 0-1 0 0,7 45 1 0 0,-3-25-335 0 0,3 50 9 0 0,4 64-410 0 0,5-56-2723 0 0,-14-94 1755 0 0,0 0 1 0 0,1 0-1 0 0,0-1 1 0 0,0 1-1 0 0,9 14 1 0 0,0-7-2923 0 0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1:46.9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25 108 2084 0 0,'3'-7'697'0'0,"5"-9"1914"0"0,18-26 0 0 0,-23 38-2419 0 0,0 0 0 0 0,0 0-1 0 0,0 0 1 0 0,0 1 0 0 0,1 0 0 0 0,0 0 0 0 0,0 0-1 0 0,0 0 1 0 0,0 0 0 0 0,0 1 0 0 0,5-3-1 0 0,-7 5-163 0 0,0-1-1 0 0,0 1 1 0 0,0 0-1 0 0,0 0 0 0 0,0 0 1 0 0,0 0-1 0 0,0 0 1 0 0,0 0-1 0 0,0 0 0 0 0,0 1 1 0 0,0-1-1 0 0,0 1 1 0 0,0-1-1 0 0,0 1 0 0 0,0 0 1 0 0,-1 0-1 0 0,1-1 1 0 0,0 1-1 0 0,0 1 0 0 0,-1-1 1 0 0,3 2-1 0 0,1 1 24 0 0,-1 0 0 0 0,1 0 0 0 0,-1 0 0 0 0,0 1 0 0 0,5 7 0 0 0,-6-6 61 0 0,0 0 1 0 0,0 1-1 0 0,0-1 0 0 0,-1 1 1 0 0,0 0-1 0 0,0-1 0 0 0,-1 1 1 0 0,1 0-1 0 0,-2 0 0 0 0,1 0 0 0 0,-1 0 1 0 0,0 0-1 0 0,0 0 0 0 0,-1 0 1 0 0,0 0-1 0 0,0 0 0 0 0,-1 0 1 0 0,0 0-1 0 0,0 0 0 0 0,-1-1 1 0 0,1 1-1 0 0,-6 8 0 0 0,-1 1 203 0 0,-1 0 0 0 0,0-1 0 0 0,-1 0 0 0 0,-1-1 0 0 0,0 0 0 0 0,0-1 0 0 0,-22 17 0 0 0,18-17-71 0 0,2-1 420 0 0,-26 17-1 0 0,38-28-440 0 0,2-1-220 0 0,0 0 1 0 0,-1 0 0 0 0,1-1-1 0 0,0 1 1 0 0,0 0 0 0 0,0 0 0 0 0,-1 0-1 0 0,1-1 1 0 0,0 1 0 0 0,0 0-1 0 0,0 0 1 0 0,0 0 0 0 0,0-1 0 0 0,0 1-1 0 0,0 0 1 0 0,-1 0 0 0 0,1-1-1 0 0,0 1 1 0 0,0 0 0 0 0,0 0 0 0 0,0-1-1 0 0,0 1 1 0 0,0 0 0 0 0,0 0-1 0 0,0-1 1 0 0,0 1 0 0 0,0 0 0 0 0,0 0-1 0 0,0-1 1 0 0,1 1 0 0 0,-1 0-1 0 0,0 0 1 0 0,0-1 0 0 0,0 1-1 0 0,0-1 1 0 0,5-9 29 0 0,42-42-1 0 0,3 2 0 0 0,103-79 1 0 0,-54 49-31 0 0,-60 49 21 0 0,-10 10-142 0 0,-28 20 102 0 0,-2 3-18 0 0,-38 82 11 0 0,25-58 35 0 0,2 1-1 0 0,-12 32 1 0 0,20-47 6 0 0,1 0 0 0 0,0 1-1 0 0,1-1 1 0 0,0 1 0 0 0,1 0 0 0 0,1 25 0 0 0,0-33-29 0 0,1-1 1 0 0,0 1 0 0 0,0-1 0 0 0,0 1 0 0 0,0-1-1 0 0,1 0 1 0 0,0 1 0 0 0,0-1 0 0 0,0 0 0 0 0,0 0-1 0 0,1 0 1 0 0,-1 0 0 0 0,1-1 0 0 0,0 1 0 0 0,0-1-1 0 0,0 0 1 0 0,1 0 0 0 0,-1 0 0 0 0,1 0 0 0 0,0 0-1 0 0,0-1 1 0 0,7 4 0 0 0,5 1-814 0 0,0-1 1 0 0,0-1-1 0 0,0 0 1 0 0,0-1 0 0 0,27 3-1 0 0,-24-6-1437 0 0,-1 0 0 0 0,30-3 1 0 0,-21-1-1698 0 0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1:47.3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52 232 0 0,'-43'-40'14243'0'0,"37"33"-12581"0"0,6 3-645 0 0,8 4-508 0 0,-2 2-418 0 0,0 1-1 0 0,-1-1 1 0 0,1 1 0 0 0,-1 0-1 0 0,0 0 1 0 0,0 1 0 0 0,0-1-1 0 0,0 1 1 0 0,0 0 0 0 0,-1 1-1 0 0,0-1 1 0 0,0 1-1 0 0,0 0 1 0 0,0 0 0 0 0,-1 0-1 0 0,0 0 1 0 0,0 1 0 0 0,0-1-1 0 0,-1 1 1 0 0,1 0 0 0 0,-2 0-1 0 0,1 0 1 0 0,0 0 0 0 0,-1 0-1 0 0,0 0 1 0 0,-1 0 0 0 0,0 0-1 0 0,1 0 1 0 0,-2 1 0 0 0,1-1-1 0 0,-1 0 1 0 0,0 0 0 0 0,0 0-1 0 0,-3 7 1 0 0,-5 9 241 0 0,-1 1 0 0 0,-1-2 1 0 0,-1 1-1 0 0,-1-2 0 0 0,0 0 1 0 0,-2 0-1 0 0,-22 22 0 0 0,27-27-254 0 0,10-14-78 0 0,0-1 1 0 0,0 0-1 0 0,0 1 0 0 0,0-1 0 0 0,0 0 0 0 0,0 0 0 0 0,0 1 0 0 0,0-1 1 0 0,0 0-1 0 0,0 0 0 0 0,0 1 0 0 0,0-1 0 0 0,0 0 0 0 0,0 1 0 0 0,0-1 1 0 0,0 0-1 0 0,0 0 0 0 0,0 1 0 0 0,0-1 0 0 0,0 0 0 0 0,0 0 0 0 0,1 1 1 0 0,-1-1-1 0 0,0 0 0 0 0,0 0 0 0 0,0 0 0 0 0,0 1 0 0 0,1-1 0 0 0,-1 0 1 0 0,0 0-1 0 0,2 1-8 0 0,0-1-1 0 0,0 1 1 0 0,0-1 0 0 0,0 0 0 0 0,0 0 0 0 0,0 0 0 0 0,0 0 0 0 0,0 0-1 0 0,0 0 1 0 0,0-1 0 0 0,0 1 0 0 0,4-2 0 0 0,71-18-2043 0 0,81-35 0 0 0,70-41-8236 0 0,-156 63 3609 0 0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1:47.7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221 44 1028 0 0,'-24'-13'3695'0'0,"15"7"-2014"0"0,-1 1 0 0 0,1 1 0 0 0,-1-1 0 0 0,1 2 0 0 0,-13-4 0 0 0,20 7-877 0 0,1 0-685 0 0,1 0 0 0 0,-1 0 0 0 0,0 0 0 0 0,1 0 0 0 0,-1 0 0 0 0,1 1 0 0 0,-1-1 0 0 0,0 0 0 0 0,1 0 0 0 0,-1 1 0 0 0,1-1 0 0 0,-1 0 0 0 0,1 1 0 0 0,-1-1 0 0 0,1 1 0 0 0,-1 0 0 0 0,1 2 3 0 0,1 1-1 0 0,0-1 1 0 0,0 1 0 0 0,0-1 0 0 0,1 0 0 0 0,-1 1 0 0 0,1-1 0 0 0,0 0 0 0 0,0 0 0 0 0,0 0 0 0 0,0 0 0 0 0,0 0 0 0 0,1-1 0 0 0,-1 1-1 0 0,5 2 1 0 0,46 38 237 0 0,-49-41-313 0 0,62 42 168 0 0,101 48-1 0 0,-158-88-203 0 0,-8-4-11 0 0,0 0 1 0 0,0 1-1 0 0,0-1 0 0 0,0 0 1 0 0,0 1-1 0 0,0-1 1 0 0,0 1-1 0 0,0 0 1 0 0,0-1-1 0 0,0 1 0 0 0,0 0 1 0 0,0 0-1 0 0,0 0 1 0 0,-1-1-1 0 0,1 1 1 0 0,0 0-1 0 0,-1 0 0 0 0,1 0 1 0 0,0 0-1 0 0,-1 0 1 0 0,1 0-1 0 0,-1 0 0 0 0,1 2 1 0 0,-1-2 1 0 0,0 0 0 0 0,-1 0 0 0 0,1 0 0 0 0,0 0 0 0 0,-1 0 0 0 0,1 0 0 0 0,-1-1 0 0 0,1 1 0 0 0,-1 0 0 0 0,1 0 0 0 0,-1 0 0 0 0,0-1 0 0 0,1 1 1 0 0,-1 0-1 0 0,0-1 0 0 0,1 1 0 0 0,-1 0 0 0 0,0-1 0 0 0,0 1 0 0 0,-1 0 0 0 0,-18 11-2 0 0,-156 61 68 0 0,113-49-520 0 0,-92 49 0 0 0,151-71 177 0 0,1 0 0 0 0,0 1 1 0 0,-1-1-1 0 0,1 1 1 0 0,0 0-1 0 0,0 0 0 0 0,0 0 1 0 0,1 0-1 0 0,-4 4 0 0 0,6-6 45 0 0,-1 0 0 0 0,1 0-1 0 0,-1 0 1 0 0,1 0-1 0 0,-1 0 1 0 0,1 0 0 0 0,0 0-1 0 0,-1 0 1 0 0,1 0-1 0 0,0 0 1 0 0,0 0 0 0 0,0 0-1 0 0,0 0 1 0 0,0 1 0 0 0,0-1-1 0 0,0 0 1 0 0,0 0-1 0 0,0 0 1 0 0,1 0 0 0 0,-1 0-1 0 0,0 0 1 0 0,1 0 0 0 0,-1 0-1 0 0,1 0 1 0 0,-1 0-1 0 0,1 0 1 0 0,-1 0 0 0 0,1-1-1 0 0,0 1 1 0 0,-1 0-1 0 0,1 0 1 0 0,0 0 0 0 0,0-1-1 0 0,0 1 1 0 0,-1 0 0 0 0,1-1-1 0 0,0 1 1 0 0,0-1-1 0 0,2 1 1 0 0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1:47.9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329 17 2220 0 0,'53'-17'13027'0'0,"-55"19"-12885"0"0,-1 1 1 0 0,1-1 0 0 0,-1 0-1 0 0,0 0 1 0 0,0 0 0 0 0,-4 2-1 0 0,4-2 10 0 0,-5 3-103 0 0,-172 115 1553 0 0,153-100-2156 0 0,1 2-1 0 0,1 1 1 0 0,1 0-1 0 0,-29 39 1 0 0,50-59-211 0 0,-7 12-133 0 0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1:48.5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98 2248 0 0,'29'-98'16932'0'0,"-29"101"-16510"0"0,0 32 629 0 0,-1-13-718 0 0,1 0 0 0 0,1 0 0 0 0,7 41 0 0 0,-5-51-283 0 0,1 0 1 0 0,-1 0 0 0 0,2-1-1 0 0,6 13 1 0 0,-9-19-29 0 0,1-1 1 0 0,0 0-1 0 0,-1 1 0 0 0,2-1 1 0 0,-1 0-1 0 0,1-1 0 0 0,-1 1 1 0 0,1-1-1 0 0,0 1 0 0 0,0-1 1 0 0,0 0-1 0 0,1 0 0 0 0,5 2 1 0 0,10 2 73 0 0,-13-7-82 0 0,-4-1 0 0 0,0 0-4 0 0,1 1-1 0 0,-1-1 0 0 0,1 1 0 0 0,-1-1 0 0 0,0 0 0 0 0,0 0 1 0 0,1-1-1 0 0,-1 1 0 0 0,0-1 0 0 0,0 1 0 0 0,0-1 1 0 0,0 0-1 0 0,-1 0 0 0 0,1-1 0 0 0,3-3 0 0 0,3-3 29 0 0,-1-1 0 0 0,12-16 0 0 0,-19 24-34 0 0,30-47 1121 0 0,39-80 0 0 0,-70 129-1130 0 0,0 0 0 0 0,0 0 0 0 0,0 0 0 0 0,0-1 0 0 0,0 1 0 0 0,0 0 0 0 0,0 0 0 0 0,0 0 0 0 0,0-1 0 0 0,0 1 1 0 0,0 0-1 0 0,0 0 0 0 0,0 0 0 0 0,0 0 0 0 0,1-1 0 0 0,-1 1 0 0 0,0 0 0 0 0,0 0 0 0 0,0 0 0 0 0,0 0 0 0 0,0 0 0 0 0,1-1 1 0 0,-1 1-1 0 0,0 0 0 0 0,0 0 0 0 0,0 0 0 0 0,0 0 0 0 0,1 0 0 0 0,-1 0 0 0 0,0 0 0 0 0,0 0 0 0 0,0 0 0 0 0,0 0 0 0 0,1-1 1 0 0,-1 1-1 0 0,0 0 0 0 0,0 0 0 0 0,0 0 0 0 0,1 0 0 0 0,-1 0 0 0 0,0 0 0 0 0,0 1 0 0 0,0-1 0 0 0,1 0 0 0 0,-1 0 0 0 0,0 0 1 0 0,1 0-1 0 0,3 12-2 0 0,-1 20 283 0 0,-13 146 449 0 0,-6 193-625 0 0,18-130-4859 0 0,2-80-6294 0 0,-1-118 3221 0 0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1:50.1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0 496 0 0,'-14'5'5979'0'0,"14"-5"-5912"0"0,0 0-1 0 0,0 0 0 0 0,-1 0 1 0 0,1 0-1 0 0,0 0 1 0 0,0 0-1 0 0,-1 0 0 0 0,1 0 1 0 0,0 0-1 0 0,0 1 1 0 0,0-1-1 0 0,-1 0 0 0 0,1 0 1 0 0,0 0-1 0 0,0 1 0 0 0,0-1 1 0 0,-1 0-1 0 0,1 0 1 0 0,0 0-1 0 0,0 1 0 0 0,0-1 1 0 0,0 0-1 0 0,0 0 1 0 0,0 1-1 0 0,-1-1 0 0 0,1 0 1 0 0,0 0-1 0 0,0 1 0 0 0,0-1 1 0 0,0 0-1 0 0,0 0 1 0 0,0 1-1 0 0,0-1 0 0 0,8 9 1152 0 0,23 8-408 0 0,-19-11-505 0 0,9 7-61 0 0,0 0 0 0 0,-1 1 0 0 0,-1 1 0 0 0,31 30 0 0 0,-39-34-199 0 0,-1 1 1 0 0,-1-1-1 0 0,0 2 0 0 0,0-1 1 0 0,-1 1-1 0 0,-1 0 0 0 0,0 1 1 0 0,9 27-1 0 0,-14-32 56 0 0,0 0-1 0 0,-1 0 1 0 0,0 1-1 0 0,-1-1 1 0 0,1 0-1 0 0,-2 0 0 0 0,1 1 1 0 0,-1-1-1 0 0,-1 0 1 0 0,0 0-1 0 0,0 0 1 0 0,-1 0-1 0 0,0-1 1 0 0,0 1-1 0 0,-1 0 1 0 0,0-1-1 0 0,0 0 1 0 0,-1 0-1 0 0,0-1 1 0 0,-1 1-1 0 0,0-1 1 0 0,0 0-1 0 0,0 0 1 0 0,-1-1-1 0 0,0 0 0 0 0,0 0 1 0 0,-1-1-1 0 0,0 0 1 0 0,0 0-1 0 0,0-1 1 0 0,0 0-1 0 0,-12 4 1 0 0,18-7-82 0 0,1-1 1 0 0,-1 1 0 0 0,0-1-1 0 0,1 1 1 0 0,-1-1 0 0 0,0 0-1 0 0,1 0 1 0 0,-1 0 0 0 0,0 0-1 0 0,0 0 1 0 0,1 0-1 0 0,-1-1 1 0 0,0 1 0 0 0,1-1-1 0 0,-3 0 1 0 0,3 0-17 0 0,0 1 0 0 0,0 0 1 0 0,1-1-1 0 0,-1 0 0 0 0,0 1 0 0 0,1-1 0 0 0,-1 1 1 0 0,1-1-1 0 0,-1 0 0 0 0,1 1 0 0 0,-1-1 0 0 0,1 0 0 0 0,-1 0 1 0 0,1 1-1 0 0,0-1 0 0 0,-1 0 0 0 0,1 0 0 0 0,0 0 1 0 0,0 1-1 0 0,0-1 0 0 0,0 0 0 0 0,0 0 0 0 0,0 0 0 0 0,0 0 1 0 0,0 0-1 0 0,0 1 0 0 0,0-1 0 0 0,0 0 0 0 0,0 0 1 0 0,0 0-1 0 0,1 0 0 0 0,-1 0 0 0 0,4-9 0 0 0,-1 1 0 0 0,1 1 1 0 0,1-1-1 0 0,-1 0 0 0 0,1 1 0 0 0,1 0 0 0 0,12-14 0 0 0,54-48-2 0 0,-68 66-1 0 0,289-227 12 0 0,-289 228-13 0 0,-1 1 1 0 0,0-1-1 0 0,1 0 0 0 0,-1 0 0 0 0,0 0 1 0 0,-1 0-1 0 0,4-5 0 0 0,-5 7 7 0 0,-3 1-12 0 0,0 1 6 0 0,-1-1-1 0 0,1 1 1 0 0,0-1 0 0 0,0 1 0 0 0,0 0-1 0 0,0 0 1 0 0,0 0 0 0 0,0 0 0 0 0,0 1-1 0 0,0-1 1 0 0,1 0 0 0 0,-1 1 0 0 0,-3 3 0 0 0,-21 27-4 0 0,19-24 0 0 0,-5 8 16 0 0,0 0 0 0 0,2 1 0 0 0,-1 0-1 0 0,2 0 1 0 0,0 1 0 0 0,1 1 0 0 0,1-1 0 0 0,-7 30 0 0 0,13-40-2 0 0,-1-1 0 0 0,1 1-1 0 0,0 0 1 0 0,1 0 0 0 0,0-1 0 0 0,0 1 0 0 0,1 0-1 0 0,0 0 1 0 0,0-1 0 0 0,0 1 0 0 0,1-1-1 0 0,1 1 1 0 0,-1-1 0 0 0,1 0 0 0 0,0 0 0 0 0,1 0-1 0 0,0 0 1 0 0,0 0 0 0 0,0-1 0 0 0,1 0 0 0 0,0 0-1 0 0,0 0 1 0 0,0 0 0 0 0,11 7 0 0 0,-7-6-103 0 0,1 0 1 0 0,0-1-1 0 0,0 0 1 0 0,0-1 0 0 0,1 0-1 0 0,0-1 1 0 0,0 0-1 0 0,0 0 1 0 0,0-1-1 0 0,0-1 1 0 0,1 0-1 0 0,0-1 1 0 0,14 1-1 0 0,-13-2-1001 0 0,0-1-1 0 0,-1 0 0 0 0,1-1 0 0 0,0-1 1 0 0,0 0-1 0 0,-1 0 0 0 0,15-7 1 0 0,-6 1-3251 0 0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1:50.3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49 852 0 0,'29'-43'10871'0'0,"-26"41"-9706"0"0,-3 2-1117 0 0,0 0 0 0 0,0 0 0 0 0,1-1 1 0 0,-1 1-1 0 0,0 0 0 0 0,0 0 0 0 0,0-1 0 0 0,0 1 0 0 0,1 0 1 0 0,-1 0-1 0 0,0 0 0 0 0,0 0 0 0 0,1-1 0 0 0,-1 1 0 0 0,0 0 1 0 0,0 0-1 0 0,1 0 0 0 0,-1 0 0 0 0,0 0 0 0 0,0-1 0 0 0,1 1 1 0 0,-1 0-1 0 0,0 0 0 0 0,0 0 0 0 0,1 0 0 0 0,-1 0 0 0 0,0 0 0 0 0,1 0 1 0 0,-1 0-1 0 0,0 0 0 0 0,0 0 0 0 0,1 0 0 0 0,-1 0 0 0 0,0 1 1 0 0,0-1-1 0 0,1 0 0 0 0,-1 0 0 0 0,0 0 0 0 0,0 0 0 0 0,1 0 1 0 0,-1 0-1 0 0,0 1 0 0 0,0-1 0 0 0,1 0 0 0 0,-1 0 0 0 0,0 0 1 0 0,0 1-1 0 0,0-1 0 0 0,1 0 0 0 0,-1 0 0 0 0,0 1 0 0 0,0-1 1 0 0,0 0-1 0 0,0 0 0 0 0,0 1 0 0 0,0-1 0 0 0,0 0 0 0 0,1 0 0 0 0,-1 1 1 0 0,0-1-1 0 0,0 0 0 0 0,0 1 0 0 0,7 133 4109 0 0,-7-94-4621 0 0,1-1 1 0 0,3 0-1 0 0,9 45 1 0 0,-12-81 57 0 0,0-1-1 0 0,0 1 1 0 0,0 0 0 0 0,0 0 0 0 0,1 0-1 0 0,-1 0 1 0 0,4 4 0 0 0,10 7-5583 0 0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1:50.5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0 135 3268 0 0,'12'-19'8919'0'0,"-6"11"-7135"0"0,12 4-1098 0 0,-1 1 0 0 0,1 0 0 0 0,-1 1 0 0 0,21 1-1 0 0,29-4-263 0 0,180-36-22 0 0,-145 14-3612 0 0,-97 25 2147 0 0,-1 0 0 0 0,1 0 0 0 0,-1 0 0 0 0,0 0 0 0 0,1-1 0 0 0,6-5 0 0 0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1:50.7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1 1904 0 0,'0'0'2159'0'0,"-1"-1"-1698"0"0,0 1 0 0 0,0 0 0 0 0,-1 0 0 0 0,1 0-1 0 0,0 0 1 0 0,0 1 0 0 0,0-1 0 0 0,0 0 0 0 0,-1 0 0 0 0,1 1 0 0 0,0-1 0 0 0,0 1-1 0 0,-1 0 462 0 0,0 0-461 0 0,-2 91 4566 0 0,13 52-3123 0 0,-3-53-1392 0 0,-5-65-476 0 0,0 1-472 0 0,0 1-1 0 0,2 0 1 0 0,1-1-1 0 0,2 1 0 0 0,9 29 1 0 0,-14-54 41 0 0,0 1 0 0 0,1-1 0 0 0,0 0 0 0 0,0 0 0 0 0,-1 0 0 0 0,2 0 0 0 0,3 4 0 0 0,14 6-4991 0 0,-7-8 39 0 0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1:51.2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43 159 1792 0 0,'-43'-73'13639'0'0,"43"73"-13600"0"0,0-1 0 0 0,0 0 0 0 0,0 1 0 0 0,0-1 0 0 0,1 0 0 0 0,-1 1 0 0 0,0-1 0 0 0,0 0 0 0 0,0 1 0 0 0,0-1 0 0 0,1 0 0 0 0,-1 1 0 0 0,0-1 0 0 0,1 1 0 0 0,-1-1 0 0 0,0 0 0 0 0,1 1 0 0 0,-1-1 0 0 0,1 1 0 0 0,-1-1 0 0 0,0 1 0 0 0,1 0 0 0 0,0-1 0 0 0,-1 1 0 0 0,1-1 0 0 0,-1 1 0 0 0,1 0 0 0 0,-1-1 0 0 0,1 1 0 0 0,0 0 0 0 0,-1 0 0 0 0,2-1 0 0 0,21-7 367 0 0,-22 8-372 0 0,235-43 946 0 0,-135 28-860 0 0,-98 14-104 0 0,0 1 0 0 0,0-1 0 0 0,0 1 1 0 0,0 0-1 0 0,0-1 0 0 0,0 1 0 0 0,0 1 0 0 0,0-1 0 0 0,0 0 0 0 0,0 1 0 0 0,0 0 0 0 0,-1-1 0 0 0,1 1 0 0 0,0 0 0 0 0,0 0 0 0 0,-1 1 0 0 0,1-1 0 0 0,2 3 0 0 0,-2-2 57 0 0,-1 0 0 0 0,0 1 0 0 0,0 0 0 0 0,0-1-1 0 0,-1 1 1 0 0,1 0 0 0 0,-1 0 0 0 0,0 0 0 0 0,1 0-1 0 0,-1 0 1 0 0,0 0 0 0 0,-1 0 0 0 0,1 1 0 0 0,-1-1 0 0 0,1 6-1 0 0,1 33 549 0 0,-1 0 0 0 0,-2 0 0 0 0,-7 43 0 0 0,-29 126 302 0 0,22-134-737 0 0,-20 92-2124 0 0,33-150-2542 0 0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1:51.7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0 171 1588 0 0,'0'-14'3489'0'0,"1"1"0"0"0,3-17 0 0 0,-4 29-3430 0 0,0 1-1 0 0,1-1 1 0 0,-1 0-1 0 0,0 1 1 0 0,1-1 0 0 0,-1 1-1 0 0,0 0 1 0 0,1-1-1 0 0,-1 1 1 0 0,1-1-1 0 0,-1 1 1 0 0,1 0 0 0 0,-1-1-1 0 0,1 1 1 0 0,-1 0-1 0 0,1-1 1 0 0,-1 1-1 0 0,1 0 1 0 0,0 0 0 0 0,-1 0-1 0 0,1 0 1 0 0,-1-1-1 0 0,1 1 1 0 0,-1 0 0 0 0,1 0-1 0 0,0 0 1 0 0,-1 0-1 0 0,1 0 1 0 0,-1 0-1 0 0,1 0 1 0 0,0 1 0 0 0,19 2 654 0 0,-10 1-509 0 0,0 0 0 0 0,-1 0 0 0 0,1 1 0 0 0,-1 0 0 0 0,0 1 0 0 0,-1 0 0 0 0,1 0 0 0 0,-1 1 0 0 0,0 0 0 0 0,7 9 0 0 0,-4-3 47 0 0,0 0-1 0 0,-1 0 1 0 0,0 1 0 0 0,-2 1 0 0 0,12 23 0 0 0,-17-31-109 0 0,0 0 1 0 0,-1 0 0 0 0,0 0 0 0 0,0 0-1 0 0,-1 1 1 0 0,0-1 0 0 0,0 0 0 0 0,-1 1 0 0 0,0-1-1 0 0,0 1 1 0 0,-1-1 0 0 0,0 0 0 0 0,0 0-1 0 0,-1 1 1 0 0,1-1 0 0 0,-2 0 0 0 0,-4 12-1 0 0,3-11 20 0 0,-1 0 0 0 0,0 0-1 0 0,0 0 1 0 0,-1 0 0 0 0,0-1-1 0 0,0 0 1 0 0,-1 0 0 0 0,0-1-1 0 0,0 0 1 0 0,0 0 0 0 0,-1-1-1 0 0,0 1 1 0 0,-11 4 0 0 0,18-9-137 0 0,-1 0 1 0 0,1-1-1 0 0,0 1 0 0 0,-1-1 1 0 0,1 1-1 0 0,-1-1 1 0 0,1 1-1 0 0,-1-1 1 0 0,1 0-1 0 0,-1 0 0 0 0,1 1 1 0 0,-1-1-1 0 0,1 0 1 0 0,-1 0-1 0 0,-1-1 1 0 0,2 1-19 0 0,0 0 1 0 0,1-1 0 0 0,-1 1 0 0 0,0-1 0 0 0,1 1-1 0 0,-1 0 1 0 0,1-1 0 0 0,-1 1 0 0 0,1-1 0 0 0,-1 1 0 0 0,1-1-1 0 0,-1 0 1 0 0,1 1 0 0 0,-1-1 0 0 0,1 1 0 0 0,-1-1-1 0 0,1 0 1 0 0,0 1 0 0 0,0-1 0 0 0,-1 0 0 0 0,1-1 0 0 0,-1-1 2 0 0,1-1 1 0 0,0 1-1 0 0,0-1 1 0 0,0 1 0 0 0,0-1-1 0 0,0 1 1 0 0,1-1-1 0 0,0 1 1 0 0,-1-1 0 0 0,3-4-1 0 0,4-9-6 0 0,2-1-1 0 0,-1 1 1 0 0,2 0 0 0 0,20-26-1 0 0,55-57 17 0 0,-60 72-34 0 0,107-103-136 0 0,-47 51 66 0 0,-62 57-65 0 0,-22 21 123 0 0,-3 5 44 0 0,-20 19-4 0 0,2 1-1 0 0,1 1 0 0 0,0 0 0 0 0,2 2 0 0 0,1 0 1 0 0,1 1-1 0 0,-17 44 0 0 0,27-61 8 0 0,1 1 1 0 0,1 0 0 0 0,0 0-1 0 0,0 1 1 0 0,1-1-1 0 0,0 0 1 0 0,1 18-1 0 0,1-25-9 0 0,0 1 0 0 0,0-1 0 0 0,1 0 0 0 0,0 1-1 0 0,0-1 1 0 0,0 0 0 0 0,1 1 0 0 0,-1-1 0 0 0,1 0 0 0 0,0 0-1 0 0,0 0 1 0 0,1-1 0 0 0,-1 1 0 0 0,1-1 0 0 0,0 1 0 0 0,0-1 0 0 0,0 0-1 0 0,0 0 1 0 0,0 0 0 0 0,1 0 0 0 0,-1 0 0 0 0,6 2 0 0 0,9 4-149 0 0,0-1 0 0 0,0 0 1 0 0,0-2-1 0 0,1 0 0 0 0,0-1 1 0 0,0-1-1 0 0,0-1 1 0 0,26 1-1 0 0,-7-2-1418 0 0,1-3 1 0 0,0 0-1 0 0,46-9 1 0 0,-55 5-2863 0 0,48-16 1 0 0,-48 11-1003 0 0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1:52.1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54 1412 0 0,'-2'-2'2136'0'0,"-34"-39"10271"0"0,36 41-12377 0 0,0 0 0 0 0,0 0 0 0 0,0 0 0 0 0,-1 0 0 0 0,1-1 0 0 0,0 1 0 0 0,0 0 0 0 0,0 0 0 0 0,0 0-1 0 0,0 0 1 0 0,0 0 0 0 0,0 0 0 0 0,0 0 0 0 0,0 0 0 0 0,0-1 0 0 0,0 1 0 0 0,-1 0 0 0 0,1 0-1 0 0,0 0 1 0 0,0 0 0 0 0,0 0 0 0 0,0 0 0 0 0,0-1 0 0 0,0 1 0 0 0,0 0 0 0 0,0 0 0 0 0,0 0-1 0 0,0 0 1 0 0,0 0 0 0 0,0 0 0 0 0,0-1 0 0 0,0 1 0 0 0,0 0 0 0 0,1 0 0 0 0,-1 0 0 0 0,0 0 0 0 0,0 0-1 0 0,0 0 1 0 0,0-1 0 0 0,0 1 0 0 0,0 0 0 0 0,0 0 0 0 0,0 0 0 0 0,0 0 0 0 0,0 0 0 0 0,0 0-1 0 0,1 0 1 0 0,-1 0 0 0 0,0-1 0 0 0,0 1 1 0 0,1 0 0 0 0,-1-1 0 0 0,1 1 0 0 0,0-1 0 0 0,-1 1 0 0 0,1 0-1 0 0,-1-1 1 0 0,1 1 0 0 0,0 0 0 0 0,-1-1 0 0 0,1 1 0 0 0,0 0 0 0 0,-1 0 0 0 0,1 0 0 0 0,0 0 0 0 0,-1 0-1 0 0,1 0 1 0 0,0 0 0 0 0,-1 0 0 0 0,2 0 0 0 0,2 0 36 0 0,-1 1 0 0 0,1-1-1 0 0,-1 1 1 0 0,1 0 0 0 0,-1 0 0 0 0,1 0-1 0 0,-1 0 1 0 0,0 1 0 0 0,0-1 0 0 0,1 1-1 0 0,-1 0 1 0 0,0 0 0 0 0,-1 0 0 0 0,1 0-1 0 0,0 1 1 0 0,-1-1 0 0 0,1 1 0 0 0,-1-1-1 0 0,1 1 1 0 0,-1 0 0 0 0,0 0 0 0 0,-1 0-1 0 0,1 0 1 0 0,0 0 0 0 0,1 7 0 0 0,0-3 187 0 0,-2 0-1 0 0,1 0 1 0 0,-1 1 0 0 0,0-1 0 0 0,-1 0 0 0 0,1 1 0 0 0,-1-1 0 0 0,-1 1-1 0 0,0-1 1 0 0,0 0 0 0 0,0 1 0 0 0,-3 6 0 0 0,-5 10 517 0 0,0-1 0 0 0,-2-1 0 0 0,-1 0 0 0 0,-20 30 0 0 0,13-21-102 0 0,-15 22 222 0 0,34-53-885 0 0,0 1-1 0 0,0 0 1 0 0,0-1 0 0 0,0 1-1 0 0,0-1 1 0 0,0 1 0 0 0,0-1-1 0 0,0 1 1 0 0,0-1 0 0 0,0 1-1 0 0,0-1 1 0 0,0 1 0 0 0,1 0-1 0 0,-1-1 1 0 0,0 1 0 0 0,0-1-1 0 0,1 1 1 0 0,-1-1 0 0 0,0 0-1 0 0,1 1 1 0 0,-1-1 0 0 0,0 1-1 0 0,1-1 1 0 0,-1 0 0 0 0,1 1-1 0 0,-1-1 1 0 0,1 0 0 0 0,-1 1-1 0 0,0-1 1 0 0,1 0 0 0 0,0 1-1 0 0,-1-1 1 0 0,1 0 0 0 0,-1 0-1 0 0,1 0 1 0 0,-1 0 0 0 0,1 0-1 0 0,-1 0 1 0 0,1 1 0 0 0,-1-1-1 0 0,1 0 1 0 0,-1 0 0 0 0,1-1-1 0 0,0 1 1 0 0,0 0 0 0 0,1 0-9 0 0,23 3 47 0 0,1-2 0 0 0,0 0 0 0 0,35-5 0 0 0,-15 1-8 0 0,47-2-1158 0 0,0-4 0 0 0,134-31 0 0 0,-162 20-2137 0 0,-35 4-739 0 0,-7-3-4844 0 0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1:53.1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15 1148 0 0,'-6'-10'7501'0'0,"5"9"-7656"0"0,1 1 239 0 0,0 0 0 0 0,0-1 0 0 0,0 1 1 0 0,0 0-1 0 0,-1 0 0 0 0,1-1 253 0 0,-1 1-253 0 0,1 0 0 0 0,0 0 1 0 0,0-1-1 0 0,0 1 0 0 0,-1 0 0 0 0,1 0 0 0 0,0 0 1 0 0,0 0-1 0 0,-1 0 0 0 0,1 0 0 0 0,0 0 1 0 0,0 0-1 0 0,-1 0 0 0 0,1 0 0 0 0,0-1 0 0 0,0 1 1 0 0,-1 0-1 0 0,1 1 0 0 0,0-1 0 0 0,0 0 1 0 0,-1 0-1 0 0,1 0 0 0 0,0 0 0 0 0,-1 0 0 0 0,1 0 1 0 0,0 0-1 0 0,0 0 0 0 0,0 0 0 0 0,-1 0 1 0 0,1 1-1 0 0,0-1 0 0 0,-1 0 253 0 0,1 1-253 0 0,0-1 0 0 0,-1 1 0 0 0,3 2 117 0 0,-1 0-1 0 0,0 0 0 0 0,1 1 0 0 0,0-1 0 0 0,0 0 0 0 0,0 0 0 0 0,0-1 0 0 0,4 5 0 0 0,2 0-96 0 0,1 0 1 0 0,-1-1-1 0 0,1 0 1 0 0,0-1-1 0 0,0 0 1 0 0,1 0-1 0 0,-1-1 1 0 0,16 5-1 0 0,84 17 106 0 0,-101-25-188 0 0,257 43 299 0 0,-264-44-320 0 0,0 0 0 0 0,0 1 0 0 0,-1-1 0 0 0,1 0 0 0 0,0 0 0 0 0,-1 0 0 0 0,1 0 0 0 0,0 1 1 0 0,0-1-1 0 0,-1 0 0 0 0,1 1 0 0 0,0-1 0 0 0,-1 0 0 0 0,1 1 0 0 0,-1-1 0 0 0,1 1 0 0 0,0-1 0 0 0,-1 1 0 0 0,1-1 0 0 0,-1 1 0 0 0,0 0 0 0 0,1 0 0 0 0,-1 0 0 0 0,0-1 0 0 0,0 1 0 0 0,0-1 0 0 0,0 1 0 0 0,0-1-1 0 0,0 1 1 0 0,0 0 0 0 0,0-1 0 0 0,-1 1 0 0 0,1-1 0 0 0,0 1 0 0 0,0-1-1 0 0,-1 1 1 0 0,1-1 0 0 0,0 1 0 0 0,-1-1 0 0 0,1 1 0 0 0,0-1 0 0 0,-1 0 0 0 0,1 1-1 0 0,-1 0 1 0 0,-28 17 5 0 0,-70 26 44 0 0,-125 77 0 0 0,216-117-421 0 0,1 0-1 0 0,0 1 1 0 0,0 0 0 0 0,1 0-1 0 0,-1 0 1 0 0,1 1 0 0 0,0 0-1 0 0,1 0 1 0 0,-9 12 0 0 0,14-16 20 0 0,-1-1 0 0 0,1 1 0 0 0,0-1 0 0 0,0 1 0 0 0,-1 0 0 0 0,1-1 0 0 0,0 1 0 0 0,1-1 0 0 0,-1 1 0 0 0,0-1 0 0 0,0 1 0 0 0,1-1 0 0 0,-1 1 0 0 0,0-1 0 0 0,1 1 0 0 0,1 1 0 0 0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1:53.3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276 6 2156 0 0,'50'-5'10004'0'0,"-48"5"-9079"0"0,10 3 1296 0 0,-15 3-1868 0 0,0-1 0 0 0,0 1-1 0 0,-1-1 1 0 0,0 0 0 0 0,0 0 0 0 0,0 0-1 0 0,-6 4 1 0 0,-40 32 651 0 0,17-14-626 0 0,-118 98 146 0 0,87-73-4318 0 0,57-43 1604 0 0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1:54.0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62 207 420 0 0,'0'-5'1353'0'0,"-1"0"0"0"0,1 1-1 0 0,-1-1 1 0 0,0 0 0 0 0,0 1 0 0 0,0-1 0 0 0,-1 1 0 0 0,-3-7-1 0 0,1 3 272 0 0,-1 0 0 0 0,-1 0 0 0 0,0 0 0 0 0,0 0 0 0 0,-12-11 418 0 0,14 8-848 0 0,5 9-1171 0 0,1 0 1 0 0,0 0-1 0 0,0 0 1 0 0,0-1-1 0 0,0 2 1 0 0,0-1-1 0 0,1 0 1 0 0,-1 0-1 0 0,1 1 1 0 0,-1-1-1 0 0,1 1 1 0 0,-1 0-1 0 0,1 0 1 0 0,0 0-1 0 0,0 0 0 0 0,5-1 1 0 0,54-12-51 0 0,-60 14 26 0 0,315-41 237 0 0,-265 39-226 0 0,-42 0-11 0 0,30 0 18 0 0,-38 3-5 0 0,0-1-1 0 0,-1 0 1 0 0,1 1 0 0 0,0 0-1 0 0,-1-1 1 0 0,1 1 0 0 0,-1 0-1 0 0,1 0 1 0 0,-1-1-1 0 0,1 1 1 0 0,-1 0 0 0 0,1 1-1 0 0,-1-1 1 0 0,0 0 0 0 0,0 0-1 0 0,1 1 1 0 0,-1-1-1 0 0,0 0 1 0 0,0 1 0 0 0,0-1-1 0 0,-1 1 1 0 0,1-1-1 0 0,0 1 1 0 0,-1 0 0 0 0,1-1-1 0 0,-1 1 1 0 0,1 0 0 0 0,-1-1-1 0 0,0 1 1 0 0,1 2-1 0 0,1 7 238 0 0,-1 1 0 0 0,0-1 0 0 0,0 14 0 0 0,-1-23-166 0 0,-4 113 1859 0 0,-19 127 0 0 0,-38 110 128 0 0,37-202-1280 0 0,22-140-790 0 0,1 1 0 0 0,-1-1 0 0 0,0-1-52 0 0,25-38-10517 0 0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1:54.2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4288 0 0,'13'-2'4957'0'0,"6"1"-4253"0"0,-7 4-1868 0 0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1:43.2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384 30 716 0 0,'-2'-2'393'0'0,"0"-1"-1"0"0,0 1 1 0 0,0 0-1 0 0,-1 0 1 0 0,1 0-1 0 0,0 0 1 0 0,-1 0 0 0 0,0 0-1 0 0,1 1 1 0 0,-1-1-1 0 0,0 1 1 0 0,0 0-1 0 0,0 0 1 0 0,0 0 0 0 0,0 0-1 0 0,-4 0 1 0 0,1 0-122 0 0,0 1 1 0 0,-1 0-1 0 0,1 0 1 0 0,0 1 0 0 0,0-1-1 0 0,0 1 1 0 0,-12 4-1 0 0,5-1-138 0 0,1 1 0 0 0,-1 0 0 0 0,1 1 0 0 0,0 1 0 0 0,1-1 0 0 0,0 2 0 0 0,-12 10 0 0 0,4-2 49 0 0,2 2 1 0 0,0 0-1 0 0,1 1 0 0 0,-25 37 0 0 0,33-42-139 0 0,0 1 0 0 0,1-1 0 0 0,0 1 0 0 0,1 1 1 0 0,1-1-1 0 0,0 1 0 0 0,1 0 0 0 0,-2 20 0 0 0,5-32-35 0 0,1 0-1 0 0,0 0 1 0 0,-1-1-1 0 0,2 1 1 0 0,-1 0-1 0 0,0 0 1 0 0,1-1 0 0 0,0 1-1 0 0,0 0 1 0 0,0-1-1 0 0,0 1 1 0 0,0 0-1 0 0,1-1 1 0 0,0 0-1 0 0,0 1 1 0 0,0-1-1 0 0,0 0 1 0 0,0 0 0 0 0,0 0-1 0 0,1 0 1 0 0,0 0-1 0 0,-1-1 1 0 0,1 1-1 0 0,0-1 1 0 0,0 0-1 0 0,6 3 1 0 0,5 2 36 0 0,1-1-1 0 0,-1 0 1 0 0,1-1 0 0 0,1-1 0 0 0,17 3-1 0 0,4 1 49 0 0,-4 0 34 0 0,-10-3-77 0 0,-1 1 0 0 0,36 14 0 0 0,-53-19 30 0 0,-1 1 0 0 0,1 1 0 0 0,-1-1 0 0 0,1 1 0 0 0,-1 0-1 0 0,0 0 1 0 0,0 0 0 0 0,0 0 0 0 0,-1 1 0 0 0,1-1 0 0 0,-1 1-1 0 0,0 0 1 0 0,0 0 0 0 0,0 0 0 0 0,0 1 0 0 0,-1-1-1 0 0,4 9 1 0 0,-6-9 30 0 0,1-1-1 0 0,-1 1 0 0 0,0 0 0 0 0,1 0 0 0 0,-2 0 1 0 0,1 0-1 0 0,0 0 0 0 0,-1 0 0 0 0,0 0 0 0 0,0 0 1 0 0,0-1-1 0 0,0 1 0 0 0,-1 0 0 0 0,1-1 0 0 0,-1 1 1 0 0,0-1-1 0 0,0 1 0 0 0,0-1 0 0 0,-6 6 0 0 0,0 1 158 0 0,-2 0-1 0 0,1 0 0 0 0,-1-1 0 0 0,-16 11 0 0 0,16-12-180 0 0,-1-1 0 0 0,-1-1 1 0 0,1 1-1 0 0,-1-2 0 0 0,0 1 0 0 0,-1-2 1 0 0,1 0-1 0 0,-1 0 0 0 0,0-1 0 0 0,1 0 0 0 0,-1-2 1 0 0,-1 1-1 0 0,1-1 0 0 0,0-1 0 0 0,0-1 1 0 0,-26-3-1 0 0,38 4-174 0 0,0-1 1 0 0,0 1 0 0 0,0 0-1 0 0,0 0 1 0 0,0 0 0 0 0,1-1-1 0 0,-1 1 1 0 0,0 0-1 0 0,0-1 1 0 0,0 1 0 0 0,0-1-1 0 0,1 1 1 0 0,-1-1 0 0 0,0 1-1 0 0,1-1 1 0 0,-1 0 0 0 0,0 1-1 0 0,1-1 1 0 0,-1 0 0 0 0,1 1-1 0 0,-1-1 1 0 0,1 0-1 0 0,-1 0 1 0 0,1 0 0 0 0,0 1-1 0 0,-1-1 1 0 0,1 0 0 0 0,0 0-1 0 0,-1 0 1 0 0,1 0 0 0 0,0 0-1 0 0,0 0 1 0 0,0 0-1 0 0,0 0 1 0 0,0 1 0 0 0,0-1-1 0 0,0 0 1 0 0,0 0 0 0 0,1 0-1 0 0,-1 0 1 0 0,0 0 0 0 0,0 0-1 0 0,1 1 1 0 0,-1-1-1 0 0,1 0 1 0 0,0-1 0 0 0,2-5-1268 0 0,1 1 0 0 0,0 0 1 0 0,1-1-1 0 0,7-7 0 0 0,-8 9 447 0 0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1:43.4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52 2452 0 0,'46'-36'10498'0'0,"-44"35"-10454"0"0,-1 1 0 0 0,1-1 0 0 0,-1 1 0 0 0,1-1 1 0 0,-1 0-1 0 0,1 0 0 0 0,-1 1 0 0 0,0-1 0 0 0,0 0 0 0 0,1 0 0 0 0,-1 0 0 0 0,0 0 1 0 0,0-1-1 0 0,0 1 0 0 0,1-2 0 0 0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1:43.6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0 125 1516 0 0,'5'-12'2180'0'0,"-3"-2"-399"0"0,3 2-253 0 0,-3 1-64 0 0,3-1-144 0 0,-1 2-132 0 0,-1 0-76 0 0,0 1-72 0 0,-1 1-64 0 0,3-3-112 0 0,-1 3 28 0 0,-1 1-63 0 0,1 17-97 0 0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1:44.0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65 2240 0 0,'-5'0'2018'0'0,"-90"-3"6234"0"0,121-6-8009 0 0,-15 4-215 0 0,20-5-696 0 0,46-10 1 0 0,-4 7-4486 0 0,-47 8 1264 0 0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1:44.1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1 224 0 0,'3'0'3029'0'0,"30"4"6037"0"0,-20-3-6615 0 0,1 4-651 0 0,-13-5-1835 0 0,10-1-1384 0 0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2:24.6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25 2012 0 0,'-9'-25'14328'0'0,"7"45"-11231"0"0,2-7-3973 0 0,20 380 3068 0 0,-5-55-1909 0 0,9-161-139 0 0,-19-155-148 0 0,1 1 0 0 0,0-1 1 0 0,2-1-1 0 0,1 1 1 0 0,19 34-1 0 0,-26-53-105 0 0,1 1 1 0 0,-1 0-1 0 0,1-1 0 0 0,-1 1 0 0 0,1-1 1 0 0,0 0-1 0 0,1 0 0 0 0,-1 0 1 0 0,1-1-1 0 0,-1 1 0 0 0,1-1 0 0 0,0 0 1 0 0,-1 0-1 0 0,1 0 0 0 0,0 0 1 0 0,0 0-1 0 0,1-1 0 0 0,-1 0 0 0 0,6 1 1 0 0,-4-2-278 0 0,-1 0-1 0 0,1 0 1 0 0,0 0 0 0 0,-1-1 0 0 0,1 0 0 0 0,-1 0 0 0 0,1 0 0 0 0,-1-1 0 0 0,1 0-1 0 0,-1 0 1 0 0,0 0 0 0 0,0-1 0 0 0,0 0 0 0 0,7-4 0 0 0,22-23-5211 0 0,-17 12 406 0 0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2:25.0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142 205 164 0 0,'-131'22'13533'0'0,"131"-22"-13440"0"0,-1 0 0 0 0,1 0 0 0 0,-1 0 0 0 0,1 0 0 0 0,-1 0 0 0 0,1 0 0 0 0,-1 1 0 0 0,1-1 0 0 0,-1 0-1 0 0,1 0 1 0 0,-1 0 0 0 0,1 1 0 0 0,0-1 0 0 0,-1 0 0 0 0,1 1 0 0 0,-1-1 0 0 0,1 0 0 0 0,0 1 0 0 0,-1-1 0 0 0,1 1-1 0 0,0-1 1 0 0,-1 0 0 0 0,1 1 0 0 0,0-1 0 0 0,-1 1 0 0 0,2 0-55 0 0,-1-1-1 0 0,0 1 1 0 0,0-1-1 0 0,0 0 1 0 0,1 1-1 0 0,-1-1 1 0 0,0 0-1 0 0,1 1 1 0 0,-1-1-1 0 0,0 0 1 0 0,1 0-1 0 0,-1 1 1 0 0,1-1-1 0 0,-1 0 1 0 0,0 0-1 0 0,1 0 1 0 0,-1 0-1 0 0,1 1 1 0 0,-1-1-1 0 0,0 0 1 0 0,1 0-1 0 0,-1 0 1 0 0,1 0-1 0 0,-1 0 1 0 0,1 0-1 0 0,-1 0 1 0 0,0 0-1 0 0,1 0 1 0 0,-1 0-1 0 0,1 0 1 0 0,-1 0-1 0 0,1-1 1 0 0,49-4 591 0 0,91-20 0 0 0,52-27-421 0 0,-97 24-69 0 0,321-86 169 0 0,-371 103 33 0 0,-28 8-939 0 0,-58 22-10236 0 0,23-9 5065 0 0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2:26.4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259 138 1588 0 0,'2'-7'749'0'0,"-1"0"0"0"0,0 0-1 0 0,0 0 1 0 0,-1 0 0 0 0,0 0 0 0 0,0 0-1 0 0,0 0 1 0 0,-1 0 0 0 0,0 0-1 0 0,-1 0 1 0 0,0 0 0 0 0,0 0 0 0 0,0 0-1 0 0,-1 1 1 0 0,-5-12 0 0 0,7 17-714 0 0,0-1 0 0 0,0 1 1 0 0,1 0-1 0 0,-1 0 0 0 0,0 0 1 0 0,0 1-1 0 0,0-1 0 0 0,0 0 1 0 0,0 0-1 0 0,0 0 0 0 0,0 1 0 0 0,-1-1 1 0 0,1 0-1 0 0,0 1 0 0 0,0-1 1 0 0,0 1-1 0 0,-1 0 0 0 0,1-1 1 0 0,0 1-1 0 0,0 0 0 0 0,-1 0 0 0 0,1 0 1 0 0,0 0-1 0 0,-1 0 0 0 0,1 0 1 0 0,0 0-1 0 0,0 0 0 0 0,-1 0 0 0 0,1 1 1 0 0,0-1-1 0 0,-1 0 0 0 0,1 1 1 0 0,0-1-1 0 0,0 1 0 0 0,0 0 1 0 0,0-1-1 0 0,0 1 0 0 0,-2 1 0 0 0,-4 3-7 0 0,0 0-1 0 0,1 0 1 0 0,0 1-1 0 0,-10 10 0 0 0,-2 5 9 0 0,0 1 0 0 0,-26 45 0 0 0,37-54-43 0 0,0 0 0 0 0,1 0 1 0 0,0 1-1 0 0,1-1 0 0 0,1 1 1 0 0,0 0-1 0 0,-3 21 0 0 0,7-29 4 0 0,0-1-1 0 0,0 1 0 0 0,0 0 0 0 0,1-1 0 0 0,0 1 0 0 0,0-1 1 0 0,0 1-1 0 0,1-1 0 0 0,0 1 0 0 0,0-1 0 0 0,0 0 0 0 0,1 0 0 0 0,-1 0 1 0 0,1 0-1 0 0,0-1 0 0 0,1 1 0 0 0,-1-1 0 0 0,1 1 0 0 0,0-1 1 0 0,0 0-1 0 0,0-1 0 0 0,6 5 0 0 0,10 5 4 0 0,0 0 0 0 0,1-1 0 0 0,44 17 0 0 0,-30-14-14 0 0,17 7-9 0 0,-30-13 138 0 0,-1 0 1 0 0,27 16 0 0 0,-47-24-51 0 0,1 0-1 0 0,-1 0 0 0 0,1 0 0 0 0,-1 0 0 0 0,0 0 0 0 0,1 0 1 0 0,-1 1-1 0 0,0-1 0 0 0,0 1 0 0 0,0-1 0 0 0,0 1 1 0 0,0-1-1 0 0,0 1 0 0 0,-1-1 0 0 0,1 1 0 0 0,0 0 0 0 0,-1-1 1 0 0,1 1-1 0 0,-1 0 0 0 0,1 3 0 0 0,-1-2 10 0 0,0 0 1 0 0,-1 0-1 0 0,1 0 1 0 0,-1 0-1 0 0,0 0 0 0 0,1 1 1 0 0,-1-1-1 0 0,-1 0 0 0 0,1-1 1 0 0,-3 6-1 0 0,-2 2 68 0 0,-1 0 1 0 0,0-1-1 0 0,-1 0 0 0 0,0 0 0 0 0,-10 8 0 0 0,6-7-49 0 0,0-1 0 0 0,0-1-1 0 0,-1 0 1 0 0,0 0 0 0 0,0-1-1 0 0,-1-1 1 0 0,-17 6 0 0 0,6-5-23 0 0,0-1-1 0 0,0 0 1 0 0,-32 1 0 0 0,52-6-254 0 0,0 0 0 0 0,0-1 0 0 0,0 0 0 0 0,0-1 0 0 0,0 1 0 0 0,0-1 0 0 0,0 0 0 0 0,0 0 0 0 0,0 0 0 0 0,1-1-1 0 0,-1 1 1 0 0,0-1 0 0 0,1 0 0 0 0,-1-1 0 0 0,1 1 0 0 0,-7-5 0 0 0,11 6 46 0 0,-1 0 1 0 0,1-1-1 0 0,-1 1 0 0 0,1 0 1 0 0,-1 0-1 0 0,1 0 0 0 0,-1 0 1 0 0,1 0-1 0 0,0 0 0 0 0,0-1 1 0 0,0 1-1 0 0,-1 0 0 0 0,1 0 1 0 0,0 0-1 0 0,1 0 0 0 0,-1-1 1 0 0,0 1-1 0 0,0 0 0 0 0,0 0 0 0 0,1 0 1 0 0,-1 0-1 0 0,0-1 0 0 0,1 1 1 0 0,-1 0-1 0 0,2-1 0 0 0,15-26-2850 0 0,-1 8-111 0 0,2 0-1098 0 0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2:26.8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1 188 2216 0 0,'46'-24'8446'0'0,"-44"23"-8110"0"0,7 14 358 0 0,-8-6-582 0 0,5 27 293 0 0,1 0-1 0 0,17 45 0 0 0,-20-68-368 0 0,0 0 1 0 0,2-1-1 0 0,-1 0 0 0 0,1 0 0 0 0,0 0 0 0 0,1-1 0 0 0,0 0 1 0 0,1 0-1 0 0,0-1 0 0 0,0 0 0 0 0,13 9 0 0 0,-18-14 63 0 0,1 0 0 0 0,0-1-1 0 0,0 0 1 0 0,0 0 0 0 0,0 0-1 0 0,0 0 1 0 0,0 0 0 0 0,0-1-1 0 0,1 0 1 0 0,-1 0 0 0 0,1 0-1 0 0,-1 0 1 0 0,1-1 0 0 0,-1 0-1 0 0,1 0 1 0 0,-1 0 0 0 0,1 0-1 0 0,-1-1 1 0 0,0 1 0 0 0,1-1-1 0 0,-1 0 1 0 0,0-1 0 0 0,1 1-1 0 0,-1-1 1 0 0,0 0 0 0 0,0 0-1 0 0,0 0 1 0 0,0 0 0 0 0,-1-1 0 0 0,1 0-1 0 0,0 0 1 0 0,-1 0 0 0 0,0 0-1 0 0,0 0 1 0 0,0 0 0 0 0,0-1-1 0 0,-1 0 1 0 0,1 1 0 0 0,-1-1-1 0 0,0 0 1 0 0,3-7 0 0 0,1-8 52 0 0,-1 0 0 0 0,0 0 0 0 0,-2 0 0 0 0,0-1 1 0 0,-1 1-1 0 0,-1-1 0 0 0,-3-35 0 0 0,0 31 18 0 0,-1 0 0 0 0,-2 1 0 0 0,0-1 0 0 0,-1 1-1 0 0,-2 0 1 0 0,-11-24 0 0 0,19 45-166 0 0,-1 0 0 0 0,0 1 1 0 0,0-1-1 0 0,0 0 0 0 0,0 0 0 0 0,-1 1 0 0 0,1-1 0 0 0,0 1 0 0 0,-1-1 1 0 0,1 1-1 0 0,-1-1 0 0 0,0 1 0 0 0,1 0 0 0 0,-1 0 0 0 0,0 0 0 0 0,0 0 1 0 0,1 0-1 0 0,-1 0 0 0 0,0 0 0 0 0,0 1 0 0 0,0-1 0 0 0,0 1 0 0 0,-2-1 1 0 0,0 1-3 0 0,1 0 1 0 0,0 1 0 0 0,0-1-1 0 0,-1 0 1 0 0,1 1-1 0 0,0 0 1 0 0,0 0 0 0 0,0 0-1 0 0,0 0 1 0 0,0 1 0 0 0,0-1-1 0 0,0 1 1 0 0,0-1 0 0 0,-4 5-1 0 0,-4 3-184 0 0,-1 1-1 0 0,1 0 1 0 0,1 1-1 0 0,0 0 0 0 0,1 1 1 0 0,0 0-1 0 0,-10 18 1 0 0,15-24-328 0 0,1 1-1 0 0,-1 0 1 0 0,1 0 0 0 0,1 0 0 0 0,-1 0-1 0 0,1 0 1 0 0,0 1 0 0 0,1-1 0 0 0,0 1-1 0 0,0-1 1 0 0,1 1 0 0 0,-1-1 0 0 0,2 1-1 0 0,-1-1 1 0 0,1 1 0 0 0,2 8 0 0 0,3 0-2715 0 0,3-2-1072 0 0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2:27.1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1 102 1228 0 0,'14'-41'6811'0'0,"10"-20"3758"0"0,-9 99-7864 0 0,3 46-1665 0 0,-3 0-1 0 0,7 169 1 0 0,-18-192-3592 0 0,-2-41-1108 0 0,0-1-3593 0 0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2:27.3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 4900 0 0,'30'-25'18764'0'0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2:29.1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3 1700 0 0,'-1'-3'9011'0'0,"40"111"-5834"0"0,26 151-1814 0 0,-55-232-965 0 0,-10-27-388 0 0,0 0-1 0 0,0 0 1 0 0,0 1-1 0 0,0-1 1 0 0,0 0-1 0 0,1 0 0 0 0,-1 0 1 0 0,0 1-1 0 0,0-1 1 0 0,0 0-1 0 0,0 0 1 0 0,0 0-1 0 0,1 0 1 0 0,-1 0-1 0 0,0 1 1 0 0,0-1-1 0 0,0 0 0 0 0,0 0 1 0 0,1 0-1 0 0,-1 0 1 0 0,0 0-1 0 0,0 0 1 0 0,0 0-1 0 0,1 0 1 0 0,-1 0-1 0 0,0 0 1 0 0,0 1-1 0 0,0-1 0 0 0,1 0 1 0 0,-1 0-1 0 0,0 0 1 0 0,0 0-1 0 0,0-1 1 0 0,1 1-1 0 0,-1 0 1 0 0,6-13 109 0 0,4-36 18 0 0,-6 27-142 0 0,0 0 0 0 0,1 1 0 0 0,2 0 0 0 0,0 0 0 0 0,1 1 0 0 0,11-20 0 0 0,-18 38 1 0 0,0 0 0 0 0,0 0 0 0 0,0 1 0 0 0,1-1 0 0 0,-1 0-1 0 0,0 0 1 0 0,1 1 0 0 0,0-1 0 0 0,-1 1 0 0 0,1 0-1 0 0,0-1 1 0 0,0 1 0 0 0,-1 0 0 0 0,1 0 0 0 0,0 0 0 0 0,0 0-1 0 0,0 0 1 0 0,0 1 0 0 0,1-1 0 0 0,-1 0 0 0 0,0 1-1 0 0,0 0 1 0 0,0-1 0 0 0,0 1 0 0 0,1 0 0 0 0,-1 0 0 0 0,0 1-1 0 0,0-1 1 0 0,0 0 0 0 0,0 1 0 0 0,1-1 0 0 0,-1 1-1 0 0,0-1 1 0 0,0 1 0 0 0,0 0 0 0 0,0 0 0 0 0,0 0 0 0 0,0 0-1 0 0,2 3 1 0 0,13 10-5 0 0,0 0-1 0 0,-2 1 0 0 0,0 1 1 0 0,-1 1-1 0 0,21 30 1 0 0,-3-4 29 0 0,-4-10 270 0 0,-27-31 3 0 0,0-3-284 0 0,-1 1-1 0 0,1 0 0 0 0,0 0 1 0 0,0-1-1 0 0,0 1 1 0 0,0-1-1 0 0,0 1 1 0 0,-1-1-1 0 0,1 1 0 0 0,0-1 1 0 0,0 1-1 0 0,-1-1 1 0 0,1 0-1 0 0,0 1 0 0 0,-1-1 1 0 0,1 0-1 0 0,-1 0 1 0 0,1 1-1 0 0,-1-1 1 0 0,1 0-1 0 0,-1 0 0 0 0,1 0 1 0 0,-1 0-1 0 0,0 0 1 0 0,1 1-1 0 0,-1-1 0 0 0,0-2 1 0 0,6-33 20 0 0,-5 24 8 0 0,8-35-91 0 0,22-74 0 0 0,-30 120 41 0 0,-1-1 9 0 0,0 1 0 0 0,1 0 0 0 0,-1 0 0 0 0,0-1 0 0 0,1 1 0 0 0,-1 0 0 0 0,1 0 0 0 0,0-1 0 0 0,-1 1-1 0 0,1 0 1 0 0,0 0 0 0 0,0 0 0 0 0,0 0 0 0 0,0 0 0 0 0,0 0 0 0 0,0 0 0 0 0,0 1 0 0 0,0-1 0 0 0,0 0 0 0 0,0 0 0 0 0,0 1 0 0 0,0-1 0 0 0,0 1 0 0 0,1-1 0 0 0,-1 1 0 0 0,0-1 0 0 0,1 1 0 0 0,-1 0 0 0 0,0 0 0 0 0,0-1-1 0 0,1 1 1 0 0,-1 0 0 0 0,0 0 0 0 0,1 0 0 0 0,-1 1 0 0 0,0-1 0 0 0,1 0 0 0 0,-1 0 0 0 0,0 1 0 0 0,1-1 0 0 0,-1 1 0 0 0,0-1 0 0 0,0 1 0 0 0,2 0 0 0 0,5 3 1 0 0,-1 0-1 0 0,1 1 1 0 0,-1 0-1 0 0,0 0 1 0 0,0 0 0 0 0,0 1-1 0 0,-1 0 1 0 0,0 0 0 0 0,0 1-1 0 0,9 12 1 0 0,3 9-127 0 0,23 45 0 0 0,-29-50-139 0 0,-4-7-256 0 0,18 30-1699 0 0,-24-42 1912 0 0,1-1-1 0 0,-1 1 1 0 0,1-1-1 0 0,0 0 0 0 0,0 0 1 0 0,1 0-1 0 0,-1 0 1 0 0,0-1-1 0 0,6 4 0 0 0,-5-5 162 0 0,-1-1-1 0 0,0 1 0 0 0,0-1 1 0 0,1 0-1 0 0,-1 0 1 0 0,0 0-1 0 0,1 0 1 0 0,-1-1-1 0 0,0 1 0 0 0,0-1 1 0 0,1 0-1 0 0,-1 0 1 0 0,0 0-1 0 0,0 0 0 0 0,0-1 1 0 0,0 1-1 0 0,0-1 1 0 0,3-3-1 0 0,7-4 110 0 0,0-1 1 0 0,-1 0-1 0 0,-1-1 1 0 0,0 0-1 0 0,19-25 1 0 0,41-72 2747 0 0,-40 57-596 0 0,6-6 228 0 0,-36 55-2153 0 0,3 3 4 0 0,-3-2-174 0 0,-1 1 1 0 0,1 0 0 0 0,0 0-1 0 0,-1 0 1 0 0,1 0-1 0 0,-1 0 1 0 0,1 0 0 0 0,-1 0-1 0 0,1 0 1 0 0,-1 0-1 0 0,1 0 1 0 0,0 0 0 0 0,-1 0-1 0 0,1 0 1 0 0,-1 0-1 0 0,1 1 1 0 0,-1-1 0 0 0,1 0-1 0 0,-1 0 1 0 0,1 1-1 0 0,0-1 1 0 0,5 15 324 0 0,0 0 0 0 0,-1 0 1 0 0,0 1-1 0 0,-1-1 0 0 0,-1 1 0 0 0,-1 0 0 0 0,0 0 1 0 0,-1 20-1 0 0,-1-20-307 0 0,1 1 1 0 0,1 0-1 0 0,0-1 1 0 0,2 0-1 0 0,-1 1 1 0 0,2-1-1 0 0,0 0 1 0 0,10 19-1 0 0,-14-33-195 0 0,0 0 0 0 0,1 1 1 0 0,-1-1-1 0 0,1 0 0 0 0,-1-1 0 0 0,1 1 1 0 0,0 0-1 0 0,0 0 0 0 0,0-1 0 0 0,0 1 1 0 0,0-1-1 0 0,0 1 0 0 0,0-1 0 0 0,1 0 0 0 0,-1 0 1 0 0,0 0-1 0 0,1 0 0 0 0,-1-1 0 0 0,1 1 1 0 0,-1 0-1 0 0,1-1 0 0 0,-1 0 0 0 0,6 0 0 0 0,-6 0-217 0 0,0 0 0 0 0,0-1 0 0 0,0 1 0 0 0,1-1 0 0 0,-1 0 0 0 0,0 1 0 0 0,0-1 0 0 0,0 0 0 0 0,0 0 0 0 0,0-1 0 0 0,0 1 0 0 0,-1 0 0 0 0,1-1 0 0 0,0 1 0 0 0,-1-1-1 0 0,1 1 1 0 0,2-4 0 0 0,6-11-4764 0 0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2:29.2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161 97 32 0 0,'-6'-8'1324'0'0,"1"1"0"0"0,-2-1 0 0 0,1 1 0 0 0,-1 1 0 0 0,-14-11 0 0 0,-39-21 2562 0 0,59 37-3874 0 0,0 0 0 0 0,0 1 1 0 0,0-1-1 0 0,0 1 1 0 0,0-1-1 0 0,0 1 0 0 0,0-1 1 0 0,0 1-1 0 0,-1 0 0 0 0,1 0 1 0 0,0-1-1 0 0,0 1 0 0 0,0 0 1 0 0,0 0-1 0 0,0 0 1 0 0,0 0-1 0 0,-1 0 0 0 0,1 0 1 0 0,0 1-1 0 0,0-1 0 0 0,0 0 1 0 0,0 0-1 0 0,0 1 0 0 0,0-1 1 0 0,0 1-1 0 0,0-1 1 0 0,0 1-1 0 0,0-1 0 0 0,0 1 1 0 0,0 0-1 0 0,0 0 0 0 0,0-1 1 0 0,0 1-1 0 0,1 0 0 0 0,-1 0 1 0 0,0 0-1 0 0,1 0 0 0 0,-1 0 1 0 0,0 0-1 0 0,0 1 1 0 0,0 1-288 0 0,0 0 1 0 0,0 0 0 0 0,0 1 0 0 0,0-1 0 0 0,0 0-1 0 0,1 0 1 0 0,-1 1 0 0 0,1-1 0 0 0,0 0 0 0 0,0 1-1 0 0,1 5 1 0 0,2 5-2587 0 0,0 1-952 0 0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2:29.7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0 660 0 0,'2'2'3070'0'0,"3"6"-1113"0"0,0 1 0 0 0,0 0-1 0 0,-1 0 1 0 0,4 11 0 0 0,18 77 2009 0 0,-14-45-2714 0 0,0-9-619 0 0,16 74 1537 0 0,-28-115-1888 0 0,1 1 61 0 0,0 0-4 0 0,-2-13-34 0 0,0-7-290 0 0,1-1 0 0 0,1 1 0 0 0,0-1 1 0 0,1 1-1 0 0,1-1 0 0 0,1 1 0 0 0,0 0 0 0 0,1 0 0 0 0,1 1 0 0 0,16-32 0 0 0,-18 40-26 0 0,1 0-1 0 0,1 0 1 0 0,-1 1-1 0 0,1 0 1 0 0,0 0-1 0 0,1 0 1 0 0,0 1-1 0 0,0 0 1 0 0,15-10-1 0 0,-16 13 1 0 0,1-1 0 0 0,-1 1 1 0 0,1 1-1 0 0,0-1 0 0 0,1 1 0 0 0,-1 0 1 0 0,0 1-1 0 0,0 0 0 0 0,1 0 0 0 0,-1 0 0 0 0,1 1 1 0 0,-1 0-1 0 0,13 2 0 0 0,-11 0 12 0 0,-1 0-1 0 0,0 0 1 0 0,0 0-1 0 0,0 1 1 0 0,0 1-1 0 0,0-1 1 0 0,0 1-1 0 0,-1 1 1 0 0,0-1-1 0 0,0 1 1 0 0,0 0-1 0 0,0 1 0 0 0,-1 0 1 0 0,0 0-1 0 0,0 0 1 0 0,-1 0-1 0 0,0 1 1 0 0,0 0-1 0 0,0 0 1 0 0,4 12-1 0 0,1 1-33 0 0,-1 1-1 0 0,-1 1 0 0 0,-1 0 1 0 0,-1 0-1 0 0,-1 0 0 0 0,3 33 1 0 0,-8-53-47 0 0,8 41-2677 0 0,3-19-3248 0 0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2:30.1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69 2804 0 0,'6'-22'5186'0'0,"3"-8"3135"0"0,-1 14-6580 0 0,-7 15-1557 0 0,16 2 74 0 0,1 1 1 0 0,26 6 0 0 0,-12-2-152 0 0,147 30 116 0 0,-177-35-218 0 0,0-1 0 0 0,0 1 1 0 0,0-1-1 0 0,0 1 0 0 0,0-1 1 0 0,0 1-1 0 0,0 0 0 0 0,0 0 1 0 0,-1 0-1 0 0,1 0 0 0 0,0 1 0 0 0,-1-1 1 0 0,1 0-1 0 0,-1 1 0 0 0,1-1 1 0 0,-1 1-1 0 0,1-1 0 0 0,-1 1 1 0 0,0 0-1 0 0,0-1 0 0 0,0 1 1 0 0,1 3-1 0 0,-1-2 25 0 0,-1 0 0 0 0,1 0 0 0 0,-1 0-1 0 0,0 0 1 0 0,0 0 0 0 0,0 1 0 0 0,-1-1 0 0 0,1 0 0 0 0,-1 0 0 0 0,0 0 0 0 0,1-1-1 0 0,-1 1 1 0 0,-3 5 0 0 0,-4 7 158 0 0,0 0 0 0 0,-1-1 0 0 0,-1 0 0 0 0,-15 17 1 0 0,-61 64 1101 0 0,-27 32 78 0 0,110-123-1334 0 0,1 0 0 0 0,-1 0 0 0 0,1 0 0 0 0,0 0 0 0 0,0 1 0 0 0,1-1 0 0 0,-1 0 0 0 0,1 1 0 0 0,-1 4 1 0 0,2-7-28 0 0,1-1 0 0 0,0 0 1 0 0,-1 0-1 0 0,1 0 0 0 0,0 0 1 0 0,0 0-1 0 0,-1 0 0 0 0,1 0 1 0 0,0 0-1 0 0,0 0 1 0 0,0 0-1 0 0,0-1 0 0 0,0 1 1 0 0,1 0-1 0 0,-1-1 0 0 0,0 1 1 0 0,0 0-1 0 0,0-1 0 0 0,1 0 1 0 0,-1 1-1 0 0,1-1 1 0 0,8 2 10 0 0,0 0 0 0 0,0-1 0 0 0,-1 0 0 0 0,1-1 0 0 0,0 0 0 0 0,0 0 0 0 0,19-4 0 0 0,70-21-244 0 0,-81 20 50 0 0,176-62-3591 0 0,-67 17-2222 0 0,-80 31 2119 0 0,11-5-3826 0 0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2:30.3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52 932 0 0,'-3'0'3054'0'0,"-71"12"11847"0"0,72-12-14073 0 0,-8 4 177 0 0,21-3-920 0 0,1-1 0 0 0,0 0 0 0 0,0-1 0 0 0,-1 0-1 0 0,1 0 1 0 0,14-5 0 0 0,6 0 0 0 0,158-24-1389 0 0,-127 20-2592 0 0,0-1-4487 0 0,-49 9 2971 0 0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2:30.5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176 0 1692 0 0,'-130'86'13934'0'0,"112"-74"-12262"0"0,16-11-1467 0 0,0 0 0 0 0,0 1 1 0 0,1-1-1 0 0,-1 0 0 0 0,0 1 1 0 0,0-1-1 0 0,1 1 0 0 0,-1-1 0 0 0,1 1 1 0 0,0 0-1 0 0,-1 0 0 0 0,1 0 1 0 0,0-1-1 0 0,0 1 0 0 0,0 0 1 0 0,0 0-1 0 0,1 1 0 0 0,-1-1 1 0 0,0 0-1 0 0,1 0 0 0 0,0 0 1 0 0,-1 4-1 0 0,2-5-165 0 0,-1 0 0 0 0,1-1-1 0 0,-1 1 1 0 0,1 0 0 0 0,-1-1 0 0 0,1 1 0 0 0,0-1-1 0 0,0 1 1 0 0,-1-1 0 0 0,1 1 0 0 0,0-1-1 0 0,0 1 1 0 0,0-1 0 0 0,-1 0 0 0 0,1 1 0 0 0,0-1-1 0 0,0 0 1 0 0,0 0 0 0 0,2 1 0 0 0,-3-1 41 0 0,13 2 61 0 0,1 0-1 0 0,-1 0 1 0 0,0-1 0 0 0,0-1 0 0 0,19-2 0 0 0,-4 1-24 0 0,269-13-387 0 0,-150-10-3600 0 0,-107 15-1442 0 0,62-25 1 0 0,-64 19-1393 0 0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2:31.3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47 106 1040 0 0,'-16'-2'11805'0'0,"-14"4"-5621"0"0,42-8-5219 0 0,435-85 1530 0 0,-413 87-1226 0 0,-31 4-994 0 0,13-3-1020 0 0,-38 2-7062 0 0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2:31.9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 1504 0 0,'3'-1'2996'0'0,"-2"1"-2734"0"0,0-1 0 0 0,0 1 1 0 0,1 0-1 0 0,-1-1 1 0 0,0 1-1 0 0,0 0 0 0 0,0 0 1 0 0,1 0-1 0 0,-1 0 0 0 0,0 0 1 0 0,0 0-1 0 0,0 0 0 0 0,1 1 1 0 0,-1-1-1 0 0,0 0 0 0 0,0 1 1 0 0,0-1-1 0 0,0 0 1 0 0,0 1-1 0 0,1 0 0 0 0,-1-1 1 0 0,0 1-1 0 0,0-1 0 0 0,0 1 1 0 0,-1 0-1 0 0,1 0 0 0 0,0 0 1 0 0,0 0-1 0 0,0 0 0 0 0,-1 0 1 0 0,1 0-1 0 0,0 0 1 0 0,-1 0-1 0 0,1 0 0 0 0,0 1 1 0 0,2 5 377 0 0,-1 1 1 0 0,0-1 0 0 0,-1 0 0 0 0,2 15-1 0 0,-2-15-277 0 0,6 82 2125 0 0,-6 116 0 0 0,-2-94-1870 0 0,1-13 331 0 0,1-134-947 0 0,2 1 0 0 0,1-1-1 0 0,2 1 1 0 0,2 0 0 0 0,1 1-1 0 0,15-37 1 0 0,-20 61-30 0 0,0 0 0 0 0,1 0 0 0 0,0 0 0 0 0,1 1 0 0 0,0-1 0 0 0,0 1 0 0 0,1 1 0 0 0,9-10 0 0 0,-12 14 25 0 0,-1 2-1 0 0,1-1 1 0 0,-1 0-1 0 0,1 1 1 0 0,0 0-1 0 0,0-1 1 0 0,0 2 0 0 0,0-1-1 0 0,0 0 1 0 0,1 1-1 0 0,-1 0 1 0 0,1 0 0 0 0,-1 0-1 0 0,0 0 1 0 0,1 1-1 0 0,-1 0 1 0 0,1 0 0 0 0,-1 0-1 0 0,1 0 1 0 0,-1 1-1 0 0,1 0 1 0 0,7 2-1 0 0,2 2 9 0 0,0 0 0 0 0,0 1-1 0 0,0 1 1 0 0,-1 0-1 0 0,0 1 1 0 0,0 1-1 0 0,-1 0 1 0 0,0 0 0 0 0,-1 1-1 0 0,0 1 1 0 0,0 0-1 0 0,-2 0 1 0 0,1 1-1 0 0,-1 0 1 0 0,-1 1-1 0 0,0 0 1 0 0,12 27 0 0 0,-19-38-5 0 0,0 0 1 0 0,-1 0-1 0 0,1 0 1 0 0,-1 0 0 0 0,1 0-1 0 0,-1 0 1 0 0,0 0-1 0 0,1 1 1 0 0,-1-1 0 0 0,0 0-1 0 0,-1 0 1 0 0,1 0-1 0 0,0 0 1 0 0,-1 0 0 0 0,1 0-1 0 0,-1 0 1 0 0,-1 4-1 0 0,1-5 3 0 0,1 0 1 0 0,-1 0-1 0 0,0 0 0 0 0,0 0 0 0 0,0 0 0 0 0,0 0 0 0 0,0 0 0 0 0,-1 0 0 0 0,1 0 1 0 0,0-1-1 0 0,0 1 0 0 0,-1 0 0 0 0,1-1 0 0 0,0 1 0 0 0,-1-1 0 0 0,1 1 0 0 0,0-1 1 0 0,-1 0-1 0 0,1 0 0 0 0,-1 1 0 0 0,1-1 0 0 0,-3 0 0 0 0,3-1-3 0 0,0 1 0 0 0,-1 0 0 0 0,1-1 0 0 0,0 1 0 0 0,0-1 0 0 0,0 1-1 0 0,-1-1 1 0 0,1 0 0 0 0,0 1 0 0 0,0-1 0 0 0,0 0 0 0 0,0 0 0 0 0,0 0 0 0 0,0 0 0 0 0,0 1-1 0 0,1-2 1 0 0,-2 0 0 0 0,-12-20 19 0 0,10 13-32 0 0,0-1 0 0 0,0 0 0 0 0,1 0 1 0 0,0 0-1 0 0,1-1 0 0 0,0 1 0 0 0,1-1 0 0 0,0 1 0 0 0,0-1 0 0 0,1 1 1 0 0,1-1-1 0 0,0 1 0 0 0,0-1 0 0 0,1 1 0 0 0,0-1 0 0 0,1 1 1 0 0,4-12-1 0 0,-4 16 5 0 0,-1-1 0 0 0,1 1-1 0 0,1 0 1 0 0,-1 0 0 0 0,1 0 0 0 0,0 1 0 0 0,0-1 0 0 0,0 1 0 0 0,1 0-1 0 0,0 0 1 0 0,0 1 0 0 0,0-1 0 0 0,1 1 0 0 0,-1 0 0 0 0,1 1 0 0 0,0-1 0 0 0,0 1-1 0 0,0 0 1 0 0,1 1 0 0 0,-1-1 0 0 0,1 1 0 0 0,-1 0 0 0 0,1 1 0 0 0,0 0 0 0 0,0 0-1 0 0,0 0 1 0 0,10 1 0 0 0,-5 1 12 0 0,0 1-1 0 0,0 0 1 0 0,1 1 0 0 0,-2 0-1 0 0,1 1 1 0 0,0 0 0 0 0,-1 0-1 0 0,0 2 1 0 0,0-1 0 0 0,0 1-1 0 0,-1 1 1 0 0,0 0 0 0 0,0 1-1 0 0,-1-1 1 0 0,0 2 0 0 0,0-1-1 0 0,-1 1 1 0 0,0 1 0 0 0,11 16-1 0 0,-7-8-93 0 0,-1 0-1 0 0,-1 1 1 0 0,-1 0-1 0 0,-1 1 1 0 0,-1 0-1 0 0,0 0 1 0 0,-2 0-1 0 0,0 1 1 0 0,-1 0 0 0 0,2 34-1 0 0,-6-34-905 0 0,3 29-2586 0 0,5-23-2570 0 0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2:32.3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196 167 1184 0 0,'7'-14'1525'0'0,"1"1"-35"0"0,-2 0 0 0 0,0 0-1 0 0,0-1 1 0 0,-2 1 0 0 0,1-1-1 0 0,3-24 1 0 0,-8 37-1374 0 0,0-1 0 0 0,1 1-1 0 0,-1 0 1 0 0,0-1 0 0 0,0 1-1 0 0,0-1 1 0 0,0 1 0 0 0,-1 0-1 0 0,1-1 1 0 0,0 1 0 0 0,-1-1-1 0 0,1 1 1 0 0,0 0 0 0 0,-1 0-1 0 0,0-1 1 0 0,1 1 0 0 0,-1 0-1 0 0,0 0 1 0 0,0-1 0 0 0,1 1-1 0 0,-2-1 1 0 0,1 2-38 0 0,-1-1 0 0 0,1 0 1 0 0,0 1-1 0 0,0-1 0 0 0,0 1 0 0 0,-1 0 1 0 0,1-1-1 0 0,0 1 0 0 0,-1 0 0 0 0,1 0 0 0 0,0 0 1 0 0,0 0-1 0 0,-1 0 0 0 0,1 0 0 0 0,0 0 1 0 0,-1 1-1 0 0,1-1 0 0 0,-2 1 0 0 0,-3 1 69 0 0,-1 1-1 0 0,1-1 1 0 0,-1 1-1 0 0,1 1 0 0 0,0-1 1 0 0,0 1-1 0 0,-6 6 1 0 0,-5 6 48 0 0,-1 0-1 0 0,2 2 1 0 0,1 0 0 0 0,-19 27 0 0 0,26-33-155 0 0,1 0 0 0 0,0 0 0 0 0,1 0 0 0 0,0 1 1 0 0,1 0-1 0 0,1 1 0 0 0,0-1 0 0 0,-4 26 0 0 0,8-37-36 0 0,-1 1 0 0 0,1 0 0 0 0,0 0-1 0 0,0 0 1 0 0,0 0 0 0 0,1 0 0 0 0,-1 0 0 0 0,1 0 0 0 0,-1 0-1 0 0,1 0 1 0 0,0 0 0 0 0,0 0 0 0 0,0-1 0 0 0,1 1-1 0 0,-1 0 1 0 0,1-1 0 0 0,-1 1 0 0 0,1-1 0 0 0,0 1 0 0 0,0-1-1 0 0,0 0 1 0 0,0 0 0 0 0,0 0 0 0 0,1 0 0 0 0,-1 0 0 0 0,0-1-1 0 0,1 1 1 0 0,0-1 0 0 0,-1 1 0 0 0,1-1 0 0 0,5 2 0 0 0,-4-2-23 0 0,1 0 0 0 0,-1 0 1 0 0,0-1-1 0 0,1 0 0 0 0,-1 1 1 0 0,1-1-1 0 0,-1-1 1 0 0,1 1-1 0 0,-1-1 0 0 0,0 0 1 0 0,1 0-1 0 0,-1 0 0 0 0,0 0 1 0 0,0-1-1 0 0,1 1 1 0 0,-1-1-1 0 0,-1 0 0 0 0,1-1 1 0 0,0 1-1 0 0,6-6 0 0 0,-2 0-29 0 0,1-1-1 0 0,-2-1 1 0 0,1 1 0 0 0,-1-1-1 0 0,-1-1 1 0 0,0 1-1 0 0,0-1 1 0 0,-1 0-1 0 0,7-20 1 0 0,0-11-43 0 0,9-56 0 0 0,-20 94 88 0 0,8-46-77 0 0,-9 49 193 0 0,0 5-74 0 0,0 0 0 0 0,0 0 1 0 0,0 0-1 0 0,0 0 0 0 0,-1 0 1 0 0,1 0-1 0 0,-3 6 0 0 0,0 8 67 0 0,0 25-159 0 0,0-5 313 0 0,4 56 0 0 0,-1-83-560 0 0,2 0-1 0 0,-1 0 1 0 0,2 0-1 0 0,-1 0 1 0 0,2-1-1 0 0,-1 1 1 0 0,1-1-1 0 0,1 0 1 0 0,9 16-1 0 0,-11-22-77 0 0,0-1-1 0 0,0 1 1 0 0,0-1-1 0 0,0 1 1 0 0,0-1-1 0 0,1 0 1 0 0,0-1-1 0 0,4 4 1 0 0,19 5-5465 0 0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2:32.7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0 289 1936 0 0,'6'-21'1954'0'0,"-1"1"-4"0"0,1 0 0 0 0,0 0 1 0 0,15-29-1 0 0,-20 48-1907 0 0,-1 1 0 0 0,1-1-1 0 0,-1 0 1 0 0,1 1 0 0 0,0-1 0 0 0,-1 0-1 0 0,1 1 1 0 0,0-1 0 0 0,0 1 0 0 0,-1-1 0 0 0,1 1-1 0 0,0-1 1 0 0,0 1 0 0 0,0 0 0 0 0,0-1-1 0 0,0 1 1 0 0,-1 0 0 0 0,1 0 0 0 0,0 0-1 0 0,0 0 1 0 0,0-1 0 0 0,0 1 0 0 0,0 0 0 0 0,0 1-1 0 0,0-1 1 0 0,0 0 0 0 0,0 0 0 0 0,1 1-1 0 0,23 9 975 0 0,-19-5-811 0 0,0 0 1 0 0,-1 1-1 0 0,1 0 1 0 0,-1 0-1 0 0,0 0 1 0 0,-1 0-1 0 0,0 1 1 0 0,0-1 0 0 0,0 1-1 0 0,-1 0 1 0 0,0 1-1 0 0,4 11 1 0 0,-3-6 24 0 0,-1-1 1 0 0,0 1 0 0 0,-1-1 0 0 0,0 1 0 0 0,-1 0 0 0 0,-1 0 0 0 0,0 13 0 0 0,-1-19-98 0 0,0 0 1 0 0,-1 1 0 0 0,1-1-1 0 0,-1 0 1 0 0,-1 0-1 0 0,1 0 1 0 0,-1 0 0 0 0,-1 0-1 0 0,-3 6 1 0 0,4-9-66 0 0,0 0-1 0 0,0 0 1 0 0,0-1 0 0 0,0 1 0 0 0,-1-1-1 0 0,1 0 1 0 0,-1 0 0 0 0,0 0 0 0 0,0 0-1 0 0,0-1 1 0 0,0 1 0 0 0,-1-1 0 0 0,1 0-1 0 0,-6 1 1 0 0,9-3-64 0 0,1 1 1 0 0,-1-1-1 0 0,0 0 0 0 0,0 0 0 0 0,0 0 1 0 0,1 0-1 0 0,-1 0 0 0 0,0 0 0 0 0,0 0 1 0 0,1 0-1 0 0,-1 0 0 0 0,0 0 0 0 0,0 0 0 0 0,0-1 1 0 0,1 1-1 0 0,-1 0 0 0 0,0 0 0 0 0,0-1 1 0 0,1 1-1 0 0,-1-1 0 0 0,0 1 0 0 0,1-1 0 0 0,-1 1 1 0 0,1-1-1 0 0,-1 1 0 0 0,0-1 0 0 0,1 1 1 0 0,-1-1-1 0 0,1 1 0 0 0,-1-1 0 0 0,1 0 0 0 0,0 0 1 0 0,-1-1-1 0 0,0 0 0 0 0,0 0 0 0 0,0-1 0 0 0,0 1 0 0 0,1-1 0 0 0,-1 1-1 0 0,1-1 1 0 0,0 1 0 0 0,0-6 0 0 0,1-3-2 0 0,1 0-1 0 0,0 0 0 0 0,1 1 1 0 0,1-1-1 0 0,-1 1 0 0 0,2-1 1 0 0,-1 1-1 0 0,9-13 0 0 0,55-75-165 0 0,-59 85 135 0 0,31-38-106 0 0,2 1 0 0 0,63-59 0 0 0,-80 85 28 0 0,-23 23 90 0 0,-3 6-9 0 0,0 1 20 0 0,0-1 1 0 0,-1 0-1 0 0,1 0 1 0 0,-1 0-1 0 0,0 0 1 0 0,-1 0-1 0 0,-4 7 0 0 0,-5 13 5 0 0,6-8 11 0 0,-50 143 308 0 0,51-142-274 0 0,1 0 0 0 0,0 0 0 0 0,2 0 1 0 0,0 1-1 0 0,1-1 0 0 0,1 1 0 0 0,2 18 1 0 0,-1-30-32 0 0,0 0 0 0 0,1-1 0 0 0,0 1 0 0 0,0-1 1 0 0,0 0-1 0 0,1 0 0 0 0,0 0 0 0 0,0 0 0 0 0,0 0 1 0 0,1-1-1 0 0,0 1 0 0 0,0-1 0 0 0,1 0 0 0 0,7 7 1 0 0,-5-6-111 0 0,1 0 1 0 0,0 0 0 0 0,1-1 0 0 0,-1-1-1 0 0,1 1 1 0 0,0-1 0 0 0,0-1 0 0 0,0 1 0 0 0,13 1-1 0 0,-7-1-547 0 0,0-2 0 0 0,1 0 0 0 0,-1-1 0 0 0,1 0 0 0 0,-1-1 0 0 0,1-1 0 0 0,-1-1 0 0 0,1 0 0 0 0,-1-1 0 0 0,0 0 0 0 0,0-2 0 0 0,21-8 0 0 0,7-10-3289 0 0,0-6-1656 0 0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2:33.0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284 56 836 0 0,'-2'-4'718'0'0,"1"0"-1"0"0,-1 0 1 0 0,0 0-1 0 0,0 0 1 0 0,0 1-1 0 0,0-1 1 0 0,-1 1-1 0 0,0-1 1 0 0,0 1-1 0 0,0 0 1 0 0,0 0-1 0 0,0 0 1 0 0,0 0 0 0 0,-7-4-1 0 0,9 7-634 0 0,0 0 1 0 0,0 0-1 0 0,0 0 0 0 0,0 0 0 0 0,0 0 1 0 0,0 1-1 0 0,0-1 0 0 0,0 0 0 0 0,0 0 1 0 0,0 1-1 0 0,0-1 0 0 0,1 0 0 0 0,-1 1 1 0 0,0-1-1 0 0,0 1 0 0 0,0-1 0 0 0,1 1 1 0 0,-1 0-1 0 0,-1 0 0 0 0,1 0 152 0 0,-6 4 145 0 0,1 0 1 0 0,0 0 0 0 0,0 1 0 0 0,0 0 0 0 0,1 0 0 0 0,0 0 0 0 0,0 0-1 0 0,1 1 1 0 0,-6 9 0 0 0,-28 68 1458 0 0,35-77-1698 0 0,-22 59 336 0 0,3 1-1 0 0,3 1 1 0 0,3 1 0 0 0,-7 78-1 0 0,14-59 214 0 0,5 0 0 0 0,12 168 0 0 0,-7-249-707 0 0,9 60-1089 0 0,-10-63 988 0 0,1 0-1 0 0,1 0 1 0 0,-1 0 0 0 0,1 0-1 0 0,-1 0 1 0 0,1 0 0 0 0,0 0-1 0 0,1 0 1 0 0,-1-1 0 0 0,1 1-1 0 0,-1-1 1 0 0,6 5 0 0 0,-7-7-114 0 0,0 0 1 0 0,0-1-1 0 0,1 1 1 0 0,-1-1 0 0 0,0 1-1 0 0,1-1 1 0 0,-1 0-1 0 0,1 1 1 0 0,-1-1 0 0 0,0 0-1 0 0,1 0 1 0 0,-1 0-1 0 0,1 0 1 0 0,-1 0-1 0 0,0 0 1 0 0,1 0 0 0 0,-1-1-1 0 0,1 1 1 0 0,-1 0-1 0 0,0-1 1 0 0,0 1 0 0 0,3-2-1 0 0,24-15-6787 0 0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2:33.4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29 104 1884 0 0,'-28'-13'20874'0'0,"28"13"-20803"0"0,0 0 1 0 0,0 0-1 0 0,0 0 0 0 0,0-1 0 0 0,0 1 1 0 0,0 0-1 0 0,0-2 928 0 0,1 1-928 0 0,14-5 1000 0 0,25-3-1210 0 0,-38 9 309 0 0,212-34 472 0 0,-126 22-557 0 0,26-4 279 0 0,-111 16-357 0 0,4-1 48 0 0,-2-1-112 0 0,-16-2-748 0 0,-3 2-5326 0 0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2:34.2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166 82 788 0 0,'-97'-32'17138'0'0,"60"19"-13450"0"0,35 13-3105 0 0,0-1-79 0 0,-2 0-327 0 0,-13-6 1270 0 0,17 6-1422 0 0,-1 1 1 0 0,1 0 0 0 0,-1 0 0 0 0,1 0-1 0 0,0-1 1 0 0,-1 1 0 0 0,1 0-1 0 0,0 0 1 0 0,0-1 0 0 0,-1 1 0 0 0,1 0-1 0 0,0-1 1 0 0,0 1 0 0 0,-1 0-1 0 0,1-1 1 0 0,0 1 0 0 0,0 0 0 0 0,0-1-1 0 0,-1 1 1 0 0,1 0 0 0 0,0-1-1 0 0,0 1 1 0 0,0-1 0 0 0,0 1 0 0 0,0 0-1 0 0,0-1 1 0 0,0 1 0 0 0,0-1-1 0 0,0 1 1 0 0,0 0 0 0 0,0-1 0 0 0,0 1-1 0 0,0 0 1 0 0,0-1 0 0 0,0 1 0 0 0,1-1-1 0 0,-1 1 1 0 0,0-1 0 0 0,3 0-14 0 0,-1-1 0 0 0,1 1 0 0 0,0 0 0 0 0,0 0 0 0 0,0 0 1 0 0,-1 1-1 0 0,1-1 0 0 0,5 0 0 0 0,6-1 6 0 0,0 0 1 0 0,-1 2-1 0 0,17 0 1 0 0,-21 0-35 0 0,7 0 10 0 0,0 1-1 0 0,0 1 1 0 0,0 0-1 0 0,0 1 1 0 0,0 1 0 0 0,16 6-1 0 0,-26-9 4 0 0,-1 2 0 0 0,1-1 0 0 0,-1 1 0 0 0,1 0 0 0 0,-1 0 0 0 0,0 0-1 0 0,0 1 1 0 0,0-1 0 0 0,0 1 0 0 0,-1 0 0 0 0,0 1 0 0 0,1-1 0 0 0,-2 1 0 0 0,1 0-1 0 0,0 0 1 0 0,-1 0 0 0 0,0 1 0 0 0,3 7 0 0 0,-5-7 6 0 0,0 0 0 0 0,0 0 0 0 0,-1 0 0 0 0,1 0-1 0 0,-1 0 1 0 0,-1 0 0 0 0,1 0 0 0 0,-1-1 0 0 0,0 1 0 0 0,-1 0 0 0 0,1 0 0 0 0,-1-1-1 0 0,0 1 1 0 0,0 0 0 0 0,-7 9 0 0 0,0 1 18 0 0,0-1 0 0 0,-2 1 0 0 0,-22 24 0 0 0,-130 120 4293 0 0,130-132-2248 0 0,32-26-1869 0 0,1-2-181 0 0,-1 0-1 0 0,1 0 1 0 0,0 0-1 0 0,0 0 1 0 0,0 1 0 0 0,0-1-1 0 0,0 0 1 0 0,-1 0-1 0 0,1 1 1 0 0,0-1-1 0 0,0 0 1 0 0,0 0 0 0 0,0 1-1 0 0,0-1 1 0 0,0 0-1 0 0,0 0 1 0 0,0 1-1 0 0,0-1 1 0 0,0 0-1 0 0,0 0 1 0 0,0 1 0 0 0,0-1-1 0 0,0 0 1 0 0,0 0-1 0 0,0 1 1 0 0,0-1-1 0 0,0 0 1 0 0,0 0-1 0 0,0 1 1 0 0,1-1 0 0 0,-1 0-1 0 0,0 0 1 0 0,0 0-1 0 0,0 1 1 0 0,1-1-1 0 0,43-2 32 0 0,59-11 0 0 0,-21 2-32 0 0,168-26-15 0 0,-228 33 0 0 0,-3 1 0 0 0,-3 1 0 0 0,-2 0 0 0 0,1 1 0 0 0,-1-1 0 0 0,-2 0 0 0 0,1 0 0 0 0,-2 0-38 0 0,-9 1-179 0 0,6-2-380 0 0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2:34.6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249 67 4204 0 0,'-19'-67'14884'0'0,"34"78"-13305"0"0,1 7-964 0 0,-1-1-1 0 0,-1 2 1 0 0,-1 0 0 0 0,13 24-1 0 0,-14-23-286 0 0,25 45 586 0 0,-3 1 0 0 0,49 131 0 0 0,-66-145-724 0 0,-2 1 0 0 0,-3 1 1 0 0,-2 0-1 0 0,5 87 0 0 0,-15-110-181 0 0,-1-1 0 0 0,-2 1 0 0 0,-1 0 0 0 0,-1-1 0 0 0,-2 1-1 0 0,-1-2 1 0 0,-2 1 0 0 0,0-1 0 0 0,-2-1 0 0 0,-1 0 0 0 0,-2 0 0 0 0,-27 40 0 0 0,16-32-700 0 0,-1-1 0 0 0,-2-2 1 0 0,-38 36-1 0 0,32-37-2135 0 0,-2-2 0 0 0,-69 43 0 0 0,53-44-2846 0 0,-1-4-2888 0 0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2:35.0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266 1 2840 0 0,'-259'37'10972'0'0,"252"-35"-10648"0"0,9-1-120 0 0,16 0-58 0 0,28-1-221 0 0,44-7-1935 0 0,-30 4-3161 0 0,-32 3 345 0 0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2:35.2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147 0 1848 0 0,'-59'26'7105'0'0,"40"-17"-5217"0"0,1 0 0 0 0,-27 20 0 0 0,44-29-1872 0 0,1 0 1 0 0,0 1-1 0 0,-1-1 0 0 0,1 0 1 0 0,0 0-1 0 0,-1 0 1 0 0,1 1-1 0 0,0-1 1 0 0,0 0-1 0 0,-1 0 1 0 0,1 1-1 0 0,0-1 1 0 0,0 0-1 0 0,-1 1 0 0 0,1-1 1 0 0,0 0-1 0 0,0 1 1 0 0,0-1-1 0 0,0 0 1 0 0,-1 1-1 0 0,1-1 1 0 0,0 0-1 0 0,0 1 1 0 0,0-1-1 0 0,0 1 0 0 0,0-1 1 0 0,0 0-1 0 0,0 1 1 0 0,0-1-1 0 0,0 1 1 0 0,0-1-1 0 0,0 0 1 0 0,0 1-1 0 0,0-1 1 0 0,1 0-1 0 0,-1 1 0 0 0,0-1 1 0 0,0 0-1 0 0,0 1 1 0 0,0-1-1 0 0,1 0 1 0 0,-1 1-1 0 0,0-1 1 0 0,0 0-1 0 0,1 1 0 0 0,-1-1 1 0 0,0 0-1 0 0,1 0 1 0 0,-1 1-1 0 0,18 6 240 0 0,3-6-523 0 0,-1-2 0 0 0,0 0 0 0 0,0-1 0 0 0,0-1 0 0 0,0-1 0 0 0,23-8 0 0 0,-14 5-537 0 0,77-23-4793 0 0,-51 10 576 0 0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2:35.8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26 3796 0 0,'-9'-25'10507'0'0,"16"34"-8655"0"0,93 188 2105 0 0,-74-136-3675 0 0,-3 1 0 0 0,-2 1 0 0 0,12 66 0 0 0,-31-120-166 0 0,0 0-1 0 0,0 0 1 0 0,-1 0 0 0 0,0 1-1 0 0,-1-1 1 0 0,0 0 0 0 0,0 1-1 0 0,-1-1 1 0 0,-4 18 0 0 0,5-25 42 0 0,-4-3-100 0 0,0-1-50 0 0,1 0-1 0 0,-1 0 0 0 0,1 0 0 0 0,-1-1 0 0 0,1 1 1 0 0,0-1-1 0 0,0 0 0 0 0,0 1 0 0 0,0-2 0 0 0,1 1 0 0 0,-1 0 1 0 0,1 0-1 0 0,0-1 0 0 0,0 1 0 0 0,0-1 0 0 0,-2-5 1 0 0,-6-14 11 0 0,-10-38 0 0 0,11 32-35 0 0,0-6-22 0 0,-9-54-1 0 0,17 88 38 0 0,1 0 0 0 0,0 0 1 0 0,0 1-1 0 0,0-1 0 0 0,0 0 0 0 0,0 0 0 0 0,0 0 0 0 0,0 1 0 0 0,0-1 0 0 0,0 0 0 0 0,0 0 0 0 0,0 0 0 0 0,1 0 0 0 0,-1 1 0 0 0,0-1 0 0 0,0 0 0 0 0,1 0 0 0 0,-1 1 0 0 0,1-1 0 0 0,-1 0 0 0 0,0 1 0 0 0,1-1 0 0 0,0 0 0 0 0,-1 1 0 0 0,1-1 0 0 0,1 0 0 0 0,-1 0-7 0 0,14 7-55 0 0,12 21 58 0 0,-26-26-36 0 0,5 6-2889 0 0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2:36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83 60 0 0,'-3'0'4910'0'0,"-20"1"1812"0"0,13 0-4539 0 0,10-1-2094 0 0,-1 0 0 0 0,1 0 0 0 0,0 0 0 0 0,-1 1 0 0 0,1-1 0 0 0,-1 0 0 0 0,1 0 0 0 0,-1 0 0 0 0,1 0 0 0 0,-1 0 0 0 0,1 0 0 0 0,0 0 0 0 0,-1 0 0 0 0,1 0 0 0 0,-1 0 0 0 0,1 0 0 0 0,-1 0 0 0 0,1 0 0 0 0,-1 0 0 0 0,1-1 0 0 0,0 1 0 0 0,-1 0 0 0 0,0-1 0 0 0,4-2-71 0 0,0 0 0 0 0,0 0-1 0 0,0 1 1 0 0,1-1 0 0 0,-1 1-1 0 0,1 0 1 0 0,-1-1-1 0 0,1 1 1 0 0,0 1 0 0 0,0-1-1 0 0,0 1 1 0 0,4-2-1 0 0,56-14-1287 0 0,-63 17 1238 0 0,89-19-2873 0 0,-29 8-2014 0 0,-26 5 209 0 0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2:36.8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62 262 1628 0 0,'0'0'1302'0'0,"-3"0"-123"0"0,-40 3 6317 0 0,37-4-6941 0 0,6 1-503 0 0,-1 0 1 0 0,1 0-1 0 0,-1 0 0 0 0,1 0 1 0 0,0 0-1 0 0,-1 0 0 0 0,1 0 0 0 0,-1 0 1 0 0,1 0-1 0 0,0 0 0 0 0,-1 0 1 0 0,1-1-1 0 0,-1 1 0 0 0,1 0 0 0 0,0 0 1 0 0,-1 0-1 0 0,1 0 0 0 0,-1-1 1 0 0,1 1-1 0 0,0 0 0 0 0,0 0 0 0 0,-1-1 1 0 0,1 1-1 0 0,-1-1 0 0 0,1-2 82 0 0,0-1-1 0 0,0 1 1 0 0,1 0 0 0 0,-1-1-1 0 0,1 1 1 0 0,0 0 0 0 0,0-1-1 0 0,0 1 1 0 0,0 0-1 0 0,1 0 1 0 0,-1 0 0 0 0,1 0-1 0 0,3-5 1 0 0,33-43 356 0 0,-29 41-394 0 0,5-7-9 0 0,0 0 0 0 0,31-25 0 0 0,-38 36-84 0 0,-1 1-1 0 0,1 0 0 0 0,0 1 1 0 0,1 0-1 0 0,-1 0 1 0 0,1 0-1 0 0,-1 1 0 0 0,1 0 1 0 0,0 1-1 0 0,10-3 0 0 0,-14 5 8 0 0,0 0 0 0 0,1 0 0 0 0,-1 0-1 0 0,0 1 1 0 0,0 0 0 0 0,0-1-1 0 0,0 1 1 0 0,0 1 0 0 0,0-1 0 0 0,0 1-1 0 0,0-1 1 0 0,0 1 0 0 0,0 0-1 0 0,-1 0 1 0 0,5 4 0 0 0,3 2 100 0 0,-2 1 0 0 0,1 0 0 0 0,12 15 1 0 0,-6-3 139 0 0,0 1 0 0 0,-2 0 1 0 0,-1 2-1 0 0,-1-1 1 0 0,-1 1-1 0 0,-1 1 1 0 0,-1 0-1 0 0,-1 0 0 0 0,7 38 1 0 0,-9-44 945 0 0,-4-21-660 0 0,-1-12-411 0 0,-4-29 34 0 0,5-58-1 0 0,0 78-155 0 0,1 1 1 0 0,0 0-1 0 0,2 0 0 0 0,11-31 1 0 0,-15 48-14 0 0,1-1 1 0 0,0 1-1 0 0,1 0 1 0 0,-1 0-1 0 0,1 0 1 0 0,0 0 0 0 0,0 0-1 0 0,1 1 1 0 0,-1-1-1 0 0,1 1 1 0 0,0 0-1 0 0,0 0 1 0 0,0 0 0 0 0,1 1-1 0 0,-1 0 1 0 0,1-1-1 0 0,0 2 1 0 0,0-1-1 0 0,9-3 1 0 0,-11 5 7 0 0,1 1 0 0 0,-1-1 0 0 0,1 1 0 0 0,0 0 0 0 0,-1 0 0 0 0,1 0 0 0 0,-1 1 0 0 0,1-1 0 0 0,-1 1 0 0 0,1 0 0 0 0,-1 0 0 0 0,1 0 0 0 0,-1 0 0 0 0,0 1 0 0 0,0-1 0 0 0,6 5 0 0 0,1 0-5 0 0,0 1-1 0 0,-1 1 1 0 0,13 12 0 0 0,1 7-49 0 0,-1 0 0 0 0,-2 1 0 0 0,0 0 0 0 0,28 60 0 0 0,-27-49-44 0 0,-18-33-735 0 0,0 1 0 0 0,1-1 0 0 0,0 0 0 0 0,1 0 0 0 0,-1-1 0 0 0,6 6 0 0 0,-7-9 306 0 0,0 0 0 0 0,0 0 0 0 0,-1 0 0 0 0,2 0 0 0 0,-1-1 0 0 0,0 1 0 0 0,0-1 0 0 0,0 0 0 0 0,1 0 0 0 0,-1 0 0 0 0,0-1-1 0 0,1 1 1 0 0,-1-1 0 0 0,1 1 0 0 0,3-1 0 0 0,11 0-3628 0 0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2:37.3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349 136 328 0 0,'1'-5'838'0'0,"0"-1"0"0"0,0 0 1 0 0,0 1-1 0 0,-1-1 0 0 0,1 0 0 0 0,-2 1 0 0 0,1-1 0 0 0,-1 0 1 0 0,1 1-1 0 0,-1-1 0 0 0,-3-7 0 0 0,2 8-560 0 0,0 1-1 0 0,0 0 1 0 0,0 0-1 0 0,0 0 1 0 0,-1 0-1 0 0,1 0 1 0 0,-1 1-1 0 0,0-1 1 0 0,0 1 0 0 0,-1 0-1 0 0,1 0 1 0 0,-1 0-1 0 0,1 0 1 0 0,-5-2-1 0 0,5 4-209 0 0,0 0 0 0 0,1 0 1 0 0,-1 1-1 0 0,0-1 0 0 0,1 1 0 0 0,-1 0 0 0 0,0 0 0 0 0,0 0 0 0 0,1 0 0 0 0,-1 0 0 0 0,0 1 0 0 0,-3 0 0 0 0,2 0 58 0 0,-5 1 25 0 0,0 1 0 0 0,0 0 0 0 0,1 0 0 0 0,-1 0 0 0 0,1 2 0 0 0,0-1 0 0 0,0 1 0 0 0,0 0 0 0 0,1 0 0 0 0,-8 8 0 0 0,-3 3 134 0 0,0 1 0 0 0,-23 31 0 0 0,28-31-127 0 0,1 1 0 0 0,-21 38 0 0 0,29-47-129 0 0,0 0 1 0 0,1 0-1 0 0,0 0 1 0 0,0 0-1 0 0,1 0 0 0 0,0 1 1 0 0,0-1-1 0 0,1 1 0 0 0,0 10 1 0 0,2-16-23 0 0,-1-1 1 0 0,0 0 0 0 0,1 1-1 0 0,-1-1 1 0 0,1 0 0 0 0,0 0-1 0 0,0 1 1 0 0,0-1 0 0 0,1 0-1 0 0,-1 0 1 0 0,1 0 0 0 0,-1-1-1 0 0,1 1 1 0 0,0 0-1 0 0,0-1 1 0 0,1 1 0 0 0,-1-1-1 0 0,0 1 1 0 0,1-1 0 0 0,-1 0-1 0 0,1 0 1 0 0,0 0 0 0 0,0-1-1 0 0,0 1 1 0 0,0-1 0 0 0,0 1-1 0 0,0-1 1 0 0,0 0 0 0 0,0 0-1 0 0,0 0 1 0 0,0-1-1 0 0,1 1 1 0 0,-1-1 0 0 0,0 0-1 0 0,6 0 1 0 0,1 0 5 0 0,-1 0 1 0 0,1-1-1 0 0,0 0 0 0 0,0-1 0 0 0,0 0 1 0 0,-1 0-1 0 0,1-1 0 0 0,-1-1 1 0 0,0 0-1 0 0,17-9 0 0 0,-13 4-2 0 0,0 0 1 0 0,-1-1-1 0 0,-1-1 0 0 0,0 0 0 0 0,0 0 0 0 0,-1-1 1 0 0,16-24-1 0 0,0-8 11 0 0,21-49 1 0 0,-26 50-20 0 0,-13 29-32 0 0,-8 14 29 0 0,1 0 0 0 0,-1 0 0 0 0,0-1 0 0 0,0 1-1 0 0,0 0 1 0 0,0 0 0 0 0,0 0 0 0 0,0 0 0 0 0,0 0 0 0 0,0 0 0 0 0,0 0 0 0 0,0 0-1 0 0,0 0 1 0 0,0 0 0 0 0,0 0 0 0 0,0 0 0 0 0,0 0 0 0 0,0-1 0 0 0,0 1-1 0 0,0 0 1 0 0,0 0 0 0 0,0 0 0 0 0,0 0 0 0 0,1 0 0 0 0,-1 0 0 0 0,0 0 0 0 0,0 0-1 0 0,0 0 1 0 0,0 0 0 0 0,0 0 0 0 0,0 0 0 0 0,0 0 0 0 0,0 0 0 0 0,0 0-1 0 0,0 0 1 0 0,0 0 0 0 0,0 0 0 0 0,1 0 0 0 0,-1 0 0 0 0,0 0 0 0 0,0 0 0 0 0,0 0-1 0 0,0 0 1 0 0,0 0 0 0 0,0 0 0 0 0,0 0 0 0 0,0 0 0 0 0,0 0 0 0 0,0 0-1 0 0,0 0 1 0 0,0 1 0 0 0,1-1 0 0 0,-1 0 0 0 0,0 0 0 0 0,0 0 0 0 0,0 0-1 0 0,0 0 1 0 0,0 0 0 0 0,0 0 0 0 0,0 0 0 0 0,0 0 0 0 0,0 0 0 0 0,0 0 0 0 0,0 0-1 0 0,-1 24 4 0 0,-1-6-15 0 0,1-4-137 0 0,-3 116-1319 0 0,6-87-2287 0 0,3-1-3516 0 0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2:37.7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0 143 476 0 0,'0'-8'1361'0'0,"1"0"-1"0"0,-1 0 1 0 0,2 1 0 0 0,-1-1 0 0 0,1 1-1 0 0,3-10 1 0 0,-4 16-1298 0 0,-1 0-1 0 0,1 0 1 0 0,-1 1 0 0 0,1-1-1 0 0,-1 0 1 0 0,1 1-1 0 0,0-1 1 0 0,-1 1 0 0 0,1-1-1 0 0,0 1 1 0 0,-1-1 0 0 0,1 1-1 0 0,0-1 1 0 0,0 1 0 0 0,-1 0-1 0 0,1-1 1 0 0,0 1 0 0 0,0 0-1 0 0,0 0 1 0 0,0-1 0 0 0,0 1-1 0 0,-1 0 1 0 0,1 0 0 0 0,0 0-1 0 0,1 0 1 0 0,21 3 681 0 0,-13 1-533 0 0,0 1 0 0 0,0-1 1 0 0,0 1-1 0 0,-1 1 0 0 0,0 0 1 0 0,0 0-1 0 0,0 1 0 0 0,-1 0 0 0 0,0 1 1 0 0,0-1-1 0 0,-1 1 0 0 0,0 1 1 0 0,0 0-1 0 0,-1 0 0 0 0,0 0 1 0 0,4 11-1 0 0,-5-12-78 0 0,-2 0 0 0 0,1 1 0 0 0,-1-1 0 0 0,0 1 0 0 0,-1 0 1 0 0,0-1-1 0 0,-1 1 0 0 0,0 0 0 0 0,0 0 0 0 0,0 0 0 0 0,-2 0 0 0 0,1 0 0 0 0,-1 0 1 0 0,0 0-1 0 0,-1 0 0 0 0,0 0 0 0 0,0-1 0 0 0,-1 1 0 0 0,-6 14 0 0 0,6-17-57 0 0,-1 0-1 0 0,1 0 0 0 0,-1-1 0 0 0,0 1 1 0 0,-1-1-1 0 0,1 0 0 0 0,-1 0 0 0 0,-7 5 1 0 0,10-9 6 0 0,2-4-69 0 0,0 2-17 0 0,0-1-1 0 0,0 0 1 0 0,0 1 0 0 0,1-1 0 0 0,-1 0 0 0 0,0 1 0 0 0,0-1 0 0 0,1 0 0 0 0,-1 1 0 0 0,1-1 0 0 0,0 1 0 0 0,-1-1 0 0 0,1 1 0 0 0,0-1-1 0 0,0 1 1 0 0,0-1 0 0 0,0 1 0 0 0,1-1 0 0 0,49-62-586 0 0,2 3 0 0 0,92-81 0 0 0,-48 47 305 0 0,-46 46 79 0 0,-50 48 193 0 0,-13 20 17 0 0,-3 3 74 0 0,1 1-1 0 0,0 0 1 0 0,-11 30 0 0 0,19-38-49 0 0,0-1 0 0 0,1 1 0 0 0,1 0 0 0 0,1 0 0 0 0,0 0 0 0 0,-1 30 1 0 0,4-40-33 0 0,0-1 1 0 0,1 1 0 0 0,-1 0-1 0 0,1-1 1 0 0,0 0 0 0 0,1 1-1 0 0,-1-1 1 0 0,1 0 0 0 0,0 1 0 0 0,0-1-1 0 0,0 0 1 0 0,1 0 0 0 0,-1-1-1 0 0,1 1 1 0 0,0 0 0 0 0,0-1-1 0 0,0 0 1 0 0,0 0 0 0 0,1 0-1 0 0,-1 0 1 0 0,1 0 0 0 0,0-1-1 0 0,0 1 1 0 0,0-1 0 0 0,0 0 0 0 0,8 3-1 0 0,7 1-406 0 0,0 0-1 0 0,1-1 0 0 0,-1-1 0 0 0,35 2 1 0 0,-20-4-1704 0 0,0-1 0 0 0,0-1 1 0 0,65-11-1 0 0,-42 1-2489 0 0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2:38.2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84 284 0 0,'-29'-13'8119'0'0,"-10"0"-2633"0"0,16 5-2595 0 0,21 8-2430 0 0,2 0-382 0 0,-1 0 0 0 0,1 0 0 0 0,-1 0 0 0 0,1 0 0 0 0,-1-1 0 0 0,1 1 0 0 0,0 0 0 0 0,-1 0 0 0 0,1 0 0 0 0,-1 0 0 0 0,1-1 0 0 0,0 1 1 0 0,-1 0-1 0 0,1 0 0 0 0,0-1 0 0 0,-1 1 0 0 0,1 0 0 0 0,0-1 0 0 0,-1 1 0 0 0,1 0 0 0 0,0-1 0 0 0,0 1 0 0 0,0 0 0 0 0,-1-1 0 0 0,17-4 70 0 0,0 2 0 0 0,1 0 0 0 0,-1 1 0 0 0,22 0 0 0 0,13-2-26 0 0,12-3-32 0 0,140-11 17 0 0,-197 19-116 0 0,-5-1 8 0 0,0 1 0 0 0,0-1 1 0 0,0 0-1 0 0,0 1 0 0 0,0-1 0 0 0,0 1 1 0 0,0-1-1 0 0,0 1 0 0 0,0 0 0 0 0,0 0 1 0 0,0-1-1 0 0,0 1 0 0 0,0 0 0 0 0,1 1 1 0 0,-1 6 4 0 0,-2-8-3 0 0,1 5 7 0 0,0-1 0 0 0,-1 1 1 0 0,0 0-1 0 0,0-1 0 0 0,-1 1 0 0 0,1-1 0 0 0,-1 0 0 0 0,0 0 0 0 0,0 1 0 0 0,0-1 1 0 0,-1-1-1 0 0,1 1 0 0 0,-4 4 0 0 0,-1 1 47 0 0,-69 96 814 0 0,53-77-143 0 0,2 1 1 0 0,0 1-1 0 0,2 1 0 0 0,-28 61 0 0 0,46-88-590 0 0,-1 0 0 0 0,1 0 0 0 0,0 0 0 0 0,0 0-1 0 0,0 0 1 0 0,1 0 0 0 0,-1 1 0 0 0,1-1 0 0 0,0 0 0 0 0,0 0 0 0 0,1 0 0 0 0,1 7 0 0 0,-1-8-61 0 0,0 0 0 0 0,0-1 0 0 0,0 1 0 0 0,1-1 0 0 0,-1 0 0 0 0,1 1 0 0 0,-1-1 0 0 0,1 0 0 0 0,0 0 0 0 0,0 0 0 0 0,0 0 0 0 0,0 0 0 0 0,1 0 0 0 0,-1-1 0 0 0,0 1 0 0 0,1-1 0 0 0,-1 0 0 0 0,1 1 0 0 0,4 0 0 0 0,15 6 188 0 0,0-2-1 0 0,0 0 1 0 0,40 4 0 0 0,73-1 135 0 0,-86-6-263 0 0,210-2 727 0 0,-139-2-599 0 0,-119 1-374 0 0,1 0 1 0 0,-1 0 0 0 0,0 0 0 0 0,0 0 0 0 0,0 0 0 0 0,0-1 0 0 0,0 1 0 0 0,1 0 0 0 0,-1 0 0 0 0,0-1 0 0 0,0 1 0 0 0,0-1 0 0 0,2 0 0 0 0,-1-2-1169 0 0,-2 2 1119 0 0,0 1-1 0 0,0-1 0 0 0,0 1 1 0 0,1-1-1 0 0,-1 1 0 0 0,0 0 1 0 0,0-1-1 0 0,0 1 0 0 0,0-1 1 0 0,0 1-1 0 0,0-1 0 0 0,0 1 1 0 0,0-1-1 0 0,0 1 0 0 0,-1-1 0 0 0,0-3-1282 0 0,-1 1 0 0 0,1-1 0 0 0,-1 1-1 0 0,0-1 1 0 0,-6-6-1443 0 0,1-1-1239 0 0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2:38.5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1 148 656 0 0,'49'-141'14695'0'0,"-49"141"-14649"0"0,0 0 0 0 0,0-1-1 0 0,0 1 1 0 0,0 0-1 0 0,0 0 1 0 0,0-1 0 0 0,0 1-1 0 0,0 0 1 0 0,0 0 0 0 0,0-1-1 0 0,1 1 1 0 0,-1 0-1 0 0,0 0 1 0 0,0-1 0 0 0,0 1-1 0 0,0 0 1 0 0,0 0-1 0 0,1 0 1 0 0,-1-1 0 0 0,0 1-1 0 0,0 0 1 0 0,0 0 0 0 0,1 0-1 0 0,-1 0 1 0 0,0-1-1 0 0,0 1 1 0 0,1 0 0 0 0,-1 0-1 0 0,0 0 1 0 0,0 0-1 0 0,1 0 1 0 0,-1 0 0 0 0,0 0-1 0 0,1 0 1 0 0,-1 0-1 0 0,0 0 1 0 0,0 0 0 0 0,1 0-1 0 0,-1 0 1 0 0,0 0 0 0 0,0 0-1 0 0,1 0 1 0 0,-1 0-1 0 0,0 0 1 0 0,0 0 0 0 0,1 0-1 0 0,-1 0 1 0 0,0 0-1 0 0,0 1 1 0 0,1-1 0 0 0,-1 0-1 0 0,0 0 1 0 0,0 0 0 0 0,1 0-1 0 0,-1 1 1 0 0,0-1-1 0 0,0 0 1 0 0,0 0 0 0 0,0 1-1 0 0,1-1 1 0 0,-1 0-1 0 0,0 1 1 0 0,9 17 1215 0 0,-1 13-603 0 0,-2-1 0 0 0,-1 1 0 0 0,1 54 0 0 0,-5-72-565 0 0,1 36-395 0 0,-2 0 0 0 0,-3 0 0 0 0,-13 84-1 0 0,7-94-3070 0 0,-1 0 0 0 0,-25 61-1 0 0,11-44-5104 0 0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2:40.4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35 1552 0 0,'-4'-10'4629'0'0,"-1"0"-3075"0"0,4 10-1449 0 0,1 0-1 0 0,-1-1 0 0 0,1 1 1 0 0,0-1-1 0 0,0 1 1 0 0,-1-1-1 0 0,1 1 0 0 0,0 0 1 0 0,0-1-1 0 0,-1 1 0 0 0,1-1 1 0 0,0 1-1 0 0,0-1 0 0 0,0 0 1 0 0,0 1-1 0 0,0-1 1 0 0,0 1-1 0 0,0-1 0 0 0,0 1 1 0 0,0-1-1 0 0,0 1 0 0 0,0-1 1 0 0,20-2 433 0 0,1 3-447 0 0,324 5 430 0 0,-298-3-513 0 0,-1 1 0 0 0,74 16 0 0 0,-116-18-7 0 0,0 0 0 0 0,0 1 0 0 0,0-1 0 0 0,0 1 0 0 0,0 0 0 0 0,-1 0-1 0 0,1 1 1 0 0,-1-1 0 0 0,6 5 0 0 0,-8-6 1 0 0,0 0 0 0 0,0 0 0 0 0,0 0-1 0 0,0 0 1 0 0,0 1 0 0 0,-1-1 0 0 0,1 0 0 0 0,0 0 0 0 0,-1 1-1 0 0,1-1 1 0 0,-1 0 0 0 0,1 1 0 0 0,-1-1 0 0 0,0 0 0 0 0,1 1-1 0 0,-1-1 1 0 0,0 0 0 0 0,0 1 0 0 0,0-1 0 0 0,0 1 0 0 0,0-1-1 0 0,-1 0 1 0 0,1 1 0 0 0,0-1 0 0 0,0 1 0 0 0,-1-1 0 0 0,1 0-1 0 0,-1 0 1 0 0,0 1 0 0 0,1-1 0 0 0,-1 0 0 0 0,-1 2 0 0 0,-10 13-7 0 0,0 0 0 0 0,-2-1 0 0 0,-28 26 0 0 0,-54 35-36 0 0,35-29 8 0 0,36-29 14 0 0,12-9-13 0 0,1 1 0 0 0,-13 12 0 0 0,22-19 38 0 0,1-1-1 0 0,0 0 1 0 0,0 1-1 0 0,0 0 1 0 0,0-1 0 0 0,0 1-1 0 0,0 0 1 0 0,1 0-1 0 0,-1 0 1 0 0,1 0-1 0 0,0 0 1 0 0,0 0 0 0 0,0 0-1 0 0,1 1 1 0 0,-1 5-1 0 0,1-7 18 0 0,0 0 0 0 0,0 0 0 0 0,0 0-1 0 0,0 1 1 0 0,1-1 0 0 0,-1 0 0 0 0,1 0-1 0 0,0 0 1 0 0,-1 0 0 0 0,1 0 0 0 0,0 0-1 0 0,0 0 1 0 0,1 0 0 0 0,-1 0 0 0 0,0 0-1 0 0,1 0 1 0 0,-1-1 0 0 0,3 3 0 0 0,-1-2 5 0 0,0 0 0 0 0,0 1 0 0 0,1-1 0 0 0,-1-1 0 0 0,1 1 0 0 0,-1-1 0 0 0,1 1 0 0 0,0-1 0 0 0,6 1 0 0 0,5 0 14 0 0,1 0-1 0 0,-1-1 1 0 0,0-1 0 0 0,17-2 0 0 0,257-36-77 0 0,-101-12-3681 0 0,-148 35 1070 0 0,-2 0-735 0 0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2:40.6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15 213 788 0 0,'-7'-196'11172'0'0,"6"179"-10395"0"0,4 23-135 0 0,0 29-249 0 0,-15 118 242 0 0,12-127-1144 0 0,1 1 1 0 0,1-1-1 0 0,9 47 0 0 0,7-24-5204 0 0,-10-35 1458 0 0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2:40.9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71 2824 0 0,'0'0'1975'0'0,"-5"24"7807"0"0,5-24-9723 0 0,-1 0 0 0 0,1 1 0 0 0,0-1 0 0 0,0 0 0 0 0,0 0 0 0 0,0 1 1 0 0,0-1-1 0 0,0 0 0 0 0,0 0 0 0 0,0 1 0 0 0,0-1 0 0 0,1 0 0 0 0,-1 0 0 0 0,0 1 1 0 0,0-1-1 0 0,0 0 0 0 0,0 0 0 0 0,0 0 0 0 0,0 1 0 0 0,0-1 0 0 0,0 0 0 0 0,1 0 1 0 0,-1 0-1 0 0,0 1 0 0 0,0-1 0 0 0,0 0 0 0 0,0 0 0 0 0,1 0 0 0 0,-1 0 0 0 0,0 1 1 0 0,0-1-1 0 0,0 0 0 0 0,1 0 0 0 0,-1 0 0 0 0,12 0 674 0 0,20-10-934 0 0,-20 6 435 0 0,81-27-171 0 0,27-8-1289 0 0,-100 34-136 0 0,0 1 1 0 0,0 0 0 0 0,39 0 0 0 0,-42 6-3176 0 0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2:41.2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178 0 2000 0 0,'-173'107'13736'0'0,"172"-107"-13694"0"0,1 0-1 0 0,0 0 1 0 0,0 0-1 0 0,0 0 1 0 0,-1 0-1 0 0,1 0 1 0 0,0 0-1 0 0,0 1 1 0 0,0-1-1 0 0,-1 0 1 0 0,1 0-1 0 0,0 0 1 0 0,0 0-1 0 0,0 0 1 0 0,0 1-1 0 0,-1-1 1 0 0,1 0-1 0 0,0 0 1 0 0,0 0-1 0 0,0 0 1 0 0,0 1-1 0 0,0-1 1 0 0,0 0-1 0 0,0 0 1 0 0,0 0-1 0 0,0 1 1 0 0,-1-1-1 0 0,1 0 1 0 0,0 0-1 0 0,0 1 1 0 0,0-1-1 0 0,0 0 1 0 0,0 0-1 0 0,0 0 1 0 0,0 1-1 0 0,0-1 1 0 0,1 0-1 0 0,-1 0 1 0 0,0 1-1 0 0,0-1 1 0 0,0 0-1 0 0,11 4 620 0 0,14-4-495 0 0,-24 0-124 0 0,214-20 716 0 0,-89 5-616 0 0,133-7 83 0 0,98-10-3002 0 0,-330 33 260 0 0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2:42.0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79 1476 0 0,'-27'-13'15753'0'0,"27"13"-15673"0"0,16-7 255 0 0,24-3-91 0 0,0 1 1 0 0,71-5-1 0 0,-105 13-233 0 0,198-11 123 0 0,-110 8-108 0 0,2 0 315 0 0,-94 4-252 0 0,27-4-50 0 0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2:42.6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80 2456 0 0,'-1'-2'1880'0'0,"-15"-36"6384"0"0,11 30-6984 0 0,5 8-1245 0 0,-1-1 0 0 0,1 1-1 0 0,-1-1 1 0 0,1 1 0 0 0,0-1-1 0 0,-1 0 1 0 0,1 1 0 0 0,0-1-1 0 0,-1 1 1 0 0,1-1 0 0 0,0 0-1 0 0,0 1 1 0 0,-1-1-1 0 0,1 0 1 0 0,0 1 0 0 0,0-1-1 0 0,0 0 1 0 0,0 0 0 0 0,1-1-25 0 0,0 1-1 0 0,0 0 1 0 0,0 0 0 0 0,1-1 0 0 0,-1 1 0 0 0,0 0 0 0 0,1 0-1 0 0,-1 0 1 0 0,1 0 0 0 0,-1 1 0 0 0,1-1 0 0 0,-1 0 0 0 0,1 1 0 0 0,-1-1-1 0 0,1 1 1 0 0,0-1 0 0 0,-1 1 0 0 0,1 0 0 0 0,0-1 0 0 0,2 1-1 0 0,44-2 46 0 0,-47 2-52 0 0,11 0-6 0 0,-1 1 0 0 0,1 0-1 0 0,-1 1 1 0 0,1 0-1 0 0,-1 1 1 0 0,0 1-1 0 0,0-1 1 0 0,0 2 0 0 0,0-1-1 0 0,-1 1 1 0 0,1 1-1 0 0,-1 0 1 0 0,10 9-1 0 0,-15-11 36 0 0,-1-1-1 0 0,1 1 0 0 0,-1 0 1 0 0,0 1-1 0 0,0-1 0 0 0,-1 1 0 0 0,0 0 1 0 0,0 0-1 0 0,0 0 0 0 0,0 0 1 0 0,-1 0-1 0 0,1 1 0 0 0,-1-1 0 0 0,-1 1 1 0 0,1 0-1 0 0,-1-1 0 0 0,0 1 1 0 0,0 0-1 0 0,-1 0 0 0 0,0-1 0 0 0,0 1 1 0 0,0 0-1 0 0,-1 0 0 0 0,1 0 1 0 0,-1-1-1 0 0,-1 1 0 0 0,-3 10 0 0 0,-1-1 141 0 0,-1 0-1 0 0,-1 0 0 0 0,-1-1 1 0 0,0 0-1 0 0,-1 0 0 0 0,0-1 1 0 0,-17 16-1 0 0,12-12 232 0 0,14-15-337 0 0,0-1 0 0 0,-1 0 0 0 0,1 1 0 0 0,-1-1 0 0 0,1 0 0 0 0,-1 1-1 0 0,1-1 1 0 0,-1 0 0 0 0,0 0 0 0 0,1 0 0 0 0,-1-1 0 0 0,0 1 0 0 0,0 0 0 0 0,0-1 0 0 0,0 1 0 0 0,-2 0 0 0 0,3-2-60 0 0,1 1 0 0 0,-1 0 1 0 0,0 0-1 0 0,0 0 1 0 0,0-1-1 0 0,0 1 0 0 0,1-1 1 0 0,-1 1-1 0 0,0 0 0 0 0,1-1 1 0 0,-1 1-1 0 0,0-1 0 0 0,1 0 1 0 0,-1 1-1 0 0,0-1 0 0 0,1 1 1 0 0,-1-1-1 0 0,1 0 0 0 0,-1 1 1 0 0,1-1-1 0 0,-1 0 0 0 0,1 0 1 0 0,0 0-1 0 0,-1 1 1 0 0,1-1-1 0 0,0 0 0 0 0,0 0 1 0 0,0 0-1 0 0,-1 0 0 0 0,1 1 1 0 0,0-1-1 0 0,0 0 0 0 0,0 0 1 0 0,0 0-1 0 0,0 0 0 0 0,1 0 1 0 0,-1-1-1 0 0,0-1-3 0 0,1-1 0 0 0,0 1 0 0 0,-1-1 0 0 0,1 1 0 0 0,0-1 1 0 0,0 1-1 0 0,1-1 0 0 0,-1 1 0 0 0,1 0 0 0 0,3-4 0 0 0,23-31-2 0 0,-21 30-4 0 0,35-41-26 0 0,2 1 0 0 0,84-68 0 0 0,-126 115 9 0 0,-2 1 17 0 0,0 0 0 0 0,0 0 0 0 0,0 1 0 0 0,0-1 0 0 0,0 0 0 0 0,0 0 0 0 0,0 0-1 0 0,0 1 1 0 0,0-1 0 0 0,0 0 0 0 0,1 0 0 0 0,-1 0 0 0 0,0 0 0 0 0,0 1 0 0 0,0-1 0 0 0,0 0-1 0 0,0 0 1 0 0,1 0 0 0 0,-1 0 0 0 0,0 0 0 0 0,0 1 0 0 0,0-1 0 0 0,0 0 0 0 0,1 0 0 0 0,-1 0-1 0 0,0 0 1 0 0,0 0 0 0 0,0 0 0 0 0,1 0 0 0 0,-1 0 0 0 0,0 0 0 0 0,0 0 0 0 0,0 0-1 0 0,1 0 1 0 0,-1 0 0 0 0,0 0 0 0 0,0 0 0 0 0,0 0 0 0 0,1 0 0 0 0,-1 0 0 0 0,0 0 0 0 0,0 0-1 0 0,0 0 1 0 0,1 0 0 0 0,-1 0 0 0 0,0 0 0 0 0,0 0 0 0 0,0-1 0 0 0,0 1 0 0 0,1 0 0 0 0,-1 0-1 0 0,-16 59-89 0 0,11-43 112 0 0,0 0-1 0 0,-3 23 0 0 0,7-31-14 0 0,0 0 0 0 0,1-1 0 0 0,-1 1 0 0 0,2-1 0 0 0,-1 1 0 0 0,1-1 0 0 0,0 1 0 0 0,1-1 0 0 0,0 1 0 0 0,0-1 0 0 0,0 0 0 0 0,1 0 0 0 0,0 0 0 0 0,0 0 0 0 0,1 0 0 0 0,0-1 0 0 0,0 1 0 0 0,1-1 0 0 0,-1 0 0 0 0,1-1 0 0 0,1 1 0 0 0,-1-1 0 0 0,1 0 0 0 0,0 0 0 0 0,0-1 0 0 0,0 1 0 0 0,1-2 0 0 0,0 1 0 0 0,-1-1 0 0 0,9 3 0 0 0,4 1-480 0 0,0-1 1 0 0,1-1-1 0 0,0-1 0 0 0,0 0 0 0 0,0-2 0 0 0,34 0 0 0 0,-35-2-1286 0 0,-1-2 0 0 0,1 0-1 0 0,-1 0 1 0 0,23-8 0 0 0,-18 2-2308 0 0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2:42.9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30 1396 0 0,'-7'-30'12517'0'0,"8"44"-11480"0"0,1 45 149 0 0,-2-1 0 0 0,-9 75-1 0 0,4-77-974 0 0,4-44-498 0 0,-1 6-477 0 0,2 35-1 0 0,0-49 223 0 0,0-1 0 0 0,0 1 0 0 0,1-1 0 0 0,-1 1 0 0 0,1-1 0 0 0,0 0 0 0 0,0 1 0 0 0,0-1 0 0 0,1 0 0 0 0,-1 0 0 0 0,1 0 0 0 0,0 0 1 0 0,0 0-1 0 0,0 0 0 0 0,0 0 0 0 0,5 4 0 0 0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2:43.3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49 1940 0 0,'-2'-3'2002'0'0,"-1"-1"-1067"0"0,0-1-1 0 0,-1 1 1 0 0,0 0 0 0 0,0 0-1 0 0,0 0 1 0 0,-1 1-1 0 0,1-1 1 0 0,-1 1-1 0 0,-7-4 907 0 0,3 5-986 0 0,-4 0 2332 0 0,21 5-1859 0 0,49 9-947 0 0,0-3 1 0 0,84 2 0 0 0,-15-4 661 0 0,-124-7-920 0 0,29 3 251 0 0,-28-3-508 0 0,4-2-948 0 0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2:44.0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43 103 1776 0 0,'-23'-15'10299'0'0,"6"2"-7078"0"0,17 13-3196 0 0,0 0 0 0 0,-1-1 0 0 0,1 1 0 0 0,0 0 0 0 0,0 0 0 0 0,0-1 0 0 0,0 1 0 0 0,0 0 0 0 0,-1-1 0 0 0,1 1 0 0 0,0 0 0 0 0,0 0 0 0 0,0-1 0 0 0,0 1 0 0 0,0 0 0 0 0,0-1 0 0 0,0 1-1 0 0,0 0 1 0 0,0-1 0 0 0,0 1 0 0 0,0 0 0 0 0,0-1 0 0 0,0 1 0 0 0,0 0 0 0 0,0-1 0 0 0,1 1 0 0 0,-1 0 0 0 0,0-1 0 0 0,0 1 0 0 0,0 0 0 0 0,0 0 0 0 0,1-1 0 0 0,-1 1 0 0 0,0 0 0 0 0,0 0-1 0 0,0-1 1 0 0,1 1 0 0 0,-1 0 0 0 0,0 0 0 0 0,0 0 0 0 0,1-1 0 0 0,-1 1 0 0 0,0 0 0 0 0,1 0 0 0 0,-1 0 0 0 0,0 0 0 0 0,1 0 0 0 0,-1 0 0 0 0,0 0 0 0 0,1 0 0 0 0,-1-1 0 0 0,0 1 0 0 0,1 0-1 0 0,-1 0 1 0 0,0 0 0 0 0,1 1 0 0 0,-1-1 0 0 0,1 0 0 0 0,10-2-18 0 0,0 0 0 0 0,1 1 0 0 0,-1 0 0 0 0,1 1 0 0 0,-1 1 0 0 0,1 0 0 0 0,-1 0 1 0 0,1 1-1 0 0,-1 0 0 0 0,0 1 0 0 0,0 0 0 0 0,0 1 0 0 0,0 1 0 0 0,-1-1 0 0 0,12 8 0 0 0,-16-8-4 0 0,0-1 0 0 0,0 1-1 0 0,0 1 1 0 0,0-1 0 0 0,-1 1 0 0 0,0 0 0 0 0,0 0 0 0 0,0 0 0 0 0,0 1 0 0 0,-1 0-1 0 0,0 0 1 0 0,0 0 0 0 0,-1 0 0 0 0,0 1 0 0 0,0-1 0 0 0,0 1 0 0 0,-1 0 0 0 0,0 0-1 0 0,0 0 1 0 0,-1 0 0 0 0,0 0 0 0 0,0 0 0 0 0,0 0 0 0 0,-1 0 0 0 0,-1 14 0 0 0,-2-7 48 0 0,0-1 1 0 0,-1 1-1 0 0,0-1 1 0 0,-1 0 0 0 0,-1 0-1 0 0,0 0 1 0 0,-11 17-1 0 0,6-13 119 0 0,-1 0 1 0 0,-1-1-1 0 0,0 0 0 0 0,-24 20 0 0 0,21-20 316 0 0,-3 1 186 0 0,18-16-593 0 0,10-24 51 0 0,8-3-109 0 0,2 0 0 0 0,35-36 0 0 0,-17 19-17 0 0,92-98-30 0 0,20-23 47 0 0,-149 164-21 0 0,14-21-60 0 0,-13 20 57 0 0,-1 1 0 0 0,0 0 0 0 0,0-1 0 0 0,0 1 0 0 0,1 0 0 0 0,-1-1 0 0 0,0 1 0 0 0,0 0 0 0 0,0-1 0 0 0,0 1 0 0 0,0 0 0 0 0,0-1 0 0 0,0 1 0 0 0,0-1 0 0 0,0 1 0 0 0,0 0 0 0 0,0-1 0 0 0,0 1 0 0 0,0-1 0 0 0,0 1 0 0 0,0 0 0 0 0,0-1 0 0 0,0 1 0 0 0,-1 0 0 0 0,1-1 0 0 0,0 1 0 0 0,0 0 0 0 0,0-1 0 0 0,-1 1 0 0 0,1 0 0 0 0,0-1 0 0 0,0 1 0 0 0,-1 0 0 0 0,1 0 0 0 0,0-1 0 0 0,0 1 0 0 0,-1 0 0 0 0,1 0 0 0 0,0 0 0 0 0,-1-1 0 0 0,1 1 0 0 0,-1 0 0 0 0,1 0 0 0 0,0 0 0 0 0,-1 0 0 0 0,0 0 1 0 0,0 0 0 0 0,0 0-1 0 0,0 0 1 0 0,0 0-1 0 0,0 0 1 0 0,0 1-1 0 0,0-1 1 0 0,0 0 0 0 0,0 1-1 0 0,1-1 1 0 0,-1 1-1 0 0,0-1 1 0 0,0 1-1 0 0,0-1 1 0 0,1 1-1 0 0,-1 0 1 0 0,0-1 0 0 0,0 2-1 0 0,0-1-4 0 0,-17 12-15 0 0,1 1 0 0 0,1 1-1 0 0,1 0 1 0 0,-17 20 0 0 0,-46 73 95 0 0,73-100-23 0 0,-1 1 0 0 0,1 0 0 0 0,1 0 1 0 0,0 0-1 0 0,0 0 0 0 0,1 1 0 0 0,0 0 0 0 0,-2 10 0 0 0,5-17-30 0 0,-1 1-1 0 0,1 0 1 0 0,0 0 0 0 0,0-1-1 0 0,1 1 1 0 0,-1 0-1 0 0,1-1 1 0 0,0 1-1 0 0,-1 0 1 0 0,2-1 0 0 0,-1 1-1 0 0,0-1 1 0 0,1 1-1 0 0,0-1 1 0 0,-1 0 0 0 0,1 0-1 0 0,0 0 1 0 0,1 0-1 0 0,-1 0 1 0 0,1 0 0 0 0,-1 0-1 0 0,1-1 1 0 0,0 1-1 0 0,5 2 1 0 0,4 3-84 0 0,1-1 0 0 0,0 0 0 0 0,1-1 0 0 0,-1-1 0 0 0,1 0 0 0 0,0-1 0 0 0,24 4 0 0 0,104 7-2932 0 0,-137-15 2832 0 0,105 1-3668 0 0,-36-8-1948 0 0,-38 2 1168 0 0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2:44.5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3 1116 0 0,'-9'-3'14569'0'0,"18"9"-14246"0"0,-1 1-1 0 0,1 0 0 0 0,-1 1 0 0 0,-1-1 0 0 0,1 1 0 0 0,8 13 0 0 0,-14-17-216 0 0,0 0 1 0 0,0 0-1 0 0,0-1 0 0 0,-1 1 0 0 0,1 0 1 0 0,-1 0-1 0 0,0 1 0 0 0,0-1 0 0 0,-1 0 1 0 0,1 0-1 0 0,-1 0 0 0 0,0 1 0 0 0,0-1 1 0 0,0 0-1 0 0,-1 0 0 0 0,0 0 0 0 0,0 0 0 0 0,0 0 1 0 0,0 1-1 0 0,-2 3 0 0 0,-4 6 294 0 0,0-1 0 0 0,-1 1 0 0 0,0-1 0 0 0,-1-1 0 0 0,-1 0 0 0 0,0 0 0 0 0,-12 10 0 0 0,-24 31 1304 0 0,38-43-1299 0 0,7-10-362 0 0,0 1 1 0 0,0 0 0 0 0,0-1 0 0 0,0 1-1 0 0,0 0 1 0 0,0 0 0 0 0,1 0-1 0 0,-1 0 1 0 0,0 0 0 0 0,1 0 0 0 0,-1 0-1 0 0,1 0 1 0 0,-1 0 0 0 0,1 0 0 0 0,-1 0-1 0 0,1 1 1 0 0,0-1 0 0 0,-1 0 0 0 0,1 0-1 0 0,0 0 1 0 0,0 0 0 0 0,0 1 0 0 0,0-1-1 0 0,0 1 1 0 0,1-1-30 0 0,0 0-1 0 0,0-1 0 0 0,0 1 1 0 0,0-1-1 0 0,0 1 0 0 0,0-1 1 0 0,0 1-1 0 0,0-1 1 0 0,1 0-1 0 0,-1 1 0 0 0,0-1 1 0 0,0 0-1 0 0,0 0 1 0 0,0 0-1 0 0,0 0 0 0 0,3 0 1 0 0,18-1 55 0 0,-21 1-62 0 0,76-4 30 0 0,0-3 0 0 0,139-33 0 0 0,-138 24-125 0 0,-20 1-1291 0 0,-56 15 798 0 0,-41-13-11709 0 0,27 12 8265 0 0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2:45.1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48 1816 0 0,'-3'0'1688'0'0,"-41"-7"5182"0"0,42 7-5970 0 0,-10-4 210 0 0,78-10-415 0 0,104-7-1 0 0,-50 20-2250 0 0,-84 3-1490 0 0,47 10 0 0 0,-64-7-675 0 0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2:45.3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1 1452 0 0,'-32'4'6007'0'0,"-12"6"98"0"0,45-10-6071 0 0,0 1-1 0 0,-1-1 1 0 0,1 1-1 0 0,-1-1 1 0 0,1 0-1 0 0,-1 1 1 0 0,1-1 0 0 0,0 0-1 0 0,-1 1 1 0 0,1-1-1 0 0,0 0 1 0 0,0 0 0 0 0,-1 1-1 0 0,1-1 1 0 0,0 0-1 0 0,-1 0 1 0 0,1 0 0 0 0,0 0-1 0 0,0 0 1 0 0,-1 0-1 0 0,2 0 1 0 0,17-1 124 0 0,-18 1-150 0 0,115-3 232 0 0,12 0-2018 0 0,-1-6-4856 0 0,-94 6 2741 0 0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2:45.7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69 128 2864 0 0,'-6'-6'2257'0'0,"0"0"0"0"0,-1 1 0 0 0,-12-9 0 0 0,14 11-1691 0 0,3 2 146 0 0,-12-7 1558 0 0,5-1 942 0 0,249-3-1524 0 0,-82 2-1493 0 0,-30 0-144 0 0,40-1 865 0 0,-150 8-766 0 0,-18 2-146 0 0,0 1 1 0 0,0 0-1 0 0,1 0 1 0 0,-1 0-1 0 0,0-1 0 0 0,0 1 1 0 0,0 0-1 0 0,0 0 1 0 0,0-1-1 0 0,1 1 1 0 0,-1 0-1 0 0,0 0 0 0 0,0-1 1 0 0,0 1-1 0 0,0 0 1 0 0,0 0-1 0 0,0-1 1 0 0,0 1-1 0 0,0 0 0 0 0,0 0 1 0 0,0-1-1 0 0,0 1 1 0 0,0 0-1 0 0,0-1 1 0 0,0 1-1 0 0,0 0 0 0 0,0 0 1 0 0,-1-1-1 0 0,1 1 1 0 0,0 0-1 0 0,0 0 0 0 0,0-1 1 0 0,-19-18-2179 0 0,17 17 1200 0 0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2:46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128 140 1288 0 0,'15'-4'7065'0'0,"-9"2"-5866"0"0,-4 2-685 0 0,0-1 0 0 0,-1 1 0 0 0,1-1 0 0 0,0 1 0 0 0,-1-1 0 0 0,1 0 0 0 0,0 0 0 0 0,-1 1 0 0 0,1-1 0 0 0,-1 0 0 0 0,1-1 0 0 0,2-2 973 0 0,-28-17 75 0 0,8 11-1332 0 0,-2-1 0 0 0,-25-10 0 0 0,-5-2 209 0 0,37 17-388 0 0,11 6-50 0 0,-1 0 0 0 0,0 0 1 0 0,1 0-1 0 0,-1 0 0 0 0,1 0 0 0 0,-1-1 0 0 0,1 1 0 0 0,-1 0 0 0 0,1 0 1 0 0,-1-1-1 0 0,1 1 0 0 0,-1 0 0 0 0,1-1 0 0 0,-1 1 0 0 0,1 0 0 0 0,-1-1 1 0 0,1 1-1 0 0,0-1 0 0 0,-1 1 0 0 0,1-1 0 0 0,0 1 0 0 0,-1-1 0 0 0,1 1 1 0 0,0-1-1 0 0,0 1 0 0 0,0-1 0 0 0,-1 1 0 0 0,1-1 0 0 0,0 1 0 0 0,0-1 1 0 0,0 0-1 0 0,0 1 0 0 0,0-1 0 0 0,0 0 0 0 0,3-2 0 0 0,26-1 9 0 0,1 0 0 0 0,53 1 0 0 0,-38 3-11 0 0,-31-1 1 0 0,289 3-68 0 0,-301-2 74 0 0,-1 0 1 0 0,0 0 0 0 0,0 0 0 0 0,1 0 0 0 0,-1 1 0 0 0,0-1 0 0 0,0 0 0 0 0,0 0 0 0 0,1 1 0 0 0,-1-1 0 0 0,0 1 0 0 0,0-1 0 0 0,0 1 0 0 0,0-1 0 0 0,0 1 0 0 0,0 0 0 0 0,0 0 0 0 0,0-1 0 0 0,0 1 0 0 0,0 0 0 0 0,0 0 0 0 0,-1 0 0 0 0,1 0 0 0 0,0 0 0 0 0,-1 0 0 0 0,1 0 0 0 0,0 0 0 0 0,-1 0 0 0 0,1 0 0 0 0,-1 1 0 0 0,0-1 0 0 0,1 0 0 0 0,-1 0 0 0 0,0 0 0 0 0,0 1 0 0 0,0-1 0 0 0,0 0 0 0 0,0 0 0 0 0,0 1 0 0 0,0-1 0 0 0,0 0 0 0 0,0 0 0 0 0,0 0 0 0 0,-1 1 0 0 0,0 0 0 0 0,-1 7 140 0 0,-2 0 1 0 0,1-1 0 0 0,-1 1-1 0 0,-9 13 1 0 0,8-13-15 0 0,-34 52 1232 0 0,-86 105 1 0 0,45-65-262 0 0,59-74-837 0 0,14-19-122 0 0,0 0-1 0 0,0 1 1 0 0,0-1-1 0 0,2 2 1 0 0,-1-1 0 0 0,1 1-1 0 0,0-1 1 0 0,-3 12-1 0 0,8-19-111 0 0,-1-1-1 0 0,1 1 0 0 0,0-1 0 0 0,0 0 0 0 0,0 1 1 0 0,1-1-1 0 0,-1 0 0 0 0,0 1 0 0 0,0-1 0 0 0,1 0 0 0 0,-1 1 1 0 0,1-1-1 0 0,-1 0 0 0 0,1 0 0 0 0,0 0 0 0 0,-1 1 1 0 0,1-1-1 0 0,0 0 0 0 0,0 0 0 0 0,0 0 0 0 0,0 0 0 0 0,0 0 1 0 0,0 0-1 0 0,0 0 0 0 0,0-1 0 0 0,0 1 0 0 0,0 0 1 0 0,0-1-1 0 0,0 1 0 0 0,1 0 0 0 0,-1-1 0 0 0,0 0 0 0 0,1 1 1 0 0,-1-1-1 0 0,2 1 0 0 0,7 1 21 0 0,-1 0-1 0 0,0-1 1 0 0,18 0-1 0 0,-23-1-14 0 0,421-4 301 0 0,-261-1-316 0 0,78-1 396 0 0,-239 6-386 0 0,1 0 3 0 0,11 0 1 0 0,-11 0 2 0 0,11 0 9 0 0,-11 0-28 0 0,-2-1-2 0 0,6-1-6 0 0,-6 1 2 0 0,0-5-432 0 0,-2 6 358 0 0,0 0 1 0 0,0 0-1 0 0,0 0 1 0 0,0-1-1 0 0,0 1 0 0 0,0 0 1 0 0,0 0-1 0 0,0-1 1 0 0,0 1-1 0 0,0 0 1 0 0,0-1-1 0 0,0 1 1 0 0,0 0-1 0 0,0 0 1 0 0,0-1-1 0 0,0 1 0 0 0,0 0 1 0 0,0 0-1 0 0,0-1 1 0 0,0 1-1 0 0,0 0 1 0 0,0 0-1 0 0,0-1 1 0 0,0 1-1 0 0,0 0 1 0 0,-1 0-1 0 0,1 0 0 0 0,0-1 1 0 0,0 1-1 0 0,0 0 1 0 0,-1 0-1 0 0,1 0 1 0 0,0 0-1 0 0,0-1 1 0 0,0 1-1 0 0,-1 0 1 0 0,1 0-1 0 0,0 0 0 0 0,0 0 1 0 0,-1 0-1 0 0,1 0 1 0 0,0-1-1 0 0,0 1 1 0 0,-1 0-1 0 0,1 0 1 0 0,0 0-1 0 0,0 0 1 0 0,-1 0-1 0 0,-25-15-6187 0 0,16 11 3253 0 0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2:50.7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1 252 0 0,'12'3'228'0'0,"-2"1"-392"0"0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2:51.6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9 240 0 0,'0'0'1752'0'0,"15"-1"1892"0"0,-14 0-3553 0 0,1-6-24 0 0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3:03.7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29 205 1144 0 0,'-1'-9'1444'0'0,"-1"-1"0"0"0,-1 1 0 0 0,-5-16-1 0 0,4 16-472 0 0,1-1 0 0 0,-4-19 0 0 0,6 26-934 0 0,1 1 0 0 0,0-1 0 0 0,1 1 0 0 0,-1-1 1 0 0,0 1-1 0 0,1-1 0 0 0,0 1 0 0 0,-1-1 1 0 0,1 1-1 0 0,0-1 0 0 0,0 1 0 0 0,0 0 0 0 0,1 0 1 0 0,-1-1-1 0 0,1 1 0 0 0,-1 0 0 0 0,1 0 1 0 0,0 0-1 0 0,-1 1 0 0 0,1-1 0 0 0,0 0 0 0 0,0 1 1 0 0,0-1-1 0 0,0 1 0 0 0,5-3 0 0 0,3-1 10 0 0,1-1-1 0 0,0 2 1 0 0,23-8 0 0 0,-16 7-31 0 0,1 1-1 0 0,0 0 1 0 0,0 2 0 0 0,0 0 0 0 0,0 1 0 0 0,0 0 0 0 0,1 2 0 0 0,-1 1-1 0 0,0 0 1 0 0,0 1 0 0 0,-1 1 0 0 0,1 1 0 0 0,-1 0 0 0 0,24 11 0 0 0,-36-13-13 0 0,0 0-1 0 0,-1 0 1 0 0,1 1 0 0 0,-1-1 0 0 0,0 1 0 0 0,0 0 0 0 0,0 1 0 0 0,-1-1 0 0 0,0 1 0 0 0,0 0-1 0 0,0 0 1 0 0,0 0 0 0 0,-1 1 0 0 0,4 6 0 0 0,-5-7-6 0 0,0 0-1 0 0,0 0 1 0 0,-1 0-1 0 0,0 0 1 0 0,0 0-1 0 0,0 1 1 0 0,-1-1-1 0 0,0 0 1 0 0,0 1-1 0 0,0-1 1 0 0,0 0-1 0 0,-1 1 1 0 0,0-1-1 0 0,0 0 1 0 0,-1 0-1 0 0,1 0 1 0 0,-4 7-1 0 0,-4 6-3 0 0,-1 0 0 0 0,0-1 1 0 0,-1-1-1 0 0,-1 1 0 0 0,-1-2 0 0 0,0 0 0 0 0,-21 19 0 0 0,-115 84 281 0 0,148-117-271 0 0,-58 40 140 0 0,31-23-78 0 0,0 2 1 0 0,-36 34-1 0 0,63-53-62 0 0,-1 0 0 0 0,1 0 0 0 0,0 0 0 0 0,0 1 0 0 0,0-1 0 0 0,0 0 0 0 0,0 1 0 0 0,0-1 0 0 0,0 0 0 0 0,0 1 0 0 0,1-1 0 0 0,-1 1 0 0 0,1 0 0 0 0,-1-1 0 0 0,1 1 0 0 0,-1-1 0 0 0,1 1 0 0 0,0 0 0 0 0,0-1 0 0 0,0 1 0 0 0,0 0 0 0 0,0-1 1 0 0,0 3-1 0 0,1-3 1 0 0,0 1 1 0 0,0 0 0 0 0,0-1 0 0 0,0 1 0 0 0,1-1-1 0 0,-1 1 1 0 0,0-1 0 0 0,1 0 0 0 0,-1 1 0 0 0,1-1-1 0 0,-1 0 1 0 0,1 0 0 0 0,-1 0 0 0 0,1 0 0 0 0,0-1-1 0 0,0 1 1 0 0,0 0 0 0 0,-1-1 0 0 0,1 1 0 0 0,0-1-1 0 0,2 1 1 0 0,13 2 1 0 0,0 0 0 0 0,0-1 0 0 0,0-1 0 0 0,28-1 0 0 0,72-12 20 0 0,-59 5-25 0 0,278-47 159 0 0,-283 40-924 0 0,-51 13 173 0 0,5-4-1074 0 0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3:04.3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63 476 0 0,'-23'-50'8530'0'0,"22"49"-8140"0"0,-3-10 702 0 0,17 17-1032 0 0,-2 2-1 0 0,1-1 1 0 0,-1 2-1 0 0,0-1 1 0 0,-1 2-1 0 0,18 19 1 0 0,-23-24-52 0 0,-1 0 0 0 0,1 1 0 0 0,-1 0 0 0 0,-1 0 0 0 0,1 0 0 0 0,-1 0 0 0 0,0 1 1 0 0,0-1-1 0 0,-1 1 0 0 0,1 0 0 0 0,-2 0 0 0 0,1-1 0 0 0,-1 1 0 0 0,0 0 0 0 0,0 11 0 0 0,-2-12-3 0 0,0-1-1 0 0,0 1 0 0 0,-1-1 1 0 0,1 0-1 0 0,-1 0 0 0 0,0 0 0 0 0,-1 0 1 0 0,1 0-1 0 0,-1 0 0 0 0,-6 7 1 0 0,3-4 167 0 0,0-1 0 0 0,-1 0 0 0 0,0 0 0 0 0,-15 11 0 0 0,16-14 60 0 0,6-4-219 0 0,0 1 0 0 0,0-1-1 0 0,0 0 1 0 0,-1 0 0 0 0,1 0 0 0 0,0 0 0 0 0,0 1 0 0 0,0-1 0 0 0,-1 0 0 0 0,1 0 0 0 0,0 0 0 0 0,0 0 0 0 0,0 0 0 0 0,-1 1 0 0 0,1-1 0 0 0,0 0 0 0 0,0 0 0 0 0,-1 0-1 0 0,1 0 1 0 0,0 0 0 0 0,0 0 0 0 0,-1 0 0 0 0,1 0 0 0 0,0 0 0 0 0,0 0 0 0 0,-1 0 0 0 0,1 0 0 0 0,0 0 0 0 0,0 0 0 0 0,0 0 0 0 0,-1 0 0 0 0,1 0 0 0 0,0 0 0 0 0,0 0-1 0 0,-1-1 1 0 0,1 1 0 0 0,0 0 0 0 0,0 0 0 0 0,0 0 0 0 0,-1 0 0 0 0,1-1 0 0 0,-2 0-72 0 0,2 0 64 0 0,0 0 0 0 0,0 0 0 0 0,0 0 0 0 0,1 0 0 0 0,-1 0 0 0 0,0 0-1 0 0,1 0 1 0 0,-1 0 0 0 0,0 1 0 0 0,1-1 0 0 0,-1 0 0 0 0,1 0-1 0 0,0 0 1 0 0,0 0 0 0 0,13-17 8 0 0,1 0-1 0 0,0 1 0 0 0,1 1 1 0 0,1 1-1 0 0,21-16 1 0 0,11-9 18 0 0,52-54 20 0 0,-100 93-51 0 0,0 0 0 0 0,0-1 0 0 0,0 1 0 0 0,0-1 0 0 0,-1 1 0 0 0,1-1 0 0 0,-1 1 0 0 0,1-1 0 0 0,-1 1 0 0 0,0-1 0 0 0,1 0 0 0 0,-1 1 0 0 0,0-1 0 0 0,0 1 0 0 0,0-1 0 0 0,0 0 0 0 0,0 1 0 0 0,-1-1 0 0 0,1 1 0 0 0,0-1 0 0 0,-1-1 1 0 0,0 1 9 0 0,-1 2-11 0 0,0 0 1 0 0,-1 0-1 0 0,1 0 0 0 0,0 0 0 0 0,-1 1 0 0 0,1-1 0 0 0,0 1 1 0 0,0 0-1 0 0,0-1 0 0 0,0 1 0 0 0,0 0 0 0 0,0 0 1 0 0,0 0-1 0 0,0 1 0 0 0,0-1 0 0 0,-3 3 0 0 0,-28 26 47 0 0,25-23-23 0 0,1 1-1 0 0,1 0 1 0 0,-1 0-1 0 0,2 1 1 0 0,-1 0-1 0 0,1 0 0 0 0,0 0 1 0 0,1 1-1 0 0,0-1 1 0 0,-4 14-1 0 0,7-19-14 0 0,1 0-1 0 0,-1 0 1 0 0,0 0 0 0 0,1 0-1 0 0,0 1 1 0 0,0-1-1 0 0,0 0 1 0 0,0 0-1 0 0,1 0 1 0 0,0 0 0 0 0,0 0-1 0 0,0 0 1 0 0,0 0-1 0 0,0 0 1 0 0,1 0-1 0 0,0-1 1 0 0,0 1 0 0 0,0 0-1 0 0,0-1 1 0 0,0 1-1 0 0,1-1 1 0 0,0 0-1 0 0,-1 0 1 0 0,1 0 0 0 0,0 0-1 0 0,1-1 1 0 0,-1 1-1 0 0,6 3 1 0 0,-1-2-25 0 0,1 1 1 0 0,0-1-1 0 0,0-1 1 0 0,0 1-1 0 0,0-2 1 0 0,1 1-1 0 0,-1-1 1 0 0,1-1-1 0 0,12 1 1 0 0,34-3-2074 0 0,-2-9-3442 0 0,-33 4 2325 0 0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3:04.5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 2104 0 0,'8'-19'10616'0'0,"-3"26"-10325"0"0,-1-1-1 0 0,0 1 1 0 0,0 0-1 0 0,-1 0 0 0 0,0 1 1 0 0,0-1-1 0 0,-1 1 0 0 0,0-1 1 0 0,2 14-1 0 0,5 75 81 0 0,-9-86-281 0 0,1 34-212 0 0,2 27-2068 0 0,7-25-3731 0 0,-3-28 473 0 0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3:05.0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129 119 660 0 0,'-4'-1'1270'0'0,"-78"-15"5159"0"0,80 16-5916 0 0,-27-5 2836 0 0,18 5-609 0 0,33 0-2431 0 0,0 0 0 0 0,-1-2 0 0 0,1 0-1 0 0,32-8 1 0 0,-5 1-126 0 0,-31 6-139 0 0,364-61 205 0 0,-380 63 30 0 0,28-5-2835 0 0,-60 6-9744 0 0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3:05.4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57 80 0 0,'-8'-14'5493'0'0,"-17"-28"4134"0"0,25 46-9436 0 0,-1 1 0 0 0,1-1 0 0 0,1 1 0 0 0,-1-1 0 0 0,1 1 0 0 0,0-1 0 0 0,1 7 0 0 0,-1-9-114 0 0,59 276 3064 0 0,-35-125-2675 0 0,-12-68-253 0 0,-5-34 551 0 0,-7-49-686 0 0,-1 12-324 0 0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3:07.1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76 636 0 0,'-1'-18'4699'0'0,"1"17"-4622"0"0,1 0 0 0 0,-1 1 0 0 0,0-1 0 0 0,0 0 0 0 0,0 0 0 0 0,1 0 0 0 0,-1 0-1 0 0,1 0 1 0 0,-1 1 0 0 0,0-1 0 0 0,1 0 0 0 0,0 0 0 0 0,-1 1 0 0 0,1-1 0 0 0,-1 0 0 0 0,1 1 0 0 0,0-1-1 0 0,-1 1 1 0 0,2-2 0 0 0,0 1 176 0 0,1 1-42 0 0,1 0-174 0 0,0 1 1 0 0,0-1 0 0 0,0 0-1 0 0,0 1 1 0 0,0 0 0 0 0,0 0 0 0 0,0 0-1 0 0,0 1 1 0 0,0-1 0 0 0,0 1-1 0 0,-1 0 1 0 0,1 0 0 0 0,-1 0 0 0 0,1 0-1 0 0,-1 1 1 0 0,5 4 0 0 0,-4-3-15 0 0,0 1 0 0 0,-1 0-1 0 0,1-1 1 0 0,-1 2 0 0 0,0-1 0 0 0,0 0 0 0 0,-1 1 0 0 0,0-1 0 0 0,0 1 0 0 0,2 8 0 0 0,-2-3-9 0 0,0 1 0 0 0,0-1-1 0 0,-2 0 1 0 0,1 1 0 0 0,-1-1 0 0 0,-1 0 0 0 0,0 1 0 0 0,-1-1 0 0 0,0 0-1 0 0,-1 0 1 0 0,-7 20 0 0 0,4-17 284 0 0,-1 0 0 0 0,-1 0 1 0 0,0-1-1 0 0,-15 19 0 0 0,17-23 168 0 0,6-9-448 0 0,0 1 1 0 0,0-1 0 0 0,0 0 0 0 0,-1 1 0 0 0,1-1 0 0 0,0 0 0 0 0,0 1 0 0 0,0-1 0 0 0,-1 1 0 0 0,1-1 0 0 0,0 0 0 0 0,0 0 0 0 0,-1 1 0 0 0,1-1 0 0 0,0 0 0 0 0,0 1 0 0 0,-1-1 0 0 0,1 0-1 0 0,0 0 1 0 0,-1 1 0 0 0,1-1 0 0 0,0 0 0 0 0,-1 0 0 0 0,1 0 0 0 0,-1 0 0 0 0,1 0 0 0 0,0 1 0 0 0,-1-1 0 0 0,1 0 0 0 0,-1 0 0 0 0,1 0 0 0 0,0 0 0 0 0,-1 0 0 0 0,1 0 0 0 0,-1 0-1 0 0,1 0 1 0 0,0-1 0 0 0,-1 1 0 0 0,1 0 0 0 0,-1 0 0 0 0,1 0 0 0 0,0 0 0 0 0,-1 0 0 0 0,1-1 0 0 0,0 1 0 0 0,-1 0 0 0 0,1 0 0 0 0,0-1 0 0 0,-1 1 0 0 0,1-1-12 0 0,0-1 1 0 0,0 1-1 0 0,0 0 1 0 0,0 0-1 0 0,0 0 1 0 0,0 0-1 0 0,0 0 1 0 0,0 0-1 0 0,1 0 1 0 0,-1 0-1 0 0,0 0 1 0 0,1 0-1 0 0,-1 0 1 0 0,1-2-1 0 0,5-13 26 0 0,0 1 0 0 0,2-1 0 0 0,-1 1-1 0 0,13-18 1 0 0,44-54-11 0 0,-41 57-17 0 0,109-128-77 0 0,-131 156 82 0 0,-10 25-63 0 0,-56 98 56 0 0,54-98-7 0 0,1 1-1 0 0,1 0 1 0 0,-7 34 0 0 0,14-52 10 0 0,1 1 1 0 0,0-1-1 0 0,0 1 0 0 0,1-1 1 0 0,0 1-1 0 0,0-1 1 0 0,1 1-1 0 0,0-1 0 0 0,1 8 1 0 0,-1-10-4 0 0,1-1 0 0 0,-1 0 1 0 0,0 0-1 0 0,1 0 0 0 0,0 0 0 0 0,0 0 1 0 0,0 0-1 0 0,0 0 0 0 0,0-1 0 0 0,0 1 1 0 0,1-1-1 0 0,-1 1 0 0 0,1-1 0 0 0,0 0 1 0 0,-1 0-1 0 0,1 0 0 0 0,0-1 1 0 0,0 1-1 0 0,4 1 0 0 0,5 2-252 0 0,1-1 0 0 0,0 0 0 0 0,1-1 0 0 0,-1 0 0 0 0,20 1 0 0 0,-16-3-2145 0 0,33-3 1 0 0,-24-1-525 0 0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3:07.5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25 156 0 0,'-11'-12'7534'0'0,"11"12"-7390"0"0,0-1 0 0 0,-1 1 0 0 0,1 0 0 0 0,-1-1 0 0 0,1 1 0 0 0,0 0 0 0 0,-1-1 1 0 0,1 1-1 0 0,0-1 0 0 0,-1 1 0 0 0,1-1 0 0 0,0 1 0 0 0,0 0 0 0 0,-1-1 0 0 0,1 1 0 0 0,0-1 1 0 0,0 1-1 0 0,0-1 0 0 0,0 1 0 0 0,0-1 0 0 0,0 0 0 0 0,0 1 0 0 0,0-1 0 0 0,0 0 0 0 0,7 1-82 0 0,1 1 1 0 0,0 1-1 0 0,-1-1 0 0 0,1 1 0 0 0,-1 1 0 0 0,1-1 0 0 0,-1 1 0 0 0,0 0 0 0 0,0 1 1 0 0,0 0-1 0 0,7 5 0 0 0,-11-7 5 0 0,0 0 0 0 0,1 1 0 0 0,-1-1 0 0 0,0 1 0 0 0,-1-1 0 0 0,1 1 0 0 0,0 0-1 0 0,-1 0 1 0 0,0 0 0 0 0,1 1 0 0 0,-1-1 0 0 0,0 0 0 0 0,-1 1 0 0 0,1 0 0 0 0,-1-1 0 0 0,0 1 0 0 0,1 0 0 0 0,-1 0 0 0 0,-1-1 0 0 0,1 1 0 0 0,-1 0 0 0 0,1 0 0 0 0,-1 0 0 0 0,-1 6 0 0 0,-2 3 367 0 0,-1 0 0 0 0,0-1 1 0 0,-1 1-1 0 0,0-1 0 0 0,-1 0 0 0 0,-8 13 1 0 0,-49 64 1962 0 0,45-66-2056 0 0,18-22-320 0 0,-1 0 1 0 0,0 0 0 0 0,1 0 0 0 0,-1-1-1 0 0,0 1 1 0 0,1 0 0 0 0,-1 0-1 0 0,1 0 1 0 0,0 0 0 0 0,-1 0-1 0 0,1 0 1 0 0,0 0 0 0 0,-1 0-1 0 0,1 0 1 0 0,0 0 0 0 0,0 2-1 0 0,0-2-15 0 0,0-1 0 0 0,1 0 0 0 0,-1 1 0 0 0,0-1 0 0 0,0 0 0 0 0,1 1 0 0 0,-1-1 0 0 0,0 0-1 0 0,1 1 1 0 0,-1-1 0 0 0,0 0 0 0 0,1 1 0 0 0,-1-1 0 0 0,0 0 0 0 0,1 0 0 0 0,-1 0 0 0 0,1 1 0 0 0,-1-1 0 0 0,0 0-1 0 0,1 0 1 0 0,-1 0 0 0 0,1 0 0 0 0,-1 0 0 0 0,1 0 0 0 0,-1 0 0 0 0,1 0 0 0 0,6 0 3 0 0,0-1 0 0 0,-1 1 0 0 0,1-1 0 0 0,6-2 0 0 0,-3 0 19 0 0,383-88-1798 0 0,-137 9-8699 0 0,-214 66 5021 0 0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3:08.6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75 1668 0 0,'-69'-37'7997'0'0,"69"37"-7967"0"0,-1 0 1 0 0,1 0-1 0 0,-1 0 0 0 0,1 0 1 0 0,-1 0-1 0 0,1-1 0 0 0,-1 1 1 0 0,1 0-1 0 0,-1 0 0 0 0,1 0 1 0 0,0-1-1 0 0,-1 1 0 0 0,1 0 1 0 0,-1-1-1 0 0,1 1 0 0 0,0 0 1 0 0,-1-1-1 0 0,1 1 0 0 0,0-1 1 0 0,-1 1-1 0 0,1-1 0 0 0,0 1 1 0 0,-1 0-1 0 0,1-1 1 0 0,0 1-1 0 0,0-1 0 0 0,0 1 1 0 0,0-1-1 0 0,-1 1 0 0 0,1-1 1 0 0,0 1-1 0 0,0-1 0 0 0,0 1 1 0 0,0-1-1 0 0,0 0 0 0 0,0 1 1 0 0,0-1-1 0 0,0 1 0 0 0,1-1 1 0 0,-1 1-1 0 0,0-1 0 0 0,0 1 1 0 0,0-1-1 0 0,0 1 0 0 0,1-1 1 0 0,-1 1-1 0 0,0 0 0 0 0,1-1 1 0 0,-1 1-1 0 0,0-1 1 0 0,1 1-1 0 0,-1 0 0 0 0,0-1 1 0 0,1 1-1 0 0,-1 0 0 0 0,1-1 1 0 0,-1 1-1 0 0,0 0 0 0 0,1-1 1 0 0,-1 1-1 0 0,1 0 0 0 0,2-2 6 0 0,0 0 0 0 0,0 0 0 0 0,0 1 0 0 0,0 0 0 0 0,0-1 0 0 0,1 1 0 0 0,-1 0 0 0 0,0 0 0 0 0,4 0 0 0 0,0 1-14 0 0,1 0 0 0 0,-1 1-1 0 0,1-1 1 0 0,-1 2 0 0 0,0-1-1 0 0,1 1 1 0 0,-1 0 0 0 0,0 0 0 0 0,0 1-1 0 0,-1 0 1 0 0,1 1 0 0 0,0-1-1 0 0,-1 1 1 0 0,0 0 0 0 0,0 1-1 0 0,9 8 1 0 0,-11-9-16 0 0,0-1 1 0 0,-1 1-1 0 0,0 0 0 0 0,1 1 0 0 0,-2-1 1 0 0,1 0-1 0 0,0 1 0 0 0,-1 0 1 0 0,0 0-1 0 0,0-1 0 0 0,0 1 1 0 0,-1 0-1 0 0,0 0 0 0 0,0 1 1 0 0,0-1-1 0 0,0 0 0 0 0,-1 0 1 0 0,0 0-1 0 0,0 1 0 0 0,0-1 1 0 0,-1 0-1 0 0,0 0 0 0 0,0 0 0 0 0,0 0 1 0 0,-3 8-1 0 0,-2 2 135 0 0,-1-1 0 0 0,-1 0-1 0 0,0 0 1 0 0,-1 0 0 0 0,0-1 0 0 0,-1 0-1 0 0,-14 14 1 0 0,19-23 604 0 0,4-6-300 0 0,6-9-177 0 0,12-18-270 0 0,30-27 80 0 0,2 3 0 0 0,76-65 0 0 0,-121 115-63 0 0,-3 3-15 0 0,0-1 0 0 0,0 0 0 0 0,0 1 0 0 0,0-1 0 0 0,0 0 0 0 0,0 0 0 0 0,0 0 0 0 0,0 0 0 0 0,0 0 0 0 0,-1 0 0 0 0,1 0 0 0 0,0 0 0 0 0,0 0 0 0 0,-1 0 1 0 0,1 0-1 0 0,-1 0 0 0 0,1 0 0 0 0,-1-1 0 0 0,0 1 0 0 0,1 0 0 0 0,-1 0 0 0 0,0-1 0 0 0,0 1 0 0 0,0 0 0 0 0,0 0 0 0 0,0-3 0 0 0,-21 13-34 0 0,7 3 26 0 0,0 1 0 0 0,1 0 0 0 0,0 1 0 0 0,2 0 1 0 0,-1 1-1 0 0,2 0 0 0 0,0 1 0 0 0,0 0 0 0 0,2 1 0 0 0,0 0 1 0 0,-10 30-1 0 0,17-43 14 0 0,0 0 1 0 0,0 1-1 0 0,0-1 1 0 0,1 0-1 0 0,-1 0 1 0 0,1 0-1 0 0,0 1 1 0 0,0-1-1 0 0,0 0 1 0 0,1 0-1 0 0,0 0 1 0 0,-1 1-1 0 0,2-1 1 0 0,-1 0-1 0 0,0 0 1 0 0,1 0-1 0 0,3 5 1 0 0,-2-3 14 0 0,1-1 0 0 0,0 0-1 0 0,1 0 1 0 0,-1-1 0 0 0,1 1 0 0 0,0-1 0 0 0,0 0 0 0 0,0 0 0 0 0,0-1-1 0 0,9 5 1 0 0,8 2-308 0 0,0-2 0 0 0,0 0-1 0 0,0-1 1 0 0,1-2 0 0 0,29 5-1 0 0,-29-7-1566 0 0,-1-1-1 0 0,0-1 1 0 0,40-3-1 0 0,-31-2-2088 0 0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3:09.1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247 20 340 0 0,'-19'-19'12003'0'0,"89"47"-10843"0"0,-47-20-1061 0 0,34 17 0 0 0,-56-25-94 0 0,1 1 1 0 0,-1 0 0 0 0,0-1 0 0 0,0 1-1 0 0,0 0 1 0 0,0-1 0 0 0,0 1 0 0 0,0 0-1 0 0,0 0 1 0 0,0 0 0 0 0,0 0-1 0 0,0 0 1 0 0,0 0 0 0 0,0 0 0 0 0,-1 0-1 0 0,1 0 1 0 0,0 0 0 0 0,-1 1 0 0 0,1-1-1 0 0,-1 0 1 0 0,0 0 0 0 0,1 1 0 0 0,-1-1-1 0 0,0 0 1 0 0,0 1 0 0 0,1-1 0 0 0,-1 0-1 0 0,0 1 1 0 0,0-1 0 0 0,-1 0 0 0 0,1 1-1 0 0,0-1 1 0 0,0 0 0 0 0,-1 1 0 0 0,1-1-1 0 0,0 0 1 0 0,-1 0 0 0 0,0 1-1 0 0,1-1 1 0 0,-1 0 0 0 0,0 0 0 0 0,1 0-1 0 0,-1 0 1 0 0,0 0 0 0 0,0 0 0 0 0,0 0-1 0 0,-1 1 1 0 0,-5 5 63 0 0,-1 0 1 0 0,0 0-1 0 0,0-1 1 0 0,-13 8-1 0 0,19-12-33 0 0,-5 3 130 0 0,-1-1 0 0 0,1 1-1 0 0,-1-1 1 0 0,0-1 0 0 0,0 1 0 0 0,0-1 0 0 0,-9 2 0 0 0,63 2-29 0 0,-13-5-127 0 0,0 2 0 0 0,41 9 0 0 0,-60-9 70 0 0,0 0 0 0 0,-1 0-1 0 0,1 2 1 0 0,-1-1-1 0 0,0 2 1 0 0,0 0 0 0 0,19 14-1 0 0,-31-20 0 0 0,1 0-1 0 0,-1 0 0 0 0,0 0 1 0 0,0 0-1 0 0,0 0 0 0 0,0 0 1 0 0,0 1-1 0 0,0-1 1 0 0,0 0-1 0 0,-1 1 0 0 0,1-1 1 0 0,0 0-1 0 0,-1 1 0 0 0,1-1 1 0 0,-1 1-1 0 0,0-1 1 0 0,1 1-1 0 0,-1-1 0 0 0,0 1 1 0 0,0 0-1 0 0,0-1 0 0 0,0 1 1 0 0,0-1-1 0 0,0 1 1 0 0,0-1-1 0 0,-1 1 0 0 0,1-1 1 0 0,-1 1-1 0 0,1-1 0 0 0,-1 1 1 0 0,1-1-1 0 0,-1 1 1 0 0,0-1-1 0 0,0 0 0 0 0,1 1 1 0 0,-1-1-1 0 0,0 0 0 0 0,0 0 1 0 0,-1 0-1 0 0,-1 2 1 0 0,-4 4 151 0 0,0 0 1 0 0,-1 0-1 0 0,0-1 1 0 0,-16 10 0 0 0,2-5-61 0 0,-1 0 0 0 0,0-1 0 0 0,0-1 1 0 0,-1-1-1 0 0,-34 6 0 0 0,3-4 8 0 0,-75 4-1 0 0,110-12-574 0 0,0-1 0 0 0,0-1 0 0 0,0-1 0 0 0,0 0 0 0 0,-33-8-1 0 0,52 9 286 0 0,1 0 0 0 0,-1-1 0 0 0,1 1 0 0 0,-1 0 0 0 0,1 0 0 0 0,-1-1 0 0 0,1 1 0 0 0,-1 0 0 0 0,1-1 0 0 0,-1 1 0 0 0,1 0 0 0 0,0-1 0 0 0,-1 1-1 0 0,1-1 1 0 0,0 1 0 0 0,-1-1 0 0 0,1 1 0 0 0,0-1 0 0 0,-1 1 0 0 0,1-1 0 0 0,0 1 0 0 0,0-1 0 0 0,0 1 0 0 0,-1-1 0 0 0,1 1 0 0 0,0-1 0 0 0,0 0-1 0 0,0 1 1 0 0,0-1 0 0 0,0 1 0 0 0,0-1 0 0 0,0 1 0 0 0,0-1 0 0 0,1 1 0 0 0,-1-1 0 0 0,0 0 0 0 0,0 1 0 0 0,0-1 0 0 0,0 1 0 0 0,1-1-1 0 0,-1 1 1 0 0,0-1 0 0 0,1 1 0 0 0,-1-1 0 0 0,0 1 0 0 0,1 0 0 0 0,-1-1 0 0 0,0 1 0 0 0,2-1 0 0 0,20-24-5523 0 0,-1 5-573 0 0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3:09.4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12 448 0 0,'-22'-5'15135'0'0,"54"8"-15226"0"0,1-2 0 0 0,0-1 0 0 0,32-5 0 0 0,35-1-8013 0 0,-83 6 3393 0 0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3:09.6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36 2260 0 0,'-69'51'10958'0'0,"68"-50"-10383"0"0,1-1-496 0 0,-1 0 1 0 0,1 1-1 0 0,0-1 0 0 0,-1 0 0 0 0,1 1 1 0 0,0-1-1 0 0,0 1 0 0 0,-1-1 0 0 0,1 1 0 0 0,0-1 1 0 0,0 0-1 0 0,0 1 0 0 0,0-1 0 0 0,-1 1 0 0 0,1-1 1 0 0,0 1-1 0 0,0-1 0 0 0,0 1 0 0 0,0 0 0 0 0,4 1-14 0 0,1 0 0 0 0,-1-1 0 0 0,0 0 0 0 0,1 0-1 0 0,-1 0 1 0 0,1 0 0 0 0,-1 0 0 0 0,1-1-1 0 0,-1 0 1 0 0,9-1 0 0 0,54-8 740 0 0,-38 5-656 0 0,56-10-3179 0 0,-1-3 0 0 0,82-28-1 0 0,-114 28-2518 0 0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3:10.1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3 107 288 0 0,'-2'-84'15853'0'0,"2"82"-15252"0"0,0-14 1304 0 0,2 12-793 0 0,-1 16-442 0 0,0 27 229 0 0,1-1 0 0 0,11 57 0 0 0,-8-74-806 0 0,0-1 1 0 0,1 1-1 0 0,1-1 0 0 0,0-1 0 0 0,2 0 0 0 0,14 25 0 0 0,-17-36-68 0 0,0 1 0 0 0,1-1 0 0 0,0-1 0 0 0,0 1 0 0 0,1-1 0 0 0,0 0 0 0 0,0-1 0 0 0,0 0 0 0 0,1 0 1 0 0,0-1-1 0 0,0 0 0 0 0,0-1 0 0 0,1 0 0 0 0,0 0 0 0 0,-1-1 0 0 0,1 0 0 0 0,16 2 0 0 0,-17-4-25 0 0,1 0 1 0 0,-1 0-1 0 0,0-1 1 0 0,1-1-1 0 0,-1 1 1 0 0,1-2 0 0 0,-1 1-1 0 0,0-1 1 0 0,0 0-1 0 0,0-1 1 0 0,0 0-1 0 0,0-1 1 0 0,-1 0-1 0 0,1 0 1 0 0,-1 0-1 0 0,0-1 1 0 0,-1-1-1 0 0,1 1 1 0 0,9-11 0 0 0,-9 8 1 0 0,-1 0 0 0 0,-1 0 1 0 0,1-1-1 0 0,-1 0 1 0 0,-1-1-1 0 0,0 1 1 0 0,7-19-1 0 0,-2-2-22 0 0,8-40 1 0 0,-9 30 25 0 0,-8 38 422 0 0,-5 23 602 0 0,-4 36-305 0 0,3 0-1 0 0,2 89 1 0 0,4-100-606 0 0,7 217-2058 0 0,-2-115-2254 0 0,-5 1-5228 0 0,-1-74-599 0 0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3:18.1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64 96 0 0,'0'0'2206'0'0,"-12"-6"945"0"0,8 4-2850 0 0,-1 0 1 0 0,1 1-1 0 0,0 0 0 0 0,0 0 0 0 0,-1 0 0 0 0,1 0 0 0 0,0 1 1 0 0,-1 0-1 0 0,1 0 0 0 0,-1 0 0 0 0,1 0 0 0 0,0 1 1 0 0,-1-1-1 0 0,-6 3 1357 0 0,27 0-1028 0 0,-2-2-476 0 0,247-21 313 0 0,-160 9-423 0 0,87-13 667 0 0,-186 24-654 0 0,10-1-257 0 0,-28 9-1714 0 0,3 0-3273 0 0,3-1 1501 0 0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3:20.4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10 134 864 0 0,'-6'-8'3236'0'0,"5"6"-3129"0"0,1 1 0 0 0,-1 0 0 0 0,1-1-1 0 0,0 1 1 0 0,-1-1 0 0 0,1 1 0 0 0,0-1-1 0 0,0 1 1 0 0,0-1 0 0 0,0 1 0 0 0,0-1-1 0 0,0 1 1 0 0,1-1 0 0 0,-1 1 0 0 0,0-1-1 0 0,1 1 1 0 0,-1-1 0 0 0,1 1 0 0 0,-1-1-1 0 0,1 1 1 0 0,0 0 0 0 0,0-1 0 0 0,-1 1-1 0 0,1 0 1 0 0,1-1 0 0 0,0 1-67 0 0,0-1 0 0 0,0 1 0 0 0,-1 1 1 0 0,1-1-1 0 0,0 0 0 0 0,0 0 0 0 0,0 1 0 0 0,0-1 0 0 0,0 1 0 0 0,0-1 0 0 0,0 1 1 0 0,0 0-1 0 0,0 0 0 0 0,4 0 0 0 0,8 1 40 0 0,0 0 1 0 0,0 1-1 0 0,-1 1 0 0 0,1 0 1 0 0,-1 1-1 0 0,1 0 1 0 0,-1 1-1 0 0,20 11 0 0 0,-25-13-78 0 0,0 2-1 0 0,-1-1 0 0 0,1 1 1 0 0,-1 1-1 0 0,0-1 1 0 0,0 1-1 0 0,-1 0 0 0 0,0 0 1 0 0,0 1-1 0 0,-1 0 1 0 0,1 0-1 0 0,-1 1 0 0 0,-1-1 1 0 0,0 1-1 0 0,5 9 0 0 0,-8-9 4 0 0,1 0 0 0 0,-1 1-1 0 0,0-1 1 0 0,-1 0-1 0 0,1 0 1 0 0,-2 0 0 0 0,1 1-1 0 0,-1-1 1 0 0,-1 0 0 0 0,1 0-1 0 0,-1 0 1 0 0,-1 0-1 0 0,1-1 1 0 0,-1 1 0 0 0,-1 0-1 0 0,0-1 1 0 0,0 0-1 0 0,0 0 1 0 0,0 0 0 0 0,-1-1-1 0 0,-1 1 1 0 0,1-1 0 0 0,-1 0-1 0 0,-8 7 1 0 0,4-6 142 0 0,0 1 0 0 0,-1-1-1 0 0,0-1 1 0 0,0 1 0 0 0,-1-2 0 0 0,-19 7 0 0 0,31-12-142 0 0,-1 1 0 0 0,1-1 0 0 0,-1 0 0 0 0,1 0 0 0 0,-1 0 0 0 0,1 0 0 0 0,-1 0 0 0 0,1 0 0 0 0,-1 0 0 0 0,1 0 0 0 0,-1 0 0 0 0,1 0 0 0 0,-1 0 0 0 0,1 0 0 0 0,-1 0 0 0 0,1 0 0 0 0,-1-1 0 0 0,1 1 0 0 0,-1 0 0 0 0,1 0 0 0 0,-1 0 0 0 0,1-1 0 0 0,-1 1 0 0 0,1 0 0 0 0,0-1 0 0 0,-1 1 0 0 0,1 0 0 0 0,0-1 0 0 0,-1 1 0 0 0,1-1 0 0 0,0 1 0 0 0,-1 0 0 0 0,1-1 0 0 0,0 1 0 0 0,0-1 0 0 0,-1 1-1 0 0,1-1 1 0 0,0 1 0 0 0,0-1 0 0 0,0 1 0 0 0,0-1 0 0 0,0 1 0 0 0,0-1 0 0 0,-1 1 0 0 0,1-1 0 0 0,1 0 0 0 0,-1 0 0 0 0,3-20 12 0 0,-2 21-11 0 0,3-13 12 0 0,1 0 0 0 0,1 0 0 0 0,1 0 0 0 0,0 1-1 0 0,0 0 1 0 0,1 0 0 0 0,13-15 0 0 0,72-67 61 0 0,-91 92-77 0 0,136-108 127 0 0,-15 13 111 0 0,-111 82-219 0 0,-12 15-22 0 0,0 0-1 0 0,0 0 1 0 0,0 0 0 0 0,0-1-1 0 0,0 1 1 0 0,0 0 0 0 0,0 0-1 0 0,0 0 1 0 0,0-1 0 0 0,0 1-1 0 0,0 0 1 0 0,0 0 0 0 0,0 0-1 0 0,-1 0 1 0 0,1-1 0 0 0,0 1-1 0 0,0 0 1 0 0,0 0 0 0 0,0 0-1 0 0,0 0 1 0 0,0 0 0 0 0,0-1-1 0 0,0 1 1 0 0,-1 0 0 0 0,1 0-1 0 0,0 0 1 0 0,0 0 0 0 0,0 0-1 0 0,0 0 1 0 0,0 0 0 0 0,-1-1-1 0 0,1 1 1 0 0,0 0 0 0 0,0 0-1 0 0,0 0 1 0 0,0 0 0 0 0,-1 0-1 0 0,1 0 1 0 0,0 0 0 0 0,0 0-1 0 0,0 0 1 0 0,0 0 0 0 0,-1 0-1 0 0,-2 0-10 0 0,1 0 0 0 0,-1 1 1 0 0,1-1-1 0 0,-1 1 0 0 0,1 0 0 0 0,-1-1 0 0 0,1 1 0 0 0,-1 0 0 0 0,-4 3 0 0 0,-3 3-2 0 0,0 0 0 0 0,0 0 0 0 0,1 2 0 0 0,0-1 1 0 0,0 1-1 0 0,-11 15 0 0 0,-39 63-46 0 0,53-75 55 0 0,-1 0-1 0 0,1 0 0 0 0,1 0 1 0 0,0 1-1 0 0,1 0 0 0 0,0 0 1 0 0,-2 17-1 0 0,5-26 13 0 0,1 1 0 0 0,-1 0-1 0 0,1 0 1 0 0,0-1 0 0 0,0 1-1 0 0,1 0 1 0 0,-1 0 0 0 0,1-1 0 0 0,0 1-1 0 0,1-1 1 0 0,-1 1 0 0 0,1-1-1 0 0,0 1 1 0 0,0-1 0 0 0,0 0 0 0 0,0 0-1 0 0,1 0 1 0 0,0 0 0 0 0,-1 0-1 0 0,1 0 1 0 0,1-1 0 0 0,-1 1 0 0 0,7 4-1 0 0,1-1 32 0 0,1 0 1 0 0,0-1-1 0 0,0 0 0 0 0,0-1 0 0 0,1-1 1 0 0,0 1-1 0 0,0-2 0 0 0,0 0 0 0 0,25 2 1 0 0,-16-3-509 0 0,1-2 0 0 0,-1 0 0 0 0,1-1 0 0 0,-1-1 0 0 0,26-7 0 0 0,-19 0-2816 0 0,-15 3 1389 0 0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3:20.6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 1468 0 0,'8'-9'5868'0'0,"-6"12"-5671"0"0,0-1 0 0 0,0 1 1 0 0,-1-1-1 0 0,1 1 0 0 0,-1 0 0 0 0,0-1 0 0 0,0 1 1 0 0,0 0-1 0 0,0 0 0 0 0,0 0 0 0 0,0 0 1 0 0,-1 0-1 0 0,1 0 0 0 0,-1 5 0 0 0,-1 52 1427 0 0,1-49-1364 0 0,-18 178 851 0 0,18-179-1236 0 0,-4 65-775 0 0,10-25-4636 0 0,-2-36 1212 0 0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3:20.9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87 252 0 0,'-22'-4'1993'0'0,"-87"-13"9227"0"0,137 8-10362 0 0,328-26 61 0 0,-207 19-6833 0 0,-125 11-1010 0 0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3:21.2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19 1220 0 0,'-9'-7'2086'0'0,"8"6"-1753"0"0,0 0-1 0 0,-1 0 0 0 0,1 0 1 0 0,0 0-1 0 0,0 0 0 0 0,-1 0 1 0 0,1 1-1 0 0,0-1 0 0 0,-1 0 1 0 0,1 1-1 0 0,-1-1 0 0 0,1 1 1 0 0,-1-1-1 0 0,1 1 1 0 0,-1 0-1 0 0,1 0 0 0 0,-1-1 1 0 0,0 1-1 0 0,1 0 0 0 0,-3 1 1 0 0,4 0-252 0 0,0 0 1 0 0,0 0-1 0 0,0 0 1 0 0,0 0-1 0 0,0 0 1 0 0,0 1-1 0 0,1-1 1 0 0,-1 0-1 0 0,0 0 1 0 0,1 0-1 0 0,-1 0 1 0 0,1 1-1 0 0,9 35 521 0 0,-2 0 0 0 0,-2 0 0 0 0,-1 1 0 0 0,-1 69 0 0 0,-3-61-1136 0 0,2 1 1 0 0,12 64-1 0 0,-13-103-144 0 0,-1-1-1 0 0,1 0 1 0 0,1 1 0 0 0,-1-1 0 0 0,2 0 0 0 0,-1 0-1 0 0,0-1 1 0 0,1 1 0 0 0,7 8 0 0 0,2-1-2890 0 0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3:21.6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35 128 1668 0 0,'-4'-10'1046'0'0,"-3"-9"2611"0"0,-14-28 0 0 0,21 47-3624 0 0,0-1 0 0 0,-1 1 0 0 0,1-1 0 0 0,0 1 0 0 0,-1-1 0 0 0,1 1 0 0 0,0-1 0 0 0,0 1-1 0 0,0-1 1 0 0,-1 1 0 0 0,1-1 0 0 0,0 1 0 0 0,0-1 0 0 0,0 0 0 0 0,0 1 0 0 0,0-1 0 0 0,0 1 0 0 0,0-1 0 0 0,0 1 0 0 0,0-1-1 0 0,1 1 1 0 0,-1-1 0 0 0,0 0 0 0 0,0 1 0 0 0,0-1 0 0 0,1 1 0 0 0,-1-1 0 0 0,0 1 0 0 0,1-1 0 0 0,-1 1 0 0 0,0 0 0 0 0,1-1-1 0 0,-1 1 1 0 0,0-1 0 0 0,1 1 0 0 0,-1 0 0 0 0,1-1 0 0 0,-1 1 0 0 0,1 0 0 0 0,-1-1 0 0 0,1 1 0 0 0,-1 0 0 0 0,1 0 0 0 0,-1-1-1 0 0,1 1 1 0 0,0 0 0 0 0,28-5 793 0 0,-25 4-760 0 0,212-17 1394 0 0,-142 12-1365 0 0,-72 6-93 0 0,1 0 0 0 0,-1 0 0 0 0,1 0-1 0 0,0 0 1 0 0,-1 0 0 0 0,1 0 0 0 0,-1 1 0 0 0,1 0 0 0 0,-1-1 0 0 0,1 1 0 0 0,-1 0 0 0 0,1 0-1 0 0,-1 0 1 0 0,0 0 0 0 0,1 1 0 0 0,-1-1 0 0 0,0 1 0 0 0,0-1 0 0 0,0 1 0 0 0,0 0 0 0 0,0-1-1 0 0,-1 1 1 0 0,1 0 0 0 0,0 0 0 0 0,-1 1 0 0 0,0-1 0 0 0,1 0 0 0 0,-1 0 0 0 0,0 1-1 0 0,0-1 1 0 0,0 1 0 0 0,0-1 0 0 0,-1 1 0 0 0,1 2 0 0 0,2 9 71 0 0,-2 0 1 0 0,1 0-1 0 0,-2 1 1 0 0,-2 26-1 0 0,1-23 115 0 0,-3 23 15 0 0,-3 0 0 0 0,0-1 0 0 0,-3 0 0 0 0,-20 54 0 0 0,-9 35-46 0 0,37-123-399 0 0,0 1 0 0 0,1 0-1 0 0,0 0 1 0 0,0 10 0 0 0,2-14-363 0 0,-1 0 1 0 0,0 0 0 0 0,1 0 0 0 0,-1-1-1 0 0,1 1 1 0 0,0 0 0 0 0,2 4 0 0 0,15-3-6762 0 0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3:22.1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5 159 1704 0 0,'-5'-70'9140'0'0,"7"70"-9096"0"0,1-1 1 0 0,-1 1-1 0 0,0 0 1 0 0,0 0 0 0 0,1 0-1 0 0,-1 0 1 0 0,0 1 0 0 0,0-1-1 0 0,1 0 1 0 0,3 2-1 0 0,-5-1-20 0 0,6 1-1 0 0,-1 0 1 0 0,1 1-1 0 0,-1-1 1 0 0,0 2-1 0 0,1-1 1 0 0,-2 1-1 0 0,1 0 1 0 0,0 0-1 0 0,-1 0 1 0 0,0 1-1 0 0,0 0 1 0 0,0 0-1 0 0,0 0 1 0 0,-1 1-1 0 0,0 0 1 0 0,0-1 0 0 0,-1 1-1 0 0,1 1 1 0 0,-1-1-1 0 0,0 0 1 0 0,-1 1-1 0 0,0 0 1 0 0,0-1-1 0 0,0 1 1 0 0,-1 0-1 0 0,0 0 1 0 0,0 0-1 0 0,-1 0 1 0 0,0 0-1 0 0,0 0 1 0 0,-1 0-1 0 0,0 0 1 0 0,0 0-1 0 0,0-1 1 0 0,-1 1-1 0 0,0 0 1 0 0,0 0-1 0 0,-1-1 1 0 0,-5 11-1 0 0,-6 6 442 0 0,-1 0-1 0 0,-1-1 0 0 0,-1 0 0 0 0,-28 27 0 0 0,43-47 142 0 0,3-5-598 0 0,1 0 0 0 0,-1 0-1 0 0,0 0 1 0 0,1 0-1 0 0,-1 1 1 0 0,1-1-1 0 0,0 0 1 0 0,0 1 0 0 0,0-1-1 0 0,0 1 1 0 0,0 0-1 0 0,3-3 1 0 0,4-4-4 0 0,129-140-32 0 0,-73 82 89 0 0,90-119-1 0 0,-149 175-98 0 0,-6 11 36 0 0,0-1 0 0 0,0 1 0 0 0,0 0 0 0 0,0-1 0 0 0,0 1 0 0 0,0 0 0 0 0,0-1 0 0 0,0 1 0 0 0,0 0 0 0 0,0 0 0 0 0,0-1 0 0 0,0 1 0 0 0,-1 0 0 0 0,1 0 0 0 0,0-1 0 0 0,0 1 0 0 0,0 0 0 0 0,0 0 0 0 0,-1-1 0 0 0,1 1 0 0 0,0 0 0 0 0,0 0 0 0 0,-1 0 0 0 0,1-1 0 0 0,0 1 0 0 0,0 0 0 0 0,-1 0 0 0 0,1 0 0 0 0,0 0 0 0 0,-2 0-4 0 0,0 1 0 0 0,0 0-1 0 0,0 0 1 0 0,0 0-1 0 0,0 1 1 0 0,0-1 0 0 0,0 0-1 0 0,1 1 1 0 0,-1-1 0 0 0,1 1-1 0 0,-1-1 1 0 0,1 1-1 0 0,-2 2 1 0 0,-6 9 9 0 0,0 0 1 0 0,0 0-1 0 0,2 1 0 0 0,0 1 1 0 0,0-1-1 0 0,1 1 0 0 0,1 0 1 0 0,1 0-1 0 0,0 1 0 0 0,1-1 1 0 0,0 1-1 0 0,0 23 0 0 0,3-29 4 0 0,0 0 1 0 0,1 0-1 0 0,0 0 0 0 0,1 0 1 0 0,0 0-1 0 0,1-1 0 0 0,-1 1 0 0 0,2-1 1 0 0,4 11-1 0 0,-4-13-31 0 0,0 0 1 0 0,1 0-1 0 0,-1-1 0 0 0,1 0 1 0 0,0 0-1 0 0,1 0 0 0 0,-1-1 0 0 0,1 0 1 0 0,0 0-1 0 0,1 0 0 0 0,-1-1 1 0 0,13 7-1 0 0,-14-9-401 0 0,0 0-1 0 0,0 0 1 0 0,1 0 0 0 0,-1-1 0 0 0,0 0-1 0 0,9 1 1 0 0,17-2-4595 0 0,-14-3 379 0 0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3:22.5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208 21 1480 0 0,'-6'-20'12315'0'0,"19"27"-11904"0"0,-10-5-357 0 0,0 1 1 0 0,0 0-1 0 0,0 0 0 0 0,0 0 0 0 0,-1 0 1 0 0,1 0-1 0 0,-1 0 0 0 0,0 1 1 0 0,0-1-1 0 0,0 1 0 0 0,0-1 1 0 0,-1 1-1 0 0,1 0 0 0 0,-1 0 0 0 0,0 0 1 0 0,0-1-1 0 0,0 1 0 0 0,-1 0 1 0 0,1 0-1 0 0,-1 1 0 0 0,0-1 0 0 0,-1 0 1 0 0,1 0-1 0 0,-2 7 0 0 0,-1 6 123 0 0,-1-1-1 0 0,-1 0 0 0 0,0-1 1 0 0,-12 24-1 0 0,-1-5 165 0 0,-2-1 0 0 0,-2-1 0 0 0,-42 49 0 0 0,3-3-74 0 0,56-71-249 0 0,2-4-1 0 0,1 0 1 0 0,-1 0 0 0 0,1 0-1 0 0,0 0 1 0 0,0 0 0 0 0,0 1-1 0 0,0-1 1 0 0,1 0 0 0 0,-1 1-1 0 0,1-1 1 0 0,0 1 0 0 0,0 0-1 0 0,0-1 1 0 0,1 1 0 0 0,-1 6-1 0 0,2-9-11 0 0,-1 0-1 0 0,1 0 0 0 0,0 0 1 0 0,0-1-1 0 0,-1 1 0 0 0,1-1 1 0 0,0 1-1 0 0,0 0 0 0 0,0-1 1 0 0,0 1-1 0 0,-1-1 1 0 0,1 0-1 0 0,0 1 0 0 0,0-1 1 0 0,0 0-1 0 0,0 1 0 0 0,0-1 1 0 0,2 0-1 0 0,-2 0 5 0 0,8 2 3 0 0,0-2 1 0 0,-1 1 0 0 0,1-1 0 0 0,0 0-1 0 0,0-1 1 0 0,0 0 0 0 0,0 0 0 0 0,9-3-1 0 0,3 0-4 0 0,102-22-1591 0 0,191-67 1 0 0,-282 82 1043 0 0,202-70-6648 0 0,-159 52 1857 0 0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3:23.0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79 119 1096 0 0,'-54'-14'8940'0'0,"51"14"-8252"0"0,3-1-578 0 0,-1 1 0 0 0,1 0 0 0 0,-1-1 0 0 0,1 1 0 0 0,-1 0 0 0 0,1-1 0 0 0,-1 1 0 0 0,1 0 0 0 0,-1-1 0 0 0,1 1 0 0 0,-1 0 0 0 0,1 0 0 0 0,-1 0 0 0 0,1 0 0 0 0,-1 0 0 0 0,1-1 1 0 0,-1 1-1 0 0,0 0 0 0 0,0 0 0 0 0,-10-3 2570 0 0,11 3-2665 0 0,0 0 0 0 0,0-1 0 0 0,0 1 0 0 0,1 0 0 0 0,-1-1 0 0 0,0 1 0 0 0,0 0 0 0 0,0-1 0 0 0,0 1 0 0 0,0 0 0 0 0,0-1 0 0 0,1 1 0 0 0,-1 0 0 0 0,0-1 0 0 0,0 1 0 0 0,1 0 0 0 0,-1-1-1 0 0,0 1 1 0 0,0 0 0 0 0,1 0 0 0 0,-1 0 0 0 0,0-1 0 0 0,1 1 0 0 0,-1 0 0 0 0,0 0 0 0 0,1 0 0 0 0,-1 0 0 0 0,0-1 0 0 0,1 1 0 0 0,-1 0 0 0 0,0 0 0 0 0,1 0 0 0 0,0 0 0 0 0,6-3 41 0 0,1 0 0 0 0,0 0 0 0 0,0 1-1 0 0,0 0 1 0 0,11 0 0 0 0,7-3 19 0 0,151-30 115 0 0,-74 15-151 0 0,-60 12-34 0 0,-40 7-9 0 0,8-1 147 0 0,-3-1-2469 0 0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3:23.7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97 1444 0 0,'-10'-10'3149'0'0,"9"9"-3073"0"0,0 1 1 0 0,1-1-1 0 0,-1 1 0 0 0,1-1 1 0 0,-1 1-1 0 0,0-1 0 0 0,1 1 1 0 0,-1-1-1 0 0,1 0 0 0 0,0 1 0 0 0,-1-1 1 0 0,1 0-1 0 0,0 1 0 0 0,-1-1 1 0 0,1 0-1 0 0,0 0 0 0 0,0 1 1 0 0,-1-1-1 0 0,1 0 0 0 0,0 0 1 0 0,0 1-1 0 0,0-1 0 0 0,0 0 0 0 0,0 0 1 0 0,0 1-1 0 0,0-1 0 0 0,0 0 1 0 0,0 0-1 0 0,1 1 0 0 0,-1-1 1 0 0,0 0-1 0 0,0 0 0 0 0,1 1 1 0 0,-1-1-1 0 0,0 0 0 0 0,1 1 1 0 0,-1-1-1 0 0,1 0 0 0 0,-1 1 0 0 0,1-1 1 0 0,-1 1-1 0 0,1-1 0 0 0,0 1 1 0 0,-1-1-1 0 0,1 1 0 0 0,-1-1 1 0 0,1 1-1 0 0,0 0 0 0 0,-1-1 1 0 0,1 1-1 0 0,0 0 0 0 0,0-1 0 0 0,1 1 157 0 0,2 0-48 0 0,0 0-143 0 0,1 1 1 0 0,-1-1 0 0 0,0 1-1 0 0,0 0 1 0 0,1 1 0 0 0,-1-1-1 0 0,0 1 1 0 0,0-1 0 0 0,0 1-1 0 0,-1 1 1 0 0,1-1-1 0 0,0 0 1 0 0,-1 1 0 0 0,1 0-1 0 0,4 5 1 0 0,-4-3 1 0 0,0-1 0 0 0,-1 2 0 0 0,1-1 0 0 0,-1 0 1 0 0,-1 1-1 0 0,1-1 0 0 0,-1 1 0 0 0,0 0 0 0 0,0 0 0 0 0,1 8 0 0 0,-1-3 32 0 0,0 1 0 0 0,-1-1 0 0 0,-1 1 0 0 0,0 0-1 0 0,-1-1 1 0 0,0 1 0 0 0,-1 0 0 0 0,0-1 0 0 0,0 0 0 0 0,-2 1-1 0 0,-7 18 1 0 0,3-12 97 0 0,0 0 662 0 0,-21 34 0 0 0,27-50-660 0 0,-1 3 686 0 0,3-7-217 0 0,3-6-676 0 0,1-4 63 0 0,1 1-1 0 0,1 0 1 0 0,0 0-1 0 0,0 0 1 0 0,1 1-1 0 0,1-1 1 0 0,10-10-1 0 0,0-2 5 0 0,119-128 123 0 0,-54 63-117 0 0,-50 54-197 0 0,-32 32 120 0 0,0 4 15 0 0,-1-1 20 0 0,1 0-1 0 0,-1 1 1 0 0,0-1 0 0 0,0 1-1 0 0,1-1 1 0 0,-1 0 0 0 0,0 1-1 0 0,0-1 1 0 0,-1 1 0 0 0,1-1-1 0 0,0 0 1 0 0,0 1 0 0 0,-1 2-1 0 0,1-4 3 0 0,-9 45-118 0 0,-10 67-40 0 0,17-98 154 0 0,1 1-1 0 0,1 0 0 0 0,1 0 0 0 0,0-1 1 0 0,5 25-1 0 0,-4-32 6 0 0,0 0 0 0 0,0-1 1 0 0,1 1-1 0 0,0-1 0 0 0,0 1 0 0 0,1-1 0 0 0,-1 0 0 0 0,1 0 1 0 0,1 0-1 0 0,-1-1 0 0 0,1 1 0 0 0,0-1 0 0 0,0 0 1 0 0,1 0-1 0 0,-1-1 0 0 0,1 0 0 0 0,0 0 0 0 0,0 0 0 0 0,0-1 1 0 0,1 0-1 0 0,-1 0 0 0 0,1 0 0 0 0,11 2 0 0 0,-7-2-319 0 0,0-1-1 0 0,1 0 0 0 0,-1-1 0 0 0,1 0 1 0 0,-1-1-1 0 0,12-1 0 0 0,-10 0-787 0 0,0-1 0 0 0,0-1 1 0 0,0 0-1 0 0,-1 0 0 0 0,14-7 0 0 0,-5 2-2264 0 0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3:24.2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9 200 0 0,'2'-8'7325'0'0,"-7"23"-6920"0"0,0 1 0 0 0,2-1 0 0 0,-1 1 1 0 0,2 0-1 0 0,0 0 0 0 0,1 0 0 0 0,1 0 0 0 0,0 1 0 0 0,3 17 0 0 0,-3-32-394 0 0,1 0 1 0 0,-1 0 0 0 0,1-1-1 0 0,0 1 1 0 0,0 0 0 0 0,0 0-1 0 0,-1-1 1 0 0,1 1 0 0 0,1-1-1 0 0,-1 1 1 0 0,0 0 0 0 0,0-1-1 0 0,1 0 1 0 0,-1 1-1 0 0,1-1 1 0 0,-1 0 0 0 0,1 0-1 0 0,-1 0 1 0 0,1 0 0 0 0,0 0-1 0 0,-1 0 1 0 0,1 0 0 0 0,0-1-1 0 0,0 1 1 0 0,2 0 0 0 0,2 1 6 0 0,0-1 1 0 0,-1 0 0 0 0,1-1-1 0 0,0 1 1 0 0,0-1-1 0 0,11-1 1 0 0,-7 0-11 0 0,-1-1 0 0 0,1 0 0 0 0,-1 0 0 0 0,1-1 0 0 0,-1 0 0 0 0,0-1 0 0 0,0 0 0 0 0,0 0 0 0 0,15-11 0 0 0,1-5 6 0 0,-1-1 0 0 0,24-26 0 0 0,-19 17-1 0 0,-29 30-8 0 0,0-1-1 0 0,0 1 0 0 0,0 0 0 0 0,0 0 0 0 0,0 0 0 0 0,1-1 0 0 0,-1 1 1 0 0,0 0-1 0 0,0 0 0 0 0,0 0 0 0 0,0-1 0 0 0,0 1 0 0 0,1 0 0 0 0,-1 0 0 0 0,0 0 1 0 0,0 0-1 0 0,0-1 0 0 0,0 1 0 0 0,1 0 0 0 0,-1 0 0 0 0,0 0 0 0 0,0 0 1 0 0,1 0-1 0 0,-1 0 0 0 0,0 0 0 0 0,0 0 0 0 0,0 0 0 0 0,1 0 0 0 0,-1 0 0 0 0,0 0 1 0 0,0 0-1 0 0,1 0 0 0 0,-1 0 0 0 0,0 0 0 0 0,0 0 0 0 0,0 0 0 0 0,1 0 1 0 0,-1 0-1 0 0,0 0 0 0 0,0 0 0 0 0,0 0 0 0 0,1 0 0 0 0,-1 0 0 0 0,0 1 0 0 0,0-1 1 0 0,0 0-1 0 0,1 0 0 0 0,-1 0 0 0 0,0 0 0 0 0,0 0 0 0 0,0 1 0 0 0,0-1 1 0 0,1 0-1 0 0,-1 0 0 0 0,0 1 0 0 0,1 18 412 0 0,-9 25 281 0 0,-41 218 719 0 0,40-210-1314 0 0,4-21-303 0 0,-12 77-282 0 0,13-36-6646 0 0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3:24.5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77 2316 0 0,'0'-3'1679'0'0,"4"-44"4500"0"0,-4 46-5811 0 0,0-1-259 0 0,0 1 1 0 0,0 0 0 0 0,1 0 0 0 0,-1-1 0 0 0,0 1 0 0 0,1 0-1 0 0,0 0 1 0 0,-1 0 0 0 0,1-1 0 0 0,0 1 0 0 0,-1 0 0 0 0,1 0-1 0 0,0 0 1 0 0,1-1 0 0 0,133-2 1017 0 0,1 1-4022 0 0,-107 5-2341 0 0,-19-1 2455 0 0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3:24.7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11 1392 0 0,'-4'4'676'0'0,"-1"0"0"0"0,1 0 0 0 0,0 0 0 0 0,0 0 0 0 0,0 1 0 0 0,0 0 0 0 0,1 0 0 0 0,0 0 0 0 0,0 0 0 0 0,-3 6-1 0 0,6-10-571 0 0,0 0-1 0 0,-1 0 1 0 0,1 0-1 0 0,0 0 0 0 0,0 0 1 0 0,0 0-1 0 0,0 0 0 0 0,0 0 1 0 0,0 0-1 0 0,0 0 0 0 0,0 0 1 0 0,0 0-1 0 0,0 0 1 0 0,0 0-1 0 0,0 0 0 0 0,1 0 1 0 0,-1 0-1 0 0,1 0 0 0 0,-1 0 1 0 0,0 0-1 0 0,1 0 0 0 0,0 0 1 0 0,-1 0-1 0 0,1-1 0 0 0,-1 1 1 0 0,1 0-1 0 0,0 0 1 0 0,0-1-1 0 0,-1 1 0 0 0,3 1 1 0 0,-1-1-17 0 0,1 1 1 0 0,-1 0-1 0 0,1-1 1 0 0,0 0 0 0 0,0 0-1 0 0,0 1 1 0 0,4 0-1 0 0,8 0 113 0 0,0 0-1 0 0,0-1 0 0 0,0-1 0 0 0,30-3 0 0 0,60-15-55 0 0,-83 13-158 0 0,115-30-1943 0 0,-48 3-2902 0 0,-42 12 221 0 0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3:25.3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200 268 512 0 0,'-33'-26'11400'0'0,"25"18"-8371"0"0,-3-3-1160 0 0,10 9-1711 0 0,-18-15 259 0 0,8 10-394 0 0,1-1 0 0 0,-1 2 0 0 0,0-1 0 0 0,-13-4 0 0 0,-34-19-42 0 0,56 29 8 0 0,2 1 10 0 0,0 0 1 0 0,0 0-1 0 0,1-1 0 0 0,-1 1 0 0 0,0 0 0 0 0,0 0 1 0 0,1 0-1 0 0,-1 0 0 0 0,0 0 0 0 0,0 0 0 0 0,0-1 0 0 0,1 1 1 0 0,-1 0-1 0 0,0 0 0 0 0,0 0 0 0 0,0 0 0 0 0,0-1 0 0 0,1 1 1 0 0,-1 0-1 0 0,0 0 0 0 0,0-1 0 0 0,0 1 0 0 0,0 0 1 0 0,0 0-1 0 0,0-1 0 0 0,0 1 0 0 0,0 0 0 0 0,0 0 0 0 0,0-1 1 0 0,0 1-1 0 0,0 0 0 0 0,0 0 0 0 0,0-1 0 0 0,0 1 0 0 0,0 0 1 0 0,0 0-1 0 0,0-1 0 0 0,0 1 0 0 0,0 0 0 0 0,0 0 1 0 0,0 0-1 0 0,0-1 0 0 0,-1 1 0 0 0,1 0 0 0 0,0 0 0 0 0,0 0 1 0 0,0-1-1 0 0,0 1 0 0 0,0 0 0 0 0,-1 0 0 0 0,1 0 1 0 0,0-1-1 0 0,0 1 0 0 0,0 0 0 0 0,-1 0 0 0 0,1 0 0 0 0,0 0 1 0 0,0 0-1 0 0,-1 0 0 0 0,169-29 71 0 0,-11 4-52 0 0,-111 15-4 0 0,-12 4 57 0 0,0-1 0 0 0,59-23 0 0 0,-87 27 67 0 0,18-8 705 0 0,-23 11-834 0 0,-1-1 0 0 0,0 1 0 0 0,1 0 1 0 0,-1 0-1 0 0,0 0 0 0 0,1-1 0 0 0,-1 1 0 0 0,1 0 0 0 0,-1 0 0 0 0,0 0 1 0 0,1 0-1 0 0,-1 0 0 0 0,1 0 0 0 0,-1 0 0 0 0,0 0 0 0 0,1 0 0 0 0,-1 0 1 0 0,1 0-1 0 0,-1 0 0 0 0,0 0 0 0 0,1 1 0 0 0,-1-1 0 0 0,1 0 1 0 0,-1 0-1 0 0,0 0 0 0 0,1 0 0 0 0,-1 1 0 0 0,0-1 0 0 0,1 0 0 0 0,-1 0 1 0 0,0 1-1 0 0,1-1 0 0 0,-1 0 0 0 0,0 1 0 0 0,0-1 0 0 0,1 0 0 0 0,-1 1 1 0 0,0-1-1 0 0,0 0 0 0 0,0 1 0 0 0,0-1 0 0 0,1 0 0 0 0,-1 1 1 0 0,0-1-1 0 0,0 1 0 0 0,0-1 0 0 0,0 0 0 0 0,0 1 0 0 0,0 0 0 0 0,-3 34 398 0 0,-2-1 0 0 0,-1 1 0 0 0,-2-1 0 0 0,-17 47 1 0 0,23-73-389 0 0,-33 93-1223 0 0,-71 149 0 0 0,-14-27-7804 0 0,68-132 1599 0 0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3:29.9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15 874 316 0 0,'-10'-2'5829'0'0,"10"2"-5774"0"0,-1 1 0 0 0,1 0 0 0 0,-1-1 0 0 0,1 1 0 0 0,0 0 0 0 0,-1-1 0 0 0,1 1 0 0 0,0 0 0 0 0,0-1 0 0 0,-1 1-1 0 0,1 0 1 0 0,0 0 0 0 0,0-1 0 0 0,0 1 0 0 0,0 0 0 0 0,0 0 0 0 0,0-1 0 0 0,0 1 0 0 0,0 0 0 0 0,0 0 0 0 0,0-1 0 0 0,1 1 0 0 0,-1 0 0 0 0,0-1-1 0 0,0 1 1 0 0,1 0 0 0 0,-1-1 0 0 0,0 1 0 0 0,1 0 0 0 0,0 0 32 0 0,1 0-1 0 0,-1 0 1 0 0,0 0 0 0 0,1 0-1 0 0,-1 0 1 0 0,1 0-1 0 0,-1-1 1 0 0,1 1 0 0 0,-1-1-1 0 0,1 1 1 0 0,-1-1-1 0 0,4 1 1 0 0,1 0 58 0 0,0-1 0 0 0,0 1 0 0 0,0-1 0 0 0,0 0 0 0 0,9-2 1 0 0,-4-1-82 0 0,-1-1 0 0 0,0-1 1 0 0,0 0-1 0 0,0 0 0 0 0,-1 0 0 0 0,10-8 1 0 0,49-43 67 0 0,-58 47-112 0 0,24-23 16 0 0,-2-2-1 0 0,-1-2 0 0 0,-1 0 0 0 0,-2-2 1 0 0,-2-1-1 0 0,30-59 0 0 0,99-265-7 0 0,-149 347-32 0 0,-1 3 14 0 0,-1 2-20 0 0,0 0-1 0 0,0 0 1 0 0,1 0 0 0 0,1 1 0 0 0,0 0 0 0 0,10-15 0 0 0,-15 25 11 0 0,-1-1-1 0 0,1 1 1 0 0,-1 0-1 0 0,1-1 0 0 0,0 1 1 0 0,-1 0-1 0 0,1 0 1 0 0,-1-1-1 0 0,1 1 1 0 0,-1 0-1 0 0,1 0 0 0 0,0 0 1 0 0,-1 0-1 0 0,1 0 1 0 0,0 0-1 0 0,-1 0 0 0 0,1 0 1 0 0,-1 0-1 0 0,1 0 1 0 0,0 0-1 0 0,-1 0 1 0 0,1 0-1 0 0,-1 0 0 0 0,1 1 1 0 0,0-1-1 0 0,-1 0 1 0 0,1 0-1 0 0,-1 1 0 0 0,1-1 1 0 0,-1 0-1 0 0,1 1 1 0 0,-1-1-1 0 0,1 1 1 0 0,-1-1-1 0 0,1 1 0 0 0,-1-1 1 0 0,1 1-1 0 0,13 20 63 0 0,-4 8 186 0 0,-2 1 1 0 0,-2 0-1 0 0,0 0 0 0 0,2 60 1 0 0,-5-59-101 0 0,13 258 1323 0 0,-1-17-542 0 0,-13-244-869 0 0,-1-12-31 0 0,0 0 0 0 0,1 1 0 0 0,5 18 0 0 0,-7-34-64 0 0,0-1 0 0 0,0 1 0 0 0,1 0 0 0 0,-1-1 0 0 0,0 1 0 0 0,0 0 0 0 0,0 0 0 0 0,1-1 0 0 0,-1 1 0 0 0,0 0 0 0 0,1-1 0 0 0,-1 1 0 0 0,0 0 0 0 0,1-1 0 0 0,-1 1 0 0 0,1-1 0 0 0,-1 1 0 0 0,1-1 0 0 0,-1 1 0 0 0,1-1 0 0 0,0 1 0 0 0,-1-1 0 0 0,2 1 0 0 0,-1-1-28 0 0,-1-1 0 0 0,0 1 1 0 0,1 0-1 0 0,-1-1 0 0 0,1 1 0 0 0,-1-1 0 0 0,1 1 0 0 0,-1-1 1 0 0,0 1-1 0 0,1-1 0 0 0,-1 1 0 0 0,0-1 0 0 0,0 1 0 0 0,1-1 0 0 0,-1 0 1 0 0,0 1-1 0 0,0-1 0 0 0,0 1 0 0 0,0-1 0 0 0,0 1 0 0 0,0-1 1 0 0,0 0-1 0 0,0 0 0 0 0,1-5-107 0 0,-1-1-1 0 0,0 1 1 0 0,0-1 0 0 0,-1 1 0 0 0,0-1-1 0 0,0 1 1 0 0,0 0 0 0 0,-1-1 0 0 0,0 1-1 0 0,0 0 1 0 0,0 0 0 0 0,-1 0 0 0 0,0 0 0 0 0,0 1-1 0 0,-1-1 1 0 0,0 1 0 0 0,0 0 0 0 0,0 0-1 0 0,0 0 1 0 0,-1 1 0 0 0,1-1 0 0 0,-1 1-1 0 0,-1 0 1 0 0,-5-4 0 0 0,-7-3 112 0 0,-1 1-1 0 0,0 0 1 0 0,0 1-1 0 0,-1 1 1 0 0,-39-10 0 0 0,15 9 629 0 0,-68-6 0 0 0,85 12-163 0 0,25 2-259 0 0,-9-1 722 0 0,413-153-38 0 0,-387 149-815 0 0,-1 0 1 0 0,0 1-1 0 0,28-6 1 0 0,-40 11 6 0 0,1 3-18 0 0,-3-3-50 0 0,1 0-1 0 0,-1 1 1 0 0,1-1-1 0 0,-1 0 1 0 0,1 1 0 0 0,-1-1-1 0 0,1 1 1 0 0,-1-1-1 0 0,1 0 1 0 0,-1 1 0 0 0,1-1-1 0 0,-1 1 1 0 0,0-1 0 0 0,1 1-1 0 0,-1 0 1 0 0,0-1-1 0 0,1 1 1 0 0,-1-1 0 0 0,0 1-1 0 0,0-1 1 0 0,0 1-1 0 0,0 0 1 0 0,0-1 0 0 0,1 2-1 0 0,-3 21-4617 0 0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3:30.3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63 936 0 0,'0'-1'325'0'0,"0"0"-1"0"0,1 0 1 0 0,-1 0-1 0 0,1 0 1 0 0,3-4 1947 0 0,-3 4-1948 0 0,0 1 1 0 0,-1-1-1 0 0,1 1 1 0 0,0-1-1 0 0,0 1 1 0 0,0-1-1 0 0,0 1 1 0 0,0 0-1 0 0,1-1 1 0 0,19 5 1064 0 0,-20-4-1401 0 0,7 3 152 0 0,0 0 0 0 0,0 1 0 0 0,-1 0 0 0 0,0 0 0 0 0,1 1 0 0 0,-2 0 0 0 0,1 0 0 0 0,0 0 0 0 0,8 10 0 0 0,-5-4-5 0 0,-1 0 1 0 0,0 1-1 0 0,-1 0 1 0 0,12 21-1 0 0,-14-20 207 0 0,0-1-1 0 0,-1 1 0 0 0,-1 0 0 0 0,0 0 0 0 0,-1 0 0 0 0,0 0 0 0 0,-1 0 1 0 0,0 1-1 0 0,-2 0 0 0 0,1-1 0 0 0,-2 16 0 0 0,1-28-291 0 0,0 0 0 0 0,0 0 0 0 0,-1 0 0 0 0,1 0-1 0 0,0 0 1 0 0,0 0 0 0 0,-1 0 0 0 0,1 0 0 0 0,0 0 0 0 0,-1 0 0 0 0,1 0 0 0 0,-1 0-1 0 0,1 0 1 0 0,-1 0 0 0 0,0 0 0 0 0,0 1 0 0 0,0-2-38 0 0,1 0 0 0 0,-1 0 0 0 0,1 0 1 0 0,-1 1-1 0 0,1-1 0 0 0,-1 0 0 0 0,1 0 0 0 0,-1 0 0 0 0,1 0 1 0 0,-1 0-1 0 0,1 0 0 0 0,-1 0 0 0 0,1 0 0 0 0,-1 0 0 0 0,1 0 1 0 0,-1 0-1 0 0,1 0 0 0 0,-1 0 0 0 0,1 0 0 0 0,0 0 0 0 0,-1-1 1 0 0,1 1-1 0 0,-2-1 0 0 0,1 0-4 0 0,-1 0 0 0 0,0 0 0 0 0,1 0-1 0 0,-1-1 1 0 0,0 1 0 0 0,1-1 0 0 0,0 1 0 0 0,-1-1 0 0 0,1 0 0 0 0,0 1 0 0 0,0-1-1 0 0,0 0 1 0 0,-1-2 0 0 0,0-2-16 0 0,1 1 1 0 0,-1-1-1 0 0,1 1 0 0 0,1-1 1 0 0,-1 0-1 0 0,1 1 0 0 0,0-1 0 0 0,0 0 1 0 0,0 1-1 0 0,1-1 0 0 0,0 1 1 0 0,0-1-1 0 0,4-10 0 0 0,-2 8 32 0 0,1 0 0 0 0,0 1 0 0 0,1-1 0 0 0,-1 1 0 0 0,2 0 0 0 0,-1 0 0 0 0,1 0 0 0 0,8-7 0 0 0,2 0-244 0 0,1 1 0 0 0,0 1-1 0 0,0 0 1 0 0,2 2 0 0 0,-1 0-1 0 0,35-13 1 0 0,5 3-1900 0 0,-29 11 9 0 0,0-2-1 0 0,-1-1 1 0 0,33-19-1 0 0,-42 20 622 0 0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3:30.5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82 305 2412 0 0,'5'-6'101'0'0,"0"-1"-1"0"0,-1 0 0 0 0,0 0 1 0 0,0 0-1 0 0,-1 0 0 0 0,0 0 1 0 0,0-1-1 0 0,-1 1 1 0 0,0-1-1 0 0,0 0 0 0 0,-1 0 1 0 0,0 0-1 0 0,0 0 0 0 0,-1 0 1 0 0,0 0-1 0 0,-1-8 1 0 0,-1-6 845 0 0,-1 0 0 0 0,-2 0 0 0 0,0 0 0 0 0,-12-31 0 0 0,15 49-797 0 0,-8-19 1213 0 0,10 23-1345 0 0,0 0-1 0 0,0-1 1 0 0,0 1-1 0 0,0 0 1 0 0,0 0-1 0 0,-1 0 1 0 0,1 0-1 0 0,0 0 0 0 0,0 0 1 0 0,0 0-1 0 0,0 0 1 0 0,0 0-1 0 0,0 0 1 0 0,0 0-1 0 0,-1-1 1 0 0,1 1-1 0 0,0 0 1 0 0,0 0-1 0 0,0 0 1 0 0,0 0-1 0 0,0 0 0 0 0,-1 0 1 0 0,1 0-1 0 0,0 0 1 0 0,0 0-1 0 0,0 0 1 0 0,0 0-1 0 0,0 0 1 0 0,0 0-1 0 0,-1 0 1 0 0,1 0-1 0 0,0 1 0 0 0,0-1 1 0 0,0 0-1 0 0,0 0 1 0 0,0 0-1 0 0,0 0 1 0 0,-1 0-1 0 0,1 0 1 0 0,0 0-1 0 0,0 0 1 0 0,0 0-1 0 0,0 1 1 0 0,-5 12 620 0 0,3-4-412 0 0,-51 252 2559 0 0,48-220-2673 0 0,1 0 0 0 0,2 1 0 0 0,2-1 0 0 0,6 59-1 0 0,-5-93-234 0 0,0 0-1 0 0,1 0 0 0 0,0-1 1 0 0,0 1-1 0 0,0 0 0 0 0,1-1 1 0 0,0 0-1 0 0,0 0 0 0 0,0 0 1 0 0,1 0-1 0 0,5 7 0 0 0,-6-10-215 0 0,-1-1 0 0 0,1 1 1 0 0,0-1-1 0 0,0 0 0 0 0,0 0 0 0 0,0 0 0 0 0,0 0 0 0 0,1 0 0 0 0,-1-1 0 0 0,1 1 0 0 0,-1-1 1 0 0,1 0-1 0 0,-1 0 0 0 0,1 0 0 0 0,-1-1 0 0 0,1 1 0 0 0,0-1 0 0 0,-1 0 0 0 0,1 0 1 0 0,0 0-1 0 0,-1 0 0 0 0,7-2 0 0 0,13-4-3228 0 0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3:30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59 816 0 0,'1'-19'3527'0'0,"-2"-10"587"0"0,1 27-3523 0 0,-1-6 1989 0 0,-4 30-2249 0 0,1 0-1 0 0,1 0 1 0 0,1 0-1 0 0,1 0 1 0 0,0 0-1 0 0,2 1 1 0 0,1-1-1 0 0,1 0 1 0 0,8 34-1 0 0,-10-53-342 0 0,-1-1-1 0 0,1 1 0 0 0,0-1 0 0 0,0 0 1 0 0,0 1-1 0 0,0-1 0 0 0,0 0 0 0 0,0 0 1 0 0,1 0-1 0 0,-1 0 0 0 0,1 0 0 0 0,-1 0 1 0 0,1 0-1 0 0,0-1 0 0 0,0 1 1 0 0,0 0-1 0 0,0-1 0 0 0,0 0 0 0 0,0 1 1 0 0,0-1-1 0 0,0 0 0 0 0,1 0 0 0 0,-1 0 1 0 0,0 0-1 0 0,4 0 0 0 0,-2-1-263 0 0,-1 0-1 0 0,1 0 1 0 0,0 0 0 0 0,-1 0-1 0 0,1-1 1 0 0,-1 0 0 0 0,1 0-1 0 0,-1 0 1 0 0,0 0-1 0 0,1 0 1 0 0,-1-1 0 0 0,0 1-1 0 0,0-1 1 0 0,0 0 0 0 0,0 0-1 0 0,0 0 1 0 0,4-5 0 0 0,22-22-3991 0 0,-16 11 1310 0 0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3:30.9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43 115 1484 0 0,'-9'-35'4387'0'0,"7"27"-2885"0"0,1 0-1 0 0,-2 0 1 0 0,1 1-1 0 0,-1-1 1 0 0,-6-10 742 0 0,1 3 601 0 0,3 7-3830 0 0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3:31.1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57 1916 0 0,'-59'5'8422'0'0,"57"-5"-7798"0"0,-9 1 869 0 0,144-32-2543 0 0,-36 10-4229 0 0,-55 10 1557 0 0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3:31.8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301 44 744 0 0,'-75'-42'13365'0'0,"73"41"-12944"0"0,1 1-405 0 0,0 0 0 0 0,0 1 0 0 0,0-1 0 0 0,1 0 1 0 0,-1 0-1 0 0,0 1 0 0 0,0-1 0 0 0,1 1 0 0 0,-1-1 0 0 0,0 1 0 0 0,1-1 0 0 0,-1 1 1 0 0,1-1-1 0 0,-1 1 0 0 0,0 0 0 0 0,1-1 0 0 0,-1 1 0 0 0,1 0 0 0 0,0-1 0 0 0,-1 1 1 0 0,1 0-1 0 0,-1-1 0 0 0,1 1 0 0 0,0 0 0 0 0,-1 1 0 0 0,-4 21 148 0 0,4 28 466 0 0,10 101 1 0 0,22 50 664 0 0,-11-83-750 0 0,-19-110-510 0 0,24 180 496 0 0,-23-153-420 0 0,-1 1 1 0 0,-2 0-1 0 0,-6 43 0 0 0,6-73-87 0 0,0 0 1 0 0,-1 0-1 0 0,0-1 0 0 0,0 1 1 0 0,0 0-1 0 0,-1-1 0 0 0,0 1 1 0 0,-1-1-1 0 0,1 0 0 0 0,-7 8 1 0 0,7-11-21 0 0,1 0 0 0 0,-1-1 0 0 0,1 1 0 0 0,-1-1 0 0 0,0 0 1 0 0,0 0-1 0 0,0 0 0 0 0,0 0 0 0 0,0-1 0 0 0,0 1 0 0 0,0-1 0 0 0,-1 1 0 0 0,1-1 1 0 0,-1-1-1 0 0,1 1 0 0 0,-1 0 0 0 0,1-1 0 0 0,-1 1 0 0 0,1-1 0 0 0,-1 0 1 0 0,1 0-1 0 0,-6-1 0 0 0,0-1-43 0 0,-1 0-1 0 0,0-1 1 0 0,1 0 0 0 0,0 0 0 0 0,0-1-1 0 0,0-1 1 0 0,0 1 0 0 0,0-1-1 0 0,1-1 1 0 0,0 1 0 0 0,0-1 0 0 0,0-1-1 0 0,1 0 1 0 0,-7-7 0 0 0,11 10 0 0 0,-1-1 0 0 0,1 1 1 0 0,-1-1-1 0 0,1 0 0 0 0,0 0 0 0 0,1 0 1 0 0,-1 0-1 0 0,1 0 0 0 0,0-1 0 0 0,1 1 1 0 0,-1-1-1 0 0,1 1 0 0 0,0-1 1 0 0,0 1-1 0 0,1-1 0 0 0,0 0 0 0 0,0 1 1 0 0,0-1-1 0 0,1 0 0 0 0,-1 1 0 0 0,1-1 1 0 0,1 1-1 0 0,-1-1 0 0 0,1 1 0 0 0,3-8 1 0 0,2 1 18 0 0,0 0 1 0 0,0 0-1 0 0,1 1 1 0 0,1 0-1 0 0,0 1 1 0 0,15-14-1 0 0,69-51-281 0 0,-78 64 175 0 0,121-79-2458 0 0,-94 65 1445 0 0,0-2 1 0 0,-2-2 0 0 0,47-43-1 0 0,-78 63 1126 0 0,-1-1 0 0 0,0 0 0 0 0,-1 0 0 0 0,0 0 0 0 0,0-1 0 0 0,-1 0 0 0 0,-1 0 0 0 0,0-1 0 0 0,0 1 0 0 0,-1-1 0 0 0,-1 0-1 0 0,0 0 1 0 0,0-1 0 0 0,1-23 0 0 0,0-11 1545 0 0,-4 45-1380 0 0,1-5 255 0 0,-3 13-258 0 0,-2 26 210 0 0,2-1 0 0 0,1 0-1 0 0,2 1 1 0 0,1-1-1 0 0,12 61 1 0 0,-12-84-418 0 0,2 13 290 0 0,12 39 0 0 0,-15-56-340 0 0,1 0 0 0 0,-1 0 0 0 0,1 0-1 0 0,0-1 1 0 0,0 1 0 0 0,0 0 0 0 0,1-1 0 0 0,-1 1-1 0 0,1-1 1 0 0,0 0 0 0 0,0 0 0 0 0,0 0-1 0 0,0 0 1 0 0,0-1 0 0 0,1 1 0 0 0,3 2 0 0 0,-5-5-229 0 0,0 0 0 0 0,-1 1 0 0 0,1-1 0 0 0,-1 0 0 0 0,1 0 0 0 0,-1 0 0 0 0,1 0 0 0 0,0 0 0 0 0,-1 0 0 0 0,1 0 0 0 0,-1-1 0 0 0,1 1 0 0 0,-1-1 1 0 0,1 1-1 0 0,-1-1 0 0 0,1 1 0 0 0,-1-1 0 0 0,2-1 0 0 0,8-5-3870 0 0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3:32.0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102 100 20 0 0,'-12'-17'1940'0'0,"0"3"-432"0"0,1 1-284 0 0,1-1-231 0 0,-2 4-205 0 0,5 1-164 0 0,-1 0-128 0 0,1 3 204 0 0,-3-1-260 0 0,1 10-240 0 0,5 14-516 0 0,6-5-624 0 0,2 7-1469 0 0,1 0-455 0 0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3:32.3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283 30 444 0 0,'-3'-3'271'0'0,"0"0"1"0"0,0 1-1 0 0,0-1 0 0 0,0 1 1 0 0,0-1-1 0 0,-1 1 1 0 0,1 1-1 0 0,-1-1 0 0 0,0 0 1 0 0,1 1-1 0 0,-1-1 0 0 0,0 1 1 0 0,0 0-1 0 0,0 1 0 0 0,0-1 1 0 0,0 1-1 0 0,0-1 1 0 0,0 1-1 0 0,0 0 0 0 0,0 1 1 0 0,0-1-1 0 0,1 1 0 0 0,-8 1 1 0 0,2 1-141 0 0,-1 1 1 0 0,1 0-1 0 0,0 1 1 0 0,1 0-1 0 0,-1 0 1 0 0,1 1-1 0 0,0 0 1 0 0,-11 10-1 0 0,9-6-90 0 0,-1 0 1 0 0,2 1-1 0 0,-1 0 0 0 0,2 1 1 0 0,-1 0-1 0 0,2 0 0 0 0,-1 1 1 0 0,-9 24-1 0 0,15-32-30 0 0,0 0-1 0 0,0 0 1 0 0,1 1 0 0 0,0-1-1 0 0,0 0 1 0 0,0 1 0 0 0,1-1 0 0 0,-1 0-1 0 0,1 1 1 0 0,0-1 0 0 0,1 1-1 0 0,0-1 1 0 0,0 0 0 0 0,0 1-1 0 0,0-1 1 0 0,1 0 0 0 0,-1 0 0 0 0,2 0-1 0 0,-1 0 1 0 0,0 0 0 0 0,1 0-1 0 0,0-1 1 0 0,0 1 0 0 0,0-1-1 0 0,1 0 1 0 0,6 7 0 0 0,-2-5-309 0 0,0 0 0 0 0,1 0-1 0 0,0-1 1 0 0,0 0 0 0 0,0 0 0 0 0,0-1 0 0 0,1-1 0 0 0,-1 1 0 0 0,1-2 0 0 0,0 1-1 0 0,0-1 1 0 0,0-1 0 0 0,12 1 0 0 0,4-1-1925 0 0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3:32.6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26 1608 0 0,'-5'-26'5367'0'0,"8"50"-1876"0"0,1-6-3369 0 0,0 0 0 0 0,1-1 1 0 0,8 17-1 0 0,-8-23-95 0 0,0-1 0 0 0,0 0-1 0 0,1 0 1 0 0,0 0 0 0 0,1-1 0 0 0,0 0-1 0 0,16 16 1 0 0,-21-24-325 0 0,1 0 1 0 0,-1 0-1 0 0,1-1 1 0 0,0 1-1 0 0,-1-1 1 0 0,1 1-1 0 0,0-1 1 0 0,0 0-1 0 0,-1 0 1 0 0,1 0-1 0 0,0 0 1 0 0,-1-1-1 0 0,1 1 1 0 0,0-1-1 0 0,-1 0 0 0 0,1 1 1 0 0,0-1-1 0 0,3-3 1 0 0,6-2-2815 0 0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3:32.8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149 122 932 0 0,'-21'-22'4452'0'0,"-35"-30"0"0"0,3 10-1345 0 0,52 41-3116 0 0,1 1 0 0 0,0 0 1 0 0,0-1-1 0 0,-1 1 1 0 0,1 0-1 0 0,0-1 0 0 0,-1 1 1 0 0,1 0-1 0 0,0-1 1 0 0,-1 1-1 0 0,1 0 0 0 0,0 0 1 0 0,-1 0-1 0 0,1-1 1 0 0,0 1-1 0 0,-1 0 0 0 0,1 0 1 0 0,-1 0-1 0 0,1 0 1 0 0,-1 0-1 0 0,1 0 1 0 0,0 0-1 0 0,-1 0 0 0 0,1 0 1 0 0,-1 0-1 0 0,1 0 1 0 0,-1 0-1 0 0,1 0 0 0 0,0 0 1 0 0,-1 0-1 0 0,1 0 1 0 0,-1 1-1 0 0,1-1 0 0 0,0 0 1 0 0,-1 0-1 0 0,1 0 1 0 0,0 1-1 0 0,-1-1 1 0 0,1 0-1 0 0,0 0 0 0 0,-1 1 1 0 0,1-1-1 0 0,0 0 1 0 0,-1 1-1 0 0,1-1 0 0 0,0 0 1 0 0,0 1-1 0 0,0-1 1 0 0,-1 0-1 0 0,1 1 0 0 0,0-1 1 0 0,0 1-1 0 0,0-1 1 0 0,0 0-1 0 0,0 1 1 0 0,0-1-1 0 0,-1 1 0 0 0,1-1 1 0 0,0 1-1 0 0,0-1 1 0 0,1 1-1 0 0,-2 2-218 0 0,1 0 0 0 0,0-1 1 0 0,0 1-1 0 0,1 0 0 0 0,-1 0 0 0 0,0 0 0 0 0,2 4 1 0 0,13 23-4167 0 0,-8-16 594 0 0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3:33.5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300 385 1104 0 0,'-2'-1'1898'0'0,"-7"-2"-1016"0"0,1 0 1 0 0,0 1-1 0 0,-1 0 1 0 0,1 0-1 0 0,-1 1 1 0 0,0 0 0 0 0,0 0-1 0 0,-12 2 1 0 0,14 0-780 0 0,1 0 0 0 0,-1 0 0 0 0,1 1 0 0 0,0 0 0 0 0,-1 0 0 0 0,1 0 0 0 0,0 1 0 0 0,0 0 0 0 0,0 1 0 0 0,1-1 0 0 0,-1 1 0 0 0,-6 6 0 0 0,1 0-15 0 0,0 0 0 0 0,0 1 0 0 0,1 1 0 0 0,1-1 0 0 0,0 1 0 0 0,1 1 0 0 0,0 0 1 0 0,0 0-1 0 0,2 1 0 0 0,0 0 0 0 0,0 0 0 0 0,1 0 0 0 0,1 0 0 0 0,-5 30 0 0 0,9-41-71 0 0,0 0 0 0 0,-1 0 0 0 0,1 0 0 0 0,0 0 0 0 0,1-1 0 0 0,-1 1 0 0 0,0 0 0 0 0,1 0 0 0 0,-1 0 0 0 0,1 0 0 0 0,0-1 0 0 0,0 1 0 0 0,0 0 0 0 0,1-1 0 0 0,-1 1 0 0 0,0-1 0 0 0,1 1 0 0 0,0-1 0 0 0,0 1-1 0 0,-1-1 1 0 0,4 2 0 0 0,-3-2-3 0 0,1 0-1 0 0,0-1 0 0 0,0 1 1 0 0,0-1-1 0 0,0 1 0 0 0,0-1 0 0 0,0 0 1 0 0,0 0-1 0 0,0-1 0 0 0,0 1 0 0 0,1-1 1 0 0,-1 1-1 0 0,0-1 0 0 0,0 0 1 0 0,1 0-1 0 0,-1 0 0 0 0,0-1 0 0 0,6-1 1 0 0,8-2-33 0 0,0-1-1 0 0,-1-1 1 0 0,0-1 0 0 0,1 0 0 0 0,-2-1 0 0 0,1-1 0 0 0,-2 0 0 0 0,1-1 0 0 0,-1-1 0 0 0,0 0 0 0 0,-1-1 0 0 0,15-18 0 0 0,6-10 50 0 0,-2-1 1 0 0,50-84 0 0 0,-82 124-36 0 0,1 0 0 0 0,-1 0 0 0 0,1 0 0 0 0,-1 0 0 0 0,1 0 0 0 0,0 0 0 0 0,-1 0 0 0 0,1 0 0 0 0,0 0 0 0 0,0 1 0 0 0,-1-1 0 0 0,1 0 0 0 0,0 1 0 0 0,0-1 0 0 0,0 0 0 0 0,2 0 0 0 0,-3 1 9 0 0,0 0 0 0 0,1 1 0 0 0,-1-1 1 0 0,0 0-1 0 0,1 1 0 0 0,-1-1 1 0 0,0 0-1 0 0,1 1 0 0 0,-1-1 1 0 0,0 0-1 0 0,0 1 0 0 0,1-1 1 0 0,-1 1-1 0 0,0-1 0 0 0,0 0 1 0 0,0 1-1 0 0,0-1 0 0 0,1 1 1 0 0,-1-1-1 0 0,0 0 0 0 0,0 1 1 0 0,0-1-1 0 0,0 1 0 0 0,0-1 1 0 0,0 1-1 0 0,0 0 0 0 0,-3 46 731 0 0,2-40-530 0 0,-2 26 319 0 0,1 0 1 0 0,2 0-1 0 0,1 0 1 0 0,2-1-1 0 0,1 1 1 0 0,14 57-1 0 0,-17-87-502 0 0,-1-1-1 0 0,1 0 1 0 0,0 0-1 0 0,0 1 1 0 0,0-1-1 0 0,0 0 1 0 0,0 0-1 0 0,1 0 1 0 0,-1 0 0 0 0,1 0-1 0 0,-1 0 1 0 0,1-1-1 0 0,0 1 1 0 0,-1 0-1 0 0,1-1 1 0 0,0 1-1 0 0,0-1 1 0 0,0 0 0 0 0,0 1-1 0 0,1-1 1 0 0,-1 0-1 0 0,0 0 1 0 0,0-1-1 0 0,1 1 1 0 0,-1 0-1 0 0,0-1 1 0 0,1 1 0 0 0,-1-1-1 0 0,0 0 1 0 0,1 0-1 0 0,-1 0 1 0 0,1 0-1 0 0,-1 0 1 0 0,1-1-1 0 0,-1 1 1 0 0,0-1 0 0 0,1 1-1 0 0,2-2 1 0 0,6-2 10 0 0,0-1 0 0 0,0 0 1 0 0,-1 0-1 0 0,0-1 0 0 0,0 0 1 0 0,16-13-1 0 0,-2-2-14 0 0,-1-1 1 0 0,0-2-1 0 0,-2 0 1 0 0,-1-1-1 0 0,-1-1 1 0 0,20-35-1 0 0,-20 26 16 0 0,-1-1 1 0 0,-2-1-1 0 0,-1-1 0 0 0,15-63 0 0 0,-24 74 47 0 0,-2 0-1 0 0,0 0 1 0 0,-2 0 0 0 0,-1-1 0 0 0,-4-46 0 0 0,3 72-77 0 0,0 1 1 0 0,0-1 0 0 0,0 1-1 0 0,0-1 1 0 0,0 1 0 0 0,-1-1-1 0 0,1 1 1 0 0,-1 0 0 0 0,1-1-1 0 0,-1 1 1 0 0,1-1 0 0 0,-1 1-1 0 0,0 0 1 0 0,1 0 0 0 0,-1-1-1 0 0,0 1 1 0 0,0 0 0 0 0,0 0-1 0 0,0 0 1 0 0,0 0 0 0 0,0 0-1 0 0,-2-1 1 0 0,2 2-4 0 0,-1 0 0 0 0,1-1 1 0 0,0 1-1 0 0,-1 0 0 0 0,1 1 0 0 0,0-1 1 0 0,0 0-1 0 0,-1 0 0 0 0,1 0 0 0 0,0 1 1 0 0,0-1-1 0 0,-1 1 0 0 0,1-1 0 0 0,0 1 1 0 0,0-1-1 0 0,0 1 0 0 0,0 0 0 0 0,0-1 1 0 0,-2 3-1 0 0,-5 4 26 0 0,0 1 1 0 0,0-1 0 0 0,1 2 0 0 0,-10 13-1 0 0,3 1 82 0 0,0 0 0 0 0,1 1 0 0 0,2 0-1 0 0,0 0 1 0 0,2 2 0 0 0,1-1 0 0 0,0 1-1 0 0,-6 49 1 0 0,12-59-72 0 0,0 1 0 0 0,2 0 0 0 0,0-1 1 0 0,0 1-1 0 0,2 0 0 0 0,0-1 0 0 0,1 1 0 0 0,0-1 0 0 0,2 0 1 0 0,0 0-1 0 0,0 0 0 0 0,2-1 0 0 0,0 0 0 0 0,0 0 0 0 0,14 19 0 0 0,-18-30-280 0 0,1 1 0 0 0,0-1 0 0 0,0 0 0 0 0,0 0 0 0 0,0 0 0 0 0,1-1 0 0 0,-1 1 0 0 0,1-1 0 0 0,0 0 0 0 0,0-1 0 0 0,0 1 0 0 0,0-1 0 0 0,1 0 0 0 0,6 2 0 0 0,-5-3-1039 0 0,0 0 1 0 0,0 0-1 0 0,0 0 1 0 0,0-1-1 0 0,0 0 1 0 0,14-2 0 0 0,7-4-6328 0 0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3:33.6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 1172 0 0,'0'0'1892'0'0,"21"1"1661"0"0,-3-1-1393 0 0,-6-3-4176 0 0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3:35.9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0 261 348 0 0,'1'-26'3743'0'0,"5"-34"1"0"0,-6 60-3715 0 0,0-1 1 0 0,0 0-1 0 0,1 1 1 0 0,-1-1-1 0 0,0 1 1 0 0,1-1 0 0 0,-1 1-1 0 0,0-1 1 0 0,1 1-1 0 0,-1 0 1 0 0,1-1-1 0 0,-1 1 1 0 0,1-1-1 0 0,-1 1 1 0 0,1 0 0 0 0,-1-1-1 0 0,1 1 1 0 0,-1 0-1 0 0,1 0 1 0 0,-1-1-1 0 0,1 1 1 0 0,0 0-1 0 0,-1 0 1 0 0,1 0 0 0 0,-1 0-1 0 0,1 0 1 0 0,0 0-1 0 0,-1 0 1 0 0,1 0-1 0 0,-1 0 1 0 0,1 0-1 0 0,0 0 1 0 0,-1 0-1 0 0,1 0 1 0 0,-1 1 0 0 0,1-1-1 0 0,0 0 1 0 0,-1 0-1 0 0,1 1 1 0 0,-1-1-1 0 0,1 0 1 0 0,-1 1-1 0 0,1-1 1 0 0,1 1-92 0 0,3 1 134 0 0,0 1 0 0 0,0 0-1 0 0,0 0 1 0 0,0 0-1 0 0,-1 0 1 0 0,0 1-1 0 0,1 0 1 0 0,6 8-1 0 0,27 36 158 0 0,-35-44-214 0 0,194 290 909 0 0,-196-293-868 0 0,-1 0 0 0 0,0 0 0 0 0,1-1 0 0 0,-1 1 0 0 0,1 0 0 0 0,-1 0 0 0 0,1-1 0 0 0,0 1 0 0 0,-1 0 0 0 0,1-1 0 0 0,0 1 0 0 0,-1-1 0 0 0,1 1 1 0 0,0 0-1 0 0,0-1 0 0 0,0 0 0 0 0,-1 1 0 0 0,1-1 0 0 0,0 0 0 0 0,0 1 0 0 0,0-1 0 0 0,0 0 0 0 0,0 0 0 0 0,0 0 0 0 0,0 0 0 0 0,0 1 0 0 0,1-2 0 0 0,0 1-30 0 0,0-1 0 0 0,-1 0-1 0 0,1 0 1 0 0,-1 1 0 0 0,1-1 0 0 0,-1 0 0 0 0,1-1-1 0 0,-1 1 1 0 0,1 0 0 0 0,-1 0 0 0 0,0-1 0 0 0,0 1-1 0 0,2-3 1 0 0,2-4-61 0 0,1-1-1 0 0,-1 0 1 0 0,-1 0 0 0 0,4-11-1 0 0,70-164-153 0 0,-77 181 183 0 0,0 0 0 0 0,0 1 0 0 0,1-1 0 0 0,-1 1 0 0 0,1-1 0 0 0,0 1 0 0 0,0 0 0 0 0,0 0 0 0 0,0 0 0 0 0,0 0 0 0 0,0 0 0 0 0,0 0 0 0 0,6-3 0 0 0,-5 4-94 0 0,1 0 1 0 0,0 0-1 0 0,-1 1 1 0 0,1-1-1 0 0,0 1 0 0 0,-1 0 1 0 0,1 0-1 0 0,0 0 1 0 0,0 0-1 0 0,0 1 0 0 0,6 1 1 0 0,32 5-1179 0 0,1-1 1 0 0,45-1 0 0 0,-63-5 1031 0 0,0-1 1 0 0,0-2-1 0 0,-1 0 1 0 0,1-1 0 0 0,27-9-1 0 0,-48 11 268 0 0,1 1-1 0 0,-1-1 0 0 0,0 0 1 0 0,0 0-1 0 0,0-1 1 0 0,0 1-1 0 0,0-1 0 0 0,0 0 1 0 0,-1 0-1 0 0,1 0 1 0 0,-1 0-1 0 0,0-1 0 0 0,0 0 1 0 0,0 1-1 0 0,0-1 1 0 0,-1 0-1 0 0,3-5 0 0 0,-4 6 16 0 0,0 1 0 0 0,-1-1 0 0 0,1 1 0 0 0,0-1 0 0 0,-1 1-1 0 0,0-1 1 0 0,0 0 0 0 0,1 1 0 0 0,-2-1 0 0 0,1 1 0 0 0,0-1-1 0 0,0 1 1 0 0,-1-1 0 0 0,1 0 0 0 0,-1 1 0 0 0,0-1 0 0 0,0 1-1 0 0,0 0 1 0 0,0-1 0 0 0,0 1 0 0 0,-1 0 0 0 0,1 0 0 0 0,-1 0-1 0 0,1-1 1 0 0,-1 2 0 0 0,0-1 0 0 0,0 0 0 0 0,1 0 0 0 0,-2 0 0 0 0,1 1-1 0 0,0-1 1 0 0,-3-1 0 0 0,3 2 4 0 0,-1 0 0 0 0,0 0 0 0 0,0-1 1 0 0,1 2-1 0 0,-1-1 0 0 0,0 0 0 0 0,0 0 0 0 0,0 1 0 0 0,0 0 0 0 0,0-1 0 0 0,0 1 1 0 0,0 0-1 0 0,0 1 0 0 0,0-1 0 0 0,-4 1 0 0 0,0 1 39 0 0,-1 0 0 0 0,1 0 0 0 0,0 1 0 0 0,0 0 0 0 0,-8 4-1 0 0,2 2 21 0 0,0 0 0 0 0,0 0 0 0 0,1 1 0 0 0,0 1 0 0 0,1 0-1 0 0,0 1 1 0 0,1 0 0 0 0,0 0 0 0 0,-8 14 0 0 0,6-6-43 0 0,1 0 0 0 0,1 0 0 0 0,0 1 0 0 0,2 1 1 0 0,-10 35-1 0 0,16-50-49 0 0,1-1 0 0 0,0 1 1 0 0,0 0-1 0 0,1 0 0 0 0,0-1 0 0 0,0 1 0 0 0,0 0 1 0 0,1-1-1 0 0,2 10 0 0 0,-2-13-3 0 0,-1 0 0 0 0,1 0 0 0 0,1-1 1 0 0,-1 1-1 0 0,0-1 0 0 0,1 1 0 0 0,-1-1 0 0 0,1 1 0 0 0,0-1 0 0 0,-1 0 0 0 0,1 0 1 0 0,0 0-1 0 0,1 0 0 0 0,-1 0 0 0 0,0 0 0 0 0,0-1 0 0 0,1 1 0 0 0,-1-1 1 0 0,1 1-1 0 0,0-1 0 0 0,-1 0 0 0 0,1 0 0 0 0,5 1 0 0 0,0-1-1 0 0,1 0-1 0 0,-1 0 0 0 0,1-1 1 0 0,0 0-1 0 0,-1-1 1 0 0,1 0-1 0 0,-1 0 1 0 0,1 0-1 0 0,-1-1 0 0 0,1-1 1 0 0,-1 0-1 0 0,0 0 1 0 0,0 0-1 0 0,-1-1 0 0 0,1 0 1 0 0,13-10-1 0 0,-10 6 1 0 0,0 0-1 0 0,0-1 1 0 0,-1-1 0 0 0,0 0-1 0 0,-1 0 1 0 0,0 0-1 0 0,-1-1 1 0 0,0-1 0 0 0,12-23-1 0 0,-12 16-5 0 0,-1 0-1 0 0,-1-1 0 0 0,0 1 1 0 0,-2-1-1 0 0,0 0 0 0 0,2-40 1 0 0,-6 58-3 0 0,-4 26 54 0 0,5-2 43 0 0,0 1-1 0 0,1-1 0 0 0,10 42 0 0 0,-9-54-67 0 0,-1-1-1 0 0,2 0 0 0 0,-1 0 0 0 0,1 0 1 0 0,0 0-1 0 0,1-1 0 0 0,0 0 0 0 0,0 1 1 0 0,1-2-1 0 0,0 1 0 0 0,14 13 0 0 0,-14-17-15 0 0,1 0-1 0 0,0 0 0 0 0,0-1 0 0 0,0 1 0 0 0,0-2 1 0 0,0 1-1 0 0,0-1 0 0 0,1 0 0 0 0,-1 0 0 0 0,1-1 1 0 0,-1 0-1 0 0,1-1 0 0 0,0 1 0 0 0,-1-1 0 0 0,1-1 1 0 0,0 0-1 0 0,-1 0 0 0 0,12-3 0 0 0,4-2-19 0 0,-1 0-1 0 0,1-2 1 0 0,-2 0-1 0 0,38-21 1 0 0,-42 19 13 0 0,0-1-1 0 0,-1-1 1 0 0,0 0 0 0 0,-1-1-1 0 0,0 0 1 0 0,-1-1 0 0 0,-1-1-1 0 0,0 0 1 0 0,-1-1 0 0 0,13-22-1 0 0,-18 25 4 0 0,0 1 0 0 0,-1-1 0 0 0,-1 0-1 0 0,0 0 1 0 0,-1 0 0 0 0,0-1 0 0 0,-1 0 0 0 0,-1 0-1 0 0,0 1 1 0 0,-1-1 0 0 0,0 0 0 0 0,-1-1 0 0 0,-1 1-1 0 0,0 0 1 0 0,-5-19 0 0 0,5 29 1 0 0,-1-1 1 0 0,0 0-1 0 0,0 1 1 0 0,0-1-1 0 0,0 1 1 0 0,-1 0-1 0 0,-6-8 0 0 0,5 10-1 0 0,0 1-7 0 0,1 0 0 0 0,-1 1 0 0 0,0 0 0 0 0,1 0-1 0 0,-1 0 1 0 0,1 0 0 0 0,-1 0 0 0 0,0 1 0 0 0,1 0-1 0 0,-1 0 1 0 0,1 0 0 0 0,-1 0 0 0 0,1 0 0 0 0,0 0-1 0 0,0 1 1 0 0,-1 0 0 0 0,1 0 0 0 0,0 0 0 0 0,0 0 0 0 0,1 0-1 0 0,-1 0 1 0 0,0 1 0 0 0,1 0 0 0 0,-1-1 0 0 0,1 1-1 0 0,-3 4 1 0 0,0 0 5 0 0,2-4-2 0 0,0 1 0 0 0,0 0 0 0 0,0 0 0 0 0,1 0-1 0 0,0 0 1 0 0,-1 0 0 0 0,2 0 0 0 0,-1 1 0 0 0,0-1 0 0 0,1 1-1 0 0,0-1 1 0 0,0 1 0 0 0,0 0 0 0 0,1-1 0 0 0,-1 1 0 0 0,1 0-1 0 0,0 0 1 0 0,0-1 0 0 0,2 8 0 0 0,-1-9 1 0 0,0 1 0 0 0,0-1 0 0 0,1 0 0 0 0,0 1 0 0 0,-1-1 0 0 0,1 0 0 0 0,0 0-1 0 0,1 0 1 0 0,-1 0 0 0 0,0 0 0 0 0,1-1 0 0 0,0 1 0 0 0,-1-1 0 0 0,1 1 0 0 0,0-1 0 0 0,0 0 0 0 0,0 0 0 0 0,1 0 0 0 0,-1-1 0 0 0,0 1 0 0 0,1-1 0 0 0,-1 0 0 0 0,1 0 0 0 0,-1 0 0 0 0,5 1 0 0 0,9 0 9 0 0,0 0 1 0 0,-1-1 0 0 0,1-1-1 0 0,0 0 1 0 0,-1-1-1 0 0,1-1 1 0 0,-1 0 0 0 0,33-10-1 0 0,-35 7 1 0 0,1 0-1 0 0,-1 0 0 0 0,0-2 0 0 0,-1 0 1 0 0,1 0-1 0 0,-1-1 0 0 0,-1-1 1 0 0,0 0-1 0 0,0-1 0 0 0,11-11 0 0 0,-18 14 182 0 0,0 0 0 0 0,0 0-1 0 0,6-15 1 0 0,5-6 666 0 0,-15 27-658 0 0,-2 1-195 0 0,-1 1 0 0 0,1 0 0 0 0,-1 0 0 0 0,1 0 1 0 0,-1 0-1 0 0,1 0 0 0 0,0 0 0 0 0,-1 0 0 0 0,1 0 1 0 0,0 0-1 0 0,0 1 0 0 0,0-1 0 0 0,0 0 0 0 0,-1 3 1 0 0,-14 23 57 0 0,14-24-29 0 0,-4 10 35 0 0,0 1-1 0 0,0 0 1 0 0,2 0 0 0 0,-1 1-1 0 0,2-1 1 0 0,0 1 0 0 0,1 0-1 0 0,0 0 1 0 0,1-1 0 0 0,1 1-1 0 0,0 0 1 0 0,1 0 0 0 0,1 0-1 0 0,0 0 1 0 0,1 0 0 0 0,1-1-1 0 0,0 0 1 0 0,1 1 0 0 0,12 25-1 0 0,-14-36-47 0 0,-1-1 0 0 0,0 1 0 0 0,1-1-1 0 0,0 1 1 0 0,0-1 0 0 0,0 0 0 0 0,0 0-1 0 0,0 0 1 0 0,1-1 0 0 0,-1 1 0 0 0,1-1-1 0 0,0 0 1 0 0,-1 0 0 0 0,1 0 0 0 0,0-1-1 0 0,7 3 1 0 0,-5-3-14 0 0,1 0 0 0 0,0 0 0 0 0,-1-1 0 0 0,1 0 0 0 0,0 0 0 0 0,-1 0 0 0 0,1-1 0 0 0,0 0 0 0 0,12-3 0 0 0,-7-1-20 0 0,1 1-1 0 0,-1-1 0 0 0,0-1 0 0 0,0 0 0 0 0,-1-1 1 0 0,1 0-1 0 0,-2-1 0 0 0,1 0 0 0 0,-1 0 0 0 0,12-14 1 0 0,-13 11 17 0 0,0-1 0 0 0,-1 1 0 0 0,-1-1 1 0 0,0-1-1 0 0,0 1 0 0 0,6-20 0 0 0,-5 7 39 0 0,-1 0-1 0 0,5-40 1 0 0,-9 50-24 0 0,-2 12-17 0 0,0-1 1 0 0,-1 1 0 0 0,0-1 0 0 0,1 1-1 0 0,-1 0 1 0 0,0-1 0 0 0,-1-4 0 0 0,-1 9 14 0 0,2-1-20 0 0,-1 0 0 0 0,1 1 0 0 0,-1-1 1 0 0,0 0-1 0 0,1 1 0 0 0,-1-1 0 0 0,1 0 0 0 0,-1 1 1 0 0,1-1-1 0 0,-1 1 0 0 0,1-1 0 0 0,-1 1 0 0 0,1-1 1 0 0,-1 1-1 0 0,1-1 0 0 0,-1 1 0 0 0,1-1 1 0 0,-1 2-1 0 0,-6 21 267 0 0,1 1 0 0 0,0 0 0 0 0,2 1 1 0 0,1-1-1 0 0,1 1 0 0 0,1 0 0 0 0,1-1 1 0 0,1 1-1 0 0,1 0 0 0 0,1-1 0 0 0,10 35 1 0 0,-12-55-235 0 0,0 0 1 0 0,0 0-1 0 0,1 0 1 0 0,-1 0-1 0 0,1 0 1 0 0,0 0-1 0 0,0 0 1 0 0,1 0 0 0 0,-1-1-1 0 0,1 0 1 0 0,0 1-1 0 0,3 2 1 0 0,-4-4-144 0 0,0-1 1 0 0,0 0-1 0 0,0 0 1 0 0,1 0 0 0 0,-1 0-1 0 0,0 0 1 0 0,1 0-1 0 0,-1-1 1 0 0,0 1 0 0 0,1-1-1 0 0,-1 1 1 0 0,1-1-1 0 0,-1 0 1 0 0,1 0-1 0 0,-1 0 1 0 0,1-1 0 0 0,-1 1-1 0 0,0 0 1 0 0,1-1-1 0 0,-1 0 1 0 0,5-1-1 0 0,-1 0-768 0 0,0-1-1 0 0,0 0 1 0 0,0 0-1 0 0,-1 0 0 0 0,1-1 1 0 0,-1 1-1 0 0,0-1 0 0 0,7-7 1 0 0,7-9-4932 0 0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3:36.1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189 24 1360 0 0,'-29'-5'1316'0'0,"7"0"-332"0"0,-2 2-176 0 0,3-1-168 0 0,4 1-155 0 0,1 1-101 0 0,1 0-76 0 0,1 4-60 0 0,4 2-48 0 0,-1 1-216 0 0,5 2-488 0 0,2 1-1449 0 0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3:38.0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319 431 208 0 0,'-2'-6'545'0'0,"-1"0"-1"0"0,1 0 1 0 0,-1 0-1 0 0,-1 0 0 0 0,1 0 1 0 0,-8-8-1 0 0,9 12-453 0 0,0 0-1 0 0,0 0 0 0 0,0 0 1 0 0,0 1-1 0 0,0-1 0 0 0,0 1 1 0 0,0 0-1 0 0,-1 0 0 0 0,1-1 0 0 0,-1 1 1 0 0,1 1-1 0 0,-1-1 0 0 0,1 0 1 0 0,-1 1-1 0 0,1-1 0 0 0,-1 1 1 0 0,1 0-1 0 0,-6 0 0 0 0,1 1 34 0 0,0 0-1 0 0,1 0 0 0 0,-1 1 0 0 0,1 0 1 0 0,-1 1-1 0 0,1-1 0 0 0,0 1 1 0 0,0 0-1 0 0,0 1 0 0 0,1 0 1 0 0,-1 0-1 0 0,1 0 0 0 0,0 0 1 0 0,0 1-1 0 0,-6 6 0 0 0,-5 8 226 0 0,0 1-1 0 0,-21 36 0 0 0,23-34-186 0 0,1 1 0 0 0,-17 42-1 0 0,27-58-144 0 0,1 0 0 0 0,-1 1 0 0 0,1-1 0 0 0,1 1-1 0 0,0-1 1 0 0,0 1 0 0 0,0-1 0 0 0,1 1 0 0 0,0 0-1 0 0,0-1 1 0 0,1 1 0 0 0,0 0 0 0 0,4 14 0 0 0,-3-18-11 0 0,-1-1-1 0 0,1 1 1 0 0,0-1 0 0 0,0 0 0 0 0,0 1 0 0 0,0-1 0 0 0,1 0 0 0 0,-1 0 0 0 0,1 0 0 0 0,0-1 0 0 0,0 1 0 0 0,0 0 0 0 0,0-1 0 0 0,5 3 0 0 0,-2-2-1 0 0,0 0-1 0 0,0-1 1 0 0,1 0 0 0 0,-1 0-1 0 0,0 0 1 0 0,1-1-1 0 0,-1 0 1 0 0,8 0 0 0 0,1 0-3 0 0,-1-2 1 0 0,1 0 0 0 0,0 0-1 0 0,-1-2 1 0 0,0 1 0 0 0,1-2 0 0 0,16-6-1 0 0,-22 6 0 0 0,0 1 0 0 0,0-2 0 0 0,-1 1-1 0 0,0-1 1 0 0,0-1 0 0 0,0 1 0 0 0,0-2 0 0 0,-1 1-1 0 0,0-1 1 0 0,0 0 0 0 0,-1 0 0 0 0,0 0 0 0 0,0-1-1 0 0,-1 0 1 0 0,0 0 0 0 0,0-1 0 0 0,-1 0 0 0 0,0 1-1 0 0,-1-1 1 0 0,0-1 0 0 0,0 1 0 0 0,-1 0 0 0 0,0-1-1 0 0,0 1 1 0 0,-1-1 0 0 0,-1 1 0 0 0,1-1 0 0 0,-2 0-1 0 0,-2-18 1 0 0,3 26-2 0 0,0 0-1 0 0,0 1 1 0 0,-1-1-1 0 0,1 1 1 0 0,-1-1-1 0 0,1 1 1 0 0,-1-1-1 0 0,0 1 1 0 0,1-1-1 0 0,-3-1 1 0 0,3 2 1 0 0,0 1 0 0 0,0 0 0 0 0,-1 0 0 0 0,1-1 0 0 0,0 1 0 0 0,-1 0 0 0 0,1 0 1 0 0,0 0-1 0 0,-1-1 0 0 0,1 1 0 0 0,0 0 0 0 0,-1 0 0 0 0,1 0 0 0 0,0 0 0 0 0,-1 0 0 0 0,1 0 0 0 0,-1-1 0 0 0,1 1 1 0 0,0 0-1 0 0,-1 0 0 0 0,1 0 0 0 0,0 0 0 0 0,-1 1 0 0 0,1-1 0 0 0,-1 0 0 0 0,1 0 0 0 0,-1 0 0 0 0,-1 1 10 0 0,1 0-1 0 0,-1 1 0 0 0,1-1 0 0 0,0 0 1 0 0,-1 0-1 0 0,1 1 0 0 0,0-1 0 0 0,0 1 1 0 0,0 0-1 0 0,0-1 0 0 0,0 1 0 0 0,0 0 1 0 0,0-1-1 0 0,1 1 0 0 0,-1 0 0 0 0,0 3 1 0 0,-2 9 52 0 0,1 1 0 0 0,0-1 1 0 0,1 1-1 0 0,1-1 1 0 0,0 1-1 0 0,1-1 1 0 0,1 1-1 0 0,0-1 1 0 0,1 0-1 0 0,0 1 0 0 0,1-1 1 0 0,9 20-1 0 0,-9-27-49 0 0,-1 0 0 0 0,1-1-1 0 0,1 1 1 0 0,-1-1 0 0 0,1 0-1 0 0,0 0 1 0 0,0 0 0 0 0,1-1 0 0 0,0 0-1 0 0,0 0 1 0 0,0 0 0 0 0,0-1-1 0 0,1 0 1 0 0,-1 0 0 0 0,1 0-1 0 0,12 4 1 0 0,-9-6-8 0 0,0 1 0 0 0,0-1 0 0 0,0-1 0 0 0,0 1 0 0 0,0-2 0 0 0,0 0 0 0 0,1 0 0 0 0,-1 0 0 0 0,0-1 0 0 0,0-1 0 0 0,0 0 0 0 0,14-4 0 0 0,-4-1-12 0 0,-1-1 0 0 0,1 0 1 0 0,-2-2-1 0 0,1 0 0 0 0,-1-1 0 0 0,0-1 0 0 0,-1 0 0 0 0,-1-1 1 0 0,0-1-1 0 0,-1-1 0 0 0,0 0 0 0 0,-1-1 0 0 0,-1 0 0 0 0,-1-1 1 0 0,0-1-1 0 0,-1 0 0 0 0,-1 0 0 0 0,0-1 0 0 0,8-27 0 0 0,-2-2 15 0 0,-2-1 0 0 0,9-67 0 0 0,3-99 20 0 0,-22 182-29 0 0,-4 30 8 0 0,-4 12 125 0 0,-4 35 253 0 0,3 0 1 0 0,0 68-1 0 0,5-91-342 0 0,-1 2 56 0 0,3 175 750 0 0,0-170-743 0 0,1-1 0 0 0,1 0 0 0 0,1-1-1 0 0,2 1 1 0 0,12 30 0 0 0,-17-51-88 0 0,1 0 0 0 0,0 0 0 0 0,0 0 1 0 0,1-1-1 0 0,0 0 0 0 0,-1 1 0 0 0,2-1 0 0 0,-1-1 0 0 0,0 1 0 0 0,1-1 0 0 0,0 1 0 0 0,0-1 0 0 0,1-1 0 0 0,-1 1 0 0 0,10 4 0 0 0,-11-7-13 0 0,0 1-1 0 0,0-1 1 0 0,0 0-1 0 0,0 0 0 0 0,0 0 1 0 0,1-1-1 0 0,-1 0 0 0 0,0 1 1 0 0,1-2-1 0 0,-1 1 0 0 0,0 0 1 0 0,0-1-1 0 0,0 0 1 0 0,1 0-1 0 0,-1 0 0 0 0,0 0 1 0 0,0-1-1 0 0,0 1 0 0 0,0-1 1 0 0,-1 0-1 0 0,1 0 1 0 0,0-1-1 0 0,-1 1 0 0 0,6-6 1 0 0,-5 4-18 0 0,0 0 0 0 0,-1 0 0 0 0,0 0 0 0 0,1-1-1 0 0,-1 0 1 0 0,-1 0 0 0 0,1 1 0 0 0,-1-1 0 0 0,0-1 0 0 0,0 1 0 0 0,0 0 0 0 0,-1 0 0 0 0,0-1 0 0 0,0 1 0 0 0,0-1 0 0 0,-1 1 0 0 0,1-1 0 0 0,-1 1 0 0 0,-1-1 0 0 0,1 1 0 0 0,-2-7 0 0 0,-1-3 0 0 0,0-1-1 0 0,-1 1 1 0 0,0 0 0 0 0,-2 0 0 0 0,0 0-1 0 0,-9-16 1 0 0,11 23 3 0 0,0 1-1 0 0,-1 0 1 0 0,0 0 0 0 0,0 1-1 0 0,-1 0 1 0 0,-7-7 0 0 0,12 11 33 0 0,-1 2-41 0 0,0 0 0 0 0,0 0 1 0 0,-1 0-1 0 0,1 0 1 0 0,0 0-1 0 0,0 1 1 0 0,0-1-1 0 0,0 1 0 0 0,-3 0 1 0 0,4 0 13 0 0,0 0-1 0 0,0-1 1 0 0,1 1 0 0 0,-1-1 0 0 0,0 1-1 0 0,1 0 1 0 0,-1-1 0 0 0,1 1 0 0 0,-1 0 0 0 0,1 0-1 0 0,-1 0 1 0 0,1-1 0 0 0,0 1 0 0 0,-1 0-1 0 0,1 0 1 0 0,0 0 0 0 0,0 0 0 0 0,0 0 0 0 0,-1 0-1 0 0,1-1 1 0 0,0 1 0 0 0,0 0 0 0 0,0 0-1 0 0,0 0 1 0 0,1 0 0 0 0,-1 0 0 0 0,0 0 0 0 0,0 0-1 0 0,0 0 1 0 0,1-1 0 0 0,-1 1 0 0 0,1 0-1 0 0,0 1 1 0 0,0 1 18 0 0,0 0 0 0 0,0-1 0 0 0,0 1 0 0 0,1 0 0 0 0,0-1 0 0 0,-1 1 0 0 0,1-1 0 0 0,0 1 0 0 0,0-1 0 0 0,0 0 1 0 0,0 0-1 0 0,1 0 0 0 0,-1 0 0 0 0,0 0 0 0 0,1-1 0 0 0,3 3 0 0 0,-1-2 1 0 0,1 0 0 0 0,0 0 0 0 0,0 0 0 0 0,0 0 0 0 0,0-1 0 0 0,0 0 0 0 0,10 0 0 0 0,4-1 2 0 0,0-1 0 0 0,0-1 0 0 0,0-1 0 0 0,21-5 0 0 0,-10 0 12 0 0,1-1 0 0 0,-1-2 0 0 0,-1-1 0 0 0,0-1 0 0 0,-1-1 0 0 0,-1-2-1 0 0,52-37 1 0 0,-60 36-19 0 0,0 0-1 0 0,-1-1 1 0 0,-1-1-1 0 0,-1-1 1 0 0,-1 0-1 0 0,0-1 1 0 0,-2-1-1 0 0,0 0 1 0 0,-2-1-1 0 0,14-34 1 0 0,-22 47-13 0 0,8-21-6 0 0,-1 0-1 0 0,12-53 0 0 0,-23 84 9 0 0,0 0 0 0 0,0-1 0 0 0,1 1 0 0 0,-1 0 0 0 0,0-1 1 0 0,0 1-1 0 0,0 0 0 0 0,0-1 0 0 0,0 1 0 0 0,0 0 0 0 0,0-1 0 0 0,0 1 0 0 0,0 0 0 0 0,0-1 0 0 0,0 1 0 0 0,0 0 0 0 0,0-1 1 0 0,0 1-1 0 0,0-1 0 0 0,0 1 0 0 0,0 0 0 0 0,0-1 0 0 0,0 1 0 0 0,0 0 0 0 0,-1-1 0 0 0,1 1 0 0 0,0 0 0 0 0,0-1 0 0 0,0 1 1 0 0,-1 0-1 0 0,1 0 0 0 0,0-1 0 0 0,0 1 0 0 0,-1 0 0 0 0,1 0 0 0 0,0 0 0 0 0,-1-1 0 0 0,1 1 0 0 0,0 0 0 0 0,-1 0 1 0 0,1 0-1 0 0,0 0 0 0 0,-1-1 0 0 0,1 1 0 0 0,0 0 0 0 0,-1 0 0 0 0,1 0 0 0 0,0 0 0 0 0,-1 0 0 0 0,1 0 0 0 0,-1 0 0 0 0,1 0 1 0 0,0 0-1 0 0,-1 0 0 0 0,1 0 0 0 0,0 1 0 0 0,-1-1 0 0 0,1 0 0 0 0,0 0 0 0 0,-1 0 0 0 0,1 0 0 0 0,0 0 0 0 0,-1 1 0 0 0,1-1 1 0 0,-22 15-1 0 0,11-1 5 0 0,0 0 0 0 0,1 0 0 0 0,0 1 1 0 0,-11 26-1 0 0,-24 66 92 0 0,34-75 86 0 0,2 0 0 0 0,1 0 0 0 0,2 1 0 0 0,0 0 0 0 0,3 0 0 0 0,0 0-1 0 0,3 1 1 0 0,0-1 0 0 0,3 0 0 0 0,7 45 0 0 0,-9-73-104 0 0,0 0-1 0 0,0-1 1 0 0,1 1 0 0 0,-1 0-1 0 0,1-1 1 0 0,0 1 0 0 0,1-1-1 0 0,-1 1 1 0 0,1-1 0 0 0,-1 0-1 0 0,1 0 1 0 0,0 0 0 0 0,1-1-1 0 0,-1 1 1 0 0,1-1 0 0 0,0 0-1 0 0,-1 1 1 0 0,1-2 0 0 0,6 4-1 0 0,-4-3-33 0 0,0-1-1 0 0,1 1 0 0 0,-1-1 1 0 0,1-1-1 0 0,-1 1 0 0 0,1-1 1 0 0,0 0-1 0 0,0-1 0 0 0,0 0 1 0 0,0 0-1 0 0,-1 0 0 0 0,1-1 1 0 0,9-2-1 0 0,5-1-21 0 0,-1-2-1 0 0,1-1 0 0 0,-1 0 1 0 0,-1-1-1 0 0,0-2 1 0 0,0 0-1 0 0,-1 0 1 0 0,0-2-1 0 0,25-21 1 0 0,-22 15-10 0 0,-1-1 1 0 0,-1 0-1 0 0,-1-2 1 0 0,-1 0-1 0 0,-1-1 1 0 0,27-47-1 0 0,-27 31-10 0 0,-15 35-4 0 0,0 0 1 0 0,-1 1-1 0 0,1-1 1 0 0,-1 0-1 0 0,1 1 1 0 0,-1-1-1 0 0,0 0 1 0 0,0 1-1 0 0,0-1 1 0 0,0 0-1 0 0,-1 1 1 0 0,0-4-1 0 0,1 5 0 0 0,0 0 1 0 0,-1 1-1 0 0,1-1 0 0 0,0 0 0 0 0,-1 1 0 0 0,1-1 0 0 0,-1 0 0 0 0,1 1 0 0 0,-1-1 0 0 0,1 1 0 0 0,-1-1 0 0 0,0 1 0 0 0,1-1 0 0 0,-1 1 0 0 0,0-1 0 0 0,1 1 1 0 0,-1-1-1 0 0,0 1 0 0 0,1 0 0 0 0,-1 0 0 0 0,0-1 0 0 0,0 1 0 0 0,0 0 0 0 0,1 0 0 0 0,-1 0 0 0 0,-1 0 0 0 0,-1 0 0 0 0,0 0-1 0 0,0 0 1 0 0,1 1-1 0 0,-1 0 1 0 0,0-1-1 0 0,1 1 1 0 0,-1 0 0 0 0,-2 2-1 0 0,-4 2-5 0 0,0 0-1 0 0,0 0 0 0 0,-10 9 1 0 0,9-5 18 0 0,0 1 0 0 0,0 0 0 0 0,1 0 0 0 0,0 1 0 0 0,1 0 0 0 0,1 0 0 0 0,-1 1 0 0 0,-5 14 0 0 0,9-18 0 0 0,1 0 1 0 0,0 0-1 0 0,0 0 1 0 0,1 0 0 0 0,0 0-1 0 0,1 1 1 0 0,-1-1 0 0 0,2 1-1 0 0,-1-1 1 0 0,1 1 0 0 0,0-1-1 0 0,1 1 1 0 0,0-1-1 0 0,3 12 1 0 0,-3-17-5 0 0,0 0 0 0 0,0 0 0 0 0,1 1 0 0 0,-1-1 0 0 0,1 0 0 0 0,0 0 0 0 0,0 0 0 0 0,0-1 0 0 0,0 1 0 0 0,0 0 0 0 0,0-1 0 0 0,1 1 0 0 0,0-1 0 0 0,-1 0 0 0 0,1 0 0 0 0,4 3 0 0 0,-1-3-1 0 0,-1 1-1 0 0,0-1 1 0 0,1-1-1 0 0,-1 1 1 0 0,1-1-1 0 0,0 0 1 0 0,-1 0-1 0 0,1 0 1 0 0,6-1-1 0 0,8-1-14 0 0,0-1 1 0 0,0-1-1 0 0,0 0 0 0 0,30-10 1 0 0,-22 3-113 0 0,0 0 0 0 0,-1-2 0 0 0,-1-1 0 0 0,0-1 0 0 0,-1-1 0 0 0,0-1 0 0 0,31-27 0 0 0,-31 20 23 0 0,0 0 1 0 0,-2-2-1 0 0,0 0 1 0 0,-2-2-1 0 0,-1 0 0 0 0,19-35 1 0 0,-26 34-26 0 0,-13 27 118 0 0,0 0 0 0 0,1 0 0 0 0,-1 0 0 0 0,0 1-1 0 0,0-1 1 0 0,0 0 0 0 0,0 0 0 0 0,0 0 0 0 0,0 0 0 0 0,0 0 0 0 0,0 0-1 0 0,0 0 1 0 0,0 0 0 0 0,-1 0 0 0 0,1 0 0 0 0,0 0 0 0 0,-1 0 0 0 0,1 0-1 0 0,0 0 1 0 0,-1 1 0 0 0,1-1 0 0 0,-1 0 0 0 0,0 0 0 0 0,1 0-1 0 0,-2 0 1 0 0,1 0 6 0 0,0 1-1 0 0,0-1 0 0 0,0 1 0 0 0,0 0 1 0 0,0 0-1 0 0,1-1 0 0 0,-1 1 1 0 0,0 0-1 0 0,0 0 0 0 0,0 0 0 0 0,0 0 1 0 0,0 0-1 0 0,0 0 0 0 0,0 0 1 0 0,0 1-1 0 0,0-1 0 0 0,0 0 0 0 0,0 1 1 0 0,-2 0-1 0 0,-19 9-7 0 0,17-7 8 0 0,-1 0-26 0 0,0 0 1 0 0,0 1 0 0 0,0 0-1 0 0,1 0 1 0 0,-1 0 0 0 0,1 1-1 0 0,0-1 1 0 0,0 1 0 0 0,1 1-1 0 0,-8 10 1 0 0,10-13 29 0 0,1 0 1 0 0,-1 0-1 0 0,1-1 1 0 0,0 1-1 0 0,0 0 0 0 0,0 0 1 0 0,0 0-1 0 0,1 0 1 0 0,-1 0-1 0 0,1 0 0 0 0,0 0 1 0 0,0 1-1 0 0,0-1 0 0 0,0 0 1 0 0,1 0-1 0 0,-1 0 1 0 0,1 0-1 0 0,0 0 0 0 0,0 0 1 0 0,0 0-1 0 0,0 0 1 0 0,0-1-1 0 0,0 1 0 0 0,1 0 1 0 0,0-1-1 0 0,2 5 1 0 0,9 8 64 0 0,1-1 0 0 0,1 0 0 0 0,25 18 0 0 0,-10-6 12 0 0,-19-18 128 0 0,-10-8-157 0 0,0 1-1 0 0,0-1 0 0 0,0 1 0 0 0,0 0 0 0 0,0-1 0 0 0,-1 1 0 0 0,1 0 0 0 0,0 0 0 0 0,0 0 0 0 0,-1-1 0 0 0,1 1 0 0 0,-1 0 0 0 0,1 0 0 0 0,-1 0 0 0 0,1 0 0 0 0,-1 0 1 0 0,1 0-1 0 0,-1 0 0 0 0,1 2 0 0 0,-2-3-22 0 0,0 1 0 0 0,0 0 0 0 0,-1 0 0 0 0,1 0 0 0 0,0-1 0 0 0,0 1 1 0 0,0 0-1 0 0,0-1 0 0 0,-1 1 0 0 0,-1 0 0 0 0,-8 3-47 0 0,0-1-1 0 0,-1 0 1 0 0,1 0 0 0 0,0-1-1 0 0,-1 0 1 0 0,-15 0 0 0 0,-73-5-3263 0 0,74 2 1710 0 0,-32-3-3190 0 0,-4-2-2468 0 0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3:38.2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27 4824 0 0,'0'0'3037'0'0,"13"-6"2291"0"0,5 5-2444 0 0,-6-3-1591 0 0,0 1-1325 0 0,-9-9-4489 0 0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3:40.2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1 175 1168 0 0,'1'-14'2666'0'0,"2"7"-2417"0"0,1 1 0 0 0,0 0 1 0 0,0 0-1 0 0,1 0 1 0 0,-1 1-1 0 0,1-1 0 0 0,0 1 1 0 0,1 0-1 0 0,-1 1 0 0 0,1-1 1 0 0,0 1-1 0 0,0 1 0 0 0,1-1 1 0 0,7-3-1 0 0,14-5 104 0 0,0 1 0 0 0,31-7-1 0 0,-46 14-224 0 0,20-6-34 0 0,0 2-1 0 0,0 1 1 0 0,1 2 0 0 0,0 1-1 0 0,0 1 1 0 0,65 4 0 0 0,-94 0-92 0 0,0 0 0 0 0,1 0 0 0 0,-1 0 0 0 0,0 0 1 0 0,0 1-1 0 0,0 0 0 0 0,0 0 0 0 0,0 0 0 0 0,0 1 1 0 0,0 0-1 0 0,-1 0 0 0 0,7 5 0 0 0,-9-6 0 0 0,0 1 0 0 0,0-1-1 0 0,0 0 1 0 0,0 1 0 0 0,0-1 0 0 0,-1 1-1 0 0,1 0 1 0 0,-1-1 0 0 0,0 1-1 0 0,0 0 1 0 0,0 0 0 0 0,0 0 0 0 0,-1 0-1 0 0,1 0 1 0 0,-1 0 0 0 0,1 0-1 0 0,-1 0 1 0 0,0 0 0 0 0,0 0 0 0 0,-1 0-1 0 0,1 0 1 0 0,-1 0 0 0 0,-1 5 0 0 0,-2 5 2 0 0,-1 0 1 0 0,0 0 0 0 0,-1 0-1 0 0,-1-1 1 0 0,0 0 0 0 0,-1 0 0 0 0,-13 15-1 0 0,-71 72 121 0 0,76-83-96 0 0,-136 124 229 0 0,0 1 63 0 0,151-141-296 0 0,1 1 0 0 0,-1 0 1 0 0,0-1-1 0 0,0 1 0 0 0,1 0 0 0 0,-1-1 0 0 0,1 1 0 0 0,-1 0 0 0 0,1 0 0 0 0,-1 0 0 0 0,1 0 0 0 0,-1-1 0 0 0,1 1 0 0 0,0 0 1 0 0,-1 0-1 0 0,1 0 0 0 0,0 0 0 0 0,0 0 0 0 0,0 0 0 0 0,0 1 0 0 0,0-1-2 0 0,0-1-1 0 0,0 1 1 0 0,1-1-1 0 0,-1 1 1 0 0,1-1 0 0 0,-1 1-1 0 0,0-1 1 0 0,1 1-1 0 0,-1-1 1 0 0,1 0 0 0 0,-1 1-1 0 0,1-1 1 0 0,-1 0-1 0 0,1 1 1 0 0,-1-1 0 0 0,1 0-1 0 0,-1 1 1 0 0,1-1-1 0 0,0 0 1 0 0,-1 0 0 0 0,1 0-1 0 0,0 0 1 0 0,5 1 53 0 0,0 0 0 0 0,0-1 0 0 0,-1 1 1 0 0,11-2-1 0 0,89-14 129 0 0,185-51 0 0 0,-242 53-189 0 0,85-25-168 0 0,-48 6-3673 0 0,-67 24 1271 0 0,-3-2-621 0 0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3:40.7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45 1288 0 0,'-5'-14'3972'0'0,"5"13"-3971"0"0,-1 1 93 0 0,1-1 0 0 0,-1 0-1 0 0,1 0 1 0 0,0 0 0 0 0,-1 1-1 0 0,1-1 1 0 0,0 0 0 0 0,0 0-1 0 0,0 0 1 0 0,0 0 0 0 0,0 1-1 0 0,0-1 1 0 0,0 0 0 0 0,0 0-1 0 0,0 0 1 0 0,0 0 0 0 0,0 0-1 0 0,0 1 1 0 0,1-1 0 0 0,-1 0 0 0 0,0 0-1 0 0,1 0 1 0 0,-1 1 0 0 0,0-1-1 0 0,1 0 1 0 0,-1 0 0 0 0,1 1-1 0 0,-1-1 1 0 0,1 0 0 0 0,0 1-1 0 0,-1-1 1 0 0,1 1 0 0 0,0-1-1 0 0,-1 1 1 0 0,1-1 0 0 0,0 1-1 0 0,0-1 1 0 0,-1 1 0 0 0,1 0-1 0 0,0-1 1 0 0,0 1 0 0 0,0 0-1 0 0,-1 0 1 0 0,1-1 0 0 0,1 1-1 0 0,3 0-39 0 0,1 1 0 0 0,-1-1 0 0 0,0 1-1 0 0,0 0 1 0 0,1 1 0 0 0,-1-1 0 0 0,0 1-1 0 0,0 0 1 0 0,-1 0 0 0 0,1 1 0 0 0,0-1 0 0 0,-1 1-1 0 0,1 0 1 0 0,-1 0 0 0 0,0 1 0 0 0,0-1-1 0 0,0 1 1 0 0,-1 0 0 0 0,1 0 0 0 0,-1 0 0 0 0,0 1-1 0 0,0-1 1 0 0,3 6 0 0 0,-3-3-41 0 0,1 1 0 0 0,-1-1 0 0 0,-1 0 0 0 0,1 1 0 0 0,-1 0 0 0 0,0-1 0 0 0,-1 1 0 0 0,0 0 0 0 0,0 0 0 0 0,-1 0 0 0 0,0 0 0 0 0,-1 0 0 0 0,1 0 0 0 0,-1 0 0 0 0,-3 9 0 0 0,-4 6 202 0 0,-1-1 0 0 0,0-1 0 0 0,-2 1 0 0 0,-23 33 0 0 0,33-53 221 0 0,2-5-413 0 0,1 0 1 0 0,0 0-1 0 0,-1 1 1 0 0,1-1-1 0 0,0 1 1 0 0,0 0-1 0 0,0 0 1 0 0,0-1-1 0 0,1 1 1 0 0,2-2-1 0 0,2-2 38 0 0,109-100 82 0 0,-67 63-210 0 0,79-88-1 0 0,-127 130 65 0 0,1-1 0 0 0,-1 1 0 0 0,0-1 0 0 0,0 0 0 0 0,0 1 0 0 0,0-1 0 0 0,-1 0 0 0 0,1 0 0 0 0,0 0 0 0 0,-1 0 0 0 0,1 0 1 0 0,-1-2-1 0 0,0 4 2 0 0,0 0 0 0 0,0 0 0 0 0,0-1 0 0 0,0 1 1 0 0,0 0-1 0 0,0 0 0 0 0,0 0 0 0 0,0-1 1 0 0,0 1-1 0 0,0 0 0 0 0,0 0 0 0 0,0 0 1 0 0,0-1-1 0 0,0 1 0 0 0,0 0 0 0 0,-1 0 0 0 0,1 0 1 0 0,0 0-1 0 0,0-1 0 0 0,0 1 0 0 0,0 0 1 0 0,0 0-1 0 0,-1 0 0 0 0,1 0 0 0 0,0 0 1 0 0,0 0-1 0 0,0-1 0 0 0,-1 1 0 0 0,1 0 1 0 0,0 0-1 0 0,0 0 0 0 0,0 0 0 0 0,-1 0 0 0 0,1 0 1 0 0,0 0-1 0 0,-1 0 0 0 0,-14 6-24 0 0,4 2 55 0 0,0 1 1 0 0,0-1-1 0 0,1 2 0 0 0,0 0 1 0 0,1 0-1 0 0,0 1 0 0 0,1 0 1 0 0,0 0-1 0 0,1 1 0 0 0,0 0 1 0 0,1 0-1 0 0,0 0 0 0 0,1 1 1 0 0,0 0-1 0 0,1 0 0 0 0,-3 20 1 0 0,7-29-29 0 0,-1 0 0 0 0,1 0 0 0 0,0 0 0 0 0,0 0 1 0 0,1 0-1 0 0,-1 0 0 0 0,1 0 0 0 0,0 0 0 0 0,0 0 1 0 0,0 0-1 0 0,0 0 0 0 0,1 0 0 0 0,0 0 1 0 0,-1-1-1 0 0,1 1 0 0 0,3 3 0 0 0,-1-3 24 0 0,0 1-1 0 0,0-1 1 0 0,1 0-1 0 0,-1 0 1 0 0,1 0-1 0 0,0-1 1 0 0,0 1 0 0 0,0-1-1 0 0,11 4 1 0 0,-1-1-407 0 0,-1-2 0 0 0,1 0-1 0 0,1 0 1 0 0,-1-1 0 0 0,0-1 0 0 0,1-1 0 0 0,24 0 0 0 0,9-6-4123 0 0,-25 0 837 0 0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3:40.9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13 1816 0 0,'8'-12'9995'0'0,"-8"12"-9921"0"0,2 12 1810 0 0,-1 22-781 0 0,-1-32-838 0 0,-13 209 2582 0 0,3-70-9074 0 0,9-124 2405 0 0,2-2-1709 0 0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3:41.4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52 117 1288 0 0,'0'0'1380'0'0,"-3"1"-176"0"0,-43 3 5042 0 0,44-3-5455 0 0,17 1-298 0 0,340-61 178 0 0,-261 41-868 0 0,-72 14-48 0 0,61-12-1554 0 0,-31-2-2480 0 0,-34 9 1130 0 0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3:41.6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6 1844 0 0,'-16'-4'3782'0'0,"-8"3"-577"0"0,21 1-2639 0 0,1 13 637 0 0,2-11-1071 0 0,-1 0 1 0 0,1 0-1 0 0,0 1 0 0 0,0-1 1 0 0,0 0-1 0 0,0 0 0 0 0,0 1 1 0 0,1 3-1 0 0,8 41 627 0 0,-3 1-1 0 0,1 50 1 0 0,-3-24-837 0 0,-2-58-424 0 0,0 1 0 0 0,5 20 0 0 0,-5-31-161 0 0,0 0 1 0 0,0 0-1 0 0,0 0 1 0 0,1 0 0 0 0,0-1-1 0 0,0 1 1 0 0,0-1-1 0 0,1 0 1 0 0,4 6 0 0 0,5 1-2793 0 0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3:42.1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0 133 1068 0 0,'4'-8'726'0'0,"0"1"-1"0"0,0 0 0 0 0,1 1 1 0 0,-1-1-1 0 0,2 1 1 0 0,-1 0-1 0 0,1 0 0 0 0,-1 0 1 0 0,10-6-1 0 0,-11 10-602 0 0,-1 0 0 0 0,1-1 1 0 0,0 2-1 0 0,0-1 0 0 0,0 0 0 0 0,0 1 0 0 0,0-1 1 0 0,0 1-1 0 0,0 0 0 0 0,1 1 0 0 0,-1-1 0 0 0,0 1 0 0 0,0 0 1 0 0,1 0-1 0 0,-1 0 0 0 0,0 0 0 0 0,0 1 0 0 0,1 0 0 0 0,5 2 1 0 0,-4-1-36 0 0,-1 0-1 0 0,0 0 1 0 0,0 0 0 0 0,0 1 0 0 0,-1 0 0 0 0,1 0 0 0 0,-1 0 0 0 0,1 1 0 0 0,-1-1 0 0 0,0 1 0 0 0,0 0-1 0 0,-1 0 1 0 0,1 0 0 0 0,-1 1 0 0 0,0-1 0 0 0,0 1 0 0 0,0 0 0 0 0,-1 0 0 0 0,0 0 0 0 0,0 0 0 0 0,2 8-1 0 0,-2-6 71 0 0,-1 0-1 0 0,0 0 0 0 0,0 0 0 0 0,-1-1 0 0 0,1 1 0 0 0,-2 0 0 0 0,1 0 1 0 0,-1 0-1 0 0,0 0 0 0 0,0 0 0 0 0,-1-1 0 0 0,0 1 0 0 0,0 0 0 0 0,-1-1 0 0 0,1 0 1 0 0,-8 12-1 0 0,-2 1 283 0 0,5-6 439 0 0,-1-1 0 0 0,-16 18 0 0 0,23-28-409 0 0,2-5-456 0 0,-1 1 1 0 0,1-1 0 0 0,0 1 0 0 0,0 0-1 0 0,0 0 1 0 0,0 0 0 0 0,0-1 0 0 0,0 1-1 0 0,0 0 1 0 0,1 0 0 0 0,-1 0 0 0 0,1 1 0 0 0,0-1-1 0 0,3-3 1 0 0,32-25 26 0 0,-29 24-20 0 0,272-224-10 0 0,-239 192-49 0 0,-40 36 20 0 0,-2 2-54 0 0,-1 0 67 0 0,0 0 0 0 0,0 0 1 0 0,0 1-1 0 0,0-1 0 0 0,0 0 1 0 0,1 1-1 0 0,-1-1 0 0 0,0 1 1 0 0,0 0-1 0 0,0-1 0 0 0,1 1 1 0 0,-1 0-1 0 0,1 0 0 0 0,-1 0 0 0 0,0 0 1 0 0,1 0-1 0 0,0 1 0 0 0,-1-1 1 0 0,1 0-1 0 0,-2 2 0 0 0,-29 38-15 0 0,23-28 7 0 0,3-5 17 0 0,0 0 0 0 0,1 0 0 0 0,0 1 0 0 0,0 0 0 0 0,1 0 0 0 0,0 1 0 0 0,1-1 0 0 0,0 1 0 0 0,-3 13 0 0 0,6-19-15 0 0,-1 0 1 0 0,1 0-1 0 0,0 0 0 0 0,0 0 1 0 0,0 0-1 0 0,0 0 0 0 0,1 0 1 0 0,0 0-1 0 0,0 0 0 0 0,0 0 0 0 0,0 0 1 0 0,0 0-1 0 0,1 0 0 0 0,0-1 1 0 0,0 1-1 0 0,0-1 0 0 0,0 1 1 0 0,0-1-1 0 0,1 0 0 0 0,-1 0 1 0 0,1 0-1 0 0,0 0 0 0 0,0 0 1 0 0,0-1-1 0 0,0 1 0 0 0,5 2 1 0 0,5 2-566 0 0,1 0 1 0 0,-1-1-1 0 0,1-1 1 0 0,1 0-1 0 0,-1 0 1 0 0,21 3-1 0 0,-12-5-2958 0 0,38 2 0 0 0,-23-5-1689 0 0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3:42.6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 35 728 0 0,'-27'-21'9056'0'0,"27"21"-8998"0"0,-1 0 1 0 0,1 0-1 0 0,0 0 0 0 0,0 0 1 0 0,-1-1-1 0 0,1 1 1 0 0,0 0-1 0 0,-1 0 1 0 0,1 0-1 0 0,0 0 1 0 0,0-1-1 0 0,0 1 1 0 0,-1 0-1 0 0,1 0 1 0 0,0 0-1 0 0,0-1 1 0 0,0 1-1 0 0,0 0 0 0 0,-1 0 1 0 0,1-1-1 0 0,0 1 1 0 0,0 0-1 0 0,0 0 1 0 0,0-1-1 0 0,0 1 1 0 0,0 0-1 0 0,0-1 1 0 0,0 1-1 0 0,0 0 1 0 0,0 0-1 0 0,0-1 1 0 0,0 1-1 0 0,0 0 1 0 0,0-1-1 0 0,0 1 0 0 0,0 0 1 0 0,0 0-1 0 0,0-1 1 0 0,0 1-1 0 0,0 0 1 0 0,0-1-1 0 0,0 1 1 0 0,1 0-1 0 0,-1 0 1 0 0,0 0-1 0 0,0-1 1 0 0,0 1-1 0 0,0 0 1 0 0,1 0-1 0 0,-1-1 0 0 0,0 1 1 0 0,0 0-1 0 0,1 0 1 0 0,-1 0-1 0 0,0 0 1 0 0,0-1-1 0 0,1 1 1 0 0,-1 0-1 0 0,0 0 1 0 0,0 0-1 0 0,1 0 1 0 0,-1 0-1 0 0,0 0 1 0 0,1 0-1 0 0,-1 0 1 0 0,0 0-1 0 0,0 0 0 0 0,1 0 1 0 0,4 1 55 0 0,1 1 1 0 0,-1-1-1 0 0,0 1 1 0 0,0 1-1 0 0,0-1 1 0 0,0 1-1 0 0,-1-1 1 0 0,1 1-1 0 0,-1 1 1 0 0,1-1-1 0 0,-1 1 1 0 0,0-1-1 0 0,-1 1 1 0 0,1 0-1 0 0,-1 1 1 0 0,1-1-1 0 0,-1 0 1 0 0,-1 1-1 0 0,1 0 1 0 0,0 0-1 0 0,-1 0 0 0 0,0 0 1 0 0,0 0-1 0 0,-1 0 1 0 0,0 1-1 0 0,0-1 1 0 0,0 0-1 0 0,0 1 1 0 0,-1-1-1 0 0,0 1 1 0 0,0-1-1 0 0,0 0 1 0 0,-1 1-1 0 0,1-1 1 0 0,-1 1-1 0 0,-3 6 1 0 0,-2 8 511 0 0,-2 0 0 0 0,0-1 0 0 0,-1 0 0 0 0,-20 32 0 0 0,-57 65 2455 0 0,44-62-1435 0 0,42-53-1635 0 0,-1-1 0 0 0,1 0 0 0 0,0 0 0 0 0,-1 1 0 0 0,1-1 0 0 0,0 0 0 0 0,-1 1 0 0 0,1-1 0 0 0,0 1 0 0 0,0-1 0 0 0,-1 0 0 0 0,1 1 0 0 0,0-1 0 0 0,0 1 0 0 0,0-1 0 0 0,-1 1 0 0 0,1-1 0 0 0,0 0 0 0 0,0 1 0 0 0,0-1 0 0 0,0 1 0 0 0,0-1 0 0 0,0 1 0 0 0,0-1 0 0 0,0 1 0 0 0,0-1 0 0 0,0 1 0 0 0,0-1 0 0 0,0 1 0 0 0,1-1 0 0 0,-1 0 0 0 0,0 1 0 0 0,0-1 0 0 0,0 1 0 0 0,1-1 0 0 0,-1 1 0 0 0,0-1 0 0 0,0 0 0 0 0,1 1 0 0 0,-1-1 0 0 0,0 0 0 0 0,1 1 0 0 0,-1-1 0 0 0,0 0 0 0 0,1 1 0 0 0,-1-1 0 0 0,1 0 0 0 0,-1 0 0 0 0,0 1 0 0 0,1-1 0 0 0,-1 0 0 0 0,1 0 0 0 0,-1 0 0 0 0,1 0 0 0 0,-1 0 0 0 0,1 0 0 0 0,-1 0 0 0 0,1 0 0 0 0,0 0 0 0 0,32 1 68 0 0,-30-2-61 0 0,450-54 126 0 0,-287 32-110 0 0,-103 13 51 0 0,48-4 122 0 0,-77 7-275 0 0,-32 6 74 0 0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3:43.1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 50 904 0 0,'-219'-15'16375'0'0,"216"14"-15848"0"0,1 1-71 0 0,151-10 2527 0 0,-82 5-2824 0 0,212-10 68 0 0,-214 11-381 0 0,-62 4-110 0 0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3:43.8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89 964 0 0,'-48'-33'6319'0'0,"47"33"-6243"0"0,0 0 0 0 0,1-1 0 0 0,-1 1 0 0 0,0-1 0 0 0,0 0 0 0 0,1 1 0 0 0,-1-1 0 0 0,0 0 0 0 0,1 1 0 0 0,-1-1 0 0 0,1 0 0 0 0,-1 0 0 0 0,1 1-1 0 0,-1-1 1 0 0,1 0 0 0 0,0 0 0 0 0,-1 0 0 0 0,1 0 0 0 0,0-1 0 0 0,0 2-35 0 0,0-1 0 0 0,0 0 0 0 0,0 1 0 0 0,0-1 1 0 0,1 1-1 0 0,-1-1 0 0 0,0 1 0 0 0,0-1 0 0 0,1 1 0 0 0,-1-1 0 0 0,0 1 0 0 0,1-1 0 0 0,-1 1 0 0 0,1-1 0 0 0,-1 1 0 0 0,0-1 1 0 0,1 1-1 0 0,-1 0 0 0 0,1-1 0 0 0,-1 1 0 0 0,2-1 0 0 0,0 0 22 0 0,0 0 0 0 0,1 0 0 0 0,-1 1 0 0 0,0-1 0 0 0,1 0 1 0 0,-1 1-1 0 0,1 0 0 0 0,-1-1 0 0 0,1 1 0 0 0,-1 0 0 0 0,0 0 0 0 0,5 1 0 0 0,-1 1-24 0 0,-1-1-1 0 0,1 2 0 0 0,-1-1 0 0 0,0 0 0 0 0,0 1 1 0 0,0 0-1 0 0,0 0 0 0 0,-1 1 0 0 0,1-1 0 0 0,-1 1 1 0 0,0 0-1 0 0,0 0 0 0 0,0 1 0 0 0,0-1 0 0 0,-1 1 1 0 0,0 0-1 0 0,0 0 0 0 0,0 0 0 0 0,-1 0 1 0 0,1 0-1 0 0,-1 0 0 0 0,0 1 0 0 0,-1-1 0 0 0,1 1 1 0 0,0 7-1 0 0,-1-3 91 0 0,0 0 1 0 0,0 0-1 0 0,-1 0 0 0 0,0 0 1 0 0,-1-1-1 0 0,0 1 1 0 0,0 0-1 0 0,-1 0 0 0 0,-1-1 1 0 0,0 1-1 0 0,0-1 0 0 0,0 0 1 0 0,-1 0-1 0 0,-8 13 1 0 0,-42 55 1622 0 0,53-75-1386 0 0,4-15-278 0 0,2 2-73 0 0,1 0-1 0 0,1 1 0 0 0,0 0 1 0 0,0 0-1 0 0,1 1 0 0 0,12-12 0 0 0,247-227 4 0 0,-260 242-17 0 0,14-17-19 0 0,-20 22 7 0 0,-18 15-5 0 0,-4 10 141 0 0,2 0 0 0 0,-31 50 0 0 0,44-64-52 0 0,1 0 1 0 0,0 1 0 0 0,0 0 0 0 0,1-1-1 0 0,0 2 1 0 0,1-1 0 0 0,1 0 0 0 0,-1 1 0 0 0,2-1-1 0 0,0 1 1 0 0,0 11 0 0 0,1-19-56 0 0,1 0 0 0 0,-1 0 0 0 0,1 0 0 0 0,0 0 0 0 0,0 0 0 0 0,0-1 0 0 0,1 1 0 0 0,-1 0 0 0 0,1-1 0 0 0,0 1 0 0 0,0-1 0 0 0,0 1 0 0 0,1-1 0 0 0,-1 0 0 0 0,6 5 0 0 0,-2-3 10 0 0,-1-1-1 0 0,1 0 1 0 0,0 0 0 0 0,0 0-1 0 0,1-1 1 0 0,-1 0 0 0 0,1 0-1 0 0,9 2 1 0 0,4 0-208 0 0,1-1 0 0 0,-1-1 0 0 0,1-1 1 0 0,0-1-1 0 0,24-1 0 0 0,54-9-3780 0 0,-36-2-1725 0 0,-35 4 1275 0 0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3:44.4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342 37 1692 0 0,'-45'-24'9608'0'0,"45"24"-9560"0"0,-1 0 0 0 0,1 0 0 0 0,0 0 0 0 0,0 0 0 0 0,-1 0 0 0 0,1 0-1 0 0,0 0 1 0 0,-1 0 0 0 0,1-1 0 0 0,0 1 0 0 0,-1 0 0 0 0,1 0 0 0 0,0 0-1 0 0,0 0 1 0 0,-1 0 0 0 0,1-1 0 0 0,0 1 0 0 0,0 0 0 0 0,-1 0 0 0 0,1 0-1 0 0,0-1 1 0 0,0 1 0 0 0,0 0 0 0 0,-1 0 0 0 0,1-1 0 0 0,0 1 0 0 0,0 0-1 0 0,0-1 1 0 0,0 1 0 0 0,0 0 0 0 0,0-1 0 0 0,-1 1-23 0 0,1 0-1 0 0,0 0 1 0 0,0-1 0 0 0,0 1 0 0 0,0 0 0 0 0,0 0-1 0 0,0 0 1 0 0,0-1 0 0 0,0 1 0 0 0,0 0-1 0 0,0 0 1 0 0,0 0 0 0 0,0-1 0 0 0,0 1 0 0 0,0 0-1 0 0,0 0 1 0 0,0 0 0 0 0,0 0 0 0 0,0-1 0 0 0,0 1-1 0 0,0 0 1 0 0,1 0 0 0 0,-1 0 0 0 0,0-1 0 0 0,0 1-1 0 0,0 0 1 0 0,0 0 0 0 0,0 0 0 0 0,0 0-1 0 0,1 0 1 0 0,-1-1 0 0 0,0 1 0 0 0,0 0 0 0 0,0 0-1 0 0,0 0 1 0 0,1 0 0 0 0,-1 0 0 0 0,0 0 0 0 0,0 0-1 0 0,0 0 1 0 0,0 0 0 0 0,1 0 0 0 0,-1 0 0 0 0,0 0-1 0 0,0 0 1 0 0,0 0 0 0 0,1 0 0 0 0,-1 0 0 0 0,0 0-1 0 0,0 0 1 0 0,0 0 0 0 0,1 0 0 0 0,-1 0-1 0 0,0 0 1 0 0,0 0 0 0 0,0 0 0 0 0,0 0 0 0 0,1 0-1 0 0,-1 0 1 0 0,0 1 0 0 0,8 0 24 0 0,0 2 0 0 0,0-1 0 0 0,-1 1 0 0 0,1 0 0 0 0,-1 1 0 0 0,0-1-1 0 0,0 2 1 0 0,0-1 0 0 0,11 10 0 0 0,-16-12-12 0 0,0 0 0 0 0,0 0 0 0 0,0 0 0 0 0,-1 0 0 0 0,1 0 0 0 0,-1 0 0 0 0,1 0 0 0 0,-1 1 1 0 0,0-1-1 0 0,0 1 0 0 0,0-1 0 0 0,0 1 0 0 0,0-1 0 0 0,-1 1 0 0 0,1 0 0 0 0,-1-1 0 0 0,1 1 0 0 0,-1 0 0 0 0,0-1 0 0 0,0 1 0 0 0,-1 0 0 0 0,1-1 0 0 0,0 1 0 0 0,-1 0 0 0 0,1-1 0 0 0,-1 1 0 0 0,0 0 0 0 0,0-1 0 0 0,0 0 0 0 0,0 1 0 0 0,-1-1 0 0 0,1 1 0 0 0,-1-1 0 0 0,-1 2 0 0 0,-54 76 1568 0 0,56-79-1487 0 0,0 0-90 0 0,1-1 1 0 0,-1 0-1 0 0,1 1 1 0 0,0-1-1 0 0,-1 1 1 0 0,1-1 0 0 0,-1 1-1 0 0,1-1 1 0 0,0 1-1 0 0,-1-1 1 0 0,1 1-1 0 0,0-1 1 0 0,0 1 0 0 0,0-1-1 0 0,-1 1 1 0 0,1-1-1 0 0,0 1 1 0 0,0 0-1 0 0,0 0-26 0 0,0-1 0 0 0,0 0-1 0 0,0 1 1 0 0,1-1-1 0 0,-1 1 1 0 0,0-1 0 0 0,0 0-1 0 0,0 1 1 0 0,1-1-1 0 0,-1 0 1 0 0,0 0 0 0 0,0 1-1 0 0,1-1 1 0 0,-1 0-1 0 0,0 1 1 0 0,1-1 0 0 0,-1 0-1 0 0,0 0 1 0 0,1 0-1 0 0,-1 1 1 0 0,0-1 0 0 0,1 0-1 0 0,-1 0 1 0 0,0 0-1 0 0,1 0 1 0 0,-1 0 0 0 0,1 0-1 0 0,-1 0 1 0 0,1 0-1 0 0,22 0-7 0 0,38 4 0 0 0,-54-3 74 0 0,0 1 0 0 0,0-1 0 0 0,-1 1 0 0 0,1 0 0 0 0,-1 1 0 0 0,1 0 0 0 0,-1 0 0 0 0,0 0 0 0 0,0 1 0 0 0,0 0 1 0 0,-1 0-1 0 0,1 0 0 0 0,-1 0 0 0 0,0 1 0 0 0,0 0 0 0 0,6 9 0 0 0,-8-10-6 0 0,0 1 0 0 0,-1-1-1 0 0,1 1 1 0 0,-1-1 0 0 0,0 1 0 0 0,-1 0 0 0 0,1-1 0 0 0,-1 1 0 0 0,0 0-1 0 0,0 0 1 0 0,0 0 0 0 0,-1 0 0 0 0,1 0 0 0 0,-2 0 0 0 0,1 1-1 0 0,0-1 1 0 0,-1 0 0 0 0,0 0 0 0 0,0 0 0 0 0,0-1 0 0 0,-1 1-1 0 0,-3 9 1 0 0,-1-4 202 0 0,0 0 0 0 0,0-1-1 0 0,-1 1 1 0 0,0-2-1 0 0,-1 1 1 0 0,1-1 0 0 0,-2 0-1 0 0,1 0 1 0 0,-1-1 0 0 0,0 0-1 0 0,-1-1 1 0 0,0 0 0 0 0,0 0-1 0 0,0-1 1 0 0,0-1 0 0 0,-1 0-1 0 0,0 0 1 0 0,0-1 0 0 0,0 0-1 0 0,-16 2 1 0 0,10-3-181 0 0,-1 0-1 0 0,1-1 1 0 0,0-1 0 0 0,0-1 0 0 0,0 0-1 0 0,0-1 1 0 0,0-1 0 0 0,0 0 0 0 0,0-1 0 0 0,1-1-1 0 0,0-1 1 0 0,-31-15 0 0 0,37 16-340 0 0,1-1 1 0 0,-1 0-1 0 0,1 0 1 0 0,1-1-1 0 0,-13-12 1 0 0,20 18 54 0 0,-1-1 1 0 0,1 1-1 0 0,-1-1 1 0 0,1 0-1 0 0,0 0 1 0 0,0 0-1 0 0,0 0 1 0 0,0 0-1 0 0,0 0 1 0 0,1 0-1 0 0,-1 0 1 0 0,0 0-1 0 0,1 0 1 0 0,-1 0-1 0 0,1 0 1 0 0,0 0-1 0 0,0-1 1 0 0,0 1-1 0 0,0 0 1 0 0,0 0-1 0 0,0 0 1 0 0,1 0-1 0 0,-1 0 0 0 0,1-1 1 0 0,0 1-1 0 0,-1 0 1 0 0,1 0-1 0 0,0 0 1 0 0,0 0-1 0 0,0 1 1 0 0,0-1-1 0 0,1 0 1 0 0,-1 0-1 0 0,2-2 1 0 0,7-5-1677 0 0,-1-1 0 0 0,2 1 0 0 0,-1 1 0 0 0,23-15 0 0 0,-23 17 253 0 0,21-13-3986 0 0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3:45.2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37 1252 0 0,'-2'-1'1362'0'0,"-45"-18"5391"0"0,45 18-6302 0 0,1 1-276 0 0,1 0 0 0 0,-1 0-1 0 0,1 0 1 0 0,-1-1-1 0 0,0 1 1 0 0,1 0 0 0 0,-1 0-1 0 0,1-1 1 0 0,-1 1 0 0 0,1 0-1 0 0,0-1 1 0 0,-1 1 0 0 0,1 0-1 0 0,-1-1 1 0 0,1 1 0 0 0,-1-1-1 0 0,1 0 1 0 0,2 0-67 0 0,0 0-1 0 0,0 0 1 0 0,0 0 0 0 0,0 0 0 0 0,0 0 0 0 0,1 0-1 0 0,-1 1 1 0 0,0-1 0 0 0,0 1 0 0 0,1-1 0 0 0,-1 1-1 0 0,3 0 1 0 0,38 0 481 0 0,-29 0-412 0 0,336 6 1141 0 0,-140 2 615 0 0,-199-9-2617 0 0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3:45.5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33 688 0 0,'-2'-15'4000'0'0,"1"11"-4302"0"0,0-7 4279 0 0,2 11-3923 0 0,-1-1 0 0 0,0 1 1 0 0,0 0-1 0 0,0 0 0 0 0,0 0 1 0 0,0 0-1 0 0,1 0 0 0 0,-1-1 1 0 0,0 1-1 0 0,0 0 0 0 0,0 0 1 0 0,0 0-1 0 0,1 0 0 0 0,-1 0 1 0 0,0 0-1 0 0,0 0 0 0 0,0 0 1 0 0,1 0-1 0 0,-1 0 0 0 0,0 0 1 0 0,0 0-1 0 0,0 0 0 0 0,1 0 1 0 0,-1 0-1 0 0,0 0 1 0 0,0 0-1 0 0,1 0 0 0 0,-1 0 1 0 0,0 0-1 0 0,0 0 0 0 0,0 0 1 0 0,1 0-1 0 0,-1 0 0 0 0,0 0 1 0 0,0 0-1 0 0,0 0 0 0 0,0 1 1 0 0,1-1-1 0 0,-1 0 0 0 0,0 0 1 0 0,0 0-1 0 0,0 0 0 0 0,0 0 1 0 0,0 1-1 0 0,1-1 0 0 0,-1 0 1 0 0,0 0-1 0 0,0 0 0 0 0,0 1 1 0 0,0-1-1 0 0,0 0 0 0 0,0 0 1 0 0,0 1-1 0 0,2 2 204 0 0,0 0-1 0 0,0 1 0 0 0,0-1 1 0 0,0 1-1 0 0,-1 0 1 0 0,1 0-1 0 0,-1-1 1 0 0,0 1-1 0 0,-1 0 1 0 0,2 6-1 0 0,0 2 349 0 0,4 20 573 0 0,-2 0-1 0 0,-1 1 0 0 0,-1 47 0 0 0,-15 98 502 0 0,10-151-1509 0 0,-5 36 36 0 0,3-31-50 0 0,0 35 1 0 0,5-67-211 0 0,0 1 1 0 0,0-1 0 0 0,0 1 0 0 0,0 0 0 0 0,0-1 0 0 0,0 1-1 0 0,0-1 1 0 0,0 1 0 0 0,1-1 0 0 0,-1 1 0 0 0,0-1-1 0 0,0 1 1 0 0,0 0 0 0 0,1-1 0 0 0,-1 1 0 0 0,0-1-1 0 0,1 0 1 0 0,-1 1 0 0 0,0-1 0 0 0,1 1 0 0 0,-1-1-1 0 0,1 1 1 0 0,-1-1 0 0 0,1 0 0 0 0,-1 1 0 0 0,1-1 0 0 0,-1 0-1 0 0,1 0 1 0 0,-1 1 0 0 0,1-1 0 0 0,-1 0 0 0 0,1 0-1 0 0,0 0 1 0 0,-1 0 0 0 0,1 1 0 0 0,-1-1 0 0 0,1 0-1 0 0,-1 0 1 0 0,1 0 0 0 0,0 0 0 0 0,-1-1 0 0 0,1 1 0 0 0,-1 0-1 0 0,1 0 1 0 0,0 0 0 0 0,0-1 0 0 0,32-11-3369 0 0,-26 9 2691 0 0,36-16-5826 0 0,-18 4 299 0 0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3:46.1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80 1932 0 0,'9'-75'8981'0'0,"-9"74"-8952"0"0,1 1 0 0 0,-1-1 0 0 0,1 1-1 0 0,0 0 1 0 0,0-1 0 0 0,-1 1 0 0 0,1 0 0 0 0,0-1 0 0 0,-1 1 0 0 0,1 0 0 0 0,0 0-1 0 0,0 0 1 0 0,-1 0 0 0 0,1 0 0 0 0,0 0 0 0 0,0 0 0 0 0,-1 0 0 0 0,1 0 0 0 0,0 0-1 0 0,0 0 1 0 0,-1 0 0 0 0,1 1 0 0 0,0-1 0 0 0,0 0 0 0 0,-1 0 0 0 0,1 1-1 0 0,0-1 1 0 0,0 1 0 0 0,24 9 459 0 0,-17-6-392 0 0,0 2 0 0 0,-1-1 0 0 0,1 1 0 0 0,-1 0 0 0 0,-1 0 0 0 0,1 1 0 0 0,-1 0 0 0 0,0 0 0 0 0,-1 1 1 0 0,0 0-1 0 0,0 0 0 0 0,0 0 0 0 0,3 10 0 0 0,-5-11-6 0 0,-1 0 1 0 0,0 0-1 0 0,0 0 1 0 0,-1 0-1 0 0,0 0 0 0 0,0 0 1 0 0,-1 0-1 0 0,0 0 1 0 0,0 0-1 0 0,0 1 1 0 0,-1-1-1 0 0,0 0 1 0 0,-1 0-1 0 0,1 0 0 0 0,-1 0 1 0 0,-1-1-1 0 0,-4 11 1 0 0,0-3 168 0 0,-2-1 0 0 0,0 0 0 0 0,0 0 1 0 0,-1-1-1 0 0,0 0 0 0 0,-1-1 0 0 0,-1 0 0 0 0,-14 11 1 0 0,-3-2 480 0 0,0-1 0 0 0,-49 24 0 0 0,76-42-671 0 0,0 0-13 0 0,1 0 1 0 0,-1 0 0 0 0,1 0 0 0 0,-1 0-1 0 0,1-1 1 0 0,-1 1 0 0 0,0-1 0 0 0,1 1-1 0 0,-1-1 1 0 0,0 0 0 0 0,1 0 0 0 0,-1 0-1 0 0,-3 0 1 0 0,5 0-52 0 0,-1 0-1 0 0,1 0 1 0 0,0-1 0 0 0,0 1-1 0 0,0 0 1 0 0,-1 0 0 0 0,1-1-1 0 0,0 1 1 0 0,0 0 0 0 0,0-1-1 0 0,0 1 1 0 0,0 0-1 0 0,0 0 1 0 0,0-1 0 0 0,0 1-1 0 0,0 0 1 0 0,0-1 0 0 0,0 1-1 0 0,0 0 1 0 0,0-1-1 0 0,0 1 1 0 0,0 0 0 0 0,0-1-1 0 0,0 1 1 0 0,0 0 0 0 0,0-1-1 0 0,0 1 1 0 0,0 0 0 0 0,0 0-1 0 0,1-1 1 0 0,-1 1-1 0 0,0 0 1 0 0,1-1 0 0 0,4-10 37 0 0,2 1-27 0 0,0 0 1 0 0,1 1-1 0 0,0-1 0 0 0,1 2 0 0 0,13-12 1 0 0,55-36-46 0 0,-58 43 28 0 0,265-172-74 0 0,-216 140-3 0 0,-66 44 146 0 0,-26 8-181 0 0,3 8 86 0 0,1 1-1 0 0,1 1 1 0 0,0 0-1 0 0,1 2 1 0 0,-23 30 0 0 0,37-43 37 0 0,-1 0 0 0 0,1 1 0 0 0,0 0 0 0 0,1-1 0 0 0,0 2 0 0 0,0-1 0 0 0,0 0 0 0 0,1 0 0 0 0,0 1 1 0 0,0 0-1 0 0,1-1 0 0 0,0 1 0 0 0,1 0 0 0 0,-1 0 0 0 0,1-1 0 0 0,2 14 0 0 0,-1-15 5 0 0,1 0 0 0 0,-1 1 0 0 0,1-1 0 0 0,0 0-1 0 0,1 0 1 0 0,-1 0 0 0 0,1 0 0 0 0,0-1 0 0 0,1 1-1 0 0,-1-1 1 0 0,1 0 0 0 0,0 1 0 0 0,1-2 0 0 0,-1 1-1 0 0,1-1 1 0 0,0 1 0 0 0,0-1 0 0 0,0-1 0 0 0,1 1-1 0 0,6 3 1 0 0,1-1-177 0 0,0-1 0 0 0,0 0 0 0 0,0-1 0 0 0,1-1 0 0 0,0 0 0 0 0,-1-1 0 0 0,1 0 0 0 0,0-1 0 0 0,0 0 0 0 0,22-3-1 0 0,-15 0-1594 0 0,-1-2-1 0 0,1 0 0 0 0,-1-1 0 0 0,0-1 1 0 0,0-1-1 0 0,26-12 0 0 0,-19 5-2691 0 0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3:46.5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365 16 652 0 0,'0'0'1338'0'0,"-6"-11"2333"0"0,5 10-3479 0 0,-1 0 1 0 0,0 1 0 0 0,0-1 0 0 0,0 1 0 0 0,0-1 0 0 0,0 1 0 0 0,0 0 0 0 0,0 0 0 0 0,0 0 0 0 0,0 0 0 0 0,0 0 0 0 0,0 0 0 0 0,0 0 0 0 0,0 1 0 0 0,0-1 0 0 0,0 1 0 0 0,0 0 0 0 0,0-1 0 0 0,0 1 0 0 0,0 0 0 0 0,1 0 0 0 0,-1 0 0 0 0,0 0 0 0 0,1 1 0 0 0,-4 1 0 0 0,1 1 113 0 0,-1 0 0 0 0,1 0-1 0 0,0 0 1 0 0,0 0 0 0 0,0 1 0 0 0,0-1-1 0 0,1 1 1 0 0,-5 10 0 0 0,6-11-159 0 0,1 0 0 0 0,0 0 0 0 0,0 0 1 0 0,1 0-1 0 0,-1 0 0 0 0,1 0 0 0 0,0 0 0 0 0,0 1 0 0 0,0-1 1 0 0,1 0-1 0 0,-1 0 0 0 0,1 0 0 0 0,0 0 0 0 0,0 0 1 0 0,0 0-1 0 0,1 0 0 0 0,0 0 0 0 0,3 6 0 0 0,5 7 281 0 0,0-1 0 0 0,23 27 0 0 0,-17-23-154 0 0,-12-16-207 0 0,12 17 353 0 0,-1 0 0 0 0,14 26 0 0 0,-28-45-348 0 0,-1 0-1 0 0,1 0 1 0 0,-1 0 0 0 0,1 0-1 0 0,-1 0 1 0 0,0-1 0 0 0,0 1-1 0 0,0 0 1 0 0,0 0 0 0 0,0 0-1 0 0,0 0 1 0 0,0 0 0 0 0,-1 0-1 0 0,1 0 1 0 0,-1 0 0 0 0,0 0-1 0 0,1-1 1 0 0,-1 1 0 0 0,0 0-1 0 0,0 0 1 0 0,0-1 0 0 0,0 1-1 0 0,0-1 1 0 0,0 1 0 0 0,-1-1-1 0 0,1 1 1 0 0,-3 1 0 0 0,-3 4 168 0 0,-1-1 1 0 0,0 1 0 0 0,-14 7-1 0 0,22-13-229 0 0,-17 8 1 0 0,-1 0-1 0 0,0-1 1 0 0,0-1 0 0 0,-1-1 0 0 0,0-1 0 0 0,0 0-1 0 0,0-1 1 0 0,-1-1 0 0 0,1-1 0 0 0,-1-1 0 0 0,0-1-1 0 0,1 0 1 0 0,-28-5 0 0 0,43 4-326 0 0,0 0 1 0 0,1 0-1 0 0,-1 0 0 0 0,0 0 1 0 0,0-1-1 0 0,0 0 0 0 0,1 1 1 0 0,-7-6-1 0 0,9 6-84 0 0,0 0-1 0 0,-1 0 1 0 0,1 0 0 0 0,0 0-1 0 0,0 0 1 0 0,0-1 0 0 0,0 1-1 0 0,0 0 1 0 0,0-1 0 0 0,0 1-1 0 0,0-1 1 0 0,1 1 0 0 0,-1-1-1 0 0,0 1 1 0 0,1-1 0 0 0,0 0-1 0 0,-1 1 1 0 0,1-1 0 0 0,0 0-1 0 0,0 1 1 0 0,0-1 0 0 0,0 0 0 0 0,0 1-1 0 0,0-3 1 0 0,5-12-6673 0 0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3:46.7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0 189 660 0 0,'1'-2'381'0'0,"5"-42"13867"0"0,-2 32-12037 0 0,0 9-2084 0 0,0 0 0 0 0,1 1 0 0 0,0-1 0 0 0,-1 1 0 0 0,1 0 0 0 0,0 0 0 0 0,9-1-1 0 0,43-8 22 0 0,-26 6-37 0 0,193-43-909 0 0,-129 28-2193 0 0,-2 0-3661 0 0,-59 13 723 0 0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3:46.9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1 1012 0 0,'-2'1'1806'0'0,"-42"24"7113"0"0,43-24-8660 0 0,0-1 0 0 0,0 1 1 0 0,0 0-1 0 0,0-1 0 0 0,0 1 0 0 0,0 0 1 0 0,0 0-1 0 0,0-1 0 0 0,0 1 0 0 0,0 0 0 0 0,0 0 1 0 0,0 0-1 0 0,1 0 0 0 0,-1 0 0 0 0,0 1 0 0 0,1-1 1 0 0,-2 2-1 0 0,2-2-163 0 0,0 0 0 0 0,0-1 0 0 0,1 1 0 0 0,-1 0 0 0 0,0 0 0 0 0,0-1 1 0 0,0 1-1 0 0,0 0 0 0 0,1 0 0 0 0,-1-1 0 0 0,0 1 0 0 0,1 0 0 0 0,-1-1 0 0 0,0 1 0 0 0,1 0 1 0 0,-1-1-1 0 0,1 1 0 0 0,-1-1 0 0 0,1 1 0 0 0,-1-1 0 0 0,2 1 0 0 0,2 2 44 0 0,-1 0 0 0 0,1-1 0 0 0,0 0 0 0 0,0 0-1 0 0,0 0 1 0 0,1-1 0 0 0,6 2 0 0 0,16 2-176 0 0,0-1 1 0 0,0-2 0 0 0,1-1-1 0 0,-1-1 1 0 0,45-5 0 0 0,33-13-3461 0 0,-6-7-4624 0 0,-70 17 2716 0 0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3:47.1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50 1316 0 0,'-18'7'2533'0'0,"0"1"1"0"0,1 1-1 0 0,-27 19 0 0 0,43-28-2438 0 0,0 0 0 0 0,0 1 0 0 0,1-1 0 0 0,-1 1 0 0 0,0-1-1 0 0,1 1 1 0 0,-1 0 0 0 0,0-1 0 0 0,1 1 0 0 0,-1 0 0 0 0,1-1 0 0 0,-1 1 0 0 0,1 0 0 0 0,-1 0-1 0 0,1-1 1 0 0,-1 1 0 0 0,1 0 0 0 0,0 0 0 0 0,-1 0 0 0 0,1 0 0 0 0,0-1 0 0 0,0 1 0 0 0,0 2 0 0 0,0-3-43 0 0,0 1 1 0 0,1 0-1 0 0,-1 0 0 0 0,1-1 1 0 0,-1 1-1 0 0,1 0 1 0 0,0-1-1 0 0,-1 1 1 0 0,1-1-1 0 0,-1 1 1 0 0,1-1-1 0 0,0 1 1 0 0,-1-1-1 0 0,1 1 1 0 0,0-1-1 0 0,0 0 1 0 0,-1 1-1 0 0,1-1 1 0 0,1 0-1 0 0,6 2 116 0 0,-1 0 0 0 0,0-1 0 0 0,15 1 0 0 0,6-2-229 0 0,1-1 0 0 0,0-1 0 0 0,-1-2 0 0 0,54-13 0 0 0,-21-2-2585 0 0,66-28 0 0 0,-76 25-542 0 0,1-3-1071 0 0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3:47.7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100 173 940 0 0,'-28'-51'7830'0'0,"-24"-64"0"0"0,47 108-6149 0 0,0 14-878 0 0,1 13 63 0 0,-1 65 2786 0 0,10 164 0 0 0,-4-232-3512 0 0,1-1-1 0 0,0 1 0 0 0,1 0 0 0 0,1-1 0 0 0,1 1 1 0 0,0-1-1 0 0,1-1 0 0 0,11 21 0 0 0,-14-30-114 0 0,1 0-1 0 0,0 0 0 0 0,1 0 1 0 0,0 0-1 0 0,0 0 1 0 0,0-1-1 0 0,0 0 0 0 0,1 0 1 0 0,0-1-1 0 0,0 1 1 0 0,0-1-1 0 0,1 0 0 0 0,-1-1 1 0 0,1 0-1 0 0,0 0 1 0 0,0 0-1 0 0,0-1 0 0 0,0 0 1 0 0,0 0-1 0 0,1-1 1 0 0,7 1-1 0 0,-3-2-8 0 0,1 0-1 0 0,-1 0 1 0 0,0-1 0 0 0,0-1-1 0 0,0 0 1 0 0,0-1 0 0 0,0 0-1 0 0,0-1 1 0 0,-1 0 0 0 0,1 0-1 0 0,-1-2 1 0 0,16-9 0 0 0,8-8-49 0 0,-2-2 1 0 0,42-39-1 0 0,-16 13 132 0 0,-47 41-2 0 0,-10 8-74 0 0,-1 0 0 0 0,1 0 1 0 0,0 1-1 0 0,0-1 1 0 0,0 1-1 0 0,0-1 1 0 0,1 1-1 0 0,-1 0 1 0 0,4-1-1 0 0,-5 1 134 0 0,-2 15 91 0 0,-2 1 1 0 0,0-1 0 0 0,0 0 0 0 0,-1 0 0 0 0,-1 0-1 0 0,0 0 1 0 0,-10 16 0 0 0,-2 10-131 0 0,-42 105-2329 0 0,-13 32-3306 0 0,9 4-6198 0 0,40-104 1717 0 0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3:48.7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31 1044 0 0,'0'0'860'0'0,"2"-10"708"0"0,3 0-616 0 0,-8-1-860 0 0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3:49.9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70 584 0 0,'9'-12'2671'0'0,"-5"6"-2416"0"0,1 1 0 0 0,0 0 0 0 0,1 0 0 0 0,-1 1 0 0 0,1-1 0 0 0,0 1 0 0 0,0 1 0 0 0,0-1 0 0 0,1 1 0 0 0,-1 0 0 0 0,1 0 0 0 0,10-2 0 0 0,-12 4-220 0 0,-1 0 0 0 0,0 1 0 0 0,0 0 0 0 0,1-1 1 0 0,-1 2-1 0 0,0-1 0 0 0,1 0 0 0 0,-1 1 0 0 0,0 0 1 0 0,0 0-1 0 0,1 0 0 0 0,-1 0 0 0 0,0 1 0 0 0,0 0 1 0 0,0 0-1 0 0,-1 0 0 0 0,1 0 0 0 0,0 0 1 0 0,-1 1-1 0 0,1 0 0 0 0,-1 0 0 0 0,6 6 0 0 0,-5-5-8 0 0,-1 1-1 0 0,1 0 1 0 0,0 0-1 0 0,-1 0 1 0 0,0 1-1 0 0,-1-1 0 0 0,1 1 1 0 0,-1-1-1 0 0,0 1 1 0 0,0 0-1 0 0,-1 0 1 0 0,2 8-1 0 0,-3-4 6 0 0,1 1-1 0 0,-1-1 1 0 0,-1 0 0 0 0,1 0-1 0 0,-2 0 1 0 0,-4 19 0 0 0,-1-8 23 0 0,0 0-1 0 0,-2-1 1 0 0,0 0 0 0 0,-1 0 0 0 0,-1-1 0 0 0,-16 21 0 0 0,11-18 75 0 0,-19 20 0 0 0,33-40-72 0 0,3-5-54 0 0,0 0 1 0 0,1 0-1 0 0,-1 0 0 0 0,1 0 1 0 0,0 1-1 0 0,-1-1 0 0 0,1 0 1 0 0,1 1-1 0 0,2-4 1 0 0,2-1 2 0 0,66-82 97 0 0,-44 56-62 0 0,0-2-1 0 0,-3-1 1 0 0,33-57 0 0 0,-55 84-33 0 0,0 0 0 0 0,0 1 1 0 0,-1-1-1 0 0,-1 0 0 0 0,1 0 1 0 0,0-10-1 0 0,-3 18 3 0 0,0 1 1 0 0,0-1-1 0 0,0 0 0 0 0,0 0 1 0 0,1 1-1 0 0,-1-1 0 0 0,-1 0 0 0 0,1 0 1 0 0,0 1-1 0 0,0-1 0 0 0,0 0 0 0 0,0 1 1 0 0,0-1-1 0 0,-1 0 0 0 0,1 0 0 0 0,0 1 1 0 0,-1-1-1 0 0,1 0 0 0 0,0 1 1 0 0,-1-1-1 0 0,0 0-5 0 0,1 1 0 0 0,-1 0 1 0 0,1 0-1 0 0,0 0 0 0 0,-1 0 0 0 0,1 0 1 0 0,-1 0-1 0 0,1-1 0 0 0,-1 1 0 0 0,1 0 1 0 0,-1 0-1 0 0,1 0 0 0 0,0 1 1 0 0,-1-1-1 0 0,1 0 0 0 0,-1 0 0 0 0,1 0 1 0 0,-1 0-1 0 0,1 0 0 0 0,0 0 0 0 0,-1 1 1 0 0,1-1-1 0 0,-1 0 0 0 0,-1 2 19 0 0,0-1-1 0 0,0 0 1 0 0,0 1-1 0 0,0 0 1 0 0,0-1-1 0 0,0 1 0 0 0,1 0 1 0 0,-1 0-1 0 0,-1 3 1 0 0,-3 6 58 0 0,1 1 0 0 0,0 0 0 0 0,1 0-1 0 0,0 0 1 0 0,1 0 0 0 0,0 1 0 0 0,1 0 0 0 0,1-1 0 0 0,-1 22 0 0 0,3-28-68 0 0,-1 0 0 0 0,1 0 1 0 0,0 0-1 0 0,0 0 0 0 0,1-1 1 0 0,0 1-1 0 0,0 0 1 0 0,0-1-1 0 0,1 1 0 0 0,0-1 1 0 0,0 0-1 0 0,0 0 1 0 0,0 0-1 0 0,1 0 0 0 0,0 0 1 0 0,0-1-1 0 0,0 0 0 0 0,1 0 1 0 0,-1 0-1 0 0,1 0 1 0 0,0-1-1 0 0,7 5 0 0 0,3-1-104 0 0,0-1 0 0 0,1 0 0 0 0,-1 0 0 0 0,1-2 0 0 0,0 0 0 0 0,22 3 0 0 0,-10-4-1966 0 0,0-2 0 0 0,53-2-1 0 0,-60-1 302 0 0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3:50.1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14 860 0 0,'6'-8'4279'0'0,"-6"7"-4192"0"0,0 1-1 0 0,0 0 1 0 0,0 0-1 0 0,0-1 1 0 0,0 1 0 0 0,0 0-1 0 0,1-1 1 0 0,-1 1-1 0 0,0 0 1 0 0,0 0-1 0 0,0-1 1 0 0,1 1-1 0 0,-1 0 1 0 0,0 0 0 0 0,0 0-1 0 0,1-1 1 0 0,-1 1-1 0 0,0 0 1 0 0,1 0-1 0 0,-1 0 1 0 0,0 0 0 0 0,0 0-1 0 0,1-1 1 0 0,-1 1-1 0 0,0 0 1 0 0,1 0-1 0 0,-1 0 1 0 0,0 0 0 0 0,1 0-1 0 0,-1 0 1 0 0,0 0-1 0 0,1 0 1 0 0,-1 0-1 0 0,0 0 1 0 0,1 0-1 0 0,-1 1 1 0 0,0-1 0 0 0,0 0-1 0 0,1 0 1 0 0,-1 0-1 0 0,1 1 1 0 0,10 14 1209 0 0,3 26-523 0 0,-7-12-503 0 0,-2 0 0 0 0,-1 1 0 0 0,0 31 0 0 0,-2-29-1119 0 0,1-1 1 0 0,11 49 0 0 0,-2-52-3261 0 0,-4-16 1243 0 0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3:50.4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204 114 1212 0 0,'-200'-18'8618'0'0,"197"17"-8119"0"0,18-8-271 0 0,8 1-157 0 0,0 1 1 0 0,1 1-1 0 0,-1 1 0 0 0,26-3 1 0 0,-4 1-23 0 0,50-7-90 0 0,-6 1-1762 0 0,-30 1-2282 0 0,-39 7 1455 0 0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3:50.6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2 464 0 0,'-3'0'1514'0'0,"2"0"-1397"0"0,0-1 0 0 0,1 1-1 0 0,-1 0 1 0 0,0 0-1 0 0,0 0 1 0 0,0 0 0 0 0,0 0-1 0 0,1 0 1 0 0,-1 0 0 0 0,0 0-1 0 0,0 0 1 0 0,0 0 0 0 0,0 0-1 0 0,1 1 1 0 0,-1-1 0 0 0,0 0-1 0 0,0 0 1 0 0,0 1 0 0 0,1-1-1 0 0,-1 1 1 0 0,0-1 0 0 0,1 1-1 0 0,-1-1 1 0 0,0 1 0 0 0,1-1-1 0 0,-1 1 1 0 0,0 0 0 0 0,1-1-1 0 0,-1 1 1 0 0,1 0 0 0 0,0-1-1 0 0,-1 1 1 0 0,1 0 0 0 0,-1 0-1 0 0,1-1 1 0 0,0 1 0 0 0,0 0-1 0 0,-1 0 1 0 0,1 0 0 0 0,0-1-1 0 0,0 1 1 0 0,0 1 0 0 0,21 138 1937 0 0,-2-21-1867 0 0,-14-78-334 0 0,11 77 66 0 0,3-42-3937 0 0,-12-55 1432 0 0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3:51.1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1 118 1500 0 0,'0'-8'879'0'0,"0"0"0"0"0,0 0-1 0 0,1 0 1 0 0,0 0 0 0 0,3-8 0 0 0,-3 14-752 0 0,0-1 0 0 0,0 0 1 0 0,0 1-1 0 0,0 0 0 0 0,1-1 0 0 0,-1 1 1 0 0,1 0-1 0 0,0-1 0 0 0,0 1 1 0 0,0 0-1 0 0,0 0 0 0 0,0 1 1 0 0,0-1-1 0 0,0 0 0 0 0,0 1 1 0 0,1-1-1 0 0,-1 1 0 0 0,5-2 1 0 0,4-1 41 0 0,1 0 1 0 0,0 1-1 0 0,-1 0 1 0 0,1 1-1 0 0,19-2 1 0 0,64 3 360 0 0,-60 1-377 0 0,226 10 351 0 0,-258-10-467 0 0,0 0 1 0 0,0 1-1 0 0,0-1 0 0 0,-1 0 1 0 0,1 1-1 0 0,0 0 1 0 0,0 0-1 0 0,0 0 1 0 0,-1 0-1 0 0,1 0 1 0 0,-1 1-1 0 0,1-1 1 0 0,-1 1-1 0 0,1-1 0 0 0,-1 1 1 0 0,0 0-1 0 0,0 0 1 0 0,0 0-1 0 0,0 0 1 0 0,0 0-1 0 0,0 1 1 0 0,0-1-1 0 0,-1 1 0 0 0,1-1 1 0 0,-1 1-1 0 0,0-1 1 0 0,0 1-1 0 0,0 0 1 0 0,0 0-1 0 0,0-1 1 0 0,-1 1-1 0 0,1 0 0 0 0,-1 0 1 0 0,1 5-1 0 0,-2 7 217 0 0,1 0-1 0 0,-2 0 0 0 0,0 0 0 0 0,-1-1 1 0 0,-5 19-1 0 0,6-27-232 0 0,-37 118 603 0 0,26-87-531 0 0,0 1-1 0 0,3 0 1 0 0,1 1-1 0 0,-5 50 1 0 0,14-82-385 0 0,0 0 0 0 0,0 0 1 0 0,0-1-1 0 0,3 14 0 0 0,-2-17-248 0 0,0 0-1 0 0,0-1 1 0 0,0 1 0 0 0,1 0-1 0 0,-1 0 1 0 0,0-1 0 0 0,4 5-1 0 0,17 0-6607 0 0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3:51.6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1 181 1288 0 0,'-1'-5'869'0'0,"1"-1"0"0"0,0 0 1 0 0,1 1-1 0 0,-1-1 0 0 0,1 1 0 0 0,0-1 0 0 0,1 1 0 0 0,2-7 1 0 0,-3 10-788 0 0,0 0 0 0 0,0 1 1 0 0,0-1-1 0 0,1 1 1 0 0,-1-1-1 0 0,1 1 1 0 0,-1 0-1 0 0,1-1 1 0 0,0 1-1 0 0,-1 0 1 0 0,1 0-1 0 0,0 0 0 0 0,0 0 1 0 0,0 0-1 0 0,0 1 1 0 0,0-1-1 0 0,0 1 1 0 0,0-1-1 0 0,0 1 1 0 0,0 0-1 0 0,0-1 1 0 0,0 1-1 0 0,0 0 0 0 0,0 0 1 0 0,2 1-1 0 0,5-1 67 0 0,1 1 0 0 0,-1 0 0 0 0,1 0-1 0 0,-1 1 1 0 0,0 0 0 0 0,0 1 0 0 0,0 0 0 0 0,0 0-1 0 0,0 1 1 0 0,-1 1 0 0 0,1-1 0 0 0,-1 1-1 0 0,0 0 1 0 0,-1 1 0 0 0,1 0 0 0 0,9 10 0 0 0,-13-12-58 0 0,0 1 1 0 0,0 0-1 0 0,-1 0 1 0 0,1 0 0 0 0,-1 0-1 0 0,0 0 1 0 0,0 1-1 0 0,-1 0 1 0 0,0-1-1 0 0,0 1 1 0 0,0 0 0 0 0,-1 0-1 0 0,0 0 1 0 0,0 0-1 0 0,0 0 1 0 0,-1 1 0 0 0,0-1-1 0 0,0 0 1 0 0,0 0-1 0 0,-1 0 1 0 0,0 0-1 0 0,0 0 1 0 0,-1 0 0 0 0,1 0-1 0 0,-5 9 1 0 0,-1 0 31 0 0,-1 0 0 0 0,-1-1 0 0 0,0 0 0 0 0,0-1 0 0 0,-2 0 0 0 0,1 0 0 0 0,-2-1 0 0 0,0 0 0 0 0,0-1 0 0 0,-1-1 0 0 0,-21 14 0 0 0,32-23-68 0 0,2-2-55 0 0,0 0 0 0 0,-1 0 0 0 0,1 0 0 0 0,0 0 0 0 0,0 0 0 0 0,0 0 0 0 0,0 0 0 0 0,0 0 0 0 0,0 0 0 0 0,0 0 0 0 0,0 0 0 0 0,0 0 0 0 0,0 0 0 0 0,0-1 0 0 0,1 1 0 0 0,-1 0 0 0 0,0 0 0 0 0,1 1 0 0 0,0-3 0 0 0,14-18-20 0 0,-10 15 4 0 0,35-43-64 0 0,75-70 0 0 0,59-35-190 0 0,-83 77 217 0 0,-84 70 50 0 0,32-30-18 0 0,-39 36 20 0 0,-2 1-7 0 0,0 1 11 0 0,0-1 0 0 0,0 1 1 0 0,0 0-1 0 0,-1 0 0 0 0,1 0 0 0 0,0 0 0 0 0,0 0 0 0 0,1 0 1 0 0,-1 1-1 0 0,0-1 0 0 0,0 0 0 0 0,1 1 0 0 0,-3 1 1 0 0,-23 29 52 0 0,20-24-40 0 0,-7 9 105 0 0,2 0-1 0 0,-1 1 1 0 0,-13 29 0 0 0,21-37-89 0 0,0 1 1 0 0,1 0-1 0 0,0 0 1 0 0,1 0-1 0 0,0 0 1 0 0,1 0-1 0 0,0 1 1 0 0,-1 14-1 0 0,4-21-23 0 0,-1 0-1 0 0,1 0 1 0 0,0 0-1 0 0,0 0 0 0 0,1 0 1 0 0,-1-1-1 0 0,1 1 1 0 0,0 0-1 0 0,0-1 1 0 0,0 1-1 0 0,1-1 0 0 0,0 0 1 0 0,0 0-1 0 0,0 0 1 0 0,0 0-1 0 0,1 0 1 0 0,-1-1-1 0 0,1 0 1 0 0,0 1-1 0 0,0-1 0 0 0,0-1 1 0 0,0 1-1 0 0,1-1 1 0 0,5 3-1 0 0,9 4-2 0 0,0-2 0 0 0,1 0 0 0 0,-1-1 1 0 0,33 5-1 0 0,0-3-763 0 0,-1-2 1 0 0,92-2 0 0 0,-95-6-3400 0 0,67-13 0 0 0,-69 6-1137 0 0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3:52.0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22 16 0 0,'-11'-3'3797'0'0,"9"3"-3473"0"0,1 0-1 0 0,-1 0 1 0 0,1-1 0 0 0,-1 1-1 0 0,0-1 1 0 0,1 1 0 0 0,-1-1-1 0 0,1 0 1 0 0,-1 1 0 0 0,1-1-1 0 0,0 0 1 0 0,-1 0 0 0 0,1 0-1 0 0,0 0 1 0 0,-1 0 0 0 0,1-1-1 0 0,0 1 1 0 0,0 0 0 0 0,-1-3-1 0 0,1 3 151 0 0,4 1-66 0 0,5 0-232 0 0,0 1 0 0 0,-1-1 1 0 0,1 2-1 0 0,0-1 0 0 0,-1 1 0 0 0,1 0 1 0 0,-1 0-1 0 0,0 1 0 0 0,0 0 1 0 0,9 6-1 0 0,-13-8-87 0 0,0 1 0 0 0,0 0 0 0 0,0 1 0 0 0,0-1 0 0 0,-1 0 0 0 0,1 1 0 0 0,-1 0 0 0 0,0-1 1 0 0,0 1-1 0 0,1 0 0 0 0,-2 0 0 0 0,1 0 0 0 0,0 0 0 0 0,-1 1 0 0 0,1-1 0 0 0,-1 0 0 0 0,0 1 0 0 0,0-1 0 0 0,-1 1 0 0 0,1-1 0 0 0,-1 1 0 0 0,1-1 1 0 0,-1 1-1 0 0,0-1 0 0 0,-1 6 0 0 0,-1 2 193 0 0,0 0 0 0 0,-1 1 0 0 0,0-2 0 0 0,-1 1 0 0 0,-8 16 0 0 0,-32 51 763 0 0,7-12-418 0 0,29-52-531 0 0,-9 21 104 0 0,16-34-180 0 0,1 1-1 0 0,-1-1 1 0 0,1 1 0 0 0,0 0-1 0 0,-1-1 1 0 0,1 1 0 0 0,0-1-1 0 0,0 1 1 0 0,0 0 0 0 0,0-1-1 0 0,0 1 1 0 0,0 0 0 0 0,1-1-1 0 0,-1 1 1 0 0,0-1 0 0 0,1 1-1 0 0,0-1 1 0 0,0 3-1 0 0,0-3-11 0 0,1 1 0 0 0,-1-1 0 0 0,0 0 0 0 0,1 0 0 0 0,-1-1 0 0 0,0 1 0 0 0,1 0 0 0 0,-1 0 0 0 0,1-1 0 0 0,-1 1 0 0 0,1-1 0 0 0,0 1 0 0 0,-1-1 0 0 0,1 0 0 0 0,-1 0 0 0 0,1 1 0 0 0,2-1 0 0 0,30 0 50 0 0,-34 0-56 0 0,66-7-786 0 0,-1-1-1 0 0,110-31 1 0 0,122-58-8552 0 0,-208 64 3769 0 0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3:52.3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152 150 1964 0 0,'-146'-15'12145'0'0,"146"15"-12133"0"0,-1 0 0 0 0,1 0 0 0 0,0 0 0 0 0,0 0 1 0 0,0 0-1 0 0,0 0 0 0 0,-1 0 0 0 0,1 0 0 0 0,0 0 1 0 0,0 0-1 0 0,0 0 0 0 0,0 0 0 0 0,0 0 0 0 0,-1 0 1 0 0,1 0-1 0 0,0 0 0 0 0,0 0 0 0 0,0 0 0 0 0,0 0 1 0 0,0 0-1 0 0,-1 0 0 0 0,1-1 0 0 0,0 1 0 0 0,0 0 0 0 0,0 0 1 0 0,0 0-1 0 0,0 0 0 0 0,0 0 0 0 0,-1 0 0 0 0,1 0 1 0 0,0 0-1 0 0,0-1 0 0 0,0 1 0 0 0,0 0 0 0 0,0 0 1 0 0,0 0-1 0 0,0 0 0 0 0,0 0 0 0 0,0-1 0 0 0,0 1 1 0 0,0 0-1 0 0,0 0 0 0 0,0 0 0 0 0,0 0 0 0 0,0 0 1 0 0,0-1-1 0 0,0 1 0 0 0,0 0 0 0 0,0 0 0 0 0,0 0 1 0 0,0 0-1 0 0,0-1 0 0 0,0 1 0 0 0,0 0 0 0 0,0 0 1 0 0,0 0-1 0 0,0 0 0 0 0,0 0 0 0 0,0 0 0 0 0,0-1 1 0 0,0 1-1 0 0,0 0 0 0 0,1 0 0 0 0,-1 0 0 0 0,0 0 0 0 0,0 0 1 0 0,7-8 162 0 0,1 5-104 0 0,0-1 0 0 0,0 1 0 0 0,0 0-1 0 0,15-2 1 0 0,0-1-14 0 0,281-59-534 0 0,-160 38-7946 0 0,-122 23 4215 0 0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3:52.9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98 1148 0 0,'-12'-36'8497'0'0,"12"36"-8397"0"0,0-1-1 0 0,0 1 1 0 0,1-1 0 0 0,-1 0-1 0 0,0 1 1 0 0,0-1 0 0 0,0 1-1 0 0,1-1 1 0 0,-1 1 0 0 0,0-1-1 0 0,1 1 1 0 0,-1 0 0 0 0,0-1 0 0 0,1 1-1 0 0,-1-1 1 0 0,1 1 0 0 0,-1 0-1 0 0,1-1 1 0 0,-1 1 0 0 0,0 0-1 0 0,1-1 1 0 0,0 1 0 0 0,4 0 1 0 0,0 1 0 0 0,-1 0 0 0 0,1 0 1 0 0,0 0-1 0 0,-1 0 0 0 0,1 1 0 0 0,-1 0 0 0 0,1 0 1 0 0,-1 0-1 0 0,0 0 0 0 0,0 1 0 0 0,0 0 0 0 0,0-1 1 0 0,0 2-1 0 0,-1-1 0 0 0,1 0 0 0 0,-1 1 0 0 0,0-1 1 0 0,0 1-1 0 0,0 0 0 0 0,-1 0 0 0 0,1 0 0 0 0,2 8 1 0 0,-1-5-8 0 0,-1 1 1 0 0,0-1-1 0 0,0 1 1 0 0,-1 0 0 0 0,0 0-1 0 0,-1 0 1 0 0,1 0 0 0 0,-2 0-1 0 0,1 0 1 0 0,-1 0 0 0 0,0 0-1 0 0,-1 0 1 0 0,-2 15-1 0 0,-1-11 50 0 0,0 1-1 0 0,-1-1 0 0 0,0 0 0 0 0,-1 0 0 0 0,0 0 1 0 0,-9 11-1 0 0,-52 59 1203 0 0,61-75-1164 0 0,-25 23 412 0 0,29-29-541 0 0,2-3-51 0 0,1-1 1 0 0,-1 1-1 0 0,1 0 0 0 0,0 0 1 0 0,0 0-1 0 0,-1 0 0 0 0,1 0 1 0 0,0 0-1 0 0,1 0 0 0 0,-1 0 0 0 0,0 0 1 0 0,0 1-1 0 0,1-1 0 0 0,2-2 1 0 0,29-24-15 0 0,-20 17 10 0 0,282-223 316 0 0,-105 88-246 0 0,-180 137-92 0 0,-13 10 4 0 0,-18 17 40 0 0,-10 16-100 0 0,-37 54-1 0 0,59-75 71 0 0,0 0-1 0 0,2 1 0 0 0,0 0 0 0 0,0 0 0 0 0,1 0 0 0 0,1 1 0 0 0,1 0 0 0 0,-4 17 0 0 0,7-28 21 0 0,1 1 0 0 0,-1-1 1 0 0,1 1-1 0 0,0-1 0 0 0,0 1 0 0 0,1-1 0 0 0,-1 1 0 0 0,1-1 1 0 0,0 1-1 0 0,0-1 0 0 0,0 1 0 0 0,1-1 0 0 0,0 0 0 0 0,-1 0 1 0 0,2 1-1 0 0,-1-1 0 0 0,0-1 0 0 0,4 5 0 0 0,-2-3-36 0 0,1-1 0 0 0,0 1 1 0 0,0-1-1 0 0,0 0 0 0 0,1-1 0 0 0,-1 1 0 0 0,1-1 0 0 0,0 0 0 0 0,0-1 1 0 0,0 1-1 0 0,9 1 0 0 0,1 0-724 0 0,0 0 1 0 0,0-1 0 0 0,32 0-1 0 0,-24-2-3183 0 0,39-6-1 0 0,-30 0-1669 0 0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3:53.3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15 804 0 0,'-8'-12'8471'0'0,"6"10"-7765"0"0,-1 4-441 0 0,2 1 0 0 0,-1-1 1 0 0,0 1-1 0 0,0 0 0 0 0,1 0 0 0 0,-1 0 1 0 0,1 0-1 0 0,0 0 0 0 0,0 0 0 0 0,0 0 0 0 0,0 0 1 0 0,1 0-1 0 0,-1 1 0 0 0,1-1 0 0 0,0 4 1 0 0,1 54 1092 0 0,-1-60-1312 0 0,0 4 25 0 0,0 0 1 0 0,1 0 0 0 0,0-1-1 0 0,0 1 1 0 0,0-1 0 0 0,0 1-1 0 0,1-1 1 0 0,0 1-1 0 0,0-1 1 0 0,0 0 0 0 0,0 0-1 0 0,1 0 1 0 0,-1 0 0 0 0,6 6-1 0 0,-4-6-37 0 0,1 0-1 0 0,0-1 0 0 0,0 1 1 0 0,0-1-1 0 0,0 0 1 0 0,1 0-1 0 0,-1 0 1 0 0,1-1-1 0 0,0 0 0 0 0,7 2 1 0 0,-9-4-35 0 0,0 1-1 0 0,0-1 1 0 0,0 1 0 0 0,0-1-1 0 0,0 0 1 0 0,0-1 0 0 0,0 1 0 0 0,0-1-1 0 0,0 0 1 0 0,0 0 0 0 0,0 0-1 0 0,-1 0 1 0 0,1-1 0 0 0,0 1-1 0 0,5-4 1 0 0,0 0 1 0 0,-1-1 0 0 0,1 0 0 0 0,-1 0 0 0 0,12-12 0 0 0,36-49 255 0 0,-2 3 6 0 0,-52 63-276 0 0,3 21 501 0 0,-8 11 224 0 0,0 1 1 0 0,-2-1-1 0 0,-1 0 0 0 0,-12 33 1 0 0,11-40-450 0 0,-33 100 583 0 0,4-13-3146 0 0,34-99 798 0 0,2-11 1180 0 0,0 0-1 0 0,0 0 0 0 0,0 0 1 0 0,1-1-1 0 0,-1 1 0 0 0,0 0 1 0 0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3:53.6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231 135 1288 0 0,'-71'-5'3572'0'0,"-89"-1"5003"0"0,164-1-8045 0 0,2 3-461 0 0,0 1-1 0 0,0 1 0 0 0,1-1 0 0 0,-1 1 0 0 0,1 0 1 0 0,0 0-1 0 0,10-1 0 0 0,-1 0-20 0 0,201-37 367 0 0,-45 10-3107 0 0,-121 16-2475 0 0,-31 6 456 0 0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3:53.9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 6 1028 0 0,'-2'-1'1393'0'0,"0"1"-1186"0"0,1-1 1 0 0,0 1-1 0 0,0-1 1 0 0,-1 1-1 0 0,1-1 0 0 0,0 1 1 0 0,-1 0-1 0 0,1-1 1 0 0,0 1-1 0 0,-1 0 1 0 0,1 0-1 0 0,0 0 1 0 0,-1 0-1 0 0,1 0 0 0 0,0 0 1 0 0,-1 1-1 0 0,1-1 1 0 0,0 0-1 0 0,-1 1 1 0 0,1-1-1 0 0,0 1 0 0 0,-1-1 1 0 0,1 1-1 0 0,-2 1 1 0 0,1 2 88 0 0,1 0 0 0 0,-1 0 0 0 0,1 0-1 0 0,0 0 1 0 0,0 0 0 0 0,1 1 0 0 0,-1-1 0 0 0,1 0 0 0 0,0 7 0 0 0,0-6-48 0 0,-44 302 3854 0 0,13-130-3800 0 0,28-129-1501 0 0,3-45 812 0 0,0-1 1 0 0,0 0-1 0 0,1 0 1 0 0,-1 0-1 0 0,1 0 1 0 0,-1 0-1 0 0,1 0 1 0 0,-1 0-1 0 0,1 0 1 0 0,0 0 0 0 0,0 0-1 0 0,0 0 1 0 0,0-1-1 0 0,0 1 1 0 0,1 0-1 0 0,-1-1 1 0 0,0 1-1 0 0,1 0 1 0 0,2 1-1 0 0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3:54.4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77 1376 0 0,'5'-8'784'0'0,"1"0"0"0"0,1 0 0 0 0,-1 1 0 0 0,1-1 0 0 0,0 2 1 0 0,1-1-1 0 0,9-6 0 0 0,-15 11-682 0 0,1 1 1 0 0,0-1-1 0 0,-1 1 1 0 0,1 0 0 0 0,0 0-1 0 0,0 0 1 0 0,0 0-1 0 0,0 1 1 0 0,0-1 0 0 0,0 1-1 0 0,0-1 1 0 0,0 1-1 0 0,0 0 1 0 0,0 0-1 0 0,0 1 1 0 0,0-1 0 0 0,0 1-1 0 0,0-1 1 0 0,0 1-1 0 0,-1 0 1 0 0,1 0 0 0 0,0 0-1 0 0,0 0 1 0 0,-1 1-1 0 0,1-1 1 0 0,0 1-1 0 0,-1 0 1 0 0,4 2 0 0 0,-1 0 32 0 0,1 1 1 0 0,-1 0-1 0 0,0 0 1 0 0,0 1-1 0 0,-1-1 1 0 0,1 1-1 0 0,-1 0 1 0 0,-1 0-1 0 0,1 0 1 0 0,-1 1-1 0 0,0-1 1 0 0,0 1 0 0 0,-1 0-1 0 0,0 0 1 0 0,0 0-1 0 0,-1 0 1 0 0,1 0-1 0 0,-2 0 1 0 0,1 0-1 0 0,-1 0 1 0 0,0 1-1 0 0,-2 13 1 0 0,0-8 111 0 0,-1-1 0 0 0,-1 1 0 0 0,0 0 0 0 0,-1-1 0 0 0,0 0 0 0 0,-1 0-1 0 0,0 0 1 0 0,0-1 0 0 0,-2 0 0 0 0,1 0 0 0 0,-17 17 0 0 0,-49 47 2123 0 0,67-69-2076 0 0,6-7-179 0 0,10-11-139 0 0,182-123 294 0 0,25-19-167 0 0,-198 139-117 0 0,-5 5 20 0 0,0-1-1 0 0,0-1 1 0 0,-1 0-1 0 0,13-15 1 0 0,-25 26-10 0 0,-1 1 1 0 0,0-1-1 0 0,1 1 0 0 0,-1-1 1 0 0,0 1-1 0 0,1-1 1 0 0,-1 1-1 0 0,0-1 1 0 0,0 1-1 0 0,1-1 0 0 0,-1 0 1 0 0,0 1-1 0 0,0-1 1 0 0,0 1-1 0 0,0-1 0 0 0,0 0 1 0 0,0 1-1 0 0,0-1 1 0 0,0 1-1 0 0,0-1 1 0 0,0 0-1 0 0,0 1 0 0 0,0-1 1 0 0,0 1-1 0 0,0-1 1 0 0,0 1-1 0 0,-1-1 0 0 0,1 0 1 0 0,0 1-1 0 0,-1-1 1 0 0,1 0-1 0 0,-1 1 1 0 0,1 0 0 0 0,-1-1 0 0 0,0 1 0 0 0,1 0 0 0 0,-1 0 0 0 0,0-1-1 0 0,1 1 1 0 0,-1 0 0 0 0,0 0 0 0 0,0 0 0 0 0,1 0 0 0 0,-1 0 0 0 0,0 0 0 0 0,1 0 0 0 0,-1 0 0 0 0,0 0-1 0 0,1 1 1 0 0,-1-1 0 0 0,0 0 0 0 0,1 0 0 0 0,-1 0 0 0 0,0 1 0 0 0,1-1 0 0 0,-1 0 0 0 0,1 1 0 0 0,-1-1 0 0 0,0 1-1 0 0,1-1 1 0 0,-1 1 0 0 0,0 0 0 0 0,-14 12-15 0 0,0 0-1 0 0,1 1 1 0 0,0 1 0 0 0,1 0 0 0 0,1 1-1 0 0,1 0 1 0 0,-13 24 0 0 0,18-30 29 0 0,0 1 0 0 0,1 0 1 0 0,1 1-1 0 0,0-1 0 0 0,1 1 1 0 0,0 0-1 0 0,0-1 1 0 0,1 1-1 0 0,1 1 0 0 0,0-1 1 0 0,1 0-1 0 0,0 0 0 0 0,3 20 1 0 0,-1-26-32 0 0,-1 0 0 0 0,2-1 0 0 0,-1 1 0 0 0,0 0 0 0 0,1-1 0 0 0,0 0 0 0 0,1 1 0 0 0,-1-1 0 0 0,1-1 0 0 0,0 1 0 0 0,0 0 0 0 0,0-1 0 0 0,1 0 0 0 0,-1 0 0 0 0,1 0 0 0 0,0-1 0 0 0,1 1 0 0 0,-1-1 1 0 0,0 0-1 0 0,1-1 0 0 0,-1 0 0 0 0,12 4 0 0 0,3-1-955 0 0,0 0 1 0 0,1-1-1 0 0,0 0 1 0 0,0-2-1 0 0,30-1 1 0 0,-23-2-1999 0 0,28-4-1 0 0,-10-2-2017 0 0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3:54.9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518 0 1644 0 0,'0'0'3897'0'0,"-17"2"-742"0"0,-6 11-1907 0 0,0 1 1 0 0,1 1-1 0 0,0 1 0 0 0,1 1 0 0 0,-28 29 1 0 0,25-20-677 0 0,2 0 1 0 0,0 2-1 0 0,-33 56 1 0 0,48-71-463 0 0,0 0 0 0 0,1 1 0 0 0,0 0 1 0 0,-6 25-1 0 0,11-36-80 0 0,0 0 1 0 0,0 1 0 0 0,1-1-1 0 0,-1 1 1 0 0,1-1-1 0 0,0 1 1 0 0,0-1-1 0 0,0 1 1 0 0,0-1-1 0 0,1 1 1 0 0,0-1-1 0 0,-1 1 1 0 0,1-1 0 0 0,0 1-1 0 0,1-1 1 0 0,-1 0-1 0 0,1 0 1 0 0,-1 1-1 0 0,1-1 1 0 0,0 0-1 0 0,0-1 1 0 0,0 1-1 0 0,0 0 1 0 0,1-1 0 0 0,2 4-1 0 0,-3-5-5 0 0,-1 0 0 0 0,1 0 0 0 0,0 0 0 0 0,-1 0 0 0 0,1 0 0 0 0,0-1-1 0 0,0 1 1 0 0,0-1 0 0 0,-1 1 0 0 0,1-1 0 0 0,0 1 0 0 0,0-1 0 0 0,0 0 0 0 0,0 0 0 0 0,0 0-1 0 0,0 0 1 0 0,0 0 0 0 0,0 0 0 0 0,0-1 0 0 0,0 1 0 0 0,-1-1 0 0 0,1 1 0 0 0,0-1 0 0 0,0 0-1 0 0,0 0 1 0 0,-1 1 0 0 0,1-1 0 0 0,2-2 0 0 0,0 0 10 0 0,-1 0-1 0 0,1 0 1 0 0,-1 0-1 0 0,0 0 1 0 0,0-1-1 0 0,0 1 1 0 0,-1-1 0 0 0,1 0-1 0 0,-1 0 1 0 0,3-7-1 0 0,-4 10-28 0 0,-1-1 0 0 0,1 0 0 0 0,-1 0 0 0 0,0 0-1 0 0,1 1 1 0 0,-1-1 0 0 0,0 0 0 0 0,0 0 0 0 0,0 0 0 0 0,0 0 0 0 0,-1 0-1 0 0,1 1 1 0 0,0-1 0 0 0,-1 0 0 0 0,0 0 0 0 0,1 0 0 0 0,-1 1 0 0 0,0-1-1 0 0,0 0 1 0 0,0 1 0 0 0,0-1 0 0 0,0 1 0 0 0,0-1 0 0 0,0 1-1 0 0,0-1 1 0 0,-1 1 0 0 0,1 0 0 0 0,-1 0 0 0 0,1-1 0 0 0,-1 1 0 0 0,1 0-1 0 0,-1 0 1 0 0,-2 0 0 0 0,-5-4 7 0 0,0 0 0 0 0,0 1 0 0 0,-1 1 0 0 0,-14-4 0 0 0,-5 2-102 0 0,0 0 1 0 0,-1 2-1 0 0,-55 2 1 0 0,62 1-462 0 0,11-1-3231 0 0,30-7-878 0 0,6 0 291 0 0,-1-4-703 0 0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3:55.1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62 848 0 0,'0'-25'9470'0'0,"1"5"-5123"0"0,6 7-2958 0 0,-3 12-1356 0 0,0 0-1 0 0,0 1 1 0 0,0-1-1 0 0,0 1 0 0 0,0 0 1 0 0,0 0-1 0 0,0 0 1 0 0,7 2-1 0 0,5 0 14 0 0,87-1 110 0 0,-23-1-3113 0 0,-30 2-4464 0 0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3:55.3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76 1676 0 0,'-59'29'10173'0'0,"60"-28"-10140"0"0,-1-1 0 0 0,0 1 0 0 0,0-1 0 0 0,1 1 0 0 0,-1-1 0 0 0,0 1 0 0 0,1-1-1 0 0,-1 1 1 0 0,1-1 0 0 0,-1 1 0 0 0,0-1 0 0 0,1 0 0 0 0,-1 1 0 0 0,1-1 0 0 0,-1 0 0 0 0,1 1 0 0 0,-1-1 0 0 0,1 0 0 0 0,-1 0 0 0 0,1 0-1 0 0,0 1 1 0 0,-1-1 0 0 0,1 0 0 0 0,-1 0 0 0 0,1 0 0 0 0,-1 0 0 0 0,1 0 0 0 0,0 0 0 0 0,0 0 0 0 0,19 0 149 0 0,-18 0-174 0 0,27-2-204 0 0,1-2 0 0 0,0 0-1 0 0,51-16 1 0 0,-29 3-3160 0 0,56-27 1 0 0,-61 22 228 0 0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3:55.8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318 346 1040 0 0,'0'-57'11951'0'0,"0"55"-11814"0"0,-1 0 0 0 0,1 0 1 0 0,-1 0-1 0 0,0 0 1 0 0,0 0-1 0 0,1 0 0 0 0,-1 0 1 0 0,0 1-1 0 0,-1-1 1 0 0,1 0-1 0 0,0 0 0 0 0,-3-2 1 0 0,-18-18 587 0 0,20 20-660 0 0,-81-69 1395 0 0,62 53-1075 0 0,-12-8 234 0 0,-56-55 1100 0 0,88 81-1716 0 0,1 0 1 0 0,0 0-1 0 0,-1-1 0 0 0,1 1 1 0 0,0 0-1 0 0,-1 0 0 0 0,1-1 1 0 0,0 1-1 0 0,-1 0 0 0 0,1-1 1 0 0,0 1-1 0 0,0 0 0 0 0,-1-1 1 0 0,1 1-1 0 0,0 0 1 0 0,0-1-1 0 0,0 1 0 0 0,0 0 1 0 0,-1-1-1 0 0,1 1 0 0 0,0 0 1 0 0,0-1-1 0 0,0 1 0 0 0,0-1 1 0 0,0 1-1 0 0,0 0 0 0 0,0-1 1 0 0,0 1-1 0 0,0-1 1 0 0,0 1-1 0 0,0 0 0 0 0,0-1 1 0 0,1 0-1 0 0,12-5 49 0 0,20 3-62 0 0,-33 3 10 0 0,201 13 186 0 0,33-1 40 0 0,-212-13-96 0 0,0 0 0 0 0,0-1 0 0 0,0-2 0 0 0,-1 0-1 0 0,0-1 1 0 0,31-12 0 0 0,-44 14 203 0 0,15-6 557 0 0,-20 12-459 0 0,-10 7 118 0 0,-160 227 4091 0 0,87-119-4070 0 0,-113 133-3189 0 0,-14-11-9165 0 0,170-198 8327 0 0,-18 22-4919 0 0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4:06.7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264 63 392 0 0,'27'-27'10637'0'0,"-27"26"-10288"0"0,0 0-277 0 0,0 0 1 0 0,0 0-1 0 0,-1 0 0 0 0,1 0 1 0 0,0 1-1 0 0,-1-1 1 0 0,1 0-1 0 0,0 0 1 0 0,-1 0-1 0 0,1 0 0 0 0,-1 1 1 0 0,0-1-1 0 0,1 0 1 0 0,-1 0-1 0 0,1 1 1 0 0,-1-1-1 0 0,0 1 0 0 0,0-1 1 0 0,1 0-1 0 0,-1 1 1 0 0,0-1-1 0 0,0 1 1 0 0,-1-1-1 0 0,-24-8 315 0 0,17 6-201 0 0,4 2-168 0 0,0-1 0 0 0,0 2 0 0 0,0-1 0 0 0,0 0-1 0 0,0 1 1 0 0,0 0 0 0 0,0 0 0 0 0,0 1 0 0 0,0-1 0 0 0,0 1-1 0 0,0 0 1 0 0,0 0 0 0 0,-5 3 0 0 0,2-1-20 0 0,0 0 1 0 0,0 0-1 0 0,1 1 0 0 0,0 0 1 0 0,0 0-1 0 0,0 1 1 0 0,-8 7-1 0 0,6-2 5 0 0,-1 0 1 0 0,2 1 0 0 0,-1 1-1 0 0,2-1 1 0 0,-1 1-1 0 0,2 0 1 0 0,0 1-1 0 0,0 0 1 0 0,1 0-1 0 0,0 0 1 0 0,1 0-1 0 0,1 1 1 0 0,-2 18-1 0 0,-1 16 606 0 0,3 0-1 0 0,4 72 1 0 0,99 967 2345 0 0,-3-118-2191 0 0,-62-618-139 0 0,-14-159 127 0 0,6 10-159 0 0,-6-54 15 0 0,13 49 120 0 0,-33-189-677 0 0,2 11 76 0 0,0 0 0 0 0,2-1 0 0 0,11 34 0 0 0,-15-50-107 0 0,0-1-1 0 0,1 1 1 0 0,-1-1 0 0 0,0 0-1 0 0,0 1 1 0 0,1-1 0 0 0,-1 0-1 0 0,1 0 1 0 0,-1 0 0 0 0,1 0 0 0 0,-1 0-1 0 0,1 0 1 0 0,0-1 0 0 0,0 1-1 0 0,-1 0 1 0 0,1-1 0 0 0,3 1-1 0 0,26 2 42 0 0,26-5-241 0 0,-1-2 1 0 0,59-13-1 0 0,108-31-3718 0 0,-198 41 3191 0 0,170-44-8592 0 0,-115 28 2384 0 0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4:09.2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97 1504 0 0,'-8'7'7305'0'0,"7"-6"-7160"0"0,0-1-1 0 0,-1 1 0 0 0,1-1 1 0 0,0 1-1 0 0,-1-1 0 0 0,1 0 0 0 0,0 0 1 0 0,-1 1-1 0 0,1-1 0 0 0,-1 0 0 0 0,1 0 1 0 0,0-1-1 0 0,-1 1 0 0 0,1 0 1 0 0,0 0-1 0 0,-1-1 0 0 0,1 1 0 0 0,0-1 1 0 0,-1 1-1 0 0,1-1 0 0 0,0 1 1 0 0,0-1-1 0 0,0 0 0 0 0,0 0 0 0 0,-1 1 1 0 0,1-1-1 0 0,-1-2 0 0 0,1 3 100 0 0,-7-30 410 0 0,10 26-656 0 0,0 0 1 0 0,1 0 0 0 0,-1 0-1 0 0,1 1 1 0 0,0-1 0 0 0,0 1-1 0 0,0-1 1 0 0,0 1 0 0 0,1 0 0 0 0,-1 0-1 0 0,1 1 1 0 0,0-1 0 0 0,0 1-1 0 0,0-1 1 0 0,0 1 0 0 0,0 0-1 0 0,1 1 1 0 0,-1-1 0 0 0,0 1-1 0 0,9-2 1 0 0,-4 1-2 0 0,1 1 0 0 0,-1-1-1 0 0,0 1 1 0 0,1 1 0 0 0,-1 0 0 0 0,0 0-1 0 0,1 1 1 0 0,-1 0 0 0 0,13 4 0 0 0,-16-3 18 0 0,0 0 1 0 0,-1 0-1 0 0,1 1 1 0 0,0 0-1 0 0,-1 0 1 0 0,0 1 0 0 0,1-1-1 0 0,-1 1 1 0 0,-1 0-1 0 0,1 1 1 0 0,-1-1-1 0 0,1 1 1 0 0,-1 0 0 0 0,0 0-1 0 0,-1 0 1 0 0,0 0-1 0 0,1 1 1 0 0,-2 0 0 0 0,1-1-1 0 0,-1 1 1 0 0,1 0-1 0 0,-2 0 1 0 0,1 0-1 0 0,-1 0 1 0 0,0 1 0 0 0,0-1-1 0 0,0 0 1 0 0,-1 1-1 0 0,0-1 1 0 0,-1 0-1 0 0,1 1 1 0 0,-1-1 0 0 0,0 0-1 0 0,-1 0 1 0 0,-2 9-1 0 0,-3 3 219 0 0,0 0 0 0 0,-1 0-1 0 0,0-1 1 0 0,-16 23 0 0 0,-51 61 1403 0 0,62-84-1359 0 0,6-9-170 0 0,3-3-55 0 0,0 0 0 0 0,1 0-1 0 0,-1 0 1 0 0,-3 9 0 0 0,6-13-19 0 0,16 4 43 0 0,26-11-47 0 0,-1-3 0 0 0,40-13 0 0 0,3-1-38 0 0,118-11-3319 0 0,-193 34 1635 0 0,1 0 1 0 0,-1 1 0 0 0,0-1-1 0 0,12 4 1 0 0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4:09.9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34 1376 0 0,'-18'-33'23717'0'0,"17"33"-23453"0"0,-3 12 1252 0 0,7 20-2642 0 0,-3-30 1525 0 0,20 169-266 0 0,0 9-2028 0 0,-11-126-1095 0 0,19 68 0 0 0,-4-50-4950 0 0,-12-43-120 0 0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4:11.0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0 102 460 0 0,'25'-74'11387'0'0,"-18"47"-4850"0"0,2 89-5409 0 0,17 159-1390 0 0,-17-113-3643 0 0,-2-39-2278 0 0,-2-31-575 0 0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4:12.0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110 131 1088 0 0,'-14'-2'9899'0'0,"11"2"-9487"0"0,-2 0 10 0 0,-1-1 0 0 0,0 0 0 0 0,1 0 0 0 0,-1-1 0 0 0,-8-3 0 0 0,-3 0 34 0 0,15 5-283 0 0,1 0-109 0 0,-1 0 0 0 0,0-1 0 0 0,1 1 0 0 0,-1 0 0 0 0,0 0 0 0 0,1-1 0 0 0,-1 1 1 0 0,0-1-1 0 0,1 1 0 0 0,-3-2 0 0 0,3 2-52 0 0,1-1-1 0 0,-1 1 1 0 0,1 0 0 0 0,-1 0 0 0 0,1 0 0 0 0,-1-1 0 0 0,1 1 0 0 0,-1 0-1 0 0,1-1 1 0 0,-1 1 0 0 0,1 0 0 0 0,-1-1 0 0 0,1 1 0 0 0,-1 0-1 0 0,1-1 1 0 0,0 1 0 0 0,-1-1 0 0 0,1 1 0 0 0,0-1 0 0 0,-1 1-1 0 0,1-1 1 0 0,0 1 0 0 0,0-1 0 0 0,0 1 0 0 0,-1-1 0 0 0,1 0 0 0 0,0 1-1 0 0,0-1 1 0 0,0 0 0 0 0,3-1-6 0 0,99-27-23 0 0,-47 14-50 0 0,62-21 42 0 0,-77 24 2893 0 0,-40 12-2824 0 0,1-1 0 0 0,-1 1 0 0 0,1 0 0 0 0,-1 0 0 0 0,1 0 0 0 0,-1 0 0 0 0,1 0 0 0 0,-1 0 0 0 0,1 0 0 0 0,-1 0 0 0 0,1 0 0 0 0,-1 0 0 0 0,1 0 0 0 0,0 0 0 0 0,-1 0 0 0 0,1 0-1 0 0,-1 0 1 0 0,1 0 0 0 0,-1 1 0 0 0,1-1 0 0 0,-1 0 0 0 0,1 0 0 0 0,-1 1 0 0 0,1-1 0 0 0,-1 0 0 0 0,0 1 0 0 0,1-1 0 0 0,-1 0 0 0 0,1 1 0 0 0,-1-1 0 0 0,0 1 0 0 0,1-1 0 0 0,-1 0 0 0 0,0 1 0 0 0,0-1 0 0 0,1 1 0 0 0,-1 0 0 0 0,5 71 108 0 0,-4 0 0 0 0,-10 103-1 0 0,2-66-986 0 0,5 73-3199 0 0,9-62-3319 0 0,-2-77 1468 0 0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4:14.0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46 888 0 0,'-29'12'18130'0'0,"45"-10"-19485"0"0,37-6 1433 0 0,0-2 1 0 0,60-15-1 0 0,-102 19-70 0 0,66-11 114 0 0,-74 12-112 0 0,1 3 7 0 0,10-6-9 0 0,-3 1-8 0 0,5-5-2230 0 0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4:14.2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 1752 0 0,'0'-9'17585'0'0,"2"57"-15591"0"0,15 75-1 0 0,-9-75-1683 0 0,19 111-1850 0 0,-15-85-2669 0 0,0 0-4286 0 0,-8-48 1509 0 0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4:15.2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208 138 564 0 0,'0'0'2882'0'0,"-20"-25"5346"0"0,18 23-7900 0 0,-1 0 0 0 0,0 1 0 0 0,0-1-1 0 0,0 1 1 0 0,0 0 0 0 0,0 0 0 0 0,0 0-1 0 0,0 0 1 0 0,0 1 0 0 0,-1-1 0 0 0,1 1-1 0 0,0 0 1 0 0,0 0 0 0 0,-6 0 0 0 0,6 1-283 0 0,0 0-1 0 0,0 0 1 0 0,1 0 0 0 0,-1 1 0 0 0,1-1 0 0 0,-1 1 0 0 0,1-1 0 0 0,0 1 0 0 0,0 0-1 0 0,-1 0 1 0 0,1 0 0 0 0,0 0 0 0 0,1 0 0 0 0,-1 0 0 0 0,0 1 0 0 0,-2 4 0 0 0,-11 18 45 0 0,1 1 1 0 0,2 0-1 0 0,1 1 1 0 0,0 1-1 0 0,-10 49 1 0 0,17-60-48 0 0,1 1 1 0 0,1 0 0 0 0,0 0-1 0 0,1 0 1 0 0,2-1-1 0 0,-1 1 1 0 0,2 0 0 0 0,1 0-1 0 0,0 0 1 0 0,9 26-1 0 0,-10-37-29 0 0,1 0 0 0 0,0-1 0 0 0,0 0 0 0 0,1 1 0 0 0,-1-1 0 0 0,1 0-1 0 0,1-1 1 0 0,-1 1 0 0 0,1-1 0 0 0,0 0 0 0 0,0 0 0 0 0,1 0 0 0 0,-1-1 0 0 0,1 0-1 0 0,0 0 1 0 0,0 0 0 0 0,1-1 0 0 0,-1 0 0 0 0,14 4 0 0 0,-9-4-1 0 0,1 0-1 0 0,-1-2 1 0 0,1 1 0 0 0,-1-1 0 0 0,1-1 0 0 0,0 0 0 0 0,-1-1-1 0 0,1 0 1 0 0,-1-1 0 0 0,1 0 0 0 0,17-6 0 0 0,-16 4-2 0 0,-1 0 0 0 0,0-1 1 0 0,0 0-1 0 0,0-1 1 0 0,-1 0-1 0 0,1-1 0 0 0,-1-1 1 0 0,-1 1-1 0 0,0-2 1 0 0,0 1-1 0 0,-1-1 0 0 0,0-1 1 0 0,0 0-1 0 0,-1 0 1 0 0,0-1-1 0 0,-1 0 0 0 0,0 0 1 0 0,-1 0-1 0 0,0-1 0 0 0,-1 0 1 0 0,0 0-1 0 0,-1-1 1 0 0,0 1-1 0 0,2-17 0 0 0,-3 2-7 0 0,0-1 1 0 0,-1 1-1 0 0,-2-1 0 0 0,-4-33 0 0 0,2 45-4 0 0,0 0-1 0 0,-2 0 1 0 0,0 0 0 0 0,-1 0-1 0 0,0 1 1 0 0,-1 0 0 0 0,-1 0 0 0 0,-13-21-1 0 0,15 29-35 0 0,0 0 0 0 0,0 0 0 0 0,-1 0-1 0 0,0 1 1 0 0,-1 0 0 0 0,1 0-1 0 0,-1 1 1 0 0,0 0 0 0 0,-1 0 0 0 0,1 0-1 0 0,-1 1 1 0 0,0 0 0 0 0,0 1-1 0 0,0 0 1 0 0,0 0 0 0 0,-1 1 0 0 0,1 0-1 0 0,-1 0 1 0 0,1 1 0 0 0,-1 0 0 0 0,0 0-1 0 0,-11 2 1 0 0,9 0-397 0 0,-1 0 0 0 0,1 0 0 0 0,0 2 0 0 0,0-1 0 0 0,-1 2 0 0 0,2-1 0 0 0,-14 7 0 0 0,14-5-555 0 0,0 1 0 0 0,0 0 0 0 0,0 0-1 0 0,1 1 1 0 0,0 0 0 0 0,0 1 0 0 0,-9 11 0 0 0,-1 3-3515 0 0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4:17.5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38 278 952 0 0,'0'0'1096'0'0,"4"-36"9835"0"0,-14 32-10433 0 0,7 9-468 0 0,0 0 0 0 0,1 0-1 0 0,-1 0 1 0 0,1 1-1 0 0,0-1 1 0 0,0 1 0 0 0,1-1-1 0 0,-2 9 1 0 0,-4 50 34 0 0,6-42-31 0 0,-1 4 24 0 0,1 1-1 0 0,2 0 1 0 0,5 37-1 0 0,-4-50-37 0 0,0 0 0 0 0,1-1 1 0 0,1 0-1 0 0,1 1 0 0 0,0-1 0 0 0,0-1 1 0 0,1 1-1 0 0,11 16 0 0 0,-13-24-6 0 0,0 0 1 0 0,0 0-1 0 0,0-1 0 0 0,1 1 1 0 0,-1-1-1 0 0,1 0 0 0 0,0 0 1 0 0,0-1-1 0 0,1 0 1 0 0,-1 0-1 0 0,1 0 0 0 0,-1 0 1 0 0,8 2-1 0 0,-4-3-2 0 0,0 0 0 0 0,0 0 0 0 0,0-1 0 0 0,1 0 0 0 0,-1-1 0 0 0,0 0 0 0 0,0 0 0 0 0,10-2 0 0 0,6-3 5 0 0,0-1 0 0 0,-1-1-1 0 0,0-1 1 0 0,0-1-1 0 0,35-19 1 0 0,-42 19 48 0 0,-1 0 1 0 0,0-2-1 0 0,0 0 0 0 0,-1 0 0 0 0,-1-1 1 0 0,0-1-1 0 0,17-20 0 0 0,-22 21 11 0 0,0-1 0 0 0,0 0 0 0 0,-1 0 0 0 0,-1-1 1 0 0,0 0-1 0 0,-1 0 0 0 0,0-1 0 0 0,-1 0 0 0 0,3-20 0 0 0,-4 13 18 0 0,0 0 1 0 0,-2 0 0 0 0,-1 0-1 0 0,-1 0 1 0 0,-1 0-1 0 0,-5-33 1 0 0,4 42-63 0 0,-1 0 1 0 0,0 1-1 0 0,-1-1 1 0 0,0 1-1 0 0,-1 0 0 0 0,-1 0 1 0 0,0 1-1 0 0,0 0 1 0 0,-1 0-1 0 0,0 0 0 0 0,-1 1 1 0 0,-14-15-1 0 0,18 21-27 0 0,0 1-1 0 0,0-1 0 0 0,0 1 1 0 0,-1 0-1 0 0,1 0 1 0 0,-1 0-1 0 0,0 1 0 0 0,0 0 1 0 0,0 0-1 0 0,0 0 0 0 0,0 0 1 0 0,0 1-1 0 0,0 0 1 0 0,-1 0-1 0 0,1 0 0 0 0,-7 0 1 0 0,5 2-16 0 0,0 0 0 0 0,0 0 0 0 0,-1 0 0 0 0,1 1 1 0 0,0 0-1 0 0,0 0 0 0 0,1 1 0 0 0,-1 0 0 0 0,0 0 0 0 0,-9 7 0 0 0,-1 3-274 0 0,0 0 0 0 0,2 0-1 0 0,0 2 1 0 0,0 0-1 0 0,1 0 1 0 0,1 1-1 0 0,-14 24 1 0 0,9-11-1844 0 0,3 0 0 0 0,0 1-1 0 0,-20 63 1 0 0,25-60-1529 0 0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4:18.3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117 141 1920 0 0,'-16'-4'4091'0'0,"-59"-17"5817"0"0,67 19-9303 0 0,-9 0 778 0 0,16 0-835 0 0,12-2-327 0 0,271-63-89 0 0,-279 66-129 0 0,35-8 66 0 0,4-20-12474 0 0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4:18.6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50 1348 0 0,'9'-33'11653'0'0,"-9"28"-11079"0"0,1-6 4136 0 0,1 20-2283 0 0,10 123-93 0 0,-2-10-1165 0 0,0-40-3142 0 0,3-16-2456 0 0,4 0-3336 0 0,-12-47 121 0 0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4:29.2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283 15 1368 0 0,'6'-14'10584'0'0,"-19"15"-10482"0"0,0 1-1 0 0,0 1 1 0 0,0 0 0 0 0,0 0 0 0 0,-22 11-1 0 0,7-4 196 0 0,17-6-241 0 0,0 0 1 0 0,0 0-1 0 0,1 1 0 0 0,0 0 1 0 0,-13 9-1 0 0,19-10-60 0 0,0 0 1 0 0,0 0-1 0 0,1 0 0 0 0,-1 1 0 0 0,1-1 1 0 0,0 1-1 0 0,1 0 0 0 0,-1 0 0 0 0,-2 7 1 0 0,-13 48 99 0 0,13-36 152 0 0,-4 13 298 0 0,2 1 1 0 0,2-1-1 0 0,-1 47 0 0 0,9 114 1479 0 0,-1-159-1709 0 0,46 355 1932 0 0,-18-206-1809 0 0,102 1078 641 0 0,-82-716-838 0 0,3 146 797 0 0,-13-139-102 0 0,27 93 1459 0 0,9 125 2177 0 0,-40-168-2790 0 0,27-83-1783 0 0,-52-446 0 0 0,-4-22 0 0 0,22 85 0 0 0,-27-133 0 0 0,0-1 0 0 0,1 1 0 0 0,0-1 0 0 0,1 0 0 0 0,-1 1 0 0 0,1-1 0 0 0,0-1 0 0 0,1 1 0 0 0,0-1 0 0 0,6 7 0 0 0,-8-10 0 0 0,1 0 0 0 0,1 0 0 0 0,-1 0 0 0 0,0 0 0 0 0,1-1 0 0 0,-1 1 0 0 0,1-1 0 0 0,0-1 0 0 0,0 1 0 0 0,0-1 0 0 0,0 1 0 0 0,0-1 0 0 0,0-1 0 0 0,0 1 0 0 0,0-1 0 0 0,9 0 0 0 0,5-1-347 0 0,-1-2 0 0 0,1 0 1 0 0,-1 0-1 0 0,0-2 0 0 0,0 0 0 0 0,27-13 1 0 0,-1-3-1429 0 0,53-34 1 0 0,139-110-5761 0 0,-88 42-373 0 0,-43 33-1036 0 0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4:30.4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65 392 0 0,'0'0'1504'0'0,"-12"-17"4865"0"0,13 15-6313 0 0,-1 1 0 0 0,0 0 1 0 0,0 0-1 0 0,1 0 0 0 0,-1 0 0 0 0,1 0 1 0 0,-1 0-1 0 0,1-1 0 0 0,-1 1 0 0 0,1 0 1 0 0,0 0-1 0 0,0 1 0 0 0,-1-1 1 0 0,1 0-1 0 0,0 0 0 0 0,0 0 0 0 0,0 0 1 0 0,0 1-1 0 0,0-1 0 0 0,0 0 0 0 0,2 0 1 0 0,0 0-21 0 0,-1 0-1 0 0,1 0 1 0 0,0 1 0 0 0,0-1 0 0 0,-1 1 0 0 0,1 0 0 0 0,0 0-1 0 0,0 0 1 0 0,4 0 0 0 0,-1 1-34 0 0,1 0 0 0 0,0 1-1 0 0,-1-1 1 0 0,1 1 0 0 0,-1 1-1 0 0,1-1 1 0 0,10 7 0 0 0,-12-6 18 0 0,0 1 0 0 0,1 0 0 0 0,-2 0 0 0 0,1 1 0 0 0,0-1 0 0 0,-1 1 0 0 0,0 0 0 0 0,0 0 0 0 0,0 1 0 0 0,-1-1 0 0 0,0 1 0 0 0,0-1 0 0 0,0 1 0 0 0,-1 0 0 0 0,0 0 0 0 0,0 1 0 0 0,0-1 0 0 0,-1 0 0 0 0,1 12 0 0 0,-1-8 62 0 0,-1 1 0 0 0,-1-1 0 0 0,0 0 0 0 0,0 1 0 0 0,-1-1 0 0 0,-1 0 0 0 0,1 0 0 0 0,-2 0 0 0 0,1-1 0 0 0,-1 1 0 0 0,-9 13 0 0 0,4-6 26 0 0,-13 21 877 0 0,21-35-750 0 0,3-4-65 0 0,15-20-148 0 0,16-22-75 0 0,89-128-163 0 0,-107 146 379 0 0,17-36 1 0 0,-31 59-54 0 0,0 0 0 0 0,0 0 0 0 0,0-1 0 0 0,0 1 1 0 0,-1 0-1 0 0,1-1 0 0 0,-1 1 0 0 0,0 0 1 0 0,1-4-1 0 0,-1 6-103 0 0,0 0 0 0 0,0 0 1 0 0,0 0-1 0 0,0 0 0 0 0,-1-1 0 0 0,1 1 1 0 0,0 0-1 0 0,0 0 0 0 0,0 0 1 0 0,0 0-1 0 0,0 0 0 0 0,0 0 0 0 0,0-1 1 0 0,0 1-1 0 0,0 0 0 0 0,0 0 1 0 0,0 0-1 0 0,-1 0 0 0 0,1 0 0 0 0,0 0 1 0 0,0 0-1 0 0,0 0 0 0 0,0 0 0 0 0,0-1 1 0 0,0 1-1 0 0,0 0 0 0 0,-1 0 1 0 0,1 0-1 0 0,0 0 0 0 0,0 0 0 0 0,0 0 1 0 0,0 0-1 0 0,0 0 0 0 0,-1 0 0 0 0,1 0 1 0 0,0 0-1 0 0,0 0 0 0 0,0 0 1 0 0,0 0-1 0 0,0 0 0 0 0,0 0 0 0 0,-1 0 1 0 0,1 0-1 0 0,0 1 0 0 0,0-1 1 0 0,0 0-1 0 0,-13 11 93 0 0,6-3-78 0 0,1 1 0 0 0,0-1 0 0 0,1 1 0 0 0,0 1 0 0 0,0-1 0 0 0,1 1 0 0 0,0 0 0 0 0,-4 18 0 0 0,6-21-13 0 0,0 0 1 0 0,1 0-1 0 0,0 0 0 0 0,1 0 1 0 0,-1 0-1 0 0,2 0 0 0 0,-1 0 1 0 0,0 0-1 0 0,1 0 0 0 0,1 0 0 0 0,-1-1 1 0 0,1 1-1 0 0,0 0 0 0 0,4 7 1 0 0,-3-9-66 0 0,0-1 1 0 0,0 0-1 0 0,1 0 1 0 0,-1-1 0 0 0,1 1-1 0 0,0-1 1 0 0,0 0-1 0 0,1 0 1 0 0,-1 0 0 0 0,1 0-1 0 0,-1-1 1 0 0,1 1-1 0 0,0-1 1 0 0,0-1 0 0 0,0 1-1 0 0,0-1 1 0 0,0 1-1 0 0,5-1 1 0 0,4 1-1286 0 0,1 0-1 0 0,-1-1 1 0 0,1 0 0 0 0,-1-2-1 0 0,20-2 1 0 0,-17 0-1873 0 0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4:30.6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2368 0 0,'13'2'13279'0'0,"-10"-1"-12594"0"0,4 111 1299 0 0,1 3-5503 0 0,-11-39-4033 0 0,3-51 2711 0 0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4:31.6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4 140 212 0 0,'-3'-34'7009'0'0,"3"30"-6809"0"0,0 0 1 0 0,1 0-1 0 0,-1 0 1 0 0,1 0-1 0 0,0 0 1 0 0,0 0-1 0 0,1 1 1 0 0,-1-1-1 0 0,1 0 1 0 0,-1 1-1 0 0,1-1 1 0 0,0 1-1 0 0,1 0 1 0 0,-1-1-1 0 0,4-3 1 0 0,-2 4-174 0 0,-1 0 0 0 0,0 0 0 0 0,1 0-1 0 0,-1 1 1 0 0,1-1 0 0 0,0 1 0 0 0,0 0 0 0 0,0 0 0 0 0,0 0 0 0 0,0 1 0 0 0,1 0-1 0 0,-1-1 1 0 0,0 1 0 0 0,1 1 0 0 0,-1-1 0 0 0,0 1 0 0 0,1-1 0 0 0,-1 1 0 0 0,1 1-1 0 0,-1-1 1 0 0,1 1 0 0 0,4 1 0 0 0,0 0-18 0 0,1 1-1 0 0,-1 0 1 0 0,0 0-1 0 0,-1 1 1 0 0,1 1-1 0 0,-1-1 1 0 0,13 10-1 0 0,-16-10 8 0 0,0 1-1 0 0,0-1 1 0 0,-1 1-1 0 0,1 0 1 0 0,-1 0-1 0 0,0 0 1 0 0,-1 1-1 0 0,0-1 1 0 0,1 1-1 0 0,-2 0 1 0 0,1 0 0 0 0,2 9-1 0 0,-3-8 47 0 0,0 0 1 0 0,-1 0-1 0 0,0 0 1 0 0,-1 0-1 0 0,1 0 0 0 0,-1 0 1 0 0,-1 1-1 0 0,1-1 1 0 0,-1 0-1 0 0,-3 10 0 0 0,0-4 185 0 0,0 0-1 0 0,-1-1 1 0 0,-1 0-1 0 0,-11 20 1 0 0,-7 8 1052 0 0,23-39-957 0 0,1-2-336 0 0,-1 1 0 0 0,1-1 0 0 0,-1 0 0 0 0,1 1 1 0 0,-1-1-1 0 0,1 0 0 0 0,-1 0 0 0 0,1 0 0 0 0,0 0 0 0 0,-1 1 1 0 0,1-1-1 0 0,0 0 0 0 0,0 0 0 0 0,0 0 0 0 0,0-2 0 0 0,21-38-4 0 0,2 0-1 0 0,36-47 1 0 0,8-14-6 0 0,-63 97 10 0 0,6-19 48 0 0,-8 2 36 0 0,-2 20-57 0 0,-3 3-10 0 0,-1 1-21 0 0,0 0 0 0 0,0 1 0 0 0,0 0 0 0 0,0 0 0 0 0,0 0 0 0 0,1 0 0 0 0,-1 0 1 0 0,1 1-1 0 0,0 0 0 0 0,0-1 0 0 0,0 1 0 0 0,0 0 0 0 0,1 1 0 0 0,-2 4 0 0 0,-7 12 7 0 0,-11 34 0 0 0,19-46-4 0 0,0 0-1 0 0,1-1 0 0 0,0 1 0 0 0,1 0 1 0 0,0 0-1 0 0,0 0 0 0 0,1 17 0 0 0,1-22-4 0 0,-1 0 1 0 0,1-1-1 0 0,0 1 0 0 0,0 0 0 0 0,0-1 0 0 0,0 1 1 0 0,0 0-1 0 0,1-1 0 0 0,0 0 0 0 0,0 1 0 0 0,0-1 1 0 0,0 0-1 0 0,0 0 0 0 0,0 0 0 0 0,1 0 0 0 0,0 0 0 0 0,-1-1 1 0 0,1 1-1 0 0,0-1 0 0 0,0 0 0 0 0,6 3 0 0 0,3 2-328 0 0,2-2-1 0 0,-1 1 0 0 0,1-2 0 0 0,0 0 0 0 0,22 4 1 0 0,-19-6-1302 0 0,-1-1 0 0 0,0 0 0 0 0,1-1 1 0 0,27-3-1 0 0,-26 1-1114 0 0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4:31.9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25 1096 0 0,'4'-9'7918'0'0,"-3"8"-7752"0"0,-1 0 0 0 0,0 0 0 0 0,1 0-1 0 0,-1 1 1 0 0,1-1 0 0 0,-1 0 0 0 0,1 0-1 0 0,-1 0 1 0 0,1 1 0 0 0,-1-1 0 0 0,1 0 0 0 0,0 1-1 0 0,-1-1 1 0 0,1 0 0 0 0,0 1 0 0 0,0-1 0 0 0,0 1-1 0 0,-1-1 1 0 0,1 1 0 0 0,0 0 0 0 0,0-1-1 0 0,0 1 1 0 0,0 0 0 0 0,0 0 0 0 0,1-1 0 0 0,0 1-100 0 0,1 0 0 0 0,-1 0 0 0 0,0 0 0 0 0,0 1 0 0 0,0-1 0 0 0,0 1 0 0 0,0-1 0 0 0,0 1 0 0 0,0 0 0 0 0,0-1 0 0 0,3 3 0 0 0,-2-2-50 0 0,-1 1 1 0 0,0-1-1 0 0,1 0 1 0 0,-1 1 0 0 0,0 0-1 0 0,0-1 1 0 0,0 1-1 0 0,-1 0 1 0 0,1 0-1 0 0,0 0 1 0 0,-1 0-1 0 0,1 0 1 0 0,-1 1-1 0 0,0-1 1 0 0,1 0 0 0 0,-1 1-1 0 0,0-1 1 0 0,-1 1-1 0 0,1-1 1 0 0,0 1-1 0 0,-1-1 1 0 0,1 5-1 0 0,-2 1 127 0 0,-1 1 0 0 0,0-1 0 0 0,0 0 0 0 0,-1 0 0 0 0,0 0 0 0 0,0 0 0 0 0,-1 0-1 0 0,-5 8 1 0 0,-43 57 423 0 0,28-41-418 0 0,23-30-157 0 0,1-2-12 0 0,0 1 16 0 0,0-1 1 0 0,0 0 0 0 0,1 1-1 0 0,-1-1 1 0 0,0 0 0 0 0,0 1-1 0 0,0-1 1 0 0,1 0 0 0 0,-1 0-1 0 0,0 1 1 0 0,0-1 0 0 0,1 0 0 0 0,-1 0-1 0 0,0 0 1 0 0,0 0 0 0 0,1 1-1 0 0,-1-1 1 0 0,0 0 0 0 0,1 0-1 0 0,-1 0 1 0 0,0 0 0 0 0,1 0-1 0 0,-1 0 1 0 0,0 0 0 0 0,1 0 0 0 0,-1 0-1 0 0,0 0 1 0 0,1 0 0 0 0,-1 0-1 0 0,0 0 1 0 0,1 0 0 0 0,-1 0-1 0 0,0 0 1 0 0,1 0 0 0 0,0 0-1 0 0,14-4-226 0 0,303-141-9160 0 0,-250 110 5106 0 0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4:32.9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1 118 640 0 0,'2'-2'1337'0'0,"73"-57"4185"0"0,-64 52-5304 0 0,-1 1 1 0 0,1 0-1 0 0,0 1 1 0 0,0 0 0 0 0,1 1-1 0 0,13-4 1 0 0,-20 7-201 0 0,0 0 0 0 0,0 0-1 0 0,0 1 1 0 0,-1-1 0 0 0,1 1 0 0 0,0 0 0 0 0,0 1 0 0 0,0-1 0 0 0,0 1 0 0 0,0 0 0 0 0,-1 0 0 0 0,1 0-1 0 0,0 1 1 0 0,-1-1 0 0 0,1 1 0 0 0,-1 0 0 0 0,0 1 0 0 0,1-1 0 0 0,-1 1 0 0 0,0 0 0 0 0,0 0-1 0 0,-1 0 1 0 0,1 0 0 0 0,-1 1 0 0 0,1 0 0 0 0,-1-1 0 0 0,0 1 0 0 0,-1 0 0 0 0,1 0 0 0 0,-1 1-1 0 0,1-1 1 0 0,-1 1 0 0 0,-1-1 0 0 0,1 1 0 0 0,-1-1 0 0 0,1 1 0 0 0,-1 0 0 0 0,-1 0 0 0 0,1 0-1 0 0,-1-1 1 0 0,0 10 0 0 0,-2 2 300 0 0,-1 0 0 0 0,-1-1 1 0 0,-1 1-1 0 0,0-1 0 0 0,-1 0 0 0 0,-1 0 0 0 0,0 0 0 0 0,-1-1 0 0 0,-17 24 0 0 0,105-138 48 0 0,29-35-25 0 0,-105 129-317 0 0,0 0 0 0 0,-1 0 0 0 0,0 0 1 0 0,0 0-1 0 0,3-12 0 0 0,2-4 22 0 0,-8 21-46 0 0,-1 2-31 0 0,0 0 31 0 0,0-1 0 0 0,0 1 0 0 0,0 0 0 0 0,0 0 1 0 0,0 0-1 0 0,1 0 0 0 0,-1 0 0 0 0,0 0 0 0 0,0 0 0 0 0,1 1 0 0 0,-1-1 0 0 0,1 0 0 0 0,-1 0 0 0 0,0 2 0 0 0,-8 21 8 0 0,3-6 16 0 0,1 0 1 0 0,0 1-1 0 0,2 0 1 0 0,0 0-1 0 0,-1 34 1 0 0,4-48-33 0 0,0 1 0 0 0,1-1 0 0 0,0 0 0 0 0,0 0 0 0 0,0 0 1 0 0,0 0-1 0 0,1 0 0 0 0,0 0 0 0 0,0 0 0 0 0,0 0 0 0 0,0-1 1 0 0,1 1-1 0 0,0-1 0 0 0,0 0 0 0 0,0 1 0 0 0,1-2 0 0 0,-1 1 1 0 0,1 0-1 0 0,0-1 0 0 0,0 1 0 0 0,0-1 0 0 0,0 0 0 0 0,1 0 0 0 0,-1-1 1 0 0,1 1-1 0 0,5 1 0 0 0,7 2-503 0 0,0 0-1 0 0,-1-2 1 0 0,2 0 0 0 0,25 2 0 0 0,33-3-4430 0 0,-40-4 1070 0 0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4:33.5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167 29 108 0 0,'-3'0'1972'0'0,"-43"0"3844"0"0,44 0-5124 0 0,-2 0-105 0 0,-43-5 1830 0 0,45 5-2133 0 0,2-1-279 0 0,0 0-1 0 0,1 0 1 0 0,-1 0 0 0 0,1 0 0 0 0,-1 0 0 0 0,1 0 0 0 0,0 1 0 0 0,-1-1-1 0 0,1 0 1 0 0,0 0 0 0 0,0 0 0 0 0,-1 1 0 0 0,1-1 0 0 0,0 0-1 0 0,0 1 1 0 0,0-1 0 0 0,0 1 0 0 0,0-1 0 0 0,0 1 0 0 0,0-1 0 0 0,0 1-1 0 0,0 0 1 0 0,0 0 0 0 0,1-1 0 0 0,20-4 46 0 0,-20 5-35 0 0,2 0 8 0 0,-2-1-21 0 0,0 1-3 0 0,-1 0 1 0 0,1-1-1 0 0,0 1 0 0 0,-1 0 1 0 0,1 0-1 0 0,-1 0 0 0 0,1 0 1 0 0,0 0-1 0 0,-1 1 0 0 0,1-1 1 0 0,0 0-1 0 0,-1 1 0 0 0,1-1 1 0 0,-1 1-1 0 0,1 0 0 0 0,-1-1 1 0 0,1 1-1 0 0,-1 0 0 0 0,0 0 1 0 0,1 0-1 0 0,-1 0 0 0 0,0 0 1 0 0,0 0-1 0 0,0 1 0 0 0,2 1 1 0 0,-1-1 2 0 0,0 1 0 0 0,0-1-1 0 0,0 0 1 0 0,-1 1 0 0 0,1 0 0 0 0,-1-1 0 0 0,0 1 0 0 0,0 0 0 0 0,0-1-1 0 0,0 1 1 0 0,0 0 0 0 0,0 0 0 0 0,-1 0 0 0 0,0 0 0 0 0,1 0 0 0 0,-1 0 0 0 0,0 0-1 0 0,0 0 1 0 0,-1-1 0 0 0,1 1 0 0 0,-1 0 0 0 0,1 0 0 0 0,-1 0 0 0 0,-2 5-1 0 0,-2 6 12 0 0,-1 0 0 0 0,-1 0 0 0 0,-11 18 0 0 0,16-29-15 0 0,-27 44 185 0 0,29-46-167 0 0,2-1-63 0 0,-1 1 44 0 0,1 0 0 0 0,-1-1 0 0 0,1 1-1 0 0,0-1 1 0 0,-1 0 0 0 0,1 0 0 0 0,0 1 0 0 0,-1-1-1 0 0,1 0 1 0 0,0 0 0 0 0,0-1 0 0 0,-1 1 0 0 0,1 0-1 0 0,2-1 1 0 0,9-1-6 0 0,-1 3 33 0 0,1 1-1 0 0,-1 0 1 0 0,0 1 0 0 0,0 0 0 0 0,0 1 0 0 0,0 1-1 0 0,-1 0 1 0 0,16 9 0 0 0,-7-4 321 0 0,-19-10-263 0 0,0 1 1 0 0,0-1-1 0 0,1 1 0 0 0,-1 0 0 0 0,0-1 0 0 0,0 1 1 0 0,0 0-1 0 0,0 0 0 0 0,0 0 0 0 0,0 0 0 0 0,0 0 1 0 0,-1 0-1 0 0,1 0 0 0 0,0 0 0 0 0,0 0 0 0 0,-1 0 1 0 0,1 1-1 0 0,-1-1 0 0 0,1 0 0 0 0,-1 0 0 0 0,1 1 0 0 0,-1-1 1 0 0,0 0-1 0 0,0 1 0 0 0,1-1 0 0 0,-1 0 0 0 0,0 1 1 0 0,0-1-1 0 0,-1 0 0 0 0,1 1 0 0 0,0-1 0 0 0,0 0 1 0 0,-1 1-1 0 0,1-1 0 0 0,0 0 0 0 0,-1 0 0 0 0,1 1 1 0 0,-2 0-1 0 0,0 2 47 0 0,0 0 1 0 0,0 0 0 0 0,-1-1-1 0 0,0 1 1 0 0,1-1 0 0 0,-1 0-1 0 0,-1 1 1 0 0,1-1 0 0 0,-7 4-1 0 0,-4 2-99 0 0,0-2-1 0 0,0 0 1 0 0,0 0-1 0 0,-1-2 0 0 0,0 0 1 0 0,0 0-1 0 0,-30 4 1 0 0,-7-6-2906 0 0,0-7-3813 0 0,38 1 951 0 0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4:34.3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1 178 432 0 0,'0'-9'935'0'0,"1"0"0"0"0,0 0 0 0 0,0 0 0 0 0,1 0 0 0 0,0 0 0 0 0,4-9 0 0 0,-4 12-720 0 0,1-1 0 0 0,0 1-1 0 0,0-1 1 0 0,1 1 0 0 0,0 0 0 0 0,0 0 0 0 0,0 0 0 0 0,1 1 0 0 0,0 0 0 0 0,0 0 0 0 0,0 0 0 0 0,0 0 0 0 0,7-4 0 0 0,-9 8-189 0 0,0 0 1 0 0,1 0 0 0 0,-1 0-1 0 0,0 0 1 0 0,0 0 0 0 0,1 1-1 0 0,-1-1 1 0 0,0 1 0 0 0,1 0-1 0 0,-1 0 1 0 0,0 0 0 0 0,1 1-1 0 0,-1-1 1 0 0,0 1 0 0 0,1-1-1 0 0,-1 1 1 0 0,0 0 0 0 0,0 1-1 0 0,0-1 1 0 0,0 0 0 0 0,5 4-1 0 0,-2-2-2 0 0,-1 0-1 0 0,0 1 0 0 0,0 0 1 0 0,0 0-1 0 0,0 0 0 0 0,-1 0 1 0 0,1 1-1 0 0,-1-1 0 0 0,0 1 1 0 0,6 10-1 0 0,-7-7 55 0 0,0 0 0 0 0,-1 1-1 0 0,1-1 1 0 0,-1 0 0 0 0,-1 1 0 0 0,0-1-1 0 0,0 1 1 0 0,-1 0 0 0 0,0-1 0 0 0,-1 14-1 0 0,0-12 96 0 0,-1 1-1 0 0,0 0 0 0 0,-1 0 1 0 0,0-1-1 0 0,0 1 0 0 0,-1-1 0 0 0,-9 17 1 0 0,3-3 703 0 0,7-16-442 0 0,6-14 8 0 0,5-11-427 0 0,1 0-1 0 0,0 1 1 0 0,2 1 0 0 0,0 0 0 0 0,0 0 0 0 0,17-15 0 0 0,-14 13-19 0 0,-5 7 2 0 0,112-123 4 0 0,-113 116 19 0 0,-8 16-19 0 0,0 1-1 0 0,0 0 1 0 0,0-1-1 0 0,0 1 1 0 0,1 0-1 0 0,-1-1 1 0 0,0 1-1 0 0,0 0 1 0 0,0-1-1 0 0,0 1 1 0 0,0-1-1 0 0,0 1 1 0 0,0 0-1 0 0,0-1 1 0 0,0 1-1 0 0,0 0 1 0 0,0-1-1 0 0,0 1 1 0 0,-1-1-1 0 0,1 1 1 0 0,0 0-1 0 0,0-1 1 0 0,0 1-1 0 0,0 0 1 0 0,-1-1-1 0 0,1 1 1 0 0,0 0-1 0 0,0 0 1 0 0,0-1-1 0 0,-1 1 1 0 0,1 0-1 0 0,0-1 1 0 0,-1 1-1 0 0,1 0 1 0 0,0 0-1 0 0,-1 0 1 0 0,1-1-1 0 0,0 1 1 0 0,-1 0-1 0 0,-1 1-3 0 0,1-1 0 0 0,-1 1 1 0 0,1 0-1 0 0,-1 0 0 0 0,1 0 0 0 0,0 0 1 0 0,-1 0-1 0 0,1 1 0 0 0,0-1 0 0 0,0 0 0 0 0,0 0 1 0 0,0 1-1 0 0,-2 2 0 0 0,0 1 14 0 0,-1 1-6 0 0,0 1-1 0 0,0-1 1 0 0,0 1 0 0 0,1 1 0 0 0,0-1 0 0 0,1 0-1 0 0,0 1 1 0 0,-2 10 0 0 0,1-4 12 0 0,2-1 0 0 0,-1 1 0 0 0,3 27 0 0 0,-1-38-14 0 0,0 1 0 0 0,0 0 0 0 0,1 0-1 0 0,0 0 1 0 0,0-1 0 0 0,0 1 0 0 0,0 0 0 0 0,0-1 0 0 0,1 1 0 0 0,0-1 0 0 0,0 1 0 0 0,0-1 0 0 0,0 0 0 0 0,0 0 0 0 0,0 0 0 0 0,1 0 0 0 0,0 0 0 0 0,-1 0 0 0 0,1-1-1 0 0,0 1 1 0 0,0-1 0 0 0,4 2 0 0 0,0-1-152 0 0,-1 0-1 0 0,1-1 0 0 0,0 0 0 0 0,0 0 1 0 0,0-1-1 0 0,0 1 0 0 0,0-2 0 0 0,0 1 1 0 0,0-1-1 0 0,0 0 0 0 0,9-1 1 0 0,3-2-1713 0 0,0 0 1 0 0,0-1 0 0 0,34-12 0 0 0,-33 7-1708 0 0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4:34.7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9 1088 0 0,'1'-9'13889'0'0,"-3"15"-13706"0"0,1 1 0 0 0,-1-1 0 0 0,1 0 0 0 0,1 1 0 0 0,0-1 0 0 0,-1 0 0 0 0,2 1 0 0 0,-1-1 0 0 0,1 0 0 0 0,0 1 0 0 0,2 7 0 0 0,-1-9-157 0 0,-1-1 0 0 0,0 0-1 0 0,1 0 1 0 0,0 0 0 0 0,0 0-1 0 0,0 0 1 0 0,1-1 0 0 0,-1 1-1 0 0,1-1 1 0 0,0 1-1 0 0,-1-1 1 0 0,2 0 0 0 0,-1 0-1 0 0,0 0 1 0 0,1-1 0 0 0,-1 1-1 0 0,8 3 1 0 0,-7-4-4 0 0,0 0 1 0 0,1 0 0 0 0,-1-1-1 0 0,1 1 1 0 0,0-1-1 0 0,0 0 1 0 0,-1-1-1 0 0,1 1 1 0 0,0-1-1 0 0,6 0 1 0 0,-8-1-19 0 0,-1 1 0 0 0,1 0 0 0 0,-1-1 0 0 0,0 0 0 0 0,1 0 0 0 0,-1 0 0 0 0,0 0 0 0 0,0 0 0 0 0,0 0-1 0 0,0 0 1 0 0,0-1 0 0 0,0 1 0 0 0,0-1 0 0 0,0 1 0 0 0,-1-1 0 0 0,1 0 0 0 0,0 0 0 0 0,1-3 0 0 0,21-36 78 0 0,-22 38-58 0 0,14-27 828 0 0,-15 28-766 0 0,3-5 226 0 0,-2 10-298 0 0,0 1-1 0 0,0-1 0 0 0,-1 1 0 0 0,1-1 0 0 0,-1 1 0 0 0,0-1 0 0 0,0 1 0 0 0,-1 0 0 0 0,1-1 0 0 0,0 6 0 0 0,0 43-340 0 0,-1-37 1 0 0,-5 84-3542 0 0,-2-34-2325 0 0,1-30-147 0 0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4:35.5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5 255 996 0 0,'-4'-12'3768'0'0,"4"9"-3533"0"0,-1-1 0 0 0,1 1-1 0 0,0-1 1 0 0,0 1 0 0 0,0 0-1 0 0,1-1 1 0 0,-1 1 0 0 0,1 0-1 0 0,0-1 1 0 0,0 1 0 0 0,0 0-1 0 0,0 0 1 0 0,1 0 0 0 0,-1 0-1 0 0,1 0 1 0 0,0 0 0 0 0,0 0-1 0 0,0 1 1 0 0,2-4 0 0 0,0 1-143 0 0,0 0 0 0 0,1 0 1 0 0,0 1-1 0 0,-1-1 0 0 0,1 1 1 0 0,1 0-1 0 0,-1 0 0 0 0,0 1 1 0 0,10-5-1 0 0,-9 6-72 0 0,-1 0 1 0 0,0 1-1 0 0,1 0 0 0 0,0 0 1 0 0,-1 1-1 0 0,1 0 0 0 0,-1-1 1 0 0,1 2-1 0 0,-1-1 0 0 0,1 1 1 0 0,0 0-1 0 0,-1 0 0 0 0,0 0 1 0 0,1 1-1 0 0,-1 0 0 0 0,8 3 1 0 0,-10-3-7 0 0,-1-1 1 0 0,1 0 0 0 0,-1 1-1 0 0,0 0 1 0 0,1-1-1 0 0,-1 1 1 0 0,0 0 0 0 0,0 0-1 0 0,0 0 1 0 0,0 0-1 0 0,0 1 1 0 0,-1-1 0 0 0,1 1-1 0 0,-1-1 1 0 0,1 1 0 0 0,-1-1-1 0 0,0 1 1 0 0,0-1-1 0 0,0 1 1 0 0,-1 0 0 0 0,1 0-1 0 0,0 0 1 0 0,-1-1 0 0 0,0 1-1 0 0,0 0 1 0 0,0 0-1 0 0,0 0 1 0 0,0 0 0 0 0,-1 0-1 0 0,1-1 1 0 0,-1 1-1 0 0,1 0 1 0 0,-2 3 0 0 0,-4 11 557 0 0,-1 0 0 0 0,0 0 0 0 0,-14 21 0 0 0,20-36-216 0 0,3-9-347 0 0,-1 0 0 0 0,1 1-1 0 0,1 0 1 0 0,-1-1 0 0 0,1 1 0 0 0,0 0-1 0 0,0 0 1 0 0,0 1 0 0 0,1-1 0 0 0,6-6 0 0 0,2-7-13 0 0,70-97-34 0 0,-32 48 44 0 0,-29 35-51 0 0,-20 32 47 0 0,-3 2-11 0 0,-3 4 15 0 0,1 0 0 0 0,0 0 0 0 0,0 1 0 0 0,0-1 1 0 0,0 1-1 0 0,1 0 0 0 0,0 0 0 0 0,0 0 0 0 0,1 0 0 0 0,-3 10 1 0 0,-2 5 1 0 0,3-13 3 0 0,2 0-1 0 0,-1 0 1 0 0,1 0-1 0 0,0 0 1 0 0,1 0-1 0 0,0 1 0 0 0,0-1 1 0 0,0 0-1 0 0,2 15 1 0 0,0-20-10 0 0,-1 1-1 0 0,1 0 1 0 0,0-1 0 0 0,1 1-1 0 0,-1-1 1 0 0,0 1 0 0 0,1-1 0 0 0,0 1-1 0 0,0-1 1 0 0,0 0 0 0 0,0 0 0 0 0,0 0-1 0 0,1 0 1 0 0,-1 0 0 0 0,1-1-1 0 0,0 1 1 0 0,-1-1 0 0 0,1 0 0 0 0,1 1-1 0 0,-1-1 1 0 0,0-1 0 0 0,0 1 0 0 0,7 2-1 0 0,2 0-338 0 0,0-1 0 0 0,0 0 0 0 0,0 0 1 0 0,1-1-1 0 0,-1-1 0 0 0,0 0 0 0 0,1-1 0 0 0,20-2 0 0 0,-15 0-1113 0 0,-1-1 1 0 0,0-1 0 0 0,18-6-1 0 0,-17 3-1377 0 0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4:35.8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26 1760 0 0,'5'-17'8227'0'0,"-5"14"-7594"0"0,-1-3-192 0 0,-12 22 337 0 0,13-12-721 0 0,-1 1 1 0 0,1-1-1 0 0,0 0 0 0 0,0 1 0 0 0,0-1 0 0 0,1 0 1 0 0,-1 1-1 0 0,1-1 0 0 0,0 0 0 0 0,1 0 0 0 0,-1 0 1 0 0,1 0-1 0 0,-1 0 0 0 0,1 0 0 0 0,1 0 1 0 0,-1 0-1 0 0,0-1 0 0 0,5 5 0 0 0,4 4 150 0 0,0 0 0 0 0,2-1 1 0 0,22 15-1 0 0,-24-17 25 0 0,1 0 0 0 0,-1 0 1 0 0,0 1-1 0 0,11 13 0 0 0,-21-21-172 0 0,0-1 1 0 0,0 0-1 0 0,0 1 0 0 0,0-1 1 0 0,-1 1-1 0 0,1-1 0 0 0,0 1 1 0 0,-1-1-1 0 0,1 1 0 0 0,-1-1 1 0 0,0 1-1 0 0,1 0 0 0 0,-1-1 1 0 0,0 1-1 0 0,0 0 0 0 0,0-1 1 0 0,0 1-1 0 0,0 0 0 0 0,-1-1 0 0 0,0 3 1 0 0,0-1-16 0 0,0 0-1 0 0,0 0 1 0 0,-1 0 0 0 0,1-1-1 0 0,-1 1 1 0 0,0-1 0 0 0,0 1 0 0 0,0-1-1 0 0,0 0 1 0 0,-3 3 0 0 0,-4 2-44 0 0,1-1 0 0 0,0-1 0 0 0,-1 1 0 0 0,0-1 0 0 0,-16 6 1 0 0,17-8-338 0 0,-1-1 0 0 0,1 0 1 0 0,-1 0-1 0 0,0 0 1 0 0,-12 0-1 0 0,16-2-331 0 0,1 0-1 0 0,-1 0 0 0 0,0-1 0 0 0,0 1 0 0 0,1-1 0 0 0,-1 0 1 0 0,0 0-1 0 0,1-1 0 0 0,-1 1 0 0 0,1-1 0 0 0,-8-4 1 0 0,0-2-3584 0 0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4:36.0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1 196 1656 0 0,'10'-13'1472'0'0,"0"1"-224"0"0,2 0-232 0 0,0-2-231 0 0,2 2-121 0 0,3-2-212 0 0,4 0-16 0 0,1-1-168 0 0,0 3 24 0 0,3-4-128 0 0,2 6 28 0 0,-1-4-124 0 0,1 4-24 0 0,1 1-260 0 0,-4 3-280 0 0,0 0-300 0 0,-2 1-1465 0 0,-5 4-323 0 0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4:36.7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85 1624 0 0,'-45'-21'6529'0'0,"43"20"-6013"0"0,-12-13 1113 0 0,13 12-1408 0 0,1 2-181 0 0,0-1 0 0 0,0 0 0 0 0,0 1 0 0 0,0-1 0 0 0,1 0 0 0 0,-1 1-1 0 0,0-1 1 0 0,0 0 0 0 0,1 1 0 0 0,-1-1 0 0 0,1 0 0 0 0,-1 1 0 0 0,0-1 0 0 0,1 1 0 0 0,-1-1 0 0 0,2 0 0 0 0,7-2 78 0 0,-7 2-9 0 0,1 1-19 0 0,1 0-68 0 0,0 1 0 0 0,0-1 0 0 0,0 1 0 0 0,0 0 0 0 0,0 1 0 0 0,0-1 0 0 0,0 1 0 0 0,-1-1 0 0 0,1 1 0 0 0,-1 0 0 0 0,1 0 0 0 0,-1 1 0 0 0,0-1 0 0 0,1 1 0 0 0,-1 0 0 0 0,-1-1 0 0 0,1 1 0 0 0,0 1 0 0 0,-1-1 0 0 0,1 0 0 0 0,-1 1 0 0 0,0-1 0 0 0,0 1 0 0 0,0-1 0 0 0,1 6 0 0 0,-1-2 110 0 0,0 1 0 0 0,0 0 0 0 0,0 0 0 0 0,-1 0 0 0 0,0 0 1 0 0,-1-1-1 0 0,0 2 0 0 0,0-1 0 0 0,0-1 0 0 0,-1 1 0 0 0,-3 11 0 0 0,-1-1 376 0 0,0-1 0 0 0,-1 0 0 0 0,-15 30-1 0 0,20-45-228 0 0,4-3-274 0 0,-1-1 0 0 0,0 1-1 0 0,0 0 1 0 0,0 0 0 0 0,0-1 0 0 0,0 1-1 0 0,0-1 1 0 0,-1 0 0 0 0,1 1 0 0 0,0-1-1 0 0,-1 0 1 0 0,1 0 0 0 0,-1 0-1 0 0,2-3 1 0 0,5-5 2 0 0,93-91 5 0 0,19-20-31 0 0,-113 113 20 0 0,-4 5 4 0 0,0-1 0 0 0,0 1 0 0 0,0-1-1 0 0,0 1 1 0 0,-1-1 0 0 0,4-8 0 0 0,-5 11 52 0 0,-5 3-52 0 0,0-1-1 0 0,1 1 1 0 0,-1 1-1 0 0,1-1 0 0 0,0 0 1 0 0,-1 1-1 0 0,1 0 0 0 0,0 0 1 0 0,0-1-1 0 0,1 2 1 0 0,-1-1-1 0 0,1 0 0 0 0,-1 1 1 0 0,1-1-1 0 0,0 1 0 0 0,-2 4 1 0 0,-4 10 4 0 0,0 0 1 0 0,-5 19 0 0 0,11-27 6 0 0,-1-1 1 0 0,2 1 0 0 0,-1-1-1 0 0,1 1 1 0 0,0-1 0 0 0,1 1-1 0 0,0 0 1 0 0,1-1 0 0 0,0 1-1 0 0,0 0 1 0 0,5 13 0 0 0,-5-18-156 0 0,1-1 0 0 0,-1 1 0 0 0,1-1 0 0 0,0 1 0 0 0,1-1 0 0 0,-1 0 0 0 0,1 0 1 0 0,0 0-1 0 0,-1-1 0 0 0,2 1 0 0 0,-1-1 0 0 0,0 1 0 0 0,1-1 0 0 0,0 0 0 0 0,0 0 0 0 0,-1-1 1 0 0,2 1-1 0 0,-1-1 0 0 0,0 0 0 0 0,0 0 0 0 0,1 0 0 0 0,-1-1 0 0 0,1 1 0 0 0,9 1 1 0 0,-3-2-1004 0 0,0 0 0 0 0,0 0 0 0 0,0-1 0 0 0,0-1 1 0 0,12-1-1 0 0,-2-2-2580 0 0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4:37.0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27 1308 0 0,'6'-11'6812'0'0,"-3"-4"-244"0"0,-18 27-4800 0 0,-18 31-1232 0 0,27-32-444 0 0,0 0 1 0 0,0 0-1 0 0,1 0 1 0 0,1 1-1 0 0,0 0 1 0 0,-3 13-1 0 0,6-22-78 0 0,1 1 0 0 0,-1 0 0 0 0,1 0-1 0 0,0 0 1 0 0,0 0 0 0 0,0-1-1 0 0,1 1 1 0 0,-1 0 0 0 0,1 0 0 0 0,2 6-1 0 0,-2-7-3 0 0,1-1-1 0 0,-1 0 1 0 0,0 1-1 0 0,1-1 1 0 0,-1 0-1 0 0,1 0 1 0 0,0 0-1 0 0,0 0 1 0 0,0-1-1 0 0,0 1 1 0 0,0 0-1 0 0,0-1 1 0 0,0 1-1 0 0,0-1 1 0 0,1 0-1 0 0,-1 0 0 0 0,5 2 1 0 0,2-1 17 0 0,0 0-1 0 0,1 0 1 0 0,-1 0 0 0 0,1-1-1 0 0,0-1 1 0 0,10 0-1 0 0,-13 0 19 0 0,-5 0 97 0 0,12 0 1297 0 0,-29 2-1751 0 0,0 1 0 0 0,0 0 0 0 0,0 1-1 0 0,-21 10 1 0 0,14-7-2723 0 0,12-2-2 0 0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4:39.6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69 288 0 0,'0'0'3538'0'0,"-3"0"-2636"0"0,-16 6 7314 0 0,24-2-8349 0 0,-2-4 211 0 0,1 0 0 0 0,0 0 0 0 0,-1-1 0 0 0,1 1 0 0 0,0-1 0 0 0,-1 1 0 0 0,1-1 0 0 0,6-3 0 0 0,1 1 18 0 0,316-64 1104 0 0,-320 66-1176 0 0,-1 1 0 0 0,1-1 0 0 0,-1 1 0 0 0,1 0 0 0 0,-1 1 0 0 0,1-1 0 0 0,-1 1 0 0 0,1 0 0 0 0,-1 1 0 0 0,0 0 0 0 0,0 0 0 0 0,1 0 0 0 0,-1 1 1 0 0,-1 0-1 0 0,1 0 0 0 0,0 0 0 0 0,-1 1 0 0 0,1-1 0 0 0,5 7 0 0 0,0 1 88 0 0,-1 1 1 0 0,0 0-1 0 0,0 0 1 0 0,-2 1-1 0 0,1 1 0 0 0,9 22 1 0 0,4 11 162 0 0,-2 1 0 0 0,-3 2 0 0 0,16 73 0 0 0,17 157 330 0 0,-13 185-163 0 0,-24-218-333 0 0,109 882 736 0 0,-70-801-667 0 0,20 163 47 0 0,-13 10-123 0 0,117 504 75 0 0,-156-917-173 0 0,74 303 176 0 0,-51-194 443 0 0,-27-117-325 0 0,16 138 656 0 0,-28-176-717 0 0,30 287 1721 0 0,-14-174-1445 0 0,-3 23 181 0 0,-17-135-434 0 0,0-41-205 0 0,0 21 31 0 0,-1 29-10 0 0,1-50-48 0 0,-4 35 18 0 0,4-36-43 0 0,-24 80 1334 0 0,8-45 913 0 0,15-34-2094 0 0,0 0 0 0 0,0 1-1 0 0,0-1 1 0 0,-1 0 0 0 0,1 0-1 0 0,-1 0 1 0 0,1 0 0 0 0,-1 0 0 0 0,0-1-1 0 0,0 1 1 0 0,-4 3 0 0 0,5-5-82 0 0,-22 15 312 0 0,-10-2-446 0 0,-1-2-1 0 0,0-2 1 0 0,-1-1-1 0 0,0-1 1 0 0,0-2 0 0 0,-68 1-1 0 0,35-11-4935 0 0,39 3-905 0 0,4 1-3481 0 0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4:41.4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72 1764 0 0,'-14'-6'3414'0'0,"-29"-11"1601"0"0,73 10-4954 0 0,40-4 1 0 0,-12 3-32 0 0,31-5-439 0 0,-18 4-4941 0 0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4:41.6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33 968 0 0,'-25'24'6461'0'0,"25"-24"-6419"0"0,-1 0-1 0 0,1 1 0 0 0,0-1 0 0 0,-1 1 0 0 0,1-1 0 0 0,0 0 0 0 0,-1 1 1 0 0,1-1-1 0 0,0 1 0 0 0,-1-1 0 0 0,1 1 0 0 0,0 0 0 0 0,0-1 0 0 0,0 1 1 0 0,0-1-1 0 0,0 1 0 0 0,-1-1 0 0 0,1 1 0 0 0,0-1 0 0 0,0 1 1 0 0,0 0-1 0 0,0-1 0 0 0,1 1 0 0 0,-1-1 0 0 0,0 1 0 0 0,0-1 0 0 0,0 1 1 0 0,0 0-1 0 0,0-1 0 0 0,1 1 0 0 0,-1-1 0 0 0,0 1 0 0 0,1-1 1 0 0,-1 0-1 0 0,0 1 0 0 0,1-1 0 0 0,-1 1 0 0 0,0-1 0 0 0,1 1 0 0 0,-1-1 1 0 0,1 0-1 0 0,-1 1 0 0 0,1-1 0 0 0,-1 0 0 0 0,1 0 0 0 0,-1 1 1 0 0,1-1-1 0 0,-1 0 0 0 0,1 0 0 0 0,-1 0 0 0 0,1 1 0 0 0,0-1 1 0 0,-1 0-1 0 0,1 0 0 0 0,-1 0 0 0 0,2 0 0 0 0,34-2-18 0 0,-32 1 52 0 0,43-7-1539 0 0,0-3 1 0 0,75-28-1 0 0,-67 20-1614 0 0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4:43.0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348 9 2036 0 0,'11'-4'10945'0'0,"-34"0"-10121"0"0,20 4-676 0 0,-17 0 191 0 0,-12 4-123 0 0,-1 2 0 0 0,1 0 0 0 0,1 3 0 0 0,-59 23 0 0 0,85-30-213 0 0,0 1 0 0 0,1 0 0 0 0,-1 0-1 0 0,1 0 1 0 0,-1 1 0 0 0,1-1 0 0 0,0 1 0 0 0,-4 5-1 0 0,1 2 6 0 0,1 0 0 0 0,0 0 0 0 0,0 1 0 0 0,1-1 0 0 0,1 1-1 0 0,0 1 1 0 0,0-1 0 0 0,1 0 0 0 0,1 1 0 0 0,0 0 0 0 0,1-1 0 0 0,0 19-1 0 0,3 19 70 0 0,14 93-1 0 0,-7-82 31 0 0,35 213 425 0 0,7 56 362 0 0,-8-4-330 0 0,-8 104 847 0 0,0 0 112 0 0,-12-239-696 0 0,33 217 837 0 0,-38-313-556 0 0,49 150 0 0 0,-66-240-1091 0 0,1 0 1 0 0,0 0 0 0 0,0 0 0 0 0,0 0-1 0 0,0-1 1 0 0,1 1 0 0 0,0-1 0 0 0,0 1-1 0 0,0-1 1 0 0,1 0 0 0 0,-1 0 0 0 0,1-1-1 0 0,0 1 1 0 0,0-1 0 0 0,0 0 0 0 0,1 0-1 0 0,-1 0 1 0 0,1-1 0 0 0,0 1 0 0 0,-1-1-1 0 0,1 0 1 0 0,0 0 0 0 0,0-1 0 0 0,0 0-1 0 0,1 0 1 0 0,-1 0 0 0 0,0 0 0 0 0,0-1-1 0 0,0 0 1 0 0,1 0 0 0 0,-1 0 0 0 0,0-1-1 0 0,8-1 1 0 0,16-4-890 0 0,0-1 0 0 0,0-1-1 0 0,-1-1 1 0 0,0-2 0 0 0,39-20 0 0 0,-39 15-2512 0 0,-1-1 0 0 0,42-33 0 0 0,-15 3-4820 0 0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4:43.8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79 1104 0 0,'1'-2'1648'0'0,"6"-50"5969"0"0,-3 29-1513 0 0,1 51-6035 0 0,10 39-1 0 0,-11-56-58 0 0,0 0-1 0 0,0 0 1 0 0,1 0-1 0 0,0-1 1 0 0,1 0-1 0 0,10 14 1 0 0,-13-20-9 0 0,0 0 0 0 0,1-1 0 0 0,0 0 0 0 0,-1 0 0 0 0,1 0 1 0 0,1 0-1 0 0,-1 0 0 0 0,0-1 0 0 0,1 0 0 0 0,-1 0 0 0 0,1 0 0 0 0,-1 0 0 0 0,1-1 0 0 0,0 0 1 0 0,0 0-1 0 0,0 0 0 0 0,0 0 0 0 0,-1-1 0 0 0,1 0 0 0 0,0 0 0 0 0,0 0 0 0 0,5-2 1 0 0,-4 2-4 0 0,-1-2 0 0 0,1 1 0 0 0,-1 0 0 0 0,0-1 0 0 0,1 0 0 0 0,-1 0 0 0 0,0-1 0 0 0,0 1 0 0 0,-1-1 0 0 0,1 0 0 0 0,0 0 0 0 0,-1-1 0 0 0,0 1 0 0 0,0-1 0 0 0,0 0 0 0 0,0 0 0 0 0,-1-1 0 0 0,1 1 0 0 0,2-6 0 0 0,4-11 451 0 0,-1 0 0 0 0,-1-1 1 0 0,-1 0-1 0 0,8-44 0 0 0,-15 65-334 0 0,3-3 48 0 0,-1 0-50 0 0,1 15-89 0 0,5 92-98 0 0,13 118-1009 0 0,6-76-8904 0 0,-18-115 4211 0 0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4:44.6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90 190 952 0 0,'0'0'17612'0'0,"9"-6"-16460"0"0,-93-55 34 0 0,71 51-1255 0 0,12 10 39 0 0,9-10-35 0 0,132-35-230 0 0,-2 5-2 0 0,-100 29 298 0 0,-36 10 25 0 0,14-1 526 0 0,-14 0-496 0 0,21 1 803 0 0,-21 6-849 0 0,0 0 1 0 0,0 1-1 0 0,-1-1 1 0 0,0 0-1 0 0,1 11 1 0 0,3 37 232 0 0,-3 88 1 0 0,-16 55-648 0 0,7-115-873 0 0,3-28-628 0 0,-1-1-1725 0 0,3-17-2431 0 0,2-16-448 0 0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4:45.6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20 102 1348 0 0,'-19'-25'13495'0'0,"19"25"-13480"0"0,0 0 0 0 0,0 0 0 0 0,0 0 0 0 0,0 0 0 0 0,0 0 0 0 0,0 0 0 0 0,0 0 0 0 0,0 0 0 0 0,0 0 0 0 0,0-1 0 0 0,-1 1 0 0 0,1 0 0 0 0,0 0 0 0 0,0 0 0 0 0,0 0 0 0 0,0 0 0 0 0,0 0 0 0 0,0 0 0 0 0,0-1 0 0 0,0 1 0 0 0,0 0 0 0 0,0 0 0 0 0,0 0 0 0 0,0 0 0 0 0,0 0 0 0 0,0 0 0 0 0,0 0 0 0 0,0-1 0 0 0,0 1 0 0 0,0 0 0 0 0,0 0 0 0 0,1 0 0 0 0,-1 0 0 0 0,0 0 0 0 0,0 0 0 0 0,0 0 0 0 0,0 0 0 0 0,0-1 0 0 0,0 1 0 0 0,0 0 0 0 0,0 0 0 0 0,0 0 0 0 0,0 0 0 0 0,0 0 0 0 0,1 0 0 0 0,-1 0 0 0 0,0 0 0 0 0,0 0 0 0 0,0 0 0 0 0,0 0 0 0 0,0 0 0 0 0,0 0 0 0 0,0 0 0 0 0,1 0 0 0 0,11-5 307 0 0,26-3-309 0 0,-26 5 90 0 0,207-36 379 0 0,-160 29-153 0 0,-10 3-118 0 0,-47 7-194 0 0,18 1 45 0 0,-16 1-21 0 0,0 0 1 0 0,-1 1-1 0 0,1-1 1 0 0,-1 1-1 0 0,1 0 0 0 0,-1 0 1 0 0,0 0-1 0 0,0 1 1 0 0,-1-1-1 0 0,1 1 0 0 0,0-1 1 0 0,-1 1-1 0 0,3 7 1 0 0,4 8 582 0 0,9 35 1 0 0,-8-21-80 0 0,20 68 306 0 0,-4 2-1 0 0,16 139 1 0 0,10 288-323 0 0,-30-258-353 0 0,4 86 716 0 0,17 152 1760 0 0,-21-298-1588 0 0,6 41 91 0 0,-19-176-342 0 0,-1 84 0 0 0,-8-158-764 0 0,0 0 0 0 0,0 0 0 0 0,0 0 0 0 0,-1 0 0 0 0,1 0 0 0 0,-1 0 0 0 0,0 0 0 0 0,0 0 0 0 0,0 0 0 0 0,0 0 0 0 0,0 0 0 0 0,-1-1 0 0 0,1 1 0 0 0,-1 0 0 0 0,0-1 0 0 0,-4 5 0 0 0,2-3-37 0 0,0-1-1 0 0,-1 0 0 0 0,1 0 1 0 0,-1 0-1 0 0,0-1 0 0 0,0 0 1 0 0,0 0-1 0 0,0 0 0 0 0,-7 2 1 0 0,-61 13-2770 0 0,-136 13 1 0 0,100-16-202 0 0,-102 15-7145 0 0,95-15-48 0 0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4:20.6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30 189 16 0 0,'0'0'1278'0'0,"-3"-10"2304"0"0,0-5-1127 0 0,0 0 1 0 0,-2-29-1 0 0,-1-6 1923 0 0,-2 3-665 0 0,8 46-3319 0 0,-1-5-366 0 0,40 124 121 0 0,-1-2-311 0 0,19 124-5391 0 0,-32-128-1773 0 0,-15-72 1867 0 0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4:21.2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58 272 1904 0 0,'-24'9'10597'0'0,"11"-10"-6991"0"0,2 1 243 0 0,6 8-4625 0 0,3 8 799 0 0,0 0-1 0 0,1 1 0 0 0,1-1 0 0 0,1 1 0 0 0,0-1 1 0 0,1 0-1 0 0,0 0 0 0 0,1 0 0 0 0,1 0 0 0 0,9 23 1 0 0,-10-33-17 0 0,-1 0 0 0 0,1 0 0 0 0,0 0 0 0 0,0 0 0 0 0,1-1-1 0 0,0 0 1 0 0,0 0 0 0 0,0 0 0 0 0,0 0 0 0 0,1 0 0 0 0,0-1 0 0 0,0 0 0 0 0,0 0 0 0 0,0 0 0 0 0,1-1 0 0 0,-1 0 0 0 0,1 0 0 0 0,0 0 0 0 0,0-1 0 0 0,0 0 0 0 0,0 0 0 0 0,1 0 0 0 0,-1-1 0 0 0,0 0 0 0 0,1 0 0 0 0,-1 0 0 0 0,1-1 0 0 0,10-1 0 0 0,-4-1 6 0 0,-1 0 0 0 0,1-1 0 0 0,-1 0 0 0 0,0-1 0 0 0,0 0 0 0 0,0-1 0 0 0,0-1 0 0 0,-1 0 0 0 0,0 0-1 0 0,0-1 1 0 0,-1 0 0 0 0,1-1 0 0 0,-2 0 0 0 0,1-1 0 0 0,-1 0 0 0 0,-1 0 0 0 0,15-20 0 0 0,-12 13 2 0 0,-1 0 0 0 0,-1-1-1 0 0,0 0 1 0 0,-1-1 0 0 0,-1 1 0 0 0,0-1-1 0 0,-2-1 1 0 0,0 1 0 0 0,-1-1-1 0 0,-1 0 1 0 0,2-25 0 0 0,-5 34-5 0 0,0-1 1 0 0,-1 1 0 0 0,0 0-1 0 0,-1 0 1 0 0,0 0-1 0 0,0 0 1 0 0,-1 0 0 0 0,0 0-1 0 0,-1 1 1 0 0,0 0 0 0 0,-1-1-1 0 0,0 1 1 0 0,-7-10-1 0 0,7 13-11 0 0,0 0-1 0 0,0 0 0 0 0,-1 0 0 0 0,0 1 0 0 0,0-1 0 0 0,0 1 0 0 0,-1 1 1 0 0,1 0-1 0 0,-1-1 0 0 0,0 2 0 0 0,0-1 0 0 0,-1 1 0 0 0,1 0 1 0 0,-1 1-1 0 0,1 0 0 0 0,-1 0 0 0 0,-11-1 0 0 0,4 2-242 0 0,1 1-1 0 0,-1 0 0 0 0,0 1 1 0 0,0 1-1 0 0,1 0 1 0 0,-1 1-1 0 0,-21 8 0 0 0,24-7-658 0 0,-1 1-1 0 0,1 1 0 0 0,-16 9 0 0 0,20-10-431 0 0,1 0 0 0 0,0 1 0 0 0,0 0-1 0 0,0 0 1 0 0,-8 10 0 0 0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4:21.9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139 276 1008 0 0,'-4'-15'2758'0'0,"-1"1"0"0"0,0 0 0 0 0,-1 0 0 0 0,-1 1 0 0 0,-13-21 0 0 0,19 33-2139 0 0,-4-2-167 0 0,5 3-445 0 0,0 0 0 0 0,0-1 1 0 0,-1 1-1 0 0,1 0 0 0 0,0 0 1 0 0,0-1-1 0 0,-1 1 1 0 0,1 0-1 0 0,0 0 0 0 0,0 0 1 0 0,-1 0-1 0 0,1 0 0 0 0,0-1 1 0 0,-1 1-1 0 0,1 0 0 0 0,0 0 1 0 0,-1 0-1 0 0,1 0 0 0 0,0 0 1 0 0,-1 0-1 0 0,1 0 0 0 0,0 0 1 0 0,-1 0-1 0 0,1 0 1 0 0,0 0-1 0 0,-1 0 0 0 0,1 0 1 0 0,0 0-1 0 0,0 0 0 0 0,-1 1 1 0 0,1-1-1 0 0,0 0 0 0 0,-1 0 1 0 0,1 0-1 0 0,0 0 0 0 0,0 1 1 0 0,-1-1-1 0 0,1 0 0 0 0,0 0 1 0 0,0 0-1 0 0,-1 1 1 0 0,1-1-1 0 0,0 0 0 0 0,0 0 1 0 0,0 1-1 0 0,0-1 0 0 0,-1 0 1 0 0,1 1-1 0 0,0-1 0 0 0,0 0 1 0 0,0 1-1 0 0,0-1 0 0 0,0 1 1 0 0,-13 25 45 0 0,2 2 1 0 0,0-1-1 0 0,2 1 1 0 0,1 1 0 0 0,2 0-1 0 0,0 0 1 0 0,2 0-1 0 0,2 0 1 0 0,0 1-1 0 0,2-1 1 0 0,6 52-1 0 0,-5-74-32 0 0,0 0-1 0 0,0-1 0 0 0,1 1 0 0 0,0 0 0 0 0,0-1 0 0 0,1 1 0 0 0,0-1 0 0 0,0 0 0 0 0,0 0 0 0 0,1 0 0 0 0,0 0 0 0 0,9 10 0 0 0,-10-12-5 0 0,1-1-1 0 0,0 0 0 0 0,1 0 1 0 0,-1 0-1 0 0,1 0 0 0 0,-1-1 1 0 0,1 1-1 0 0,0-1 0 0 0,0 0 1 0 0,0-1-1 0 0,0 1 1 0 0,0-1-1 0 0,0 0 0 0 0,0-1 1 0 0,0 1-1 0 0,0-1 0 0 0,10 0 1 0 0,-7-1 34 0 0,0 0-1 0 0,0 0 1 0 0,0 0 0 0 0,0-1 0 0 0,0-1 0 0 0,-1 1-1 0 0,1-1 1 0 0,-1 0 0 0 0,1-1 0 0 0,-1 0 0 0 0,11-8-1 0 0,-8 4 11 0 0,-1 0 0 0 0,0-1 0 0 0,0 0 0 0 0,-1 0 0 0 0,0-1 0 0 0,12-19 0 0 0,-2-6 29 0 0,-1 0-1 0 0,-1-1 1 0 0,18-66 0 0 0,-27 77-62 0 0,-1 1 0 0 0,-1-1 0 0 0,-1 0-1 0 0,-1 0 1 0 0,-1 0 0 0 0,-2 0 0 0 0,-2-32-1 0 0,1 50-17 0 0,0 0-1 0 0,-1 1 0 0 0,1-1 1 0 0,-2 1-1 0 0,1-1 0 0 0,-1 1 0 0 0,1 0 1 0 0,-2 0-1 0 0,1 0 0 0 0,-1 0 1 0 0,0 0-1 0 0,0 1 0 0 0,0 0 1 0 0,-1 0-1 0 0,0 0 0 0 0,0 0 0 0 0,-8-5 1 0 0,8 6-24 0 0,0 1 1 0 0,-1 1-1 0 0,1-1 1 0 0,-1 1-1 0 0,1 0 0 0 0,-1 0 1 0 0,0 0-1 0 0,1 1 1 0 0,-1 0-1 0 0,0 0 1 0 0,0 0-1 0 0,0 1 0 0 0,0 0 1 0 0,0 0-1 0 0,0 1 1 0 0,0 0-1 0 0,0 0 1 0 0,0 0-1 0 0,1 0 1 0 0,-8 4-1 0 0,2-1-338 0 0,1 1 0 0 0,0 0-1 0 0,0 0 1 0 0,1 1 0 0 0,0 0 0 0 0,0 1 0 0 0,0 0 0 0 0,1 1-1 0 0,0 0 1 0 0,-11 14 0 0 0,10-10-945 0 0,0 1-1 0 0,1 0 1 0 0,1 0 0 0 0,0 1-1 0 0,1 0 1 0 0,0 0 0 0 0,-4 20-1 0 0,3-8-3551 0 0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4:22.3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6 1652 0 0,'-27'-5'22792'0'0,"27"5"-22768"0"0,-1 0 1 0 0,1 0 0 0 0,-1 0 0 0 0,1 0 0 0 0,0 0 0 0 0,-1 0-1 0 0,1 0 1 0 0,0 0 0 0 0,-1 0 0 0 0,1 1 0 0 0,-1-1 0 0 0,1 0-1 0 0,0 0 1 0 0,-1 0 0 0 0,1 1 0 0 0,0-1 0 0 0,0 0 0 0 0,-1 0-1 0 0,1 1 1 0 0,0-1 0 0 0,0 0 0 0 0,-1 0 0 0 0,1 1 0 0 0,0-1 0 0 0,0 0-1 0 0,0 1 1 0 0,-1-1 0 0 0,1 0 0 0 0,0 1 0 0 0,-1 16 628 0 0,11 26 276 0 0,-5-27-719 0 0,7 46 91 0 0,6 91 0 0 0,-11-60-2798 0 0,-1-18-2790 0 0,0-1-4093 0 0,-3-52 1365 0 0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4:23.2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52 788 0 0,'-11'-11'6104'0'0,"-16"-10"4780"0"0,67 23-9412 0 0,209-11-140 0 0,-73 0-1170 0 0,57 6 44 0 0,-229 3-123 0 0,-1 0 1 0 0,1 1-1 0 0,-1-1 0 0 0,1 1 1 0 0,-1 0-1 0 0,1 1 0 0 0,-1-1 1 0 0,0 0-1 0 0,0 1 0 0 0,1 0 1 0 0,-1-1-1 0 0,0 1 0 0 0,-1 1 1 0 0,1-1-1 0 0,0 0 1 0 0,0 1-1 0 0,-1-1 0 0 0,0 1 1 0 0,1 0-1 0 0,-1 0 0 0 0,0 0 1 0 0,0 0-1 0 0,-1 0 0 0 0,3 5 1 0 0,3 7 426 0 0,-1 1 0 0 0,-1 1 0 0 0,7 28 0 0 0,-10-37-365 0 0,17 91 1458 0 0,11 164-1 0 0,-18 104-646 0 0,-1-16-602 0 0,71 427-319 0 0,-78-750-20 0 0,63 533 1125 0 0,-64-403-183 0 0,-4-137-809 0 0,-1 0 0 0 0,-1 0 0 0 0,-1 0 0 0 0,0 0 0 0 0,-11 27 0 0 0,11-39-173 0 0,-1-1 0 0 0,1 0-1 0 0,-1 0 1 0 0,-1-1 0 0 0,1 1 0 0 0,-1-1-1 0 0,-8 7 1 0 0,0-1-278 0 0,0 0-1 0 0,-24 14 0 0 0,-3-2-1990 0 0,0-2 0 0 0,-49 19 1 0 0,-29 6-7320 0 0,25-15-3143 0 0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6:04.8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1 444 792 0 0,'0'-14'3417'0'0,"3"-7"-1166"0"0,-3 19-1756 0 0,1-10 1375 0 0,0-1-143 0 0,3-7 1976 0 0,-3 20-3668 0 0,-1-1-1 0 0,1 1 1 0 0,0-1-1 0 0,0 1 1 0 0,-1-1-1 0 0,1 1 1 0 0,0-1-1 0 0,0 1 1 0 0,0 0-1 0 0,-1-1 1 0 0,1 1 0 0 0,0 0-1 0 0,0 0 1 0 0,0 0-1 0 0,0-1 1 0 0,0 1-1 0 0,0 0 1 0 0,0 0-1 0 0,0 0 1 0 0,-1 1-1 0 0,1-1 1 0 0,0 0-1 0 0,1 0 1 0 0,1 1 131 0 0,19 10 67 0 0,-20-10-197 0 0,1 0-7 0 0,0 0 1 0 0,0 1 0 0 0,0-1-1 0 0,0 1 1 0 0,0 0-1 0 0,0 0 1 0 0,0 0 0 0 0,0 1-1 0 0,-1-1 1 0 0,1 0-1 0 0,2 5 1 0 0,-3-5 21 0 0,37 38 295 0 0,-12-11-158 0 0,1-2-1 0 0,45 34 0 0 0,-62-53-153 0 0,0-1 0 0 0,0 0-1 0 0,1-1 1 0 0,-1-1 0 0 0,2 0 0 0 0,-1 0-1 0 0,0-1 1 0 0,1-1 0 0 0,0 0 0 0 0,0 0-1 0 0,18 0 1 0 0,-1-3 3 0 0,0-1 1 0 0,0-1-1 0 0,47-11 0 0 0,88-30-20 0 0,-113 28-25 0 0,272-87-30 0 0,-36 10 8 0 0,-149 49 25 0 0,136-34-2 0 0,-240 69 43 0 0,0-1 1 0 0,48-19-1 0 0,-57 11-11 0 0,-24 16-25 0 0,0 1 1 0 0,0-1-1 0 0,0 0 1 0 0,0-1 0 0 0,-1 1-1 0 0,1 0 1 0 0,0 0-1 0 0,-1-1 1 0 0,1 1 0 0 0,0-1-1 0 0,-1 1 1 0 0,0-1-1 0 0,1 0 1 0 0,-1 0-1 0 0,0 0 1 0 0,2-3 0 0 0,10-21 2 0 0,-11 23-2 0 0,-1 0 0 0 0,0 0 0 0 0,0 0 0 0 0,0 0 0 0 0,0 0 0 0 0,-1 0 1 0 0,1 0-1 0 0,-1-1 0 0 0,0 1 0 0 0,0-4 0 0 0,0 5-1 0 0,0-1 0 0 0,0 0-1 0 0,1 0 1 0 0,-2 1 0 0 0,1-1-1 0 0,0 0 1 0 0,-1 0 0 0 0,1 0-1 0 0,-1 0 1 0 0,0 0 0 0 0,0 0 0 0 0,0 0-1 0 0,-3-4 1 0 0,-3-3-37 0 0,7 9 32 0 0,-1-1-1 0 0,0 0 1 0 0,0 1 0 0 0,0 0 0 0 0,0-1-1 0 0,0 1 1 0 0,0-1 0 0 0,0 1 0 0 0,0 0-1 0 0,0 0 1 0 0,-1 0 0 0 0,1 0 0 0 0,-3-2-1 0 0,4 3 4 0 0,0 1 1 0 0,0-1-1 0 0,0 0 0 0 0,0 0 0 0 0,0 0 0 0 0,0 1 0 0 0,0-1 1 0 0,0 0-1 0 0,0 0 0 0 0,0 0 0 0 0,0 1 0 0 0,0-1 1 0 0,0 0-1 0 0,0 0 0 0 0,-1 0 0 0 0,1 0 0 0 0,0 1 0 0 0,0-1 1 0 0,0 0-1 0 0,0 0 0 0 0,0 0 0 0 0,-1 0 0 0 0,1 0 1 0 0,0 0-1 0 0,0 0 0 0 0,0 1 0 0 0,0-1 0 0 0,-1 0 0 0 0,1 0 1 0 0,0 0-1 0 0,0 0 0 0 0,0 0 0 0 0,0 0 0 0 0,-1 0 0 0 0,1 0 1 0 0,0 0-1 0 0,0 0 0 0 0,0 0 0 0 0,-1 0 0 0 0,1 0 1 0 0,0 0-1 0 0,0 0 0 0 0,0 0 0 0 0,-1 0 0 0 0,1 0 0 0 0,0 0 1 0 0,0-1-1 0 0,0 1 0 0 0,0 0 0 0 0,-1 0 0 0 0,1 0 0 0 0,0 0 1 0 0,0 0-1 0 0,0 0 0 0 0,0 0 0 0 0,0-1 0 0 0,-1 1 1 0 0,1 0-1 0 0,0 0 0 0 0,0 0 0 0 0,0 0 0 0 0,0-1 0 0 0,0 1 1 0 0,2 4-14 0 0,0 2 205 0 0,-13 20-53 0 0,5-17-122 0 0,-12 23 12 0 0,-13 59 5 0 0,3-10 17 0 0,22-68-36 0 0,0 0 1 0 0,-1-1-1 0 0,0 0 0 0 0,-1 0 1 0 0,-1-1-1 0 0,0 1 1 0 0,0-2-1 0 0,-1 0 0 0 0,0 0 1 0 0,-23 16-1 0 0,17-15-4 0 0,-1-1 1 0 0,0-1-1 0 0,0-1 0 0 0,-1 0 0 0 0,0-1 1 0 0,-1-1-1 0 0,-26 6 0 0 0,-118 15 21 0 0,-275 12 0 0 0,259-41-29 0 0,60-1-24 0 0,-68 0 27 0 0,135 3 9 0 0,-1-2 704 0 0,50 2-559 0 0,-17-2 294 0 0,-20 1 60 0 0,38 1-505 0 0,-22 8 18 0 0,21-7-27 0 0,-59 23 108 0 0,60-23-96 0 0,-1 0 3 0 0,-64 10 310 0 0,65-11-89 0 0,-2-1-195 0 0,3 1-35 0 0,0 0 1 0 0,1 0-1 0 0,-1-1 1 0 0,0 1 0 0 0,1 0-1 0 0,-1-1 1 0 0,1 1-1 0 0,-1 0 1 0 0,1-1 0 0 0,-1 1-1 0 0,1-1 1 0 0,-1 1-1 0 0,1-1 1 0 0,-1 1 0 0 0,1-1-1 0 0,0 1 1 0 0,-1-1-1 0 0,1 1 1 0 0,0-1 0 0 0,-1 1-1 0 0,1-2 1 0 0,-1 1 26 0 0,0 1-26 0 0,1-1 0 0 0,-1 1 0 0 0,1-1 0 0 0,-1 1 0 0 0,0-1 0 0 0,1 1 0 0 0,-1-1 0 0 0,1 0-1 0 0,0 1 1 0 0,-1-1 0 0 0,1 0 0 0 0,-1 1 0 0 0,1-1 0 0 0,0 0 0 0 0,-1 1 0 0 0,1-1 0 0 0,0 0 0 0 0,0 0 0 0 0,0 1 0 0 0,0-1 0 0 0,-1-1-1 0 0,-1-16 35 0 0,3 17-36 0 0,0-1-63 0 0,0 0 3 0 0,1 0-1 0 0,-1 0 1 0 0,1 0 0 0 0,-1 1-1 0 0,1-1 1 0 0,0 1 0 0 0,0-1-1 0 0,2-1 1 0 0,0 0-572 0 0,29-3-9231 0 0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7:25.0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69 464 0 0,'0'0'445'0'0,"11"-6"802"0"0,10 2-832 0 0,-19 4-374 0 0,-1 0-29 0 0,-1 0 1 0 0,0 0-1 0 0,0 0 1 0 0,1 0-1 0 0,-1 0 1 0 0,0 0 0 0 0,1 0-1 0 0,-1 0 1 0 0,0 0-1 0 0,1 0 1 0 0,-1 0-1 0 0,0 0 1 0 0,0-1 0 0 0,1 1-1 0 0,-1 0 1 0 0,0 0-1 0 0,1 0 1 0 0,-1 0-1 0 0,0 0 1 0 0,0-1 0 0 0,1 1-1 0 0,-1 0 1 0 0,0 0-1 0 0,0 0 1 0 0,0-1-1 0 0,1 1 1 0 0,-1 0 0 0 0,0 0-1 0 0,0-1 1 0 0,0 1-1 0 0,0 0 1 0 0,0 0-1 0 0,1-1 1 0 0,-1 1-1 0 0,0 0 1 0 0,0-1 0 0 0,0 1-1 0 0,0 0 1 0 0,0 0-1 0 0,0-1 1 0 0,0 1-1 0 0,0 0 1 0 0,0-1 0 0 0,0 1-1 0 0,0 0 1 0 0,0-1-1 0 0,0 1 1 0 0,0 0-1 0 0,0 0 1 0 0,-1-1 0 0 0,1 1-1 0 0,0 0 1 0 0,0-1-1 0 0,-1 0-24 0 0,14-35 24 0 0,-11 31 150 0 0,1 0-728 0 0,0 11-385 0 0,-3-4 304 0 0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8:25.4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76 0 0,'0'0'1512'0'0,"8"7"-1560"0"0,-1-5 313 0 0,-6-2-165 0 0,0 1 0 0 0,0-1 0 0 0,0 0 0 0 0,1 1 0 0 0,-1-1-1 0 0,0 0 1 0 0,0 0 0 0 0,1 0 0 0 0,-1 0 0 0 0,0 0-1 0 0,0 0 1 0 0,1 0 0 0 0,1-1 0 0 0,-1 0-18 0 0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9:11.2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 48 0 0,'0'0'848'0'0,"-6"5"-96"0"0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9:33.8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106 436 1784 0 0,'-4'-4'3845'0'0,"4"4"-3683"0"0,-1-1 0 0 0,1 1 0 0 0,0 0 0 0 0,-1 0 0 0 0,1 0 0 0 0,-1 0 0 0 0,1 0 0 0 0,-1 0 0 0 0,0 0 0 0 0,-5 4 155 0 0,0 1 0 0 0,1 0 0 0 0,-1 0 0 0 0,1 1 0 0 0,0-1 0 0 0,0 1 0 0 0,1 0 0 0 0,0 1 0 0 0,0-1 0 0 0,0 1-1 0 0,1 0 1 0 0,0 0 0 0 0,-3 9 0 0 0,-1 6 129 0 0,0 1-1 0 0,2 0 0 0 0,-4 25 1 0 0,8-37-324 0 0,0 0 0 0 0,1 0 0 0 0,0 0 1 0 0,0 0-1 0 0,1 0 0 0 0,0-1 0 0 0,1 1 0 0 0,7 21 0 0 0,-8-28-80 0 0,1 0 0 0 0,0 0 0 0 0,0 0-1 0 0,0 0 1 0 0,0 0 0 0 0,1-1 0 0 0,0 1 0 0 0,-1-1-1 0 0,1 1 1 0 0,1-1 0 0 0,-1 0 0 0 0,0 0-1 0 0,1 0 1 0 0,-1-1 0 0 0,1 1 0 0 0,0-1-1 0 0,0 0 1 0 0,0 0 0 0 0,0 0 0 0 0,0-1-1 0 0,0 1 1 0 0,1-1 0 0 0,-1 0 0 0 0,8 0-1 0 0,-6 0-7 0 0,1-1 0 0 0,0 0-1 0 0,-1-1 1 0 0,1 0 0 0 0,0 0-1 0 0,-1 0 1 0 0,1-1-1 0 0,-1 0 1 0 0,1 0 0 0 0,-1-1-1 0 0,0 0 1 0 0,0 0-1 0 0,0 0 1 0 0,-1-1 0 0 0,1 1-1 0 0,-1-1 1 0 0,0-1-1 0 0,0 1 1 0 0,0-1 0 0 0,0 0-1 0 0,-1 0 1 0 0,0 0 0 0 0,4-7-1 0 0,1-1-22 0 0,-1-1 0 0 0,-1 0 0 0 0,0 0 0 0 0,-1 0 0 0 0,0-1 0 0 0,-1 0-1 0 0,-1 0 1 0 0,5-30 0 0 0,-8 35-8 0 0,0 0-1 0 0,-1 0 0 0 0,0 0 1 0 0,0 0-1 0 0,-1 0 1 0 0,-1 0-1 0 0,1 0 1 0 0,-5-13-1 0 0,5 20-3 0 0,-1 0 0 0 0,1 0 0 0 0,0 0 0 0 0,-1 1 0 0 0,1-1 0 0 0,-1 0 0 0 0,0 1 0 0 0,0-1 0 0 0,0 1 0 0 0,0-1 0 0 0,0 1 0 0 0,0 0 0 0 0,-1 0 0 0 0,1 0-1 0 0,-1 0 1 0 0,0 1 0 0 0,1-1 0 0 0,-1 1 0 0 0,0-1 0 0 0,0 1 0 0 0,0 0 0 0 0,0 0 0 0 0,0 0 0 0 0,0 1 0 0 0,0-1 0 0 0,0 1 0 0 0,-1-1 0 0 0,1 1 0 0 0,-5 1 0 0 0,-3 0-10 0 0,0 1 0 0 0,0 1 0 0 0,0-1 0 0 0,0 2 1 0 0,1 0-1 0 0,-1 0 0 0 0,1 1 0 0 0,0 0 0 0 0,0 1 0 0 0,1 0 0 0 0,0 0 1 0 0,0 1-1 0 0,0 0 0 0 0,1 1 0 0 0,0 0 0 0 0,1 0 0 0 0,-1 0 1 0 0,2 1-1 0 0,-1 1 0 0 0,1-1 0 0 0,-8 17 0 0 0,13-23-34 0 0,0 0-1 0 0,0 0 1 0 0,0 0-1 0 0,0 0 1 0 0,1 0-1 0 0,-1 0 1 0 0,1 1 0 0 0,-1-1-1 0 0,1 0 1 0 0,0 0-1 0 0,1 0 1 0 0,-1 1-1 0 0,0-1 1 0 0,1 0-1 0 0,0 0 1 0 0,0 0 0 0 0,0 0-1 0 0,2 5 1 0 0,-1-5-91 0 0,0 0 0 0 0,1 0 0 0 0,-1 1 0 0 0,1-2 1 0 0,0 1-1 0 0,0 0 0 0 0,0 0 0 0 0,0-1 1 0 0,0 0-1 0 0,1 0 0 0 0,-1 0 0 0 0,8 3 0 0 0,0 0-228 0 0,0-2 0 0 0,1 0 0 0 0,-1 0 0 0 0,0-1-1 0 0,1 0 1 0 0,0-1 0 0 0,-1-1 0 0 0,1 1 0 0 0,13-3 0 0 0,-15 1 153 0 0,1-1 1 0 0,-1-1 0 0 0,1 1-1 0 0,-1-2 1 0 0,0 1 0 0 0,0-1-1 0 0,0-1 1 0 0,0 0 0 0 0,-1 0-1 0 0,10-8 1 0 0,-6 2 236 0 0,0 0 0 0 0,0-1 1 0 0,-2 0-1 0 0,1-1 0 0 0,15-24 0 0 0,18-26 2079 0 0,-44 61-2017 0 0,2 0 40 0 0,2 1 16 0 0,-3 12 14 0 0,-2 24 198 0 0,-1-3-83 0 0,4 35-1 0 0,-2-58-261 0 0,0 0 0 0 0,0 0 0 0 0,1-1 0 0 0,1 1 0 0 0,0-1 0 0 0,0 1 0 0 0,0-1 0 0 0,9 15 0 0 0,-10-21 3 0 0,0 1-1 0 0,-1-1 0 0 0,1 1 0 0 0,1-1 1 0 0,-1 1-1 0 0,0-1 0 0 0,0 0 0 0 0,1 0 0 0 0,-1 0 1 0 0,1-1-1 0 0,0 1 0 0 0,-1 0 0 0 0,1-1 1 0 0,0 0-1 0 0,0 1 0 0 0,0-1 0 0 0,0-1 0 0 0,0 1 1 0 0,0 0-1 0 0,0-1 0 0 0,0 1 0 0 0,1-1 1 0 0,-1 0-1 0 0,0 0 0 0 0,0 0 0 0 0,0-1 1 0 0,0 1-1 0 0,0-1 0 0 0,0 1 0 0 0,0-1 0 0 0,0 0 1 0 0,0 0-1 0 0,6-3 0 0 0,-1-1-5 0 0,-1 1 0 0 0,1-1 0 0 0,-1 0 0 0 0,1-1 0 0 0,-2 0 0 0 0,1 0 0 0 0,-1 0 0 0 0,0-1 0 0 0,0 0 0 0 0,8-13 0 0 0,1-7 3 0 0,-2 0 0 0 0,13-37-1 0 0,0-2 94 0 0,-22 56-89 0 0,2-4-30 0 0,-6 14 16 0 0,0-1 0 0 0,0 1 0 0 0,1 0-1 0 0,-1 0 1 0 0,0-1 0 0 0,0 1 0 0 0,1 0 0 0 0,-1 0 0 0 0,0-1 0 0 0,0 1 0 0 0,1 0 0 0 0,-1 0 0 0 0,0 0 0 0 0,0 0 0 0 0,1 0 0 0 0,-1 0 0 0 0,0-1 0 0 0,1 1 0 0 0,-1 0 0 0 0,0 0 0 0 0,1 0 0 0 0,-1 0 0 0 0,0 0 0 0 0,0 0 0 0 0,1 0 0 0 0,-1 0 0 0 0,0 0 0 0 0,1 0 0 0 0,-1 0 0 0 0,0 0 0 0 0,1 1 0 0 0,-1-1 0 0 0,0 0 0 0 0,0 0-1 0 0,1 0 1 0 0,0 1 0 0 0,-1 0 0 0 0,0 0 0 0 0,1 1-1 0 0,-1-1 1 0 0,0 0 0 0 0,0 0 0 0 0,1 0-1 0 0,-1 0 1 0 0,0 0 0 0 0,0 1 0 0 0,0-1 0 0 0,0 0-1 0 0,-1 0 1 0 0,1 1 0 0 0,17 124 189 0 0,-13-102-168 0 0,-3-18-35 0 0,0 1 0 0 0,1-1-1 0 0,-1 0 1 0 0,1 1 0 0 0,1-1 0 0 0,0 0 0 0 0,-1 0 0 0 0,2 0 0 0 0,-1-1 0 0 0,1 1-1 0 0,6 7 1 0 0,-7-11-26 0 0,-1 1 0 0 0,1-1 0 0 0,0 0 0 0 0,0 1 0 0 0,0-1 0 0 0,0-1 0 0 0,1 1 0 0 0,-1 0 0 0 0,1-1 0 0 0,-1 0 0 0 0,1 1 0 0 0,-1-1 0 0 0,1-1 0 0 0,-1 1 0 0 0,1 0 0 0 0,0-1 0 0 0,0 0 0 0 0,-1 0 0 0 0,1 0 0 0 0,0 0 0 0 0,6-2 0 0 0,-3 0-169 0 0,1 0 0 0 0,-1-1 0 0 0,0 0 1 0 0,1 0-1 0 0,-2-1 0 0 0,1 0 0 0 0,0 0 1 0 0,-1 0-1 0 0,1-1 0 0 0,-1 0 0 0 0,-1 0 0 0 0,1-1 1 0 0,-1 1-1 0 0,0-1 0 0 0,0 0 0 0 0,0-1 1 0 0,-1 1-1 0 0,7-15 0 0 0,0-3-11 0 0,-1 0-1 0 0,0-1 1 0 0,-2 0-1 0 0,6-34 1 0 0,-1-7 774 0 0,5-101 0 0 0,-12-70 4395 0 0,-6 237-4929 0 0,1-1 1 0 0,-1 0-1 0 0,0 0 0 0 0,0 0 0 0 0,0 1 1 0 0,0-1-1 0 0,0 0 0 0 0,0 0 0 0 0,0 0 1 0 0,-1 1-1 0 0,1-1 0 0 0,0 0 0 0 0,0 0 1 0 0,-1 1-1 0 0,1-1 0 0 0,0 0 0 0 0,-1 0 1 0 0,1 1-1 0 0,-1-1 0 0 0,1 0 1 0 0,-1 0-1 0 0,0 1-2 0 0,1 0 1 0 0,-1 0 0 0 0,1 1-1 0 0,-1-1 1 0 0,1 0-1 0 0,-1 0 1 0 0,1 1 0 0 0,-1-1-1 0 0,1 0 1 0 0,-1 0-1 0 0,1 1 1 0 0,-1-1-1 0 0,1 1 1 0 0,0-1 0 0 0,-1 0-1 0 0,1 1 1 0 0,-1-1-1 0 0,1 1 1 0 0,0-1 0 0 0,0 1-1 0 0,-1 0 1 0 0,-17 34 370 0 0,3 12 59 0 0,-16 92 1 0 0,24-100-342 0 0,7-37-113 0 0,-26 155 381 0 0,24-135-681 0 0,1 0 1 0 0,0 1-1 0 0,2-1 1 0 0,1 1-1 0 0,4 22 1 0 0,-5-40 91 0 0,1 0 1 0 0,0 0-1 0 0,-1 0 1 0 0,1 0-1 0 0,1 0 1 0 0,-1 0-1 0 0,1-1 1 0 0,0 1-1 0 0,0-1 1 0 0,0 0-1 0 0,1 1 1 0 0,-1-2-1 0 0,1 1 1 0 0,0 0-1 0 0,0-1 1 0 0,5 4 0 0 0,-1-3-335 0 0,0 1 0 0 0,1-1 0 0 0,-1 0 0 0 0,1-1 0 0 0,-1 0 0 0 0,1-1 0 0 0,0 0 0 0 0,14 2 0 0 0,11-1-1749 0 0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9:34.7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384 145 980 0 0,'4'-5'767'0'0,"0"-1"0"0"0,-1 1 0 0 0,1-1 0 0 0,-1 0 0 0 0,0 0 0 0 0,-1-1 0 0 0,0 1-1 0 0,0 0 1 0 0,0-1 0 0 0,1-10 0 0 0,-3 16-676 0 0,0 0 0 0 0,0-1 0 0 0,0 1 0 0 0,0 0 0 0 0,0 0 0 0 0,0 0 1 0 0,-1 0-1 0 0,1-1 0 0 0,0 1 0 0 0,-1 0 0 0 0,1 0 0 0 0,-1 0 0 0 0,1 0 0 0 0,-1 0 0 0 0,0 0 0 0 0,1 0 0 0 0,-1 0 0 0 0,0 0 0 0 0,0 0 0 0 0,1 1 0 0 0,-1-1 0 0 0,0 0 0 0 0,0 0 0 0 0,0 1 0 0 0,0-1 0 0 0,0 0 0 0 0,0 1 0 0 0,-2-1 0 0 0,0 0 2 0 0,0 0-1 0 0,0 1 0 0 0,0-1 1 0 0,0 1-1 0 0,0 0 0 0 0,0 0 1 0 0,0 0-1 0 0,-4 0 0 0 0,-3 2 11 0 0,1 0 0 0 0,-1 1 0 0 0,1-1 0 0 0,0 2-1 0 0,0-1 1 0 0,1 1 0 0 0,-1 1 0 0 0,-11 7 0 0 0,-5 5 79 0 0,-28 27 1 0 0,41-33-136 0 0,-1 1 1 0 0,2 0-1 0 0,-16 21 1 0 0,24-28-34 0 0,-1 0 0 0 0,1 0 0 0 0,0 0-1 0 0,0 0 1 0 0,1 1 0 0 0,0-1 0 0 0,0 1 0 0 0,0 0 0 0 0,1-1 0 0 0,-1 1-1 0 0,1 0 1 0 0,1 0 0 0 0,-1 9 0 0 0,1-13-5 0 0,0-1-1 0 0,0 0 1 0 0,1 1 0 0 0,-1-1 0 0 0,0 1-1 0 0,1-1 1 0 0,-1 1 0 0 0,1-1 0 0 0,-1 0-1 0 0,1 1 1 0 0,0-1 0 0 0,0 0 0 0 0,-1 0-1 0 0,1 0 1 0 0,0 1 0 0 0,0-1 0 0 0,0 0-1 0 0,0 0 1 0 0,1 0 0 0 0,-1 0 0 0 0,1 0-1 0 0,1 0-1 0 0,-1 0 0 0 0,1 0 0 0 0,-1 0 0 0 0,1 0 1 0 0,-1 0-1 0 0,1-1 0 0 0,0 1 0 0 0,-1-1 0 0 0,1 0 0 0 0,5 0 0 0 0,-1-1 10 0 0,0 0 0 0 0,-1 0 0 0 0,1 0 0 0 0,0-1 0 0 0,0 0 1 0 0,-1-1-1 0 0,1 1 0 0 0,5-4 0 0 0,-3 0 2 0 0,-1 0 0 0 0,0-1-1 0 0,0 0 1 0 0,-1 0 0 0 0,1 0 0 0 0,-2-1-1 0 0,7-8 1 0 0,38-66-105 0 0,-23 34-54 0 0,-27 47 139 0 0,19-25-124 0 0,-19 26 123 0 0,-1-1 0 0 0,0 1 1 0 0,0 0-1 0 0,1 0 0 0 0,-1 0 1 0 0,0-1-1 0 0,1 1 0 0 0,-1 0 0 0 0,0 0 1 0 0,1 0-1 0 0,-1 0 0 0 0,0-1 0 0 0,1 1 1 0 0,-1 0-1 0 0,1 0 0 0 0,-1 0 0 0 0,0 0 1 0 0,1 0-1 0 0,-1 0 0 0 0,1 0 0 0 0,-1 0 1 0 0,0 0-1 0 0,1 0 0 0 0,-1 1 0 0 0,0-1 1 0 0,1 0-1 0 0,0 1 5 0 0,0-1 0 0 0,-1 1 0 0 0,1 0 0 0 0,0 0 0 0 0,-1 0 0 0 0,1 0 0 0 0,-1 0-1 0 0,1-1 1 0 0,-1 1 0 0 0,0 0 0 0 0,1 0 0 0 0,-1 0 0 0 0,0 0 0 0 0,0 0 0 0 0,1 2 0 0 0,6 57 55 0 0,-2 1-1 0 0,-5 106 1 0 0,-1-114 9 0 0,-12 174 160 0 0,7-174 475 0 0,-3-1-1 0 0,-20 66 1 0 0,25-103-108 0 0,-1-1 0 0 0,-1 0 0 0 0,0 0 1 0 0,-1-1-1 0 0,0 0 0 0 0,-1 0 0 0 0,-18 22 1 0 0,19-28-255 0 0,1 0 1 0 0,-1-1-1 0 0,0 0 1 0 0,-1 0 0 0 0,1-1-1 0 0,-1 0 1 0 0,0 0-1 0 0,-1-1 1 0 0,1 0 0 0 0,-1-1-1 0 0,0 1 1 0 0,1-2-1 0 0,-18 4 1 0 0,17-4-113 0 0,0-1-1 0 0,-1-1 1 0 0,1 1 0 0 0,0-1 0 0 0,0-1 0 0 0,0 0-1 0 0,0 0 1 0 0,0-1 0 0 0,0 0 0 0 0,-10-4 0 0 0,16 5-208 0 0,0 0 0 0 0,0-1 0 0 0,0 1 0 0 0,0-1 0 0 0,0 0 0 0 0,0 0 0 0 0,0 0 0 0 0,1 0 0 0 0,-1-1 0 0 0,1 1 0 0 0,-1-1 0 0 0,1 1 0 0 0,0-1 0 0 0,0 0 0 0 0,0 0 0 0 0,1 0 0 0 0,-1 0 0 0 0,1 0-1 0 0,-1 0 1 0 0,1 0 0 0 0,0-1 0 0 0,0 1 0 0 0,1 0 0 0 0,-1-1 0 0 0,1 1 0 0 0,-1-1 0 0 0,1 1 0 0 0,0-1 0 0 0,1-5 0 0 0,1 0-86 0 0,-1 1 0 0 0,2-1 0 0 0,-1 0 0 0 0,1 1-1 0 0,1-1 1 0 0,-1 1 0 0 0,1 0 0 0 0,1 0 0 0 0,-1 0-1 0 0,2 1 1 0 0,7-10 0 0 0,9-9-976 0 0,42-37 1 0 0,-57 57 832 0 0,232-183-8283 0 0,-66 56 1315 0 0,-128 96 4884 0 0,67-75 1 0 0,-100 97 2436 0 0,0 1 1 0 0,-2-1-1 0 0,0-1 1 0 0,-1 0 0 0 0,9-18-1 0 0,-13 22 898 0 0,-1 0 0 0 0,0 0 0 0 0,-1 0 0 0 0,3-22 0 0 0,-5 26-378 0 0,1-8 797 0 0,-7 26-765 0 0,0 7-505 0 0,0 0-1 0 0,2 0 0 0 0,0 0 1 0 0,1 0-1 0 0,0 29 0 0 0,2-38-144 0 0,0 0 0 0 0,0 0 0 0 0,1-1 0 0 0,1 1 0 0 0,-1-1 0 0 0,1 1 0 0 0,0-1 0 0 0,1 1 0 0 0,0-1 0 0 0,0 0 0 0 0,1 0 0 0 0,-1 0-1 0 0,1-1 1 0 0,1 1 0 0 0,6 6 0 0 0,-10-12-36 0 0,0 0-1 0 0,0 0 1 0 0,1 0-1 0 0,-1 0 1 0 0,0 0-1 0 0,1 0 1 0 0,-1-1-1 0 0,1 1 0 0 0,-1-1 1 0 0,1 1-1 0 0,-1-1 1 0 0,1 0-1 0 0,0 1 1 0 0,-1-1-1 0 0,1 0 1 0 0,-1 0-1 0 0,1 0 1 0 0,0 0-1 0 0,-1 0 1 0 0,1 0-1 0 0,-1-1 0 0 0,1 1 1 0 0,-1-1-1 0 0,1 1 1 0 0,-1-1-1 0 0,1 1 1 0 0,-1-1-1 0 0,1 0 1 0 0,-1 0-1 0 0,1 1 1 0 0,-1-1-1 0 0,0 0 1 0 0,0 0-1 0 0,0-1 1 0 0,3-1-1 0 0,1-2 1 0 0,1-1-1 0 0,-1 0 1 0 0,0 0-1 0 0,-1 0 1 0 0,8-14-1 0 0,-3 3-16 0 0,-1-1-1 0 0,-1-1 0 0 0,-1 1 0 0 0,7-36 1 0 0,-10 41 0 0 0,-2 0 1 0 0,1 0-1 0 0,-2-1 1 0 0,0 1-1 0 0,0 0 1 0 0,-1 0 0 0 0,-1 0-1 0 0,-4-16 1 0 0,5 26 1 0 0,1 0 1 0 0,-1-1 0 0 0,-1 1 0 0 0,1 0 0 0 0,0 0 0 0 0,-1 0 0 0 0,0 1 0 0 0,1-1-1 0 0,-1 0 1 0 0,0 0 0 0 0,-1 1 0 0 0,1 0 0 0 0,0-1 0 0 0,-1 1 0 0 0,1 0-1 0 0,-1 0 1 0 0,0 0 0 0 0,1 0 0 0 0,-7-2 0 0 0,8 4-35 0 0,0-1 0 0 0,0 1 0 0 0,0 0 0 0 0,-1 0 0 0 0,1 0 0 0 0,0 0 0 0 0,0 0 0 0 0,-1 0 0 0 0,1 0 0 0 0,0 0 0 0 0,0 0-1 0 0,-1 0 1 0 0,1 1 0 0 0,0-1 0 0 0,0 1 0 0 0,0-1 0 0 0,-1 1 0 0 0,1-1 0 0 0,0 1 0 0 0,0-1 0 0 0,0 1 0 0 0,0 0 0 0 0,0 0 0 0 0,0 0 0 0 0,0-1 0 0 0,0 1 0 0 0,1 0 0 0 0,-1 0 0 0 0,0 0 0 0 0,-1 2 0 0 0,1-1-229 0 0,0 1-1 0 0,-1-1 1 0 0,1 0 0 0 0,0 0 0 0 0,0 0 0 0 0,0 1-1 0 0,0-1 1 0 0,1 0 0 0 0,-1 1 0 0 0,1-1 0 0 0,-1 1-1 0 0,1-1 1 0 0,0 1 0 0 0,0 2 0 0 0,0-3-112 0 0,1 0 0 0 0,-1 0 0 0 0,1-1 0 0 0,-1 1 0 0 0,1 0 1 0 0,0 0-1 0 0,0 0 0 0 0,0-1 0 0 0,0 1 0 0 0,0 0 0 0 0,0-1 0 0 0,0 1 1 0 0,1-1-1 0 0,-1 1 0 0 0,3 1 0 0 0,6 3-3542 0 0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9:34.9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33 140 0 0,'33'-26'11482'0'0,"-32"25"-10741"0"0,2-1-28 0 0,2-1 332 0 0,-2 12 26 0 0,-16 132 859 0 0,1-26-2263 0 0,12-107 6 0 0,-1-3-187 0 0,0-1 1 0 0,1 1-1 0 0,0-1 1 0 0,0 1 0 0 0,0-1-1 0 0,1 0 1 0 0,-1 1-1 0 0,1-1 1 0 0,0 1 0 0 0,0-1-1 0 0,1 0 1 0 0,2 7 0 0 0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9:35.3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1 123 1880 0 0,'0'-3'616'0'0,"1"-1"1"0"0,0 1-1 0 0,0 0 0 0 0,0 0 0 0 0,0 0 1 0 0,1 0-1 0 0,-1 0 0 0 0,1 0 0 0 0,5-7 703 0 0,-6 12-1202 0 0,1-1 1 0 0,-1 0-1 0 0,0 0 1 0 0,1 1 0 0 0,-1-1-1 0 0,0 1 1 0 0,0-1-1 0 0,0 1 1 0 0,0 0-1 0 0,0-1 1 0 0,0 1-1 0 0,-1 0 1 0 0,1 0 0 0 0,0-1-1 0 0,0 4 1 0 0,4 28 897 0 0,0-1 0 0 0,-2 1 1 0 0,-2 48-1 0 0,-1-73-705 0 0,17-29-109 0 0,-1-16-150 0 0,42-66-1 0 0,-48 88-56 0 0,0 1-1 0 0,1 0 0 0 0,1 0 1 0 0,0 2-1 0 0,0-1 1 0 0,29-20-1 0 0,-37 30 2 0 0,1 0 1 0 0,-1 0-1 0 0,1 1 0 0 0,0 0 0 0 0,-1 0 0 0 0,1 0 0 0 0,0 0 0 0 0,1 1 0 0 0,-1 0 0 0 0,8-1 0 0 0,-11 2 7 0 0,1 0 0 0 0,-1 0 0 0 0,0 0 0 0 0,1 1-1 0 0,-1-1 1 0 0,0 1 0 0 0,1 0 0 0 0,-1 0 0 0 0,0 0 0 0 0,0 0-1 0 0,1 0 1 0 0,-1 0 0 0 0,0 0 0 0 0,0 1 0 0 0,0-1 0 0 0,-1 1-1 0 0,1-1 1 0 0,0 1 0 0 0,0 0 0 0 0,-1 0 0 0 0,1-1-1 0 0,-1 1 1 0 0,0 0 0 0 0,0 1 0 0 0,2 1 0 0 0,1 6 39 0 0,-1 0 0 0 0,1 0 0 0 0,-1 0 0 0 0,-1 1 0 0 0,0-1 1 0 0,-1 1-1 0 0,0 0 0 0 0,-1 20 0 0 0,1-16-598 0 0,-1 1 0 0 0,2-1 0 0 0,3 17 0 0 0,-4-30 214 0 0,-1 0 0 0 0,1 1 1 0 0,0-1-1 0 0,0 0 1 0 0,0 1-1 0 0,0-1 1 0 0,1 0-1 0 0,-1 0 1 0 0,1 0-1 0 0,-1 0 1 0 0,1 0-1 0 0,0 0 1 0 0,0-1-1 0 0,-1 1 0 0 0,1 0 1 0 0,0-1-1 0 0,1 0 1 0 0,-1 1-1 0 0,0-1 1 0 0,3 1-1 0 0,10 5-3448 0 0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9:35.8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394 62 1008 0 0,'0'-3'532'0'0,"0"-1"0"0"0,0 1 0 0 0,0 0 0 0 0,0 0 0 0 0,-1-1 0 0 0,1 1 0 0 0,-1 0 0 0 0,0 0 0 0 0,0 0 0 0 0,0 0 0 0 0,0 0 0 0 0,-3-5 0 0 0,2 6-406 0 0,0 0 0 0 0,1 1 0 0 0,-1 0-1 0 0,0 0 1 0 0,0-1 0 0 0,0 1 0 0 0,0 0 0 0 0,0 0 0 0 0,0 1 0 0 0,0-1 0 0 0,0 0 0 0 0,0 1 0 0 0,0-1 0 0 0,0 1 0 0 0,-1-1 0 0 0,1 1 0 0 0,0 0 0 0 0,0 0 0 0 0,-3 1 0 0 0,-2-1 7 0 0,0 1 1 0 0,1 0 0 0 0,-1 0-1 0 0,1 1 1 0 0,-1 0-1 0 0,1 0 1 0 0,0 1-1 0 0,-1-1 1 0 0,1 1-1 0 0,1 1 1 0 0,-11 6-1 0 0,0 2 134 0 0,1 1-1 0 0,-23 23 0 0 0,30-26-194 0 0,0-1 0 0 0,1 1 0 0 0,0 1 0 0 0,0-1 0 0 0,-5 13 0 0 0,10-19-45 0 0,0 1-1 0 0,0 0 1 0 0,0-1-1 0 0,1 1 1 0 0,-1 0-1 0 0,1 0 1 0 0,0 0-1 0 0,1 0 1 0 0,-1-1-1 0 0,1 1 0 0 0,0 0 1 0 0,0 0-1 0 0,0 0 1 0 0,1 0-1 0 0,2 8 1 0 0,-2-11-17 0 0,0 0 1 0 0,0 0-1 0 0,0 0 1 0 0,1 0 0 0 0,-1 0-1 0 0,1-1 1 0 0,0 1-1 0 0,-1 0 1 0 0,1-1-1 0 0,0 1 1 0 0,0-1-1 0 0,0 0 1 0 0,0 1-1 0 0,0-1 1 0 0,0 0-1 0 0,0 0 1 0 0,1 0-1 0 0,-1-1 1 0 0,0 1-1 0 0,0 0 1 0 0,1-1-1 0 0,-1 0 1 0 0,0 1-1 0 0,1-1 1 0 0,-1 0-1 0 0,4-1 1 0 0,1 1 5 0 0,-1 0-1 0 0,1-1 1 0 0,-1 0-1 0 0,1 0 1 0 0,-1-1-1 0 0,0 1 1 0 0,0-1-1 0 0,11-5 1 0 0,5-8 19 0 0,0 0 0 0 0,36-33 1 0 0,-16 12 80 0 0,-38 34-97 0 0,16-13-95 0 0,-20 15 82 0 0,0-1 0 0 0,1 1 0 0 0,-1 0 0 0 0,1 0 0 0 0,0-1 0 0 0,-1 1 0 0 0,1 0-1 0 0,-1 0 1 0 0,1 0 0 0 0,-1 0 0 0 0,1-1 0 0 0,0 1 0 0 0,-1 0 0 0 0,1 0 0 0 0,-1 0 0 0 0,1 0 0 0 0,-1 1-1 0 0,1-1 1 0 0,0 0 0 0 0,-1 0 0 0 0,1 0 0 0 0,-1 0 0 0 0,1 0 0 0 0,-1 1 0 0 0,1-1 0 0 0,-1 0-1 0 0,1 1 1 0 0,-1-1 0 0 0,1 0 0 0 0,-1 1 0 0 0,1-1 0 0 0,-1 0 0 0 0,1 1 0 0 0,-1-1 0 0 0,0 1-1 0 0,1 0 1 0 0,3 6 186 0 0,-1 1-1 0 0,0 0 0 0 0,0 0 0 0 0,0 0 1 0 0,-1 0-1 0 0,0 1 0 0 0,-1-1 1 0 0,1 11-1 0 0,-2 77 1473 0 0,-1-53-1167 0 0,-1 30 487 0 0,-4-1 0 0 0,-3-1 0 0 0,-19 79 0 0 0,23-130-422 0 0,0 0 0 0 0,-2 0 0 0 0,0-1 0 0 0,-1 1 0 0 0,-1-2 0 0 0,-21 33 0 0 0,24-43-330 0 0,0 1 0 0 0,0-2-1 0 0,-1 1 1 0 0,-1-1-1 0 0,1 0 1 0 0,-1 0 0 0 0,-1-1-1 0 0,1 0 1 0 0,-1 0-1 0 0,0-1 1 0 0,0 0 0 0 0,0-1-1 0 0,-1 0 1 0 0,0 0-1 0 0,-15 3 1 0 0,18-6-159 0 0,-1 1 0 0 0,1-1-1 0 0,0-1 1 0 0,0 0 0 0 0,-1 0 0 0 0,1 0-1 0 0,0-1 1 0 0,0 1 0 0 0,-1-2 0 0 0,1 1-1 0 0,0-1 1 0 0,0 0 0 0 0,1-1 0 0 0,-1 0-1 0 0,0 0 1 0 0,-9-6 0 0 0,10 5-125 0 0,1 0 0 0 0,0-1-1 0 0,0 1 1 0 0,1-1 0 0 0,0 0 0 0 0,-1 0-1 0 0,1-1 1 0 0,1 1 0 0 0,-1-1 0 0 0,1 0 0 0 0,0 0-1 0 0,1 0 1 0 0,-1 0 0 0 0,1-1 0 0 0,0 1-1 0 0,1 0 1 0 0,-1-1 0 0 0,1-8 0 0 0,-1-8-960 0 0,2 1 0 0 0,0-1 0 0 0,7-40 0 0 0,20-67-4652 0 0,-3 18-4088 0 0,-17 66 1409 0 0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9:36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50 2052 0 0,'-21'-10'5428'0'0,"-12"-6"-369"0"0,32 15-4678 0 0,-14-6 229 0 0,-6-4-4293 0 0,3 7 541 0 0,0 4-1159 0 0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9:36.2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 1 688 0 0,'-29'11'2665'0'0,"-32"14"1498"0"0,56-22-3660 0 0,0 0 0 0 0,1-1 1 0 0,-1 2-1 0 0,1-1 0 0 0,0 0 1 0 0,0 1-1 0 0,0 0 0 0 0,0 0 1 0 0,-4 5-1 0 0,8-8-419 0 0,0 0 0 0 0,0 0 0 0 0,0 0 0 0 0,0 0 0 0 0,0 0 0 0 0,0 0 0 0 0,1 0 0 0 0,-1 0 0 0 0,0-1 0 0 0,0 1 0 0 0,1 0 0 0 0,-1 0 0 0 0,0 0 0 0 0,1 0 0 0 0,-1-1 0 0 0,1 1 0 0 0,-1 0 0 0 0,1 0 0 0 0,-1-1 0 0 0,2 2 0 0 0,-2-2 45 0 0,2 2-28 0 0,-1 0 0 0 0,1-1-1 0 0,0 1 1 0 0,0-1 0 0 0,0 0 0 0 0,0 1-1 0 0,0-1 1 0 0,0 0 0 0 0,0 0 0 0 0,0 0-1 0 0,0 0 1 0 0,0-1 0 0 0,3 1 0 0 0,31 5 371 0 0,-31-6-387 0 0,58 5 450 0 0,92-6 1 0 0,64-17-440 0 0,-121 9-323 0 0,273-27-5421 0 0,-289 28 1923 0 0,-6 1-1848 0 0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9:37.0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8 792 0 0,'1'-8'13583'0'0,"4"19"-13534"0"0,2 0-1 0 0,-1 0 1 0 0,1 0-1 0 0,16 17 1 0 0,40 35 165 0 0,-55-56-479 0 0,1 1 1 0 0,0-2-1 0 0,0 1 0 0 0,1-2 1 0 0,0 1-1 0 0,0-1 1 0 0,0-1-1 0 0,1 0 0 0 0,0 0 1 0 0,-1-1-1 0 0,21 4 0 0 0,-26-7-195 0 0,0 0 0 0 0,-1 0 1 0 0,1-1-1 0 0,0 0 0 0 0,0 1 0 0 0,-1-1 0 0 0,1-1 0 0 0,0 1 0 0 0,-1-1 0 0 0,0 0 0 0 0,1 0 0 0 0,-1 0 0 0 0,0 0 0 0 0,5-4 0 0 0,6-5-1893 0 0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9:37.2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235 109 1220 0 0,'4'-25'2794'0'0,"-1"2"1523"0"0,1-29 0 0 0,-4 50-3783 0 0,-3-5 104 0 0,-1 17-505 0 0,0-1 0 0 0,0 1 1 0 0,1 0-1 0 0,-3 17 0 0 0,-5 16 222 0 0,-85 214 754 0 0,3-9-2135 0 0,86-224-2068 0 0,-5 28 0 0 0,11-45 1374 0 0,-1 4-2892 0 0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9:37.6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57 1200 0 0,'-1'-12'6499'0'0,"1"11"-6468"0"0,-1-2 615 0 0,0 0 0 0 0,0 0-1 0 0,1 0 1 0 0,-1-1 0 0 0,1 1-1 0 0,0 0 1 0 0,-1 0 0 0 0,2 0-1 0 0,-1 0 1 0 0,1-5 0 0 0,-1 7-561 0 0,31-1 159 0 0,-24 1-233 0 0,0 0 0 0 0,0 1 1 0 0,1 0-1 0 0,-1 1 0 0 0,0-1 0 0 0,12 4 1 0 0,-14-3-6 0 0,-1 0 0 0 0,1 0 0 0 0,-1 1 0 0 0,1 0 0 0 0,-1-1 0 0 0,0 1 0 0 0,0 1 0 0 0,0-1 0 0 0,0 1 0 0 0,0 0 0 0 0,0-1 0 0 0,-1 2 0 0 0,1-1 0 0 0,-1 0 0 0 0,0 1 0 0 0,3 4 0 0 0,-4-4 49 0 0,0 0-1 0 0,0 0 1 0 0,-1 0-1 0 0,0 0 1 0 0,0 0 0 0 0,0 0-1 0 0,0 0 1 0 0,-1 1-1 0 0,1-1 1 0 0,-1 0-1 0 0,0 1 1 0 0,-1-1-1 0 0,1 0 1 0 0,-1 1-1 0 0,0-1 1 0 0,0 0-1 0 0,-2 6 1 0 0,-2 5 292 0 0,-1 0 0 0 0,0-1-1 0 0,-2 0 1 0 0,-15 25 0 0 0,-45 49 741 0 0,49-64-912 0 0,13-17-105 0 0,5-6-66 0 0,0-1 0 0 0,0 1-1 0 0,0 0 1 0 0,0 0 0 0 0,0 0 0 0 0,0 0 0 0 0,0 0 0 0 0,1 0 0 0 0,-1 0 0 0 0,0 0 0 0 0,1 1 0 0 0,-1-1 0 0 0,1 0 0 0 0,-1 0-1 0 0,1 0 1 0 0,0 1 0 0 0,-1-1 0 0 0,1 0 0 0 0,0 0 0 0 0,0 1 0 0 0,0-1 0 0 0,0 0 0 0 0,0 1 0 0 0,0-1 0 0 0,0 0 0 0 0,1 3-1 0 0,0-4-3 0 0,0 1-1 0 0,0-1 1 0 0,0 0-1 0 0,0 1 0 0 0,0-1 1 0 0,0 0-1 0 0,0 0 1 0 0,0 0-1 0 0,0 0 1 0 0,0 0-1 0 0,0 0 0 0 0,0 0 1 0 0,0 0-1 0 0,0 0 1 0 0,0 0-1 0 0,1-1 0 0 0,-1 1 0 0 0,16-3-201 0 0,0 0 1 0 0,0-1-1 0 0,32-12 0 0 0,47-26-1812 0 0,-70 29 1311 0 0,174-86-7976 0 0,-149 73 3745 0 0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9:38.0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84 201 1532 0 0,'-9'-6'3005'0'0,"-1"0"0"0"0,-19-9-1 0 0,1 2 31 0 0,27 12-2745 0 0,-5-2 429 0 0,16 6-453 0 0,37 4-459 0 0,0-3 0 0 0,0-2 0 0 0,1-2 0 0 0,-1-2 0 0 0,0-2 0 0 0,64-13 0 0 0,-108 16 98 0 0,0 1 1 0 0,0-1-1 0 0,0 0 0 0 0,0 0 1 0 0,0 0-1 0 0,0-1 0 0 0,0 1 0 0 0,-1-1 1 0 0,1 1-1 0 0,0-1 0 0 0,-1 0 0 0 0,1 0 1 0 0,-1 0-1 0 0,0-1 0 0 0,1 1 0 0 0,-1 0 1 0 0,0-1-1 0 0,-1 1 0 0 0,1-1 0 0 0,2-5 1 0 0,-3 5 44 0 0,0-1 0 0 0,0 0 1 0 0,0 0-1 0 0,-1 0 1 0 0,0 0-1 0 0,0 0 1 0 0,0 0-1 0 0,0 0 1 0 0,0 0-1 0 0,-1 0 0 0 0,0 0 1 0 0,0 0-1 0 0,0 0 1 0 0,0 1-1 0 0,-1-1 1 0 0,-1-4-1 0 0,-9-23 584 0 0,11 25-56 0 0,11 19 11 0 0,-2 3-331 0 0,0 0 1 0 0,0 0-1 0 0,-2 0 1 0 0,0 1 0 0 0,-1 0-1 0 0,0 0 1 0 0,-2 1-1 0 0,0-1 1 0 0,-1 1-1 0 0,-1 0 1 0 0,0-1 0 0 0,-1 1-1 0 0,-1 0 1 0 0,-1-1-1 0 0,-1 1 1 0 0,0-1-1 0 0,-11 33 1 0 0,10-37-431 0 0,-10 37-1345 0 0,8-16-4661 0 0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9:41.3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26 908 0 0,'12'-25'13126'0'0,"-9"39"-12886"0"0,-2 0 0 0 0,1 0 1 0 0,-2 1-1 0 0,0-1 0 0 0,-1 1 0 0 0,-2 17 1 0 0,1-11-124 0 0,-5 80 375 0 0,0 5-4611 0 0,5-88-2016 0 0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9:41.5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30 132 40 0 0,'-13'-53'6897'0'0,"-3"-12"-3232"0"0,16 63-3997 0 0,0-10-4893 0 0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9:42.4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63 416 0 0,'0'-16'4145'0'0,"8"-28"650"0"0,-8 42-4434 0 0,3 3-227 0 0,1 0-102 0 0,0 1 0 0 0,-1 1 1 0 0,1-1-1 0 0,-1 0 0 0 0,1 1 1 0 0,-1 0-1 0 0,0 0 0 0 0,0 0 0 0 0,0 0 1 0 0,3 4-1 0 0,29 42 153 0 0,-20-26-118 0 0,31 42 205 0 0,98 105 0 0 0,-143-169-261 0 0,0 0-1 0 0,-1 0 1 0 0,1 0-1 0 0,0-1 1 0 0,0 1-1 0 0,0 0 1 0 0,0-1-1 0 0,1 1 1 0 0,-1-1 0 0 0,0 1-1 0 0,0-1 1 0 0,0 1-1 0 0,0-1 1 0 0,0 0-1 0 0,1 0 1 0 0,-1 0-1 0 0,0 1 1 0 0,0-1-1 0 0,0 0 1 0 0,1-1-1 0 0,-1 1 1 0 0,0 0-1 0 0,0 0 1 0 0,0 0-1 0 0,1-1 1 0 0,-1 1-1 0 0,0-1 1 0 0,0 1-1 0 0,0-1 1 0 0,0 1-1 0 0,0-1 1 0 0,0 1-1 0 0,0-1 1 0 0,0 0-1 0 0,0 0 1 0 0,0 0-1 0 0,0 1 1 0 0,0-2-1 0 0,4-3-4 0 0,-1 0 0 0 0,0 0-1 0 0,0 0 1 0 0,-1-1-1 0 0,5-7 1 0 0,50-117-13 0 0,-7 11-69 0 0,-50 118 73 0 0,-1 0 0 0 0,1 0 1 0 0,-1 0-1 0 0,1 0 0 0 0,0 0 0 0 0,0 0 0 0 0,-1 0 0 0 0,1 0 1 0 0,0 0-1 0 0,0 0 0 0 0,0 0 0 0 0,0 0 0 0 0,0 1 0 0 0,0-1 1 0 0,0 0-1 0 0,0 1 0 0 0,0-1 0 0 0,0 1 0 0 0,0-1 1 0 0,1 1-1 0 0,-1 0 0 0 0,0-1 0 0 0,0 1 0 0 0,0 0 0 0 0,1 0 1 0 0,-1 0-1 0 0,0 0 0 0 0,0 0 0 0 0,1 0 0 0 0,0 0 0 0 0,3 1 3 0 0,0 1-1 0 0,-1 0 1 0 0,1-1-1 0 0,0 1 0 0 0,-1 1 1 0 0,9 5-1 0 0,30 22 7 0 0,21 12-1 0 0,-58-38 6 0 0,1-1-1 0 0,0 1 0 0 0,0-2 1 0 0,1 1-1 0 0,-1-1 0 0 0,0 0 1 0 0,11 1-1 0 0,-16-3-7 0 0,1 0 1 0 0,-1 0-1 0 0,0 0 1 0 0,1-1-1 0 0,-1 1 1 0 0,0-1-1 0 0,1 1 1 0 0,-1-1-1 0 0,0 0 0 0 0,0 0 1 0 0,1 0-1 0 0,-1 0 1 0 0,0-1-1 0 0,0 1 1 0 0,0 0-1 0 0,-1-1 1 0 0,1 0-1 0 0,0 1 0 0 0,2-4 1 0 0,2-2-7 0 0,0-1 0 0 0,0 0-1 0 0,4-10 1 0 0,-8 15 2 0 0,2-3-4 0 0,-1 0 0 0 0,0 0-1 0 0,0-1 1 0 0,-1 1-1 0 0,1-1 1 0 0,-1 0 0 0 0,-1 1-1 0 0,2-12 1 0 0,-3 18 5 0 0,0 0-1 0 0,0 0 1 0 0,0-1 0 0 0,0 1 0 0 0,-1 0 0 0 0,1 0 0 0 0,0 0 0 0 0,0-1-1 0 0,0 1 1 0 0,0 0 0 0 0,0 0 0 0 0,-1-1 0 0 0,1 1 0 0 0,0 0-1 0 0,0 0 1 0 0,0 0 0 0 0,-1 0 0 0 0,1-1 0 0 0,0 1 0 0 0,0 0 0 0 0,0 0-1 0 0,-1 0 1 0 0,1 0 0 0 0,0 0 0 0 0,0 0 0 0 0,-1 0 0 0 0,1 0 0 0 0,0 0-1 0 0,0 0 1 0 0,-1 0 0 0 0,1 0 0 0 0,0 0 0 0 0,0 0 0 0 0,-1 0 0 0 0,1 0-1 0 0,0 0 1 0 0,-1 0 0 0 0,1 0 0 0 0,0 0 0 0 0,0 0 0 0 0,-1 0-1 0 0,1 0 1 0 0,0 0 0 0 0,0 0 0 0 0,0 1 0 0 0,-1-1 0 0 0,1 0 0 0 0,0 0-1 0 0,0 0 1 0 0,0 0 0 0 0,-1 1 0 0 0,1-1 0 0 0,0 0 0 0 0,-13 9-6 0 0,4 1 2 0 0,1 0 0 0 0,0 0 1 0 0,1 0-1 0 0,0 1 0 0 0,0 0 1 0 0,2 1-1 0 0,-1-1 0 0 0,-5 20 1 0 0,9-26 5 0 0,0 0 0 0 0,0 1 0 0 0,1-1 0 0 0,0 1 1 0 0,0-1-1 0 0,1 1 0 0 0,-1 0 0 0 0,1-1 0 0 0,0 1 0 0 0,1 0 1 0 0,-1-1-1 0 0,1 1 0 0 0,0 0 0 0 0,1-1 0 0 0,-1 1 0 0 0,1-1 1 0 0,0 0-1 0 0,1 0 0 0 0,-1 0 0 0 0,1 0 0 0 0,5 7 0 0 0,-4-7-52 0 0,2-1 0 0 0,-1 1-1 0 0,1-1 1 0 0,-1 0 0 0 0,1 0 0 0 0,0-1-1 0 0,1 0 1 0 0,-1 0 0 0 0,0 0-1 0 0,1-1 1 0 0,0 0 0 0 0,-1 0 0 0 0,1-1-1 0 0,7 1 1 0 0,6 1-1298 0 0,0-2 0 0 0,1-1-1 0 0,31-2 1 0 0,-14-2-1473 0 0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9:42.7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200 1 1184 0 0,'0'0'1120'0'0,"-3"0"-160"0"0,-3 1-658 0 0,0 0-1 0 0,0 0 1 0 0,0 1 0 0 0,1-1-1 0 0,-1 1 1 0 0,0 1-1 0 0,1-1 1 0 0,0 1-1 0 0,-1 0 1 0 0,1 0 0 0 0,0 1-1 0 0,1 0 1 0 0,-1 0-1 0 0,-6 6 1 0 0,-4 5 142 0 0,1 1 0 0 0,-24 33 1 0 0,33-41-378 0 0,-1 1 0 0 0,1 0 1 0 0,1 0-1 0 0,-1 0 0 0 0,2 0 0 0 0,-1 1 1 0 0,1 0-1 0 0,1 0 0 0 0,-2 12 0 0 0,3-18-53 0 0,1-1-1 0 0,0 1 1 0 0,0 0 0 0 0,0 0-1 0 0,0 0 1 0 0,1 0-1 0 0,0-1 1 0 0,-1 1-1 0 0,1 0 1 0 0,1-1-1 0 0,-1 1 1 0 0,0 0-1 0 0,1-1 1 0 0,0 0-1 0 0,0 1 1 0 0,0-1-1 0 0,0 0 1 0 0,1 0-1 0 0,-1 0 1 0 0,1 0 0 0 0,-1-1-1 0 0,1 1 1 0 0,0-1-1 0 0,0 1 1 0 0,1-1-1 0 0,-1 0 1 0 0,4 2-1 0 0,4 1-20 0 0,1-1 0 0 0,0 0 0 0 0,0 0 0 0 0,1-1 1 0 0,-1-1-1 0 0,1 0 0 0 0,-1 0 0 0 0,1-2 0 0 0,-1 1 0 0 0,20-3 0 0 0,0-2-656 0 0,0 0 1 0 0,60-19-1 0 0,-73 17-116 0 0,0-1 1 0 0,-1-1-1 0 0,0 0 0 0 0,26-18 0 0 0,-6-1-1031 0 0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9:42.9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5 132 596 0 0,'6'-52'3098'0'0,"-2"27"-765"0"0,-1-30 0 0 0,-11 130-1294 0 0,1 24-717 0 0,4 1 0 0 0,15 141 1 0 0,-10-227-416 0 0,0 1 0 0 0,1-1 0 0 0,1 0 0 0 0,0 0 0 0 0,0-1 1 0 0,11 22-1 0 0,-13-32-131 0 0,0 1 1 0 0,0 0-1 0 0,1-1 0 0 0,-1 1 1 0 0,1-1-1 0 0,0 0 1 0 0,0 0-1 0 0,0 0 1 0 0,0 0-1 0 0,0-1 1 0 0,1 1-1 0 0,-1-1 0 0 0,1 0 1 0 0,-1 0-1 0 0,1 0 1 0 0,0 0-1 0 0,0-1 1 0 0,0 1-1 0 0,0-1 1 0 0,0 0-1 0 0,0 0 0 0 0,0-1 1 0 0,1 1-1 0 0,-1-1 1 0 0,0 0-1 0 0,7 0 1 0 0,5-3-1053 0 0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9:43.5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1 265 556 0 0,'29'-104'6657'0'0,"-29"102"-5762"0"0,-12 83 856 0 0,12-67-1617 0 0,0 0 0 0 0,0 0 0 0 0,2 1 0 0 0,-1-1 0 0 0,2 0 1 0 0,0 0-1 0 0,0 0 0 0 0,2-1 0 0 0,6 16 0 0 0,-9-24-103 0 0,1 0 0 0 0,0 0 0 0 0,0 0 0 0 0,0 0 0 0 0,0-1 0 0 0,1 1 0 0 0,0-1 1 0 0,0 0-1 0 0,0 0 0 0 0,0 0 0 0 0,1-1 0 0 0,-1 1 0 0 0,1-1 0 0 0,0 0 0 0 0,0 0 0 0 0,0-1 0 0 0,1 0 0 0 0,-1 0 0 0 0,0 0 0 0 0,1 0 0 0 0,-1-1 0 0 0,1 0 1 0 0,0 0-1 0 0,-1 0 0 0 0,8-1 0 0 0,-7 0-22 0 0,0-1 1 0 0,0 0 0 0 0,0 0-1 0 0,0-1 1 0 0,0 1 0 0 0,0-1-1 0 0,0 0 1 0 0,-1-1 0 0 0,1 0-1 0 0,-1 0 1 0 0,0 0-1 0 0,1 0 1 0 0,-2-1 0 0 0,1 0-1 0 0,0 0 1 0 0,-1 0 0 0 0,1 0-1 0 0,-1-1 1 0 0,-1 0 0 0 0,1 0-1 0 0,-1 0 1 0 0,1 0 0 0 0,-1 0-1 0 0,-1-1 1 0 0,1 1-1 0 0,-1-1 1 0 0,0 0 0 0 0,0 0-1 0 0,-1 0 1 0 0,0 0 0 0 0,0 0-1 0 0,0 0 1 0 0,-1 0 0 0 0,1 0-1 0 0,-2 0 1 0 0,1 0 0 0 0,-1 0-1 0 0,1 0 1 0 0,-2-1 0 0 0,-2-7-1 0 0,2 9-10 0 0,-1-1-1 0 0,0 1 1 0 0,0 1-1 0 0,0-1 1 0 0,0 0-1 0 0,-1 1 1 0 0,0 0-1 0 0,0-1 1 0 0,0 2-1 0 0,0-1 1 0 0,-1 0 0 0 0,1 1-1 0 0,-1 0 1 0 0,0 0-1 0 0,0 0 1 0 0,0 1-1 0 0,-1-1 1 0 0,-4 0-1 0 0,-10-4-10 0 0,-1 2-1 0 0,1 0 1 0 0,-30-2-1 0 0,8 7-52 0 0,39 0 93 0 0,-9 4-42 0 0,15-3 11 0 0,1 0 0 0 0,0 0 0 0 0,0 0 0 0 0,0 0 0 0 0,0-1 0 0 0,0 0-1 0 0,0 0 1 0 0,0 0 0 0 0,6-1 0 0 0,43-7-20 0 0,-39 5 18 0 0,89-19-82 0 0,-68 12 52 0 0,1 2-1 0 0,0 2 1 0 0,0 1-1 0 0,50 0 0 0 0,-79 6 32 0 0,0 0-1 0 0,0 0 1 0 0,0 1-1 0 0,-1 0 1 0 0,1 0-1 0 0,-1 0 1 0 0,1 1-1 0 0,-1 0 0 0 0,0 0 1 0 0,0 1-1 0 0,0-1 1 0 0,0 1-1 0 0,-1 1 1 0 0,0-1-1 0 0,0 1 0 0 0,0 0 1 0 0,0 0-1 0 0,-1 0 1 0 0,5 7-1 0 0,-6-7 99 0 0,1 1 0 0 0,-1-1 0 0 0,0 1 0 0 0,0 0-1 0 0,-1 0 1 0 0,0 0 0 0 0,0 0 0 0 0,0 0 0 0 0,-1 1 0 0 0,0-1-1 0 0,0 0 1 0 0,-1 1 0 0 0,1-1 0 0 0,-1 1 0 0 0,-1-1 0 0 0,1 1 0 0 0,-1-1-1 0 0,0 0 1 0 0,-1 1 0 0 0,-3 8 0 0 0,-2 13 2448 0 0,9-21-667 0 0,8-15-1480 0 0,25-36-108 0 0,-5 5-223 0 0,68-66-1 0 0,-68 79-492 0 0,1 1 0 0 0,48-29-1 0 0,-47 35-2247 0 0,40-16-1 0 0,-43 20-2806 0 0,-18 8 959 0 0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9:43.7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47 1412 0 0,'-29'1'2084'0'0,"5"-1"-500"0"0,7 2-379 0 0,-2-2 527 0 0,4-2-636 0 0,23-5-744 0 0,8 4-52 0 0,11-2-52 0 0,9 0-64 0 0,12 0-32 0 0,16-2-100 0 0,1 2-228 0 0,2 1-304 0 0,2 1-596 0 0,-4 1-1672 0 0,4 0-769 0 0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9:44.4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24 1784 0 0,'13'-23'7297'0'0,"-12"26"-7229"0"0,1 0-1 0 0,-1 0 0 0 0,1 0 1 0 0,-1 0-1 0 0,0 0 0 0 0,-1 0 1 0 0,1 0-1 0 0,0 0 0 0 0,-1 1 0 0 0,0-1 1 0 0,0 0-1 0 0,0 4 0 0 0,-5 46 334 0 0,2-31-248 0 0,-17 124 474 0 0,11-115 2578 0 0,10-47-2840 0 0,0-4-267 0 0,1 0 0 0 0,1 0 0 0 0,10-32 0 0 0,-11 45-103 0 0,0 0 1 0 0,1 0-1 0 0,0 0 0 0 0,1 1 1 0 0,-1-1-1 0 0,1 1 0 0 0,1 0 0 0 0,-1 0 1 0 0,1 0-1 0 0,0 1 0 0 0,0 0 1 0 0,0 0-1 0 0,9-6 0 0 0,-2 5-43 0 0,13-1-31 0 0,-20 8 72 0 0,-2 0-2 0 0,1-1 4 0 0,0 0 1 0 0,-1 1-1 0 0,1 0 1 0 0,0 0-1 0 0,-1 0 1 0 0,1 0-1 0 0,-1 0 0 0 0,1 1 1 0 0,-1 0-1 0 0,0-1 1 0 0,0 1-1 0 0,1 1 1 0 0,-1-1-1 0 0,-1 0 0 0 0,1 1 1 0 0,0-1-1 0 0,-1 1 1 0 0,4 4-1 0 0,0 1-10 0 0,1 1-1 0 0,-2 0 0 0 0,0 0 1 0 0,8 18-1 0 0,1 13-1133 0 0,-10-25-861 0 0,13 27 1 0 0,-14-38 1674 0 0,-1 0-1 0 0,0 0 1 0 0,1 0 0 0 0,0 0-1 0 0,0-1 1 0 0,0 1-1 0 0,0-1 1 0 0,0 0 0 0 0,1 0-1 0 0,7 5 1 0 0,2-1-3129 0 0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9:45.5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105 131 1576 0 0,'16'-45'10192'0'0,"-19"46"-9984"0"0,-4 3-156 0 0,1 0 1 0 0,0 0 0 0 0,0 0-1 0 0,0 0 1 0 0,1 1 0 0 0,-1 0-1 0 0,1 0 1 0 0,0 1 0 0 0,1-1-1 0 0,-1 1 1 0 0,-3 8-1 0 0,-1-1-14 0 0,2 1 0 0 0,-1 0 0 0 0,2 0 0 0 0,-7 22 0 0 0,12-32-25 0 0,0-1 0 0 0,0 1 0 0 0,0-1 1 0 0,0 1-1 0 0,1 0 0 0 0,0 0 1 0 0,0-1-1 0 0,0 1 0 0 0,0 0 0 0 0,0-1 1 0 0,1 1-1 0 0,0 0 0 0 0,-1-1 1 0 0,1 1-1 0 0,1-1 0 0 0,1 6 0 0 0,-1-7-10 0 0,0 1 0 0 0,0 0 0 0 0,0-1 0 0 0,0 1 0 0 0,1-1 0 0 0,-1 0 0 0 0,1 0 0 0 0,-1 0 0 0 0,1 0 0 0 0,0 0 0 0 0,0-1-1 0 0,0 1 1 0 0,0-1 0 0 0,0 1 0 0 0,0-1 0 0 0,0 0 0 0 0,1-1 0 0 0,3 2 0 0 0,2-1-73 0 0,0 0 1 0 0,0 0-1 0 0,0-1 1 0 0,0 0-1 0 0,0-1 1 0 0,0 0-1 0 0,0 0 1 0 0,0-1-1 0 0,-1 0 1 0 0,1 0-1 0 0,0-1 1 0 0,-1 0-1 0 0,0-1 0 0 0,0 0 1 0 0,0 0-1 0 0,0-1 1 0 0,8-6-1 0 0,1-3 38 0 0,0 0 0 0 0,0-2 0 0 0,-1 0 0 0 0,-1-1 0 0 0,20-29 0 0 0,-34 45 46 0 0,-1 0 1 0 0,1 0 0 0 0,-1 0-1 0 0,1 0 1 0 0,0 0 0 0 0,-1 0-1 0 0,1 0 1 0 0,0 1-1 0 0,-1-1 1 0 0,1 0 0 0 0,0 0-1 0 0,0 1 1 0 0,0-1 0 0 0,0 1-1 0 0,0-1 1 0 0,0 1 0 0 0,0-1-1 0 0,1 0 1 0 0,-2 2-9 0 0,1-1 1 0 0,-1 1-1 0 0,1-1 0 0 0,-1 1 1 0 0,0-1-1 0 0,0 1 1 0 0,1-1-1 0 0,-1 1 0 0 0,0-1 1 0 0,0 1-1 0 0,0 0 1 0 0,0-1-1 0 0,1 1 0 0 0,-1-1 1 0 0,0 1-1 0 0,0-1 1 0 0,0 1-1 0 0,0 0 0 0 0,0-1 1 0 0,-1 1-1 0 0,1-1 1 0 0,0 2-1 0 0,-8 40 102 0 0,6-37-96 0 0,1-1 0 0 0,0 1 0 0 0,0 0 0 0 0,1-1 0 0 0,0 1 0 0 0,0 0 0 0 0,0 0 0 0 0,0-1 0 0 0,0 1 0 0 0,1 0 0 0 0,0 0 0 0 0,0-1 0 0 0,2 6 0 0 0,-1-7 2 0 0,-1-1 0 0 0,0 1 0 0 0,1-1 0 0 0,0 0 0 0 0,-1 1 0 0 0,1-1 0 0 0,0 0 0 0 0,0 0 0 0 0,0 0 0 0 0,0 0 0 0 0,1-1 0 0 0,-1 1 0 0 0,0-1 0 0 0,1 1 0 0 0,-1-1 0 0 0,1 0 0 0 0,0 0 0 0 0,-1 0 0 0 0,1 0 0 0 0,0 0 0 0 0,0 0 0 0 0,-1-1 0 0 0,5 1 0 0 0,2-1 2 0 0,1 0-1 0 0,-1 0 1 0 0,0 0-1 0 0,0-2 0 0 0,0 1 1 0 0,0-1-1 0 0,0 0 1 0 0,0-1-1 0 0,-1 0 1 0 0,1 0-1 0 0,-1-1 1 0 0,0 0-1 0 0,0 0 0 0 0,0-1 1 0 0,11-9-1 0 0,-12 9-7 0 0,-1 0 0 0 0,-1 0 0 0 0,1-1 0 0 0,-1 0 0 0 0,0 0 0 0 0,0 0 0 0 0,-1 0 0 0 0,0-1-1 0 0,0 0 1 0 0,0 0 0 0 0,-1 0 0 0 0,0 0 0 0 0,0-1 0 0 0,-1 1 0 0 0,0-1 0 0 0,-1 1 0 0 0,1-1 0 0 0,0-13 0 0 0,-3 15-4 0 0,1 0 0 0 0,-1 0 0 0 0,0 0 0 0 0,-1 0 0 0 0,1 0 0 0 0,-1 0 0 0 0,-1 0 0 0 0,-4-9 1 0 0,-28-41-3 0 0,24 39-75 0 0,11 17 68 0 0,-1 0 1 0 0,1 0 0 0 0,0 0 0 0 0,0-1 0 0 0,0 1 0 0 0,-1 0 0 0 0,1 0 0 0 0,0-1 0 0 0,0 1 0 0 0,0 0 0 0 0,0 0 0 0 0,0-1 0 0 0,-1 1 0 0 0,1 0 0 0 0,0 0 0 0 0,0-1 0 0 0,0 1 0 0 0,0 0 0 0 0,0-1 0 0 0,0 1 0 0 0,0 0 0 0 0,0-1 0 0 0,0 1 0 0 0,0 0 0 0 0,0 0 0 0 0,0-1 0 0 0,0 1 0 0 0,0 0 0 0 0,1-1 0 0 0,-1 1 0 0 0,0 0 0 0 0,0 0 0 0 0,0-1 0 0 0,0 1 0 0 0,0 0-1 0 0,1 0 1 0 0,-1-1 0 0 0,0 1 0 0 0,14-1-43 0 0,18 8 52 0 0,-30-7-16 0 0,19 6-18 0 0,-1 1 0 0 0,0 1 0 0 0,-1 0-1 0 0,1 1 1 0 0,-2 1 0 0 0,1 1 0 0 0,-2 1 0 0 0,1 0 0 0 0,-2 2 0 0 0,22 21 0 0 0,-34-32 41 0 0,-1 1-1 0 0,0 0 1 0 0,0 0 0 0 0,0 0-1 0 0,-1 1 1 0 0,0-1 0 0 0,0 1-1 0 0,0-1 1 0 0,0 1 0 0 0,-1 0 0 0 0,1 0-1 0 0,-1 0 1 0 0,0 5 0 0 0,0 1 249 0 0,-1 1 1 0 0,0-1 0 0 0,-1 0 0 0 0,-3 16 0 0 0,3-26-84 0 0,1 3 332 0 0,0-9-397 0 0,2-13-116 0 0,4 5-16 0 0,0 1-1 0 0,0 1 0 0 0,1-1 1 0 0,0 1-1 0 0,1 0 0 0 0,0 1 1 0 0,1 0-1 0 0,17-16 0 0 0,-21 22 2 0 0,0 0 0 0 0,0 0-1 0 0,1 0 1 0 0,0 1 0 0 0,0-1-1 0 0,0 1 1 0 0,0 1-1 0 0,0-1 1 0 0,0 1 0 0 0,1 0-1 0 0,-1 0 1 0 0,1 1-1 0 0,-1 0 1 0 0,1 0 0 0 0,0 1-1 0 0,-1 0 1 0 0,1 0-1 0 0,0 0 1 0 0,7 2 0 0 0,2 2 14 0 0,-1 1 0 0 0,0 0 0 0 0,-1 0 0 0 0,0 2 1 0 0,1 0-1 0 0,-2 1 0 0 0,20 13 0 0 0,-22-13 36 0 0,-1 0-1 0 0,0 1 1 0 0,-1 0-1 0 0,1 1 1 0 0,-2 0-1 0 0,1 0 1 0 0,-2 1-1 0 0,1-1 1 0 0,7 18-1 0 0,-13-25 52 0 0,0 1 0 0 0,-1-1 0 0 0,0 1 0 0 0,0-1 0 0 0,0 1 0 0 0,0-1 1 0 0,0 1-1 0 0,-1 0 0 0 0,0 0 0 0 0,0-1 0 0 0,0 1 0 0 0,0 0 0 0 0,0 0 0 0 0,-1-1 0 0 0,1 1 0 0 0,-2 4 0 0 0,1-7 440 0 0,0-1-507 0 0,0-1 0 0 0,0 1 0 0 0,1-1 0 0 0,-1 0 0 0 0,0 1 0 0 0,0-1 0 0 0,1 0 0 0 0,-1 1 0 0 0,0-1 0 0 0,1 0 0 0 0,-1 0 0 0 0,1 0 0 0 0,-2-1 0 0 0,2-12-68 0 0,1 1 0 0 0,0 0 0 0 0,0 0 0 0 0,2 0 0 0 0,-1 0 0 0 0,2 0 0 0 0,0 1-1 0 0,0-1 1 0 0,1 1 0 0 0,0 0 0 0 0,1 0 0 0 0,1 1 0 0 0,0-1 0 0 0,0 1 0 0 0,14-14 0 0 0,-19 23 42 0 0,-1 0 1 0 0,1 1-1 0 0,0-1 1 0 0,0 1-1 0 0,1-1 1 0 0,-1 1-1 0 0,0 0 1 0 0,0-1 0 0 0,1 1-1 0 0,-1 0 1 0 0,1 1-1 0 0,-1-1 1 0 0,1 0-1 0 0,-1 1 1 0 0,1-1-1 0 0,-1 1 1 0 0,1 0-1 0 0,0 0 1 0 0,-1 0-1 0 0,1 0 1 0 0,-1 0-1 0 0,1 1 1 0 0,-1-1-1 0 0,1 1 1 0 0,-1 0 0 0 0,1-1-1 0 0,-1 1 1 0 0,1 0-1 0 0,-1 1 1 0 0,0-1-1 0 0,1 0 1 0 0,-1 1-1 0 0,0-1 1 0 0,0 1-1 0 0,2 1 1 0 0,4 4 30 0 0,-1 1 1 0 0,0-1 0 0 0,0 1-1 0 0,0 0 1 0 0,-1 0 0 0 0,-1 1-1 0 0,8 14 1 0 0,6 25-14 0 0,-15-37-523 0 0,0-1 0 0 0,0 1 1 0 0,1-1-1 0 0,0 0 0 0 0,10 14 0 0 0,-13-21 201 0 0,0-1 1 0 0,0 0 0 0 0,0 0-1 0 0,0 0 1 0 0,1 0-1 0 0,-1-1 1 0 0,1 1 0 0 0,-1 0-1 0 0,4 1 1 0 0,10-1-3781 0 0,3-5 1134 0 0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9:45.7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71 1412 0 0,'27'-66'9642'0'0,"-27"65"-9221"0"0,1 1-391 0 0,-1 0 0 0 0,0 0-1 0 0,0 0 1 0 0,0 1 0 0 0,0-1 0 0 0,0 0-1 0 0,1 0 1 0 0,-1 0 0 0 0,0 1 0 0 0,0-1 0 0 0,0 0-1 0 0,1 0 1 0 0,-1 0 0 0 0,0 0 0 0 0,0 0-1 0 0,1 0 1 0 0,-1 1 0 0 0,0-1 0 0 0,0 0 0 0 0,1 0-1 0 0,-1 0 1 0 0,0 0 0 0 0,0 0 0 0 0,1 0-1 0 0,-1 0 1 0 0,0 0 0 0 0,0 0 0 0 0,1 0 0 0 0,-1 0-1 0 0,0 0 1 0 0,0 0 0 0 0,1 0 0 0 0,-1 0-1 0 0,0-1 1 0 0,0 1 0 0 0,1 0 0 0 0,-1 0 0 0 0,0 0-1 0 0,0 0 1 0 0,0 0 0 0 0,1-1 0 0 0,-1 1-1 0 0,0 0 1 0 0,0 0 0 0 0,0 0 0 0 0,0 0 0 0 0,1-1-1 0 0,-1 1 1 0 0,0 0 0 0 0,0 0 0 0 0,0-1-1 0 0,0 1 1 0 0,0 0 0 0 0,0 0 0 0 0,0-1 0 0 0,1 1-1 0 0,-1 0 1 0 0,0 0 0 0 0,0-1 0 0 0,0 1-1 0 0,0 0 1 0 0,5 20 816 0 0,0 0-1 0 0,-1 1 0 0 0,2 28 1 0 0,0 3-269 0 0,11 50-810 0 0,-17-101 56 0 0,0-1 0 0 0,0 0 0 0 0,0 1 1 0 0,0-1-1 0 0,0 1 0 0 0,0-1 0 0 0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9:45.9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54 2048 0 0,'-5'-10'3296'0'0,"0"-4"-1179"0"0,0 2-769 0 0,1 3-276 0 0,-1 1-740 0 0,3 18-1940 0 0,6 2-2093 0 0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9:46.3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 1320 0 0,'22'98'7712'0'0,"18"48"-4364"0"0,-37-136-2687 0 0,5 7 4751 0 0,-5-26-5177 0 0,2-17-215 0 0,0 1 0 0 0,2 0 1 0 0,1 0-1 0 0,1 0 0 0 0,12-24 0 0 0,-17 42-35 0 0,0 0 0 0 0,0 0-1 0 0,0 0 1 0 0,1 1 0 0 0,0 0 0 0 0,1 0 0 0 0,-1 0 0 0 0,1 0 0 0 0,0 1 0 0 0,1 0 0 0 0,-1 0 0 0 0,1 1-1 0 0,0 0 1 0 0,0 0 0 0 0,0 1 0 0 0,0-1 0 0 0,1 2 0 0 0,0-1 0 0 0,-1 1 0 0 0,15-2 0 0 0,-18 3 12 0 0,1 1 1 0 0,-1 0-1 0 0,1 0 1 0 0,-1 0-1 0 0,1 0 1 0 0,-1 1-1 0 0,1 0 1 0 0,-1 0-1 0 0,0 0 1 0 0,1 1-1 0 0,-1-1 1 0 0,0 1-1 0 0,0 0 1 0 0,0 0-1 0 0,0 1 1 0 0,0-1-1 0 0,-1 1 1 0 0,1-1-1 0 0,-1 1 1 0 0,1 0-1 0 0,-1 1 1 0 0,0-1-1 0 0,3 5 1 0 0,-1 0-48 0 0,0-1 0 0 0,-1 1 0 0 0,0 0 0 0 0,-1 0 0 0 0,1 0 0 0 0,-1 1 0 0 0,-1-1 0 0 0,0 1 0 0 0,0 0 0 0 0,1 16 0 0 0,-3-19-173 0 0,1 3-675 0 0,-1-1-1 0 0,1 1 0 0 0,4 13 0 0 0,-4-20 466 0 0,-1 0-1 0 0,1 1 1 0 0,0-1-1 0 0,0 0 1 0 0,1 0-1 0 0,-1 0 0 0 0,0 0 1 0 0,1 0-1 0 0,-1 0 1 0 0,1 0-1 0 0,-1 0 1 0 0,1 0-1 0 0,0-1 1 0 0,0 1-1 0 0,0-1 1 0 0,0 1-1 0 0,3 0 1 0 0,7 4-3424 0 0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9:46.8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482 41 1500 0 0,'2'-5'1076'0'0,"1"0"-1"0"0,-1-1 1 0 0,0 0-1 0 0,-1 1 1 0 0,2-7-1 0 0,-3 10-564 0 0,-4 2-354 0 0,0 1 0 0 0,-1-1 1 0 0,1 1-1 0 0,-1 0 0 0 0,1 0 0 0 0,0 0 0 0 0,0 0 1 0 0,-1 1-1 0 0,1 0 0 0 0,0 0 0 0 0,-4 3 0 0 0,-19 9 208 0 0,1 1 1 0 0,-29 22-1 0 0,45-28-269 0 0,0-1 1 0 0,0 1-1 0 0,1 1 1 0 0,0 0-1 0 0,1 0 1 0 0,0 1-1 0 0,-10 18 1 0 0,17-27-70 0 0,0 0 0 0 0,0 0 0 0 0,0 0-1 0 0,0 1 1 0 0,0-1 0 0 0,1 0 0 0 0,-1 1 0 0 0,1-1 0 0 0,0 1 0 0 0,0-1 0 0 0,-1 0 0 0 0,1 1 0 0 0,1-1 0 0 0,-1 1 0 0 0,0-1 0 0 0,1 0 0 0 0,0 4-1 0 0,0-4-13 0 0,0-1-1 0 0,0 1 1 0 0,0-1-1 0 0,0 1 1 0 0,0-1-1 0 0,0 0 0 0 0,0 0 1 0 0,1 1-1 0 0,-1-1 1 0 0,0 0-1 0 0,1 0 0 0 0,-1 0 1 0 0,1 0-1 0 0,-1-1 1 0 0,1 1-1 0 0,-1 0 1 0 0,1-1-1 0 0,-1 1 0 0 0,1-1 1 0 0,0 1-1 0 0,-1-1 1 0 0,1 0-1 0 0,0 0 0 0 0,0 1 1 0 0,-1-1-1 0 0,1 0 1 0 0,0-1-1 0 0,3 1 1 0 0,1-1-13 0 0,0-1 0 0 0,1 1 1 0 0,-1-1-1 0 0,0 0 1 0 0,1-1-1 0 0,-1 0 0 0 0,-1 0 1 0 0,1 0-1 0 0,0 0 0 0 0,-1-1 1 0 0,1 0-1 0 0,-1 0 1 0 0,0 0-1 0 0,7-9 0 0 0,7-10-131 0 0,-1 0-1 0 0,17-27 0 0 0,-11 14-45 0 0,-22 34 203 0 0,8 8 105 0 0,-9-3-119 0 0,-1-1 1 0 0,1 0-1 0 0,-1 1 0 0 0,1-1 0 0 0,-1 1 1 0 0,0-1-1 0 0,1 1 0 0 0,-2-1 0 0 0,1 1 1 0 0,0-1-1 0 0,-1 4 0 0 0,1 4 77 0 0,-1 101 693 0 0,7 288 1736 0 0,-6-397-2507 0 0,9 289 1522 0 0,-10-207-657 0 0,-17 122-1 0 0,15-190-577 0 0,0 0-1 0 0,-1-1 0 0 0,0 1 1 0 0,-1-1-1 0 0,-1 0 0 0 0,0 0 0 0 0,-12 19 1 0 0,14-28-197 0 0,1-1 1 0 0,-1 0-1 0 0,0 0 0 0 0,0-1 1 0 0,0 1-1 0 0,-1-1 1 0 0,0 0-1 0 0,0 0 1 0 0,0 0-1 0 0,0-1 0 0 0,0 1 1 0 0,-1-1-1 0 0,0-1 1 0 0,1 1-1 0 0,-1-1 1 0 0,0 0-1 0 0,0 0 0 0 0,0-1 1 0 0,-1 0-1 0 0,1 0 1 0 0,-13 0-1 0 0,5-2-35 0 0,0 0 0 0 0,0-1 0 0 0,0-1 0 0 0,0 0 0 0 0,0-1 0 0 0,1 0 0 0 0,-1-1 0 0 0,1-1 0 0 0,1 0 0 0 0,-24-15 0 0 0,23 12-60 0 0,1 1 0 0 0,0-2 0 0 0,1 0 0 0 0,0 0 0 0 0,0-1 0 0 0,1 0 0 0 0,0-1 0 0 0,1 0 0 0 0,1-1 0 0 0,-9-15 0 0 0,14 22-73 0 0,0-1-1 0 0,1 0 0 0 0,0 1 0 0 0,0-1 1 0 0,0 0-1 0 0,1 0 0 0 0,0 0 1 0 0,0 0-1 0 0,1 0 0 0 0,0 0 1 0 0,0 0-1 0 0,0 0 0 0 0,3-11 0 0 0,-1 9-159 0 0,1 0 0 0 0,1 0 0 0 0,-1 0 0 0 0,1 0 0 0 0,1 1-1 0 0,-1 0 1 0 0,1 0 0 0 0,1 0 0 0 0,6-7 0 0 0,7-5-694 0 0,1 2 0 0 0,0 0 1 0 0,1 1-1 0 0,1 2 0 0 0,0 0 1 0 0,29-14-1 0 0,-16 12-2934 0 0,52-19 0 0 0,-49 23-1253 0 0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9:47.8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0 232 2004 0 0,'2'-46'6776'0'0,"-1"39"-6083"0"0,-1 0-1 0 0,1 0 1 0 0,1 0 0 0 0,2-7-1 0 0,-3 12-431 0 0,1 3-165 0 0,3 1-46 0 0,-1 0 0 0 0,0 1 0 0 0,0-1 1 0 0,0 1-1 0 0,0 0 0 0 0,0 0 0 0 0,-1 0 1 0 0,7 7-1 0 0,29 38 210 0 0,-13-14-97 0 0,25 28 2 0 0,24 25 1064 0 0,-74-86-1164 0 0,-1-1 0 0 0,1 1 0 0 0,-1-1 0 0 0,1 1 1 0 0,-1-1-1 0 0,1 1 0 0 0,-1-1 0 0 0,1 0 0 0 0,0 1 0 0 0,-1-1 1 0 0,1 0-1 0 0,0 0 0 0 0,-1 1 0 0 0,1-1 0 0 0,0 0 0 0 0,-1 0 1 0 0,1 0-1 0 0,0 0 0 0 0,-1 0 0 0 0,1 0 0 0 0,0 0 0 0 0,-1 0 1 0 0,1 0-1 0 0,0 0 0 0 0,-1 0 0 0 0,2-1 0 0 0,0 0-12 0 0,0 0 0 0 0,-1 0 0 0 0,1 0 0 0 0,-1 0 0 0 0,1 0 0 0 0,-1 0 0 0 0,0-1 0 0 0,1 1 0 0 0,-1-1 0 0 0,1-1 0 0 0,3-5-1 0 0,0 0-1 0 0,8-18 1 0 0,-12 24 26 0 0,101-258 273 0 0,-98 249-370 0 0,-2 7 5 0 0,-1 0-1 0 0,1 0 0 0 0,-1 1 1 0 0,1-1-1 0 0,0 1 1 0 0,1-1-1 0 0,4-5 1 0 0,-6 8 10 0 0,1 0 0 0 0,-1 0 1 0 0,1 0-1 0 0,-1 0 0 0 0,1 0 1 0 0,0 0-1 0 0,-1 1 0 0 0,1-1 1 0 0,0 1-1 0 0,0-1 0 0 0,-1 1 0 0 0,1 0 1 0 0,0 0-1 0 0,0-1 0 0 0,0 1 1 0 0,0 0-1 0 0,-1 1 0 0 0,1-1 1 0 0,0 0-1 0 0,0 0 0 0 0,0 1 1 0 0,2 0-1 0 0,26 8 6 0 0,38 18 0 0 0,38 11 19 0 0,-91-34-19 0 0,14 0 0 0 0,-21-9-5 0 0,-5 2 5 0 0,-2 3-2 0 0,0 0 0 0 0,0-1 0 0 0,-1 0 0 0 0,1 1 0 0 0,0-1 0 0 0,-1 1 0 0 0,1-1 0 0 0,0 0 0 0 0,-1 1 0 0 0,1-1 0 0 0,-1 0 0 0 0,1 0 0 0 0,-1 0-1 0 0,1 1 1 0 0,-1-1 0 0 0,0 0 0 0 0,1 0 0 0 0,-1 0 0 0 0,0-1 0 0 0,2-1-1 0 0,-1 1 0 0 0,0-1 0 0 0,-1 0 0 0 0,1 1 0 0 0,0-1 0 0 0,-1 0 0 0 0,1 1 0 0 0,-1-1 0 0 0,0 0 0 0 0,0 1 0 0 0,0-1 0 0 0,0 0-1 0 0,-1 0 1 0 0,1 1 0 0 0,-1-1 0 0 0,0 0 0 0 0,1 1 0 0 0,-1-1 0 0 0,-3-4 0 0 0,3 5-2 0 0,1 0-2 0 0,-1 0 1 0 0,1 0-1 0 0,-1 0 1 0 0,0 0-1 0 0,0 0 1 0 0,0 0-1 0 0,0 0 1 0 0,0 1-1 0 0,0-1 1 0 0,0 0-1 0 0,-1 1 1 0 0,1-1-1 0 0,-1 1 1 0 0,1 0-1 0 0,-4-3 1 0 0,1 1-10 0 0,3 3 8 0 0,-1-1 0 0 0,1 1 0 0 0,-1-1 0 0 0,1 1 1 0 0,-1-1-1 0 0,0 1 0 0 0,1 0 0 0 0,-1 0 1 0 0,1-1-1 0 0,-1 1 0 0 0,0 0 0 0 0,1 1 0 0 0,-1-1 1 0 0,1 0-1 0 0,-1 0 0 0 0,1 1 0 0 0,-1-1 1 0 0,-2 1-1 0 0,-24 13-86 0 0,20-8 76 0 0,1-1 1 0 0,0 1-1 0 0,0 1 0 0 0,0 0 0 0 0,1-1 0 0 0,0 2 0 0 0,1-1 1 0 0,-1 1-1 0 0,1 0 0 0 0,1 0 0 0 0,0 0 0 0 0,0 1 0 0 0,0 0 0 0 0,1-1 1 0 0,1 1-1 0 0,-1 0 0 0 0,-1 14 0 0 0,4-17-124 0 0,-1-1-1 0 0,1 1 1 0 0,0 0-1 0 0,1-1 1 0 0,-1 1-1 0 0,1-1 1 0 0,0 1-1 0 0,1-1 1 0 0,-1 1-1 0 0,1-1 0 0 0,0 0 1 0 0,0 0-1 0 0,4 6 1 0 0,-3-7-190 0 0,0 0 0 0 0,0 0 0 0 0,1 0 0 0 0,-1 0 0 0 0,1 0 0 0 0,0-1 0 0 0,1 0 0 0 0,-1 0 0 0 0,0 0 0 0 0,1 0 0 0 0,0 0 0 0 0,-1-1 0 0 0,1 0 0 0 0,0 0 0 0 0,9 2 0 0 0,34 4-4030 0 0,-23-6 1366 0 0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9:48.1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64 224 0 0,'-10'-35'6795'0'0,"9"33"-6504"0"0,0-1 0 0 0,0 1 1 0 0,0-1-1 0 0,-1 1 0 0 0,1-1 0 0 0,-1 1 1 0 0,1 0-1 0 0,-1 0 0 0 0,0-1 1 0 0,-2-1-1 0 0,3 3-77 0 0,-16 5 101 0 0,14-2-283 0 0,-1 0 0 0 0,2-1-1 0 0,-1 1 1 0 0,0 0 0 0 0,0 0-1 0 0,1 1 1 0 0,-1-1 0 0 0,1 1-1 0 0,0-1 1 0 0,-1 1 0 0 0,1 0 0 0 0,0 0-1 0 0,-2 4 1 0 0,-17 43 65 0 0,17-39-81 0 0,1-2 6 0 0,0 1 0 0 0,1-1 0 0 0,0 1 0 0 0,0 0 0 0 0,1 0 0 0 0,1 0 0 0 0,-1 0 0 0 0,2 0 0 0 0,-1 0 0 0 0,4 16 0 0 0,-3-21-17 0 0,0-1 0 0 0,0 1 0 0 0,1-1 0 0 0,-1 0 0 0 0,1 0 1 0 0,0 1-1 0 0,0-1 0 0 0,1-1 0 0 0,-1 1 0 0 0,1 0 0 0 0,0 0 0 0 0,0-1 0 0 0,0 0 0 0 0,0 0 0 0 0,1 0 0 0 0,-1 0 0 0 0,1 0 0 0 0,0 0 1 0 0,-1-1-1 0 0,1 0 0 0 0,0 0 0 0 0,1 0 0 0 0,-1 0 0 0 0,0-1 0 0 0,6 2 0 0 0,-1-1-131 0 0,0-1 0 0 0,0 0 0 0 0,0 0 0 0 0,0-1 0 0 0,0 0 0 0 0,0-1 0 0 0,1 0 0 0 0,-2 0 0 0 0,1-1 0 0 0,0 0 0 0 0,0 0 0 0 0,0-1 0 0 0,15-8 0 0 0,-14 6-353 0 0,0-1-1 0 0,0-1 1 0 0,-1 0-1 0 0,0 0 0 0 0,0-1 1 0 0,-1 0-1 0 0,0-1 1 0 0,0 0-1 0 0,-1 0 1 0 0,9-14-1 0 0,6-14-1760 0 0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9:48.3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7 210 108 0 0,'8'-42'2297'0'0,"0"3"370"0"0,-2-1 0 0 0,2-48 0 0 0,-19 119-2129 0 0,3 6-97 0 0,1 0 0 0 0,-4 73 0 0 0,12 75-158 0 0,-1-164-311 0 0,2 0 0 0 0,0-1-1 0 0,1 1 1 0 0,1-1 0 0 0,1 1-1 0 0,8 19 1 0 0,-11-34-152 0 0,1 0 0 0 0,0 0 0 0 0,1-1 0 0 0,-1 1 0 0 0,1-1 0 0 0,0 0 0 0 0,0 1 0 0 0,0-2 0 0 0,1 1 0 0 0,5 4 0 0 0,-6-6-163 0 0,0-1 0 0 0,0 1 0 0 0,0-1 0 0 0,1 0 0 0 0,-1 0 0 0 0,1-1 0 0 0,-1 1 0 0 0,1-1 0 0 0,-1 0 0 0 0,1 0-1 0 0,0-1 1 0 0,0 1 0 0 0,-1-1 0 0 0,1 0 0 0 0,7-1 0 0 0,5-2-2136 0 0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9:48.7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14 147 360 0 0,'30'-64'10146'0'0,"-26"52"-8394"0"0,-2 8-458 0 0,-2 14-917 0 0,0 18-310 0 0,-1-12-21 0 0,1 1 0 0 0,0 0 0 0 0,2-1 1 0 0,4 22-1 0 0,-5-33-29 0 0,0 0-1 0 0,1-1 1 0 0,0 1 0 0 0,0-1 0 0 0,0 1-1 0 0,0-1 1 0 0,0 0 0 0 0,1 0-1 0 0,0 0 1 0 0,0 0 0 0 0,0-1 0 0 0,0 1-1 0 0,1-1 1 0 0,0 0 0 0 0,-1 0-1 0 0,1 0 1 0 0,0 0 0 0 0,0-1 0 0 0,1 1-1 0 0,3 1 1 0 0,-4-3-15 0 0,0 1 0 0 0,1-1 0 0 0,-1 1 0 0 0,0-1 0 0 0,1 0 1 0 0,-1-1-1 0 0,0 1 0 0 0,1-1 0 0 0,-1 0 0 0 0,1 0 0 0 0,-1 0 0 0 0,0-1 0 0 0,1 1 0 0 0,-1-1 0 0 0,1 0 1 0 0,-1 0-1 0 0,6-3 0 0 0,-5 1-8 0 0,0 0 0 0 0,0 0 0 0 0,0 0 0 0 0,0 0 0 0 0,-1-1 1 0 0,0 0-1 0 0,1 0 0 0 0,-1 0 0 0 0,-1-1 0 0 0,1 1 0 0 0,-1-1 0 0 0,4-6 0 0 0,-3 5 3 0 0,-1-1 0 0 0,1 0-1 0 0,-1 0 1 0 0,-1 0 0 0 0,1 0-1 0 0,-1-1 1 0 0,-1 1 0 0 0,1 0-1 0 0,-1-1 1 0 0,0 0 0 0 0,-1 1-1 0 0,0-1 1 0 0,0 1 0 0 0,-1-1-1 0 0,0 1 1 0 0,0-1 0 0 0,-1 1-1 0 0,0-1 1 0 0,0 1 0 0 0,-5-12-1 0 0,4 14 7 0 0,-1 0 0 0 0,0 0 0 0 0,0 1 0 0 0,0-1 0 0 0,0 1 0 0 0,-1 0 0 0 0,0 0 0 0 0,0 0-1 0 0,0 1 1 0 0,0-1 0 0 0,0 1 0 0 0,-1 0 0 0 0,1 1 0 0 0,-1 0 0 0 0,0 0 0 0 0,0 0 0 0 0,0 0-1 0 0,0 1 1 0 0,0 0 0 0 0,-11 0 0 0 0,7 0-16 0 0,0 1-1 0 0,0 0 1 0 0,1 1-1 0 0,-1 0 0 0 0,0 1 1 0 0,1 0-1 0 0,-1 0 1 0 0,1 1-1 0 0,0 0 1 0 0,0 1-1 0 0,0 0 1 0 0,-14 9-1 0 0,22-13-44 0 0,-1 1 0 0 0,1 0 0 0 0,0 0 0 0 0,-1-1 0 0 0,1 1 0 0 0,0 0 0 0 0,0 0 0 0 0,0 0 0 0 0,0 1 0 0 0,0-1 0 0 0,0 0 0 0 0,0 0 0 0 0,1 0 0 0 0,-1 1 0 0 0,0-1 0 0 0,1 0 1 0 0,-1 1-1 0 0,0-1 0 0 0,1 1 0 0 0,0-1 0 0 0,-1 1 0 0 0,1-1 0 0 0,0 1 0 0 0,0-1 0 0 0,0 3 0 0 0,0-2-52 0 0,1-1-1 0 0,0 0 1 0 0,0 1 0 0 0,0-1 0 0 0,0 0-1 0 0,0 0 1 0 0,0 0 0 0 0,0 0 0 0 0,0 0 0 0 0,0 0-1 0 0,0 0 1 0 0,1 0 0 0 0,-1 0 0 0 0,0 0-1 0 0,1 0 1 0 0,-1-1 0 0 0,0 1 0 0 0,1-1-1 0 0,-1 1 1 0 0,1-1 0 0 0,-1 0 0 0 0,1 1 0 0 0,-1-1-1 0 0,1 0 1 0 0,2 0 0 0 0,8 1-1097 0 0,0 0 0 0 0,1 0 0 0 0,11-3 0 0 0,1-1-1542 0 0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9:49.0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90 2060 0 0,'43'-17'4962'0'0,"-41"17"-4465"0"0,1 0-96 0 0,0 0-325 0 0,-1 1-1 0 0,1-1 1 0 0,-1 1 0 0 0,1 0-1 0 0,-1 0 1 0 0,1 0 0 0 0,-1 0-1 0 0,0 0 1 0 0,1 1 0 0 0,-1-1-1 0 0,0 1 1 0 0,0 0 0 0 0,0-1-1 0 0,0 1 1 0 0,0 0 0 0 0,0 0-1 0 0,-1 0 1 0 0,1 0 0 0 0,-1 1-1 0 0,1-1 1 0 0,-1 0 0 0 0,0 1-1 0 0,0-1 1 0 0,1 3 0 0 0,5 12 354 0 0,-1 1 1 0 0,6 25 0 0 0,-7-24-79 0 0,0 4 560 0 0,0 1-1 0 0,2 45 1 0 0,-6-30 2668 0 0,-1 0 3641 0 0,1-50-7186 0 0,0 1 0 0 0,1-1 0 0 0,0 1 0 0 0,1-1 0 0 0,0 1 0 0 0,0 0 0 0 0,1 0 0 0 0,1 0 0 0 0,0 1 1 0 0,0-1-1 0 0,0 1 0 0 0,1 0 0 0 0,1 1 0 0 0,10-13 0 0 0,13-9-1335 0 0,1 1 0 0 0,44-34 0 0 0,-58 50 413 0 0,50-38-3489 0 0,-7 6-3784 0 0,-41 29 2369 0 0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9:49.3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 22 3240 0 0,'-180'13'12075'0'0,"176"-13"-11401"0"0,6 1-431 0 0,13 1-143 0 0,0 0 0 0 0,0-1 0 0 0,1-1 0 0 0,19-1 0 0 0,0 0-48 0 0,336-15-2576 0 0,-177 6-1748 0 0,-117 6 1005 0 0,-1-4-1050 0 0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0:12.6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50 545 64 0 0,'5'-24'8923'0'0,"-4"24"-8836"0"0,-1 0 0 0 0,0 0 0 0 0,0-1 0 0 0,0 1 0 0 0,1 0 0 0 0,-1 0 0 0 0,0 0 0 0 0,0 0 0 0 0,1-1 0 0 0,-1 1 0 0 0,0 0 0 0 0,0 0 0 0 0,1 0 0 0 0,-1 0 0 0 0,0 0 0 0 0,0 0 0 0 0,1 0 0 0 0,-1 0 0 0 0,0 0 0 0 0,1 0 0 0 0,-1 0-1 0 0,0 0 1 0 0,0 0 0 0 0,1 0 0 0 0,-1 0 0 0 0,0 0 0 0 0,1 0 0 0 0,-1 0 0 0 0,0 0 0 0 0,0 0 0 0 0,1 0 0 0 0,-1 1 0 0 0,0-1 0 0 0,0 0 0 0 0,1 0 0 0 0,-1 0 0 0 0,0 0 0 0 0,0 1 0 0 0,0-1 0 0 0,1 0 0 0 0,-1 0 0 0 0,0 1 0 0 0,0-1 0 0 0,23 16 987 0 0,8 5-671 0 0,-24-18-377 0 0,0-1-1 0 0,1 0 0 0 0,-1 0 1 0 0,0 0-1 0 0,1-1 0 0 0,-1 0 1 0 0,0-1-1 0 0,1 0 0 0 0,11-1 1 0 0,-17 1-52 0 0,0 0-1 0 0,0-1 1 0 0,0 1 0 0 0,0-1 0 0 0,0 1 0 0 0,0-1 0 0 0,0 0 0 0 0,0 0 0 0 0,-1 0-1 0 0,1 0 1 0 0,0 0 0 0 0,0 0 0 0 0,-1-1 0 0 0,1 1 0 0 0,-1 0 0 0 0,1-1 0 0 0,-1 0-1 0 0,0 1 1 0 0,1-1 0 0 0,-1 0 0 0 0,0 1 0 0 0,0-1 0 0 0,0 0 0 0 0,0 0 0 0 0,-1 0-1 0 0,1 0 1 0 0,0 0 0 0 0,-1 0 0 0 0,1 0 0 0 0,-1-4 0 0 0,1 0-35 0 0,0 0-1 0 0,-1 0 1 0 0,0 0 0 0 0,-1 0 0 0 0,1 0 0 0 0,-1 0-1 0 0,0 0 1 0 0,-4-11 0 0 0,5 15 53 0 0,0 1 1 0 0,-1 0-1 0 0,0-1 1 0 0,1 1-1 0 0,-1 0 1 0 0,0-1-1 0 0,1 1 1 0 0,-1 0-1 0 0,0 0 1 0 0,0 0-1 0 0,0 0 1 0 0,0 0-1 0 0,0 0 1 0 0,-1 0-1 0 0,1 0 0 0 0,0 0 1 0 0,0 0-1 0 0,0 0 1 0 0,-1 1-1 0 0,1-1 1 0 0,-1 1-1 0 0,1-1 1 0 0,0 1-1 0 0,-2-1 1 0 0,0 1 2 0 0,0 0 1 0 0,0 0-1 0 0,0 0 0 0 0,0 0 1 0 0,0 1-1 0 0,0 0 1 0 0,0-1-1 0 0,0 1 0 0 0,1 0 1 0 0,-1 0-1 0 0,-4 2 1 0 0,-4 4 23 0 0,0 0 0 0 0,0 0 1 0 0,0 1-1 0 0,-14 14 1 0 0,13-10 40 0 0,0 1-1 0 0,0 0 1 0 0,2 1 0 0 0,-1 0-1 0 0,2 1 1 0 0,0 0 0 0 0,-10 24-1 0 0,16-32-28 0 0,0-1-1 0 0,1 1 0 0 0,1 0 0 0 0,-1 0 0 0 0,1 1 0 0 0,0-1 0 0 0,1 0 0 0 0,-1 0 0 0 0,2 9 0 0 0,0-11-3 0 0,0 0-1 0 0,0-1 0 0 0,0 1 0 0 0,1 0 0 0 0,-1-1 0 0 0,1 1 0 0 0,0 0 1 0 0,1-1-1 0 0,-1 0 0 0 0,1 0 0 0 0,0 0 0 0 0,0 0 0 0 0,0 0 0 0 0,6 5 1 0 0,-3-5-27 0 0,-1 0 0 0 0,1 0 1 0 0,0 0-1 0 0,0-1 1 0 0,0 0-1 0 0,0 0 0 0 0,0-1 1 0 0,1 0-1 0 0,-1 0 0 0 0,1 0 1 0 0,0-1-1 0 0,0 0 1 0 0,-1 0-1 0 0,1-1 0 0 0,0 0 1 0 0,10-1-1 0 0,0 0-175 0 0,0-2 0 0 0,0 0 0 0 0,-1-1 1 0 0,0 0-1 0 0,26-11 0 0 0,-26 8-39 0 0,0-1 0 0 0,-1-1 0 0 0,0 0 0 0 0,0-1 0 0 0,-1-1 0 0 0,-1 0 1 0 0,22-22-1 0 0,-19 14-13 0 0,0 0 0 0 0,-2-1 0 0 0,0 0 0 0 0,21-44 1 0 0,-16 18 71 0 0,-2-1 1 0 0,-2-1 0 0 0,-1 0-1 0 0,12-96 1 0 0,-20 64 429 0 0,-5 46 46 0 0,-1 26-41 0 0,-1 9 108 0 0,-17 92 209 0 0,5 0-1 0 0,3 0 1 0 0,5 1 0 0 0,8 118 0 0 0,-3-199-585 0 0,2 0 1 0 0,-1 0 0 0 0,2-1 0 0 0,-1 1-1 0 0,2 0 1 0 0,0-1 0 0 0,0 1 0 0 0,7 11-1 0 0,-10-22-14 0 0,0 0 0 0 0,0 0 0 0 0,1 0 0 0 0,-1-1 0 0 0,0 1 0 0 0,1 0 1 0 0,-1-1-1 0 0,1 1 0 0 0,-1-1 0 0 0,1 0 0 0 0,-1 1 0 0 0,1-1 0 0 0,0 0 0 0 0,0 0 0 0 0,0 0 0 0 0,0 0 0 0 0,0 0 0 0 0,0-1 0 0 0,0 1 0 0 0,4 0 0 0 0,-3-1-12 0 0,0 0 0 0 0,1 0 0 0 0,-1-1 1 0 0,0 1-1 0 0,0-1 0 0 0,1 0 0 0 0,-1 0 0 0 0,0 0 0 0 0,0 0 0 0 0,0 0 0 0 0,0-1 1 0 0,3-1-1 0 0,4-4-42 0 0,-1 0-1 0 0,0 0 1 0 0,0 0 0 0 0,-1-1 0 0 0,0-1 0 0 0,10-13 0 0 0,-3 0-73 0 0,-2 0 0 0 0,18-40 1 0 0,-12 21 8 0 0,-16 35 148 0 0,-1-1-1 0 0,0 1 1 0 0,0-1 0 0 0,-1 0-1 0 0,0 1 1 0 0,0-1 0 0 0,0 0-1 0 0,-1 0 1 0 0,0-8 0 0 0,0 10 27 0 0,0 4-47 0 0,-1 0 0 0 0,1 1 1 0 0,0-1-1 0 0,0 1 1 0 0,-1-1-1 0 0,1 1 0 0 0,0-1 1 0 0,-1 1-1 0 0,1 0 1 0 0,0-1-1 0 0,-1 1 0 0 0,1-1 1 0 0,-1 1-1 0 0,1 0 1 0 0,-1-1-1 0 0,1 1 0 0 0,-1 0 1 0 0,1-1-1 0 0,-1 1 1 0 0,1 0-1 0 0,-1 0 0 0 0,1 0 1 0 0,-1-1-1 0 0,1 1 1 0 0,-1 0-1 0 0,1 0 1 0 0,-1 0-1 0 0,0 0 0 0 0,1 0 1 0 0,-1 0-1 0 0,1 0 1 0 0,-1 0-1 0 0,1 0 0 0 0,-1 0 1 0 0,1 1-1 0 0,-1-1 1 0 0,0 0-1 0 0,1 0 0 0 0,-1 0 1 0 0,1 1-1 0 0,-1-1 1 0 0,1 0-1 0 0,-1 1 0 0 0,1-1 1 0 0,-1 1-1 0 0,-7 5 46 0 0,-1 0 0 0 0,2 1-1 0 0,-1 0 1 0 0,1 1-1 0 0,0 0 1 0 0,0 0 0 0 0,1 0-1 0 0,0 1 1 0 0,1-1 0 0 0,0 2-1 0 0,0-1 1 0 0,-5 15 0 0 0,8-18-44 0 0,-1 1 0 0 0,1 0 0 0 0,0 0 0 0 0,0 0 0 0 0,1 0-1 0 0,0 1 1 0 0,0-1 0 0 0,1 0 0 0 0,0 1 0 0 0,0-1 0 0 0,0 0 0 0 0,1 0 0 0 0,1 1 0 0 0,-1-1 0 0 0,1 0 0 0 0,0 0 0 0 0,0 0 0 0 0,7 13 0 0 0,-6-16-21 0 0,0-1 1 0 0,-1 1-1 0 0,1 0 1 0 0,0-1-1 0 0,1 1 0 0 0,-1-1 1 0 0,1 0-1 0 0,-1 0 0 0 0,1 0 1 0 0,0-1-1 0 0,0 0 1 0 0,0 1-1 0 0,0-1 0 0 0,1 0 1 0 0,6 1-1 0 0,-5-1-27 0 0,0-1 1 0 0,0-1-1 0 0,0 1 0 0 0,1-1 1 0 0,-1 0-1 0 0,0-1 0 0 0,0 1 1 0 0,0-1-1 0 0,0 0 0 0 0,9-4 0 0 0,2-1-103 0 0,0-1 0 0 0,-1-1 0 0 0,0 0 0 0 0,-1-1 0 0 0,0-1 0 0 0,27-23 0 0 0,-6 1-147 0 0,34-39 0 0 0,-69 70 289 0 0,-1 0 0 0 0,1 0 0 0 0,-1 0 0 0 0,1 0 0 0 0,0 1 0 0 0,-1-1 0 0 0,1 0 0 0 0,0 0 0 0 0,-1 1 0 0 0,1-1 0 0 0,0 1 1 0 0,0-1-1 0 0,0 1 0 0 0,0-1 0 0 0,-1 1 0 0 0,1-1 0 0 0,0 1 0 0 0,0 0 0 0 0,0-1 0 0 0,0 1 0 0 0,0 0 0 0 0,0 0 0 0 0,0 0 0 0 0,0 0 0 0 0,0 0 0 0 0,0 0 0 0 0,0 0 0 0 0,0 0 1 0 0,0 0-1 0 0,0 0 0 0 0,0 0 0 0 0,0 1 0 0 0,1 0 0 0 0,0 0 15 0 0,0 1 0 0 0,-1 0 0 0 0,1 0 0 0 0,-1 1 0 0 0,1-1 0 0 0,-1 0-1 0 0,0 0 1 0 0,0 1 0 0 0,0-1 0 0 0,0 1 0 0 0,0-1 0 0 0,0 5 0 0 0,5 20 78 0 0,-2 0 0 0 0,2 43 0 0 0,2 17-52 0 0,-8-71 84 0 0,-6-12 86 0 0,6-4-207 0 0,-1 0 1 0 0,0-1 0 0 0,0 1-1 0 0,1-1 1 0 0,-1 1-1 0 0,0-1 1 0 0,1 0 0 0 0,-1 1-1 0 0,1-1 1 0 0,-1 0 0 0 0,1 1-1 0 0,-1-1 1 0 0,1 0-1 0 0,-1 0 1 0 0,1 1 0 0 0,0-1-1 0 0,-1 0 1 0 0,1 0 0 0 0,0 0-1 0 0,0 0 1 0 0,0 1-1 0 0,-1-1 1 0 0,1 0 0 0 0,0 0-1 0 0,0 0 1 0 0,1-1 0 0 0,-1-17-12 0 0,1 0 0 0 0,1 0 0 0 0,1 1 0 0 0,1-1 0 0 0,0 1 0 0 0,1-1 0 0 0,8-17 0 0 0,-10 29-27 0 0,0-1-1 0 0,0 1 0 0 0,1 0 0 0 0,0 0 1 0 0,0 1-1 0 0,1-1 0 0 0,-1 1 1 0 0,1 0-1 0 0,1 0 0 0 0,-1 0 1 0 0,8-5-1 0 0,-10 9 32 0 0,0 0 1 0 0,0 0-1 0 0,0 0 1 0 0,0 1-1 0 0,0-1 1 0 0,0 1-1 0 0,1 0 1 0 0,-1 0-1 0 0,1 0 1 0 0,-1 1-1 0 0,1-1 1 0 0,-1 1-1 0 0,1 0 1 0 0,-1 0 0 0 0,1 0-1 0 0,-1 0 1 0 0,1 1-1 0 0,-1-1 1 0 0,1 1-1 0 0,-1 0 1 0 0,0 0-1 0 0,1 0 1 0 0,-1 0-1 0 0,0 1 1 0 0,0-1-1 0 0,0 1 1 0 0,5 3-1 0 0,-1 0 20 0 0,-1 0-1 0 0,0 1 1 0 0,0-1-1 0 0,0 1 1 0 0,-1 0 0 0 0,0 1-1 0 0,0-1 1 0 0,-1 1-1 0 0,1 0 1 0 0,-1 0-1 0 0,-1 1 1 0 0,5 11-1 0 0,-5-10-11 0 0,0 1-1 0 0,-1-1 1 0 0,0 1-1 0 0,0-1 1 0 0,-1 1-1 0 0,0-1 0 0 0,-1 1 1 0 0,0 0-1 0 0,0 0 1 0 0,-3 10-1 0 0,3-19 2 0 0,0 0-1 0 0,0-1 1 0 0,0 1-1 0 0,0 0 1 0 0,0 0-1 0 0,0 0 1 0 0,-1-1-1 0 0,1 1 1 0 0,0 0-1 0 0,-1 0 1 0 0,1 0-1 0 0,0-1 0 0 0,-1 1 1 0 0,1 0-1 0 0,-1-1 1 0 0,1 1-1 0 0,-1 0 1 0 0,0-1-1 0 0,1 1 1 0 0,-1-1-1 0 0,1 1 1 0 0,-1-1-1 0 0,0 1 1 0 0,0-1-1 0 0,1 0 1 0 0,-1 1-1 0 0,0-1 1 0 0,0 0-1 0 0,1 1 1 0 0,-1-1-1 0 0,0 0 1 0 0,0 0-1 0 0,0 0 1 0 0,1 0-1 0 0,-1 0 1 0 0,0 0-1 0 0,0 0 1 0 0,0 0-1 0 0,-1 0 1 0 0,1 0-6 0 0,1-1 1 0 0,-1 1-1 0 0,0-1 0 0 0,1 1 1 0 0,-1-1-1 0 0,1 1 1 0 0,-1-1-1 0 0,1 1 1 0 0,-1-1-1 0 0,1 1 1 0 0,-1-1-1 0 0,1 1 1 0 0,-1-1-1 0 0,1 0 1 0 0,0 1-1 0 0,-1-1 1 0 0,1 0-1 0 0,0 1 1 0 0,0-1-1 0 0,0 0 1 0 0,-1 0-1 0 0,1 1 1 0 0,0-1-1 0 0,0 0 1 0 0,0 1-1 0 0,0-1 1 0 0,0-1-1 0 0,1-21-35 0 0,-1 21 25 0 0,1-8-26 0 0,1 0 1 0 0,0 0 0 0 0,1 1-1 0 0,0-1 1 0 0,0 0 0 0 0,1 1-1 0 0,0 0 1 0 0,1 0 0 0 0,0 0 0 0 0,12-15-1 0 0,-9 13 0 0 0,1 1-1 0 0,0 0 0 0 0,1 0 1 0 0,0 1-1 0 0,0 0 1 0 0,1 1-1 0 0,20-12 0 0 0,-26 18 34 0 0,0-1 0 0 0,-1 1 0 0 0,1 0 0 0 0,0 1-1 0 0,0-1 1 0 0,0 1 0 0 0,0 0 0 0 0,0 0 0 0 0,0 1-1 0 0,1 0 1 0 0,-1-1 0 0 0,0 2 0 0 0,0-1-1 0 0,0 1 1 0 0,0-1 0 0 0,0 1 0 0 0,0 1 0 0 0,0-1-1 0 0,8 4 1 0 0,-7-2 33 0 0,0 0 1 0 0,0 1-1 0 0,-1 0 0 0 0,1 0 0 0 0,-1 1 1 0 0,1-1-1 0 0,-2 1 0 0 0,1 0 1 0 0,0 0-1 0 0,-1 1 0 0 0,0 0 0 0 0,0-1 1 0 0,-1 1-1 0 0,4 7 0 0 0,30 80 167 0 0,5 8-69 0 0,-42-99-126 0 0,1 0-1 0 0,0-1 1 0 0,-1 1-1 0 0,1 0 1 0 0,0-1 0 0 0,0 1-1 0 0,0-1 1 0 0,0 0 0 0 0,0 1-1 0 0,0-1 1 0 0,1 0 0 0 0,-1 1-1 0 0,0-1 1 0 0,1 0 0 0 0,-1 0-1 0 0,1 0 1 0 0,-1 0 0 0 0,1-1-1 0 0,-1 1 1 0 0,1 0-1 0 0,0-1 1 0 0,-1 1 0 0 0,1-1-1 0 0,0 1 1 0 0,-1-1 0 0 0,1 0-1 0 0,0 0 1 0 0,0 0 0 0 0,-1 0-1 0 0,1 0 1 0 0,0 0 0 0 0,0 0-1 0 0,-1 0 1 0 0,1-1 0 0 0,0 1-1 0 0,0-1 1 0 0,-1 1-1 0 0,1-1 1 0 0,-1 0 0 0 0,1 0-1 0 0,2-1 1 0 0,3-3-4 0 0,0 0-1 0 0,0-1 1 0 0,-1 1 0 0 0,0-1-1 0 0,0 0 1 0 0,-1-1 0 0 0,7-9 0 0 0,2-7-42 0 0,-1-1 1 0 0,-1 0 0 0 0,-1 0 0 0 0,-1-1 0 0 0,9-38 0 0 0,-18 59 56 0 0,0 0 0 0 0,0 1 0 0 0,0-1 0 0 0,0 0 0 0 0,-1 0 0 0 0,1 0 0 0 0,-1 1 0 0 0,0-1 0 0 0,0 0 0 0 0,-1 0 0 0 0,1 0 0 0 0,-2-6 0 0 0,1 9-5 0 0,-4 1 4 0 0,3-1-9 0 0,1 1 0 0 0,-1 0 0 0 0,0 0 1 0 0,0 0-1 0 0,1 0 0 0 0,-1 1 1 0 0,1-1-1 0 0,-1 0 0 0 0,0 1 1 0 0,1-1-1 0 0,-1 1 0 0 0,1 0 0 0 0,-1-1 1 0 0,1 1-1 0 0,-1 0 0 0 0,1 0 1 0 0,-1 0-1 0 0,1 0 0 0 0,0 0 1 0 0,-2 2-1 0 0,-4 3 16 0 0,1 1-1 0 0,0 0 1 0 0,1 1 0 0 0,0-1 0 0 0,0 1-1 0 0,0 0 1 0 0,1 0 0 0 0,0 1 0 0 0,1-1-1 0 0,0 1 1 0 0,0 0 0 0 0,1 0 0 0 0,-2 11-1 0 0,3-15-14 0 0,0 0-1 0 0,1 0 0 0 0,-1 1 0 0 0,1-1 0 0 0,0 0 0 0 0,1 1 0 0 0,-1-1 1 0 0,1 0-1 0 0,0 0 0 0 0,1 0 0 0 0,-1 0 0 0 0,1 1 0 0 0,0-2 0 0 0,0 1 1 0 0,0 0-1 0 0,1 0 0 0 0,0-1 0 0 0,0 1 0 0 0,0-1 0 0 0,0 0 0 0 0,1 0 1 0 0,-1 0-1 0 0,9 6 0 0 0,-8-8-12 0 0,0 1 1 0 0,0-1-1 0 0,1 0 0 0 0,-1-1 0 0 0,1 1 1 0 0,0-1-1 0 0,-1 0 0 0 0,1 0 1 0 0,0 0-1 0 0,-1-1 0 0 0,1 1 0 0 0,0-1 1 0 0,0 0-1 0 0,-1-1 0 0 0,1 1 1 0 0,0-1-1 0 0,0 0 0 0 0,-1 0 0 0 0,1-1 1 0 0,7-2-1 0 0,2-2-41 0 0,-1-1 1 0 0,1 0-1 0 0,-2-1 1 0 0,1 0-1 0 0,14-13 1 0 0,102-101-230 0 0,-110 103 235 0 0,-15 16 44 0 0,20-7 143 0 0,-14 10 6 0 0,-6 1-86 0 0,-2 0-23 0 0,0 0 1 0 0,0-1-1 0 0,0 1 0 0 0,0 0 0 0 0,0 0 1 0 0,0 0-1 0 0,0 0 0 0 0,-1 0 0 0 0,1 1 1 0 0,0-1-1 0 0,-1 1 0 0 0,1-1 0 0 0,-1 1 0 0 0,1-1 1 0 0,-1 1-1 0 0,0 0 0 0 0,0 0 0 0 0,2 2 1 0 0,13 35 650 0 0,23 112 2906 0 0,-39-151-3593 0 0,-1 0 0 0 0,0 0 0 0 0,0 0 0 0 0,0 0 0 0 0,1 0 1 0 0,-1-1-1 0 0,0 1 0 0 0,0 0 0 0 0,1-1 0 0 0,-1 1 0 0 0,0 0 0 0 0,0-1 0 0 0,1 1 0 0 0,-1-1 0 0 0,0 1 0 0 0,1-1 1 0 0,-1 1-1 0 0,1-1 0 0 0,-1 1 0 0 0,0-1 0 0 0,1 0 0 0 0,0 1 0 0 0,-1-1 0 0 0,1 0 0 0 0,-1 1 0 0 0,1-1 0 0 0,0 0 0 0 0,-1 0 1 0 0,1 1-1 0 0,0-1 0 0 0,0 0 0 0 0,0 0 0 0 0,-1-1 0 0 0,-2-28 43 0 0,4 7-14 0 0,0 0-1 0 0,2 1 1 0 0,0-1-1 0 0,2 1 1 0 0,9-31-1 0 0,-9 38-29 0 0,1 0 0 0 0,1 0 0 0 0,0 1 0 0 0,1 0 0 0 0,0 0 0 0 0,2 1 0 0 0,-1 0-1 0 0,17-17 1 0 0,-22 26-18 0 0,1-1 0 0 0,-1 1-1 0 0,1 1 1 0 0,0-1-1 0 0,1 1 1 0 0,-1 0 0 0 0,0 0-1 0 0,1 0 1 0 0,0 1-1 0 0,0 0 1 0 0,-1 0 0 0 0,1 0-1 0 0,8 0 1 0 0,-10 1 15 0 0,0 1 0 0 0,-1 0 1 0 0,1 0-1 0 0,0 1 1 0 0,-1-1-1 0 0,1 1 0 0 0,-1-1 1 0 0,1 1-1 0 0,-1 0 0 0 0,1 1 1 0 0,-1-1-1 0 0,0 1 1 0 0,1-1-1 0 0,-1 1 0 0 0,0 0 1 0 0,0 0-1 0 0,0 0 0 0 0,0 1 1 0 0,-1-1-1 0 0,1 1 1 0 0,-1-1-1 0 0,1 1 0 0 0,-1 0 1 0 0,2 4-1 0 0,5 8 26 0 0,-1 1-1 0 0,-1 0 1 0 0,0 1-1 0 0,-1-1 1 0 0,7 35-1 0 0,-10-35 25 0 0,1 0-1 0 0,0-1 1 0 0,1 0-1 0 0,1 0 0 0 0,1 0 1 0 0,0 0-1 0 0,11 16 1 0 0,-16-28-80 0 0,-1-1 1 0 0,1 0-1 0 0,0 0 0 0 0,0 0 1 0 0,0 0-1 0 0,1 0 1 0 0,-1 0-1 0 0,0 0 1 0 0,1 0-1 0 0,-1-1 0 0 0,1 0 1 0 0,-1 1-1 0 0,1-1 1 0 0,0 0-1 0 0,0 0 0 0 0,-1 0 1 0 0,6 0-1 0 0,-4-1-136 0 0,-1 0-1 0 0,1 0 1 0 0,-1-1-1 0 0,1 1 0 0 0,-1-1 1 0 0,0 0-1 0 0,1 0 1 0 0,-1 0-1 0 0,0 0 0 0 0,0-1 1 0 0,0 1-1 0 0,0-1 1 0 0,0 0-1 0 0,5-4 1 0 0,1-2-225 0 0,0 0 0 0 0,-1 0 1 0 0,0-1-1 0 0,-1 0 0 0 0,0-1 1 0 0,0 1-1 0 0,-1-1 0 0 0,0-1 1 0 0,5-14-1 0 0,6-15-176 0 0,11-47 0 0 0,-27 84 542 0 0,16-61-39 0 0,-3-1 0 0 0,12-126 0 0 0,-23 121 2240 0 0,-5-76 1 0 0,-1 129-1640 0 0,2 17-511 0 0,1 0 0 0 0,0 0 0 0 0,0 0 0 0 0,0 0 0 0 0,-1 0 0 0 0,1 0-1 0 0,0 0 1 0 0,0 0 0 0 0,0 0 0 0 0,-1 0 0 0 0,1 0 0 0 0,0 0 0 0 0,0 0 0 0 0,0 0 0 0 0,0 0 0 0 0,-1 0 0 0 0,1 0 0 0 0,0 1 0 0 0,0-1 0 0 0,0 0 0 0 0,0 0-1 0 0,-1 0 1 0 0,1 0 0 0 0,0 0 0 0 0,0 1 0 0 0,0-1 0 0 0,0 0 0 0 0,0 0 0 0 0,0 0 0 0 0,0 0 0 0 0,0 1 0 0 0,-1-1 0 0 0,1 0 0 0 0,0 0 0 0 0,0 0 0 0 0,0 0-1 0 0,0 1 1 0 0,0-1 0 0 0,0 0 0 0 0,0 1 0 0 0,-8 32 988 0 0,-17 253 1677 0 0,16-155-2315 0 0,5-83-374 0 0,-1 1 228 0 0,2 1-1 0 0,6 80 0 0 0,-3-127-346 0 0,1 0 0 0 0,-1 0 0 0 0,1 0 0 0 0,-1 0 0 0 0,1 0 0 0 0,0-1 0 0 0,0 1 0 0 0,0 0 0 0 0,0-1 0 0 0,1 1 0 0 0,-1-1 0 0 0,1 1 0 0 0,0-1 0 0 0,-1 0 0 0 0,1 1 0 0 0,0-1 0 0 0,0 0 0 0 0,1 0 0 0 0,-1-1 0 0 0,0 1 0 0 0,5 2 0 0 0,-5-3-236 0 0,1 0-1 0 0,0 0 1 0 0,-1 0-1 0 0,1-1 1 0 0,0 0-1 0 0,0 1 1 0 0,0-1 0 0 0,0 0-1 0 0,-1 0 1 0 0,1 0-1 0 0,0-1 1 0 0,0 1-1 0 0,0-1 1 0 0,0 1-1 0 0,-1-1 1 0 0,1 0-1 0 0,0 0 1 0 0,-1 0-1 0 0,1-1 1 0 0,-1 1 0 0 0,4-3-1 0 0,10-8-3493 0 0,4-2-1609 0 0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0:12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194 96 2200 0 0,'-187'-83'16744'0'0,"181"79"-15710"0"0,8 1-401 0 0,16-1-196 0 0,26 2-254 0 0,228 21-1547 0 0,-183-8-2400 0 0,1 2-3627 0 0,-57-8 1083 0 0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1:04.6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15 60 0 0,'0'0'3952'0'0,"-6"-7"-2359"0"0,0 0-3202 0 0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4:56.0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37 1320 0 0,'-10'-36'9376'0'0,"23"100"-9300"0"0,7 127 1 0 0,-11-87-40 0 0,11 90 77 0 0,-16-163 1128 0 0,-4-31-1227 0 0,0 0 1 0 0,0-1 0 0 0,0 1 0 0 0,0 0 0 0 0,0 0 0 0 0,0 0 0 0 0,0 0 0 0 0,0 0 0 0 0,0 0 0 0 0,0 0 0 0 0,0 0 0 0 0,0 0 0 0 0,0 0 0 0 0,1 0 0 0 0,-1 0 0 0 0,0 0 0 0 0,0 0 0 0 0,0 0 0 0 0,0 0 0 0 0,0 0 0 0 0,0 0 0 0 0,0 0 0 0 0,0 0 0 0 0,0 0-1 0 0,0 0 1 0 0,0 0 0 0 0,0 0 0 0 0,1 0 0 0 0,-1 0 0 0 0,0 0 0 0 0,0 0 0 0 0,0 0 0 0 0,0 0 0 0 0,0 0 0 0 0,0 0 0 0 0,0 0 0 0 0,0 0 0 0 0,0 0 0 0 0,0 0 0 0 0,0 0 0 0 0,0 1 0 0 0,0-1 0 0 0,0 0 0 0 0,0 0 0 0 0,0 0 0 0 0,1 0 0 0 0,-1 0 0 0 0,0 0-1 0 0,0 0 1 0 0,0 0 0 0 0,0 0 0 0 0,0 0 0 0 0,0 0 0 0 0,0 0 0 0 0,0 0 0 0 0,0 1 0 0 0,0-1 0 0 0,0 0 0 0 0,0 0 0 0 0,0 0 0 0 0,0 0 0 0 0,0 0 0 0 0,3-17 210 0 0,7-67-91 0 0,-7 44-137 0 0,1-1 0 0 0,3 1 1 0 0,1 1-1 0 0,22-64 0 0 0,-29 100 0 0 0,-1 3 1 0 0,0-1 0 0 0,0 0 1 0 0,1 0-1 0 0,-1 0 1 0 0,0 0-1 0 0,1 0 0 0 0,-1 1 1 0 0,0-1-1 0 0,1 0 1 0 0,0 0-1 0 0,-1 1 0 0 0,1-1 1 0 0,-1 0-1 0 0,1 1 1 0 0,0-1-1 0 0,-1 0 0 0 0,1 1 1 0 0,0-1-1 0 0,0 1 1 0 0,1-1-1 0 0,-1-1 0 0 0,1 1 0 0 0,0-1 0 0 0,-1 1 0 0 0,1 0 0 0 0,0 0 0 0 0,0 0 1 0 0,0 0-1 0 0,0 0 0 0 0,0 0 0 0 0,0 1 0 0 0,0-1 0 0 0,0 0 0 0 0,0 1 0 0 0,0 0 0 0 0,0 0 0 0 0,0-1 1 0 0,1 1-1 0 0,-1 0 0 0 0,0 1 0 0 0,0-1 0 0 0,0 0 0 0 0,0 1 0 0 0,0-1 0 0 0,0 1 0 0 0,0-1 0 0 0,0 1 1 0 0,0 0-1 0 0,0 0 0 0 0,0 0 0 0 0,0 0 0 0 0,0 0 0 0 0,1 2 0 0 0,7 5 15 0 0,-1 0 1 0 0,0 1-1 0 0,0 0 1 0 0,11 16-1 0 0,-3-4 9 0 0,0-1-8 0 0,21 33-1 0 0,-17-22 13 0 0,-19-28-19 0 0,13 15 165 0 0,-9-18-93 0 0,-1-11-76 0 0,8-67-9 0 0,-10 52 0 0 0,1 1 0 0 0,2-1 0 0 0,0 1-1 0 0,11-26 1 0 0,-16 48 1 0 0,0 0-1 0 0,0-1 0 0 0,1 1 0 0 0,0 0 1 0 0,-1 1-1 0 0,1-1 0 0 0,0 0 0 0 0,0 0 1 0 0,0 1-1 0 0,1-1 0 0 0,-1 1 0 0 0,1 0 1 0 0,-1-1-1 0 0,1 1 0 0 0,0 0 0 0 0,0 1 1 0 0,0-1-1 0 0,3-1 0 0 0,-4 2-7 0 0,2 1 12 0 0,0 1-3 0 0,-1 0 0 0 0,1-1 0 0 0,0 1 1 0 0,0 1-1 0 0,-1-1 0 0 0,1 0 0 0 0,0 1 0 0 0,-1 0 0 0 0,0 0 0 0 0,1 0 0 0 0,-1 0 0 0 0,4 4 0 0 0,-1-1 1 0 0,0 1 0 0 0,0 1 1 0 0,-1-1-1 0 0,1 1 0 0 0,4 9 0 0 0,1 3 25 0 0,-1 1 0 0 0,-1 1-1 0 0,11 32 1 0 0,-7-3 62 0 0,13 81 0 0 0,-20-102-165 0 0,-2-18-4099 0 0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4:56.5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159 138 2068 0 0,'0'-16'2378'0'0,"1"7"-1505"0"0,-1 1 0 0 0,0-1 1 0 0,0 0-1 0 0,-1 0 1 0 0,0 1-1 0 0,0-1 1 0 0,-1 0-1 0 0,-1 1 0 0 0,1-1 1 0 0,-7-12-1 0 0,9 20-843 0 0,-1 0-1 0 0,1 1 0 0 0,-1-1 0 0 0,1 0 1 0 0,-1 0-1 0 0,1 0 0 0 0,-1 1 1 0 0,0-1-1 0 0,1 0 0 0 0,-1 1 0 0 0,0-1 1 0 0,0 1-1 0 0,1-1 0 0 0,-1 0 1 0 0,0 1-1 0 0,0 0 0 0 0,0-1 0 0 0,0 1 1 0 0,0 0-1 0 0,0-1 0 0 0,0 1 1 0 0,0 0-1 0 0,1 0 0 0 0,-3 0 1 0 0,1 0-14 0 0,1 0 1 0 0,-1 1 0 0 0,1-1 0 0 0,-1 1-1 0 0,1-1 1 0 0,-1 1 0 0 0,1 0 0 0 0,0 0 0 0 0,-1 0-1 0 0,1 0 1 0 0,0 0 0 0 0,0 0 0 0 0,-2 2-1 0 0,-3 3-4 0 0,1 0-1 0 0,1 0 0 0 0,-1 1 0 0 0,-5 11 0 0 0,-4 10-5 0 0,1 1-1 0 0,2 0 0 0 0,-9 35 1 0 0,17-50-2 0 0,0 0 0 0 0,1 0-1 0 0,0 0 1 0 0,1 0 0 0 0,1 1 0 0 0,0-1 0 0 0,1 0-1 0 0,1 1 1 0 0,4 15 0 0 0,-6-27-2 0 0,1-1 0 0 0,-1 1 0 0 0,1-1-1 0 0,0 1 1 0 0,0-1 0 0 0,0 0 0 0 0,1 1 0 0 0,-1-1-1 0 0,0 0 1 0 0,1 0 0 0 0,-1 0 0 0 0,4 3 0 0 0,-3-4-2 0 0,-1 0 0 0 0,0 0 0 0 0,0-1 1 0 0,0 1-1 0 0,0 0 0 0 0,1-1 0 0 0,-1 1 1 0 0,0-1-1 0 0,0 0 0 0 0,1 1 0 0 0,-1-1 1 0 0,0 0-1 0 0,1 0 0 0 0,-1 0 0 0 0,0 0 1 0 0,1 0-1 0 0,1-1 0 0 0,1 0-1 0 0,0 0 1 0 0,-1 0-1 0 0,1-1 0 0 0,-1 1 1 0 0,0-1-1 0 0,1 0 0 0 0,-1 0 1 0 0,0 0-1 0 0,0 0 0 0 0,0-1 1 0 0,-1 1-1 0 0,6-6 0 0 0,-3 1 1 0 0,-1 0-1 0 0,1 0 1 0 0,-1 0-1 0 0,0-1 0 0 0,-1 1 1 0 0,1-1-1 0 0,3-15 1 0 0,-1-3 14 0 0,2-29 0 0 0,-2 19 10 0 0,-3 20 32 0 0,-2 9-53 0 0,0-1-1 0 0,0 1 0 0 0,-1-1 0 0 0,0-10 0 0 0,5 58 58 0 0,-1 23-141 0 0,-2-18-549 0 0,2-1 0 0 0,19 85 0 0 0,-21-123-893 0 0,0 0 1 0 0,0-1 0 0 0,1 1 0 0 0,5 8 0 0 0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4:57.2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3 193 700 0 0,'-1'-28'4151'0'0,"0"20"-3492"0"0,1 0 0 0 0,0 0-1 0 0,0 0 1 0 0,1 0 0 0 0,0 0 0 0 0,0 0 0 0 0,4-13 0 0 0,-4 19-627 0 0,0 1 1 0 0,-1-1-1 0 0,1 0 0 0 0,0 1 1 0 0,0-1-1 0 0,0 1 1 0 0,1-1-1 0 0,-1 1 1 0 0,0 0-1 0 0,0 0 1 0 0,1-1-1 0 0,-1 1 1 0 0,1 0-1 0 0,-1 0 0 0 0,1 0 1 0 0,-1 1-1 0 0,1-1 1 0 0,0 0-1 0 0,0 0 1 0 0,-1 1-1 0 0,1-1 1 0 0,0 1-1 0 0,0 0 1 0 0,-1-1-1 0 0,1 1 0 0 0,0 0 1 0 0,0 0-1 0 0,0 0 1 0 0,-1 0-1 0 0,1 1 1 0 0,0-1-1 0 0,2 1 1 0 0,1 0-6 0 0,-1 0 1 0 0,1 0-1 0 0,-1 1 1 0 0,0 0-1 0 0,0 0 1 0 0,1 0 0 0 0,-1 0-1 0 0,0 1 1 0 0,-1-1-1 0 0,6 5 1 0 0,-2 0 95 0 0,-2 0 1 0 0,1 1 0 0 0,-1-1 0 0 0,0 1 0 0 0,0 0-1 0 0,-1 0 1 0 0,0 0 0 0 0,-1 1 0 0 0,0-1-1 0 0,0 1 1 0 0,0 0 0 0 0,-1 0 0 0 0,-1 0-1 0 0,0 0 1 0 0,0 0 0 0 0,-1 0 0 0 0,0 1 0 0 0,0-1-1 0 0,-1 0 1 0 0,0 0 0 0 0,-3 11 0 0 0,2-11 33 0 0,-4 24 1413 0 0,7-30-883 0 0,5-18-578 0 0,7-16-90 0 0,2 0 0 0 0,28-44 0 0 0,-24 44-15 0 0,25-57 1 0 0,-41 79-4 0 0,-1-1 1 0 0,0 1 0 0 0,0-15-1 0 0,-2 22 1 0 0,-1 0-7 0 0,0 2 4 0 0,1 0 1 0 0,0-1-1 0 0,0 1 1 0 0,0 0-1 0 0,0 0 1 0 0,0 0-1 0 0,0-1 1 0 0,-1 1-1 0 0,1 0 1 0 0,0 0 0 0 0,0 0-1 0 0,0-1 1 0 0,-1 1-1 0 0,1 0 1 0 0,0 0-1 0 0,0 0 1 0 0,0 0-1 0 0,-1 0 1 0 0,1 0-1 0 0,0-1 1 0 0,0 1-1 0 0,-1 0 1 0 0,1 0-1 0 0,0 0 1 0 0,0 0-1 0 0,-1 0 1 0 0,1 0-1 0 0,0 0 1 0 0,0 0-1 0 0,-1 0 1 0 0,-4 6-1 0 0,1 0 0 0 0,0 1 0 0 0,0-1 0 0 0,0 1 0 0 0,1-1 0 0 0,0 1 0 0 0,0 0 1 0 0,1 1-1 0 0,0-1 0 0 0,-2 14 0 0 0,-1 10 1 0 0,-1 38 1 0 0,5-53 7 0 0,1 0 0 0 0,1 0 0 0 0,0 0 1 0 0,1 0-1 0 0,8 31 0 0 0,-8-41 4 0 0,0 0 0 0 0,1 1-1 0 0,-1-1 1 0 0,1 0 0 0 0,1 0-1 0 0,-1-1 1 0 0,1 1 0 0 0,0-1 0 0 0,0 1-1 0 0,0-1 1 0 0,1 0 0 0 0,0-1 0 0 0,0 1-1 0 0,0-1 1 0 0,1 0 0 0 0,10 6 0 0 0,-14-9-6 0 0,1 1 0 0 0,-1-1 0 0 0,1 0 1 0 0,0 0-1 0 0,0 0 0 0 0,-1 0 1 0 0,1 0-1 0 0,0-1 0 0 0,0 1 1 0 0,0-1-1 0 0,0 0 0 0 0,0 0 0 0 0,-1 0 1 0 0,1 0-1 0 0,0 0 0 0 0,0-1 1 0 0,3 0-1 0 0,-1 0-95 0 0,1 1 0 0 0,-1-2 0 0 0,1 1 0 0 0,-1-1 0 0 0,0 1 0 0 0,1-1 0 0 0,-1-1 0 0 0,0 1 0 0 0,0-1 0 0 0,-1 0 0 0 0,1 0 0 0 0,0 0 0 0 0,-1-1 0 0 0,0 0 0 0 0,7-7 0 0 0,-2 2-1310 0 0,25-27-7139 0 0,-24 27 5154 0 0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4:57.9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87 114 1116 0 0,'-59'-40'14070'0'0,"45"32"-11961"0"0,1 2-140 0 0,13 2-1434 0 0,9 1-556 0 0,32-6 43 0 0,15-5-15 0 0,0 3 0 0 0,1 3 1 0 0,66-3-1 0 0,-121 11-5 0 0,0 0 0 0 0,0 0-1 0 0,0 0 1 0 0,0 1 0 0 0,0-1-1 0 0,0 0 1 0 0,0 1 0 0 0,0 0 0 0 0,0-1-1 0 0,0 1 1 0 0,0 0 0 0 0,4 2-1 0 0,-6-2 0 0 0,1-1-1 0 0,0 1 1 0 0,0 0-1 0 0,-1 0 1 0 0,1-1-1 0 0,0 1 1 0 0,-1 0-1 0 0,1 0 0 0 0,-1 0 1 0 0,1 0-1 0 0,-1 0 1 0 0,0 0-1 0 0,1 0 1 0 0,-1 0-1 0 0,0 0 1 0 0,0 0-1 0 0,0 0 1 0 0,1 1-1 0 0,-2 2 1 0 0,1 0 0 0 0,-1 0-1 0 0,1-1 1 0 0,-1 1 0 0 0,0 0 0 0 0,-1 0-1 0 0,1-1 1 0 0,-3 6 0 0 0,3-6 1 0 0,-25 47 106 0 0,-1-1 0 0 0,-56 74 0 0 0,28-44 330 0 0,50-71-405 0 0,0 0-4 0 0,-1 0-1 0 0,1 0 1 0 0,1 1 0 0 0,-4 9-1 0 0,7-16 0 0 0,1-1-23 0 0,1 0 0 0 0,0 0 0 0 0,-1 1 0 0 0,1-1 0 0 0,0 0 0 0 0,0 0 0 0 0,-1 0 0 0 0,1 0 0 0 0,0 0 0 0 0,0 0 0 0 0,0 0 0 0 0,0-1 0 0 0,0 1 0 0 0,0 0 0 0 0,1-1 0 0 0,-1 1 0 0 0,0 0 0 0 0,0-1 0 0 0,0 1 0 0 0,1-1 0 0 0,-1 0 0 0 0,0 1-1 0 0,1-1 1 0 0,-1 0 0 0 0,0 0 0 0 0,3 0 0 0 0,39-2 52 0 0,-41 2-56 0 0,203-44 73 0 0,-163 34-58 0 0,-39 9-24 0 0,-1 1-22 0 0,7-3 30 0 0,-4 2 13 0 0,5-1-5 0 0,-7 1 11 0 0,16-4 103 0 0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4:58.9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95 106 1000 0 0,'4'-16'3339'0'0,"-2"7"-1797"0"0,0 0 0 0 0,-1 0-1 0 0,1 0 1 0 0,-1-17 0 0 0,-1 25-929 0 0,-2-14 2526 0 0,2 15-3026 0 0,0-1-1 0 0,0 1 1 0 0,0-1-1 0 0,0 1 1 0 0,0-1-1 0 0,0 1 1 0 0,0-1-1 0 0,0 1 1 0 0,-1-1-1 0 0,1 1 1 0 0,0-1-1 0 0,0 1 0 0 0,0-1 1 0 0,-1 1-1 0 0,1-1 1 0 0,0 1-1 0 0,-1 0 1 0 0,1-1-1 0 0,0 1 1 0 0,-1-1-1 0 0,1 1 1 0 0,0 0-1 0 0,-1-1 1 0 0,1 1-1 0 0,-1 0 1 0 0,0-1-1 0 0,-1 3-104 0 0,-1 1 1 0 0,1-1-1 0 0,0 0 0 0 0,0 1 1 0 0,1-1-1 0 0,-1 1 0 0 0,0 0 1 0 0,1-1-1 0 0,0 1 0 0 0,-1 0 1 0 0,0 5-1 0 0,-12 43 53 0 0,5-19-28 0 0,-6 17-320 0 0,-12 57 1 0 0,19-53-3086 0 0,6 1-4086 0 0,3-37 2234 0 0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4:59.2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1 848 0 0,'-1'2'2572'0'0,"-27"44"7334"0"0,28-45-9349 0 0,-1 0-463 0 0,1-1 0 0 0,-1 1 0 0 0,1-1 0 0 0,-1 1 0 0 0,1 0 0 0 0,-1-1 0 0 0,1 1 0 0 0,-1 0 0 0 0,1-1 0 0 0,0 1-1 0 0,0 0 1 0 0,-1-1 0 0 0,1 1 0 0 0,0 0 0 0 0,0-1 0 0 0,0 1 0 0 0,-1 0 0 0 0,1 0 0 0 0,0-1 0 0 0,0 1 0 0 0,0 0 0 0 0,0 0 0 0 0,1 1-1 0 0,9-4-44 0 0,0 1-1 0 0,1-1 1 0 0,-1-1-1 0 0,0 0 1 0 0,14-6-1 0 0,29-8-3203 0 0,-23 14-3218 0 0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4:59.4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66 1668 0 0,'-57'56'13299'0'0,"55"-55"-12859"0"0,2-1-388 0 0,0 0-1 0 0,-1 1 0 0 0,1-1 0 0 0,0 0 1 0 0,0 0-1 0 0,-1 0 0 0 0,1 1 0 0 0,0-1 0 0 0,0 0 1 0 0,0 1-1 0 0,-1-1 0 0 0,1 0 0 0 0,0 0 0 0 0,0 1 1 0 0,0-1-1 0 0,0 0 0 0 0,0 1 0 0 0,-1-1 1 0 0,1 0-1 0 0,0 1 0 0 0,0-1 0 0 0,0 1 0 0 0,0-1 1 0 0,0 0-1 0 0,0 1 0 0 0,0-1 0 0 0,0 1 1 0 0,13-2-1 0 0,0 0 0 0 0,-1-1 0 0 0,0 0 0 0 0,1-1 0 0 0,-1 0 1 0 0,0-1-1 0 0,13-6 0 0 0,21-6-36 0 0,28-4-411 0 0,35-11-2758 0 0,-37 5-3549 0 0,-46 14 2094 0 0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5:16.4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0 1280 0 0,'0'0'2384'0'0,"-17"0"2717"0"0,-8 0-517 0 0,23 1-4024 0 0,0 0 1 0 0,0 0-1 0 0,0 0 1 0 0,0 1-1 0 0,0-1 1 0 0,0 0-1 0 0,-2 3 1 0 0,5-2-525 0 0,0-1-1 0 0,0 0 1 0 0,0 1-1 0 0,0-1 1 0 0,0 0 0 0 0,1 0-1 0 0,-1 0 1 0 0,0 0-1 0 0,1 0 1 0 0,-1 0 0 0 0,1 0-1 0 0,-1 0 1 0 0,1-1-1 0 0,-1 1 1 0 0,1 0 0 0 0,-1-1-1 0 0,1 1 1 0 0,0-1 0 0 0,-1 0-1 0 0,4 1 1 0 0,42 2 97 0 0,-32-3-83 0 0,87-3 154 0 0,-29 0 18 0 0,-19-2 1074 0 0,-51 5-1107 0 0,31-4 931 0 0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5:17.5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1346 2060 0 0,'-14'55'7157'0'0,"9"-42"-6081"0"0,2 0-1 0 0,0 0 1 0 0,0 0 0 0 0,0 26-1 0 0,3 2 4683 0 0,1-43-5504 0 0,57-176 224 0 0,51-269-1 0 0,-10-203-558 0 0,-90 590-51 0 0,-9 59 129 0 0,0 1 1 0 0,0-1-1 0 0,0 0 1 0 0,0 1-1 0 0,1-1 1 0 0,-1 1-1 0 0,0-1 1 0 0,0 1-1 0 0,0-1 1 0 0,1 0-1 0 0,-1 1 1 0 0,0-1-1 0 0,1 1 1 0 0,-1-1-1 0 0,0 1 1 0 0,1-1-1 0 0,-1 1 1 0 0,1 0-1 0 0,-1-1 1 0 0,1 1-1 0 0,-1-1 1 0 0,1 1-1 0 0,-1 0 1 0 0,1 0-1 0 0,-1-1 1 0 0,1 1-1 0 0,-1 0 1 0 0,1 0-1 0 0,0-1 1 0 0,-1 1-1 0 0,1 0 1 0 0,-1 0-1 0 0,1 0 1 0 0,0 0-1 0 0,-1 0 1 0 0,1 0-1 0 0,0 0 1 0 0,-1 0-1 0 0,1 0 1 0 0,-1 0-1 0 0,1 1 1 0 0,0-1-1 0 0,-1 0 1 0 0,1 0-1 0 0,-1 0 1 0 0,1 1-1 0 0,-1-1 1 0 0,1 0 0 0 0,-1 1-1 0 0,1-1 1 0 0,-1 0-1 0 0,1 1 1 0 0,-1-1-1 0 0,1 2 1 0 0,3 1-6 0 0,0 0 1 0 0,0 0 0 0 0,-1 0-1 0 0,0 1 1 0 0,6 6 0 0 0,11 23 15 0 0,-2 0 0 0 0,-1 1 0 0 0,24 70 1 0 0,21 117 90 0 0,-36-119-29 0 0,-26-101-67 0 0,14 52 213 0 0,27 65 0 0 0,-41-117-201 0 0,0-1-1 0 0,0 1 1 0 0,1-1 0 0 0,-1 0 0 0 0,0 1 0 0 0,0-1 0 0 0,0 1 0 0 0,0-1 0 0 0,1 0 0 0 0,-1 1-1 0 0,0-1 1 0 0,0 0 0 0 0,1 1 0 0 0,-1-1 0 0 0,0 0 0 0 0,1 0 0 0 0,-1 1 0 0 0,0-1 0 0 0,1 0 0 0 0,-1 0-1 0 0,0 0 1 0 0,1 1 0 0 0,-1-1 0 0 0,0 0 0 0 0,1 0 0 0 0,-1 0 0 0 0,1 0 0 0 0,-1 0 0 0 0,0 0-1 0 0,1 0 1 0 0,-1 0 0 0 0,1 0 0 0 0,-1 0 0 0 0,0 0 0 0 0,1 0 0 0 0,0 0 0 0 0,12-12 163 0 0,5-23-114 0 0,19-66-24 0 0,-5-2 0 0 0,22-120 0 0 0,6-23-64 0 0,-42 174-11 0 0,-9 34-59 0 0,17-46 1 0 0,-26 84 92 0 0,0-1 1 0 0,0 1-1 0 0,0 0 0 0 0,0 0 1 0 0,0-1-1 0 0,0 1 0 0 0,1 0 1 0 0,-1 0-1 0 0,0-1 0 0 0,0 1 1 0 0,0 0-1 0 0,0 0 0 0 0,0-1 1 0 0,0 1-1 0 0,1 0 0 0 0,-1 0 1 0 0,0 0-1 0 0,0-1 0 0 0,0 1 1 0 0,1 0-1 0 0,-1 0 0 0 0,0 0 1 0 0,0 0-1 0 0,1-1 0 0 0,-1 1 0 0 0,0 0 1 0 0,0 0-1 0 0,1 0 0 0 0,-1 0 1 0 0,0 0-1 0 0,0 0 0 0 0,1 0 1 0 0,-1 0-1 0 0,0 0 0 0 0,1 0 1 0 0,-1 0-1 0 0,0 0 0 0 0,1 0 1 0 0,7 10-28 0 0,2 16 23 0 0,9 83 64 0 0,9 187-1 0 0,-18-152-39 0 0,67 495 246 0 0,-69-590-223 0 0,-3-17-48 0 0,15 56-1 0 0,-8-50-211 0 0,-12-37 227 0 0,-1 2-23 0 0,2-3-5 0 0,-1 0 0 0 0,0 0 0 0 0,0 1 0 0 0,0-1 0 0 0,0 0-1 0 0,0 0 1 0 0,0 0 0 0 0,0 0 0 0 0,0 1 0 0 0,0-1 0 0 0,0 0 0 0 0,0 0-1 0 0,0 0 1 0 0,0 1 0 0 0,0-1 0 0 0,0 0 0 0 0,-1 0 0 0 0,1 0-1 0 0,0 0 1 0 0,0 1 0 0 0,0-1 0 0 0,0 0 0 0 0,0 0 0 0 0,0 0 0 0 0,0 0-1 0 0,0 1 1 0 0,-1-1 0 0 0,1 0 0 0 0,0 0 0 0 0,0 0 0 0 0,0 0-1 0 0,0 0 1 0 0,-1 0 0 0 0,1 0 0 0 0,0 0 0 0 0,0 1 0 0 0,0-1 0 0 0,0 0-1 0 0,-1 0 1 0 0,1 0 0 0 0,0 0 0 0 0,-20-1-2592 0 0,-7-4-7513 0 0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5:22.3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10 117 48 0 0,'-1'-3'1589'0'0,"-1"0"-1070"0"0,1-1 0 0 0,0 0 0 0 0,0 0 0 0 0,0 0 0 0 0,0 0 1 0 0,0 0-1 0 0,1 0 0 0 0,0 0 0 0 0,0 0 0 0 0,0 0 0 0 0,0 0 0 0 0,2-4 1 0 0,-1 5-424 0 0,0 0 1 0 0,0 0-1 0 0,0 0 1 0 0,1 1 0 0 0,-1-1-1 0 0,1 1 1 0 0,0-1 0 0 0,0 1-1 0 0,0 0 1 0 0,0-1 0 0 0,0 1-1 0 0,0 0 1 0 0,1 0-1 0 0,-1 1 1 0 0,1-1 0 0 0,-1 0-1 0 0,1 1 1 0 0,3-2 0 0 0,0 1-41 0 0,0-1 1 0 0,0 1 0 0 0,0 0-1 0 0,0 1 1 0 0,0-1 0 0 0,0 1 0 0 0,1 1-1 0 0,-1-1 1 0 0,0 1 0 0 0,1 0 0 0 0,-1 0-1 0 0,0 1 1 0 0,1 0 0 0 0,-1 0-1 0 0,0 0 1 0 0,0 1 0 0 0,0 0 0 0 0,0 0-1 0 0,0 1 1 0 0,0-1 0 0 0,-1 1-1 0 0,1 1 1 0 0,-1-1 0 0 0,6 5 0 0 0,-4-2 2 0 0,1 0 0 0 0,-1 1 1 0 0,0 0-1 0 0,0 1 0 0 0,-1-1 1 0 0,0 1-1 0 0,0 1 0 0 0,-1-1 1 0 0,0 1-1 0 0,0 0 0 0 0,-1 0 1 0 0,0 0-1 0 0,-1 0 0 0 0,4 19 1 0 0,-5-16 38 0 0,-2 1 1 0 0,1-1-1 0 0,-2 1 0 0 0,0-1 1 0 0,0 0-1 0 0,-1 1 1 0 0,0-1-1 0 0,-1 0 0 0 0,-1 0 1 0 0,0 0-1 0 0,0-1 1 0 0,-1 0-1 0 0,-1 1 0 0 0,-9 13 1 0 0,-1-1 190 0 0,-1 0 0 0 0,-1-1 0 0 0,-1-1 0 0 0,-1 0 1 0 0,-23 18-1 0 0,28-31 288 0 0,14-9-563 0 0,1 0-1 0 0,-1 0 1 0 0,1 0 0 0 0,-1 0-1 0 0,1 0 1 0 0,-1 0 0 0 0,0 0-1 0 0,1 0 1 0 0,-1 0-1 0 0,1-1 1 0 0,-1 1 0 0 0,1 0-1 0 0,-1 0 1 0 0,1-1 0 0 0,-1 1-1 0 0,1 0 1 0 0,-1-1 0 0 0,1 1-1 0 0,-1-1 1 0 0,1 0-9 0 0,0 0 1 0 0,0 0-1 0 0,0 0 1 0 0,0 0-1 0 0,0-1 1 0 0,0 1-1 0 0,0 0 1 0 0,1 0-1 0 0,-1 0 1 0 0,0 0-1 0 0,1 0 1 0 0,-1 0-1 0 0,1 0 1 0 0,-1 0-1 0 0,1 0 1 0 0,0-1-1 0 0,10-16 20 0 0,0 0 1 0 0,2 1-1 0 0,0 0 0 0 0,20-20 0 0 0,66-55 6 0 0,-67 64-15 0 0,237-199-59 0 0,-258 215 12 0 0,-18 13 3 0 0,-20 16 25 0 0,4 4 10 0 0,0 2 0 0 0,1 0 0 0 0,1 1 1 0 0,1 1-1 0 0,2 1 0 0 0,0 1 0 0 0,-18 39 1 0 0,31-56-10 0 0,0 1 1 0 0,1-1 0 0 0,0 1 0 0 0,1-1 0 0 0,0 1 0 0 0,1 0 0 0 0,0 0 0 0 0,0 14 0 0 0,1-20 5 0 0,2-1-1 0 0,-1 0 1 0 0,0 1 0 0 0,1-1 0 0 0,0 0-1 0 0,0 1 1 0 0,0-1 0 0 0,0 0 0 0 0,1 0 0 0 0,0 0-1 0 0,0 0 1 0 0,0 0 0 0 0,0 0 0 0 0,1-1-1 0 0,-1 1 1 0 0,1-1 0 0 0,0 1 0 0 0,0-1-1 0 0,0 0 1 0 0,0 0 0 0 0,1-1 0 0 0,-1 1-1 0 0,7 3 1 0 0,-4-3 5 0 0,1 0 1 0 0,0-1-1 0 0,-1 1 0 0 0,1-2 0 0 0,0 1 0 0 0,0-1 0 0 0,0 0 1 0 0,0 0-1 0 0,0-1 0 0 0,0 0 0 0 0,1 0 0 0 0,-1 0 1 0 0,0-1-1 0 0,0 0 0 0 0,0-1 0 0 0,13-4 0 0 0,1 1 3 0 0,-12 3-88 0 0,0 0 0 0 0,-1 0 0 0 0,1-1 0 0 0,14-6 0 0 0,-22 8-506 0 0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5:22.8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279 64 1452 0 0,'1'-2'1865'0'0,"27"-47"9315"0"0,-28 48-11130 0 0,0 1 1 0 0,0 0-1 0 0,0-1 1 0 0,0 1-1 0 0,0-1 1 0 0,0 1-1 0 0,0-1 1 0 0,0 1-1 0 0,0-1 1 0 0,0 1-1 0 0,0-1 1 0 0,0 1-1 0 0,0 0 1 0 0,-1-1-1 0 0,1 1 1 0 0,0-1-1 0 0,0 1 1 0 0,0-1-1 0 0,-1 1 1 0 0,1 0-1 0 0,0-1 1 0 0,-1 1-1 0 0,1 0 1 0 0,0-1-1 0 0,-1 1 1 0 0,1 0-1 0 0,0-1 1 0 0,-1 1-1 0 0,-10 1 57 0 0,0 0 0 0 0,0 1 0 0 0,0 1-1 0 0,0 0 1 0 0,0 0 0 0 0,1 1-1 0 0,0 0 1 0 0,-1 1 0 0 0,2 0-1 0 0,-17 11 1 0 0,0 2-30 0 0,1 1 0 0 0,-38 38 0 0 0,57-51-68 0 0,1 0 0 0 0,-1 1 1 0 0,1-1-1 0 0,0 1 0 0 0,1 0 1 0 0,-7 15-1 0 0,10-20-6 0 0,0 0 0 0 0,0 0 0 0 0,0 0 0 0 0,1 0 0 0 0,-1 1 1 0 0,1-1-1 0 0,-1 0 0 0 0,1 1 0 0 0,0-1 0 0 0,0 0 0 0 0,0 1 0 0 0,0-1 0 0 0,0 0 0 0 0,1 1 1 0 0,-1-1-1 0 0,1 0 0 0 0,-1 1 0 0 0,1-1 0 0 0,0 0 0 0 0,0 0 0 0 0,0 0 0 0 0,0 0 0 0 0,0 0 1 0 0,1 0-1 0 0,-1 0 0 0 0,0 0 0 0 0,1 0 0 0 0,0 0 0 0 0,1 1 0 0 0,10 5 8 0 0,0 0-1 0 0,0 0 1 0 0,1-1-1 0 0,0-1 1 0 0,0 0 0 0 0,0-1-1 0 0,26 5 1 0 0,-18-5-7 0 0,-2 2 1 0 0,1 0-1 0 0,19 10 0 0 0,-32-13 57 0 0,-1 1 0 0 0,0 0 0 0 0,0 0 0 0 0,0 0 0 0 0,-1 1-1 0 0,1 0 1 0 0,-1 0 0 0 0,-1 0 0 0 0,1 1 0 0 0,-1 0 0 0 0,-1 0 0 0 0,1 0 0 0 0,3 8-1 0 0,-6-11 97 0 0,-1 1 0 0 0,1-1 0 0 0,-1 0-1 0 0,0 0 1 0 0,0 1 0 0 0,-1-1 0 0 0,1 0-1 0 0,-1 1 1 0 0,0-1 0 0 0,0 1 0 0 0,0-1-1 0 0,-1 0 1 0 0,0 1 0 0 0,1-1 0 0 0,-1 0-1 0 0,-1 0 1 0 0,1 1 0 0 0,-1-1 0 0 0,0 0-1 0 0,0 0 1 0 0,0-1 0 0 0,0 1 0 0 0,0 0-1 0 0,-1-1 1 0 0,0 1 0 0 0,0-1 0 0 0,-3 4-1 0 0,-3 0 6 0 0,1 0-1 0 0,-1 0 0 0 0,-1-1 0 0 0,1 0 0 0 0,-1 0 0 0 0,0-1 1 0 0,-1 0-1 0 0,1-1 0 0 0,-1 0 0 0 0,0-1 0 0 0,-19 4 0 0 0,20-5-363 0 0,0-1 0 0 0,0 0 0 0 0,1-1 0 0 0,-1 0 1 0 0,0 0-1 0 0,0-1 0 0 0,1 0 0 0 0,-1-1 0 0 0,0 0 0 0 0,1-1 0 0 0,0 0 0 0 0,-1 0 0 0 0,-16-9 0 0 0,23 10-257 0 0,0 0 0 0 0,0-1 0 0 0,0 1 0 0 0,0 0 0 0 0,1-1 0 0 0,-1 1 0 0 0,1-1-1 0 0,0 0 1 0 0,0 0 0 0 0,-2-3 0 0 0,2 3-484 0 0,1 0 0 0 0,0 0 0 0 0,-1 0 0 0 0,1 0-1 0 0,1 0 1 0 0,-1 0 0 0 0,0-4 0 0 0,0-10-6032 0 0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5:23.2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52 197 1304 0 0,'-9'-11'4567'0'0,"0"-1"0"0"0,-20-18-1 0 0,25 26-3855 0 0,3 3-218 0 0,1 0-426 0 0,1 0 0 0 0,-1 0-1 0 0,0 0 1 0 0,1 0 0 0 0,-1 0-1 0 0,1 0 1 0 0,-1 1 0 0 0,1-1-1 0 0,-1 0 1 0 0,1 0 0 0 0,0 0-1 0 0,-1 1 1 0 0,1-1 0 0 0,0 0-1 0 0,0 1 1 0 0,0-1 0 0 0,-1 1-1 0 0,1-1 1 0 0,0 1 0 0 0,0-1-1 0 0,0 1 1 0 0,0-1 0 0 0,0 1 0 0 0,2-1-1 0 0,28-7 160 0 0,-24 7-51 0 0,324-64 1126 0 0,-198 41 312 0 0,-24 6 330 0 0,-107 18-1895 0 0,15-4-866 0 0,-38 9-5952 0 0,2-1-367 0 0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5:23.9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62 203 96 0 0,'-29'-2'16711'0'0,"-4"3"-4354"0"0,34-3-12310 0 0,1 0 0 0 0,0 0 1 0 0,-1 1-1 0 0,1-1 0 0 0,0 1 0 0 0,0-1 0 0 0,-1 1 0 0 0,1 0 1 0 0,0 0-1 0 0,0 0 0 0 0,1 0 0 0 0,1-1 0 0 0,126-45 658 0 0,-70 27-618 0 0,244-77 376 0 0,-259 80-1002 0 0,-43 16-22 0 0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5:25.0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1460 1088 0 0,'-4'18'6978'0'0,"3"-14"-5792"0"0,0 0 0 0 0,0 0 0 0 0,0 0 0 0 0,0 0 0 0 0,-5 8 3003 0 0,16-30-2751 0 0,29-75-357 0 0,33-118-1 0 0,9-103-1037 0 0,42-304-197 0 0,-123 618 153 0 0,31-146-122 0 0,-31 145 121 0 0,0 0 1 0 0,0 1 0 0 0,0-1-1 0 0,0 0 1 0 0,0 1 0 0 0,1-1-1 0 0,-1 1 1 0 0,0-1 0 0 0,0 0-1 0 0,1 1 1 0 0,-1-1 0 0 0,0 1-1 0 0,1-1 1 0 0,-1 1 0 0 0,0-1-1 0 0,1 1 1 0 0,-1-1 0 0 0,1 1-1 0 0,-1-1 1 0 0,1 1 0 0 0,-1-1 0 0 0,1 1-1 0 0,-1 0 1 0 0,1-1 0 0 0,0 1-1 0 0,-1 0 1 0 0,1 0 0 0 0,-1-1-1 0 0,1 1 1 0 0,0 0 0 0 0,-1 0-1 0 0,1 0 1 0 0,0 0 0 0 0,1 0 1 0 0,-1 1 0 0 0,1-1 0 0 0,-1 1 0 0 0,0 0 0 0 0,0 0 0 0 0,1 0 0 0 0,-1 0 0 0 0,0 0 0 0 0,0 0 0 0 0,0 0 0 0 0,0 0 0 0 0,0 0 0 0 0,1 2 0 0 0,5 8 18 0 0,0-1 1 0 0,7 16 0 0 0,-14-25-18 0 0,18 40 75 0 0,26 85 0 0 0,-1 50 17 0 0,-11-41-38 0 0,22 80 103 0 0,-54-214-148 0 0,0 0 1 0 0,1 1-1 0 0,-1-1 1 0 0,0 0-1 0 0,0 1 1 0 0,1-1-1 0 0,-1 0 1 0 0,1 0-1 0 0,-1 1 1 0 0,1-1-1 0 0,-1 0 1 0 0,1 0-1 0 0,0 0 1 0 0,0 0-1 0 0,0 0 1 0 0,-1 0-1 0 0,1 0 1 0 0,0 0-1 0 0,0 0 1 0 0,0 0-1 0 0,0-1 1 0 0,0 1-1 0 0,3 1 1 0 0,-2-2-6 0 0,-1-1 1 0 0,1 1-1 0 0,0 0 0 0 0,-1-1 1 0 0,1 0-1 0 0,0 1 1 0 0,-1-1-1 0 0,1 0 1 0 0,-1 0-1 0 0,1 0 0 0 0,-1 0 1 0 0,1 0-1 0 0,-1 0 1 0 0,0 0-1 0 0,1 0 1 0 0,-1-1-1 0 0,0 1 1 0 0,0 0-1 0 0,1-2 0 0 0,9-11 11 0 0,-1 0 0 0 0,-1 0 0 0 0,0-1 0 0 0,-1 0 0 0 0,10-24 0 0 0,24-86-44 0 0,-36 103 19 0 0,60-208-103 0 0,33-106 43 0 0,-99 334 57 0 0,1-1-1 0 0,0 0 0 0 0,1 0 1 0 0,-1 1-1 0 0,0-1 0 0 0,1 1 1 0 0,-1-1-1 0 0,1 1 0 0 0,0 0 1 0 0,0 0-1 0 0,2-3 0 0 0,-4 5 11 0 0,1 0-1 0 0,-1-1 0 0 0,1 1 0 0 0,-1 0 0 0 0,0 0 0 0 0,1 0 0 0 0,-1 0 0 0 0,1-1 0 0 0,-1 1 0 0 0,0 0 0 0 0,1 0 0 0 0,-1 0 0 0 0,1 0 0 0 0,-1 0 0 0 0,1 0 1 0 0,-1 0-1 0 0,1 0 0 0 0,-1 0 0 0 0,0 0 0 0 0,1 0 0 0 0,-1 0 0 0 0,1 1 0 0 0,-1-1 0 0 0,1 0 0 0 0,-1 0 0 0 0,0 0 0 0 0,1 1 0 0 0,0 0 2 0 0,1 0-1 0 0,-1 1 1 0 0,0-1-1 0 0,0 0 1 0 0,0 1-1 0 0,0-1 0 0 0,0 0 1 0 0,-1 1-1 0 0,1 0 1 0 0,0-1-1 0 0,0 3 1 0 0,11 34 57 0 0,-2 1 0 0 0,-1 0 0 0 0,4 53 0 0 0,-1 124 478 0 0,-8-117-270 0 0,-1-19-120 0 0,16 165 224 0 0,-18-239-353 0 0,-1-3-11 0 0,-1 21 7 0 0,5 7 53 0 0,-4-30-40 0 0,0 11 171 0 0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5:25.6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63 250 2388 0 0,'-8'-9'1296'0'0,"0"-1"1"0"0,1 1-1 0 0,0-1 0 0 0,0-1 0 0 0,1 1 0 0 0,0-1 1 0 0,-4-13-1 0 0,10 24-1270 0 0,-1-1 1 0 0,1 1-1 0 0,-1-1 0 0 0,1 0 1 0 0,0 1-1 0 0,0-1 0 0 0,-1 1 1 0 0,1-1-1 0 0,0 1 0 0 0,0-1 1 0 0,0 0-1 0 0,-1 1 1 0 0,1-1-1 0 0,0 1 0 0 0,0-1 1 0 0,0 0-1 0 0,0 1 0 0 0,0-1 1 0 0,0 0-1 0 0,1 1 0 0 0,-1-1 1 0 0,0 1-1 0 0,0-1 0 0 0,0 0 1 0 0,0 1-1 0 0,1-1 1 0 0,-1 1-1 0 0,0-1 0 0 0,1 1 1 0 0,-1-1-1 0 0,0 1 0 0 0,1-1 1 0 0,-1 1-1 0 0,1-1 0 0 0,-1 1 1 0 0,1-1-1 0 0,-1 1 1 0 0,1 0-1 0 0,-1-1 0 0 0,1 1 1 0 0,-1 0-1 0 0,1-1 0 0 0,-1 1 1 0 0,1 0-1 0 0,0 0 0 0 0,-1 0 1 0 0,1-1-1 0 0,-1 1 1 0 0,1 0-1 0 0,0 0 0 0 0,-1 0 1 0 0,1 0-1 0 0,1 0 0 0 0,2 1 23 0 0,0-1-1 0 0,0 1 1 0 0,0 0 0 0 0,1 0-1 0 0,-1 0 1 0 0,6 3-1 0 0,-2 0 34 0 0,0 0 0 0 0,0 1-1 0 0,-1 0 1 0 0,1 0 0 0 0,-1 1 0 0 0,0 0-1 0 0,-1 1 1 0 0,0-1 0 0 0,0 1-1 0 0,0 0 1 0 0,0 1 0 0 0,-1-1-1 0 0,-1 1 1 0 0,1 0 0 0 0,-1 0-1 0 0,-1 1 1 0 0,1-1 0 0 0,-2 1 0 0 0,1 0-1 0 0,-1 0 1 0 0,0 0 0 0 0,-1 0-1 0 0,0 0 1 0 0,0 0 0 0 0,-1 0-1 0 0,0 0 1 0 0,-2 9 0 0 0,1-9 116 0 0,-1 0 0 0 0,0-1 0 0 0,0 1 0 0 0,-1-1 0 0 0,0 0 0 0 0,0 1 0 0 0,-1-1 0 0 0,0-1 0 0 0,-1 1 0 0 0,0-1 0 0 0,0 0 1 0 0,0 0-1 0 0,-1 0 0 0 0,0-1 0 0 0,0 1 0 0 0,-1-2 0 0 0,-13 11 0 0 0,18-15-54 0 0,1-1-127 0 0,0 0 0 0 0,0 0 0 0 0,0 0 0 0 0,0 0 0 0 0,0-1 0 0 0,0 1 0 0 0,0 0 0 0 0,1 0 0 0 0,-1-1 0 0 0,0 1 0 0 0,0-1 0 0 0,0 1 0 0 0,1-1 0 0 0,-1 1 0 0 0,-1-1 0 0 0,2-4-3 0 0,0 1 0 0 0,0 0 0 0 0,0 0 0 0 0,0 0 0 0 0,1-1 0 0 0,0 1 0 0 0,-1 0 0 0 0,2 0 0 0 0,-1 0 0 0 0,0 0 0 0 0,1 0 0 0 0,0 0 0 0 0,0 1 0 0 0,3-6 0 0 0,6-8 7 0 0,21-26 0 0 0,2 4 1 0 0,2 1-1 0 0,59-47 1 0 0,92-57-13 0 0,-141 109-4 0 0,-2-1-36 0 0,-43 33 4 0 0,-15 10-20 0 0,-30 25 9 0 0,2 1 0 0 0,-73 81 1 0 0,99-99 33 0 0,1 2 1 0 0,-21 32-1 0 0,31-42 5 0 0,-1 1-1 0 0,1 0 0 0 0,1 0 0 0 0,0 0 1 0 0,0 1-1 0 0,1-1 0 0 0,-3 22 1 0 0,5-27 4 0 0,1 0 0 0 0,0 0 0 0 0,0 0 1 0 0,1 1-1 0 0,-1-1 0 0 0,1 0 0 0 0,0 0 1 0 0,1 0-1 0 0,-1 0 0 0 0,1-1 0 0 0,0 1 1 0 0,0 0-1 0 0,5 7 0 0 0,-2-6 7 0 0,0 1 0 0 0,0-1 0 0 0,1 0 0 0 0,0 0 0 0 0,0 0 0 0 0,0-1 1 0 0,13 9-1 0 0,-3-6-2 0 0,-1 0 0 0 0,2 0 1 0 0,-1-1-1 0 0,0-1 1 0 0,1-1-1 0 0,0 0 1 0 0,22 2-1 0 0,30 2-2834 0 0,-66-9 1436 0 0,11 0-2062 0 0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5:26.0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667 109 296 0 0,'27'-34'6161'0'0,"27"-41"8013"0"0,-66 88-13358 0 0,10-11-666 0 0,-284 335 5946 0 0,270-314-5911 0 0,0 0 0 0 0,-17 38 0 0 0,29-53-144 0 0,0 0-1 0 0,1 0 0 0 0,0 1 0 0 0,1-1 1 0 0,-1 1-1 0 0,2 0 0 0 0,-1 0 1 0 0,1-1-1 0 0,1 1 0 0 0,0 0 1 0 0,1 17-1 0 0,0-22-26 0 0,1 0 0 0 0,-1 0 0 0 0,1 0 0 0 0,0 0 0 0 0,0 0 0 0 0,1 0 0 0 0,-1-1 0 0 0,1 1 0 0 0,-1-1 0 0 0,1 0 0 0 0,0 0 0 0 0,1 0 0 0 0,-1 0 0 0 0,0 0 0 0 0,1-1 0 0 0,-1 1 0 0 0,1-1 0 0 0,0 0 0 0 0,0 0 0 0 0,7 2 0 0 0,3 1 10 0 0,0 0 1 0 0,0-2-1 0 0,0 1 1 0 0,28 1-1 0 0,-17-3 145 0 0,0-1 1 0 0,0-2-1 0 0,0-1 1 0 0,0 0-1 0 0,0-2 0 0 0,0-1 1 0 0,-1-1-1 0 0,0-1 1 0 0,0-1-1 0 0,31-16 1 0 0,-53 23-110 0 0,0 0 0 0 0,-1 0 0 0 0,1 0 0 0 0,0 0 0 0 0,-1-1 0 0 0,1 1 0 0 0,-1-1 0 0 0,0 1 0 0 0,1-1 0 0 0,-1 1 0 0 0,0-1 1 0 0,1-2-1 0 0,-2 4-48 0 0,1-1 0 0 0,-1 1 0 0 0,0-1-1 0 0,0 1 1 0 0,0-1 0 0 0,0 1 0 0 0,0 0 0 0 0,0-1 0 0 0,0 1 0 0 0,0-1 0 0 0,0 1 0 0 0,0-1 0 0 0,0 1 0 0 0,0-1 0 0 0,0 1 0 0 0,0 0 0 0 0,0-1 0 0 0,0 1 0 0 0,-1-1 0 0 0,1 1 0 0 0,0 0 0 0 0,-1-2 0 0 0,1 2-11 0 0,-1-1 0 0 0,0 1 0 0 0,0-1 1 0 0,1 1-1 0 0,-1-1 0 0 0,0 1 0 0 0,0-1 0 0 0,0 1 1 0 0,0 0-1 0 0,1-1 0 0 0,-1 1 0 0 0,0 0 0 0 0,0 0 1 0 0,0 0-1 0 0,-1-1 0 0 0,-15 0-83 0 0,0 1 1 0 0,0 0 0 0 0,0 1-1 0 0,0 1 1 0 0,-20 5-1 0 0,-83 26-1361 0 0,102-28 1150 0 0,-256 94-6973 0 0,92-19-2921 0 0,67-26 182 0 0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5:08.6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78 508 0 0,'-12'6'2829'0'0,"-2"0"1023"0"0,-8 3 171 0 0,21-8-3593 0 0,0-1-1 0 0,-1 1 1 0 0,1-1 0 0 0,0 1 0 0 0,0 0 0 0 0,0 0-1 0 0,0-1 1 0 0,0 1 0 0 0,-1 1 430 0 0,-1 1-431 0 0,10-2-233 0 0,0 0-1 0 0,0-1 0 0 0,-1 1 0 0 0,1-1 0 0 0,0-1 1 0 0,13-1-1 0 0,46-14 187 0 0,-27 7-222 0 0,239-49 278 0 0,-262 55-481 0 0,57-12-381 0 0,-31 6-3127 0 0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5:08.9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17 80 0 0,'-5'-2'1127'0'0,"0"-1"-1"0"0,0 1 1 0 0,-1 0-1 0 0,1 0 1 0 0,0 1-1 0 0,-1-1 1 0 0,1 1-1 0 0,-10-1 1 0 0,15 2-1057 0 0,-1 0 0 0 0,1 1-1 0 0,-1-1 1 0 0,1 0 0 0 0,0 0 0 0 0,-1 0-1 0 0,1 0 1 0 0,-1 1 0 0 0,1-1 0 0 0,-1 0 0 0 0,1 0-1 0 0,0 1 1 0 0,-1-1 0 0 0,1 0 0 0 0,-1 1-1 0 0,1-1 1 0 0,0 0 0 0 0,-1 1 0 0 0,1-1 0 0 0,0 1-1 0 0,0-1 1 0 0,-1 1 0 0 0,1-1 0 0 0,0 0-1 0 0,0 1 1 0 0,0-1 0 0 0,-1 2 0 0 0,-1 14 1430 0 0,1 11-260 0 0,2 0 0 0 0,8 47 0 0 0,-2-21-785 0 0,-2 13-282 0 0,10 69 476 0 0,-11-110-1431 0 0,1-1 0 0 0,2 0 0 0 0,12 33 0 0 0,-2-26-2194 0 0,0-15-1785 0 0,-4-10-640 0 0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5:09.3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51 169 608 0 0,'-5'-48'11864'0'0,"4"49"-11734"0"0,-1-1 0 0 0,1 0 0 0 0,0 0-1 0 0,0 1 1 0 0,0-1 0 0 0,0 1 0 0 0,0-1 0 0 0,0 1 0 0 0,0-1 0 0 0,0 1 0 0 0,1 0 0 0 0,-1-1 0 0 0,0 1-1 0 0,0 0 1 0 0,0 0 0 0 0,1-1 0 0 0,-1 1 0 0 0,0 0 0 0 0,1 0 0 0 0,-1 0 0 0 0,1 0 0 0 0,-1 0 0 0 0,1 0-1 0 0,-1 0 1 0 0,1 0 0 0 0,-1 2 0 0 0,-7 32 1007 0 0,7-26-613 0 0,-5 21 24 0 0,2-1 1 0 0,2 2-1 0 0,0-1 0 0 0,2 0 0 0 0,5 42 0 0 0,-3-57-480 0 0,1 0 0 0 0,1 0 0 0 0,0-1 0 0 0,1 1 0 0 0,10 19 0 0 0,-11-26-36 0 0,1 1 0 0 0,0-1 0 0 0,1 0 0 0 0,0-1 0 0 0,0 1 0 0 0,0-1 0 0 0,1 0 0 0 0,0-1 0 0 0,11 8 0 0 0,-11-9-20 0 0,-1-1-1 0 0,1-1 1 0 0,0 0-1 0 0,0 0 0 0 0,1 0 1 0 0,-1 0-1 0 0,0-1 1 0 0,1-1-1 0 0,0 1 1 0 0,-1-1-1 0 0,1-1 0 0 0,0 1 1 0 0,-1-1-1 0 0,1 0 1 0 0,0-1-1 0 0,0 0 0 0 0,-1 0 1 0 0,1-1-1 0 0,-1 0 1 0 0,1 0-1 0 0,-1-1 1 0 0,0 0-1 0 0,0 0 0 0 0,11-7 1 0 0,-4 2-6 0 0,-1-1 1 0 0,-1 0 0 0 0,0-1-1 0 0,0 0 1 0 0,-1-1-1 0 0,0 0 1 0 0,0-1 0 0 0,-2 0-1 0 0,0 0 1 0 0,0-1-1 0 0,10-19 1 0 0,-10 12 2 0 0,-1-1 0 0 0,0 0 1 0 0,-2 0-1 0 0,0 0 0 0 0,-2-1 0 0 0,0 1 1 0 0,1-29-1 0 0,-4 34-8 0 0,-2 0 0 0 0,1-1 0 0 0,-2 1 0 0 0,0 1 0 0 0,-1-1 0 0 0,0 0 0 0 0,-2 1 0 0 0,0-1 0 0 0,0 1 0 0 0,-13-24 0 0 0,15 35-1 0 0,1 0 1 0 0,-1 0 0 0 0,1 0 0 0 0,-1 1 0 0 0,0-1-1 0 0,-1 1 1 0 0,1 0 0 0 0,0 0 0 0 0,-1 0 0 0 0,0 0-1 0 0,0 0 1 0 0,0 1 0 0 0,0 0 0 0 0,0 0 0 0 0,0 0 0 0 0,-5-1-1 0 0,3 1-12 0 0,-1 1 0 0 0,1 0 0 0 0,-1 0 0 0 0,1 1-1 0 0,-1 0 1 0 0,0 0 0 0 0,1 0 0 0 0,-1 1 0 0 0,1 0 0 0 0,-9 2-1 0 0,2 1-414 0 0,0 1 0 0 0,1 0-1 0 0,0 0 1 0 0,0 1-1 0 0,0 1 1 0 0,1 0-1 0 0,0 0 1 0 0,0 1-1 0 0,0 1 1 0 0,-13 14-1 0 0,19-18-149 0 0,1 1 0 0 0,-1 0 0 0 0,1 0-1 0 0,1 0 1 0 0,-4 7 0 0 0,-5 18-4976 0 0,7-14-311 0 0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5:09.5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 2636 0 0,'3'-1'2850'0'0,"42"-9"7248"0"0,-27 6-5255 0 0,-5 2-4785 0 0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5:11.2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31 149 1368 0 0,'-1'-2'1514'0'0,"-7"-23"2273"0"0,-12-27-170 0 0,20 51-3591 0 0,-1-1 0 0 0,1 1 0 0 0,0-1 0 0 0,0 1 0 0 0,0-1 0 0 0,0 0-1 0 0,0 1 1 0 0,0-1 0 0 0,0 1 0 0 0,1-1 0 0 0,-1 1 0 0 0,1-1 0 0 0,-1 1-1 0 0,1-1 1 0 0,-1 1 0 0 0,1-1 0 0 0,0 1 0 0 0,0 0 0 0 0,0-1 0 0 0,-1 1 0 0 0,1 0-1 0 0,1 0 1 0 0,1-2 0 0 0,27-26 77 0 0,-27 27-103 0 0,-2 1 6 0 0,9 0 10 0 0,-7 1-20 0 0,0 0 1 0 0,0 0-1 0 0,0 0 1 0 0,0 0-1 0 0,0 0 0 0 0,0 1 1 0 0,0-1-1 0 0,0 1 1 0 0,0 0-1 0 0,3 1 0 0 0,4 4 22 0 0,0 0 1 0 0,-1 0-1 0 0,0 1 0 0 0,0 0 0 0 0,0 1 0 0 0,-1 0 0 0 0,0 0 0 0 0,-1 1 0 0 0,0 0 1 0 0,0 0-1 0 0,-1 0 0 0 0,0 1 0 0 0,0 0 0 0 0,-1 1 0 0 0,5 14 0 0 0,-8-17 71 0 0,0 0 0 0 0,-1-1-1 0 0,0 1 1 0 0,0 0 0 0 0,-1 0 0 0 0,0 0-1 0 0,0 0 1 0 0,-1 0 0 0 0,0 0-1 0 0,0 0 1 0 0,0-1 0 0 0,-1 1 0 0 0,-4 9-1 0 0,-3 6 235 0 0,-1 0 0 0 0,-23 39 0 0 0,23-47-30 0 0,-1-1 1 0 0,0-1 0 0 0,-1 0 0 0 0,0-1-1 0 0,-1 0 1 0 0,-21 15 0 0 0,33-26-185 0 0,1-1-100 0 0,0-1 0 0 0,0 1 0 0 0,0 0 1 0 0,0-1-1 0 0,0 1 0 0 0,0 0 0 0 0,0 0 0 0 0,0-1 0 0 0,0 1 0 0 0,-1 0 0 0 0,1 0 0 0 0,0-1 1 0 0,0 1-1 0 0,0 0 0 0 0,0 0 0 0 0,0 0 0 0 0,0-1 0 0 0,-1 1 0 0 0,1 0 0 0 0,0 0 1 0 0,0 0-1 0 0,0-1 0 0 0,0 1 0 0 0,-1 0 0 0 0,1 0 0 0 0,0 0 0 0 0,0 0 0 0 0,-1 0 0 0 0,1-1 1 0 0,0 1-1 0 0,0 0 0 0 0,-1 0 0 0 0,1 0 0 0 0,0 0 0 0 0,0 0 0 0 0,-1 0 0 0 0,1 0 1 0 0,0 0-1 0 0,0 0 0 0 0,-1 0 0 0 0,1 0 0 0 0,0 0 0 0 0,0 0 0 0 0,-1 0 0 0 0,1 0 0 0 0,0 0 1 0 0,0 0-1 0 0,-1 0 0 0 0,1 1 0 0 0,0-1 0 0 0,0 0 0 0 0,-1 0 0 0 0,1 0 0 0 0,0 0 0 0 0,0 0 1 0 0,0 1-1 0 0,-1-1 0 0 0,14-23 2 0 0,1 1 0 0 0,1 0 1 0 0,1 0-1 0 0,1 2 0 0 0,25-24 0 0 0,106-86-8 0 0,-139 122 0 0 0,57-41 2 0 0,-39 30 17 0 0,-1-1 1 0 0,29-29 0 0 0,-52 48-20 0 0,1-2 3 0 0,4-15-23 0 0,-7 16 16 0 0,0-7 0 0 0,-1 8 1 0 0,0 0-1 0 0,0 0 0 0 0,-1 1 1 0 0,1-1-1 0 0,0 0 0 0 0,-1 0 0 0 0,1 1 1 0 0,0-1-1 0 0,-1 0 0 0 0,1 0 0 0 0,-1 1 1 0 0,0-1-1 0 0,1 1 0 0 0,-1-1 0 0 0,0 0 1 0 0,1 1-1 0 0,-1-1 0 0 0,0 1 0 0 0,1-1 1 0 0,-1 1-1 0 0,0 0 0 0 0,0-1 0 0 0,0 1 1 0 0,1 0-1 0 0,-1 0 0 0 0,0-1 0 0 0,0 1 1 0 0,0 0-1 0 0,0 0 0 0 0,1 0 0 0 0,-1 0 1 0 0,0 0-1 0 0,0 0 0 0 0,0 0 1 0 0,-1 1-1 0 0,-21 8-17 0 0,12-2 23 0 0,0 1-1 0 0,1 0 0 0 0,0 1 0 0 0,0 0 1 0 0,1 1-1 0 0,0 0 0 0 0,0 0 0 0 0,-7 13 0 0 0,-1 4-2 0 0,2 0 0 0 0,-16 38 1 0 0,25-51-3 0 0,0 1 0 0 0,1 0 0 0 0,1 1 0 0 0,0-1 0 0 0,1 1 0 0 0,1 0 0 0 0,0 18 0 0 0,2-28 11 0 0,0 0-1 0 0,1 1 1 0 0,0-1 0 0 0,0 0-1 0 0,0 0 1 0 0,1 0-1 0 0,0 0 1 0 0,0 0 0 0 0,4 7-1 0 0,-4-9 9 0 0,0-1 0 0 0,1 1 0 0 0,0-1-1 0 0,-1 1 1 0 0,1-1 0 0 0,1 0 0 0 0,-1 0 0 0 0,0 0-1 0 0,1-1 1 0 0,-1 1 0 0 0,1-1 0 0 0,0 0 0 0 0,0 0-1 0 0,6 3 1 0 0,3-1 28 0 0,1 0 0 0 0,-1-1 0 0 0,1 0-1 0 0,0-1 1 0 0,0 0 0 0 0,16-1 0 0 0,82-9 503 0 0,-55 3 797 0 0,-21 0 77 0 0,-32 4-1250 0 0,16-12 214 0 0,-17 6-712 0 0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5:11.8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59 109 1644 0 0,'0'0'3477'0'0,"-5"-14"1030"0"0,5 14-4469 0 0,-2-1 465 0 0,1-1-1 0 0,-1 1 1 0 0,1-1 0 0 0,-1 0-1 0 0,1 0 1 0 0,0 0 0 0 0,0 1-1 0 0,-2-5 1 0 0,3 5-435 0 0,-1 0 1 0 0,1 0-1 0 0,0 0 0 0 0,0 0 0 0 0,0 0 0 0 0,0 0 1 0 0,0 0-1 0 0,1 0 0 0 0,-1 0 0 0 0,0 0 0 0 0,0 0 1 0 0,1 0-1 0 0,-1 0 0 0 0,0 0 0 0 0,1 0 1 0 0,-1 0-1 0 0,1 0 0 0 0,-1 0 0 0 0,1 0 0 0 0,0 1 1 0 0,-1-1-1 0 0,1 0 0 0 0,0 0 0 0 0,-1 1 0 0 0,1-1 1 0 0,0 0-1 0 0,1 0 0 0 0,8-6 5 0 0,1 1 0 0 0,-1 0 1 0 0,1 1-1 0 0,0 0 0 0 0,1 1 0 0 0,-1 0 0 0 0,1 1 0 0 0,-1 0 0 0 0,1 1 0 0 0,0 0 1 0 0,0 1-1 0 0,16 0 0 0 0,-25 0-65 0 0,1 1 1 0 0,0 1-1 0 0,0-1 0 0 0,-1 0 1 0 0,1 1-1 0 0,0 0 0 0 0,-1 0 1 0 0,1 0-1 0 0,-1 0 1 0 0,1 1-1 0 0,-1-1 0 0 0,1 1 1 0 0,-1 0-1 0 0,0 0 0 0 0,0 0 1 0 0,0 0-1 0 0,0 1 1 0 0,0-1-1 0 0,-1 1 0 0 0,1 0 1 0 0,-1 0-1 0 0,0 0 0 0 0,3 3 1 0 0,-3-2 30 0 0,-1 0 1 0 0,1 0-1 0 0,-1 0 1 0 0,1 0-1 0 0,-1 0 1 0 0,0 0-1 0 0,-1 0 1 0 0,1 0-1 0 0,-1 1 1 0 0,0-1-1 0 0,0 0 1 0 0,0 0-1 0 0,-1 1 1 0 0,1-1-1 0 0,-1 0 1 0 0,0 0-1 0 0,0 0 1 0 0,-3 6-1 0 0,-1 5 192 0 0,-2-1-1 0 0,0 0 1 0 0,-1 0-1 0 0,-15 20 0 0 0,-9 14 1499 0 0,31-46-1562 0 0,-4 6 151 0 0,1 1 11 0 0,4-9-326 0 0,0 1 0 0 0,0-1 0 0 0,1 1-1 0 0,-1-1 1 0 0,1 0 0 0 0,-1 1 0 0 0,0-1-1 0 0,1 0 1 0 0,-1 1 0 0 0,1-1-1 0 0,-1 0 1 0 0,0 0 0 0 0,1 1 0 0 0,-1-1-1 0 0,1 0 1 0 0,-1 0 0 0 0,1 0 0 0 0,-1 0-1 0 0,1 1 1 0 0,-1-1 0 0 0,1 0 0 0 0,-1 0-1 0 0,1 0 1 0 0,-1 0 0 0 0,1 0 0 0 0,0 0-1 0 0,12 1-6 0 0,-1 2-1 0 0,1 0 1 0 0,-1 1-1 0 0,0 0 0 0 0,0 0 1 0 0,-1 2-1 0 0,1-1 1 0 0,19 14-1 0 0,-24-15 17 0 0,-1 1 0 0 0,0 0-1 0 0,0 0 1 0 0,0 0 0 0 0,0 1 0 0 0,-1 0-1 0 0,0 0 1 0 0,0 0 0 0 0,-1 1 0 0 0,0 0-1 0 0,0 0 1 0 0,0 0 0 0 0,-1 0 0 0 0,0 0-1 0 0,3 14 1 0 0,-4-15 143 0 0,-2-1 0 0 0,1 1 0 0 0,-1-1 0 0 0,0 1 0 0 0,0 0 0 0 0,0-1 0 0 0,-1 1 0 0 0,0-1 0 0 0,0 1 0 0 0,0-1 0 0 0,-1 1 0 0 0,1-1 0 0 0,-2 0 0 0 0,-3 9 0 0 0,2-8 18 0 0,0 0-1 0 0,-1 0 0 0 0,0-1 0 0 0,1 0 1 0 0,-1 0-1 0 0,-1 0 0 0 0,1-1 0 0 0,-1 1 1 0 0,0-1-1 0 0,-9 5 0 0 0,2-3-46 0 0,1-1 1 0 0,-1 0-1 0 0,0-1 0 0 0,-1 0 0 0 0,1-1 0 0 0,0 0 1 0 0,-1-1-1 0 0,0-1 0 0 0,1 0 0 0 0,-1-1 0 0 0,-21-2 1 0 0,17-1-121 0 0,3 2-76 0 0,0-1-1 0 0,0-1 1 0 0,0 0-1 0 0,0-1 0 0 0,0 0 1 0 0,-23-11-1 0 0,37 14-95 0 0,-1 0 0 0 0,1 0 0 0 0,0 0 0 0 0,0 0 0 0 0,0 0-1 0 0,-1 0 1 0 0,1 0 0 0 0,0 0 0 0 0,0 0 0 0 0,1 0 0 0 0,-1-1 0 0 0,0 1 0 0 0,0 0-1 0 0,1-1 1 0 0,-1 1 0 0 0,0-1 0 0 0,1 1 0 0 0,0-1 0 0 0,-1 1 0 0 0,1-1 0 0 0,0 1 0 0 0,-1-1-1 0 0,1 1 1 0 0,0-1 0 0 0,0 1 0 0 0,1-1 0 0 0,-1 1 0 0 0,0-1 0 0 0,0 1 0 0 0,1-1-1 0 0,-1 1 1 0 0,1-1 0 0 0,-1 1 0 0 0,1 0 0 0 0,-1-1 0 0 0,1 1 0 0 0,0 0 0 0 0,0-1 0 0 0,1 0-1 0 0,4-7-1050 0 0,0 2 0 0 0,0-1 0 0 0,1 1-1 0 0,12-11 1 0 0,6-4-3567 0 0,0 0-2462 0 0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5:12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54 167 2452 0 0,'-44'-32'14038'0'0,"40"28"-12656"0"0,2 2-734 0 0,2 2-564 0 0,-1-1 1 0 0,1 1-1 0 0,0-1 0 0 0,-1 1 0 0 0,1-1 0 0 0,0 1 0 0 0,-1-1 0 0 0,1 0 0 0 0,0 1 0 0 0,0-1 1 0 0,0 1-1 0 0,0-1 0 0 0,0 0 0 0 0,-1 1 0 0 0,1-1 0 0 0,0 1 0 0 0,0-1 0 0 0,1 0 0 0 0,-1 1 1 0 0,0-1-1 0 0,0 0 0 0 0,0 1 0 0 0,0-1 0 0 0,0 1 0 0 0,1-1 0 0 0,-1 0 0 0 0,134-33 455 0 0,-8 3-1848 0 0,-103 23-1037 0 0,32-14-1 0 0,-25 4-4310 0 0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5:12.3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4 1836 0 0,'-3'0'2472'0'0,"-3"-1"-1131"0"0,0 0 1 0 0,-1 0 0 0 0,1 1-1 0 0,0 0 1 0 0,0 0-1 0 0,0 1 1 0 0,-1 0 0 0 0,-11 3-1 0 0,17-3-1159 0 0,0 0-1 0 0,0 0 1 0 0,0 0 0 0 0,-1 0-1 0 0,1 1 1 0 0,0-1-1 0 0,0 0 1 0 0,1 1 0 0 0,-1-1-1 0 0,0 1 1 0 0,0-1-1 0 0,1 1 1 0 0,-1-1 0 0 0,1 1-1 0 0,-1-1 1 0 0,0 4-1 0 0,-3 29 1644 0 0,3-28-1360 0 0,-1 38 448 0 0,2-1 0 0 0,3 1 0 0 0,1-1 0 0 0,10 44 0 0 0,-7-41-676 0 0,-4-23-213 0 0,17 100-644 0 0,-2-43-3926 0 0,-16-75 3761 0 0,8 26-3177 0 0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5:12.8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95 106 3076 0 0,'-1'-4'1094'0'0,"0"0"0"0"0,0 0 0 0 0,0 0 0 0 0,0 0-1 0 0,-1 1 1 0 0,-10-11 4544 0 0,12 14-5505 0 0,-1 1 2 0 0,0 0 1 0 0,1 0-1 0 0,-1 0 0 0 0,0 0 1 0 0,1 0-1 0 0,-1 0 0 0 0,1 0 0 0 0,-1 0 1 0 0,1 0-1 0 0,0 0 0 0 0,-1 1 1 0 0,1-1-1 0 0,0 2 0 0 0,-16 74 3069 0 0,-6 95 0 0 0,21-148-3047 0 0,0 0-1 0 0,2 0 1 0 0,0 0 0 0 0,2 0 0 0 0,0-1 0 0 0,2 1-1 0 0,1-1 1 0 0,12 34 0 0 0,-15-50-120 0 0,1 0 1 0 0,-1 0-1 0 0,1 0 0 0 0,0-1 0 0 0,1 1 1 0 0,-1-1-1 0 0,1 0 0 0 0,1-1 0 0 0,-1 1 1 0 0,1-1-1 0 0,0 0 0 0 0,0 0 1 0 0,9 4-1 0 0,-11-6-30 0 0,0-1 1 0 0,1-1-1 0 0,-1 1 0 0 0,1-1 1 0 0,0 1-1 0 0,-1-1 1 0 0,1-1-1 0 0,0 1 0 0 0,0-1 1 0 0,-1 0-1 0 0,1 0 1 0 0,0 0-1 0 0,0 0 0 0 0,-1-1 1 0 0,1 0-1 0 0,0 0 1 0 0,-1 0-1 0 0,1-1 0 0 0,0 1 1 0 0,-1-1-1 0 0,0 0 1 0 0,6-4-1 0 0,1-1-2 0 0,0-1-1 0 0,-1-1 1 0 0,-1 1 0 0 0,0-1-1 0 0,0-1 1 0 0,0 0 0 0 0,-1 0-1 0 0,-1-1 1 0 0,0 0 0 0 0,0 0-1 0 0,-1 0 1 0 0,0-1-1 0 0,7-24 1 0 0,-4 9-2 0 0,-2 0 1 0 0,-1 0-1 0 0,-1 0 0 0 0,-2-1 0 0 0,1-44 1 0 0,-4 53 25 0 0,-1 0 1 0 0,-1 0-1 0 0,-1 1 1 0 0,-1-1-1 0 0,-11-33 0 0 0,12 42-25 0 0,-1 0 0 0 0,-1 0 0 0 0,1 0 0 0 0,-2 1-1 0 0,1 0 1 0 0,-1 0 0 0 0,-1 1 0 0 0,0-1-1 0 0,0 1 1 0 0,0 1 0 0 0,-16-13 0 0 0,15 15-5 0 0,1 2 1 0 0,0-1-1 0 0,-1 1 1 0 0,0 0 0 0 0,1 0-1 0 0,-1 1 1 0 0,0 0-1 0 0,0 0 1 0 0,-1 1-1 0 0,1 0 1 0 0,0 1 0 0 0,0 0-1 0 0,-1 0 1 0 0,1 1-1 0 0,0 0 1 0 0,-15 3-1 0 0,14-2-216 0 0,-1 1-1 0 0,1 0 0 0 0,0 0 1 0 0,0 1-1 0 0,0 0 0 0 0,0 1 1 0 0,0 0-1 0 0,1 0 0 0 0,0 1 1 0 0,0 0-1 0 0,1 0 0 0 0,0 1 0 0 0,-12 13 1 0 0,16-16-129 0 0,1-1 1 0 0,0 1 0 0 0,0 0-1 0 0,0 0 1 0 0,0 0 0 0 0,1 0-1 0 0,0 0 1 0 0,-1 0-1 0 0,1 0 1 0 0,1 0 0 0 0,-1 1-1 0 0,1-1 1 0 0,0 0-1 0 0,0 7 1 0 0,0-7-476 0 0,1 0-1 0 0,0 0 1 0 0,0 0 0 0 0,0 0-1 0 0,0 0 1 0 0,0 0-1 0 0,1-1 1 0 0,0 1 0 0 0,4 5-1 0 0,8 10-6446 0 0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5:13.0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 1668 0 0,'7'-11'15457'0'0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5:13.5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35 1168 0 0,'-6'-12'10321'0'0,"32"19"-8270"0"0,-22-5-2194 0 0,9 2 355 0 0,-1 0 0 0 0,0 2 0 0 0,0-1 0 0 0,0 2 0 0 0,-1-1 0 0 0,0 2 0 0 0,0-1 0 0 0,-1 2 0 0 0,16 14 0 0 0,-21-18-87 0 0,0 0 1 0 0,-1 1 0 0 0,1 0 0 0 0,-1-1 0 0 0,-1 1 0 0 0,1 1 0 0 0,-1-1 0 0 0,0 0 0 0 0,0 1-1 0 0,-1 0 1 0 0,0-1 0 0 0,0 1 0 0 0,0 0 0 0 0,-1 0 0 0 0,0 0 0 0 0,-1 0 0 0 0,0 0 0 0 0,0 0-1 0 0,-1 10 1 0 0,-2-5 100 0 0,0 0-1 0 0,-1-1 1 0 0,0 1 0 0 0,-1-1-1 0 0,0 1 1 0 0,-1-1-1 0 0,-13 18 1 0 0,2-2 278 0 0,-3-1 632 0 0,19-25-916 0 0,5-13-92 0 0,1 2-116 0 0,1 0-1 0 0,1 1 0 0 0,0-1 0 0 0,0 1 1 0 0,1 1-1 0 0,0-1 0 0 0,19-14 0 0 0,-3 1-7 0 0,162-133-87 0 0,-75 68 141 0 0,-66 46-127 0 0,-44 39 48 0 0,5-4-21 0 0,-12 10 49 0 0,1 0 0 0 0,-1 0 0 0 0,1 0 0 0 0,0 1 0 0 0,1 0 0 0 0,-1 0-1 0 0,1 0 1 0 0,0 1 0 0 0,-4 6 0 0 0,-4 4 21 0 0,4-4-11 0 0,0 1 0 0 0,0 0 0 0 0,1 0 0 0 0,0 0-1 0 0,2 1 1 0 0,-1 0 0 0 0,2 0 0 0 0,-6 26-1 0 0,9-34-34 0 0,0 0 0 0 0,0 1 0 0 0,0-1-1 0 0,1 1 1 0 0,0 0 0 0 0,0-1 0 0 0,1 1-1 0 0,0-1 1 0 0,0 0 0 0 0,0 1-1 0 0,1-1 1 0 0,0 0 0 0 0,0 1 0 0 0,1-1-1 0 0,-1-1 1 0 0,1 1 0 0 0,1 0-1 0 0,-1-1 1 0 0,1 1 0 0 0,0-1 0 0 0,0 0-1 0 0,6 5 1 0 0,-6-6-318 0 0,1-1 0 0 0,-1 0 0 0 0,1-1 0 0 0,0 1 0 0 0,0-1 0 0 0,0 0 0 0 0,0 0 0 0 0,0-1 0 0 0,1 1 1 0 0,-1-1-1 0 0,1 0 0 0 0,-1 0 0 0 0,6-1 0 0 0,3 0-1390 0 0,0 0 1 0 0,0-2-1 0 0,0 1 0 0 0,14-5 1 0 0,4-2-4132 0 0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5:14.0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57 92 0 0,'16'-25'17629'0'0,"-15"72"-14338"0"0,-2-40-3170 0 0,1 0-1 0 0,0 0 0 0 0,0 0 1 0 0,1 0-1 0 0,0 0 1 0 0,0-1-1 0 0,0 1 0 0 0,1 0 1 0 0,4 10-1 0 0,-4-12-94 0 0,1 0 0 0 0,0-1 0 0 0,0 1 0 0 0,0-1 0 0 0,1 1 0 0 0,-1-1 0 0 0,1 0 0 0 0,0-1 0 0 0,0 1 0 0 0,0-1 1 0 0,0 1-1 0 0,1-1 0 0 0,0-1 0 0 0,-1 1 0 0 0,1 0 0 0 0,0-1 0 0 0,0 0 0 0 0,0-1 0 0 0,1 1 0 0 0,-1-1 0 0 0,0 0 0 0 0,1 0 0 0 0,-1 0 0 0 0,0-1 0 0 0,1 0 0 0 0,5 0 0 0 0,-2-1-19 0 0,0 0 1 0 0,0 0-1 0 0,-1-1 0 0 0,1 0 0 0 0,0 0 0 0 0,-1-1 0 0 0,0-1 1 0 0,1 1-1 0 0,-1-1 0 0 0,0 0 0 0 0,-1-1 0 0 0,1 0 1 0 0,-1 0-1 0 0,0-1 0 0 0,7-7 0 0 0,13-18 719 0 0,-2-1-1 0 0,30-51 1 0 0,-51 77-582 0 0,6-8 1430 0 0,-10 14-1526 0 0,0 0 0 0 0,0-1 0 0 0,1 1 0 0 0,-1 0 0 0 0,0 0 0 0 0,0 0 0 0 0,1-1 0 0 0,-1 1 0 0 0,0 0 0 0 0,1 0 0 0 0,-1 0 0 0 0,0 0 0 0 0,1 0-1 0 0,-1 0 1 0 0,0-1 0 0 0,1 1 0 0 0,-1 0 0 0 0,0 0 0 0 0,1 0 0 0 0,-1 0 0 0 0,0 0 0 0 0,1 1 0 0 0,-1-1 0 0 0,0 0 0 0 0,1 0 0 0 0,-1 0 0 0 0,0 0 0 0 0,1 0 0 0 0,-1 0 0 0 0,0 0 0 0 0,1 1 0 0 0,-1-1-1 0 0,0 0 1 0 0,0 0 0 0 0,1 1 0 0 0,-1 0 23 0 0,1 0 0 0 0,-1 0 0 0 0,1 0 0 0 0,-1 0 0 0 0,0 0 0 0 0,0 0 0 0 0,1 0 0 0 0,-1 0 0 0 0,0 0 0 0 0,0 0 0 0 0,0 0 0 0 0,0 0 0 0 0,0 0 0 0 0,-1 0 0 0 0,1 0 0 0 0,0 2 0 0 0,-1-1 114 0 0,-30 386 1976 0 0,11-205-1602 0 0,-3 11-523 0 0,1-30-223 0 0,18-148-1353 0 0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5:29.4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 80 0 0,'0'0'976'0'0,"3"-9"-216"0"0,1-1-880 0 0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5:30.6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0 376 0 0,'0'0'1492'0'0,"5"7"-1440"0"0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5:50.3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0 139 276 0 0,'0'-19'4454'0'0,"5"-31"0"0"0,-5 44-3841 0 0,2 0 0 0 0,-1 0 0 0 0,1 0 0 0 0,0 0-1 0 0,0 0 1 0 0,0 1 0 0 0,1-1 0 0 0,7-9-1 0 0,-9 14-502 0 0,-1 0-1 0 0,1 0 0 0 0,0 1 1 0 0,0-1-1 0 0,0 1 0 0 0,1-1 1 0 0,-1 1-1 0 0,0-1 1 0 0,0 1-1 0 0,0 0 0 0 0,0-1 1 0 0,0 1-1 0 0,0 0 0 0 0,1 0 1 0 0,-1 0-1 0 0,0 0 0 0 0,0 0 1 0 0,0 0-1 0 0,3 0 0 0 0,19 6 801 0 0,-12 0-767 0 0,-1 1 0 0 0,0 0 0 0 0,0 1 0 0 0,0 0 0 0 0,-1 0-1 0 0,0 1 1 0 0,-1 1 0 0 0,9 11 0 0 0,11 11-231 0 0,-10-12-923 0 0,2-2 0 0 0,29 23 0 0 0,-42-36 325 0 0,-1 0 0 0 0,1-1 1 0 0,0 0-1 0 0,0 0 0 0 0,1-1 0 0 0,-1 0 1 0 0,1 0-1 0 0,-1-1 0 0 0,1 0 1 0 0,0 0-1 0 0,16 1 0 0 0,-17-4-1721 0 0,15-3-514 0 0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5:50.5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107 156 2648 0 0,'5'-19'1980'0'0,"-1"-1"0"0"0,-1-1 0 0 0,0 1-1 0 0,-1-38 1 0 0,-2 57-1907 0 0,0 1-1 0 0,0-1 0 0 0,1 0 1 0 0,-1 0-1 0 0,0 1 1 0 0,0-1-1 0 0,0 0 0 0 0,0 0 1 0 0,0 1-1 0 0,-1-1 1 0 0,1 0-1 0 0,0 1 1 0 0,0-1-1 0 0,0 0 0 0 0,-1 0 1 0 0,1 1-1 0 0,0-1 1 0 0,-1 0-1 0 0,1 1 1 0 0,0-1-1 0 0,-1 1 0 0 0,0-2 1 0 0,-8 13 2084 0 0,-7 30-207 0 0,-42 168-154 0 0,44-149-3633 0 0,-8 93 1 0 0,21-147 1320 0 0,1 0-1 0 0,0-1 1 0 0,1 1 0 0 0,-1 0-1 0 0,2 7 1 0 0,7 13-5169 0 0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5:50.8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62 1792 0 0,'2'-4'942'0'0,"0"0"0"0"0,0 0 0 0 0,0 0 0 0 0,1 1-1 0 0,-1-1 1 0 0,1 0 0 0 0,4-3 0 0 0,-5 4-430 0 0,2 1 0 0 0,-1-1-1 0 0,0 1 1 0 0,0-1 0 0 0,1 1-1 0 0,0 0 1 0 0,4-2 0 0 0,-4 3-357 0 0,0-1-1 0 0,0 1 1 0 0,0 0 0 0 0,0 1-1 0 0,1-1 1 0 0,-1 1 0 0 0,0-1-1 0 0,0 1 1 0 0,0 1 0 0 0,1-1 0 0 0,-1 0-1 0 0,0 1 1 0 0,0 0 0 0 0,0 0-1 0 0,0 0 1 0 0,0 1 0 0 0,0 0-1 0 0,0-1 1 0 0,0 1 0 0 0,-1 0-1 0 0,1 1 1 0 0,-1-1 0 0 0,1 1 0 0 0,-1-1-1 0 0,0 1 1 0 0,5 5 0 0 0,-5-4-54 0 0,0 1 1 0 0,0-1 0 0 0,0 1 0 0 0,-1 0 0 0 0,0 0 0 0 0,0 0 0 0 0,0 0 0 0 0,0 0 0 0 0,-1 0-1 0 0,0 1 1 0 0,0-1 0 0 0,0 0 0 0 0,-1 1 0 0 0,1-1 0 0 0,-1 1 0 0 0,-1-1 0 0 0,1 1-1 0 0,-1-1 1 0 0,0 0 0 0 0,-2 8 0 0 0,-4 11 116 0 0,-1 0 0 0 0,-1 0 0 0 0,-12 23 0 0 0,15-35-153 0 0,-1 1-15 0 0,5-8-35 0 0,-1 0 0 0 0,1-1 0 0 0,0 1 0 0 0,0 0 0 0 0,1 0 0 0 0,-1 0 0 0 0,-1 11 1 0 0,4-16-26 0 0,-1 0 0 0 0,0 1 0 0 0,1-1 0 0 0,-1 1 1 0 0,0-1-1 0 0,1 0 0 0 0,-1 1 0 0 0,1-1 0 0 0,-1 0 1 0 0,0 1-1 0 0,1-1 0 0 0,-1 0 0 0 0,1 0 0 0 0,-1 0 1 0 0,1 1-1 0 0,-1-1 0 0 0,1 0 0 0 0,-1 0 0 0 0,1 0 1 0 0,-1 0-1 0 0,1 0 0 0 0,-1 0 0 0 0,1 0 1 0 0,-1 0-1 0 0,1 0 0 0 0,0 0 0 0 0,14 0-350 0 0,4-3-626 0 0,-1-1 0 0 0,1 0-1 0 0,33-14 1 0 0,49-27-6009 0 0,-51 20 119 0 0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5:54.6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24 145 2224 0 0,'5'-28'5500'0'0,"-4"19"-2084"0"0,-3 25-1946 0 0,-9 110 2096 0 0,6-49-2664 0 0,-7 298 1661 0 0,15-444-2370 0 0,17-114 1 0 0,31-64-285 0 0,-46 225 87 0 0,19-67-41 0 0,-21 81 32 0 0,0-1-1 0 0,1 1 1 0 0,0 0 0 0 0,0 0-1 0 0,1 1 1 0 0,0-1 0 0 0,12-12-1 0 0,-16 18 11 0 0,1 1-1 0 0,-1 0 1 0 0,1-1-1 0 0,-1 1 1 0 0,1 0 0 0 0,-1 0-1 0 0,1 0 1 0 0,0 0-1 0 0,0 0 1 0 0,-1 1-1 0 0,1-1 1 0 0,0 0 0 0 0,0 1-1 0 0,0-1 1 0 0,0 1-1 0 0,0 0 1 0 0,0 0 0 0 0,0 0-1 0 0,2 0 1 0 0,-1 0 0 0 0,0 1 0 0 0,0 0 0 0 0,0 0 0 0 0,0 0 0 0 0,0 0 1 0 0,0 0-1 0 0,0 1 0 0 0,-1-1 0 0 0,1 1 0 0 0,0 0 0 0 0,2 2 0 0 0,3 3 5 0 0,-1 1 0 0 0,1 0-1 0 0,-1 0 1 0 0,-1 1-1 0 0,11 17 1 0 0,-3 2 60 0 0,-1 0 1 0 0,-1 0-1 0 0,-2 1 1 0 0,-1 1-1 0 0,9 50 1 0 0,7 154 229 0 0,-20-71-563 0 0,-4-95-5875 0 0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5:54.9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81 2104 0 0,'-77'-29'12030'0'0,"95"22"-11772"0"0,29-3-489 0 0,-1 1 0 0 0,75-3-1 0 0,-74 8-762 0 0,68-3-5073 0 0,-80 4 1834 0 0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5:55.2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1 936 0 0,'-10'10'12873'0'0,"8"-7"-12256"0"0,21 12 1048 0 0,-14-12-1457 0 0,0 1 0 0 0,0 0 0 0 0,0 0 0 0 0,0 0 0 0 0,-1 0 0 0 0,1 1 0 0 0,-1 0 0 0 0,0 0-1 0 0,-1 0 1 0 0,1 0 0 0 0,-1 0 0 0 0,0 1 0 0 0,0-1 0 0 0,-1 1 0 0 0,0 0 0 0 0,2 7 0 0 0,-3-5 12 0 0,0-1 1 0 0,-1 1-1 0 0,0-1 1 0 0,-1 1 0 0 0,0-1-1 0 0,0 1 1 0 0,0-1-1 0 0,-1 0 1 0 0,0 1-1 0 0,-1-1 1 0 0,0 0-1 0 0,0 0 1 0 0,0-1-1 0 0,-1 1 1 0 0,-5 8 0 0 0,-10 11 740 0 0,0-1 0 0 0,-31 30 1 0 0,23-26-62 0 0,-53 57 1801 0 0,80-86-2693 0 0,0 0 0 0 0,0 0 1 0 0,0 1-1 0 0,0-1 0 0 0,-1 0 0 0 0,1 0 1 0 0,0 1-1 0 0,0-1 0 0 0,0 0 0 0 0,0 0 0 0 0,0 1 1 0 0,0-1-1 0 0,0 0 0 0 0,0 1 0 0 0,0-1 1 0 0,0 0-1 0 0,0 0 0 0 0,0 1 0 0 0,0-1 0 0 0,0 0 1 0 0,0 0-1 0 0,0 1 0 0 0,0-1 0 0 0,0 0 1 0 0,1 1-1 0 0,-1-1 0 0 0,0 0 0 0 0,0 0 0 0 0,0 0 1 0 0,0 1-1 0 0,0-1 0 0 0,1 0 0 0 0,-1 0 1 0 0,0 1-1 0 0,0-1 0 0 0,0 0 0 0 0,1 0 0 0 0,-1 0 1 0 0,0 0-1 0 0,0 0 0 0 0,1 1 0 0 0,-1-1 1 0 0,0 0-1 0 0,0 0 0 0 0,1 0 0 0 0,-1 0 0 0 0,0 0 1 0 0,1 0-1 0 0,-1 0 0 0 0,0 0 0 0 0,0 0 1 0 0,1 0-1 0 0,-1 0 0 0 0,0 0 0 0 0,0 0 0 0 0,1 0 1 0 0,16 2 93 0 0,-16-2-94 0 0,40-2-352 0 0,1-1 1 0 0,-1-2-1 0 0,80-21 1 0 0,-69 14-959 0 0,-4 2-284 0 0,76-19-4237 0 0,-45 3-2915 0 0,-38 10-254 0 0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6:08.3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45 36 0 0,'3'-4'1700'0'0,"-1"-1"0"0"0,1 1-1 0 0,-1-1 1 0 0,0 0 0 0 0,2-5 0 0 0,0-2 2326 0 0,-2 24-2620 0 0,45 415 3890 0 0,-32-316-3102 0 0,-15-109-1616 0 0,7-12-247 0 0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6:08.8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124 159 416 0 0,'-3'-1'1845'0'0,"-57"-20"6814"0"0,58 20-8149 0 0,-1 0-97 0 0,0-1 0 0 0,0 1 0 0 0,1-1 0 0 0,-1 1 0 0 0,0 0 0 0 0,0 0 0 0 0,0 0 0 0 0,0 1 0 0 0,-6-2 0 0 0,6 8-322 0 0,0-1 0 0 0,0 1 0 0 0,1-1 0 0 0,-1 1 0 0 0,1 0 0 0 0,0 0-1 0 0,1 0 1 0 0,-1 0 0 0 0,1 0 0 0 0,0 0 0 0 0,1 0 0 0 0,0 1 0 0 0,0-1 0 0 0,0 0 0 0 0,0 0 0 0 0,1 0-1 0 0,2 7 1 0 0,-2-5-75 0 0,1 0 0 0 0,0 0 0 0 0,0 0 0 0 0,1-1 0 0 0,0 1 0 0 0,0-1 0 0 0,1 0 0 0 0,0 0 0 0 0,0 0 0 0 0,1-1 0 0 0,0 1 0 0 0,0-1 0 0 0,8 8 0 0 0,-8-10-3 0 0,1 1-1 0 0,0-1 0 0 0,0-1 1 0 0,1 1-1 0 0,-1-1 1 0 0,1 0-1 0 0,0-1 0 0 0,-1 1 1 0 0,1-1-1 0 0,0 0 1 0 0,0-1-1 0 0,1 0 1 0 0,-1 0-1 0 0,11-1 0 0 0,-9 0-3 0 0,1-1-1 0 0,-1-1 1 0 0,1 0-1 0 0,-1 0 1 0 0,0 0-1 0 0,0-2 1 0 0,0 1-1 0 0,0-1 1 0 0,-1 0-1 0 0,10-7 1 0 0,-7 4-2 0 0,0 0 0 0 0,-1-1 0 0 0,0-1 0 0 0,0 0 0 0 0,-1 0 0 0 0,0-1 0 0 0,-1 0 0 0 0,0 0 1 0 0,-1-1-1 0 0,0 0 0 0 0,0-1 0 0 0,-1 1 0 0 0,-1-1 0 0 0,0 0 0 0 0,-1-1 0 0 0,4-16 0 0 0,-7 24-6 0 0,0 0 0 0 0,0-1 0 0 0,-1 1 0 0 0,0 0 0 0 0,0 0 0 0 0,0-1 0 0 0,-1 1 0 0 0,0 0 0 0 0,0 0 0 0 0,0 0-1 0 0,0-1 1 0 0,-1 1 0 0 0,0 1 0 0 0,0-1 0 0 0,0 0 0 0 0,-1 0 0 0 0,0 1 0 0 0,0-1 0 0 0,0 1 0 0 0,-7-7 0 0 0,4 6-3 0 0,1 0 0 0 0,-2 0 0 0 0,1 1 0 0 0,0 0 0 0 0,-1 1 0 0 0,0-1 0 0 0,0 1 0 0 0,0 1 0 0 0,0-1 1 0 0,0 1-1 0 0,0 0 0 0 0,-1 1 0 0 0,1 0 0 0 0,-9-1 0 0 0,-6 1-7 0 0,0 0 1 0 0,0 2 0 0 0,-23 2-1 0 0,34-1-802 0 0,0 1-1 0 0,-20 6 1 0 0,23-6-837 0 0,1 1 1 0 0,-1 0 0 0 0,0 0 0 0 0,-9 7 0 0 0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6:09.6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52 141 1500 0 0,'0'0'1531'0'0,"0"-3"-656"0"0,0 0 0 0 0,0 0 0 0 0,0 0 0 0 0,0 0 0 0 0,-1 1 0 0 0,1-1 0 0 0,-1 0 0 0 0,0 0-1 0 0,-1-3 1 0 0,0 7-820 0 0,-1 1 0 0 0,1-1-1 0 0,-1 1 1 0 0,1 0-1 0 0,0-1 1 0 0,0 1-1 0 0,0 0 1 0 0,0 0 0 0 0,0 1-1 0 0,0-1 1 0 0,0 0-1 0 0,0 1 1 0 0,1-1-1 0 0,0 1 1 0 0,-1-1 0 0 0,1 1-1 0 0,0 0 1 0 0,0 0-1 0 0,0-1 1 0 0,1 1-1 0 0,-2 5 1 0 0,-1 5 441 0 0,1 1 0 0 0,0-1 0 0 0,0 22 0 0 0,2-24-281 0 0,1 1 1 0 0,0-1-1 0 0,1 1 1 0 0,0-1-1 0 0,1 1 1 0 0,0-1-1 0 0,0 0 1 0 0,1 0-1 0 0,1-1 1 0 0,0 1-1 0 0,0-1 1 0 0,14 19 0 0 0,-13-22-111 0 0,0 0 0 0 0,1 0 1 0 0,0 0-1 0 0,0-1 1 0 0,1 0-1 0 0,-1 0 1 0 0,1 0-1 0 0,1-1 1 0 0,-1-1-1 0 0,1 1 0 0 0,0-1 1 0 0,-1-1-1 0 0,2 0 1 0 0,-1 0-1 0 0,0-1 1 0 0,11 2-1 0 0,-9-3-73 0 0,1 0 0 0 0,0 0 0 0 0,0-1 0 0 0,0 0 0 0 0,0-1 1 0 0,-1-1-1 0 0,1 0 0 0 0,0-1 0 0 0,-1 0 0 0 0,1 0 0 0 0,-1-1 0 0 0,0-1 0 0 0,0 0 0 0 0,-1 0 0 0 0,0-1 0 0 0,0 0 0 0 0,0-1 0 0 0,0 0 0 0 0,-1-1 1 0 0,0 0-1 0 0,-1 0 0 0 0,0-1 0 0 0,0 0 0 0 0,-1 0 0 0 0,0-1 0 0 0,-1 0 0 0 0,0 0 0 0 0,0-1 0 0 0,6-18 0 0 0,-7 18-27 0 0,-1-1 1 0 0,-1 1-1 0 0,0-1 0 0 0,0 0 0 0 0,-1 1 1 0 0,-1-1-1 0 0,0 0 0 0 0,-1 0 0 0 0,0-1 0 0 0,-1 1 1 0 0,-2-17-1 0 0,1 22-10 0 0,0 0 0 0 0,0 0 0 0 0,0 0 0 0 0,-1 1 0 0 0,0-1 0 0 0,0 1 0 0 0,-1 0 0 0 0,1 0 0 0 0,-1 0 0 0 0,-1 0 0 0 0,1 1 0 0 0,-1 0 1 0 0,0 0-1 0 0,0 0 0 0 0,-1 0 0 0 0,1 1 0 0 0,-1 0 0 0 0,0 0 0 0 0,0 0 0 0 0,-11-4 0 0 0,-1-2-33 0 0,14 8 21 0 0,0 0-1 0 0,0-1 1 0 0,0 1-1 0 0,0 1 1 0 0,0-1-1 0 0,0 0 1 0 0,0 1-1 0 0,-1 0 1 0 0,1 0 0 0 0,0 0-1 0 0,-8 1 1 0 0,3 0-194 0 0,1 1-1 0 0,-1 1 1 0 0,1 0 0 0 0,0 0 0 0 0,0 0 0 0 0,0 1 0 0 0,0 1 0 0 0,0-1 0 0 0,0 1 0 0 0,1 1 0 0 0,0-1 0 0 0,0 1 0 0 0,0 0 0 0 0,0 1 0 0 0,-10 11 0 0 0,11-10-415 0 0,1-1 0 0 0,0 1 0 0 0,1 1-1 0 0,-1-1 1 0 0,1 0 0 0 0,1 1-1 0 0,-1 0 1 0 0,1 0 0 0 0,1 0 0 0 0,-1 0-1 0 0,1 1 1 0 0,1-1 0 0 0,0 0 0 0 0,0 1-1 0 0,0-1 1 0 0,2 13 0 0 0,1 2-3180 0 0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6:09.9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1 848 0 0,'17'1'8346'0'0,"-5"-1"-3986"0"0,4 5-986 0 0,-14-2-3066 0 0,1 0-1 0 0,-1 0 0 0 0,1 0 1 0 0,-1 0-1 0 0,0 0 0 0 0,-1 1 1 0 0,1-1-1 0 0,0 1 0 0 0,-1-1 1 0 0,0 1-1 0 0,0 0 0 0 0,1 6 1 0 0,6 55 553 0 0,-6-38-491 0 0,7 149 545 0 0,-4-56-2163 0 0,-3-76-936 0 0,-1-16-539 0 0,1 0-3390 0 0,0-7-2285 0 0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6:11.0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114 127 1784 0 0,'-38'-35'6966'0'0,"37"34"-6536"0"0,-12 6 377 0 0,11-3-714 0 0,0 0-1 0 0,0 0 1 0 0,0 0-1 0 0,0 0 1 0 0,0 0 0 0 0,0 1-1 0 0,1-1 1 0 0,-1 0 0 0 0,1 1-1 0 0,0-1 1 0 0,0 1 0 0 0,-1 3-1 0 0,-11 36 626 0 0,11-36-597 0 0,-2 10 90 0 0,1 1 1 0 0,0-1 0 0 0,1 1-1 0 0,0 0 1 0 0,2 0-1 0 0,0 0 1 0 0,4 30 0 0 0,-3-41-158 0 0,0-1 1 0 0,0 0 0 0 0,0 0-1 0 0,1 0 1 0 0,0 0 0 0 0,0 0 0 0 0,0 0-1 0 0,1-1 1 0 0,-1 1 0 0 0,1-1 0 0 0,0 1-1 0 0,1-1 1 0 0,-1 0 0 0 0,1 0 0 0 0,-1 0-1 0 0,1-1 1 0 0,0 0 0 0 0,1 1 0 0 0,-1-1-1 0 0,1-1 1 0 0,-1 1 0 0 0,1-1 0 0 0,0 1-1 0 0,0-1 1 0 0,0-1 0 0 0,0 1 0 0 0,0-1-1 0 0,10 2 1 0 0,-5-2 57 0 0,0 0-1 0 0,0-1 1 0 0,0 0-1 0 0,0-1 1 0 0,0 0-1 0 0,0 0 1 0 0,-1-1-1 0 0,1 0 1 0 0,0-1-1 0 0,-1 0 1 0 0,1-1-1 0 0,-1 0 1 0 0,0 0-1 0 0,0-1 1 0 0,-1 0-1 0 0,1 0 1 0 0,-1-1-1 0 0,0-1 1 0 0,-1 1-1 0 0,1-1 1 0 0,-1 0 0 0 0,-1-1-1 0 0,1 1 1 0 0,-2-1-1 0 0,1-1 1 0 0,-1 1-1 0 0,0-1 1 0 0,0 0-1 0 0,-1 0 1 0 0,0 0-1 0 0,-1-1 1 0 0,0 1-1 0 0,2-12 1 0 0,-3 7-24 0 0,-1 1 1 0 0,0 0 0 0 0,0-1-1 0 0,-1 1 1 0 0,-1 0 0 0 0,0 0-1 0 0,-1-1 1 0 0,-1 1 0 0 0,0 0-1 0 0,0 0 1 0 0,-10-21 0 0 0,11 28-88 0 0,-1 1 1 0 0,-1-1 0 0 0,1 1 0 0 0,-1-1-1 0 0,1 1 1 0 0,-2 0 0 0 0,1 1 0 0 0,0-1 0 0 0,-1 1-1 0 0,0 0 1 0 0,-8-6 0 0 0,8 7-12 0 0,0 1 0 0 0,0 0 0 0 0,0 0 0 0 0,0 0 0 0 0,0 1 0 0 0,0 0-1 0 0,0 0 1 0 0,0 0 0 0 0,-1 0 0 0 0,1 1 0 0 0,0 0 0 0 0,-1 0 0 0 0,1 1 0 0 0,0-1 0 0 0,-9 3 0 0 0,6-1-158 0 0,1 0 0 0 0,-1 0 0 0 0,1 1 1 0 0,0 0-1 0 0,0 1 0 0 0,1 0 0 0 0,-1 0 0 0 0,1 0 1 0 0,0 0-1 0 0,-7 7 0 0 0,4-2-273 0 0,0 1 1 0 0,1-1-1 0 0,0 2 0 0 0,0-1 1 0 0,-8 17-1 0 0,1 4-1888 0 0,2 0 0 0 0,1 1 0 0 0,-13 54 1 0 0,17-51-1489 0 0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6:11.3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31 2036 0 0,'-8'14'5277'0'0,"-4"19"5679"0"0,15-33-10440 0 0,16-2-163 0 0,0-1 0 0 0,-1-1 0 0 0,1 0 0 0 0,-1-2 0 0 0,19-7 0 0 0,37-10-9 0 0,12 6-916 0 0,-23 13-7292 0 0,-42 4 3682 0 0,-7-2-2043 0 0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6:11.5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55 2696 0 0,'21'-55'13537'0'0,"-19"64"-11401"0"0,0 6-1330 0 0,-2 1-1 0 0,0-1 1 0 0,-1 0 0 0 0,-3 20-1 0 0,-1 12-141 0 0,1 20-207 0 0,-1 25-1464 0 0,6 96 1 0 0,1-148-827 0 0,1 11-1801 0 0,1-16-2304 0 0,1-10-1758 0 0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6:12.4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39 186 120 0 0,'-1'-2'2194'0'0,"-18"-32"5166"0"0,2 5-1247 0 0,17 28-6010 0 0,0 0-1 0 0,0 0 1 0 0,-1-1-1 0 0,1 1 1 0 0,0 0-1 0 0,0 0 1 0 0,0 0-1 0 0,0 0 0 0 0,0 0 1 0 0,0 0-1 0 0,0 0 1 0 0,0 0-1 0 0,1-1 1 0 0,-1 1-1 0 0,0 0 0 0 0,2-2 1 0 0,24-9 78 0 0,2 2-1 0 0,0 0 1 0 0,49-10 0 0 0,96-8-3719 0 0,-110 19-986 0 0,-46 5 1267 0 0,-1-2-1272 0 0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6:12.6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98 1296 0 0,'-8'-30'4065'0'0,"-14"-38"4211"0"0,21 69-8171 0 0,0 0 1 0 0,0 0-1 0 0,0 0 0 0 0,0 0 0 0 0,0 0 1 0 0,0 1-1 0 0,0-1 0 0 0,0 0 0 0 0,0 0 0 0 0,1 1 1 0 0,-1-1-1 0 0,0 0 0 0 0,1 1 0 0 0,-1-1 0 0 0,1 1 1 0 0,-1-1-1 0 0,1 4 0 0 0,0-5-103 0 0,-16 76 72 0 0,4 1-1 0 0,-4 110 0 0 0,16 42-8636 0 0,2-181 3777 0 0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6:13.1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214 179 2020 0 0,'-5'-11'1960'0'0,"3"3"-738"0"0,-2 0 1 0 0,1 0-1 0 0,-1 0 0 0 0,0 0 0 0 0,0 1 1 0 0,-10-12-1 0 0,13 17-685 0 0,-19 6 1005 0 0,16 1-1392 0 0,-1 0-1 0 0,1 0 1 0 0,0 1-1 0 0,1-1 1 0 0,-1 1-1 0 0,1 0 0 0 0,0 0 1 0 0,0 1-1 0 0,1-1 1 0 0,0 1-1 0 0,0-1 1 0 0,0 1-1 0 0,1-1 0 0 0,0 10 1 0 0,-1-2-21 0 0,1 1 0 0 0,1 0 0 0 0,0 0 0 0 0,1 0 0 0 0,6 25 0 0 0,-5-30-85 0 0,1 0 1 0 0,0 0-1 0 0,1 0 0 0 0,0-1 0 0 0,0 1 1 0 0,1-1-1 0 0,1 0 0 0 0,-1 0 1 0 0,1-1-1 0 0,1 0 0 0 0,-1 0 0 0 0,2 0 1 0 0,-1-1-1 0 0,1 0 0 0 0,11 9 1 0 0,-9-10-24 0 0,1 0 1 0 0,-1-1 0 0 0,1 0-1 0 0,0-1 1 0 0,0 0 0 0 0,0-1-1 0 0,1 0 1 0 0,-1 0 0 0 0,1-1-1 0 0,-1-1 1 0 0,1 0 0 0 0,0-1-1 0 0,17-1 1 0 0,-10-1-15 0 0,0 0 0 0 0,0-2 0 0 0,0 0 0 0 0,-1-1-1 0 0,1-1 1 0 0,-1 0 0 0 0,-1-2 0 0 0,1 0 0 0 0,-1-1 0 0 0,19-13 0 0 0,-27 15 68 0 0,1 0 0 0 0,-2 0-1 0 0,1-1 1 0 0,-1 0 0 0 0,0-1 0 0 0,0 0 0 0 0,-1 0 0 0 0,0-1 0 0 0,-1 0 0 0 0,0 0 0 0 0,-1 0 0 0 0,0-1 0 0 0,-1 1 0 0 0,0-1 0 0 0,0-1 0 0 0,-1 1 0 0 0,3-23 0 0 0,-5 25-30 0 0,-1 1 1 0 0,0 0-1 0 0,0 0 1 0 0,0 0 0 0 0,-1-1-1 0 0,-1 1 1 0 0,1 0-1 0 0,-2 0 1 0 0,1 0-1 0 0,-1 0 1 0 0,0 1-1 0 0,0-1 1 0 0,-1 1 0 0 0,0 0-1 0 0,0 0 1 0 0,-1 0-1 0 0,0 0 1 0 0,0 1-1 0 0,-1 0 1 0 0,1 0-1 0 0,-1 0 1 0 0,-8-5 0 0 0,3 3-117 0 0,-1 0 0 0 0,-1 1 0 0 0,1 1 1 0 0,-1 0-1 0 0,0 1 0 0 0,0 0 0 0 0,0 1 1 0 0,-1 0-1 0 0,0 1 0 0 0,0 1 0 0 0,0 0 1 0 0,-19 0-1 0 0,4 2-585 0 0,1 2-1 0 0,0 1 1 0 0,0 1 0 0 0,0 1 0 0 0,-31 11-1 0 0,-133 58-7756 0 0,127-44 2972 0 0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6:15.8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43 209 1264 0 0,'-2'-2'1436'0'0,"-3"-5"-663"0"0,0-1 0 0 0,0 0 0 0 0,1-1 0 0 0,0 1-1 0 0,0-1 1 0 0,1 1 0 0 0,0-1 0 0 0,1 0 0 0 0,-2-10-1 0 0,4 15-678 0 0,-1 0 0 0 0,1 0 0 0 0,0 0 0 0 0,0 1-1 0 0,0-1 1 0 0,1 0 0 0 0,-1 0 0 0 0,1 1 0 0 0,0-1-1 0 0,0 0 1 0 0,0 1 0 0 0,1-1 0 0 0,-1 1-1 0 0,1-1 1 0 0,0 1 0 0 0,0 0 0 0 0,0-1 0 0 0,0 1-1 0 0,1 0 1 0 0,-1 1 0 0 0,1-1 0 0 0,0 0-1 0 0,0 1 1 0 0,0-1 0 0 0,0 1 0 0 0,3-2 0 0 0,2 0-22 0 0,-1 1 0 0 0,1 0 0 0 0,0 0 0 0 0,0 1 0 0 0,0 0 0 0 0,0 0 0 0 0,0 1 0 0 0,0 0 0 0 0,1 0 0 0 0,-1 1 0 0 0,0 0 0 0 0,1 1 0 0 0,11 2 0 0 0,-10-2-37 0 0,0 1-1 0 0,-1 1 0 0 0,1 0 1 0 0,-1 0-1 0 0,0 0 1 0 0,0 1-1 0 0,0 1 1 0 0,0 0-1 0 0,-1 0 1 0 0,0 0-1 0 0,9 9 1 0 0,-13-10-4 0 0,0 0 0 0 0,0 0 1 0 0,-1 0-1 0 0,1 1 0 0 0,-1-1 0 0 0,0 1 1 0 0,-1 0-1 0 0,1 0 0 0 0,-1 0 1 0 0,0 0-1 0 0,0 1 0 0 0,-1-1 1 0 0,2 7-1 0 0,-2-4 20 0 0,0 1 0 0 0,-1 0 0 0 0,0-1-1 0 0,-1 1 1 0 0,1 0 0 0 0,-2-1 0 0 0,-3 15 0 0 0,-1-2 124 0 0,-2-1-1 0 0,0 0 1 0 0,-1-1-1 0 0,-1 0 1 0 0,-25 34-1 0 0,-34 31 810 0 0,14-20 266 0 0,47-50-1009 0 0,8-14-236 0 0,0 0-1 0 0,0 1 1 0 0,0-1-1 0 0,0 0 1 0 0,0 0 0 0 0,0 1-1 0 0,0-1 1 0 0,0 0-1 0 0,0 0 1 0 0,0 0 0 0 0,0 1-1 0 0,0-1 1 0 0,0 0-1 0 0,0 0 1 0 0,0 0 0 0 0,0 1-1 0 0,0-1 1 0 0,0 0-1 0 0,0 0 1 0 0,1 0 0 0 0,-1 1-1 0 0,0-1 1 0 0,0 0-1 0 0,0 0 1 0 0,0 0 0 0 0,0 0-1 0 0,1 1 1 0 0,-1-1-1 0 0,0 0 1 0 0,0 0 0 0 0,0 0-1 0 0,1 0 1 0 0,-1 0-1 0 0,2 1 7 0 0,1-1-1 0 0,-1 0 1 0 0,1 0-1 0 0,-1 0 1 0 0,1 0 0 0 0,-1 0-1 0 0,1-1 1 0 0,2 0-1 0 0,181-44 82 0 0,-35 8-1404 0 0,-132 32 665 0 0,71-11-2446 0 0,-78 15 786 0 0,0 0 1 0 0,24 2 0 0 0,-22 2-2412 0 0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6:16.0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4 328 0 0,'-39'-4'19983'0'0,"38"14"-19649"0"0,0 0 0 0 0,1 0 0 0 0,0 1 0 0 0,2 15-1 0 0,-1-1-123 0 0,8 125-915 0 0,9 1-3474 0 0,-11-90 1610 0 0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6:26.2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93 568 0 0,'0'0'1363'0'0,"1"-22"3141"0"0,-1 21-4411 0 0,1-1-1 0 0,0 1 1 0 0,0-1 0 0 0,0 1-1 0 0,0 0 1 0 0,0-1 0 0 0,0 1-1 0 0,0 0 1 0 0,0 0-1 0 0,1 0 1 0 0,-1 0 0 0 0,0 0-1 0 0,1 0 1 0 0,-1 0-1 0 0,0 0 1 0 0,1 1 0 0 0,-1-1-1 0 0,1 0 1 0 0,2 0-1 0 0,-2 0 48 0 0,2 2-20 0 0,-1-1-95 0 0,1 1-1 0 0,-1-1 0 0 0,0 1 1 0 0,1 0-1 0 0,-1 0 0 0 0,0 0 1 0 0,0 1-1 0 0,0-1 0 0 0,0 1 0 0 0,0 0 1 0 0,0 0-1 0 0,0 0 0 0 0,0 0 1 0 0,-1 0-1 0 0,5 5 0 0 0,-4-3 8 0 0,1 1 0 0 0,-1 0 0 0 0,1 1 0 0 0,-1-1 0 0 0,-1 1 0 0 0,1-1 0 0 0,-1 1 0 0 0,0 0-1 0 0,0 0 1 0 0,-1-1 0 0 0,0 1 0 0 0,0 1 0 0 0,0-1 0 0 0,-1 0 0 0 0,0 0 0 0 0,0 0 0 0 0,0 0 0 0 0,-1 0 0 0 0,0 0 0 0 0,0 0 0 0 0,0 0-1 0 0,-5 10 1 0 0,-1 4 158 0 0,-2-1 0 0 0,0 0-1 0 0,-1 0 1 0 0,-1-1 0 0 0,-13 18-1 0 0,115-152 439 0 0,-28 49-637 0 0,58-68-28 0 0,-108 122 23 0 0,-12 12 12 0 0,0 0-1 0 0,0 0 1 0 0,1 0-1 0 0,-1 0 1 0 0,0-1-1 0 0,0 1 1 0 0,0-1-1 0 0,0 1 0 0 0,-1-1 1 0 0,2-1-1 0 0,-1 1 5 0 0,-3 4 9 0 0,-4 1-8 0 0,1 0 0 0 0,0 1 0 0 0,0-1 0 0 0,0 1 0 0 0,0 1 0 0 0,1-1 0 0 0,-1 1 0 0 0,1 0 0 0 0,0 0 0 0 0,-4 8 0 0 0,0-2 10 0 0,-4 5 1 0 0,1-1 0 0 0,1 1 0 0 0,0 1 0 0 0,1 0 0 0 0,1 0 0 0 0,1 1 0 0 0,0 0 0 0 0,-4 20 0 0 0,10-36-3 0 0,1 0-1 0 0,0 1 1 0 0,0-1-1 0 0,0 0 1 0 0,0 0 0 0 0,0 0-1 0 0,0 0 1 0 0,0 0-1 0 0,1 1 1 0 0,-1-1-1 0 0,1 0 1 0 0,0 0 0 0 0,-1 0-1 0 0,1 0 1 0 0,0 0-1 0 0,0-1 1 0 0,0 1-1 0 0,1 0 1 0 0,-1 0 0 0 0,0-1-1 0 0,3 3 1 0 0,-1-2-2 0 0,0 0 0 0 0,0 0 0 0 0,0 0 0 0 0,0-1 0 0 0,0 0 0 0 0,7 2-1 0 0,41 0 29 0 0,49-5 52 0 0,-98 2-85 0 0,30-1 51 0 0,-29 1-57 0 0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6:28.0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45 784 0 0,'3'-2'1428'0'0,"34"-21"4677"0"0,-36 22-5582 0 0,18-14 2324 0 0,-15 12-2147 0 0,-12 5-549 0 0,-12 8-139 0 0,5 2-10 0 0,0 0 1 0 0,0 1-1 0 0,1 1 1 0 0,1 0-1 0 0,1 1 1 0 0,0 1-1 0 0,0 0 1 0 0,2 0-1 0 0,0 1 0 0 0,1 0 1 0 0,1 1-1 0 0,-11 33 1 0 0,17-46 8 0 0,1 0 0 0 0,0 1 0 0 0,0-1 0 0 0,0 0 0 0 0,0 1 0 0 0,1-1-1 0 0,0 1 1 0 0,1-1 0 0 0,0 10 0 0 0,0-13-5 0 0,0 1 0 0 0,0-1 0 0 0,0 0 0 0 0,0 1 0 0 0,0-1 0 0 0,0 0 0 0 0,0 0 0 0 0,1 1 0 0 0,-1-1 0 0 0,1 0 0 0 0,0-1 0 0 0,-1 1 0 0 0,1 0 0 0 0,0 0 0 0 0,0-1 0 0 0,0 1 0 0 0,0-1 0 0 0,1 0 0 0 0,-1 1 0 0 0,0-1 0 0 0,0 0 0 0 0,6 1 0 0 0,6 2 1 0 0,0-1 1 0 0,1 0 0 0 0,0-1 0 0 0,-1 0-1 0 0,1-2 1 0 0,25-1 0 0 0,-31 1 82 0 0,1-1-1 0 0,-1-1 1 0 0,1 0 0 0 0,-1 0-1 0 0,0-1 1 0 0,0 0 0 0 0,0-1 0 0 0,0 0-1 0 0,0 0 1 0 0,-1-1 0 0 0,11-7-1 0 0,-17 10-15 0 0,0 1-1 0 0,0-1 0 0 0,-1 0 1 0 0,1 0-1 0 0,0 1 1 0 0,-1-1-1 0 0,1 0 0 0 0,-1 0 1 0 0,0 0-1 0 0,2-3 0 0 0,-3 4-49 0 0,0 0 0 0 0,1 0-1 0 0,-1 0 1 0 0,0 0-1 0 0,0 0 1 0 0,0 0 0 0 0,0 0-1 0 0,0 0 1 0 0,0 0-1 0 0,0 0 1 0 0,0 0 0 0 0,0 0-1 0 0,0 0 1 0 0,-1 0-1 0 0,1 0 1 0 0,0 0 0 0 0,-1 0-1 0 0,0-1 1 0 0,0 0-11 0 0,-1 0 1 0 0,0 0 0 0 0,0 0-1 0 0,0 0 1 0 0,0 1-1 0 0,0-1 1 0 0,0 1 0 0 0,-1-1-1 0 0,1 1 1 0 0,0 0-1 0 0,-1 0 1 0 0,1 0 0 0 0,-1 0-1 0 0,1 0 1 0 0,-1 1-1 0 0,-4-2 1 0 0,-4 1-185 0 0,1 0 0 0 0,-1 1-1 0 0,1 0 1 0 0,-1 1 0 0 0,1 0 0 0 0,-17 4 0 0 0,-61 19-6387 0 0,87-24 6354 0 0,-30 9-4878 0 0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5:49.4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45 76 0 0,'-1'-26'9780'0'0,"0"25"-9588"0"0,1 0 0 0 0,0 1 0 0 0,0-1 0 0 0,0 0 0 0 0,0 1 0 0 0,0-1 0 0 0,0 0 0 0 0,0 1 0 0 0,1-1 0 0 0,-1 0 0 0 0,0 1 1 0 0,0-1-1 0 0,0 0 0 0 0,1 1 0 0 0,-1-1 0 0 0,0 0 0 0 0,1 1 0 0 0,-1-1 0 0 0,0 1 0 0 0,1-1 0 0 0,-1 1 0 0 0,1-1 0 0 0,-1 1 1 0 0,1-1-1 0 0,-1 1 0 0 0,1 0 0 0 0,-1-1 0 0 0,1 1 0 0 0,0-1 0 0 0,-1 1 0 0 0,2 0 0 0 0,-1-1 6 0 0,1 1 0 0 0,0 0 0 0 0,-1 1-1 0 0,1-1 1 0 0,0 0 0 0 0,-1 0 0 0 0,1 1-1 0 0,0-1 1 0 0,-1 1 0 0 0,1-1 0 0 0,0 1 0 0 0,1 1-1 0 0,10 5 192 0 0,0 1 0 0 0,15 13-1 0 0,-21-16 106 0 0,34 29 128 0 0,52 55 0 0 0,15 14-2622 0 0,-100-97 1308 0 0,41 32-3380 0 0,-44-35 2548 0 0,0 0 0 0 0,0-1 0 0 0,0 1 0 0 0,9 2 0 0 0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5:49.6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159 49 956 0 0,'-1'-6'1436'0'0,"0"1"0"0"0,-1-1-1 0 0,1 0 1 0 0,-1 0 0 0 0,-5-9 854 0 0,7 14-2128 0 0,-1 1 0 0 0,0-1 0 0 0,1 1 0 0 0,-1 0 0 0 0,1-1 0 0 0,-1 1 0 0 0,0 0 0 0 0,0-1 0 0 0,1 1 0 0 0,-1 0 0 0 0,0 0 0 0 0,1 0 0 0 0,-1 0 0 0 0,0 0 0 0 0,-1 0 0 0 0,-2 3 230 0 0,1 0 0 0 0,-1 1-1 0 0,1 0 1 0 0,-1 0 0 0 0,1 0-1 0 0,1 0 1 0 0,-1 0 0 0 0,0 0 0 0 0,1 1-1 0 0,0-1 1 0 0,-2 6 0 0 0,-17 60 1327 0 0,17-55-1440 0 0,-42 199 1146 0 0,24-69-4588 0 0,20-101-51 0 0,8-15-3526 0 0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5:49.8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15 1744 0 0,'17'-15'13133'0'0,"-15"18"-12860"0"0,0-1-1 0 0,-1 0 0 0 0,1 0 1 0 0,-1 1-1 0 0,1-1 1 0 0,-1 1-1 0 0,0-1 0 0 0,0 1 1 0 0,0-1-1 0 0,-1 1 1 0 0,1 0-1 0 0,0-1 0 0 0,-1 1 1 0 0,0 0-1 0 0,0-1 0 0 0,0 1 1 0 0,0 4-1 0 0,-5 58 1230 0 0,3-57-1355 0 0,-15 90 577 0 0,0 1-2901 0 0,13-32-4694 0 0,4-54 2510 0 0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6:29.6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80 1280 0 0,'0'-4'500'0'0,"1"0"0"0"0,1 1 1 0 0,-1-1-1 0 0,0 0 0 0 0,1 1 0 0 0,0-1 0 0 0,0 1 0 0 0,0 0 1 0 0,0-1-1 0 0,0 1 0 0 0,4-3 0 0 0,-4 5-428 0 0,0 0 1 0 0,0-1-1 0 0,0 1 0 0 0,0 0 0 0 0,0 1 0 0 0,0-1 0 0 0,0 0 1 0 0,1 0-1 0 0,-1 1 0 0 0,0 0 0 0 0,1-1 0 0 0,-1 1 0 0 0,0 0 1 0 0,1 0-1 0 0,-1 0 0 0 0,0 0 0 0 0,1 1 0 0 0,3 0 0 0 0,-1 0-22 0 0,1 1-1 0 0,0 0 0 0 0,-1 0 0 0 0,1 0 1 0 0,-1 0-1 0 0,0 1 0 0 0,0 0 0 0 0,0 0 1 0 0,0 1-1 0 0,-1-1 0 0 0,1 1 0 0 0,-1 0 1 0 0,0 0-1 0 0,0 1 0 0 0,0-1 0 0 0,0 1 1 0 0,-1 0-1 0 0,0 0 0 0 0,0 0 0 0 0,0 0 1 0 0,3 9-1 0 0,-2-4-25 0 0,-1 1 1 0 0,0-1-1 0 0,0 1 1 0 0,-1-1-1 0 0,0 1 1 0 0,-1 0-1 0 0,0 0 1 0 0,-1 0-1 0 0,0 0 1 0 0,-3 18-1 0 0,3-26-10 0 0,-1-1 0 0 0,1 1 0 0 0,0-1 0 0 0,0 1 0 0 0,0-1 0 0 0,0 1 0 0 0,0-1 0 0 0,0 1 0 0 0,2 4 0 0 0,-2-6-12 0 0,0-1 0 0 0,0 0 0 0 0,0 0 0 0 0,0 0 0 0 0,0 0 0 0 0,0 0 0 0 0,0 0-1 0 0,0 0 1 0 0,1 0 0 0 0,-1 1 0 0 0,0-1 0 0 0,0 0 0 0 0,0 0 0 0 0,0 0 0 0 0,0 0 0 0 0,0 0-1 0 0,0 0 1 0 0,0 0 0 0 0,0 0 0 0 0,1 0 0 0 0,-1 0 0 0 0,0 0 0 0 0,0 0 0 0 0,0 0 0 0 0,0 0 0 0 0,0 0-1 0 0,0 0 1 0 0,1 0 0 0 0,-1 0 0 0 0,0 0 0 0 0,0 0 0 0 0,0 0 0 0 0,0 0 0 0 0,0 0 0 0 0,0 0-1 0 0,1 0 1 0 0,-1 0 0 0 0,0 0 0 0 0,0 0 0 0 0,0 0 0 0 0,0 0 0 0 0,0 0 0 0 0,0 0 0 0 0,0 0-1 0 0,0 0 1 0 0,1 0 0 0 0,-1-1 0 0 0,0 1 0 0 0,0 0 0 0 0,0 0 0 0 0,0 0 0 0 0,0 0 0 0 0,0 0 0 0 0,0 0-1 0 0,8-18 64 0 0,83-220 308 0 0,-89 234-297 0 0,5-14-101 0 0,-3 15 129 0 0,-1 10 243 0 0,-1 11-121 0 0,1 0 0 0 0,1 0 0 0 0,0 0 0 0 0,2 0 0 0 0,13 29 0 0 0,-16-40-449 0 0,0-1-1 0 0,1 1 1 0 0,0-1-1 0 0,0 0 1 0 0,1 0-1 0 0,0-1 1 0 0,0 0-1 0 0,0 1 1 0 0,0-1-1 0 0,1-1 0 0 0,0 1 1 0 0,0-1-1 0 0,0 0 1 0 0,1-1-1 0 0,-1 0 1 0 0,1 0-1 0 0,10 4 1 0 0,-9-5-963 0 0,-6-1 979 0 0,-1-1-1 0 0,1 1 1 0 0,0-1 0 0 0,0 0-1 0 0,0 0 1 0 0,-1 0 0 0 0,1 0-1 0 0,0 0 1 0 0,0 0 0 0 0,2 0-1 0 0,0-1-463 0 0,17 0-1310 0 0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6:29.8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 2912 0 0,'41'-10'6546'0'0,"-39"10"-5914"0"0,2 4-250 0 0,-4-3-355 0 0,1-1 0 0 0,0 1 0 0 0,-1-1 1 0 0,1 1-1 0 0,-1-1 0 0 0,1 1 0 0 0,-1 0 0 0 0,1-1 0 0 0,-1 1 1 0 0,1 0-1 0 0,-1-1 0 0 0,0 1 0 0 0,1 0 0 0 0,-1-1 0 0 0,0 1 1 0 0,1 0-1 0 0,-1 0 0 0 0,0 0 0 0 0,0-1 0 0 0,0 2 0 0 0,0 21 131 0 0,2 0-1 0 0,4 29 1 0 0,-4-42-796 0 0,0-1 1 0 0,1 1 0 0 0,0-1 0 0 0,1 0 0 0 0,-1 0 0 0 0,2 0 0 0 0,-1 0 0 0 0,8 9 0 0 0,2-2-2740 0 0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6:30.5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72 688 0 0,'1'-2'1550'0'0,"1"-3"-1217"0"0,0 2 0 0 0,1-1 0 0 0,-1 0 1 0 0,1 0-1 0 0,0 1 0 0 0,0 0 1 0 0,0-1-1 0 0,1 1 0 0 0,-1 0 1 0 0,1 1-1 0 0,0-1 0 0 0,-1 1 1 0 0,1-1-1 0 0,0 1 0 0 0,1 0 0 0 0,-1 1 1 0 0,0-1-1 0 0,0 1 0 0 0,1-1 1 0 0,-1 1-1 0 0,1 1 0 0 0,5-1 1 0 0,-7 1-284 0 0,-1 0 0 0 0,1 1 1 0 0,-1-1-1 0 0,1 1 1 0 0,-1 0-1 0 0,1-1 0 0 0,-1 1 1 0 0,0 1-1 0 0,1-1 0 0 0,-1 0 1 0 0,0 0-1 0 0,0 1 1 0 0,0-1-1 0 0,0 1 0 0 0,0 0 1 0 0,0 0-1 0 0,0-1 1 0 0,-1 1-1 0 0,1 0 0 0 0,-1 1 1 0 0,2 1-1 0 0,1 2 61 0 0,-1 1 0 0 0,0-1 0 0 0,0 0 1 0 0,0 1-1 0 0,-1 0 0 0 0,2 6 0 0 0,-3-1-5 0 0,1-1 0 0 0,-1 0-1 0 0,-1 0 1 0 0,0 0 0 0 0,-1 1 0 0 0,0-1 0 0 0,-3 11 0 0 0,-23 79 335 0 0,20-76-379 0 0,-10 23 52 0 0,10-30-2 0 0,1 1 0 0 0,-5 23-1 0 0,65-142 276 0 0,-6 4-356 0 0,46-103 197 0 0,-92 195-184 0 0,0-1 0 0 0,-1 0 1 0 0,1 1-1 0 0,-1-1 0 0 0,0 0 1 0 0,-1 1-1 0 0,1-8 0 0 0,-1 10-16 0 0,-3-1 35 0 0,0 0-15 0 0,-4 9-40 0 0,3 0-7 0 0,1 0 1 0 0,0 1-1 0 0,0-1 0 0 0,0 1 1 0 0,1 0-1 0 0,0-1 0 0 0,0 1 1 0 0,1 0-1 0 0,0 0 0 0 0,0 0 0 0 0,0 1 1 0 0,1-1-1 0 0,0 0 0 0 0,1 0 1 0 0,0 0-1 0 0,0 0 0 0 0,0 0 1 0 0,3 7-1 0 0,-1-5 1 0 0,0-1-1 0 0,1 0 1 0 0,0 0-1 0 0,0 0 1 0 0,1-1-1 0 0,0 1 1 0 0,0-1-1 0 0,1 0 1 0 0,0-1-1 0 0,0 1 1 0 0,1-1-1 0 0,-1 0 1 0 0,1-1-1 0 0,10 6 1 0 0,-2-2-726 0 0,1-1 0 0 0,0 0-1 0 0,1-2 1 0 0,0 0 0 0 0,-1 0 0 0 0,2-2-1 0 0,-1 0 1 0 0,0-1 0 0 0,1-1 0 0 0,0-1-1 0 0,28 0 1 0 0,-26-2-2965 0 0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6:30.7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21 1744 0 0,'-14'-6'4650'0'0,"-30"-8"2965"0"0,42 14-7352 0 0,37 18 124 0 0,-31-15-317 0 0,-1-1 1 0 0,1 1 0 0 0,-1 0-1 0 0,0 0 1 0 0,0 0 0 0 0,0 0 0 0 0,-1 0-1 0 0,1 1 1 0 0,-1-1 0 0 0,1 1-1 0 0,-1 0 1 0 0,-1 0 0 0 0,1 0-1 0 0,0 0 1 0 0,-1 0 0 0 0,0 0 0 0 0,0 0-1 0 0,0 0 1 0 0,0 1 0 0 0,-1-1-1 0 0,0 0 1 0 0,0 7 0 0 0,-1 2 304 0 0,-1 0 1 0 0,-1 0 0 0 0,0 0-1 0 0,-1 0 1 0 0,-9 22-1 0 0,12-34-365 0 0,1 0 0 0 0,-1 0 1 0 0,1 0-1 0 0,-1 0 0 0 0,1 0 0 0 0,0 0 0 0 0,0 0 0 0 0,-1 0 0 0 0,1 0 0 0 0,0 0 0 0 0,0 0 0 0 0,0 0 0 0 0,0 0 0 0 0,0 0 0 0 0,0 0 0 0 0,0 0 0 0 0,0 0 1 0 0,1 1-1 0 0,-1-1 0 0 0,0 0 0 0 0,1 0 0 0 0,-1 0 0 0 0,1 1 0 0 0,0-1-12 0 0,0-1 1 0 0,0 1-1 0 0,0-1 1 0 0,0 1-1 0 0,0-1 0 0 0,0 1 1 0 0,0-1-1 0 0,1 1 1 0 0,-1-1-1 0 0,0 0 1 0 0,0 0-1 0 0,0 1 0 0 0,0-1 1 0 0,0 0-1 0 0,0 0 1 0 0,1 0-1 0 0,-1 0 1 0 0,1-1-1 0 0,9-1-199 0 0,1 0 1 0 0,-1-1 0 0 0,16-6-1 0 0,-18 6-58 0 0,243-98-9716 0 0,-183 73 4665 0 0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5:51.2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37 1940 0 0,'-49'-32'7928'0'0,"39"28"-7044"0"0,10 10 236 0 0,9 12-277 0 0,7-3-665 0 0,1-1 1 0 0,1-1-1 0 0,0 0 0 0 0,0-2 0 0 0,41 19 1 0 0,-33-16-107 0 0,2 0-184 0 0,6 4-314 0 0,37 14-1 0 0,-59-27-1237 0 0,1-1 0 0 0,0-1 0 0 0,23 3 0 0 0,-20-4-2168 0 0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5:51.4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164 45 624 0 0,'0'-3'764'0'0,"0"-1"-1"0"0,-1 0 0 0 0,1 1 1 0 0,-1-1-1 0 0,1 0 1 0 0,-1 1-1 0 0,0-1 1 0 0,0 1-1 0 0,-1-1 1 0 0,-2-4 1329 0 0,2 8-1455 0 0,0 1-501 0 0,0-1 1 0 0,0 1-1 0 0,0 0 1 0 0,0 0-1 0 0,0 0 1 0 0,0 1-1 0 0,0-1 1 0 0,0 0-1 0 0,0 1 1 0 0,1-1-1 0 0,-1 1 1 0 0,1 0 0 0 0,-1-1-1 0 0,1 1 1 0 0,0 0-1 0 0,-1 0 1 0 0,1 0-1 0 0,0 0 1 0 0,0 0-1 0 0,-1 3 1 0 0,-17 52 1486 0 0,15-43-1359 0 0,-80 329 1273 0 0,81-327-1905 0 0,1 1 0 0 0,0-1-1 0 0,1 25 1 0 0,1-33-259 0 0,1-1 0 0 0,0 1 0 0 0,4 14-1 0 0,-4-18 34 0 0,0 0 0 0 0,0-1 0 0 0,1 0 0 0 0,-1 1-1 0 0,1-1 1 0 0,0 0 0 0 0,0 0 0 0 0,1 0 0 0 0,2 3-1 0 0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5:51.9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98 60 0 0,'2'-14'4185'0'0,"0"6"-2795"0"0,-1 0 0 0 0,1 0 1 0 0,0 0-1 0 0,4-8 0 0 0,-5 14-1268 0 0,0 0-1 0 0,0 0 1 0 0,1 0-1 0 0,-1 0 1 0 0,0 0 0 0 0,1 0-1 0 0,0 0 1 0 0,-1 0-1 0 0,1 0 1 0 0,0 1-1 0 0,0-1 1 0 0,0 1 0 0 0,0-1-1 0 0,0 1 1 0 0,0 0-1 0 0,0 0 1 0 0,1 0-1 0 0,2-1 1 0 0,-2 1-76 0 0,0 0-1 0 0,0 1 1 0 0,1-1-1 0 0,-1 1 1 0 0,0-1 0 0 0,0 1-1 0 0,0 0 1 0 0,1 0 0 0 0,-1 0-1 0 0,0 1 1 0 0,0-1-1 0 0,1 1 1 0 0,-1 0 0 0 0,0 0-1 0 0,0 0 1 0 0,0 0 0 0 0,0 0-1 0 0,0 1 1 0 0,0 0 0 0 0,-1-1-1 0 0,1 1 1 0 0,0 0-1 0 0,2 3 1 0 0,-2-2 0 0 0,-1 0 1 0 0,1 0-1 0 0,-1 1 0 0 0,0-1 0 0 0,0 0 0 0 0,0 1 1 0 0,-1-1-1 0 0,1 1 0 0 0,-1 0 0 0 0,0 0 1 0 0,0-1-1 0 0,0 1 0 0 0,-1 0 0 0 0,1 0 1 0 0,-1 0-1 0 0,0 0 0 0 0,0 0 0 0 0,0 0 1 0 0,0 0-1 0 0,-2 4 0 0 0,-2 7 47 0 0,0-1 0 0 0,-2 0 1 0 0,1 0-1 0 0,-2 0 0 0 0,0-1 0 0 0,0 0 0 0 0,-12 15 1 0 0,-1 5 781 0 0,19-32-617 0 0,1-1-255 0 0,0 1 1 0 0,0-1-1 0 0,0 0 0 0 0,0 1 1 0 0,0-1-1 0 0,1 0 0 0 0,-1 1 1 0 0,0-1-1 0 0,0 0 0 0 0,0 0 0 0 0,1 1 1 0 0,-1-1-1 0 0,0 0 0 0 0,1 0 1 0 0,-1 1-1 0 0,0-1 0 0 0,0 0 1 0 0,1 0-1 0 0,-1 0 0 0 0,0 0 1 0 0,1 1-1 0 0,-1-1 0 0 0,0 0 1 0 0,1 0-1 0 0,-1 0 0 0 0,0 0 1 0 0,1 0-1 0 0,-1 0 0 0 0,1 0 1 0 0,-1 0-1 0 0,0 0 0 0 0,1 0 1 0 0,-1 0-1 0 0,16-1 66 0 0,5-2-66 0 0,0 1-1 0 0,0 1 1 0 0,0 0 0 0 0,37 6-1 0 0,-41-3 21 0 0,-1 1-1 0 0,0 0 1 0 0,1 1-1 0 0,-1 1 1 0 0,-1 1-1 0 0,26 13 1 0 0,-38-18 50 0 0,-1 0-1 0 0,1 0 1 0 0,-1 1 0 0 0,0-1 0 0 0,0 1 0 0 0,0 0 0 0 0,0-1 0 0 0,0 1 0 0 0,0 0 0 0 0,0 0 0 0 0,-1 0-1 0 0,1 1 1 0 0,-1-1 0 0 0,1 0 0 0 0,-1 0 0 0 0,0 1 0 0 0,0-1 0 0 0,0 1 0 0 0,0-1 0 0 0,0 1 0 0 0,-1 0 0 0 0,1-1-1 0 0,-1 4 1 0 0,0-2 15 0 0,-1 0 0 0 0,1 0-1 0 0,-1 0 1 0 0,0-1-1 0 0,-1 1 1 0 0,1 0 0 0 0,-1-1-1 0 0,0 1 1 0 0,1-1 0 0 0,-1 1-1 0 0,-1-1 1 0 0,1 0-1 0 0,0 0 1 0 0,-1 0 0 0 0,-5 4-1 0 0,-6 6 56 0 0,-1-1 0 0 0,0 0 0 0 0,-1-1 0 0 0,0-1 0 0 0,0 0 0 0 0,-30 11 0 0 0,20-11-169 0 0,0-1 0 0 0,0-1 0 0 0,-1-1 0 0 0,-29 3 0 0 0,10-8-2258 0 0,44-2 1899 0 0,1 0 0 0 0,-1 0 0 0 0,1 0 0 0 0,-1 0 0 0 0,1 0 0 0 0,-1 0 0 0 0,1 0 0 0 0,0-1-1 0 0,-1 1 1 0 0,1-1 0 0 0,-1 1 0 0 0,1-1 0 0 0,0 1 0 0 0,-1-1 0 0 0,1 0 0 0 0,0 0 0 0 0,0 1 0 0 0,0-1-1 0 0,0 0 1 0 0,-1 0 0 0 0,1 0 0 0 0,0 0 0 0 0,1-1 0 0 0,-1 1 0 0 0,0 0 0 0 0,0 0 0 0 0,-1-2-1 0 0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6:31.4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23 114 1412 0 0,'-1'-1'258'0'0,"-1"1"1"0"0,1-1-1 0 0,0 0 0 0 0,-1 0 1 0 0,1 1-1 0 0,0-1 0 0 0,0 0 1 0 0,0 0-1 0 0,0 0 0 0 0,0 0 1 0 0,0-1-1 0 0,0 1 1 0 0,0 0-1 0 0,0 0 0 0 0,0-1 1 0 0,0 1-1 0 0,1 0 0 0 0,-1-1 1 0 0,1 1-1 0 0,-1-1 0 0 0,1 1 1 0 0,0 0-1 0 0,-1-1 0 0 0,1 1 1 0 0,0-1-1 0 0,0 1 0 0 0,0-1 1 0 0,0 1-1 0 0,0-1 0 0 0,0 1 1 0 0,1-3-1 0 0,0 3-193 0 0,0 0 1 0 0,0 0-1 0 0,0 0 0 0 0,0 0 0 0 0,0 0 1 0 0,0 1-1 0 0,1-1 0 0 0,-1 0 1 0 0,0 1-1 0 0,0-1 0 0 0,1 1 1 0 0,-1 0-1 0 0,0-1 0 0 0,1 1 1 0 0,-1 0-1 0 0,0 0 0 0 0,1 0 0 0 0,-1-1 1 0 0,1 2-1 0 0,2-1 0 0 0,-1 1-1 0 0,1 0-1 0 0,-1 0 1 0 0,0 1 0 0 0,1-1-1 0 0,-1 1 1 0 0,0 0-1 0 0,0 0 1 0 0,0 0-1 0 0,0 0 1 0 0,0 1-1 0 0,0-1 1 0 0,-1 1-1 0 0,1-1 1 0 0,-1 1-1 0 0,0 0 1 0 0,0 0 0 0 0,0 0-1 0 0,0 0 1 0 0,0 1-1 0 0,-1-1 1 0 0,2 4-1 0 0,-1-1 56 0 0,0 0-1 0 0,-1 0 1 0 0,0 0 0 0 0,0 0-1 0 0,-1 0 1 0 0,1 1-1 0 0,-1-1 1 0 0,-1 0 0 0 0,1 0-1 0 0,-1 0 1 0 0,0 0-1 0 0,-2 7 1 0 0,-17 55 788 0 0,20-68-899 0 0,0 0 1 0 0,-1 1 0 0 0,1-1-1 0 0,0 0 1 0 0,0 1 0 0 0,-1-1 0 0 0,1 0-1 0 0,0 1 1 0 0,0-1 0 0 0,0 0-1 0 0,0 1 1 0 0,0-1 0 0 0,0 1-1 0 0,-1-1 1 0 0,1 0 0 0 0,0 1 0 0 0,0-1-1 0 0,0 1 1 0 0,0-1 0 0 0,0 0-1 0 0,1 1 1 0 0,-1-1 0 0 0,0 0-1 0 0,0 1 1 0 0,0-1 0 0 0,0 1-1 0 0,0-1 1 0 0,9-5 40 0 0,11-15-40 0 0,180-190 2 0 0,-194 204-6 0 0,29-33 8 0 0,-34 38-14 0 0,-2 3 4 0 0,0 0 0 0 0,1 0 0 0 0,-1 0 0 0 0,0 0 0 0 0,-1 0 0 0 0,1-1 0 0 0,0 1 0 0 0,0 0 0 0 0,-4 2 1 0 0,-4 8 15 0 0,2-1-15 0 0,1 1 0 0 0,0 1 0 0 0,0-1-1 0 0,1 1 1 0 0,1 0 0 0 0,-5 20 0 0 0,8-28-23 0 0,1 1 0 0 0,-1-1-1 0 0,1 1 1 0 0,1-1 0 0 0,-1 1 0 0 0,0-1 0 0 0,1 1 0 0 0,0-1 0 0 0,1 0 0 0 0,-1 1 0 0 0,1-1 0 0 0,0 0-1 0 0,0 0 1 0 0,1 0 0 0 0,-1 0 0 0 0,1 0 0 0 0,0-1 0 0 0,1 1 0 0 0,3 3 0 0 0,-2-2-321 0 0,1 0 0 0 0,0-1 1 0 0,1 0-1 0 0,-1 0 1 0 0,1 0-1 0 0,0-1 0 0 0,12 6 1 0 0,-10-6-1009 0 0,1-1 1 0 0,0 0-1 0 0,11 2 1 0 0,0-1-3063 0 0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6:31.8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16 848 0 0,'-25'-9'8998'0'0,"6"2"-5513"0"0,31 10-3425 0 0,40 15 141 0 0,-35-12-164 0 0,-16-5-16 0 0,0-1 0 0 0,0 1 0 0 0,-1-1 0 0 0,1 1 0 0 0,0 0 1 0 0,0-1-1 0 0,0 1 0 0 0,-1 0 0 0 0,1 0 0 0 0,0-1 0 0 0,-1 1 0 0 0,1 0 1 0 0,-1 0-1 0 0,1 0 0 0 0,-1 0 0 0 0,1 0 0 0 0,-1 0 0 0 0,0 0 1 0 0,1 0-1 0 0,-1 0 0 0 0,0 0 0 0 0,0 0 0 0 0,0 0 0 0 0,0 0 1 0 0,0 0-1 0 0,0 0 0 0 0,0 0 0 0 0,0 2 0 0 0,-5 19 418 0 0,0-6-201 0 0,-2 1-74 0 0,7-16-161 0 0,-1-1-1 0 0,1 1 0 0 0,0 0 1 0 0,-1-1-1 0 0,1 1 0 0 0,0-1 1 0 0,-1 1-1 0 0,1 0 0 0 0,0-1 1 0 0,0 1-1 0 0,0 0 0 0 0,0-1 0 0 0,0 1 1 0 0,-1 0-1 0 0,1-1 0 0 0,0 1 1 0 0,0 0-1 0 0,1-1 0 0 0,-1 1 1 0 0,0 0-1 0 0,0-1 0 0 0,0 1 1 0 0,0 0-1 0 0,1-1 0 0 0,-1 2 1 0 0,15 13 48 0 0,27 5 18 0 0,-37-18-62 0 0,20 8 23 0 0,47 22-58 0 0,-64-29 52 0 0,-1 1 0 0 0,-1 0 0 0 0,1 1 0 0 0,-1-1-1 0 0,1 2 1 0 0,-1-1 0 0 0,6 8 0 0 0,-11-12-10 0 0,0 0 1 0 0,-1 1-1 0 0,1-1 0 0 0,-1 0 0 0 0,0 0 0 0 0,1 1 1 0 0,-1-1-1 0 0,0 0 0 0 0,0 1 0 0 0,0-1 0 0 0,0 0 1 0 0,0 1-1 0 0,0-1 0 0 0,0 0 0 0 0,-1 1 1 0 0,1-1-1 0 0,0 0 0 0 0,-1 1 0 0 0,1-1 0 0 0,-2 2 1 0 0,-11 23 113 0 0,6-18-87 0 0,1 1-1 0 0,-2-1 1 0 0,1-1-1 0 0,-1 1 1 0 0,0-1 0 0 0,-15 9-1 0 0,-2 0-2817 0 0,-28 12 0 0 0,29-31-5440 0 0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5:52.2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29 712 0 0,'-10'-28'10739'0'0,"10"28"-10680"0"0,12 7 1268 0 0,79 72 1192 0 0,10 9-2011 0 0,-75-68-529 0 0,-6-4-569 0 0,24 14 0 0 0,-36-26-539 0 0,0 1-1 0 0,0-2 0 0 0,15 6 0 0 0,2-9-6610 0 0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5:52.5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158 63 304 0 0,'-5'-55'12564'0'0,"2"48"-10247"0"0,-2 16-1898 0 0,1 0 0 0 0,0 0-1 0 0,0 1 1 0 0,1-1-1 0 0,0 1 1 0 0,-2 16 0 0 0,-2 5-82 0 0,-33 111 328 0 0,-26 105-2488 0 0,58-204-956 0 0,7-14-3177 0 0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5:52.9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28 2360 0 0,'26'-28'12289'0'0,"-25"29"-12087"0"0,0 1-57 0 0,0 0 1 0 0,0 0-1 0 0,-1 0 0 0 0,1 1 1 0 0,-1-1-1 0 0,1 0 1 0 0,-1 0-1 0 0,0 1 1 0 0,0-1-1 0 0,0 0 1 0 0,0 1-1 0 0,0-1 0 0 0,-1 3 1 0 0,0-1 133 0 0,-1 31 472 0 0,-4 80 171 0 0,6-99-878 0 0,1 0 0 0 0,1-1 0 0 0,0 1 0 0 0,1 0-1 0 0,5 15 1 0 0,-7-28-35 0 0,0 0-1 0 0,0 1 1 0 0,0-1-1 0 0,1 0 1 0 0,0 0-1 0 0,-1 0 1 0 0,1 0-1 0 0,0 0 1 0 0,1 0-1 0 0,-1-1 1 0 0,0 1-1 0 0,1-1 1 0 0,0 1 0 0 0,-1-1-1 0 0,1 0 1 0 0,0 0-1 0 0,0 0 1 0 0,0-1-1 0 0,0 1 1 0 0,1-1-1 0 0,-1 1 1 0 0,6 0-1 0 0,-4-1-4 0 0,0 0-1 0 0,0-1 1 0 0,-1 0-1 0 0,1 0 1 0 0,0 0 0 0 0,0-1-1 0 0,0 0 1 0 0,-1 0-1 0 0,1 0 1 0 0,0 0 0 0 0,-1-1-1 0 0,1 0 1 0 0,-1 0-1 0 0,0 0 1 0 0,1 0 0 0 0,3-4-1 0 0,2-1 1 0 0,0-1 0 0 0,-1 0 0 0 0,0-1 0 0 0,0 0 0 0 0,-1 0 0 0 0,0-1 0 0 0,12-19 0 0 0,-1-6 314 0 0,17-41 1 0 0,-8 17 1164 0 0,-27 57-1363 0 0,0 2-112 0 0,-1 0 0 0 0,1 0 1 0 0,0 1-1 0 0,-1-1 1 0 0,1 0-1 0 0,0 1 0 0 0,-1-1 1 0 0,1 0-1 0 0,-1 1 1 0 0,1-1-1 0 0,0 1 0 0 0,-1-1 1 0 0,1 1-1 0 0,-1-1 1 0 0,1 1-1 0 0,0 1 0 0 0,7 51 286 0 0,-1 0-1 0 0,-2 86 1 0 0,-1-22-1894 0 0,9-2-5412 0 0,-8-96 2324 0 0,0-3-2262 0 0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6:32.4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79 1824 0 0,'-8'-3'815'0'0,"-13"-5"2880"0"0,21 7-3621 0 0,-1 1 1 0 0,1 0 0 0 0,0 0 0 0 0,-1-1-1 0 0,1 1 1 0 0,0 0 0 0 0,-1 0 0 0 0,1-1-1 0 0,0 1 1 0 0,0 0 0 0 0,0-1 0 0 0,-1 1 0 0 0,1 0-1 0 0,0-1 1 0 0,0 1 0 0 0,0-1 0 0 0,0 1-1 0 0,0 0 1 0 0,0-1 0 0 0,-1 1 0 0 0,1-1-1 0 0,0 1 1 0 0,0 0 0 0 0,0-1 0 0 0,0 1-1 0 0,1-1 1 0 0,-1 1 0 0 0,0 0 0 0 0,0-1 0 0 0,0 1-1 0 0,0 0 1 0 0,0-1 0 0 0,0 1 0 0 0,0-1-1 0 0,1 1 1 0 0,-1 0 0 0 0,0-1 0 0 0,0 1-1 0 0,1 0 1 0 0,-1 0 0 0 0,0-1 0 0 0,0 1 0 0 0,1 0-1 0 0,-1-1 1 0 0,0 1 0 0 0,1 0 0 0 0,7 0 315 0 0,4-1-50 0 0,-9 1-256 0 0,0 1 1 0 0,1 0 0 0 0,-1 0-1 0 0,0 1 1 0 0,0-1 0 0 0,0 1-1 0 0,0-1 1 0 0,0 1-1 0 0,-1 0 1 0 0,1 0 0 0 0,0 0-1 0 0,-1 0 1 0 0,0 1 0 0 0,1-1-1 0 0,-1 1 1 0 0,0-1 0 0 0,0 1-1 0 0,3 6 1 0 0,-3-5 32 0 0,0 1 0 0 0,-1-1-1 0 0,1 1 1 0 0,-1 0 0 0 0,0 0 0 0 0,-1 0 0 0 0,1-1 0 0 0,-1 1-1 0 0,0 0 1 0 0,0 0 0 0 0,0 0 0 0 0,-2 9 0 0 0,-3 3 95 0 0,0-1 1 0 0,0 1 0 0 0,-9 16 0 0 0,4-8 38 0 0,11-21-150 0 0,9-15-55 0 0,27-34-42 0 0,53-50-1 0 0,-13 16-27 0 0,-34 35 4 0 0,-42 43 34 0 0,-1 12-2 0 0,-1-1 0 0 0,-1 0 0 0 0,-3 12 0 0 0,3-14-9 0 0,0 1 1 0 0,1-1 0 0 0,0 0 0 0 0,0 1-1 0 0,1-1 1 0 0,0 14 0 0 0,2-13-153 0 0,-1 1 1 0 0,2 0-1 0 0,-1-1 1 0 0,1 1 0 0 0,1-1-1 0 0,0 0 1 0 0,0 0-1 0 0,1 0 1 0 0,0-1-1 0 0,0 1 1 0 0,1-1 0 0 0,0-1-1 0 0,12 13 1 0 0,-10-13-679 0 0,-1-1 1 0 0,1 0-1 0 0,0-1 1 0 0,0 0 0 0 0,1 0-1 0 0,0-1 1 0 0,-1 0 0 0 0,19 6-1 0 0,-7-5-2258 0 0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6:32.7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52 2560 0 0,'1'-10'2669'0'0,"-1"1"1"0"0,0 0-1 0 0,-3-15 2498 0 0,2 24-5127 0 0,1 0 1 0 0,-1 0 0 0 0,0 0-1 0 0,0 1 1 0 0,1-1-1 0 0,-1 0 1 0 0,0 0 0 0 0,0 1-1 0 0,1-1 1 0 0,-1 0-1 0 0,0 1 1 0 0,1-1 0 0 0,-1 0-1 0 0,0 1 1 0 0,1-1-1 0 0,-1 1 1 0 0,1-1 0 0 0,-1 1-1 0 0,1 0 1 0 0,-1-1-1 0 0,1 1 1 0 0,-1 0 0 0 0,1-1-1 0 0,-1 2 1 0 0,0 0 17 0 0,0 0-1 0 0,0 1 1 0 0,0-1-1 0 0,1 1 1 0 0,-1-1 0 0 0,1 1-1 0 0,-1 4 1 0 0,1-2-30 0 0,0-1 1 0 0,0 1-1 0 0,1-1 0 0 0,-1 0 0 0 0,1 1 1 0 0,0-1-1 0 0,0 0 0 0 0,1 0 0 0 0,2 8 1 0 0,-1-8-16 0 0,-1-1 1 0 0,0 0-1 0 0,1 0 1 0 0,-1 0-1 0 0,1 0 1 0 0,0-1-1 0 0,0 1 1 0 0,0-1-1 0 0,0 1 1 0 0,0-1-1 0 0,0 0 1 0 0,1 0-1 0 0,-1-1 0 0 0,1 1 1 0 0,0-1-1 0 0,3 1 1 0 0,-1 0-10 0 0,0-2 0 0 0,0 1 0 0 0,0-1 0 0 0,0 0 0 0 0,0 0 0 0 0,-1 0 0 0 0,1-1-1 0 0,0 0 1 0 0,9-3 0 0 0,5-3 162 0 0,-2 0-1 0 0,1-2 0 0 0,-1 0 1 0 0,33-23-1 0 0,-9 3 1206 0 0,-42 29-1364 0 0,1 0-1 0 0,-1 0 1 0 0,0 0-1 0 0,1 0 1 0 0,-1 1-1 0 0,1-1 1 0 0,-1 0-1 0 0,1 0 0 0 0,-1 0 1 0 0,1 1-1 0 0,-1-1 1 0 0,0 0-1 0 0,1 0 1 0 0,-1 1-1 0 0,1-1 0 0 0,-1 0 1 0 0,0 1-1 0 0,1-1 1 0 0,-1 0-1 0 0,0 1 1 0 0,0-1-1 0 0,1 1 0 0 0,-1-1 1 0 0,0 1-1 0 0,0-1 1 0 0,1 0-1 0 0,-1 1 1 0 0,0-1-1 0 0,0 1 0 0 0,0 0 1 0 0,2 19 38 0 0,-2-13-35 0 0,0 194-2654 0 0,-14-1-6291 0 0,7-136 2703 0 0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5:45.8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358 66 956 0 0,'-8'-31'8075'0'0,"7"29"-7985"0"0,0-1 0 0 0,0 1 0 0 0,-1 0 1 0 0,1 0-1 0 0,0 1 0 0 0,-1-1 0 0 0,1 0 0 0 0,-1 0 1 0 0,1 1-1 0 0,-1-1 0 0 0,0 0 0 0 0,0 1 0 0 0,0 0 1 0 0,0-1-1 0 0,0 1 0 0 0,0 0 0 0 0,0 0 0 0 0,0 0 1 0 0,-1 1-1 0 0,1-1 0 0 0,0 0 0 0 0,0 1 0 0 0,-1-1 0 0 0,1 1 1 0 0,0 0-1 0 0,-1 0 0 0 0,1 0 0 0 0,-5 1 0 0 0,2 0-36 0 0,0 0-1 0 0,-1 1 0 0 0,1-1 0 0 0,0 1 0 0 0,0 1 0 0 0,0-1 1 0 0,1 1-1 0 0,-1-1 0 0 0,1 1 0 0 0,-8 7 0 0 0,-4 5 120 0 0,2 0 0 0 0,0 2 0 0 0,0-1 0 0 0,2 2 0 0 0,-18 29 0 0 0,-40 102 435 0 0,55-111-407 0 0,-19 68 0 0 0,31-95-104 0 0,0 0 1 0 0,1 1-1 0 0,1-1 0 0 0,0 1 0 0 0,1-1 1 0 0,0 1-1 0 0,1-1 0 0 0,0 1 0 0 0,0-1 1 0 0,1 0-1 0 0,5 14 0 0 0,-6-21-67 0 0,1 0-1 0 0,0 0 1 0 0,0 1 0 0 0,0-1-1 0 0,0 0 1 0 0,1-1-1 0 0,0 1 1 0 0,0 0 0 0 0,0-1-1 0 0,0 0 1 0 0,0 1-1 0 0,1-1 1 0 0,-1 0 0 0 0,8 4-1 0 0,-6-5-6 0 0,1 1-1 0 0,-1-1 1 0 0,1 0-1 0 0,0-1 1 0 0,0 0-1 0 0,0 1 1 0 0,0-2 0 0 0,0 1-1 0 0,0-1 1 0 0,10 0-1 0 0,14-3 12 0 0,-1-2 0 0 0,0-1 0 0 0,0-1 1 0 0,-1-1-1 0 0,0-2 0 0 0,28-13 0 0 0,7-5-13 0 0,-61 27-60 0 0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5:46.1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37 111 1540 0 0,'2'-19'4123'0'0,"-1"1"0"0"0,-1-27 0 0 0,0 26-2214 0 0,0 19-1848 0 0,0-1 0 0 0,0 1 0 0 0,1 0 0 0 0,-1-1 0 0 0,0 1-1 0 0,0 0 1 0 0,0 0 0 0 0,0-1 0 0 0,0 1 0 0 0,0 0 0 0 0,0-1 0 0 0,0 1 0 0 0,0 0 0 0 0,-1-1 0 0 0,1 1-1 0 0,0 0 1 0 0,0 0 0 0 0,0-1 0 0 0,0 1 0 0 0,0 0 0 0 0,0 0 0 0 0,-1-1 0 0 0,1 1 0 0 0,0 0 0 0 0,0 0-1 0 0,0-1 1 0 0,-1 1 0 0 0,1 0 0 0 0,0 0 0 0 0,0 0 0 0 0,-1-1 0 0 0,1 1 0 0 0,0 0 0 0 0,0 0-1 0 0,-1 0 1 0 0,1 0 0 0 0,0 0 0 0 0,-1 0 0 0 0,1 0 0 0 0,0-1 0 0 0,-1 1 0 0 0,1 1-20 0 0,-1-1 1 0 0,1 0 0 0 0,-1 1 0 0 0,1-1-1 0 0,0 0 1 0 0,-1 1 0 0 0,1-1 0 0 0,0 0-1 0 0,-1 1 1 0 0,1-1 0 0 0,0 1 0 0 0,-1-1-1 0 0,1 1 1 0 0,0-1 0 0 0,0 1-1 0 0,0-1 1 0 0,-1 1 0 0 0,1-1 0 0 0,0 1-1 0 0,0-1 1 0 0,0 1 0 0 0,0-1 0 0 0,0 1-1 0 0,0-1 1 0 0,0 1 0 0 0,0 0-1 0 0,-11 208 1420 0 0,1-60-1936 0 0,9-105-1074 0 0,0 7-2027 0 0,-2-15-4402 0 0,2-25 2997 0 0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5:46.6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1 144 424 0 0,'-1'-9'1323'0'0,"1"0"-1"0"0,1 1 0 0 0,0-1 1 0 0,0 0-1 0 0,4-12 1 0 0,-4 17-1148 0 0,1 1 1 0 0,0-1-1 0 0,-1 0 0 0 0,2 1 0 0 0,-1 0 1 0 0,0-1-1 0 0,1 1 0 0 0,-1 0 1 0 0,1 0-1 0 0,0 0 0 0 0,0 1 0 0 0,0-1 1 0 0,1 1-1 0 0,3-3 0 0 0,0 1-44 0 0,0 0 0 0 0,0 0 0 0 0,0 1 0 0 0,1 0 0 0 0,-1 0-1 0 0,1 1 1 0 0,0 0 0 0 0,15-2 0 0 0,-19 3-108 0 0,-1 1-1 0 0,1 0 1 0 0,0 0 0 0 0,0 0-1 0 0,0 1 1 0 0,-1-1 0 0 0,1 1-1 0 0,0 0 1 0 0,0 0 0 0 0,-1 0-1 0 0,1 1 1 0 0,-1-1 0 0 0,1 1-1 0 0,-1 0 1 0 0,0 0 0 0 0,1 0-1 0 0,-1 0 1 0 0,0 0-1 0 0,-1 1 1 0 0,1 0 0 0 0,3 3-1 0 0,-4-3 9 0 0,0 0-1 0 0,0 0 0 0 0,-1 1 0 0 0,1-1 0 0 0,-1 0 0 0 0,0 1 0 0 0,0-1 0 0 0,0 1 0 0 0,-1-1 0 0 0,1 1 0 0 0,-1-1 0 0 0,0 1 0 0 0,0-1 0 0 0,0 1 0 0 0,0 0 0 0 0,0-1 0 0 0,-1 1 0 0 0,0-1 0 0 0,0 1 0 0 0,0-1 0 0 0,-2 7 0 0 0,-5 7 36 0 0,0 0 0 0 0,0-1 0 0 0,-12 16 1 0 0,9-14-12 0 0,-34 51 939 0 0,44-67-684 0 0,1-2-306 0 0,0 0 1 0 0,0 1 0 0 0,0-1-1 0 0,0 0 1 0 0,0 1 0 0 0,0-1-1 0 0,0 0 1 0 0,0 1 0 0 0,0-1-1 0 0,1 0 1 0 0,-1 1 0 0 0,0-1-1 0 0,0 0 1 0 0,0 0 0 0 0,0 1-1 0 0,1-1 1 0 0,-1 0-1 0 0,0 0 1 0 0,0 1 0 0 0,1-1-1 0 0,-1 0 1 0 0,0 0 0 0 0,1 0-1 0 0,-1 1 1 0 0,0-1 0 0 0,0 0-1 0 0,1 0 1 0 0,-1 0 0 0 0,0 0-1 0 0,1 0 1 0 0,-1 0 0 0 0,0 0-1 0 0,1 0 1 0 0,-1 1 0 0 0,0-1-1 0 0,1-1 1 0 0,16 0 42 0 0,0-2-21 0 0,0 1 0 0 0,-1 1 0 0 0,1 1 0 0 0,0 0 0 0 0,28 4 0 0 0,-34-2 3 0 0,0 0 1 0 0,0 1 0 0 0,0 0-1 0 0,0 1 1 0 0,-1 0-1 0 0,0 1 1 0 0,0 0-1 0 0,0 0 1 0 0,14 11-1 0 0,-23-15 65 0 0,1 0-1 0 0,-1 0 1 0 0,1 1-1 0 0,-1-1 0 0 0,1 0 1 0 0,-1 1-1 0 0,0-1 0 0 0,1 1 1 0 0,-1 0-1 0 0,0-1 0 0 0,0 1 1 0 0,0 0-1 0 0,0 0 1 0 0,-1 0-1 0 0,1 0 0 0 0,-1 0 1 0 0,1 0-1 0 0,-1 0 0 0 0,1 0 1 0 0,-1 0-1 0 0,0 0 0 0 0,0 0 1 0 0,0 0-1 0 0,0 0 0 0 0,0 0 1 0 0,-1 0-1 0 0,1 0 1 0 0,0 0-1 0 0,-1 0 0 0 0,0-1 1 0 0,1 1-1 0 0,-1 0 0 0 0,0 0 1 0 0,0 0-1 0 0,0 0 0 0 0,0-1 1 0 0,0 1-1 0 0,-1-1 1 0 0,1 1-1 0 0,0-1 0 0 0,-3 3 1 0 0,-2 2 150 0 0,0-1 0 0 0,0 0 0 0 0,0 0 0 0 0,-1 0 0 0 0,1-1 0 0 0,-1 0 0 0 0,-1 0 0 0 0,1 0 0 0 0,-11 3 0 0 0,-28 5 152 0 0,-54 7-1 0 0,40-11-2518 0 0,57-8 1150 0 0,-9 1-964 0 0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5:47.0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44 158 1992 0 0,'-1'-1'261'0'0,"-6"-8"1495"0"0,1 0 0 0 0,0-1 0 0 0,0 0 0 0 0,-7-17 1 0 0,12 24-1489 0 0,0 0 1 0 0,0 0 0 0 0,1 0 0 0 0,-1-1-1 0 0,1 1 1 0 0,0 0 0 0 0,0 0-1 0 0,0 0 1 0 0,0 0 0 0 0,0-1 0 0 0,1 1-1 0 0,-1 0 1 0 0,1 0 0 0 0,0 0-1 0 0,0 0 1 0 0,0 0 0 0 0,0 0 0 0 0,0 0-1 0 0,1 0 1 0 0,0 1 0 0 0,2-5 0 0 0,-2 5-98 0 0,0 0 1 0 0,-1 0-1 0 0,1 1 1 0 0,0-1-1 0 0,0 1 1 0 0,0-1 0 0 0,0 1-1 0 0,0 0 1 0 0,1-1-1 0 0,-1 1 1 0 0,0 0-1 0 0,3 0 1 0 0,-3 0-90 0 0,0 0 158 0 0,1 1-42 0 0,3 2-51 0 0,0-1 1 0 0,0 0 0 0 0,0 1-1 0 0,-1 0 1 0 0,1 1 0 0 0,-1-1-1 0 0,1 1 1 0 0,-1 0 0 0 0,0 0-1 0 0,8 8 1 0 0,52 49 881 0 0,-30-27-836 0 0,52 48 236 0 0,7 7-880 0 0,-29-33-4454 0 0,-53-48 2180 0 0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5:47.3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385 82 1296 0 0,'-9'-21'7598'0'0,"-22"-39"743"0"0,11 69-7510 0 0,9 2-589 0 0,0 1 1 0 0,2 1-1 0 0,0 0 1 0 0,0 1-1 0 0,1-1 0 0 0,-8 21 1 0 0,-5 4 62 0 0,-19 35-259 0 0,-62 115 899 0 0,79-140-2064 0 0,2 2 1 0 0,-15 51 0 0 0,34-92 429 0 0,0 0 1 0 0,0 1-1 0 0,0 13 1 0 0,2-20 123 0 0,-1 0 1 0 0,1 0-1 0 0,1 0 1 0 0,-1 1-1 0 0,0-1 0 0 0,1 0 1 0 0,0 0-1 0 0,-1 0 0 0 0,1 0 1 0 0,0 0-1 0 0,1 0 1 0 0,-1 0-1 0 0,4 5 0 0 0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5:47.6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50 1892 0 0,'16'-50'17000'0'0,"-10"61"-14784"0"0,4 15-1386 0 0,0 1-1 0 0,-2 0 1 0 0,-1 1 0 0 0,5 37-1 0 0,-9-30-1590 0 0,0 0-1 0 0,-3-1 1 0 0,-4 45-1 0 0,2-45-1890 0 0,1-7-1338 0 0,-1-10-2306 0 0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5:48.3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38 278 2272 0 0,'-4'-5'759'0'0,"0"0"1"0"0,0 0-1 0 0,0 0 0 0 0,1 0 0 0 0,0-1 1 0 0,0 0-1 0 0,0 1 0 0 0,1-1 0 0 0,0 0 0 0 0,0 0 1 0 0,-1-9-1 0 0,3 11-568 0 0,0-1 0 0 0,0 0 1 0 0,0 0-1 0 0,1 1 0 0 0,-1-1 0 0 0,1 0 0 0 0,1 1 0 0 0,-1-1 1 0 0,0 1-1 0 0,1-1 0 0 0,0 1 0 0 0,0 0 0 0 0,1 0 1 0 0,-1 0-1 0 0,6-8 0 0 0,2 1-14 0 0,-1 1 1 0 0,1-1-1 0 0,1 1 0 0 0,0 1 1 0 0,0 0-1 0 0,1 1 0 0 0,0 0 1 0 0,0 0-1 0 0,25-10 0 0 0,-27 14-105 0 0,0 0 0 0 0,0 1 0 0 0,0 0-1 0 0,1 0 1 0 0,-1 1 0 0 0,1 1 0 0 0,0 0-1 0 0,-1 0 1 0 0,1 1 0 0 0,0 0 0 0 0,-1 1 0 0 0,1 0-1 0 0,20 6 1 0 0,-27-6-44 0 0,0 0 0 0 0,0 1 0 0 0,0-1-1 0 0,0 1 1 0 0,0 0 0 0 0,-1 0 0 0 0,1 1-1 0 0,-1-1 1 0 0,1 1 0 0 0,-1 0 0 0 0,0 0-1 0 0,0 0 1 0 0,0 0 0 0 0,-1 0 0 0 0,1 0-1 0 0,-1 1 1 0 0,1 0 0 0 0,-1-1 0 0 0,0 1-1 0 0,-1 0 1 0 0,1 0 0 0 0,2 8 0 0 0,-3-5-5 0 0,0 0 1 0 0,-1 1-1 0 0,0-1 0 0 0,0 0 1 0 0,0 1-1 0 0,-1-1 1 0 0,0 0-1 0 0,0 0 1 0 0,-1 1-1 0 0,0-1 1 0 0,0 0-1 0 0,-6 10 1 0 0,-4 13 309 0 0,-2-1 0 0 0,-2 0 0 0 0,0-2 0 0 0,-2 0 1 0 0,-1-1-1 0 0,-33 36 659 0 0,39-66-529 0 0,15 0-445 0 0,0 1 1 0 0,0-1-1 0 0,1 1 0 0 0,-1 0 0 0 0,1 0 1 0 0,0 0-1 0 0,0 0 0 0 0,0 1 0 0 0,0-1 1 0 0,0 1-1 0 0,1 0 0 0 0,-1 0 0 0 0,1 0 1 0 0,4-2-1 0 0,-5 2-12 0 0,0 1 0 0 0,0 0 1 0 0,0-1-1 0 0,0 1 0 0 0,1 1 0 0 0,-1-1 1 0 0,0 0-1 0 0,0 1 0 0 0,1 0 0 0 0,-1-1 1 0 0,0 1-1 0 0,1 0 0 0 0,-1 1 0 0 0,0-1 1 0 0,1 1-1 0 0,-1-1 0 0 0,5 3 0 0 0,3 0 27 0 0,6 1 70 0 0,-1 1-1 0 0,1 1 0 0 0,-1 0 0 0 0,0 2 0 0 0,0 0 1 0 0,-1 0-1 0 0,0 2 0 0 0,-1-1 0 0 0,0 2 0 0 0,0 0 1 0 0,-1 1-1 0 0,-1 0 0 0 0,0 1 0 0 0,0 0 0 0 0,-2 1 1 0 0,11 16-1 0 0,-19-25 72 0 0,1 0 0 0 0,-1 0 0 0 0,0 1 0 0 0,0-1 0 0 0,-1 1 0 0 0,0-1 1 0 0,0 1-1 0 0,0-1 0 0 0,0 1 0 0 0,-1 0 0 0 0,0-1 0 0 0,0 1 0 0 0,-1 0 0 0 0,1-1 0 0 0,-1 1 0 0 0,-1 0 0 0 0,1-1 1 0 0,-1 0-1 0 0,0 1 0 0 0,0-1 0 0 0,-3 6 0 0 0,0-2 153 0 0,-1 0-1 0 0,0 1 1 0 0,-1-2 0 0 0,0 1 0 0 0,0-1-1 0 0,-1 0 1 0 0,0-1 0 0 0,0 1-1 0 0,0-2 1 0 0,-11 7 0 0 0,9-8-199 0 0,-1-1 1 0 0,1-1-1 0 0,0 0 0 0 0,-1 0 1 0 0,0-1-1 0 0,1 0 0 0 0,-1-1 1 0 0,-21 0-1 0 0,-2 1 16 0 0,18-1-544 0 0,0 0 1 0 0,-20-2 0 0 0,8 0-4064 0 0,15-1-361 0 0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6:37.6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11 165 108 0 0,'0'0'1491'0'0,"-10"-30"6136"0"0,10 26-7425 0 0,0 0 0 0 0,0 0 0 0 0,1-1 1 0 0,0 1-1 0 0,-1 0 0 0 0,2 0 0 0 0,-1 0 0 0 0,2-5 0 0 0,-2 7-189 0 0,0 0 1 0 0,0 1-1 0 0,0-1 1 0 0,0 1-1 0 0,0-1 1 0 0,1 1-1 0 0,-1 0 0 0 0,0-1 1 0 0,1 1-1 0 0,-1 0 1 0 0,1 0-1 0 0,-1 0 1 0 0,1 0-1 0 0,0 0 1 0 0,-1 0-1 0 0,1 1 0 0 0,0-1 1 0 0,-1 1-1 0 0,1-1 1 0 0,0 1-1 0 0,0-1 1 0 0,0 1-1 0 0,-1 0 0 0 0,1 0 1 0 0,2 0-1 0 0,1 0-8 0 0,-1 0 0 0 0,0 1-1 0 0,0 0 1 0 0,0 0 0 0 0,0 0-1 0 0,0 0 1 0 0,0 1 0 0 0,0-1-1 0 0,0 1 1 0 0,0 0 0 0 0,-1 0 0 0 0,1 0-1 0 0,-1 1 1 0 0,1-1 0 0 0,-1 1-1 0 0,0 0 1 0 0,0 0 0 0 0,0 0-1 0 0,0 0 1 0 0,-1 1 0 0 0,0-1-1 0 0,1 1 1 0 0,-1-1 0 0 0,0 1-1 0 0,0 0 1 0 0,1 6 0 0 0,1-1-8 0 0,-1 1 1 0 0,-1-1-1 0 0,0 1 0 0 0,0-1 1 0 0,-1 1-1 0 0,0 0 1 0 0,-1 0-1 0 0,0-1 1 0 0,0 1-1 0 0,-4 18 0 0 0,-12 45 239 0 0,16-72-24 0 0,0-1-205 0 0,-1-1-1 0 0,1 1 1 0 0,0-1-1 0 0,-1 1 0 0 0,1-1 1 0 0,0 1-1 0 0,0-1 1 0 0,-1 0-1 0 0,1 1 0 0 0,0-1 1 0 0,0 1-1 0 0,0-1 1 0 0,0 0-1 0 0,0 1 0 0 0,0-1 1 0 0,0 1-1 0 0,0-1 1 0 0,0 0-1 0 0,0 1 0 0 0,0-1 1 0 0,0 1-1 0 0,1-2 1 0 0,1-12 23 0 0,2-2-3 0 0,1 1 0 0 0,1-1-1 0 0,1 1 1 0 0,7-14 0 0 0,9-18-5 0 0,-7 11-65 0 0,23-33 1 0 0,-38 67 37 0 0,31-58 77 0 0,-31 58-52 0 0,-8 12 116 0 0,-4 11-84 0 0,1 0-1 0 0,-14 41 0 0 0,21-51-53 0 0,0 0 0 0 0,1 0 0 0 0,0 0-1 0 0,0 0 1 0 0,1 0 0 0 0,1 1 0 0 0,0-1 0 0 0,2 17-1 0 0,-2-27 1 0 0,0 1 7 0 0,0-1 0 0 0,1 0-1 0 0,-1 1 1 0 0,0-1 0 0 0,1 0-1 0 0,-1 1 1 0 0,1-1-1 0 0,0 0 1 0 0,-1 0 0 0 0,1 1-1 0 0,0-1 1 0 0,1 1-1 0 0,0 0 0 0 0,0-1 0 0 0,0 1-1 0 0,0-1 1 0 0,0 1 0 0 0,0-1-1 0 0,0 0 1 0 0,1 0 0 0 0,-1 0-1 0 0,0 0 1 0 0,1 0 0 0 0,-1-1-1 0 0,1 1 1 0 0,-1-1 0 0 0,3 1-1 0 0,9-1-453 0 0,0 0 1 0 0,0 0-1 0 0,-1-2 0 0 0,1 0 1 0 0,23-6-1 0 0,-1 1-2995 0 0,-18 3 728 0 0,-6 0 1322 0 0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6:38.0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11 1272 0 0,'0'0'3663'0'0,"-18"-11"2187"0"0,16 13-5832 0 0,1-1 1 0 0,0 1-1 0 0,0-1 0 0 0,0 1 1 0 0,0 0-1 0 0,0-1 1 0 0,1 1-1 0 0,-1 0 0 0 0,0 0 1 0 0,1-1-1 0 0,-1 1 0 0 0,1 0 1 0 0,0 0-1 0 0,0 0 0 0 0,-1 0 1 0 0,1 0-1 0 0,0 0 0 0 0,1 0 1 0 0,-1-1-1 0 0,0 1 1 0 0,1 0-1 0 0,-1 0 0 0 0,1 0 1 0 0,0 2-1 0 0,2 5 23 0 0,-1 1-1 0 0,2-1 1 0 0,6 15-1 0 0,5 1 150 0 0,2-1 0 0 0,33 38 0 0 0,-22-28 115 0 0,-24-30-87 0 0,0 1-1 0 0,-1 0 1 0 0,0 1 0 0 0,0-1-1 0 0,0 1 1 0 0,-1-1-1 0 0,0 1 1 0 0,0 0 0 0 0,0 0-1 0 0,0 0 1 0 0,-1 0 0 0 0,0 0-1 0 0,-1 0 1 0 0,1 0-1 0 0,-1 0 1 0 0,-1 11 0 0 0,0-12-121 0 0,0 0 1 0 0,0-1-1 0 0,0 1 1 0 0,-1 0-1 0 0,0-1 0 0 0,0 1 1 0 0,0-1-1 0 0,0 1 1 0 0,-1-1-1 0 0,1 0 1 0 0,-1 0-1 0 0,0 0 1 0 0,0 0-1 0 0,-1-1 1 0 0,1 1-1 0 0,-1-1 1 0 0,0 0-1 0 0,0 0 1 0 0,0 0-1 0 0,-8 3 1 0 0,8-5-98 0 0,0 0 1 0 0,0 0-1 0 0,0 0 1 0 0,0-1 0 0 0,0 1-1 0 0,0-1 1 0 0,0 0-1 0 0,-1 0 1 0 0,1-1-1 0 0,0 1 1 0 0,0-1 0 0 0,0 0-1 0 0,0 0 1 0 0,-6-3-1 0 0,7 2-262 0 0,-1 0-1 0 0,0 0 1 0 0,1 0-1 0 0,-1 0 1 0 0,1-1-1 0 0,0 0 1 0 0,-1 0-1 0 0,1 0 1 0 0,1 0-1 0 0,-1 0 0 0 0,0 0 1 0 0,1-1-1 0 0,-3-4 1 0 0,2 2-767 0 0,0-1 0 0 0,0 1 0 0 0,1-1 0 0 0,0 1 0 0 0,0-1 0 0 0,1 0 0 0 0,-1-9 0 0 0,1-2-2696 0 0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6:38.2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1 114 804 0 0,'2'-11'6552'0'0,"11"-12"502"0"0,-6 16-7109 0 0,-5 6 172 0 0,16-4 134 0 0,82-24 74 0 0,-39 9-2382 0 0,0 5-5191 0 0,-49 12 3909 0 0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6:38.4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17 1508 0 0,'-2'10'13419'0'0,"3"-9"-13386"0"0,0 0 0 0 0,1-1 0 0 0,-1 1-1 0 0,1-1 1 0 0,-1 1 0 0 0,1-1 0 0 0,-1 0-1 0 0,1 1 1 0 0,-1-1 0 0 0,1 0 0 0 0,-1 0-1 0 0,1 0 1 0 0,-1 0 0 0 0,1 0 0 0 0,-1-1 0 0 0,1 1-1 0 0,1-1 1 0 0,35-8 57 0 0,-26 5-72 0 0,57-12-5151 0 0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6:38.6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52 152 0 0,'-67'91'14095'0'0,"67"-91"-14053"0"0,-1 0 1 0 0,1 0 0 0 0,0 0 0 0 0,0 1-1 0 0,0-1 1 0 0,-1 0 0 0 0,1 0 0 0 0,0 0-1 0 0,0 1 1 0 0,0-1 0 0 0,0 0 0 0 0,-1 0-1 0 0,1 1 1 0 0,0-1 0 0 0,0 0 0 0 0,0 0-1 0 0,0 1 1 0 0,0-1 0 0 0,0 0 0 0 0,0 0 0 0 0,0 1-1 0 0,0-1 1 0 0,0 0 0 0 0,0 0 0 0 0,0 1-1 0 0,0-1 1 0 0,0 0 0 0 0,0 1 0 0 0,0-1-1 0 0,0 0 1 0 0,0 0 0 0 0,0 1 0 0 0,0-1-1 0 0,1 0 1 0 0,-1 0 0 0 0,0 1 0 0 0,0-1-1 0 0,0 0 1 0 0,0 0 0 0 0,1 0 0 0 0,-1 1-1 0 0,14-1 481 0 0,20-11-546 0 0,-32 10 115 0 0,158-66-900 0 0,-58 12-6733 0 0,-72 36 1660 0 0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6:40.5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47 912 0 0,'0'-24'7991'0'0,"0"2"-4083"0"0,-4 38-3213 0 0,4 13-225 0 0,7 152 507 0 0,-5-154-917 0 0,-2-18-46 0 0,1 0 1 0 0,0-1 0 0 0,0 1 0 0 0,1-1 0 0 0,0 0 0 0 0,0 1 0 0 0,1-1 0 0 0,4 9 0 0 0,-6-16-11 0 0,0-1-1 0 0,0 1 0 0 0,-1 0 0 0 0,1-1 0 0 0,0 1 0 0 0,0-1 1 0 0,0 1-1 0 0,0-1 0 0 0,0 1 0 0 0,0-1 0 0 0,0 1 0 0 0,0-1 1 0 0,0 0-1 0 0,0 0 0 0 0,0 1 0 0 0,0-1 0 0 0,0 0 0 0 0,0 0 1 0 0,0 0-1 0 0,0 0 0 0 0,0 0 0 0 0,0 0 0 0 0,1-1 0 0 0,22-4 33 0 0,-13 0-11 0 0,0 0-1 0 0,-1 0 1 0 0,0-1-1 0 0,0-1 1 0 0,0 0-1 0 0,-1 0 1 0 0,0-1-1 0 0,0 0 1 0 0,-1 0-1 0 0,0-1 1 0 0,-1 0-1 0 0,1-1 1 0 0,10-18-1 0 0,-15 22 568 0 0,0 0 0 0 0,-1 0 0 0 0,1 0 0 0 0,-1-1 0 0 0,0 1 0 0 0,8-14 3736 0 0,-4 30-3768 0 0,5 29-139 0 0,28 110-2348 0 0,-23-73-2526 0 0,-5 1-3402 0 0,-6-34 31 0 0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6:41.6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2 151 1600 0 0,'-1'-3'1478'0'0,"1"-3"-1028"0"0,-1-1 1 0 0,1 1 0 0 0,0-1 0 0 0,1 1 0 0 0,0-1 0 0 0,0 1 0 0 0,0-1-1 0 0,1 1 1 0 0,-1 0 0 0 0,2 0 0 0 0,-1 0 0 0 0,1 0 0 0 0,4-8 0 0 0,-4 10-401 0 0,-1 0 0 0 0,1 1 0 0 0,0-1 1 0 0,1 1-1 0 0,-1-1 0 0 0,0 1 0 0 0,1 0 0 0 0,0 0 1 0 0,0 1-1 0 0,0-1 0 0 0,0 1 0 0 0,0 0 1 0 0,1 0-1 0 0,-1 0 0 0 0,0 0 0 0 0,1 1 1 0 0,0 0-1 0 0,-1 0 0 0 0,6-1 0 0 0,-5 2-29 0 0,0 0-1 0 0,0 0 1 0 0,0 0-1 0 0,0 0 1 0 0,-1 1-1 0 0,1 0 1 0 0,0 0-1 0 0,0 0 0 0 0,0 1 1 0 0,-1 0-1 0 0,1-1 1 0 0,-1 2-1 0 0,1-1 1 0 0,-1 0-1 0 0,0 1 1 0 0,0 0-1 0 0,0 0 1 0 0,0 0-1 0 0,0 0 1 0 0,-1 1-1 0 0,1 0 0 0 0,-1-1 1 0 0,0 1-1 0 0,4 8 1 0 0,-1-3 50 0 0,-1 0 1 0 0,-1 1-1 0 0,0 0 1 0 0,0-1-1 0 0,-1 1 1 0 0,0 1-1 0 0,-1-1 0 0 0,0 0 1 0 0,-1 0-1 0 0,1 16 1 0 0,-4-5 33 0 0,0-1 0 0 0,-1 1 0 0 0,-2-1 0 0 0,0 1 0 0 0,-8 20 0 0 0,-5 19 1132 0 0,15-50-897 0 0,2-13-42 0 0,5-15-140 0 0,17-26-66 0 0,36-53 0 0 0,7-12-26 0 0,-60 101-42 0 0,2-4-56 0 0,-8 10 10 0 0,-5 6 16 0 0,4-1 2 0 0,1 0 0 0 0,-1 1 0 0 0,1-1 0 0 0,0 1 0 0 0,-1 0 0 0 0,1 0 0 0 0,1-1 0 0 0,-1 1 0 0 0,-1 8 0 0 0,-2 1-13 0 0,-2 4 24 0 0,1 0-1 0 0,1 0 1 0 0,1 1 0 0 0,0 0-1 0 0,1 0 1 0 0,1 0 0 0 0,1 0-1 0 0,1 26 1 0 0,0-36-19 0 0,1-1 0 0 0,1 0 0 0 0,-1 0 0 0 0,1 1-1 0 0,0-1 1 0 0,1 0 0 0 0,0-1 0 0 0,0 1 0 0 0,0 0 0 0 0,6 7 0 0 0,-6-10-54 0 0,1 0 1 0 0,0 0 0 0 0,0 0 0 0 0,0 0-1 0 0,0-1 1 0 0,0 1 0 0 0,1-1-1 0 0,0 0 1 0 0,-1 0 0 0 0,1-1-1 0 0,0 0 1 0 0,0 0 0 0 0,1 0 0 0 0,-1 0-1 0 0,7 1 1 0 0,0-1-834 0 0,0 0 1 0 0,1-1-1 0 0,-1 0 0 0 0,1-1 1 0 0,-1 0-1 0 0,1-1 1 0 0,-1-1-1 0 0,24-5 0 0 0,-12-1-2003 0 0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6:41.9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229 14 1800 0 0,'-11'-11'7389'0'0,"8"8"-6764"0"0,-2 5-343 0 0,-1 0 1 0 0,1 0 0 0 0,0 0 0 0 0,1 1 0 0 0,-1-1 0 0 0,0 1-1 0 0,1 0 1 0 0,-1 0 0 0 0,1 1 0 0 0,0 0 0 0 0,0-1-1 0 0,0 1 1 0 0,-3 6 0 0 0,-3 1 107 0 0,1 1 0 0 0,1 0 0 0 0,-13 25 0 0 0,9-13-115 0 0,2 1 1 0 0,-13 43 0 0 0,21-61-253 0 0,0-1 0 0 0,1 1 1 0 0,-1 0-1 0 0,2 0 0 0 0,-1 0 0 0 0,1 1 1 0 0,0-1-1 0 0,1 0 0 0 0,-1 0 1 0 0,1 0-1 0 0,1 0 0 0 0,0 0 0 0 0,0-1 1 0 0,0 1-1 0 0,5 10 0 0 0,-5-14-13 0 0,1 0 0 0 0,-1 0 1 0 0,0-1-1 0 0,1 1 0 0 0,0-1 0 0 0,-1 1 0 0 0,1-1 0 0 0,0 0 0 0 0,0 0 0 0 0,0-1 0 0 0,0 1 1 0 0,1-1-1 0 0,-1 1 0 0 0,0-1 0 0 0,1 0 0 0 0,-1 0 0 0 0,4 0 0 0 0,-4 0-4 0 0,-1-1-1 0 0,0 0 1 0 0,1 1-1 0 0,-1-1 1 0 0,1 0-1 0 0,-1 0 1 0 0,1-1-1 0 0,-1 1 1 0 0,0 0-1 0 0,1-1 1 0 0,-1 1-1 0 0,0-1 1 0 0,1 0-1 0 0,3-2 1 0 0,0 0 12 0 0,-2 0 3 0 0,3-6 3 0 0,-2-3-6 0 0,-5 11-17 0 0,1 0 1 0 0,-1 0-1 0 0,1 0 0 0 0,-1 0 1 0 0,0-1-1 0 0,0 1 0 0 0,1 0 0 0 0,-1 0 1 0 0,0 0-1 0 0,0 0 0 0 0,0 0 1 0 0,0 0-1 0 0,0 0 0 0 0,-1 0 0 0 0,1-1 1 0 0,0 1-1 0 0,0 0 0 0 0,-1 0 1 0 0,1 0-1 0 0,-1 0 0 0 0,1 0 0 0 0,-1 0 1 0 0,1 0-1 0 0,-1 0 0 0 0,0 0 0 0 0,1 1 1 0 0,-1-1-1 0 0,-1-2 0 0 0,0 1 4 0 0,-1 0-6 0 0,1 0 0 0 0,0 0 1 0 0,-1 0-1 0 0,1 0 0 0 0,-1 0 0 0 0,0 1 0 0 0,1-1 0 0 0,-1 1 0 0 0,0 0 1 0 0,0 0-1 0 0,0 0 0 0 0,0 0 0 0 0,0 0 0 0 0,0 0 0 0 0,-1 1 0 0 0,1 0 1 0 0,-4-1-1 0 0,0 1-2 0 0,-1 1 1 0 0,1-1 0 0 0,0 1 0 0 0,0 0-1 0 0,0 1 1 0 0,-10 3 0 0 0,13-4-244 0 0,-30 14-164 0 0,13 0-6650 0 0,39-14 291 0 0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6:42.2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98 1296 0 0,'0'0'2134'0'0,"-4"-24"7503"0"0,3 16-8380 0 0,6 5-1197 0 0,-1 0 0 0 0,1 0 1 0 0,-1 1-1 0 0,1-1 0 0 0,0 1 0 0 0,0 0 1 0 0,0 1-1 0 0,10-3 0 0 0,7-3-115 0 0,47-16-2844 0 0,-28 10-3398 0 0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6:42.4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0 288 0 0,'-16'23'3640'0'0,"6"-11"-2152"0"0,1 1 1 0 0,0 0 0 0 0,1 0-1 0 0,-11 27 1 0 0,18-40-1470 0 0,1 1 1 0 0,0-1-1 0 0,0 0 0 0 0,0 1 0 0 0,0-1 1 0 0,0 0-1 0 0,0 1 0 0 0,-1-1 0 0 0,1 1 1 0 0,0-1-1 0 0,0 0 0 0 0,0 1 0 0 0,0-1 1 0 0,0 1-1 0 0,1-1 0 0 0,-1 0 0 0 0,0 1 1 0 0,0-1-1 0 0,0 1 0 0 0,0-1 1 0 0,0 0-1 0 0,0 1 0 0 0,1-1 0 0 0,-1 0 1 0 0,0 1-1 0 0,0-1 0 0 0,1 0 0 0 0,-1 1 1 0 0,0-1-1 0 0,1 1 0 0 0,13 1 175 0 0,14-10-84 0 0,7-7-698 0 0,37-23 0 0 0,-4-5-4459 0 0,-44 26 1402 0 0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6:42.5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1188 0 0,'0'0'1996'0'0,"1"222"-264"0"0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6:43.9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30 222 1308 0 0,'-5'-10'5021'0'0,"-10"-24"-857"0"0,10 18-3436 0 0,4 15-347 0 0,1 0-369 0 0,0 1-1 0 0,-1 0 1 0 0,1 0 0 0 0,0 0-1 0 0,0 0 1 0 0,0 0-1 0 0,-1 0 1 0 0,1-1-1 0 0,0 1 1 0 0,0 0-1 0 0,0 0 1 0 0,0 0-1 0 0,0-1 1 0 0,-1 1-1 0 0,1 0 1 0 0,0 0 0 0 0,0 0-1 0 0,0-1 1 0 0,0 1-1 0 0,0 0 1 0 0,0 0-1 0 0,0 0 1 0 0,0-1-1 0 0,0 1 1 0 0,0 0-1 0 0,0 0 1 0 0,0-1-1 0 0,0 1 1 0 0,0 0 0 0 0,0 0-1 0 0,0 0 1 0 0,0-1-1 0 0,0 1 1 0 0,0 0-1 0 0,0 0 1 0 0,0-1-1 0 0,1 1 1 0 0,-1 0-1 0 0,0 0 1 0 0,0 0-1 0 0,0 0 1 0 0,0-1 0 0 0,1 1-1 0 0,5-13 322 0 0,-5 11-358 0 0,0 1 63 0 0,2 1-35 0 0,27-3 88 0 0,4 1-24 0 0,64-15-1 0 0,133-36-115 0 0,-220 50 95 0 0,0 0 0 0 0,0 0 0 0 0,0-1 0 0 0,12-6 0 0 0,-22 10-22 0 0,0-1 1 0 0,0 0 0 0 0,0 1-1 0 0,0-1 1 0 0,0 1 0 0 0,-1-1-1 0 0,1 0 1 0 0,0 0 0 0 0,0 1-1 0 0,-1-1 1 0 0,1 0 0 0 0,0 0-1 0 0,-1 0 1 0 0,1 0 0 0 0,-1 0-1 0 0,1 0 1 0 0,-1 0-1 0 0,0 0 1 0 0,1 0 0 0 0,-1 0-1 0 0,0 0 1 0 0,0 0 0 0 0,0 0-1 0 0,0 0 1 0 0,1 0 0 0 0,-2 0-1 0 0,1-1 1 0 0,0 1 0 0 0,0 0-1 0 0,0 0 1 0 0,-1-1-1 0 0,1-5 396 0 0,-9 30 83 0 0,-13 266 821 0 0,-3 72-2396 0 0,21-120-6230 0 0,5-193 2181 0 0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6:46.6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79 1488 0 0,'-3'0'1758'0'0,"-65"-2"5070"0"0,27 1-3192 0 0,33 1-2312 0 0,14-1-464 0 0,309-50-606 0 0,-244 36-145 0 0,-38 6-299 0 0</inkml:trace>
</inkml:ink>
</file>

<file path=ppt/ink/ink1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6:46.9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14 1204 0 0,'0'-14'5847'0'0,"-5"55"-824"0"0,-12 51-4192 0 0,-1 1-821 0 0,16-80-103 0 0,-25 162-874 0 0,14-58-5633 0 0,11-99 3749 0 0</inkml:trace>
</inkml:ink>
</file>

<file path=ppt/ink/ink1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6:47.3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1 282 1712 0 0,'0'-1'108'0'0,"0"-9"810"0"0,0-1 0 0 0,0 1 0 0 0,1 0 1 0 0,0-1-1 0 0,1 1 0 0 0,0 0 0 0 0,5-15 0 0 0,-6 24-801 0 0,0-1-1 0 0,0 0 1 0 0,0 1 0 0 0,0-1 0 0 0,0 1-1 0 0,0 0 1 0 0,0-1 0 0 0,1 1-1 0 0,-1 0 1 0 0,0-1 0 0 0,1 1 0 0 0,-1 0-1 0 0,1 0 1 0 0,-1 0 0 0 0,1 1 0 0 0,0-1-1 0 0,-1 0 1 0 0,5-1 0 0 0,-3 2 8 0 0,0 0-1 0 0,0-1 1 0 0,1 1 0 0 0,-1 0 0 0 0,0 0 0 0 0,0 1 0 0 0,1-1-1 0 0,-1 1 1 0 0,6 1 0 0 0,5 4 107 0 0,-1-1 1 0 0,0 2-1 0 0,23 14 1 0 0,-28-16-147 0 0,7 4-7 0 0,3 3 6 0 0,0-2 1 0 0,28 13-1 0 0,-40-21-74 0 0,0 0 0 0 0,0 0 0 0 0,1 0 0 0 0,-1-1 0 0 0,0 0 0 0 0,1 0 0 0 0,-1-1 0 0 0,1 0 0 0 0,-1 0 0 0 0,0 0 0 0 0,1-1 0 0 0,8-1 0 0 0,-9 0-7 0 0,0 1 0 0 0,1-1 0 0 0,-1-1 0 0 0,0 1 1 0 0,0-1-1 0 0,-1 0 0 0 0,1 0 0 0 0,-1 0 1 0 0,1-1-1 0 0,-1 0 0 0 0,0 0 0 0 0,0 0 0 0 0,-1-1 1 0 0,1 0-1 0 0,-1 0 0 0 0,0 0 0 0 0,0 0 0 0 0,-1 0 1 0 0,0-1-1 0 0,1 0 0 0 0,2-8 0 0 0,2-9-4 0 0,-1 0-1 0 0,6-32 0 0 0,6-17 465 0 0,-19 71-148 0 0,6 11 324 0 0,-3 38-268 0 0,-2 0 0 0 0,-6 51 0 0 0,2-41-975 0 0,0-13-395 0 0,-1 122-7002 0 0,6-118 3254 0 0</inkml:trace>
</inkml:ink>
</file>

<file path=ppt/ink/ink1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6:48.0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66 137 1220 0 0,'-2'-1'1840'0'0,"-58"-24"9390"0"0,60 25-11203 0 0,0 0 0 0 0,0 0 0 0 0,0 0 0 0 0,-1-1-1 0 0,1 1 1 0 0,0 0 0 0 0,0 0 0 0 0,0 0 0 0 0,0 0 0 0 0,-1 0 0 0 0,1 0 0 0 0,0-1 0 0 0,0 1 0 0 0,0 0-1 0 0,0 0 1 0 0,0 0 0 0 0,-1-1 0 0 0,1 1 0 0 0,0 0 0 0 0,0 0 0 0 0,0 0 0 0 0,0-1 0 0 0,0 1-1 0 0,0 0 1 0 0,0 0 0 0 0,0-1 0 0 0,0 1 0 0 0,0 0 0 0 0,0 0 0 0 0,0 0 0 0 0,0-1 0 0 0,0 1 0 0 0,0 0-1 0 0,0 0 1 0 0,0 0 0 0 0,0-1 0 0 0,0 1 0 0 0,0 0 0 0 0,1 0 0 0 0,-1-1 0 0 0,315-82-305 0 0,-256 63-9044 0 0</inkml:trace>
</inkml:ink>
</file>

<file path=ppt/ink/ink1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6:48.2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38 1444 0 0,'0'-3'2096'0'0,"5"-32"8281"0"0,-5 48-9603 0 0,-6 147 1782 0 0,0-7-2459 0 0,6-105-2593 0 0,8 55 0 0 0,-4-68-2779 0 0,-1-19 602 0 0</inkml:trace>
</inkml:ink>
</file>

<file path=ppt/ink/ink1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6:48.6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2 229 2296 0 0,'-1'-3'1007'0'0,"1"-1"-1"0"0,-1 1 1 0 0,1-1-1 0 0,0 1 1 0 0,0 0-1 0 0,6-9 2782 0 0,-6 12-3727 0 0,9 11 837 0 0,11 22-118 0 0,-6-8-374 0 0,31 40 1 0 0,-40-59-387 0 0,0 0-1 0 0,0-1 1 0 0,0 0-1 0 0,1 0 1 0 0,0 0-1 0 0,0-1 1 0 0,0 0 0 0 0,0 0-1 0 0,1 0 1 0 0,-1-1-1 0 0,14 5 1 0 0,-17-7-19 0 0,1 0 0 0 0,0-1 0 0 0,-1 1 0 0 0,1-1 0 0 0,0 0 0 0 0,-1 0 0 0 0,1 0 0 0 0,0-1 0 0 0,-1 1 0 0 0,1-1 0 0 0,-1 0 0 0 0,1 0 0 0 0,-1 0 0 0 0,1 0 0 0 0,-1-1 0 0 0,1 1 0 0 0,-1-1 0 0 0,0 0 0 0 0,0 0 0 0 0,0 0 0 0 0,0-1 0 0 0,0 1 0 0 0,-1-1 0 0 0,1 1 0 0 0,-1-1 0 0 0,1 0 0 0 0,-1 0 0 0 0,2-3 0 0 0,4-8 6 0 0,0 1 0 0 0,-1-1-1 0 0,0 0 1 0 0,-1-1 0 0 0,4-15-1 0 0,18-78 89 0 0,8-22 634 0 0,-35 129-683 0 0,-1 1 0 0 0,0-1 0 0 0,0 0-1 0 0,1 1 1 0 0,-1-1 0 0 0,0 0 0 0 0,1 1 0 0 0,-1-1 0 0 0,1 1 0 0 0,-1-1 0 0 0,1 1 0 0 0,-1-1 0 0 0,1 1 0 0 0,-1-1 0 0 0,1 1 0 0 0,0-1-1 0 0,-1 1 1 0 0,1-1 0 0 0,0 1 0 0 0,-1 0 0 0 0,1 0 0 0 0,0-1 0 0 0,-1 1 0 0 0,1 0 0 0 0,0 0 0 0 0,-1 0 0 0 0,1 0 0 0 0,0-1 0 0 0,0 1 0 0 0,-1 0-1 0 0,1 1 1 0 0,0-1 0 0 0,0 0 0 0 0,-1 0 0 0 0,1 0 0 0 0,0 0 0 0 0,1 1 0 0 0,18 11 620 0 0,-15-7-520 0 0,-1 0-1 0 0,0 0 0 0 0,0 0 0 0 0,-1 1 1 0 0,0-1-1 0 0,0 1 0 0 0,0 0 0 0 0,0 0 1 0 0,-1 0-1 0 0,2 8 0 0 0,2 10 167 0 0,3 32-1 0 0,-7-44-231 0 0,3 55 14 0 0,-2 0-1 0 0,-7 90 0 0 0,0-64-1383 0 0,-1 19-2422 0 0,1-46-1647 0 0,1-12-2671 0 0</inkml:trace>
</inkml:ink>
</file>

<file path=ppt/ink/ink1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6:50.9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38 756 0 0,'0'0'1368'0'0,"-9"-38"9303"0"0,5 75-9662 0 0,2 59-31 0 0,13 118 0 0 0,-7-149-805 0 0,19 269 307 0 0,75 904 120 0 0,268 1974-2327 0 0,-296-2715-1142 0 0,-16-168-3767 0 0,-43-267 3259 0 0</inkml:trace>
</inkml:ink>
</file>

<file path=ppt/ink/ink1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6:51.6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64 1412 0 0,'38'-50'7904'0'0,"-33"44"-7054"0"0,1-2 282 0 0,-6 8-1110 0 0,1 0 0 0 0,-1 0 0 0 0,0 0 1 0 0,1 1-1 0 0,-1-1 0 0 0,0 0 0 0 0,1 0 1 0 0,-1 0-1 0 0,0 0 0 0 0,0 0 0 0 0,1 0 1 0 0,-1 1-1 0 0,0-1 0 0 0,0 0 0 0 0,1 0 1 0 0,-1 0-1 0 0,0 1 0 0 0,0-1 0 0 0,1 0 1 0 0,-1 0-1 0 0,0 1 0 0 0,0-1 0 0 0,0 0 1 0 0,0 1-1 0 0,1-1 0 0 0,-1 0 0 0 0,0 0 1 0 0,0 1-1 0 0,0-1 0 0 0,0 0 0 0 0,0 1 1 0 0,0-1-1 0 0,0 0 0 0 0,0 1 0 0 0,9 32 544 0 0,-1 0-1 0 0,-2 0 1 0 0,-1 1-1 0 0,0 55 0 0 0,-2-39-275 0 0,11 669 1164 0 0,-11-229-1291 0 0,59 457-1917 0 0,46-4-7096 0 0,-88-787 5048 0 0</inkml:trace>
</inkml:ink>
</file>

<file path=ppt/ink/ink1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6:52.4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1008 0 0,'4'-4'6482'0'0,"3"18"-4660"0"0,4 23-1585 0 0,-10-35 110 0 0,56 234 1781 0 0,-11 1 0 0 0,18 262 0 0 0,-12 490-1424 0 0,-41-658-365 0 0,37 613-2373 0 0,-14-301-6810 0 0,-27-520 4803 0 0</inkml:trace>
</inkml:ink>
</file>

<file path=ppt/ink/ink1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6:54.8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0 136 0 0,'0'0'18227'0'0,"-11"14"-18200"0"0,7-10-31 0 0,4-3 43 0 0,-5 5-82 0 0,4-5 43 0 0,1-1 0 0 0,-1 1 0 0 0,0 0 0 0 0,0-1 0 0 0,1 1 0 0 0,-1 0 0 0 0,0 0 0 0 0,1-1 1 0 0,-1 1-1 0 0,1 0 0 0 0,-1 0 0 0 0,1 0 0 0 0,0 0 0 0 0,-1 0 0 0 0,1 0 0 0 0,0 0 0 0 0,-1 0 0 0 0,1 0 0 0 0,0 1 0 0 0,11 22-4 0 0,-1 0 0 0 0,-1 0-1 0 0,-1 1 1 0 0,-2 0 0 0 0,6 33-1 0 0,-11-51 1 0 0,47 328-81 0 0,-20 5-569 0 0,-20-218 119 0 0,15 195-1367 0 0,23 297-5466 0 0,-28-419 1963 0 0</inkml:trace>
</inkml:ink>
</file>

<file path=ppt/ink/ink1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6:56.0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107 108 700 0 0,'-11'5'8359'0'0,"1"-5"-7624"0"0,7 0 16 0 0,-11-4 1831 0 0,-34-20 1527 0 0,47 23-3885 0 0,-1 0-68 0 0,1 0-143 0 0,1 1-1 0 0,-1 0 1 0 0,1 0 0 0 0,-1 0 0 0 0,1-1-1 0 0,-1 1 1 0 0,1 0 0 0 0,-1 0 0 0 0,1-1-1 0 0,-1 1 1 0 0,1 0 0 0 0,0-1-1 0 0,-1 1 1 0 0,1-1 0 0 0,0 1 0 0 0,-1 0-1 0 0,1-1 1 0 0,0 1 0 0 0,-1-1 0 0 0,1 1-1 0 0,0-1 1 0 0,0 1 0 0 0,0-1-1 0 0,-1 1 1 0 0,1-1 0 0 0,0 1 0 0 0,0-1-1 0 0,0 1 1 0 0,0-1 0 0 0,0 1 0 0 0,0-1-1 0 0,0 0 1 0 0,0 1 0 0 0,0-1-1 0 0,0 1 1 0 0,0-1 0 0 0,1 1 0 0 0,-1-1-1 0 0,5-4 3 0 0,0 1 0 0 0,1 1 0 0 0,0-1 0 0 0,-1 1 0 0 0,1 0-1 0 0,0 0 1 0 0,0 1 0 0 0,1-1 0 0 0,7-1 0 0 0,65-11 13 0 0,-62 12-13 0 0,18-3-48 0 0,-1 2 0 0 0,2 1-1 0 0,68 3 1 0 0,-102 1 17 0 0,1-1-1 0 0,-1 0 1 0 0,1 1-1 0 0,-1 0 1 0 0,1-1-1 0 0,-1 1 1 0 0,0 0-1 0 0,1 0 1 0 0,-1 0-1 0 0,0 1 1 0 0,0-1-1 0 0,4 3 1 0 0,-5-3 11 0 0,0 0 0 0 0,0 0 0 0 0,-1 0 0 0 0,1 0 0 0 0,0 0 0 0 0,-1 0 0 0 0,1 1 0 0 0,-1-1 0 0 0,1 0 0 0 0,-1 0 0 0 0,0 0 0 0 0,1 1 0 0 0,-1-1 0 0 0,0 0 0 0 0,0 0 0 0 0,0 0 1 0 0,0 1-1 0 0,0-1 0 0 0,0 0 0 0 0,0 0 0 0 0,-1 1 0 0 0,1-1 0 0 0,0 0 0 0 0,0 0 0 0 0,-1 0 0 0 0,1 1 0 0 0,-1-1 0 0 0,0 1 0 0 0,-5 10-15 0 0,-1-1 0 0 0,0 0 0 0 0,0 0 0 0 0,-18 18 0 0 0,-42 37-19 0 0,35-36 19 0 0,-63 56 153 0 0,-48 50 41 0 0,142-136-179 0 0,-2 4 6 0 0,0-1 1 0 0,0 0-1 0 0,0 1 0 0 0,0-1 0 0 0,1 1 0 0 0,0 0 1 0 0,0 0-1 0 0,-4 7 0 0 0,6-10-1 0 0,0 0-1 0 0,0-1 1 0 0,0 1 0 0 0,0-1-1 0 0,0 1 1 0 0,0-1 0 0 0,0 1-1 0 0,0-1 1 0 0,0 1 0 0 0,0 0-1 0 0,0-1 1 0 0,0 1 0 0 0,0-1-1 0 0,0 1 1 0 0,1-1-1 0 0,-1 1 1 0 0,0-1 0 0 0,0 1-1 0 0,1-1 1 0 0,-1 1 0 0 0,0-1-1 0 0,1 1 1 0 0,-1-1 0 0 0,0 0-1 0 0,1 1 1 0 0,-1-1 0 0 0,1 1-1 0 0,-1-1 1 0 0,1 0 0 0 0,-1 0-1 0 0,1 1 1 0 0,-1-1 0 0 0,1 0-1 0 0,-1 0 1 0 0,1 1 0 0 0,-1-1-1 0 0,1 0 1 0 0,0 0 0 0 0,20 2-118 0 0,5-5-173 0 0,0-2 0 0 0,0 0 1 0 0,-1-2-1 0 0,42-17 0 0 0,-32 12-640 0 0,61-21-1774 0 0,0 0-3191 0 0,-60 20 1450 0 0</inkml:trace>
</inkml:ink>
</file>

<file path=ppt/ink/ink1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6:56.3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97 1844 0 0,'-14'-8'4202'0'0,"-28"-9"1894"0"0,40 16-5660 0 0,5-11-55 0 0,7 5-458 0 0,-1 1 1 0 0,1 0-1 0 0,0 0 1 0 0,0 1 0 0 0,12-4-1 0 0,34-8-6797 0 0,-42 15 3652 0 0</inkml:trace>
</inkml:ink>
</file>

<file path=ppt/ink/ink1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6:56.5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93 1100 0 0,'-6'4'1225'0'0,"1"0"1"0"0,-1 0-1 0 0,1 1 0 0 0,0-1 1 0 0,-5 8-1 0 0,9-11-798 0 0,1-1-385 0 0,-1 0 0 0 0,1 1 0 0 0,0-1 0 0 0,0 0 1 0 0,0 0-1 0 0,-1 0 0 0 0,1 0 0 0 0,0 0 0 0 0,0 1 0 0 0,0-1 1 0 0,-1 0-1 0 0,1 0 0 0 0,0 0 0 0 0,0 1 0 0 0,0-1 0 0 0,0 0 0 0 0,0 0 1 0 0,0 0-1 0 0,-1 1 0 0 0,1-1 0 0 0,0 0 0 0 0,0 0 0 0 0,0 1 1 0 0,0-1-1 0 0,0 0 0 0 0,0 0 0 0 0,0 1 0 0 0,0-1 0 0 0,0 0 0 0 0,0 1 1 0 0,17-5-65 0 0,-1-1 1 0 0,0 0-1 0 0,0-1 1 0 0,0 0 0 0 0,-1-2-1 0 0,19-11 1 0 0,-12 7-457 0 0,72-37-4028 0 0,-61 29 1858 0 0</inkml:trace>
</inkml:ink>
</file>

<file path=ppt/ink/ink1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6:58.0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16 155 452 0 0,'-7'-24'5211'0'0,"3"9"-3061"0"0,3 15-2069 0 0,1-1 0 0 0,-1 0 0 0 0,1 0 0 0 0,-1 0 0 0 0,1 0 0 0 0,0 0 0 0 0,-1 0 1 0 0,1 0-1 0 0,0 0 0 0 0,0 0 0 0 0,0 0 0 0 0,-1 0 0 0 0,1 1 0 0 0,0-1 0 0 0,0 0 1 0 0,1 0-1 0 0,-1 0 0 0 0,0 0 0 0 0,0 0 0 0 0,0 0 0 0 0,1 0 0 0 0,-1 0 0 0 0,0 0 1 0 0,1 0-1 0 0,-1 0 0 0 0,1 0 0 0 0,-1 0 0 0 0,1 1 0 0 0,-1-1 0 0 0,1 0 0 0 0,0 0 1 0 0,-1 1-1 0 0,1-1 0 0 0,0 0 0 0 0,0 1 0 0 0,0-1 0 0 0,-1 1 0 0 0,1-1 0 0 0,0 1 1 0 0,0-1-1 0 0,0 1 0 0 0,0-1 0 0 0,0 1 0 0 0,0 0 0 0 0,1-1 0 0 0,49-14 246 0 0,0 2 0 0 0,76-9-1 0 0,-76 13-204 0 0,39-4 159 0 0,-88 12-115 0 0,21-5 308 0 0,-59 16-4208 0 0,20-4-1058 0 0,8-4 2155 0 0</inkml:trace>
</inkml:ink>
</file>

<file path=ppt/ink/ink1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7:01.2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48 460 0 0,'-9'-31'7166'0'0,"-1"14"-4294"0"0,10 20-2530 0 0,-3 47 1356 0 0,7 97 0 0 0,2-24-978 0 0,10 189 439 0 0,-3-142-912 0 0,-5-92 662 0 0,-7-76-614 0 0,-6-11-954 0 0,12-38-3853 0 0,1 14-1297 0 0,-3 19 1627 0 0</inkml:trace>
</inkml:ink>
</file>

<file path=ppt/ink/ink1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7:01.6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54 1744 0 0,'14'-54'11591'0'0,"-10"58"-11219"0"0,-4-4-334 0 0,0 0 0 0 0,1 0 0 0 0,-1 1 0 0 0,0-1 1 0 0,0 0-1 0 0,1 0 0 0 0,-1 0 0 0 0,0 0 0 0 0,1 1 0 0 0,-1-1 0 0 0,0 0 0 0 0,0 0 0 0 0,0 0 0 0 0,1 1 0 0 0,-1-1 1 0 0,0 0-1 0 0,0 1 0 0 0,0-1 0 0 0,1 0 0 0 0,-1 0 0 0 0,0 1 0 0 0,0-1 0 0 0,0 0 0 0 0,0 1 0 0 0,0-1 0 0 0,0 0 1 0 0,0 1-1 0 0,0-1 0 0 0,0 0 0 0 0,0 1 0 0 0,0-1 0 0 0,5 27 1557 0 0,17 135 2746 0 0,-18-88-3563 0 0,22 285 1167 0 0,-23-309-1678 0 0,-3-48-261 0 0,1 6-147 0 0</inkml:trace>
</inkml:ink>
</file>

<file path=ppt/ink/ink1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7:01.9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88 968 0 0,'13'-88'13594'0'0,"-12"109"-11160"0"0,-24 217 2195 0 0,-2 11-3901 0 0,21-204-813 0 0,-1 23-2081 0 0,6-25-6013 0 0</inkml:trace>
</inkml:ink>
</file>

<file path=ppt/ink/ink1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7:02.3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2 169 992 0 0,'-1'-8'2232'0'0,"6"-14"7461"0"0,4 34-9105 0 0,12 17 279 0 0,1-1 0 0 0,34 32 0 0 0,-48-53-833 0 0,0 0 0 0 0,1 0 1 0 0,-1-1-1 0 0,1 0 0 0 0,1 0 1 0 0,-1-1-1 0 0,1 0 0 0 0,0-1 0 0 0,0 0 1 0 0,0-1-1 0 0,1 0 0 0 0,10 1 1 0 0,-18-3-30 0 0,0-1 0 0 0,0 0 1 0 0,0 0-1 0 0,-1 0 0 0 0,1 0 1 0 0,0-1-1 0 0,0 1 0 0 0,-1-1 1 0 0,1 1-1 0 0,0-1 0 0 0,-1 0 1 0 0,1 0-1 0 0,0 0 0 0 0,-1-1 1 0 0,1 1-1 0 0,-1-1 0 0 0,0 1 1 0 0,0-1-1 0 0,1 0 1 0 0,-1 0-1 0 0,0 0 0 0 0,0 0 1 0 0,-1 0-1 0 0,1 0 0 0 0,0 0 1 0 0,-1-1-1 0 0,2-2 0 0 0,3-6-19 0 0,-1 0 0 0 0,-1-1 0 0 0,0 0 0 0 0,5-19 0 0 0,-6 18 0 0 0,22-117-73 0 0,-15 70 23 0 0,-10 59 76 0 0,0 0 1 0 0,0 1-1 0 0,0-1 0 0 0,0 0 0 0 0,0 0 0 0 0,0 0 0 0 0,1 0 1 0 0,-1 0-1 0 0,0 1 0 0 0,0-1 0 0 0,1 0 0 0 0,-1 0 0 0 0,1 0 1 0 0,-1 1-1 0 0,1-1 0 0 0,-1 0 0 0 0,1 1 0 0 0,-1-1 0 0 0,1 0 1 0 0,0 1-1 0 0,-1-1 0 0 0,1 1 0 0 0,0-1 0 0 0,-1 1 1 0 0,2-1-1 0 0,-1 1 22 0 0,0 0 0 0 0,0 0 0 0 0,0 0 0 0 0,0 1 0 0 0,0-1 0 0 0,0 0 0 0 0,0 1 0 0 0,-1-1 0 0 0,1 0 0 0 0,0 1 0 0 0,0-1 0 0 0,0 1 1 0 0,-1 0-1 0 0,1-1 0 0 0,0 1 0 0 0,0-1 0 0 0,-1 1 0 0 0,2 1 0 0 0,2 4 180 0 0,0-1 1 0 0,0 1-1 0 0,0 0 1 0 0,-1 0-1 0 0,4 10 0 0 0,2 13 202 0 0,-2 0 0 0 0,0 0 0 0 0,-2 1 0 0 0,1 32 0 0 0,-3 124-67 0 0,-2-38-5997 0 0,-1-114-1058 0 0,-2-18 319 0 0</inkml:trace>
</inkml:ink>
</file>

<file path=ppt/ink/ink1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7:04.5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2771 448 0 0,'0'0'6411'0'0,"1"-12"-3511"0"0,-2 11-2771 0 0,1 0 0 0 0,-1 0 0 0 0,0 0 0 0 0,1-1 0 0 0,-1 1 0 0 0,1 0 0 0 0,0 0 0 0 0,-1-1 0 0 0,1 1 0 0 0,0 0 0 0 0,0-1 1 0 0,0 1-1 0 0,0 0 0 0 0,0-1 0 0 0,0 1 0 0 0,0 0 0 0 0,1-1 0 0 0,-1 1 0 0 0,0 0 0 0 0,1-1 0 0 0,-1 1 0 0 0,1 0 0 0 0,-1 0 0 0 0,2-2 0 0 0,-1 2 15 0 0,20-14 351 0 0,-3 4-398 0 0,2 1 0 0 0,-1 2 0 0 0,2 0 0 0 0,25-7 0 0 0,-22 7-63 0 0,161-50 34 0 0,3 9 1 0 0,316-42-1 0 0,537 8 4 0 0,-989 81-61 0 0,364-32 76 0 0,195-20-39 0 0,-246 29 66 0 0,210-16-63 0 0,-6-4-15 0 0,-68-11 8 0 0,-310 34-22 0 0,1015-143-146 0 0,-699 79 178 0 0,-320 53-82 0 0,151-29 32 0 0,197-33 13 0 0,126 9 18 0 0,-556 73-31 0 0,1069-119 110 0 0,-455 53-62 0 0,65-12 117 0 0,185-23-93 0 0,-471 52-1 0 0,103-13 28 0 0,-40 1-137 0 0,100-14-17 0 0,1468-199-2 0 0,-1977 268 57 0 0,1077-133 14 0 0,2 22 41 0 0,62 34-82 0 0,-303 26 2 0 0,-775 54 6 0 0,294-30-1721 0 0,-487 44 983 0 0,14-2-409 0 0,-11-5-4490 0 0,-17 5 2091 0 0</inkml:trace>
</inkml:ink>
</file>

<file path=ppt/ink/ink1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7:06.9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61 984 0 0,'5'-16'7827'0'0,"-10"-6"-4247"0"0,-6 0-335 0 0,9 37-3214 0 0,0 1 1 0 0,0-1-1 0 0,2 1 0 0 0,0-1 1 0 0,3 19-1 0 0,-1 18 114 0 0,10 242 632 0 0,-2-100-379 0 0,26 371-97 0 0,-7-124-508 0 0,-23-205-3827 0 0,-4-110-2602 0 0,-1-87 2472 0 0</inkml:trace>
</inkml:ink>
</file>

<file path=ppt/ink/ink1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7:08.8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60 171 1072 0 0,'-4'-3'871'0'0,"1"0"0"0"0,0 0-1 0 0,-1 1 1 0 0,1-1 0 0 0,-1 1 0 0 0,0 0-1 0 0,0 0 1 0 0,0 0 0 0 0,-6-1 0 0 0,8 2-235 0 0,-8-3 412 0 0,10 4-1028 0 0,-1 0 0 0 0,1 0-1 0 0,0 0 1 0 0,0-1 0 0 0,-1 1-1 0 0,1 0 1 0 0,0 0 0 0 0,0 0-1 0 0,0 0 1 0 0,-1 0 0 0 0,1-1-1 0 0,0 1 1 0 0,0 0 0 0 0,0 0-1 0 0,0-1 1 0 0,-1 1 0 0 0,1 0-1 0 0,0 0 1 0 0,0 0 0 0 0,0-1 0 0 0,0 1-1 0 0,0 0 1 0 0,0 0 0 0 0,0-1-1 0 0,0 1 1 0 0,0 0 0 0 0,0-1-1 0 0,0 1 1 0 0,0 0 0 0 0,0 0-1 0 0,0-1 1 0 0,0 1 0 0 0,0 0-1 0 0,0 0 1 0 0,0-1 0 0 0,0 1-1 0 0,0 0 1 0 0,0 0 0 0 0,0-1-1 0 0,0 1 1 0 0,0 0 0 0 0,1-1-1 0 0,12-8 211 0 0,27-7-366 0 0,-34 14 202 0 0,-1 0-74 0 0,249-83-96 0 0,-237 78 112 0 0,-14 6 16 0 0,0-1 0 0 0,0 1 0 0 0,1 0 0 0 0,-1 0-1 0 0,1 0 1 0 0,-1 0 0 0 0,8 0 0 0 0,-11 3-23 0 0,0 9 14 0 0,-45 47-35 0 0,-95 171 17 0 0,132-212-12 0 0,-6 6-49 0 0,15-21 51 0 0,1 5 21 0 0,-1-7-5 0 0,1 1 0 0 0,-1 0 0 0 0,0-1 0 0 0,0 1 0 0 0,1-1 1 0 0,-1 0-1 0 0,0 1 0 0 0,1-1 0 0 0,-1 0 0 0 0,0 0 0 0 0,1 0 0 0 0,1 0 0 0 0,10 1-3 0 0,0-1 14 0 0,-1-1-1 0 0,1 0 1 0 0,-1 0 0 0 0,0-1 0 0 0,0-1-1 0 0,22-7 1 0 0,9-1-2 0 0,4-1-36 0 0,-27 6 62 0 0,29-4 0 0 0,-46 10-18 0 0,13-4 185 0 0,0-2-182 0 0</inkml:trace>
</inkml:ink>
</file>

<file path=ppt/ink/ink1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7:09.7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 12 1028 0 0,'-7'-11'10586'0'0,"7"11"-10515"0"0,0 14 844 0 0,3 19-404 0 0,5 17 473 0 0,28 187 1088 0 0,-34-218-1910 0 0,0 1 171 0 0,0-1 1 0 0,-1 1 0 0 0,-1 0 0 0 0,-1-1 0 0 0,0 1-1 0 0,-6 25 1 0 0,4-38-148 0 0,0 0-1 0 0,0 0 1 0 0,0-1 0 0 0,-1 1-1 0 0,0-1 1 0 0,-9 11-1 0 0,12-16-166 0 0,0 0 0 0 0,0-1 0 0 0,0 1 0 0 0,0 0 0 0 0,0 0 0 0 0,0-1 0 0 0,-1 1 0 0 0,1-1 0 0 0,0 1 0 0 0,0-1 0 0 0,-1 0 0 0 0,1 1-1 0 0,0-1 1 0 0,-1 0 0 0 0,1 0 0 0 0,0 0 0 0 0,-1 0 0 0 0,1 0 0 0 0,0 0 0 0 0,-1 0 0 0 0,1 0 0 0 0,0-1 0 0 0,-1 1 0 0 0,1 0 0 0 0,0-1-1 0 0,-2 0 1 0 0,-29-16-667 0 0,25 13-360 0 0,1-1-1 0 0,0 0 1 0 0,0 0-1 0 0,-10-11 1 0 0,13 12-238 0 0,1 1 1 0 0,-1-1 0 0 0,1 0 0 0 0,0 0 0 0 0,-3-6-1 0 0,2-2-3663 0 0</inkml:trace>
</inkml:ink>
</file>

<file path=ppt/ink/ink1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7:09.9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21 138 1884 0 0,'-12'-77'7907'0'0,"4"27"-5560"0"0,8 48-2271 0 0,-1-6-385 0 0</inkml:trace>
</inkml:ink>
</file>

<file path=ppt/ink/ink1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7:10.9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170 33 496 0 0,'0'0'1728'0'0,"4"-10"1651"0"0,-4 9-3239 0 0,0 0 0 0 0,0 0-1 0 0,0 0 1 0 0,0 0 0 0 0,0 0-1 0 0,0 0 1 0 0,0 0 0 0 0,0 0-1 0 0,-1 0 1 0 0,1 0 0 0 0,0 0-1 0 0,-1 1 1 0 0,1-1 0 0 0,-1 0-1 0 0,1 0 1 0 0,-1 0 0 0 0,1 0-1 0 0,-1 1 1 0 0,0-1 0 0 0,1 0-1 0 0,-1 1 1 0 0,0-1 0 0 0,0 1-1 0 0,-1-2 1 0 0,1 1 193 0 0,-15 4-65 0 0,12-2-214 0 0,-1 1 0 0 0,1-1 0 0 0,0 1-1 0 0,0 0 1 0 0,0 0 0 0 0,0 0 0 0 0,0 1-1 0 0,0-1 1 0 0,1 1 0 0 0,-1 0 0 0 0,1 0-1 0 0,-5 5 1 0 0,-2 4 63 0 0,0 1 1 0 0,-7 13-1 0 0,9-13-35 0 0,0 0 0 0 0,1 1 0 0 0,0 1 0 0 0,2-1 0 0 0,-6 17 0 0 0,9-24-64 0 0,1 0 0 0 0,-1 1 0 0 0,1-1 0 0 0,0 0 0 0 0,1 1 0 0 0,0-1 0 0 0,0 0 0 0 0,1 1 0 0 0,-1-1 0 0 0,2 0 0 0 0,-1 0 0 0 0,5 14 0 0 0,-5-18-19 0 0,1-1 1 0 0,0 1-1 0 0,0 0 0 0 0,0 0 1 0 0,0-1-1 0 0,0 0 1 0 0,0 1-1 0 0,0-1 0 0 0,1 0 1 0 0,-1 0-1 0 0,1 0 0 0 0,0 0 1 0 0,0-1-1 0 0,-1 1 0 0 0,1-1 1 0 0,0 1-1 0 0,0-1 1 0 0,0 0-1 0 0,1 0 0 0 0,-1 0 1 0 0,0-1-1 0 0,0 1 0 0 0,0-1 1 0 0,1 0-1 0 0,-1 0 0 0 0,0 0 1 0 0,4-1-1 0 0,11 0-437 0 0,0-2 1 0 0,0 0-1 0 0,29-9 0 0 0,-31 7-185 0 0,13-4-1242 0 0,0-1 1 0 0,32-16 0 0 0,-44 18 780 0 0</inkml:trace>
</inkml:ink>
</file>

<file path=ppt/ink/ink1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7:11.2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40 896 0 0,'4'-11'3544'0'0,"-8"-18"3219"0"0,-3 63-4373 0 0,9-9-1877 0 0,1 0 1 0 0,0 0 0 0 0,12 37 0 0 0,-8-33-156 0 0,6 53 0 0 0,-12-72-275 0 0,-1 0 0 0 0,0 0 0 0 0,0 1-1 0 0,-1-1 1 0 0,-1 0 0 0 0,0 0-1 0 0,0 0 1 0 0,-1-1 0 0 0,-5 13 0 0 0,6-17-103 0 0,-1 0 0 0 0,1 0 0 0 0,-2 0 0 0 0,1 0 0 0 0,0-1 1 0 0,-1 1-1 0 0,0-1 0 0 0,0 0 0 0 0,0 0 0 0 0,0 0 0 0 0,-1 0 0 0 0,-5 3 1 0 0,8-6-197 0 0,0 0 1 0 0,0 0 0 0 0,0 0-1 0 0,0-1 1 0 0,0 1 0 0 0,0 0-1 0 0,0-1 1 0 0,-1 0 0 0 0,1 1-1 0 0,0-1 1 0 0,0 0 0 0 0,0 0-1 0 0,-1 0 1 0 0,-2-1 0 0 0,3 0-250 0 0,0 1 0 0 0,0-1 0 0 0,-1 0 1 0 0,1 0-1 0 0,0 0 0 0 0,0-1 1 0 0,0 1-1 0 0,0 0 0 0 0,0-1 0 0 0,0 1 1 0 0,1-1-1 0 0,-1 0 0 0 0,0 1 0 0 0,1-1 1 0 0,-3-4-1 0 0,-3-5-3399 0 0</inkml:trace>
</inkml:ink>
</file>

<file path=ppt/ink/ink1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7:11.4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80 404 0 0,'2'-14'5183'0'0,"-1"9"-4503"0"0,0 0 1 0 0,0 1 0 0 0,-1-1 0 0 0,1 0 0 0 0,-1 0 0 0 0,-1-5 0 0 0,1-8-6184 0 0,0 10 3057 0 0</inkml:trace>
</inkml:ink>
</file>

<file path=ppt/ink/ink1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7:13.6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51 504 0 0,'0'0'1897'0'0,"-7"-16"1661"0"0,-24-16 8380 0 0,30 31-11874 0 0,1 1 0 0 0,-1 0 0 0 0,1 0 0 0 0,-1-1 0 0 0,1 1 0 0 0,-1 0-1 0 0,0 0 1 0 0,1 0 0 0 0,-1 0 0 0 0,1 0 0 0 0,-1-1 0 0 0,0 1 0 0 0,1 0 0 0 0,-1 0 0 0 0,1 1 0 0 0,-2-1 0 0 0,0 6-41 0 0,1-5 30 0 0,8 28 0 0 0,-2 14 8 0 0,2 7-53 0 0,-7-48-14 0 0,2 10-3 0 0,-1-5 1373 0 0,-1-6-1662 0 0,0 0 0 0 0,0 0 0 0 0,0 0-1 0 0,0-1 1 0 0,0 1 0 0 0,0 0 0 0 0,0 0 0 0 0,0 0-1 0 0,0-1 1 0 0,0 1 0 0 0,1 0 0 0 0,-1 0 0 0 0,0-1-1 0 0,0 1 1 0 0,1 0 0 0 0,-1 0 0 0 0,1-1 0 0 0,8 8-3877 0 0</inkml:trace>
</inkml:ink>
</file>

<file path=ppt/ink/ink1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7:15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139 43 1044 0 0,'-11'-32'6021'0'0,"11"31"-5962"0"0,0 1 0 0 0,0-1-1 0 0,0 1 1 0 0,0-1 0 0 0,0 1 0 0 0,0 0 0 0 0,0-1 0 0 0,-1 1 0 0 0,1-1 0 0 0,0 1 0 0 0,0 0 0 0 0,0-1 0 0 0,-1 1 0 0 0,1-1 0 0 0,0 1 0 0 0,-1 0 0 0 0,1-1 0 0 0,0 1 0 0 0,-1 0 0 0 0,1 0 0 0 0,0-1-1 0 0,-1 1 1 0 0,1 0 0 0 0,-1 0 0 0 0,1 0 0 0 0,0-1 0 0 0,-1 1 0 0 0,1 0 0 0 0,-1 0 0 0 0,1 0 0 0 0,-1 0 0 0 0,1 0 0 0 0,-1 0 0 0 0,0 0 0 0 0,0 0 17 0 0,0 1-1 0 0,0 0 1 0 0,1 0 0 0 0,-1-1 0 0 0,0 1 0 0 0,0 0 0 0 0,0 0 0 0 0,0 0 0 0 0,1 0-1 0 0,-1 0 1 0 0,0 0 0 0 0,1 0 0 0 0,-1 1 0 0 0,-18 47 800 0 0,16-41-580 0 0,-64 215 826 0 0,50-128-6379 0 0</inkml:trace>
</inkml:ink>
</file>

<file path=ppt/ink/ink1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7:15.5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45 340 0 0,'7'-14'3309'0'0,"-6"12"-3149"0"0,0 0 0 0 0,0 0-1 0 0,0 0 1 0 0,1 0 0 0 0,-1 1 0 0 0,1-1 0 0 0,-1 0 0 0 0,1 1-1 0 0,0-1 1 0 0,-1 1 0 0 0,1-1 0 0 0,0 1 0 0 0,0 0 0 0 0,0 0-1 0 0,0 0 1 0 0,0 0 0 0 0,1 0 0 0 0,-1 0 0 0 0,0 1 0 0 0,0-1-1 0 0,1 1 1 0 0,-1-1 0 0 0,0 1 0 0 0,1 0 0 0 0,-1 0 0 0 0,0 0-1 0 0,0 0 1 0 0,1 0 0 0 0,-1 1 0 0 0,0-1 0 0 0,5 2-1 0 0,5 2 85 0 0,0 1 0 0 0,0 1 0 0 0,0 0 0 0 0,-1 0 0 0 0,0 1-1 0 0,0 0 1 0 0,18 17 0 0 0,-13-9 66 0 0,-1 1 0 0 0,0 0-1 0 0,23 34 1 0 0,-33-42-125 0 0,0 0 0 0 0,0 0-1 0 0,-1 1 1 0 0,0-1 0 0 0,-1 1 0 0 0,1 0-1 0 0,-2 0 1 0 0,1 1 0 0 0,-1-1-1 0 0,-1 1 1 0 0,1 9 0 0 0,-2-14-100 0 0,0 0-1 0 0,-1 0 1 0 0,1-1 0 0 0,-1 1-1 0 0,0 0 1 0 0,-1-1 0 0 0,1 1 0 0 0,-1-1-1 0 0,0 1 1 0 0,0-1 0 0 0,0 0-1 0 0,0 0 1 0 0,-1 0 0 0 0,0 0-1 0 0,0 0 1 0 0,0 0 0 0 0,0-1 0 0 0,0 0-1 0 0,-1 1 1 0 0,1-1 0 0 0,-1-1-1 0 0,0 1 1 0 0,0 0 0 0 0,-6 2-1 0 0,-3 1-16 0 0,0-1-1 0 0,0 0 0 0 0,0-1 0 0 0,0 0 0 0 0,-1-1 0 0 0,-22 3 1 0 0,-82-2 49 0 0,97-4-89 0 0,3-1-7 0 0,1 0 0 0 0,-20-3 0 0 0,9 0-103 0 0,25 3-107 0 0,-8-1-301 0 0</inkml:trace>
</inkml:ink>
</file>

<file path=ppt/ink/ink1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7:15.9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26 1384 0 0,'5'-26'10575'0'0,"-3"36"-9993"0"0,2 27 1160 0 0,16 108 1168 0 0,14 65-1233 0 0,-32-184-1252 0 0,0 0-1 0 0,-2-1 1 0 0,-4 49 0 0 0,3-70-373 0 0,1-1 0 0 0,-1 0 0 0 0,0 1 0 0 0,0-1-1 0 0,0 0 1 0 0,0 1 0 0 0,-1-1 0 0 0,1 0 0 0 0,-1 0 0 0 0,0 0 0 0 0,1 0-1 0 0,-2-1 1 0 0,1 1 0 0 0,0 0 0 0 0,0-1 0 0 0,-6 5 0 0 0,6-6-46 0 0,1-1-1 0 0,-1 1 1 0 0,1-1 0 0 0,-1 1 0 0 0,1-1 0 0 0,-1 0 0 0 0,0 0 0 0 0,1 1 0 0 0,-1-1-1 0 0,1 0 1 0 0,-1 0 0 0 0,0-1 0 0 0,1 1 0 0 0,-4-1 0 0 0,-22-6-6 0 0,25 7-5 0 0,-6-3-357 0 0,1 1 1 0 0,0-1-1 0 0,0-1 1 0 0,0 1-1 0 0,0-1 1 0 0,0 0-1 0 0,1-1 1 0 0,-12-9-1 0 0,14 10-426 0 0,1 0 1 0 0,-1-1-1 0 0,1 1 0 0 0,-1 0 1 0 0,2-1-1 0 0,-1 0 0 0 0,0 0 0 0 0,1 0 1 0 0,0 0-1 0 0,0 0 0 0 0,0 0 0 0 0,1 0 1 0 0,-2-7-1 0 0,1-8-4060 0 0</inkml:trace>
</inkml:ink>
</file>

<file path=ppt/ink/ink1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7:16.2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1 135 1320 0 0,'11'-81'8897'0'0,"-9"30"-6946"0"0,-2 49-2365 0 0</inkml:trace>
</inkml:ink>
</file>

<file path=ppt/ink/ink1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7:18.2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9 1160 0 0,'-2'-8'15623'0'0,"1"24"-15457"0"0,1 1 0 0 0,0-1 0 0 0,1 1 0 0 0,5 24 0 0 0,1 12 202 0 0,84 646 1154 0 0,74 147-1128 0 0,-69-375-122 0 0,59 280-354 0 0,-109-559 102 0 0,-22-102 596 0 0,-24-88-574 0 0,7 31 222 0 0,-3-13-293 0 0,-2-15-1540 0 0,-3-19-1222 0 0,-4-26-5458 0 0,5 24 2262 0 0</inkml:trace>
</inkml:ink>
</file>

<file path=ppt/ink/ink1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7:30.1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73 122 660 0 0,'-3'0'816'0'0,"-35"-6"3363"0"0,36 5-3367 0 0,-25-3 316 0 0,24 3-706 0 0,11 0-310 0 0,0 0-1 0 0,0 0 0 0 0,-1-1 1 0 0,11-4-1 0 0,6-2-70 0 0,74-15 155 0 0,35-10-83 0 0,-28 4 299 0 0,-103 29-354 0 0,16-6 200 0 0</inkml:trace>
</inkml:ink>
</file>

<file path=ppt/ink/ink1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7:30.7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8 107 1088 0 0,'-2'-16'3396'0'0,"-3"-24"776"0"0,5 39-4144 0 0,0 0 1 0 0,0 0-1 0 0,0 0 0 0 0,0 0 1 0 0,1 0-1 0 0,-1 1 0 0 0,0-1 0 0 0,0 0 1 0 0,1 0-1 0 0,-1 0 0 0 0,0 0 0 0 0,1 1 1 0 0,-1-1-1 0 0,1 0 0 0 0,-1 0 1 0 0,1 1-1 0 0,0-1 0 0 0,-1 0 0 0 0,1 1 1 0 0,0-1-1 0 0,-1 1 0 0 0,1-1 1 0 0,0 1-1 0 0,1-2 0 0 0,19-7 141 0 0,-19 8-129 0 0,10-3-9 0 0,0 0 1 0 0,0 0-1 0 0,0 2 1 0 0,1-1-1 0 0,-1 2 1 0 0,1-1-1 0 0,0 2 1 0 0,-1 0-1 0 0,1 0 1 0 0,17 3-1 0 0,-26-2-25 0 0,0-1 0 0 0,0 1 0 0 0,0 0 0 0 0,0 0 0 0 0,0 0 0 0 0,0 1 0 0 0,-1-1-1 0 0,1 1 1 0 0,0 0 0 0 0,-1 0 0 0 0,1 0 0 0 0,-1 1 0 0 0,0-1 0 0 0,1 1 0 0 0,2 3 0 0 0,-5-4-2 0 0,1 0 0 0 0,-1 1 0 0 0,1-1 0 0 0,-1 1 0 0 0,0-1 0 0 0,0 1 0 0 0,0-1 0 0 0,0 1 0 0 0,-1 0 0 0 0,1-1 0 0 0,0 1 0 0 0,-1 0 1 0 0,0 0-1 0 0,0 0 0 0 0,0-1 0 0 0,0 1 0 0 0,0 0 0 0 0,-1 0 0 0 0,1-1 0 0 0,-1 1 0 0 0,0 0 0 0 0,-1 4 0 0 0,-7 14 7 0 0,0-1 0 0 0,-1 0 0 0 0,-1 0 0 0 0,-18 24 0 0 0,-61 69 49 0 0,67-87-16 0 0,22-24 73 0 0,19-5-36 0 0,-7-5-47 0 0,0 2-1 0 0,0-1 1 0 0,1 2 0 0 0,0-1 0 0 0,0 2-1 0 0,19-6 1 0 0,-26 9-30 0 0,1 0 0 0 0,-1 0 1 0 0,1 1-1 0 0,-1-1 0 0 0,1 1 0 0 0,0 0 1 0 0,-1 1-1 0 0,1 0 0 0 0,-1 0 0 0 0,1 0 0 0 0,-1 0 1 0 0,1 1-1 0 0,-1 0 0 0 0,0 0 0 0 0,0 0 1 0 0,0 1-1 0 0,8 5 0 0 0,0 1 26 0 0,-1 1 0 0 0,0 1-1 0 0,-1 0 1 0 0,17 21 0 0 0,-22-24 65 0 0,0-1 0 0 0,-1 1 0 0 0,0 0 0 0 0,-1 1 0 0 0,0-1 0 0 0,0 1 0 0 0,-1 0 0 0 0,0 0 0 0 0,1 10 0 0 0,-3-17 3 0 0,-1 1-1 0 0,0 0 0 0 0,0 0 0 0 0,0 0 1 0 0,0 0-1 0 0,-1 0 0 0 0,1 0 0 0 0,-1-1 0 0 0,1 1 1 0 0,-1 0-1 0 0,0 0 0 0 0,0-1 0 0 0,-1 1 1 0 0,1 0-1 0 0,0-1 0 0 0,-1 0 0 0 0,0 1 1 0 0,1-1-1 0 0,-1 0 0 0 0,0 0 0 0 0,0 1 0 0 0,0-2 1 0 0,0 1-1 0 0,-1 0 0 0 0,1 0 0 0 0,-1-1 1 0 0,1 1-1 0 0,-1-1 0 0 0,1 0 0 0 0,-1 0 0 0 0,-4 2 1 0 0,-3 0 0 0 0,1 0 0 0 0,-1-1 0 0 0,0 0 1 0 0,1 0-1 0 0,-1-1 0 0 0,0 0 1 0 0,0-1-1 0 0,-14-1 0 0 0,21 1-171 0 0,-40-8 342 0 0,41 8-569 0 0,0-1 1 0 0,0 0-1 0 0,0 1 1 0 0,0-1-1 0 0,-1 0 1 0 0,2 0-1 0 0,-1-1 1 0 0,0 1-1 0 0,0 0 1 0 0,0 0-1 0 0,0-1 1 0 0,1 1-1 0 0,-1-1 1 0 0,1 0-1 0 0,-1 1 1 0 0,1-1-1 0 0,0 0 0 0 0,-2-2 1 0 0,3 3 109 0 0,0 0 0 0 0,0 1 0 0 0,0-1-1 0 0,0 1 1 0 0,0-1 0 0 0,0 0 0 0 0,0 1 0 0 0,1-1 0 0 0,-1 1 0 0 0,0-1-1 0 0,0 0 1 0 0,0 1 0 0 0,1-1 0 0 0,-1 1 0 0 0,0-1 0 0 0,0 1 0 0 0,1-1-1 0 0,0 0 1 0 0</inkml:trace>
</inkml:ink>
</file>

<file path=ppt/ink/ink1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7:31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69 344 0 0,'5'-51'8961'0'0,"-4"34"-6268"0"0,-3 35-1948 0 0,-11 166 487 0 0,3-120-1145 0 0,-2 31-795 0 0,12-83-1181 0 0,0 1-1 0 0,3 23 0 0 0,3-20-3391 0 0</inkml:trace>
</inkml:ink>
</file>

<file path=ppt/ink/ink1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7:31.5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2 265 644 0 0,'-2'-70'10058'0'0,"20"73"-9598"0"0,33 28 165 0 0,-42-24-564 0 0,1-1 0 0 0,0 0 0 0 0,1 0 0 0 0,-1-1 0 0 0,1 0 1 0 0,0 0-1 0 0,0-1 0 0 0,0-1 0 0 0,22 4 0 0 0,-26-7 4 0 0,-1 0 0 0 0,1-1 0 0 0,-1 1 0 0 0,1-1 0 0 0,-1-1 0 0 0,0 1-1 0 0,1-1 1 0 0,-1 0 0 0 0,0-1 0 0 0,0 1 0 0 0,0-1 0 0 0,0 0 0 0 0,-1-1 0 0 0,0 1-1 0 0,1-1 1 0 0,-1 0 0 0 0,0-1 0 0 0,-1 1 0 0 0,6-6 0 0 0,9-13-18 0 0,-1-1 0 0 0,-1 0 0 0 0,14-27 0 0 0,-6 10 106 0 0,-13 21 59 0 0,-7 11-125 0 0,1 0 0 0 0,13-17 1 0 0,-18 25-68 0 0,0 1-8 0 0,-1 0 0 0 0,1 0 0 0 0,0 0 0 0 0,-1 0 0 0 0,1 0 0 0 0,0 0 0 0 0,-1 0 0 0 0,1 1 0 0 0,0-1 0 0 0,-1 0 0 0 0,1 0 0 0 0,-1 1 0 0 0,1-1 0 0 0,0 0 0 0 0,-1 1 0 0 0,1-1 0 0 0,-1 1 0 0 0,1-1 0 0 0,-1 0 0 0 0,1 1 0 0 0,-1-1 0 0 0,0 1 0 0 0,1 0 0 0 0,-1-1 0 0 0,0 1 0 0 0,1-1 0 0 0,-1 1 0 0 0,0-1 0 0 0,1 1 0 0 0,-1 0 0 0 0,0-1 0 0 0,0 2 0 0 0,8 21 412 0 0,0 13-151 0 0,-2 1 0 0 0,-2-1 1 0 0,0 61-1 0 0,-15 114-2292 0 0,4-117-2630 0 0,5-67 1488 0 0,0-2-1050 0 0</inkml:trace>
</inkml:ink>
</file>

<file path=ppt/ink/ink1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7:35.4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1 128 1556 0 0,'20'-12'8817'0'0,"-13"7"-8436"0"0,61-24 326 0 0,18-11-587 0 0,-56 27-928 0 0,13-8-5487 0 0,-31 14 4221 0 0</inkml:trace>
</inkml:ink>
</file>

<file path=ppt/ink/ink1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7:36.1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69 100 968 0 0,'4'-15'4060'0'0,"-3"11"-3349"0"0,0 0 0 0 0,-1 1-1 0 0,1-1 1 0 0,-1 0-1 0 0,0 1 1 0 0,-1-8-1 0 0,1 6-212 0 0,-19 9-237 0 0,16-2-243 0 0,0 1-1 0 0,0-1 1 0 0,0 1 0 0 0,1-1-1 0 0,-1 1 1 0 0,1 0-1 0 0,-1 0 1 0 0,1 0 0 0 0,0 0-1 0 0,0 1 1 0 0,0-1 0 0 0,1 1-1 0 0,-1-1 1 0 0,1 1-1 0 0,0-1 1 0 0,-1 7 0 0 0,-1 3-40 0 0,2 0 0 0 0,-1 1-1 0 0,2 16 1 0 0,0-26 29 0 0,0-1 1 0 0,1 1-1 0 0,0-1 0 0 0,0 1 0 0 0,0-1 0 0 0,0 0 0 0 0,0 1 0 0 0,1-1 0 0 0,-1 0 0 0 0,1 0 1 0 0,0 0-1 0 0,0 0 0 0 0,0 0 0 0 0,0 0 0 0 0,1-1 0 0 0,-1 1 0 0 0,1-1 0 0 0,-1 0 0 0 0,4 3 0 0 0,7 4 121 0 0,0-1 0 0 0,0 0 0 0 0,15 6-1 0 0,-9-4 35 0 0,17 6 150 0 0,20 13-116 0 0,-52-27-145 0 0,0 1 0 0 0,0-1 0 0 0,0 1 0 0 0,-1 0 0 0 0,0 0 0 0 0,1 0 0 0 0,-1 1 0 0 0,0-1 0 0 0,-1 1 0 0 0,4 6 1 0 0,-4-8-15 0 0,-2 1 1 0 0,1 0 0 0 0,0 0 0 0 0,0 0 0 0 0,-1 0 0 0 0,1 0 0 0 0,-1 0 0 0 0,0 0 0 0 0,0 0 0 0 0,0 0 0 0 0,-1 0 0 0 0,1 0 0 0 0,-1 0 0 0 0,1 0 0 0 0,-1 0 0 0 0,0-1 0 0 0,0 1 0 0 0,0 0 0 0 0,-1 0 0 0 0,1-1 0 0 0,-4 6 0 0 0,2-4 24 0 0,0 1 0 0 0,0-1 0 0 0,-1 0 1 0 0,0 0-1 0 0,0 0 0 0 0,0-1 0 0 0,0 0 1 0 0,0 1-1 0 0,-1-1 0 0 0,1-1 0 0 0,-7 4 1 0 0,0-1 48 0 0,0-1 1 0 0,-1 0-1 0 0,1 0 1 0 0,-1-1-1 0 0,-13 1 1 0 0,23-4-101 0 0,0 0-1 0 0,0 0 0 0 0,0 0 1 0 0,1 0-1 0 0,-1 0 1 0 0,0 0-1 0 0,0-1 1 0 0,0 1-1 0 0,1-1 1 0 0,-1 1-1 0 0,0-1 1 0 0,1 0-1 0 0,-1 0 1 0 0,0 1-1 0 0,1-1 1 0 0,-1 0-1 0 0,1-1 1 0 0,-1 1-1 0 0,1 0 0 0 0,0 0 1 0 0,-1-1-1 0 0,1 1 1 0 0,0 0-1 0 0,0-1 1 0 0,0 1-1 0 0,0-1 1 0 0,-1-3-1 0 0,0 2-2 0 0,1 0-1 0 0,0-1 0 0 0,0 1 1 0 0,0-1-1 0 0,1 1 1 0 0,-1-1-1 0 0,1 1 0 0 0,0-1 1 0 0,0 0-1 0 0,0 1 1 0 0,0-1-1 0 0,1-3 0 0 0,6-17 10 0 0,1 1-1 0 0,1 1 0 0 0,1 0 0 0 0,1 0 0 0 0,1 1 0 0 0,17-24 1 0 0,20-36-20 0 0,-44 73 6 0 0,-1-1 0 0 0,0 1 1 0 0,-1-1-1 0 0,0 0 0 0 0,0 0 0 0 0,-1 0 0 0 0,2-14 1 0 0,-4 19-9 0 0,0 0 1 0 0,0 0 0 0 0,0 0-1 0 0,-1 1 1 0 0,1-1 0 0 0,-1 0-1 0 0,0 0 1 0 0,0 0 0 0 0,0 0-1 0 0,-1 1 1 0 0,1-1 0 0 0,-1 1-1 0 0,0-1 1 0 0,0 1 0 0 0,0-1-1 0 0,0 1 1 0 0,-1 0 0 0 0,1 0-1 0 0,-1 0 1 0 0,-4-3 0 0 0,4 4 1 0 0,0 0 1 0 0,-1 0 0 0 0,1 0-1 0 0,-1 1 1 0 0,0-1 0 0 0,1 1-1 0 0,-1 0 1 0 0,0 0-1 0 0,0 0 1 0 0,0 1 0 0 0,0-1-1 0 0,0 1 1 0 0,0 0 0 0 0,0 0-1 0 0,0 0 1 0 0,0 0-1 0 0,1 1 1 0 0,-1 0 0 0 0,-5 1-1 0 0,-8 3-416 0 0,1 0-1 0 0,-32 14 1 0 0,45-17 140 0 0,0 0 1 0 0,-1-1-1 0 0,1 1 0 0 0,0 1 1 0 0,0-1-1 0 0,0 0 1 0 0,1 1-1 0 0,-1-1 1 0 0,-3 5-1 0 0,5-6-171 0 0,0 1-1 0 0,0-1 0 0 0,0 1 1 0 0,1 0-1 0 0,-1-1 1 0 0,0 1-1 0 0,1 0 1 0 0,-1-1-1 0 0,1 1 1 0 0,-1 0-1 0 0,1 0 0 0 0,0 2 1 0 0</inkml:trace>
</inkml:ink>
</file>

<file path=ppt/ink/ink1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7:36.3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33 2116 0 0,'2'-1'1686'0'0,"30"-30"6256"0"0,-31 32-7906 0 0,-1 0 0 0 0,1 0 0 0 0,-1 1 0 0 0,0-1 0 0 0,1 0 0 0 0,-1 1 0 0 0,0-1 0 0 0,0 0 0 0 0,0 1 0 0 0,0-1 0 0 0,0 1 0 0 0,0-1 0 0 0,0 0 0 0 0,0 1 0 0 0,-1-1 0 0 0,1 0 0 0 0,-1 2 0 0 0,-24 81 472 0 0,-18 73-1058 0 0,43-156 502 0 0,-11 60-2259 0 0,8-22-2775 0 0</inkml:trace>
</inkml:ink>
</file>

<file path=ppt/ink/ink1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7:36.8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1 234 844 0 0,'2'-64'7787'0'0,"1"61"-7380"0"0,-3 2-390 0 0,1 1-1 0 0,-1 0 0 0 0,0 0 1 0 0,0-1-1 0 0,0 1 1 0 0,0 0-1 0 0,0 0 1 0 0,0-1-1 0 0,0 1 1 0 0,1 0-1 0 0,-1 0 1 0 0,0-1-1 0 0,0 1 1 0 0,0 0-1 0 0,1 0 1 0 0,-1 0-1 0 0,0 0 1 0 0,0-1-1 0 0,1 1 1 0 0,-1 0-1 0 0,0 0 1 0 0,0 0-1 0 0,1 0 1 0 0,-1 0-1 0 0,0 0 1 0 0,0 0-1 0 0,1 0 1 0 0,-1-1-1 0 0,0 1 0 0 0,0 0 1 0 0,1 0-1 0 0,-1 0 1 0 0,0 0-1 0 0,1 1 1 0 0,4-1 88 0 0,0 1-1 0 0,0-1 1 0 0,0 2 0 0 0,0-1 0 0 0,-1 0-1 0 0,1 1 1 0 0,0 0 0 0 0,5 3-1 0 0,41 25 257 0 0,-17-9-162 0 0,-25-16-168 0 0,-1-1 15 0 0,0 1 0 0 0,1-1-1 0 0,0 0 1 0 0,14 3 0 0 0,-20-6-38 0 0,0-1 1 0 0,-1 1-1 0 0,1-1 1 0 0,0 0-1 0 0,0 0 0 0 0,0 0 1 0 0,0 0-1 0 0,0-1 1 0 0,0 1-1 0 0,-1-1 1 0 0,1 0-1 0 0,0 0 1 0 0,0 0-1 0 0,-1 0 0 0 0,1 0 1 0 0,-1 0-1 0 0,1-1 1 0 0,-1 1-1 0 0,5-4 1 0 0,6-8 2 0 0,-1 0 1 0 0,0-1 0 0 0,0 0-1 0 0,-1-1 1 0 0,-1 0-1 0 0,9-19 1 0 0,24-34-9 0 0,-31 49 1 0 0,-9 15-24 0 0,-1 0 1 0 0,1 0 0 0 0,0 0-1 0 0,0 0 1 0 0,0 1-1 0 0,0-1 1 0 0,8-5-1 0 0,-10 8 14 0 0,17 4 44 0 0,-13 4 38 0 0,1 1 0 0 0,-1-1 0 0 0,0 1 0 0 0,0 0 0 0 0,-1 0 0 0 0,0 0 0 0 0,-1 0 1 0 0,0 1-1 0 0,4 15 0 0 0,-2 1 74 0 0,0-1 0 0 0,1 37 0 0 0,-5-19-212 0 0,3 32 190 0 0,-3-66-1064 0 0,0 0-1 0 0,0 1 1 0 0,2-1-1 0 0,-1 0 1 0 0,1-1-1 0 0,5 12 1 0 0,-3-8-2892 0 0</inkml:trace>
</inkml:ink>
</file>

<file path=ppt/ink/ink1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7:37.4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24 1024 0 0,'31'-23'5892'0'0,"-29"22"-5233"0"0,13 6 1224 0 0,-12-2-1661 0 0,0 1 0 0 0,-1-1 0 0 0,1 1 0 0 0,-1 0 0 0 0,0-1 0 0 0,0 1 0 0 0,0 0 0 0 0,0 0-1 0 0,-1 1 1 0 0,0-1 0 0 0,0 0 0 0 0,0 0 0 0 0,0 1 0 0 0,-1-1 0 0 0,1 1 0 0 0,-1 7 0 0 0,-1 12 557 0 0,-5 40 1 0 0,-38 164 207 0 0,27-139-5207 0 0</inkml:trace>
</inkml:ink>
</file>

<file path=ppt/ink/ink1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7:38.0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35 373 1604 0 0,'-34'-73'10672'0'0,"41"74"-10374"0"0,-1 0-1 0 0,1 1 0 0 0,-1 0 0 0 0,0 0 0 0 0,0 1 0 0 0,0 0 0 0 0,0 0 0 0 0,11 7 0 0 0,9 5 238 0 0,20 7-186 0 0,2-2 0 0 0,0-2 0 0 0,1-2-1 0 0,79 15 1 0 0,-118-30-338 0 0,-1 0 1 0 0,0-1-1 0 0,1 0 1 0 0,-1 0-1 0 0,1-1 0 0 0,-1 0 1 0 0,0-1-1 0 0,0 0 1 0 0,1 0-1 0 0,-1-1 0 0 0,-1-1 1 0 0,1 1-1 0 0,0-1 1 0 0,-1 0-1 0 0,0-1 1 0 0,0 0-1 0 0,0-1 0 0 0,-1 1 1 0 0,0-2-1 0 0,0 1 1 0 0,0-1-1 0 0,-1 1 0 0 0,0-2 1 0 0,9-11-1 0 0,8-20 0 0 0,0-1 0 0 0,23-61 0 0 0,10-18-14 0 0,-46 98-31 0 0,5-8-97 0 0,-14 28 114 0 0,3 1 0 0 0,-4 0 17 0 0,1 0 0 0 0,-1 0-1 0 0,0 0 1 0 0,1 0 0 0 0,-1 0-1 0 0,1 0 1 0 0,-1 0 0 0 0,1 0 0 0 0,-1 0-1 0 0,0 0 1 0 0,1 0 0 0 0,-1 1 0 0 0,1-1-1 0 0,-1 0 1 0 0,0 0 0 0 0,1 0 0 0 0,-1 0-1 0 0,1 1 1 0 0,-1-1 0 0 0,0 0-1 0 0,1 0 1 0 0,-1 1 0 0 0,8 16 60 0 0,0-1 1 0 0,-2 2 0 0 0,0-1-1 0 0,-1 0 1 0 0,0 1-1 0 0,-2 0 1 0 0,3 32-1 0 0,-3 9 202 0 0,-6 65-1 0 0,-1 23-180 0 0,3-143-358 0 0,1 0-1 0 0,0 0 0 0 0,0 0 1 0 0,0 0-1 0 0,0 0 1 0 0,1 0-1 0 0,1 6 1 0 0,8 5-2346 0 0,-8-13 1557 0 0,-1-1 533 0 0,1 0 1 0 0,-1 0-1 0 0,1-1 0 0 0,-1 1 0 0 0,0-1 0 0 0,1 1 0 0 0,-1-1 1 0 0,1 1-1 0 0,1-1 0 0 0,14 3-4253 0 0</inkml:trace>
</inkml:ink>
</file>

<file path=ppt/ink/ink1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7:39.0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0 102 464 0 0,'23'-54'8449'0'0,"-23"49"-7520"0"0,1 0 1 0 0,-1 0 0 0 0,1 0-1 0 0,1 0 1 0 0,2-9 1183 0 0,-3 13-2072 0 0,2-7 2827 0 0,-3 11-2960 0 0,0 72 75 0 0,-3-1-1 0 0,-15 84 1 0 0,13-128-145 0 0,-2 43 0 0 0,7-60-905 0 0,0 1 1 0 0,1-1-1 0 0,3 14 1 0 0,6-7-2314 0 0</inkml:trace>
</inkml:ink>
</file>

<file path=ppt/ink/ink1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7:39.5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11 199 356 0 0,'-10'-72'8362'0'0,"10"72"-8330"0"0,0-1-1 0 0,0 1 1 0 0,-1 0-1 0 0,1-1 1 0 0,0 1-1 0 0,1 0 1 0 0,-1-1-1 0 0,0 1 1 0 0,0 0-1 0 0,0-1 1 0 0,0 1-1 0 0,0-1 1 0 0,0 1-1 0 0,0 0 1 0 0,0-1-1 0 0,1 1 1 0 0,-1 0-1 0 0,0 0 1 0 0,0-1-1 0 0,0 1 1 0 0,1 0-1 0 0,-1-1 1 0 0,0 1 0 0 0,0 0-1 0 0,1 0 1 0 0,-1-1-1 0 0,0 1 1 0 0,1 0-1 0 0,-1 0 1 0 0,0 0-1 0 0,1 0 1 0 0,-1-1-1 0 0,0 1 1 0 0,1 0-1 0 0,-1 0 1 0 0,0 0-1 0 0,1 0 1 0 0,-1 0-1 0 0,0 0 1 0 0,1 0-1 0 0,-1 0 1 0 0,1 0-1 0 0,-1 0 1 0 0,0 0-1 0 0,1 0 1 0 0,-1 0-1 0 0,0 0 1 0 0,1 0-1 0 0,-1 0 1 0 0,0 1-1 0 0,1-1 1 0 0,-1 0-1 0 0,1 0 1 0 0,21 13 373 0 0,-17-10-69 0 0,62 37 1110 0 0,92 47 917 0 0,-137-76-2135 0 0,1-2 0 0 0,0-1 0 0 0,0-1-1 0 0,1-1 1 0 0,35 5 0 0 0,-53-11-209 0 0,0 1 0 0 0,1-1 1 0 0,-1 0-1 0 0,1-1 0 0 0,-1 0 1 0 0,0 0-1 0 0,1 0 0 0 0,-1-1 0 0 0,0 1 1 0 0,0-2-1 0 0,0 1 0 0 0,0-1 1 0 0,-1 0-1 0 0,1 0 0 0 0,0 0 1 0 0,-1-1-1 0 0,0 0 0 0 0,0 0 0 0 0,0 0 1 0 0,-1 0-1 0 0,9-11 0 0 0,2-6 2 0 0,-1 0-1 0 0,-1-1 1 0 0,-1 0 0 0 0,12-31-1 0 0,0 1 36 0 0,5-10-12 0 0,-27 60 8 0 0,-2 2-36 0 0,1 0 0 0 0,-1 0-1 0 0,1 0 1 0 0,-1 0 0 0 0,1 0 0 0 0,-1 0-1 0 0,0 1 1 0 0,1-1 0 0 0,-1 0 0 0 0,1 0-1 0 0,-1 0 1 0 0,1 1 0 0 0,-1-1 0 0 0,1 0-1 0 0,-1 0 1 0 0,0 1 0 0 0,1-1-1 0 0,-1 0 1 0 0,0 1 0 0 0,1-1 0 0 0,-1 1-1 0 0,0-1 1 0 0,1 0 0 0 0,-1 1 0 0 0,2 45 633 0 0,-2 0 1 0 0,-12 81-1 0 0,1-7-394 0 0,10-105-500 0 0,0 1-252 0 0,0 0-1 0 0,3 19 0 0 0,6-3-2761 0 0,-7-29 2523 0 0,0-1 0 0 0,1 1 0 0 0,-1 0 0 0 0,1-1 0 0 0,0 1 0 0 0,-1-1 1 0 0,1 0-1 0 0,3 3 0 0 0</inkml:trace>
</inkml:ink>
</file>

<file path=ppt/ink/ink1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7:40.5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5 176 68 0 0,'-4'8'11405'0'0,"6"-7"-11224"0"0,1 0 0 0 0,-1 1 1 0 0,0-1-1 0 0,1 0 0 0 0,-1 0 0 0 0,1-1 0 0 0,-1 1 0 0 0,1 0 1 0 0,0-1-1 0 0,-1 0 0 0 0,1 1 0 0 0,0-1 0 0 0,-1 0 0 0 0,1 0 1 0 0,5-2-1 0 0,47-4 375 0 0,-54 5-534 0 0,200-43 888 0 0,-174 36-1443 0 0,1-1 0 0 0,-2-2 0 0 0,1-1 0 0 0,-1-1 0 0 0,26-18 0 0 0,13-14-6992 0 0,-51 33 4792 0 0</inkml:trace>
</inkml:ink>
</file>

<file path=ppt/ink/ink1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7:40.8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24 1836 0 0,'8'-8'4830'0'0,"4"-8"284"0"0,-4 29-3017 0 0,-8 4-1039 0 0,-1-1 0 0 0,0 1 0 0 0,-2 0 0 0 0,-7 30-1 0 0,4-19-530 0 0,-49 233-582 0 0,51-232-2649 0 0,4-10-2661 0 0</inkml:trace>
</inkml:ink>
</file>

<file path=ppt/ink/ink1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7:41.2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0 140 2052 0 0,'2'-8'2222'0'0,"0"-1"0"0"0,-1 0 0 0 0,0-15 0 0 0,16 61 239 0 0,-13-28-2326 0 0,0 0 0 0 0,0-1 0 0 0,1 1 0 0 0,1-1 0 0 0,-1 0 0 0 0,2-1 0 0 0,-1 1 0 0 0,1-1 0 0 0,0 0 0 0 0,0-1 0 0 0,0 0 0 0 0,1 0 0 0 0,11 6 0 0 0,-13-9-119 0 0,0 0-1 0 0,1 0 1 0 0,-1-1-1 0 0,0 0 1 0 0,1 0-1 0 0,-1-1 1 0 0,1 0-1 0 0,0 0 1 0 0,-1-1-1 0 0,1 1 0 0 0,0-1 1 0 0,-1-1-1 0 0,1 1 1 0 0,0-1-1 0 0,-1 0 1 0 0,1-1-1 0 0,-1 0 1 0 0,1 0-1 0 0,-1 0 1 0 0,7-4-1 0 0,0-1-11 0 0,0 0 0 0 0,0-2 0 0 0,-1 1-1 0 0,0-2 1 0 0,13-12 0 0 0,50-59-34 0 0,-55 57 18 0 0,0 0-4 0 0,-10 12-31 0 0,-1 1-1 0 0,12-10 1 0 0,-19 19 31 0 0,0 2 28 0 0,-1 0-1 0 0,0 0 1 0 0,1 0 0 0 0,-1 0 0 0 0,0 0 0 0 0,1 0 0 0 0,-1 0 0 0 0,0 1 0 0 0,1-1-1 0 0,-1 0 1 0 0,0 1 0 0 0,1-1 0 0 0,-1 1 0 0 0,0 0 0 0 0,0-1 0 0 0,0 1-1 0 0,0 0 1 0 0,1 0 0 0 0,-1 0 0 0 0,0-1 0 0 0,0 1 0 0 0,-1 0 0 0 0,1 0 0 0 0,0 1-1 0 0,0-1 1 0 0,0 0 0 0 0,-1 0 0 0 0,1 0 0 0 0,0 2 0 0 0,4 7 172 0 0,0 1 0 0 0,-1 0 0 0 0,-1 1 1 0 0,1-1-1 0 0,-2 1 0 0 0,2 13 0 0 0,2 74 338 0 0,-4-57-408 0 0,-3-8-202 0 0,1-19-513 0 0,0 0 0 0 0,2 16 0 0 0,-2-27 13 0 0,0-1 1 0 0,1 0-1 0 0,0 0 0 0 0,0 1 0 0 0,0-1 0 0 0,0 0 0 0 0,0 0 0 0 0,1 0 1 0 0,-1 0-1 0 0,1 0 0 0 0,0 0 0 0 0,0-1 0 0 0,0 1 0 0 0,5 4 0 0 0,4 0-4003 0 0</inkml:trace>
</inkml:ink>
</file>

<file path=ppt/ink/ink1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7:41.7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1 167 1080 0 0,'0'0'6991'0'0,"3"-9"-4150"0"0,19 1-2215 0 0,0 1 0 0 0,0 1 1 0 0,46-7-1 0 0,-40 9-479 0 0,188-48-1303 0 0,-177 40-2274 0 0,59-30 1 0 0,-73 29 284 0 0</inkml:trace>
</inkml:ink>
</file>

<file path=ppt/ink/ink1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7:42.0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21 1920 0 0,'25'-20'10045'0'0,"-25"20"-9966"0"0,2 18 1328 0 0,-4 20-297 0 0,-2 1 1 0 0,-2-1-1 0 0,-12 43 0 0 0,7-34-836 0 0,-2 5-151 0 0,-7 40-865 0 0,19-80-1113 0 0,-1 0 0 0 0,2 23 0 0 0,0-33 1249 0 0,1 4 13 0 0</inkml:trace>
</inkml:ink>
</file>

<file path=ppt/ink/ink1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7:42.4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50 260 1020 0 0,'-16'-31'7789'0'0,"16"31"-7665"0"0,0-1-1 0 0,0 1 0 0 0,-1 0 0 0 0,1-1 1 0 0,0 1-1 0 0,-1 0 0 0 0,1 0 0 0 0,0-1 1 0 0,-1 1-1 0 0,1 0 0 0 0,-1 0 0 0 0,1 0 1 0 0,0 0-1 0 0,-1 0 0 0 0,1-1 0 0 0,-1 1 1 0 0,1 0-1 0 0,0 0 0 0 0,-1 0 0 0 0,1 0 0 0 0,-1 0 1 0 0,1 0-1 0 0,-1 0 0 0 0,0 0 0 0 0,-2 5 180 0 0,1-1-1 0 0,-1 1 1 0 0,0-1-1 0 0,1 1 1 0 0,0 0-1 0 0,0 0 1 0 0,1 0-1 0 0,-1 0 1 0 0,1 0-1 0 0,0 0 0 0 0,1 0 1 0 0,-1 0-1 0 0,1 1 1 0 0,0-1-1 0 0,0 0 1 0 0,2 8-1 0 0,-2-11-264 0 0,1 0-1 0 0,0 0 1 0 0,0 0-1 0 0,0 0 1 0 0,1 1-1 0 0,-1-1 1 0 0,0-1-1 0 0,1 1 1 0 0,0 0-1 0 0,-1 0 1 0 0,1-1-1 0 0,0 1 1 0 0,0 0-1 0 0,0-1 1 0 0,0 0-1 0 0,0 0 0 0 0,0 1 1 0 0,0-1-1 0 0,0 0 1 0 0,0 0-1 0 0,1-1 1 0 0,-1 1-1 0 0,3 0 1 0 0,4 1 21 0 0,0 0-1 0 0,1-1 1 0 0,-1 0-1 0 0,13 0 1 0 0,-7-2-32 0 0,1 0 0 0 0,-1-1 1 0 0,1-1-1 0 0,-1-1 0 0 0,0 0 0 0 0,0-1 1 0 0,-1 0-1 0 0,1-1 0 0 0,-1-1 0 0 0,0-1 1 0 0,-1 0-1 0 0,0 0 0 0 0,15-13 0 0 0,14-15-1 0 0,-1-2-1 0 0,48-58 1 0 0,-61 64-11 0 0,35-35-89 0 0,-62 66 77 0 0,-1 0-1 0 0,1 1 0 0 0,0-1 0 0 0,-1 1 0 0 0,1-1 1 0 0,0 0-1 0 0,-1 1 0 0 0,1 0 0 0 0,0-1 1 0 0,0 1-1 0 0,0-1 0 0 0,-1 1 0 0 0,1 0 0 0 0,0 0 1 0 0,0-1-1 0 0,0 1 0 0 0,0 0 0 0 0,0 0 0 0 0,0 0 1 0 0,-1 0-1 0 0,1 0 0 0 0,0 0 0 0 0,0 0 1 0 0,0 0-1 0 0,0 0 0 0 0,0 1 0 0 0,0-1 0 0 0,-1 0 1 0 0,1 1-1 0 0,0-1 0 0 0,0 0 0 0 0,0 1 0 0 0,-1-1 1 0 0,1 1-1 0 0,0-1 0 0 0,0 1 0 0 0,-1-1 1 0 0,1 1-1 0 0,-1 0 0 0 0,1-1 0 0 0,0 1 0 0 0,-1 0 1 0 0,1 0-1 0 0,-1-1 0 0 0,1 1 0 0 0,-1 0 0 0 0,1 1 1 0 0,2 3 113 0 0,-1 0 0 0 0,1 1 0 0 0,-1-1 0 0 0,0 1 0 0 0,2 8 0 0 0,4 36 409 0 0,-3 1 0 0 0,-1 0 0 0 0,-5 67 0 0 0,0-43-511 0 0,1-48-1501 0 0,-4 31 0 0 0,2-47-662 0 0,0-1 0 0 0,0 0 0 0 0,-6 15 0 0 0,-3 0-5418 0 0</inkml:trace>
</inkml:ink>
</file>

<file path=ppt/ink/ink1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5:00.2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24 748 0 0,'-3'0'1854'0'0,"-69"13"6139"0"0,70-13-7561 0 0,-1 0-120 0 0,1 1 0 0 0,-1-1 0 0 0,0 1 0 0 0,1-1 0 0 0,-1 1 0 0 0,1 0 0 0 0,-1 0 0 0 0,-2 1 0 0 0,-15 5 3493 0 0,14-2-3481 0 0,130-20-240 0 0,62-4-84 0 0,-67 9 37 0 0,-116 10-25 0 0,16-3 49 0 0,-4 1-73 0 0,8-1 36 0 0,-8-1-4124 0 0</inkml:trace>
</inkml:ink>
</file>

<file path=ppt/ink/ink1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5:01.0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40 1104 0 0,'-2'-38'11490'0'0,"2"36"-11201"0"0,4 2-187 0 0,7 1-62 0 0,1 0 0 0 0,-1 1 0 0 0,0 0 1 0 0,0 1-1 0 0,0 0 0 0 0,0 1 0 0 0,-1 0 1 0 0,1 0-1 0 0,-1 1 0 0 0,0 1 1 0 0,0 0-1 0 0,-1 0 0 0 0,0 1 0 0 0,0 0 1 0 0,12 12-1 0 0,-16-14 31 0 0,0 0-1 0 0,-1 0 1 0 0,1 0-1 0 0,-1 1 1 0 0,0 0 0 0 0,-1 0-1 0 0,1 0 1 0 0,-1 0-1 0 0,0 0 1 0 0,-1 1 0 0 0,0-1-1 0 0,0 1 1 0 0,0 0-1 0 0,0-1 1 0 0,-1 1 0 0 0,-1 0-1 0 0,1 0 1 0 0,-1 0 0 0 0,0 0-1 0 0,0 0 1 0 0,-1 0-1 0 0,0-1 1 0 0,-1 1 0 0 0,1 0-1 0 0,-1 0 1 0 0,-5 11-1 0 0,-9 12 917 0 0,-18 27 0 0 0,10-20-227 0 0,24-35-592 0 0,11-6-149 0 0,45-28-30 0 0,-1-2 0 0 0,92-74 0 0 0,-132 96 15 0 0,-1 0 1 0 0,0-1-1 0 0,-1 0 0 0 0,-1-1 1 0 0,0-1-1 0 0,-1 0 0 0 0,15-25 1 0 0,-24 36-3 0 0,-1 4-3 0 0,-1-1 0 0 0,1 0 1 0 0,-1 0-1 0 0,0 1 0 0 0,1-1 0 0 0,-1 0 1 0 0,0 0-1 0 0,0 0 0 0 0,0 0 0 0 0,1 0 1 0 0,-1 1-1 0 0,0-1 0 0 0,0 0 0 0 0,0 0 1 0 0,0 0-1 0 0,-1 0 0 0 0,1 0 0 0 0,0 0 0 0 0,0 1 1 0 0,0-1-1 0 0,-1 0 0 0 0,1 0 0 0 0,-1-1 1 0 0,1 2-2 0 0,0-1 0 0 0,0 1 0 0 0,0-1 0 0 0,0 1 0 0 0,-1 0 0 0 0,1-1 0 0 0,0 1 0 0 0,0-1 0 0 0,0 1 0 0 0,-1-1 0 0 0,1 1 0 0 0,0-1 0 0 0,0 1 0 0 0,-1 0 0 0 0,1-1 0 0 0,0 1 0 0 0,-1 0 0 0 0,1-1 0 0 0,0 1 0 0 0,-1 0 0 0 0,1-1 0 0 0,-1 1 0 0 0,1 0 0 0 0,-1 0 0 0 0,1 0 0 0 0,-1-1 0 0 0,1 1 0 0 0,-1 0 0 0 0,-16 3-35 0 0,-15 14-31 0 0,20-5 64 0 0,-1 0 1 0 0,2 0-1 0 0,-1 1 0 0 0,2 0 0 0 0,0 1 1 0 0,0 1-1 0 0,-11 24 0 0 0,17-32 5 0 0,0-1 0 0 0,1 1 0 0 0,0-1 0 0 0,1 1 0 0 0,-1 0 0 0 0,1 0 0 0 0,1 0 0 0 0,-1 0 0 0 0,1 0-1 0 0,1 0 1 0 0,-1 8 0 0 0,1-12 5 0 0,0 0-1 0 0,1 0 1 0 0,-1 1-1 0 0,1-1 0 0 0,-1 0 1 0 0,1 0-1 0 0,0 0 1 0 0,0 0-1 0 0,1 0 1 0 0,-1 0-1 0 0,0 0 0 0 0,1 0 1 0 0,0-1-1 0 0,0 1 1 0 0,0 0-1 0 0,0-1 1 0 0,0 0-1 0 0,0 1 0 0 0,1-1 1 0 0,-1 0-1 0 0,1 0 1 0 0,5 3-1 0 0,-2-3 4 0 0,1 1 1 0 0,0-2-1 0 0,-1 1 1 0 0,1-1-1 0 0,0 0 0 0 0,0 0 1 0 0,11 0-1 0 0,4 0 20 0 0,21-2 4 0 0,-11-1 22 0 0,36 0 169 0 0,-66 2-189 0 0,25-3-707 0 0,-25 3-16 0 0</inkml:trace>
</inkml:ink>
</file>

<file path=ppt/ink/ink1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5:01.3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 2364 0 0,'45'-15'21412'0'0,"-42"26"-22050"0"0,21 193 5384 0 0,-19-65-7128 0 0,-5-139 2167 0 0,0 6-558 0 0,0 0-1 0 0,0 0 1 0 0,1 0 0 0 0,0 0-1 0 0,2 6 1 0 0</inkml:trace>
</inkml:ink>
</file>

<file path=ppt/ink/ink1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5:01.7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97 110 888 0 0,'-35'-22'11901'0'0,"-4"4"-2836"0"0,17 7-4475 0 0,24 9-4569 0 0,0 0 0 0 0,1 1 0 0 0,-1-1-1 0 0,1 1 1 0 0,-1 0 0 0 0,1 0 0 0 0,0 0-1 0 0,-1 0 1 0 0,1 1 0 0 0,4-2 0 0 0,35-3 34 0 0,-20 3 20 0 0,229-29-52 0 0,-205 26-35 0 0,-40 4 2843 0 0,1 1-4122 0 0</inkml:trace>
</inkml:ink>
</file>

<file path=ppt/ink/ink1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5:02.4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166 115 1000 0 0,'-33'-12'4139'0'0,"1"-1"1"0"0,-50-29-1 0 0,81 42-4090 0 0,0-1 1 0 0,0 1-1 0 0,0-1 1 0 0,0 1 0 0 0,0-1-1 0 0,0 0 1 0 0,0 0-1 0 0,0 1 1 0 0,0-1-1 0 0,0 0 1 0 0,0 0-1 0 0,1 0 1 0 0,-1 0-1 0 0,0 0 1 0 0,0 0-1 0 0,1 0 1 0 0,-1 0-1 0 0,1 0 1 0 0,-1 0-1 0 0,1-1 1 0 0,0 1 0 0 0,-1 0-1 0 0,1 0 1 0 0,0 0-1 0 0,0-1 1 0 0,0 1-1 0 0,0 0 1 0 0,0 0-1 0 0,0 0 1 0 0,0-1-1 0 0,0 1 1 0 0,0 0-1 0 0,1-2 1 0 0,0 2-40 0 0,-1 0 0 0 0,1 0 1 0 0,0 0-1 0 0,0 0 0 0 0,0 1 0 0 0,-1-1 1 0 0,1 0-1 0 0,0 0 0 0 0,0 1 1 0 0,0-1-1 0 0,0 1 0 0 0,0-1 0 0 0,0 1 1 0 0,1-1-1 0 0,-1 1 0 0 0,0-1 0 0 0,0 1 1 0 0,0 0-1 0 0,0 0 0 0 0,0 0 1 0 0,0-1-1 0 0,1 1 0 0 0,-1 0 0 0 0,0 0 1 0 0,0 1-1 0 0,0-1 0 0 0,0 0 1 0 0,1 0-1 0 0,-1 1 0 0 0,0-1 0 0 0,0 0 1 0 0,0 1-1 0 0,0-1 0 0 0,2 2 0 0 0,2 0 4 0 0,0 1 0 0 0,-1-1-1 0 0,1 1 1 0 0,-1 0 0 0 0,1 0 0 0 0,-1 0-1 0 0,0 1 1 0 0,0 0 0 0 0,0 0-1 0 0,-1 0 1 0 0,1 0 0 0 0,-1 0-1 0 0,0 1 1 0 0,4 6 0 0 0,-5-4 77 0 0,1 0 0 0 0,-1 0 0 0 0,0-1 0 0 0,0 1 0 0 0,-1 0 1 0 0,0 1-1 0 0,0-1 0 0 0,-1 0 0 0 0,-1 14 0 0 0,-1-5 215 0 0,-1 0 1 0 0,0 0-1 0 0,-1-1 0 0 0,-1 1 0 0 0,0-1 0 0 0,-1 0 1 0 0,-1 0-1 0 0,-1-1 0 0 0,-10 16 0 0 0,-22 36 1687 0 0,39-65-1911 0 0,17-22 58 0 0,34-35-116 0 0,2 2 0 0 0,75-60 0 0 0,-6 5 222 0 0,-119 108-225 0 0,1-7 42 0 0,-11 14-17 0 0,1 0 0 0 0,-1 0 0 0 0,1 1 0 0 0,0 0 0 0 0,1 0 0 0 0,-1 0 0 0 0,-6 12 0 0 0,0 1 149 0 0,-19 41-1 0 0,29-54-173 0 0,0 0-1 0 0,0 0 1 0 0,1 1 0 0 0,0-1 0 0 0,0 1-1 0 0,1-1 1 0 0,-1 13 0 0 0,2-16-12 0 0,0-1 1 0 0,0 0 0 0 0,1 0 0 0 0,-1 1-1 0 0,1-1 1 0 0,0 0 0 0 0,-1 0 0 0 0,1 0-1 0 0,0 0 1 0 0,1 0 0 0 0,-1 0-1 0 0,1 0 1 0 0,-1 0 0 0 0,1-1 0 0 0,0 1-1 0 0,0 0 1 0 0,0-1 0 0 0,0 0 0 0 0,0 1-1 0 0,5 2 1 0 0,5 3-142 0 0,0-1 0 0 0,1 0 0 0 0,-1-1-1 0 0,2-1 1 0 0,-1 0 0 0 0,1 0 0 0 0,-1-1 0 0 0,19 2-1 0 0,6-1-3570 0 0,72 0-1 0 0,-46-10-3658 0 0,-45 4 2341 0 0</inkml:trace>
</inkml:ink>
</file>

<file path=ppt/ink/ink1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5:03.0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190 54 904 0 0,'-21'-21'20418'0'0,"20"21"-20247"0"0,1 0 0 0 0,-8-5 3423 0 0,7 5-3423 0 0,1 0 0 0 0,0-1 0 0 0,0 1 0 0 0,0-1 0 0 0,-1 1 0 0 0,1-1 1 0 0,11-7 800 0 0,34-3-1321 0 0,-31 8 353 0 0,1 2-1 0 0,-1 0 1 0 0,22 1-1 0 0,20 0-32 0 0,-48 1 13 0 0,0-1 0 0 0,0 2 1 0 0,-1-1-1 0 0,1 1 0 0 0,0 0 1 0 0,-1 1-1 0 0,14 6 0 0 0,-20-9 16 0 0,-1 0-1 0 0,1 0 1 0 0,0 1-1 0 0,-1-1 1 0 0,1 1-1 0 0,0-1 1 0 0,-1 1-1 0 0,1-1 0 0 0,-1 1 1 0 0,1-1-1 0 0,-1 1 1 0 0,1-1-1 0 0,-1 1 1 0 0,1-1-1 0 0,-1 1 1 0 0,0 0-1 0 0,1-1 0 0 0,-1 1 1 0 0,1 0-1 0 0,-1 1 0 0 0,4 10 5 0 0,-4-4 19 0 0,0-1-1 0 0,-1 1 1 0 0,0-1-1 0 0,0 0 0 0 0,0 1 1 0 0,-1-1-1 0 0,0 0 0 0 0,-1 0 1 0 0,1 0-1 0 0,-1 0 1 0 0,-1-1-1 0 0,1 1 0 0 0,-1-1 1 0 0,-6 8-1 0 0,-9 12 574 0 0,-45 44 0 0 0,51-57-283 0 0,-57 55 1685 0 0,-107 79 0 0 0,128-108-1998 0 0,40-30 0 0 0,9-9 0 0 0,0 1 0 0 0,0-1 0 0 0,-1 0 0 0 0,1 0 0 0 0,0 0 0 0 0,0 1 0 0 0,0-1 0 0 0,0 0 0 0 0,0 0 0 0 0,0 1 0 0 0,0-1 0 0 0,0 0 0 0 0,0 0 0 0 0,0 0 0 0 0,0 1 0 0 0,0-1 0 0 0,0 0 0 0 0,0 0 0 0 0,0 1 0 0 0,0-1 0 0 0,0 0 0 0 0,1 0 0 0 0,-1 0 0 0 0,0 1 0 0 0,0-1 0 0 0,0 0 0 0 0,0 0 0 0 0,0 0 0 0 0,0 0 0 0 0,1 1 0 0 0,-1-1 0 0 0,0 0 0 0 0,0 0 0 0 0,0 0 0 0 0,0 0 0 0 0,1 0 0 0 0,-1 0 0 0 0,0 1 0 0 0,4 0 0 0 0,0 0 0 0 0,0 0 0 0 0,0 0 0 0 0,0-1 0 0 0,0 1 0 0 0,0-1 0 0 0,0 0 0 0 0,7-1 0 0 0,41-5 0 0 0,-35 3 0 0 0,206-43 0 0 0,-73 11 0 0 0,-131 31 0 0 0,-3-1 0 0 0,-1 1 0 0 0,5-2-123 0 0,-19 4-121 0 0</inkml:trace>
</inkml:ink>
</file>

<file path=ppt/ink/ink1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7:45.3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1 256 0 0,'0'8'360'0'0</inkml:trace>
</inkml:ink>
</file>

<file path=ppt/ink/ink1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7:45.4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 20 0 0,'-8'7'-12'0'0</inkml:trace>
</inkml:ink>
</file>

<file path=ppt/ink/ink1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7:45.6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1 120 0 0,'0'0'-44'0'0</inkml:trace>
</inkml:ink>
</file>

<file path=ppt/ink/ink1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7:45.8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1 340 0 0,'-5'10'656'0'0,"3"0"-1124"0"0</inkml:trace>
</inkml:ink>
</file>

<file path=ppt/ink/ink1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7:47.0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48 964 0 0,'2'-11'12658'0'0,"68"6"-10292"0"0,-49 4-2272 0 0,0-1-1 0 0,0-1 0 0 0,22-5 0 0 0,-20 3-72 0 0,13 2-2 0 0,5-3 7 0 0,-39 5-17 0 0,14-1-762 0 0,-11 1 1221 0 0</inkml:trace>
</inkml:ink>
</file>

<file path=ppt/ink/ink1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7:47.3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55 672 0 0,'11'-44'9318'0'0,"-10"42"-8557"0"0,-1 1-661 0 0,0 1-1 0 0,0 0 1 0 0,0-1 0 0 0,0 1-1 0 0,0 0 1 0 0,0-1 0 0 0,0 1-1 0 0,0 0 1 0 0,0-1 0 0 0,0 1-1 0 0,1 0 1 0 0,-1-1 0 0 0,0 1-1 0 0,0 0 1 0 0,0-1 0 0 0,1 1-1 0 0,-1 0 1 0 0,0 0 0 0 0,0-1-1 0 0,1 1 1 0 0,-1 0 0 0 0,0 0-1 0 0,0 0 1 0 0,1-1 0 0 0,-1 1-1 0 0,0 0 1 0 0,1 0 0 0 0,-1 0-1 0 0,3 1 61 0 0,-1 0 0 0 0,0 0 0 0 0,0 0 0 0 0,0 1 0 0 0,0-1 0 0 0,0 1 0 0 0,-1-1 0 0 0,1 1 0 0 0,0 0 0 0 0,-1 0-1 0 0,1 0 1 0 0,-1 0 0 0 0,0 0 0 0 0,0 0 0 0 0,1 0 0 0 0,-1 0 0 0 0,1 4 0 0 0,15 48 1286 0 0,-14-43-1246 0 0,7 27 478 0 0,-3 0 0 0 0,6 76 0 0 0,-10 3-920 0 0,-3-41-4821 0 0,0-19-2844 0 0</inkml:trace>
</inkml:ink>
</file>

<file path=ppt/ink/ink1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7:48.1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0 122 776 0 0,'15'-2'12313'0'0,"4"1"-11518"0"0,1-1 1 0 0,-1-1-1 0 0,0-1 1 0 0,33-10 0 0 0,14-4-419 0 0,-62 17-359 0 0,37-8 261 0 0,77-27 0 0 0,-67 20 558 0 0,-49 16-752 0 0,6-2 11 0 0,20-8 201 0 0,-26 10-410 0 0,4-4-740 0 0</inkml:trace>
</inkml:ink>
</file>

<file path=ppt/ink/ink1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7:48.5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40 496 0 0,'26'-30'15354'0'0,"-26"30"-15170"0"0,0-1 0 0 0,1 1 0 0 0,-1-1 0 0 0,0 1-1 0 0,0-1 1 0 0,1 1 0 0 0,-1-1 0 0 0,0 1 0 0 0,2-1 368 0 0,-2 0-369 0 0,0 1 1 0 0,1 0 0 0 0,-1-1 0 0 0,1 1 0 0 0,-1 0 0 0 0,1-1 0 0 0,-1 1-1 0 0,1 0 1 0 0,-1 0 0 0 0,1-1 0 0 0,0 1 0 0 0,-1 0 0 0 0,1 0 0 0 0,-1 0-1 0 0,1 0 1 0 0,-1 0 0 0 0,1 0 0 0 0,0 0 0 0 0,-1 0 0 0 0,1 0 0 0 0,-1 0 0 0 0,2 1-1 0 0,-2-1-174 0 0,0 0-1 0 0,1 0 1 0 0,-1 1-1 0 0,1-1 1 0 0,-1 0-1 0 0,0 0 1 0 0,1 1-1 0 0,-1-1 0 0 0,0 0 1 0 0,1 1-1 0 0,-1-1 1 0 0,0 1-1 0 0,0-1 1 0 0,0 0-1 0 0,1 1 1 0 0,-1-1-1 0 0,0 1 0 0 0,0-1 1 0 0,0 0-1 0 0,0 1 1 0 0,0-1-1 0 0,1 1 1 0 0,-1 0-1 0 0,34 159 1640 0 0,-12 39-1210 0 0,-9-61-8 0 0,-12-134-382 0 0,4 14 1303 0 0,-4-4-3816 0 0</inkml:trace>
</inkml:ink>
</file>

<file path=ppt/ink/ink1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7:49.5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1 233 2024 0 0,'12'-10'4877'0'0,"3"-6"1810"0"0,-6 41-4592 0 0,-9-14-1769 0 0,-1 12 70 0 0,2 0 1 0 0,0 0-1 0 0,2 0 0 0 0,6 28 1 0 0,-8-46-381 0 0,1 0 0 0 0,-1 0 0 0 0,1 0 0 0 0,0 0 0 0 0,0 0 0 0 0,1 0 0 0 0,-1-1 1 0 0,1 1-1 0 0,0-1 0 0 0,0 0 0 0 0,1 0 0 0 0,-1 0 0 0 0,1 0 0 0 0,0 0 0 0 0,0-1 0 0 0,0 0 0 0 0,1 0 0 0 0,-1 0 1 0 0,1 0-1 0 0,-1-1 0 0 0,1 1 0 0 0,0-1 0 0 0,0-1 0 0 0,9 3 0 0 0,-2-2 1 0 0,0-1 1 0 0,0 0-1 0 0,0-1 1 0 0,0 0-1 0 0,0-1 1 0 0,0-1-1 0 0,0 0 1 0 0,0 0-1 0 0,0-1 1 0 0,-1-1-1 0 0,17-6 1 0 0,-11 2 3 0 0,0 0 1 0 0,-1-1-1 0 0,0 0 1 0 0,-1-1 0 0 0,0-1-1 0 0,25-24 1 0 0,-29 23 0 0 0,0-1 0 0 0,0 0 1 0 0,-1-1-1 0 0,-1-1 1 0 0,-1 1-1 0 0,0-1 0 0 0,8-21 1 0 0,-12 27-9 0 0,0-1 1 0 0,-1 0 0 0 0,-1 0 0 0 0,0 0 0 0 0,0 0-1 0 0,-1 0 1 0 0,0 0 0 0 0,0-1 0 0 0,-1 1 0 0 0,-1 0-1 0 0,0-1 1 0 0,0 1 0 0 0,-4-12 0 0 0,3 17-19 0 0,1 1-1 0 0,-1-1 1 0 0,0 1 0 0 0,0-1 0 0 0,-1 1-1 0 0,0 0 1 0 0,1 0 0 0 0,-1 1 0 0 0,-1-1 0 0 0,1 0-1 0 0,0 1 1 0 0,-1 0 0 0 0,0 0 0 0 0,-7-5-1 0 0,5 4 21 0 0,-1 1-1 0 0,0 0 1 0 0,0 0-1 0 0,0 1 0 0 0,0 0 1 0 0,0 0-1 0 0,0 1 1 0 0,-1 0-1 0 0,-6 0 1 0 0,0 0-208 0 0,0 1 1 0 0,0 1-1 0 0,1 1 1 0 0,-1 0-1 0 0,1 0 1 0 0,-1 1-1 0 0,1 1 1 0 0,0 1-1 0 0,0-1 1 0 0,-13 8-1 0 0,17-7-518 0 0,1 0 0 0 0,-1 1 0 0 0,-10 9 0 0 0,-4 13-5787 0 0</inkml:trace>
</inkml:ink>
</file>

<file path=ppt/ink/ink1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7:50.1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80 105 1404 0 0,'5'-10'7589'0'0,"-10"15"-6275"0"0,0 1-1 0 0,1 0 1 0 0,0 0 0 0 0,-6 12 0 0 0,-15 44 297 0 0,17-36-1483 0 0,0 0 0 0 0,-6 55 1 0 0,13-74-85 0 0,0 0 0 0 0,1 0 0 0 0,0 0 0 0 0,1 1 0 0 0,0-1 0 0 0,0 0 0 0 0,0 0 0 0 0,1 0 0 0 0,0-1 0 0 0,0 1 0 0 0,0 0 0 0 0,1-1 0 0 0,0 1 0 0 0,8 10 1 0 0,-8-13-12 0 0,1 0 1 0 0,-1 0 0 0 0,1 0 0 0 0,0-1 0 0 0,0 0 0 0 0,0 0 0 0 0,1 0 0 0 0,-1 0 0 0 0,1-1 0 0 0,-1 0 0 0 0,1 1 0 0 0,0-2 0 0 0,0 1 0 0 0,0-1-1 0 0,0 1 1 0 0,0-1 0 0 0,0-1 0 0 0,1 1 0 0 0,-1-1 0 0 0,10 0 0 0 0,2-2 37 0 0,-1 0 0 0 0,1-1-1 0 0,-1-1 1 0 0,0 0 0 0 0,0-1-1 0 0,0-1 1 0 0,-1 0 0 0 0,0-1 0 0 0,0-1-1 0 0,-1 0 1 0 0,0-2 0 0 0,21-16-1 0 0,-20 14-16 0 0,-1-1 0 0 0,-1 0 0 0 0,0-1 0 0 0,-1 0 0 0 0,-1-1 0 0 0,0-1 0 0 0,0 0 0 0 0,-2 0-1 0 0,0-1 1 0 0,12-34 0 0 0,-19 45-52 0 0,0 0-1 0 0,0 0 1 0 0,-1 1-1 0 0,0-1 1 0 0,-1 0-1 0 0,1-1 1 0 0,-1 1-1 0 0,0 0 1 0 0,0 0 0 0 0,-1 0-1 0 0,0 0 1 0 0,0 0-1 0 0,0 0 1 0 0,-1 1-1 0 0,0-1 1 0 0,0 0-1 0 0,0 1 1 0 0,-1-1-1 0 0,0 1 1 0 0,0 0-1 0 0,0 0 1 0 0,-1 0-1 0 0,1 0 1 0 0,-1 0-1 0 0,-1 1 1 0 0,1 0 0 0 0,0 0-1 0 0,-1 0 1 0 0,0 0-1 0 0,0 1 1 0 0,0 0-1 0 0,0 0 1 0 0,-1 0-1 0 0,1 0 1 0 0,-1 1-1 0 0,-10-3 1 0 0,0 0-291 0 0,0 1 0 0 0,-1 1 0 0 0,-25-3 0 0 0,-6 8-2695 0 0,41-1 1569 0 0,1 0 0 0 0,-1 1 0 0 0,1-1 0 0 0,0 2 0 0 0,-7 2 0 0 0</inkml:trace>
</inkml:ink>
</file>

<file path=ppt/ink/ink1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7:51.0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 12 1244 0 0,'-2'1'1491'0'0,"-101"42"7988"0"0,101-42-9048 0 0,0 0 9 0 0,-7 2 14 0 0,7-2 412 0 0,-14 7 2165 0 0,297-55-2431 0 0,-236 38-469 0 0,-43 9-116 0 0,1 0-5 0 0,10-2-116 0 0,-10 2-635 0 0,9-3-1110 0 0,7-5-6218 0 0</inkml:trace>
</inkml:ink>
</file>

<file path=ppt/ink/ink1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7:51.2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32 332 0 0,'28'-32'12862'0'0,"-27"34"-12606"0"0,0 1 0 0 0,-1-1 0 0 0,1 1 0 0 0,-1-1 0 0 0,0 1 0 0 0,0-1-1 0 0,0 0 1 0 0,0 1 0 0 0,0-1 0 0 0,-1 1 0 0 0,0 2 0 0 0,-9 35 1403 0 0,5-21-1039 0 0,-65 294 1954 0 0,57-235-3985 0 0,9-45-4131 0 0,2-13-1216 0 0</inkml:trace>
</inkml:ink>
</file>

<file path=ppt/ink/ink1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7:51.7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7 182 2596 0 0,'-6'-26'9436'0'0,"10"38"-8228"0"0,10 21-123 0 0,-10-29-1017 0 0,-1 1-1 0 0,1-1 1 0 0,0 1-1 0 0,0-1 1 0 0,0-1-1 0 0,1 1 1 0 0,-1 0-1 0 0,1-1 0 0 0,0 0 1 0 0,0 0-1 0 0,0-1 1 0 0,0 1-1 0 0,1-1 1 0 0,-1 0-1 0 0,0-1 1 0 0,1 1-1 0 0,0-1 1 0 0,-1 0-1 0 0,1 0 1 0 0,9-1-1 0 0,-5 0-48 0 0,1-1 0 0 0,-1 0 0 0 0,0 0 1 0 0,0-1-1 0 0,0 0 0 0 0,-1-1 0 0 0,1 0 0 0 0,0-1 0 0 0,-1 0 1 0 0,17-10-1 0 0,-3-2-12 0 0,-1-2 1 0 0,0 0-1 0 0,-1-2 0 0 0,24-28 1 0 0,28-27-4 0 0,-46 49 5 0 0,-25 24 68 0 0,1 3 103 0 0,-1 0-114 0 0,0 0 0 0 0,0 0-1 0 0,0 1 1 0 0,0-1 0 0 0,-1 0-1 0 0,1 1 1 0 0,0 0 0 0 0,-1-1-1 0 0,1 1 1 0 0,-1 0 0 0 0,0 0-1 0 0,1 0 1 0 0,-1 0 0 0 0,0 0-1 0 0,0 0 1 0 0,0 0 0 0 0,0 0-1 0 0,-1 0 1 0 0,1 0 0 0 0,-1 0-1 0 0,1 1 1 0 0,-1 3 0 0 0,3 12 586 0 0,-1 36 0 0 0,-1-20-261 0 0,1 57 229 0 0,-2-5-1558 0 0,8-32-2953 0 0,-7-51 3354 0 0,-1-2 102 0 0,0 1 0 0 0,0 0 0 0 0,1-1-1 0 0,-1 1 1 0 0,1-1 0 0 0,-1 1 0 0 0,1-1-1 0 0,0 0 1 0 0,-1 1 0 0 0,1-1 0 0 0,0 0-1 0 0,0 1 1 0 0,0-1 0 0 0,0 0 0 0 0,0 0 0 0 0,1 1-1 0 0</inkml:trace>
</inkml:ink>
</file>

<file path=ppt/ink/ink1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7:52.1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38 112 1308 0 0,'-24'5'6649'0'0,"10"-1"-1705"0"0,210-47-922 0 0,-49 13-6406 0 0,-5-7-5344 0 0,-109 26 3321 0 0</inkml:trace>
</inkml:ink>
</file>

<file path=ppt/ink/ink1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7:52.4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11 2320 0 0,'6'-11'13194'0'0,"-4"30"-11072"0"0,2 26-916 0 0,-6 39-599 0 0,-4-1 1 0 0,-17 88 0 0 0,11-103-6115 0 0,12-55 1941 0 0</inkml:trace>
</inkml:ink>
</file>

<file path=ppt/ink/ink1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7:52.9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12 259 1252 0 0,'0'-14'3670'0'0,"-1"0"1"0"0,-1 0-1 0 0,-7-27 1493 0 0,10 44-4929 0 0,-1 0 0 0 0,1 0 0 0 0,-1 0 0 0 0,1 0 0 0 0,0-1 0 0 0,0 1 0 0 0,3 5 0 0 0,-1-1 41 0 0,3 6-104 0 0,1-1 1 0 0,0 0-1 0 0,0 0 0 0 0,1 0 0 0 0,0-1 1 0 0,1 0-1 0 0,1-1 0 0 0,-1 0 0 0 0,2-1 1 0 0,-1 0-1 0 0,22 14 0 0 0,-24-18-152 0 0,-1 0-1 0 0,1-1 0 0 0,0 0 1 0 0,1-1-1 0 0,-1 0 0 0 0,0 0 1 0 0,1-1-1 0 0,0 0 0 0 0,-1 0 0 0 0,1-1 1 0 0,0 0-1 0 0,0 0 0 0 0,0-1 1 0 0,0-1-1 0 0,-1 1 0 0 0,1-2 1 0 0,0 1-1 0 0,0-1 0 0 0,13-4 1 0 0,-8-1-3 0 0,-1 1 0 0 0,1-1 0 0 0,-2-1 0 0 0,1-1 0 0 0,-1 0 0 0 0,0 0 0 0 0,13-14 0 0 0,67-83 22 0 0,-46 48-34 0 0,-2 4-15 0 0,20-24-5 0 0,-64 78 24 0 0,1 0-1 0 0,-1-1 1 0 0,0 1-1 0 0,0 0 1 0 0,1-1-1 0 0,-1 1 0 0 0,1 0 1 0 0,-1-1-1 0 0,0 1 1 0 0,1 0-1 0 0,-1 0 1 0 0,0-1-1 0 0,1 1 1 0 0,-1 0-1 0 0,1 0 1 0 0,-1 0-1 0 0,1 0 1 0 0,-1-1-1 0 0,1 1 1 0 0,-1 0-1 0 0,0 0 1 0 0,1 0-1 0 0,-1 0 1 0 0,1 0-1 0 0,-1 0 1 0 0,1 0-1 0 0,-1 0 1 0 0,1 1-1 0 0,-1-1 1 0 0,1 0-1 0 0,-1 0 1 0 0,1 0-1 0 0,7 15 567 0 0,-3 22 548 0 0,-10 111-16 0 0,-26 148 1 0 0,26-249-2835 0 0,-6 36-3936 0 0,-2-31-3837 0 0</inkml:trace>
</inkml:ink>
</file>

<file path=ppt/ink/ink1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7:58.3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66 1220 0 0,'-8'6'7031'0'0,"1"4"-4448"0"0,8-9-2538 0 0,-1-1-1 0 0,0 0 1 0 0,0 1 0 0 0,0-1 0 0 0,0 0-1 0 0,0 0 1 0 0,0 1 0 0 0,0-1 0 0 0,0 0-1 0 0,1 1 1 0 0,-1-1 0 0 0,0 0 0 0 0,0 0-1 0 0,0 1 1 0 0,1-1 0 0 0,-1 0 0 0 0,0 0-1 0 0,0 1 1 0 0,1-1 0 0 0,-1 0 0 0 0,0 0-1 0 0,0 0 1 0 0,1 0 0 0 0,-1 1 0 0 0,0-1-1 0 0,1 0 1 0 0,-1 0 0 0 0,0 0 0 0 0,1 0-1 0 0,-1 0 1 0 0,1 0 0 0 0,1 1 133 0 0,1-2 22 0 0,16-2-53 0 0,0-1 1 0 0,0 0-1 0 0,-1-2 1 0 0,1 0-1 0 0,17-10 0 0 0,17-9-3446 0 0,-50 24 2718 0 0,6-4-312 0 0,11-14-5458 0 0</inkml:trace>
</inkml:ink>
</file>

<file path=ppt/ink/ink1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7:58.5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18 488 0 0,'-9'-18'9612'0'0,"8"31"-8176"0"0,2 21-410 0 0,8 37 184 0 0,0 93 1 0 0,-7-83-1021 0 0,-2-78-261 0 0,6 74-1978 0 0,3-27-4645 0 0,-6-41 2739 0 0</inkml:trace>
</inkml:ink>
</file>

<file path=ppt/ink/ink1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7:58.8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4 119 1812 0 0,'-3'-22'9676'0'0,"3"20"-9177"0"0,1 1-468 0 0,-1 1-1 0 0,1-1 1 0 0,-1 1-1 0 0,1 0 1 0 0,-1-1-1 0 0,1 1 0 0 0,-1-1 1 0 0,1 1-1 0 0,0 0 1 0 0,-1 0-1 0 0,1-1 1 0 0,0 1-1 0 0,-1 0 0 0 0,1 0 1 0 0,0 0-1 0 0,-1 0 1 0 0,2 0-1 0 0,29-4 280 0 0,-1-2-1 0 0,0-1 0 0 0,29-10 1 0 0,-39 9-2346 0 0,1 0 0 0 0,30-18 0 0 0,-39 13-3225 0 0</inkml:trace>
</inkml:ink>
</file>

<file path=ppt/ink/ink1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7:59.1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14 740 0 0,'-21'-13'7844'0'0,"21"13"-7776"0"0,-1 0 0 0 0,1 0 0 0 0,-1-1 0 0 0,1 1 0 0 0,-1 0 0 0 0,1 0 0 0 0,-1 0 0 0 0,1 0 0 0 0,-1 0 0 0 0,1 0 0 0 0,-1 0-1 0 0,1 0 1 0 0,0 0 0 0 0,-1 0 0 0 0,1 0 0 0 0,-1 1 0 0 0,1-1 0 0 0,-1 0 0 0 0,1 0 0 0 0,-1 0 0 0 0,1 1 0 0 0,-1-1 0 0 0,1 0 0 0 0,0 0 0 0 0,-1 1 0 0 0,1-1 0 0 0,0 0 0 0 0,-1 1 0 0 0,1-1-1 0 0,0 0 1 0 0,-1 1 0 0 0,1-1 0 0 0,0 1 0 0 0,-3 20 1462 0 0,12 30-210 0 0,-7-47-1270 0 0,18 70 686 0 0,-8-34-550 0 0,-2 1 0 0 0,5 43-1 0 0,-15-82-275 0 0,10 65-852 0 0,4-22-7347 0 0,-8-32 4927 0 0</inkml:trace>
</inkml:ink>
</file>

<file path=ppt/ink/ink1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7:59.6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0 118 684 0 0,'2'-26'4079'0'0,"-2"22"-3744"0"0,0 0 0 0 0,0 0-1 0 0,0-1 1 0 0,1 1 0 0 0,-1 0-1 0 0,1 0 1 0 0,0 0 0 0 0,0 0-1 0 0,1 0 1 0 0,-1 0 0 0 0,1 0-1 0 0,0 0 1 0 0,0 0 0 0 0,4-5 0 0 0,-3 7-281 0 0,1-1 0 0 0,-1 0 0 0 0,1 1 0 0 0,0 0 1 0 0,-1 0-1 0 0,1 0 0 0 0,0 0 0 0 0,1 1 0 0 0,-1-1 1 0 0,7 0-1 0 0,-9 1-48 0 0,-1 1-1 0 0,1-1 1 0 0,-1 1 0 0 0,1 0-1 0 0,-1-1 1 0 0,1 1 0 0 0,-1 0 0 0 0,1 0-1 0 0,-1 0 1 0 0,1 0 0 0 0,-1 1-1 0 0,1-1 1 0 0,-1 0 0 0 0,1 1 0 0 0,-1-1-1 0 0,0 1 1 0 0,1-1 0 0 0,-1 1 0 0 0,0 0-1 0 0,1-1 1 0 0,-1 1 0 0 0,0 0-1 0 0,0 0 1 0 0,1 0 0 0 0,-1 0 0 0 0,0 0-1 0 0,0 0 1 0 0,0 0 0 0 0,0 0-1 0 0,-1 1 1 0 0,1-1 0 0 0,0 0 0 0 0,0 1-1 0 0,-1-1 1 0 0,1 0 0 0 0,-1 1 0 0 0,1-1-1 0 0,0 3 1 0 0,0 5 2 0 0,-1 0 1 0 0,1 0-1 0 0,-2 0 0 0 0,1 1 1 0 0,-1-1-1 0 0,0 0 0 0 0,-1 0 1 0 0,0 0-1 0 0,-7 17 1 0 0,-4 6 17 0 0,-23 40 0 0 0,17-35-3 0 0,14-28-16 0 0,4-8-3 0 0,1 0-1 0 0,-1 0 1 0 0,0 0 0 0 0,1 0 0 0 0,-1 0-1 0 0,1 0 1 0 0,-1 1 0 0 0,1-1 0 0 0,-1 0-1 0 0,1 0 1 0 0,0 0 0 0 0,0 1 0 0 0,0 1-1 0 0,1-3-3 0 0,0 0-1 0 0,1 0 0 0 0,-1 0 0 0 0,0 0 1 0 0,1 0-1 0 0,-1 0 0 0 0,0-1 0 0 0,1 1 0 0 0,-1 0 1 0 0,0-1-1 0 0,1 1 0 0 0,-1-1 0 0 0,0 1 1 0 0,0-1-1 0 0,1 0 0 0 0,-1 0 0 0 0,2-1 1 0 0,0 0 4 0 0,1 1-1 0 0,0-1 1 0 0,0 1 0 0 0,-1 0 0 0 0,1 0 0 0 0,0 0 0 0 0,0 0 0 0 0,0 1 0 0 0,0 0 0 0 0,0-1-1 0 0,0 1 1 0 0,0 1 0 0 0,0-1 0 0 0,0 1 0 0 0,0-1 0 0 0,6 3 0 0 0,-5-1 65 0 0,-1 0 1 0 0,1 1-1 0 0,0-1 1 0 0,-1 1-1 0 0,0 0 1 0 0,0 0-1 0 0,0 0 1 0 0,0 1-1 0 0,0-1 1 0 0,-1 1-1 0 0,0 0 0 0 0,1 0 1 0 0,2 6-1 0 0,-3-4 62 0 0,0 0 0 0 0,0 0-1 0 0,-1 1 1 0 0,0-1-1 0 0,0 0 1 0 0,-1 1-1 0 0,0-1 1 0 0,0 1 0 0 0,-1 0-1 0 0,1-1 1 0 0,-1 1-1 0 0,-1-1 1 0 0,1 1-1 0 0,-1 0 1 0 0,0-1 0 0 0,-1 1-1 0 0,0-1 1 0 0,0 0-1 0 0,-3 7 1 0 0,2-4-18 0 0,-1 0 0 0 0,0 0-1 0 0,-1-1 1 0 0,0 0 0 0 0,0 0 0 0 0,-1 0 0 0 0,0 0 0 0 0,0-1-1 0 0,-1 0 1 0 0,0-1 0 0 0,0 1 0 0 0,-12 7 0 0 0,18-13-148 0 0,-1 0-1 0 0,0 0 1 0 0,0 0 0 0 0,0 0 0 0 0,0 0 0 0 0,0-1 0 0 0,0 1-1 0 0,0-1 1 0 0,0 1 0 0 0,-1-1 0 0 0,1 0 0 0 0,0 0 0 0 0,0 0-1 0 0,0 0 1 0 0,0 0 0 0 0,-3-1 0 0 0,2 0-412 0 0,1 0 1 0 0,-1 0-1 0 0,1 0 0 0 0,0 0 0 0 0,-1 0 1 0 0,1-1-1 0 0,0 1 0 0 0,0-1 0 0 0,0 1 1 0 0,-3-4-1 0 0,5 5 258 0 0,-1-1 0 0 0,1 1 1 0 0,0-1-1 0 0,-1 1 0 0 0,1-1 0 0 0,0 1 0 0 0,0-1 0 0 0,-1 1 1 0 0,1-1-1 0 0,0 0 0 0 0,0 1 0 0 0,0-1 0 0 0,0 0 1 0 0,0 1-1 0 0,0-1 0 0 0,0 1 0 0 0,0-1 0 0 0,0 0 1 0 0,0 0-1 0 0,0-1-605 0 0,0-9-2645 0 0</inkml:trace>
</inkml:ink>
</file>

<file path=ppt/ink/ink1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7:59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31 1608 0 0,'4'-16'4797'0'0,"-3"1"757"0"0,-9 43-4172 0 0,-12 186 269 0 0,14-132-1524 0 0,4-59-504 0 0,-3 45-1847 0 0,6-23-4153 0 0,1-34 2640 0 0</inkml:trace>
</inkml:ink>
</file>

<file path=ppt/ink/ink1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8:00.3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3 239 1060 0 0,'0'-2'1524'0'0,"-1"-7"-519"0"0,1 8-767 0 0,-1 0-1 0 0,1-1 1 0 0,0 1 0 0 0,0-1 0 0 0,-1 1-1 0 0,1-1 1 0 0,0 1 0 0 0,0-1 0 0 0,1 1 0 0 0,-1-1-1 0 0,0 1 1 0 0,0 0 0 0 0,1-1 0 0 0,-1 1-1 0 0,1-1 1 0 0,-1 1 0 0 0,1 0 0 0 0,-1-1 0 0 0,1 1-1 0 0,1-2 1 0 0,-1 2 157 0 0,16 8 522 0 0,27 34 267 0 0,-31-28-970 0 0,0 0 1 0 0,1-1-1 0 0,26 18 1 0 0,-38-29-145 0 0,1-1-53 0 0,2-1-22 0 0,-1 0 0 0 0,1-1-1 0 0,-1 1 1 0 0,1-1 0 0 0,-1 0 0 0 0,0 0-1 0 0,0 0 1 0 0,0-1 0 0 0,0 1 0 0 0,-1-1 0 0 0,1 0-1 0 0,-1 0 1 0 0,1 0 0 0 0,-1-1 0 0 0,0 1-1 0 0,0-1 1 0 0,0 0 0 0 0,2-4 0 0 0,8-14-15 0 0,-1 0 1 0 0,11-27 0 0 0,-13 27 26 0 0,1-2-14 0 0,1-2-17 0 0,0 0-1 0 0,19-27 1 0 0,-30 52 60 0 0,-1 0 0 0 0,1 0 0 0 0,0 0 0 0 0,-1 0 0 0 0,1 0 0 0 0,0 1 0 0 0,0-1 0 0 0,-1 0 0 0 0,1 0 0 0 0,0 0 0 0 0,0 1 0 0 0,0-1 0 0 0,0 0 0 0 0,0 1 0 0 0,0-1 0 0 0,0 1 0 0 0,0-1 0 0 0,1 1 0 0 0,-1 0 0 0 0,0-1 0 0 0,0 1 0 0 0,0 0 0 0 0,0 0 0 0 0,0 0 0 0 0,3 0 0 0 0,-3 0 18 0 0,1 1 0 0 0,-1 0 0 0 0,1 0 0 0 0,0 0 1 0 0,-1-1-1 0 0,1 1 0 0 0,-1 1 0 0 0,0-1 0 0 0,1 0 0 0 0,-1 0 1 0 0,0 0-1 0 0,0 1 0 0 0,0-1 0 0 0,0 0 0 0 0,1 3 0 0 0,2 2 132 0 0,0 1-1 0 0,0 0 1 0 0,-1 1-1 0 0,0-1 1 0 0,-1 1-1 0 0,3 10 0 0 0,0 26 355 0 0,-3 0-1 0 0,-4 70 1 0 0,0-64-2656 0 0,6 75 1 0 0,1-97-3385 0 0</inkml:trace>
</inkml:ink>
</file>

<file path=ppt/ink/ink1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8:05.6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60 1464 0 0,'18'-11'14161'0'0,"139"-16"-13922"0"0,-124 20-227 0 0,11 0 38 0 0,-42 7-31 0 0,1 0-2 0 0,23-4 90 0 0,-24 3-74 0 0,9-2-940 0 0</inkml:trace>
</inkml:ink>
</file>

<file path=ppt/ink/ink1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8:05.9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64 24 0 0,'10'-57'11486'0'0,"-9"50"-10247"0"0,-24 210 2924 0 0,-17 32-3207 0 0,33-196-1505 0 0,-1 1-2389 0 0,3-16-4084 0 0</inkml:trace>
</inkml:ink>
</file>

<file path=ppt/ink/ink1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8:06.4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0 272 1668 0 0,'1'-12'7822'0'0,"32"108"-5068"0"0,-28-84-2567 0 0,1 1 0 0 0,0-1 1 0 0,1 0-1 0 0,1-1 0 0 0,0 0 0 0 0,0 0 0 0 0,17 15 0 0 0,-24-25-143 0 0,1 0 1 0 0,-1 0 0 0 0,1-1-1 0 0,0 1 1 0 0,-1 0-1 0 0,1-1 1 0 0,0 1 0 0 0,0-1-1 0 0,-1 0 1 0 0,1 0 0 0 0,0 0-1 0 0,0 1 1 0 0,-1-2 0 0 0,1 1-1 0 0,0 0 1 0 0,0 0 0 0 0,0 0-1 0 0,-1-1 1 0 0,1 1-1 0 0,0-1 1 0 0,-1 0 0 0 0,1 1-1 0 0,0-1 1 0 0,-1 0 0 0 0,4-2-1 0 0,3-3 1 0 0,-1 0 0 0 0,1 0 0 0 0,-1-1-1 0 0,0 0 1 0 0,0-1 0 0 0,-1 1 0 0 0,9-15-1 0 0,32-64 51 0 0,-34 61-67 0 0,110-229 62 0 0,-103 227-121 0 0,-19 26 26 0 0,16 4-15 0 0,-16-3 42 0 0,1 1-1 0 0,-1-1 1 0 0,0 1-1 0 0,1 0 1 0 0,-1 0-1 0 0,0 0 1 0 0,0 0-1 0 0,0 0 1 0 0,0 0-1 0 0,0 0 1 0 0,0 0-1 0 0,0 0 1 0 0,0 0-1 0 0,0 0 1 0 0,0 1-1 0 0,0 2 1 0 0,10 24 450 0 0,-8-19-387 0 0,4 13 134 0 0,-1 0 0 0 0,-2 0 0 0 0,0 0 0 0 0,2 31 0 0 0,-7 90 402 0 0,1-4-1714 0 0,0-139 1009 0 0,5 43-2674 0 0,-4-41 2068 0 0,-1 1 0 0 0,1-1 0 0 0,0 1 1 0 0,0-1-1 0 0,0 0 0 0 0,1 0 0 0 0,-1 1 1 0 0,3 2-1 0 0</inkml:trace>
</inkml:ink>
</file>

<file path=ppt/ink/ink1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8:06.8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77 668 0 0,'-12'15'8838'0'0,"16"-14"-8660"0"0,0 0 0 0 0,1 0 0 0 0,-1-1 1 0 0,1 1-1 0 0,-1-1 0 0 0,1 0 0 0 0,-1 0 0 0 0,7-2 0 0 0,43-7 309 0 0,-32 4-344 0 0,179-37 325 0 0,-60 11-379 0 0,-128 27-376 0 0,-4 1-1723 0 0</inkml:trace>
</inkml:ink>
</file>

<file path=ppt/ink/ink1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8:07.1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 14 252 0 0,'-1'-13'7852'0'0,"-10"49"-4451"0"0,8-26-3760 0 0,-106 419 2458 0 0,99-384-3759 0 0,6-15-2275 0 0,3-22 1949 0 0</inkml:trace>
</inkml:ink>
</file>

<file path=ppt/ink/ink1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8:07.6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3 227 2100 0 0,'-2'-25'4019'0'0,"2"18"-2672"0"0,3 16 2403 0 0,4 33-3300 0 0,3-1 0 0 0,1 0 0 0 0,25 58 0 0 0,-35-96-435 0 0,0-1 0 0 0,0 0 0 0 0,0 0 0 0 0,0 1 0 0 0,1-1 0 0 0,-1 0 1 0 0,1 0-1 0 0,-1-1 0 0 0,1 1 0 0 0,0 0 0 0 0,0 0 0 0 0,0-1 0 0 0,0 1 0 0 0,0-1 0 0 0,0 0 0 0 0,0 1 1 0 0,0-1-1 0 0,0 0 0 0 0,5 1 0 0 0,-5-2-9 0 0,1 1 0 0 0,-1-1 0 0 0,0 0 0 0 0,1-1 0 0 0,-1 1 0 0 0,0 0 0 0 0,1-1 0 0 0,-1 1-1 0 0,0-1 1 0 0,1 0 0 0 0,-1 1 0 0 0,0-1 0 0 0,0 0 0 0 0,0-1 0 0 0,0 1 0 0 0,0 0 0 0 0,2-2 0 0 0,32-27 54 0 0,-35 29-54 0 0,14-14 27 0 0,-2-1 1 0 0,1 0 0 0 0,16-29 0 0 0,29-58 95 0 0,-43 73-131 0 0,18-38 28 0 0,-18 34-88 0 0,26-40 0 0 0,-41 73 60 0 0,-1 0 0 0 0,1 0-1 0 0,0-1 1 0 0,0 1-1 0 0,0 0 1 0 0,-1 0 0 0 0,1 0-1 0 0,1 0 1 0 0,-1 0 0 0 0,0 0-1 0 0,0 0 1 0 0,0 1 0 0 0,0-1-1 0 0,1 0 1 0 0,-1 1-1 0 0,0-1 1 0 0,0 1 0 0 0,1-1-1 0 0,-1 1 1 0 0,1-1 0 0 0,1 1-1 0 0,-2 0 7 0 0,1 0-1 0 0,-1 1 1 0 0,0-1 0 0 0,1 1-1 0 0,-1-1 1 0 0,0 1-1 0 0,1-1 1 0 0,-1 1-1 0 0,0 0 1 0 0,0-1-1 0 0,1 1 1 0 0,-1 0-1 0 0,0 0 1 0 0,0 0 0 0 0,0 0-1 0 0,0 0 1 0 0,1 2-1 0 0,2 3 74 0 0,0 0 0 0 0,0 0 0 0 0,-1 0 0 0 0,1 1 1 0 0,-1 0-1 0 0,3 13 0 0 0,4 25 224 0 0,-3 2 0 0 0,-1-1 1 0 0,-1 73-1 0 0,-4-60-1512 0 0,13 84-1 0 0,-14-140 604 0 0,1 0-1 0 0,0 0 1 0 0,0 0-1 0 0,0 0 1 0 0,0 0-1 0 0,0 0 1 0 0,1 0-1 0 0,-1 0 0 0 0,4 4 1 0 0</inkml:trace>
</inkml:ink>
</file>

<file path=ppt/ink/ink1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8:08.5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270 236 216 0 0,'0'-2'378'0'0,"1"-1"-1"0"0,-1 1 1 0 0,0-1 0 0 0,0 1 0 0 0,0-1-1 0 0,0 1 1 0 0,0 0 0 0 0,0-1-1 0 0,-1 1 1 0 0,1 0 0 0 0,-1-1-1 0 0,0 1 1 0 0,0 0 0 0 0,0-1 0 0 0,0 1-1 0 0,0 0 1 0 0,0 0 0 0 0,0 0-1 0 0,-1 0 1 0 0,1 0 0 0 0,-4-3-1 0 0,4 5 159 0 0,-2 0-129 0 0,-3 2-242 0 0,0 1 0 0 0,-1-1-1 0 0,2 1 1 0 0,-1 0 0 0 0,0 1-1 0 0,1-1 1 0 0,-1 1 0 0 0,1 0 0 0 0,0 1-1 0 0,0-1 1 0 0,1 1 0 0 0,0 0-1 0 0,-8 10 1 0 0,-6 11 561 0 0,-22 42 0 0 0,38-64-659 0 0,-19 35 373 0 0,2 2 0 0 0,-14 43 0 0 0,25-58-343 0 0,0 1 1 0 0,2 0 0 0 0,1 0 0 0 0,-3 41-1 0 0,8-61-54 0 0,0 0-1 0 0,0 0 0 0 0,1 0 0 0 0,0 0 0 0 0,0 0 0 0 0,0 0 0 0 0,1 0 0 0 0,0 0 1 0 0,0-1-1 0 0,1 1 0 0 0,0-1 0 0 0,0 0 0 0 0,1 1 0 0 0,-1-1 0 0 0,1-1 1 0 0,1 1-1 0 0,-1-1 0 0 0,6 6 0 0 0,-4-6 35 0 0,0-1 0 0 0,0 1-1 0 0,0-1 1 0 0,0-1 0 0 0,1 1 0 0 0,0-1 0 0 0,0 0-1 0 0,0 0 1 0 0,0-1 0 0 0,0 0 0 0 0,0-1 0 0 0,1 1-1 0 0,-1-1 1 0 0,0-1 0 0 0,1 1 0 0 0,13-2 0 0 0,-2-1 12 0 0,0-1 0 0 0,0-1 0 0 0,0 0 0 0 0,0-2 0 0 0,-1 0 0 0 0,0-1 0 0 0,0-1 0 0 0,-1 0 0 0 0,0-1 0 0 0,29-22 0 0 0,-22 12-38 0 0,0-1 0 0 0,-1 0 1 0 0,-2-2-1 0 0,0-1 1 0 0,-1-1-1 0 0,18-28 0 0 0,-26 33-31 0 0,-1-1-1 0 0,-1 0 1 0 0,0-1-1 0 0,-2 0 0 0 0,0-1 1 0 0,-2 1-1 0 0,0-1 1 0 0,-1-1-1 0 0,-1 1 0 0 0,-2-1 1 0 0,1-36-1 0 0,-4 43-11 0 0,0 0 0 0 0,-1 0 0 0 0,-1 0 0 0 0,0 1 0 0 0,-1-1-1 0 0,-1 1 1 0 0,-9-23 0 0 0,8 27-9 0 0,0 0 1 0 0,0 0-1 0 0,-1 1 0 0 0,-1 0 0 0 0,0 0 1 0 0,0 1-1 0 0,-1 0 0 0 0,0 0 0 0 0,0 1 0 0 0,-14-10 1 0 0,15 14-17 0 0,1 0 0 0 0,-1 1-1 0 0,0-1 1 0 0,0 2 0 0 0,0-1 0 0 0,0 1 0 0 0,-1 0 0 0 0,1 1 0 0 0,-1 0 0 0 0,1 0 0 0 0,0 1 0 0 0,-1 0 0 0 0,1 1 0 0 0,-1-1 0 0 0,-9 3 0 0 0,12-1-117 0 0,-1-1 0 0 0,1 1 1 0 0,0 0-1 0 0,0 1 1 0 0,0-1-1 0 0,0 1 1 0 0,1 0-1 0 0,-1 1 1 0 0,-5 4-1 0 0,7-5-75 0 0,1-1 0 0 0,0 1 0 0 0,1 1 0 0 0,-1-1-1 0 0,0 0 1 0 0,1 1 0 0 0,0-1 0 0 0,-1 1 0 0 0,2 0 0 0 0,-1-1 0 0 0,0 1-1 0 0,1 0 1 0 0,-1 0 0 0 0,0 8 0 0 0,2-8-113 0 0,0 0-1 0 0,0-1 1 0 0,0 1-1 0 0,0 0 1 0 0,1 0-1 0 0,0 0 1 0 0,0-1-1 0 0,0 1 1 0 0,0 0-1 0 0,0-1 1 0 0,1 1-1 0 0,0-1 1 0 0,-1 0 0 0 0,1 1-1 0 0,1-1 1 0 0,-1 0-1 0 0,0 0 1 0 0,1 0-1 0 0,-1 0 1 0 0,1-1-1 0 0,0 1 1 0 0,0-1-1 0 0,0 0 1 0 0,4 2 0 0 0,17 12-3301 0 0</inkml:trace>
</inkml:ink>
</file>

<file path=ppt/ink/ink1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8:09.1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378 28 508 0 0,'-11'-5'1773'0'0,"1"-1"-1"0"0,-1 2 1 0 0,-18-7 0 0 0,27 11-1571 0 0,-1-1-103 0 0,1 1 0 0 0,-1-1 0 0 0,1 1 0 0 0,-1 0 1 0 0,1 0-1 0 0,-1 0 0 0 0,0 1 0 0 0,1-1 0 0 0,-1 1 0 0 0,1-1 1 0 0,-1 1-1 0 0,1 0 0 0 0,-3 1 0 0 0,-30 15 646 0 0,21-7-504 0 0,1 0 0 0 0,1 0 0 0 0,-1 1 0 0 0,2 1 0 0 0,-1 0 0 0 0,2 0 0 0 0,-11 17 0 0 0,-57 100 1290 0 0,69-111-1312 0 0,0 1 0 0 0,2 0 0 0 0,0 0 0 0 0,0 0 0 0 0,2 1 1 0 0,1-1-1 0 0,-4 40 0 0 0,7-48-135 0 0,1-1 1 0 0,0 1 0 0 0,1-1 0 0 0,0 1-1 0 0,1-1 1 0 0,0 1 0 0 0,1-1 0 0 0,0 0-1 0 0,0 0 1 0 0,1 0 0 0 0,0-1-1 0 0,1 1 1 0 0,0-1 0 0 0,1 0 0 0 0,0-1-1 0 0,0 1 1 0 0,8 7 0 0 0,-6-8-2 0 0,0 0 0 0 0,1-1 0 0 0,0 0 0 0 0,0 0 0 0 0,1-1 0 0 0,0-1 0 0 0,0 0 0 0 0,0 0 0 0 0,1 0 0 0 0,19 4 0 0 0,-15-5 40 0 0,1-1-1 0 0,0-1 1 0 0,0-1 0 0 0,1 0-1 0 0,-1-1 1 0 0,0-1 0 0 0,18-2-1 0 0,-12-1 24 0 0,0-1-1 0 0,0-1 1 0 0,0 0-1 0 0,-1-2 1 0 0,0 0 0 0 0,-1-2-1 0 0,0 0 1 0 0,0-1-1 0 0,-1-1 1 0 0,0-1-1 0 0,17-16 1 0 0,-25 19-53 0 0,-1 0-1 0 0,-1-1 1 0 0,0 0 0 0 0,0-1 0 0 0,-1 0 0 0 0,-1 0-1 0 0,0-1 1 0 0,-1 0 0 0 0,0 0 0 0 0,-1 0 0 0 0,0-1-1 0 0,-1 0 1 0 0,0 0 0 0 0,2-28 0 0 0,-5 32-82 0 0,0 0 0 0 0,-2-1-1 0 0,1 1 1 0 0,-1 0 0 0 0,0 0 0 0 0,-1 0 0 0 0,0 0 0 0 0,-1 0 0 0 0,0 0 0 0 0,0 1 0 0 0,-1-1-1 0 0,-1 1 1 0 0,1 0 0 0 0,-1 0 0 0 0,-1 0 0 0 0,0 1 0 0 0,0 0 0 0 0,-1 0 0 0 0,0 1 0 0 0,0-1-1 0 0,-14-9 1 0 0,9 8-149 0 0,-2 0 0 0 0,1 1 1 0 0,-1 1-1 0 0,0 1 0 0 0,0 0 0 0 0,-1 0 0 0 0,0 1 0 0 0,0 1 0 0 0,0 1 0 0 0,-29-3 0 0 0,18 5-912 0 0,0 0-1 0 0,0 2 0 0 0,-1 2 1 0 0,1 0-1 0 0,-43 11 1 0 0,6 4-3076 0 0</inkml:trace>
</inkml:ink>
</file>

<file path=ppt/ink/ink1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8:40.0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31 1132 0 0,'21'-26'6492'0'0,"-12"22"-4217"0"0,-3 14-1567 0 0,-1 1 1 0 0,0-1 0 0 0,-1 1-1 0 0,0 0 1 0 0,2 13-1 0 0,5 11 272 0 0,102 402 2989 0 0,-84-305-3369 0 0,33 174 283 0 0,-20-88-508 0 0,144 795 460 0 0,-79-325-209 0 0,-6-31-68 0 0,130 1349 580 0 0,-121-701-388 0 0,-83-1125-649 0 0,8-2-1 0 0,88 261 0 0 0,-97-357-91 0 0,-26-80-69 0 0,0-1 1 0 0,1 1 0 0 0,-1-1 0 0 0,0 1 0 0 0,0-1 0 0 0,0 1 0 0 0,0-1-1 0 0,0 1 1 0 0,0-1 0 0 0,0 1 0 0 0,-1-1 0 0 0,1 1 0 0 0,-1-1 0 0 0,1 1-1 0 0,-1-1 1 0 0,1 0 0 0 0,-1 1 0 0 0,0-1 0 0 0,1 0 0 0 0,-1 1-1 0 0,0-1 1 0 0,0 0 0 0 0,-2 2 0 0 0,-16 8-6880 0 0</inkml:trace>
</inkml:ink>
</file>

<file path=ppt/ink/ink1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8:41.4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13 501 1264 0 0,'-13'-10'9941'0'0,"28"11"-9591"0"0,0-1-1 0 0,1 0 1 0 0,-1-1 0 0 0,19-4-1 0 0,66-17 165 0 0,-42 8-334 0 0,788-116 407 0 0,-784 122-578 0 0,1270-145-69 0 0,13 55-85 0 0,-778 83 15 0 0,-19 1-123 0 0,-523 13 133 0 0,-9 2-330 0 0,0-2 0 0 0,1 0 0 0 0,-1-1 0 0 0,0 0 0 0 0,0-1 0 0 0,24-9 0 0 0,-25 2-3864 0 0</inkml:trace>
</inkml:ink>
</file>

<file path=ppt/ink/ink1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8:42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70 167 1188 0 0,'-21'-167'10156'0'0,"21"170"-10124"0"0,0 1-1 0 0,-1-1 1 0 0,1 0 0 0 0,-1 0 0 0 0,0 1 0 0 0,-2 5 0 0 0,-2 9 11 0 0,-29 246-467 0 0,32-236 54 0 0,1-11-1206 0 0,1 32 0 0 0,0-47 923 0 0,4 0-1049 0 0,3-6 369 0 0,1-17-320 0 0,-3 6 882 0 0</inkml:trace>
</inkml:ink>
</file>

<file path=ppt/ink/ink1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8:42.5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1 465 1716 0 0,'17'-97'3459'0'0,"38"-120"1"0"0,-55 216-3444 0 0,0 0 0 0 0,0 0 0 0 0,1 0 1 0 0,-1 0-1 0 0,1 0 0 0 0,-1 0 0 0 0,1 1 0 0 0,-1-1 1 0 0,1 0-1 0 0,-1 0 0 0 0,1 0 0 0 0,0 1 0 0 0,-1-1 1 0 0,1 0-1 0 0,0 1 0 0 0,0-1 0 0 0,-1 1 0 0 0,1-1 1 0 0,0 1-1 0 0,0-1 0 0 0,0 1 0 0 0,0-1 0 0 0,1 1 1 0 0,0-1 2 0 0,0 1 1 0 0,0 0-1 0 0,-1 0 1 0 0,1 1 0 0 0,0-1-1 0 0,0 0 1 0 0,-1 0-1 0 0,1 1 1 0 0,0-1 0 0 0,0 1-1 0 0,-1 0 1 0 0,3 0-1 0 0,4 4 53 0 0,0 0 0 0 0,0 0-1 0 0,12 12 1 0 0,-17-15-50 0 0,23 23 270 0 0,29 34 1 0 0,20 20-133 0 0,-42-51 617 0 0,-32-27-646 0 0,15-4 178 0 0,-13-2-291 0 0,1 1 1 0 0,-1-1-1 0 0,1 0 0 0 0,-1-1 1 0 0,-1 1-1 0 0,1 0 0 0 0,2-10 0 0 0,13-46-102 0 0,-11 36 71 0 0,0-1-13 0 0,5-18-31 0 0,29-71 0 0 0,-40 112 55 0 0,0 0-1 0 0,1 1 1 0 0,-1-1-1 0 0,1 1 0 0 0,-1-1 1 0 0,1 1-1 0 0,0 0 1 0 0,0 0-1 0 0,0-1 0 0 0,0 1 1 0 0,0 1-1 0 0,0-1 1 0 0,1 0-1 0 0,-1 0 0 0 0,0 1 1 0 0,1 0-1 0 0,3-2 1 0 0,-3 3 1 0 0,0 0 0 0 0,0 0 0 0 0,-1 0 0 0 0,1 1 0 0 0,0-1 0 0 0,0 1 0 0 0,-1 0 0 0 0,1 0 0 0 0,-1 0 0 0 0,1 0 0 0 0,-1 0 0 0 0,1 0 0 0 0,-1 1 0 0 0,0 0 0 0 0,4 2 0 0 0,3 4 23 0 0,0 0 0 0 0,0 0 0 0 0,-1 1 1 0 0,0 0-1 0 0,-1 0 0 0 0,0 1 1 0 0,0 0-1 0 0,-1 1 0 0 0,0-1 0 0 0,-1 1 1 0 0,0 0-1 0 0,4 16 0 0 0,-9-27-22 0 0,2 7-316 0 0,0-1 1 0 0,1 0-1 0 0,-1-1 0 0 0,7 10 0 0 0,-8-13-209 0 0,0-1-1 0 0,1 1 1 0 0,0 0-1 0 0,-1-1 0 0 0,1 1 1 0 0,0-1-1 0 0,0 1 1 0 0,0-1-1 0 0,2 1 0 0 0</inkml:trace>
</inkml:ink>
</file>

<file path=ppt/ink/ink1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8:42.8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27 1516 0 0,'9'-16'7197'0'0,"-1"6"-5398"0"0,-7 13-1696 0 0,1 1 0 0 0,-1-1 0 0 0,1 1 0 0 0,-1 0 0 0 0,-1 0 0 0 0,1-1 0 0 0,0 1 0 0 0,-1 0 0 0 0,0 0 0 0 0,0 0 0 0 0,0 0 0 0 0,0 0 0 0 0,-1 4 0 0 0,0 11 105 0 0,6 131-1274 0 0,-5-139-898 0 0</inkml:trace>
</inkml:ink>
</file>

<file path=ppt/ink/ink1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8:43.0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59 1144 0 0,'-1'-10'3236'0'0,"-3"-6"-1239"0"0,1 4-721 0 0,-1 2-176 0 0,1 0-492 0 0,-6 13-804 0 0,4 9-1272 0 0,0-5-949 0 0</inkml:trace>
</inkml:ink>
</file>

<file path=ppt/ink/ink1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8:43.4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1084 0 0,'1'3'1330'0'0,"14"73"4148"0"0,7 41-2651 0 0,3 19-1446 0 0,-23-127-789 0 0,-1-5-95 0 0,0 0-1 0 0,0 0 1 0 0,-1 1 0 0 0,1-1-1 0 0,-1 7 1 0 0,16-61-234 0 0,-10 29-259 0 0,0 1 0 0 0,2-1 0 0 0,18-32 0 0 0,-21 45-9 0 0,-1-1-1 0 0,1 2 1 0 0,1-1 0 0 0,0 1 0 0 0,0-1-1 0 0,0 2 1 0 0,1-1 0 0 0,0 1-1 0 0,0 0 1 0 0,0 0 0 0 0,9-4-1 0 0,-13 8 4 0 0,0 1-1 0 0,0 0 0 0 0,0 0 0 0 0,0 0 0 0 0,0 0 1 0 0,0 0-1 0 0,0 1 0 0 0,0-1 0 0 0,0 1 0 0 0,0 0 1 0 0,1 0-1 0 0,-1 0 0 0 0,0 0 0 0 0,0 1 0 0 0,0-1 0 0 0,5 2 1 0 0,-4 0 11 0 0,1 0 0 0 0,-1 0 0 0 0,0 0 1 0 0,-1 1-1 0 0,1-1 0 0 0,0 1 0 0 0,-1 0 0 0 0,1 0 1 0 0,-1 0-1 0 0,4 5 0 0 0,1 2-74 0 0,-2 0-1 0 0,1 0 1 0 0,-1 0 0 0 0,-1 1-1 0 0,0 0 1 0 0,-1 0-1 0 0,6 20 1 0 0,-6-16-794 0 0,5 21-1939 0 0,1-15-2565 0 0</inkml:trace>
</inkml:ink>
</file>

<file path=ppt/ink/ink1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8:43.8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57 340 0 0,'11'-9'5263'0'0,"-9"8"-4512"0"0,0 1 1 0 0,3-3 0 0 0,0 6-487 0 0,1 0-1 0 0,-1 0 1 0 0,0 0-1 0 0,0 1 1 0 0,0-1-1 0 0,0 1 1 0 0,-1 0-1 0 0,0 0 1 0 0,0 1-1 0 0,0 0 0 0 0,5 7 1 0 0,5 10 96 0 0,16 33 1 0 0,-6-10-15 0 0,-22-42-74 0 0,-1 1 0 0 0,1-1 1 0 0,-1 0-1 0 0,0 1 0 0 0,0-1 1 0 0,0 1-1 0 0,-1-1 0 0 0,1 1 1 0 0,-1 0-1 0 0,0-1 0 0 0,0 1 0 0 0,0 5 926 0 0,-1-9-1188 0 0,0 0 0 0 0,0 0 1 0 0,1-1-1 0 0,-1 1 1 0 0,0 0-1 0 0,1-1 0 0 0,-1 1 1 0 0,0-1-1 0 0,1 1 1 0 0,-1-1-1 0 0,1 1 1 0 0,-1-1-1 0 0,1 1 0 0 0,-1-1 1 0 0,1 1-1 0 0,-1-1 1 0 0,1 0-1 0 0,0 1 0 0 0,-1-1 1 0 0,1 0-1 0 0,0 1 1 0 0,0-1-1 0 0,-1 0 0 0 0,1 0 1 0 0,0 1-1 0 0,0-1 1 0 0,0 0-1 0 0,0 0 1 0 0,0 1-1 0 0,0-2 0 0 0,-1-21 68 0 0,3 17-138 0 0,-1 1 1 0 0,1 0 0 0 0,0-1-1 0 0,0 1 1 0 0,0 0 0 0 0,1 0 0 0 0,-1 0-1 0 0,1 0 1 0 0,1 1 0 0 0,-1-1-1 0 0,1 1 1 0 0,-1 0 0 0 0,8-6 0 0 0,4-4-725 0 0,1 2 0 0 0,23-15 0 0 0,-4 7-1226 0 0,1 2 1 0 0,1 1-1 0 0,42-12 0 0 0,-69 25 1381 0 0,28-9-2152 0 0</inkml:trace>
</inkml:ink>
</file>

<file path=ppt/ink/ink1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8:44.6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194 497 764 0 0,'1'-1'249'0'0,"1"0"-1"0"0,-1 1 1 0 0,0-1 0 0 0,0 0 0 0 0,1 0-1 0 0,-1 0 1 0 0,0 0 0 0 0,0 0-1 0 0,0 0 1 0 0,0 0 0 0 0,-1 0 0 0 0,1 0-1 0 0,0-1 1 0 0,0 1 0 0 0,-1 0-1 0 0,1 0 1 0 0,0-1 0 0 0,-1 1 0 0 0,1-1-1 0 0,-1 1 1 0 0,0 0 0 0 0,0-1-1 0 0,1 1 1 0 0,-1-1 0 0 0,0 1 0 0 0,0-1-1 0 0,0 1 1 0 0,0 0 0 0 0,-1-3-1 0 0,1 3-208 0 0,-1 1 0 0 0,0-1 0 0 0,1 1-1 0 0,-1-1 1 0 0,1 1 0 0 0,-1 0 0 0 0,0-1-1 0 0,1 1 1 0 0,-1 0 0 0 0,0-1-1 0 0,1 1 1 0 0,-1 0 0 0 0,0 0 0 0 0,1 0-1 0 0,-1 0 1 0 0,0 0 0 0 0,1 0 0 0 0,-1 0-1 0 0,0 0 1 0 0,0 0 0 0 0,1 0-1 0 0,-1 0 1 0 0,0 0 0 0 0,1 0 0 0 0,-1 0-1 0 0,-1 1 1 0 0,-18 6 310 0 0,9-2-241 0 0,1 1 0 0 0,0 0 0 0 0,0 1 0 0 0,1 0 0 0 0,0 0 0 0 0,0 1 0 0 0,1 0 0 0 0,-13 16 1 0 0,8-8-32 0 0,2 1 1 0 0,-1 0-1 0 0,2 1 1 0 0,-9 19-1 0 0,17-32-52 0 0,0 1 0 0 0,0-1 0 0 0,0 0 0 0 0,1 1 0 0 0,0-1 0 0 0,0 0 0 0 0,1 1 0 0 0,-1-1 0 0 0,1 1 0 0 0,0-1-1 0 0,1 7 1 0 0,0-10-17 0 0,-1 0-1 0 0,1 1 1 0 0,-1-1-1 0 0,1 0 0 0 0,0 0 1 0 0,0 0-1 0 0,0 0 1 0 0,0 0-1 0 0,0 0 0 0 0,1 0 1 0 0,-1-1-1 0 0,1 1 1 0 0,-1 0-1 0 0,1-1 0 0 0,-1 1 1 0 0,1-1-1 0 0,0 1 1 0 0,0-1-1 0 0,0 0 1 0 0,0 0-1 0 0,0 0 0 0 0,0 0 1 0 0,0 0-1 0 0,0 0 1 0 0,0 0-1 0 0,0-1 0 0 0,0 1 1 0 0,1-1-1 0 0,-1 0 1 0 0,0 1-1 0 0,3-1 0 0 0,0 0-3 0 0,0 0 0 0 0,1 0 0 0 0,-1-1 0 0 0,0 1 0 0 0,0-1 0 0 0,1 0 0 0 0,-1 0 0 0 0,0-1 0 0 0,0 0 0 0 0,0 0 0 0 0,0 0 0 0 0,-1 0 0 0 0,9-6 0 0 0,-6 2-14 0 0,1 0 0 0 0,-1 0-1 0 0,-1-1 1 0 0,1 0 0 0 0,-1 0 0 0 0,-1 0-1 0 0,7-11 1 0 0,4-11 16 0 0,-2 0-1 0 0,0-1 1 0 0,12-45 0 0 0,-23 67 20 0 0,-2 5-12 0 0,-14 13 13 0 0,9-4-23 0 0,0 0 0 0 0,0 0 1 0 0,0 1-1 0 0,1-1 0 0 0,0 1 0 0 0,1 0 0 0 0,-1-1 0 0 0,1 1 1 0 0,0 1-1 0 0,1-1 0 0 0,0 0 0 0 0,0 0 0 0 0,0 1 1 0 0,1-1-1 0 0,0 0 0 0 0,2 9 0 0 0,-2-12 4 0 0,1 0-1 0 0,0-1 1 0 0,0 1-1 0 0,0 0 1 0 0,0 0 0 0 0,0 0-1 0 0,1 0 1 0 0,0-1-1 0 0,0 1 1 0 0,0-1 0 0 0,0 0-1 0 0,0 1 1 0 0,1-1-1 0 0,0 0 1 0 0,-1 0 0 0 0,6 4-1 0 0,-3-4 3 0 0,-1 0-1 0 0,1 0 1 0 0,0-1-1 0 0,0 0 1 0 0,0 0-1 0 0,0 0 0 0 0,1 0 1 0 0,-1-1-1 0 0,1 0 1 0 0,-1 0-1 0 0,6 1 1 0 0,0-2 0 0 0,1 0 0 0 0,-1 0 0 0 0,1-1 0 0 0,-1-1-1 0 0,1 0 1 0 0,-1 0 0 0 0,0-1 0 0 0,0-1 0 0 0,0 1 0 0 0,-1-2 0 0 0,12-6 0 0 0,-10 3-21 0 0,0 0 1 0 0,-1-2-1 0 0,0 1 1 0 0,0-1-1 0 0,-1-1 1 0 0,-1 0-1 0 0,0 0 1 0 0,0-1-1 0 0,12-24 1 0 0,-2 0-69 0 0,-2-1 1 0 0,16-49-1 0 0,-7-3 122 0 0,23-151 0 0 0,-41 199-83 0 0,-7 9 55 0 0,-1 32-15 0 0,0 0 0 0 0,0 0 0 0 0,0 0 0 0 0,0 0-1 0 0,0 0 1 0 0,0 0 0 0 0,0 0 0 0 0,0 0 0 0 0,0-1 0 0 0,0 1 0 0 0,0 0-1 0 0,0 0 1 0 0,0 0 0 0 0,0 0 0 0 0,0 0 0 0 0,0 0 0 0 0,0 0 0 0 0,0 0-1 0 0,0 0 1 0 0,0 0 0 0 0,0 0 0 0 0,0-1 0 0 0,0 1 0 0 0,0 0 0 0 0,0 0-1 0 0,0 0 1 0 0,0 0 0 0 0,0 0 0 0 0,-1 0 0 0 0,1 0 0 0 0,0 0 0 0 0,0 0-1 0 0,0 0 1 0 0,0 0 0 0 0,0 0 0 0 0,0 0 0 0 0,0 0 0 0 0,0 0 0 0 0,0 0-1 0 0,0 0 1 0 0,-1 0 0 0 0,1 0 0 0 0,0 0 0 0 0,0 0 0 0 0,0 0 0 0 0,0 0-1 0 0,0 0 1 0 0,0 0 0 0 0,0 0 0 0 0,0 0 0 0 0,0 0 0 0 0,0 0 0 0 0,-1 0-1 0 0,1 0 1 0 0,0 0 0 0 0,0 0 0 0 0,0 0 0 0 0,0 0 0 0 0,0 0 0 0 0,0 0-1 0 0,0 1 1 0 0,0-1 0 0 0,0 0 0 0 0,0 0 0 0 0,0 0 0 0 0,0 0-1 0 0,0 0 1 0 0,0 0 0 0 0,0 0 0 0 0,-8 18-3 0 0,-9 39 417 0 0,3 1 0 0 0,-9 83 1 0 0,18-106-282 0 0,-10 125 256 0 0,15-136-364 0 0,0 0 1 0 0,2 0-1 0 0,1 0 0 0 0,9 39 1 0 0,-10-57-127 0 0,0 0 0 0 0,0 0 1 0 0,1 0-1 0 0,-1 0 1 0 0,1 0-1 0 0,1-1 1 0 0,-1 0-1 0 0,1 1 0 0 0,0-1 1 0 0,0-1-1 0 0,0 1 1 0 0,6 5-1 0 0,-7-8-30 0 0,1 0 1 0 0,-1 0-1 0 0,0 0 1 0 0,1 0-1 0 0,-1 0 1 0 0,1-1-1 0 0,-1 1 1 0 0,1-1-1 0 0,0 0 1 0 0,0 0-1 0 0,0-1 1 0 0,-1 1-1 0 0,1-1 1 0 0,0 0-1 0 0,0 0 0 0 0,0 0 1 0 0,0 0-1 0 0,0-1 1 0 0,0 1-1 0 0,-1-1 1 0 0,5-1-1 0 0,3-3-70 0 0,0 0-1 0 0,0 0 1 0 0,0-1 0 0 0,-1 0-1 0 0,1-1 1 0 0,-2 0 0 0 0,1-1-1 0 0,-1 0 1 0 0,0 0-1 0 0,13-17 1 0 0,-1-2 630 0 0,0-1 0 0 0,24-46 0 0 0,-1-2 2102 0 0,-43 74-2021 0 0,1 32 272 0 0,-7 1-370 0 0,-1 41 0 0 0,5-60-453 0 0,1 1 0 0 0,1-1 0 0 0,0 0-1 0 0,1 0 1 0 0,0 0 0 0 0,6 16 0 0 0,-8-26-101 0 0,1 0 1 0 0,0 0-1 0 0,0-1 0 0 0,0 1 1 0 0,0 0-1 0 0,0-1 1 0 0,0 1-1 0 0,0-1 1 0 0,1 1-1 0 0,-1-1 1 0 0,0 0-1 0 0,1 1 1 0 0,0-1-1 0 0,-1 0 1 0 0,1 0-1 0 0,-1 0 1 0 0,1 0-1 0 0,0 0 1 0 0,0-1-1 0 0,0 1 1 0 0,-1 0-1 0 0,1-1 1 0 0,0 1-1 0 0,0-1 1 0 0,0 0-1 0 0,0 0 1 0 0,3 0-1 0 0,1 0-430 0 0,1 0 0 0 0,-1-1 0 0 0,0 0 0 0 0,0-1 0 0 0,1 1 0 0 0,-1-1 0 0 0,6-3 0 0 0,11-4-1717 0 0</inkml:trace>
</inkml:ink>
</file>

<file path=ppt/ink/ink1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8:45.0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0 144 448 0 0,'53'-81'8814'0'0,"-54"90"-8425"0"0,0 0 1 0 0,0 0 0 0 0,-1-1 0 0 0,-1 1 0 0 0,-3 8 0 0 0,-4 15 314 0 0,6-15-365 0 0,1 1 0 0 0,1 0 0 0 0,-1 31 0 0 0,3-43-286 0 0,1 1 0 0 0,-1-1 0 0 0,1 0 1 0 0,0 1-1 0 0,0-1 0 0 0,1 0 0 0 0,0 0 0 0 0,0 0 0 0 0,0 0 1 0 0,1 0-1 0 0,0 0 0 0 0,0-1 0 0 0,7 10 0 0 0,-8-13-39 0 0,1 1 0 0 0,0-1 0 0 0,0 0-1 0 0,0 0 1 0 0,0 0 0 0 0,0 0 0 0 0,0-1 0 0 0,1 1-1 0 0,-1-1 1 0 0,0 1 0 0 0,1-1 0 0 0,-1-1-1 0 0,1 1 1 0 0,0 0 0 0 0,-1-1 0 0 0,1 0 0 0 0,-1 1-1 0 0,1-1 1 0 0,0-1 0 0 0,5 0 0 0 0,2-1-2 0 0,1 0 1 0 0,-1-1-1 0 0,0 0 0 0 0,0-1 1 0 0,13-7-1 0 0,-8 2 63 0 0,0 0-1 0 0,0-1 0 0 0,-1-1 1 0 0,0-1-1 0 0,-1 0 0 0 0,0 0 0 0 0,-1-2 1 0 0,-1 1-1 0 0,0-2 0 0 0,-1 0 1 0 0,0 0-1 0 0,-2-1 0 0 0,1 0 1 0 0,-2 0-1 0 0,13-34 0 0 0,-20 45 5 0 0,0 0-1 0 0,1 1 0 0 0,-1-1 1 0 0,-1 1-1 0 0,1-1 0 0 0,-1 0 1 0 0,1 0-1 0 0,-1 1 1 0 0,-1-1-1 0 0,1 0 0 0 0,-1 0 1 0 0,0 1-1 0 0,0-1 1 0 0,0 0-1 0 0,0 1 0 0 0,-1-1 1 0 0,0 1-1 0 0,-3-6 1 0 0,4 9-71 0 0,-1 0 1 0 0,1 0-1 0 0,0 0 1 0 0,-1 0-1 0 0,0 0 1 0 0,1 0-1 0 0,-1 0 1 0 0,1 1-1 0 0,-1-1 1 0 0,0 1-1 0 0,1-1 1 0 0,-1 1-1 0 0,0 0 1 0 0,0-1 0 0 0,1 1-1 0 0,-4 0 1 0 0,-26 2 48 0 0,17 1-153 0 0,0 1 0 0 0,1 0 0 0 0,-1 1 0 0 0,1 1 0 0 0,0 0 0 0 0,0 1 0 0 0,1 0 0 0 0,0 1 0 0 0,-11 9 0 0 0,-10 5-3591 0 0,0-3-3587 0 0</inkml:trace>
</inkml:ink>
</file>

<file path=ppt/ink/ink1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8:45.3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40 1452 0 0,'-6'-8'8055'0'0,"-8"-8"-5929"0"0,-2 6-7256 0 0,-2 4 1031 0 0</inkml:trace>
</inkml:ink>
</file>

<file path=ppt/ink/ink1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8:45.5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6 776 0 0,'-4'0'708'0'0,"0"0"0"0"0,-1 1 0 0 0,1 0 0 0 0,0 0 0 0 0,-1 0 0 0 0,1 1 1 0 0,0 0-1 0 0,0-1 0 0 0,0 1 0 0 0,0 0 0 0 0,0 1 0 0 0,-4 3 0 0 0,33 1 130 0 0,52-6-590 0 0,102-10-1 0 0,-10-11-5702 0 0,-126 13 2000 0 0</inkml:trace>
</inkml:ink>
</file>

<file path=ppt/ink/ink1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8:01.1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11 138 848 0 0,'0'0'7941'0'0,"-10"-4"-4477"0"0,10 4-3420 0 0,49-22 887 0 0,75-21 0 0 0,-15 5-791 0 0,-40 14-1034 0 0,-67 23 255 0 0,1-2-328 0 0,1 0-517 0 0</inkml:trace>
</inkml:ink>
</file>

<file path=ppt/ink/ink1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8:01.4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50 1532 0 0,'0'-2'1766'0'0,"-1"-32"4602"0"0,-3 21-1416 0 0,4 13-4893 0 0,0 8 283 0 0,0 1-1 0 0,1 0 1 0 0,2 13 0 0 0,-2-13-157 0 0,12 175 1339 0 0,-11-127-1353 0 0,0-6 21 0 0,1 26 153 0 0,3-28-3587 0 0,-2-40 1197 0 0</inkml:trace>
</inkml:ink>
</file>

<file path=ppt/ink/ink1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8:01.7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51 159 2092 0 0,'-12'-10'5253'0'0,"-19"-14"876"0"0,30 23-5818 0 0,-1 0 79 0 0,2 0-379 0 0,-1 1 0 0 0,1 0 0 0 0,0 0 0 0 0,0 0 0 0 0,-1 0 0 0 0,1 0 0 0 0,0 0 0 0 0,0 0 0 0 0,-1-1 0 0 0,1 1 0 0 0,0 0 0 0 0,0 0 0 0 0,0 0 0 0 0,-1-1 0 0 0,1 1 0 0 0,0 0 0 0 0,0 0 0 0 0,0 0 0 0 0,0-1 0 0 0,0 1 0 0 0,-1 0 0 0 0,1 0 0 0 0,0-1 0 0 0,0 1 0 0 0,0 0 0 0 0,0-1 0 0 0,0 1 0 0 0,0 0 0 0 0,0 0 0 0 0,0-1 0 0 0,0 1 0 0 0,0 0 0 0 0,0 0 0 0 0,0-1 0 0 0,0 1 0 0 0,0 0 0 0 0,0-1 0 0 0,0 1 0 0 0,1 0 0 0 0,-1 0 0 0 0,0-1 0 0 0,0 1 0 0 0,0 0 0 0 0,0 0 0 0 0,0 0 0 0 0,1-1 0 0 0,-1 1 0 0 0,0 0-1 0 0,0 0 1 0 0,0 0 0 0 0,1-1 0 0 0,-1 1 0 0 0,0 0 0 0 0,0 0 0 0 0,0 0 0 0 0,1 0 0 0 0,-1 0 0 0 0,0 0 0 0 0,0-1 0 0 0,1 1 0 0 0,-1 0 0 0 0,1 0 0 0 0,50-14 294 0 0,78-33-1 0 0,-22 6-5520 0 0,-93 34 777 0 0</inkml:trace>
</inkml:ink>
</file>

<file path=ppt/ink/ink1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8:01.9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13 852 0 0,'-12'-6'6327'0'0,"9"5"-6037"0"0,-15-4 2623 0 0,18 5-2832 0 0,-1 0 0 0 0,0 0-1 0 0,0 0 1 0 0,1 0 0 0 0,-1 1-1 0 0,0-1 1 0 0,1 0 0 0 0,-1 1-1 0 0,1-1 1 0 0,-1 0 0 0 0,0 1 0 0 0,1-1-1 0 0,-1 1 1 0 0,1-1 0 0 0,-1 1-1 0 0,1-1 1 0 0,-1 1 0 0 0,1 0-1 0 0,0-1 1 0 0,-1 1 0 0 0,1-1-1 0 0,0 1 1 0 0,-1 0 0 0 0,1-1 0 0 0,0 1-1 0 0,0 0 1 0 0,0-1 0 0 0,-1 1-1 0 0,1 0 1 0 0,0-1 0 0 0,0 1-1 0 0,0 0 1 0 0,0 0 0 0 0,0 0 0 0 0,-7 133 2920 0 0,18 73-2645 0 0,-10-199-941 0 0,0 1 1 0 0,1-1 0 0 0,5 13-1 0 0,-7-18 49 0 0,2-1 0 0 0,-1 1 0 0 0,0 0 0 0 0,0-1-1 0 0,1 1 1 0 0,0-1 0 0 0,-1 1 0 0 0,1-1 0 0 0,0 0 0 0 0,0 0-1 0 0,0 0 1 0 0,0 0 0 0 0,5 3 0 0 0,3 1-3780 0 0</inkml:trace>
</inkml:ink>
</file>

<file path=ppt/ink/ink1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8:02.6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93 121 656 0 0,'0'-3'467'0'0,"0"1"1"0"0,0-1-1 0 0,0 1 0 0 0,0-1 1 0 0,0 1-1 0 0,-1 0 0 0 0,1-1 1 0 0,-1 1-1 0 0,0 0 0 0 0,0-1 1 0 0,0 1-1 0 0,0 0 0 0 0,0 0 1 0 0,0-1-1 0 0,-2-1 0 0 0,2 2 132 0 0,-13 5 634 0 0,9 1-1068 0 0,0 0 0 0 0,1 0-1 0 0,0 0 1 0 0,0 0 0 0 0,0 1 0 0 0,0 0 0 0 0,1-1 0 0 0,-1 1 0 0 0,1 1-1 0 0,-4 8 1 0 0,4-6-88 0 0,-1-1 0 0 0,2 1 0 0 0,-1 0-1 0 0,1 0 1 0 0,0 0 0 0 0,0 1 0 0 0,0 11-1 0 0,2-17-52 0 0,1 1-1 0 0,-1-1 1 0 0,1 1-1 0 0,0-1 1 0 0,-1 1-1 0 0,2-1 1 0 0,-1 1-1 0 0,0-1 1 0 0,1 0-1 0 0,0 0 1 0 0,-1 1-1 0 0,1-1 1 0 0,0-1-1 0 0,1 1 1 0 0,-1 0-1 0 0,0 0 1 0 0,1-1-1 0 0,0 1 1 0 0,-1-1-1 0 0,1 0 1 0 0,0 0-1 0 0,5 3 1 0 0,7 3 242 0 0,0-1 0 0 0,1-1 0 0 0,26 8 0 0 0,-14-5 180 0 0,-13-4-230 0 0,46 19 123 0 0,-58-23-282 0 0,1 1 0 0 0,-1 0 0 0 0,0 0 0 0 0,0 0 0 0 0,0 0 1 0 0,0 0-1 0 0,0 1 0 0 0,-1-1 0 0 0,1 1 0 0 0,-1-1 0 0 0,1 1 0 0 0,-1 0 0 0 0,4 6 0 0 0,-6-6 27 0 0,1 1-1 0 0,0-1 1 0 0,-1 0-1 0 0,1 1 1 0 0,-1-1-1 0 0,0 0 0 0 0,0 1 1 0 0,0-1-1 0 0,-1 0 1 0 0,1 0-1 0 0,-1 1 1 0 0,0-1-1 0 0,1 0 0 0 0,-2 0 1 0 0,1 0-1 0 0,0 0 1 0 0,-1 0-1 0 0,1 0 1 0 0,-1 0-1 0 0,0 0 0 0 0,0 0 1 0 0,-3 3-1 0 0,-3 3 25 0 0,0 0 0 0 0,-1-1-1 0 0,1 0 1 0 0,-18 11-1 0 0,20-15-47 0 0,-1 0-1 0 0,0 0 1 0 0,1 0 0 0 0,-1-1-1 0 0,-1 0 1 0 0,1-1-1 0 0,0 0 1 0 0,-11 2-1 0 0,17-4-57 0 0,-1 0 0 0 0,0 0 0 0 0,1 0 0 0 0,-1 0 0 0 0,1-1 0 0 0,0 1 0 0 0,-1 0 0 0 0,1-1 0 0 0,-1 0 0 0 0,1 1-1 0 0,-1-1 1 0 0,1 0 0 0 0,0 1 0 0 0,0-1 0 0 0,-1 0 0 0 0,1 0 0 0 0,0 0 0 0 0,0 0 0 0 0,0 0 0 0 0,0 0 0 0 0,0-1-1 0 0,0 1 1 0 0,0 0 0 0 0,0 0 0 0 0,1-1 0 0 0,-1 1 0 0 0,0-1 0 0 0,1 1 0 0 0,-1 0 0 0 0,1-3 0 0 0,0-5-7 0 0,1 1 0 0 0,0-1 1 0 0,1 1-1 0 0,0-1 0 0 0,0 1 0 0 0,4-10 1 0 0,26-52-5 0 0,-6 16 7 0 0,-15 27 70 0 0,2-1-77 0 0,-2 0 0 0 0,14-55 0 0 0,-24 76 26 0 0,1-1-1 0 0,-1 1 1 0 0,0-1 0 0 0,-1 1-1 0 0,0-1 1 0 0,0 1-1 0 0,-1-1 1 0 0,0 1-1 0 0,0-1 1 0 0,0 1 0 0 0,-1 0-1 0 0,0-1 1 0 0,-1 1-1 0 0,0 0 1 0 0,0 0 0 0 0,-7-11-1 0 0,8 15-14 0 0,-1 0 0 0 0,1 1 0 0 0,0-1 0 0 0,-1 1 0 0 0,0-1 0 0 0,0 1 0 0 0,1 0 0 0 0,-1 0 0 0 0,-1 0 0 0 0,1 1 0 0 0,0-1 0 0 0,0 1 0 0 0,0-1 0 0 0,-1 1 0 0 0,1 0 0 0 0,-1 0 0 0 0,1 1 0 0 0,-1-1 0 0 0,1 1-1 0 0,-5 0 1 0 0,5 0-72 0 0,-1 0 0 0 0,0 0 0 0 0,1 0 0 0 0,-1 1 0 0 0,1-1-1 0 0,-1 1 1 0 0,1 0 0 0 0,-1 0 0 0 0,1 1 0 0 0,0-1 0 0 0,0 0-1 0 0,-1 1 1 0 0,1 0 0 0 0,0 0 0 0 0,-3 3 0 0 0,2-2-445 0 0,0 0 0 0 0,1 1 0 0 0,-1-1 0 0 0,1 1 0 0 0,0 0 1 0 0,0 0-1 0 0,0 0 0 0 0,1 0 0 0 0,-4 7 0 0 0,6-9 51 0 0,-1 0 1 0 0,1 0-1 0 0,0 0 0 0 0,0-1 0 0 0,-1 1 0 0 0,1 0 0 0 0,1 0 1 0 0,-1 0-1 0 0,0 0 0 0 0,0 0 0 0 0,1 0 0 0 0,-1-1 1 0 0,1 1-1 0 0,0 2 0 0 0</inkml:trace>
</inkml:ink>
</file>

<file path=ppt/ink/ink1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8:02.8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11 316 0 0,'9'-10'9952'0'0,"-9"10"-9891"0"0,-1 28 2288 0 0,-6 135 756 0 0,-1 22-2574 0 0,6-156-1046 0 0,-1 14-1599 0 0,-3-13-5177 0 0,3-19 3301 0 0</inkml:trace>
</inkml:ink>
</file>

<file path=ppt/ink/ink1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8:03.3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5 183 32 0 0,'-5'-50'10677'0'0,"7"52"-10297"0"0,5 2-172 0 0,-1 0 0 0 0,0 1 0 0 0,-1 0 0 0 0,1 1 0 0 0,-1-1 0 0 0,0 1 1 0 0,6 10-1 0 0,22 22 203 0 0,-26-31-357 0 0,0-1 1 0 0,0-1 0 0 0,0 0 0 0 0,1 0 0 0 0,-1 0 0 0 0,1-1 0 0 0,1 0-1 0 0,13 5 1 0 0,-18-8-40 0 0,0 0-1 0 0,0 0 0 0 0,1-1 1 0 0,-1 0-1 0 0,0 1 0 0 0,1-1 1 0 0,-1-1-1 0 0,0 1 1 0 0,1-1-1 0 0,-1 0 0 0 0,0 0 1 0 0,0 0-1 0 0,0 0 0 0 0,0-1 1 0 0,0 1-1 0 0,0-1 0 0 0,0 0 1 0 0,0 0-1 0 0,0-1 1 0 0,5-4-1 0 0,-1 0 13 0 0,1-1 0 0 0,-1-1 1 0 0,-1 1-1 0 0,1-1 0 0 0,-2 0 0 0 0,7-12 0 0 0,30-63 44 0 0,-11 20-157 0 0,-18 36 14 0 0,-14 28 83 0 0,0-1 0 0 0,0 1-1 0 0,1 0 1 0 0,-1-1 0 0 0,0 1 0 0 0,0 0 0 0 0,1-1 0 0 0,-1 1 0 0 0,0 0 0 0 0,1 0 0 0 0,-1-1 0 0 0,0 1 0 0 0,1 0 0 0 0,-1 0 0 0 0,1-1 0 0 0,-1 1 0 0 0,0 0 0 0 0,1 0 0 0 0,-1 0 0 0 0,1 0 0 0 0,-1 0 0 0 0,0-1 0 0 0,1 1 0 0 0,-1 0-1 0 0,1 0 1 0 0,-1 0 0 0 0,1 0 0 0 0,-1 0 0 0 0,0 0 0 0 0,1 1 0 0 0,-1-1 0 0 0,1 0 0 0 0,-1 0 0 0 0,1 0 0 0 0,-1 0 0 0 0,0 0 0 0 0,1 1 0 0 0,-1-1 0 0 0,0 0 0 0 0,1 0 0 0 0,-1 1 0 0 0,0-1 0 0 0,1 0 0 0 0,-1 0 0 0 0,0 1 0 0 0,1-1-1 0 0,-1 0 1 0 0,0 1 0 0 0,0-1 0 0 0,1 1 0 0 0,9 17 513 0 0,-5 0-267 0 0,0 0 1 0 0,-1 0-1 0 0,0 0 1 0 0,-2 0-1 0 0,0 1 1 0 0,-2 21 0 0 0,-11 109 76 0 0,-10-1-2386 0 0,0-51-6111 0 0,15-74 3500 0 0</inkml:trace>
</inkml:ink>
</file>

<file path=ppt/ink/ink1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8:14.5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39 852 0 0,'6'-4'7766'0'0,"-60"102"-6666"0"0,-21 44-871 0 0,64-119-106 0 0,9-19-9 0 0,7-11-48 0 0,-2 1-67 0 0,49-75 37 0 0,32-56-11 0 0,-45 74 184 0 0,-38 62-209 0 0,0-3 4 0 0,0 3-3 0 0,-1 1-1 0 0,1 0 0 0 0,-1-1 0 0 0,1 1 1 0 0,0 0-1 0 0,-1 0 0 0 0,1 0 0 0 0,0 0 0 0 0,-1 0 1 0 0,1 0-1 0 0,0 0 0 0 0,-1 0 0 0 0,1 0 0 0 0,0 0 1 0 0,-1 0-1 0 0,1 0 0 0 0,0 0 0 0 0,-1 0 0 0 0,1 0 1 0 0,0 1-1 0 0,-1-1 0 0 0,1 0 0 0 0,-1 1 1 0 0,1-1-1 0 0,0 1 0 0 0,9 4 10 0 0,0 1 0 0 0,-1 0-1 0 0,0 0 1 0 0,16 16 0 0 0,7 5 14 0 0,-22-20-4 0 0,-6-4-10 0 0,1 0 1 0 0,-1 0-1 0 0,1 0 0 0 0,0-1 0 0 0,-1 0 1 0 0,1 0-1 0 0,0 0 0 0 0,7 1 0 0 0,-8-1-3 0 0,0-1-1 0 0,-1 1 1 0 0,2-1-1 0 0,-1 0 1 0 0,0 0-1 0 0,0-1 1 0 0,5 1 0 0 0,0 0 6 0 0,5 2-568 0 0,-13-4 413 0 0,1 1 0 0 0,-1 0 0 0 0,1 1 0 0 0,-1-1 1 0 0,1 0-1 0 0,-1 0 0 0 0,1 1 0 0 0,-1-1 0 0 0,0 0 1 0 0,1 1-1 0 0,-1 0 0 0 0,0-1 0 0 0,1 1 0 0 0,-1 0 0 0 0,0 0 1 0 0,0-1-1 0 0,1 1 0 0 0,-1 0 0 0 0,0 0 0 0 0,0 0 0 0 0,1 2 1 0 0,-3 9-4560 0 0</inkml:trace>
</inkml:ink>
</file>

<file path=ppt/ink/ink1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8:15.2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77 180 0 0,'-9'-24'4836'0'0,"2"-16"200"0"0,7 28-392 0 0,11 23-4102 0 0,16 22-1 0 0,-12-9-255 0 0,-1 1 1 0 0,-2 0-1 0 0,0 1 1 0 0,12 43-1 0 0,3 7 119 0 0,-14-34-232 0 0,3 6-2 0 0,-3-6-35 0 0,-13-40-128 0 0,9 37 108 0 0,-6-22 60 0 0,-3-15-61 0 0,5 16 2222 0 0,-15-46-3733 0 0,-6 1-3677 0 0,2 4-3150 0 0,8 13 4471 0 0</inkml:trace>
</inkml:ink>
</file>

<file path=ppt/ink/ink1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8:16.7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0 300 32 0 0,'0'0'7422'0'0,"6"-24"-6641"0"0,34-98 300 0 0,-4 31-606 0 0,-32 82-118 0 0,0 0 1 0 0,0 1-1 0 0,8-14 1 0 0,-12 22-319 0 0,1-2 213 0 0,3-9 944 0 0,-1 9-548 0 0,-1 8-621 0 0,29 7 1069 0 0,11-4-395 0 0,141 34-12 0 0,-135-31-363 0 0,66 5 0 0 0,-18-3-143 0 0,-49-7-111 0 0,-45-6-96 0 0,1-1 57 0 0,8 2-66 0 0,-8-1 68 0 0,0-1-31 0 0,20 3 79 0 0,-21-3 26 0 0,12 1 436 0 0,-14-1-654 0 0,0-1 0 0 0,1 1 0 0 0,-1-1 0 0 0,0 1 0 0 0,0 0-1 0 0,0-1 1 0 0,0 1 0 0 0,0-1 0 0 0,0 1 0 0 0,0 0 0 0 0,0-1 0 0 0,0 1 0 0 0,0-1-1 0 0,0 1 1 0 0,0 0 0 0 0,0-1 0 0 0,0 1 0 0 0,0-1 0 0 0,-1 1 0 0 0,1 0-1 0 0,0-1 1 0 0,0 1 0 0 0,0 0 0 0 0,-1-1 0 0 0</inkml:trace>
</inkml:ink>
</file>

<file path=ppt/ink/ink1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8:18.9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 48 0 0,'11'-5'1096'0'0</inkml:trace>
</inkml:ink>
</file>

<file path=ppt/ink/ink1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8:19.2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0 268 0 0,'0'0'244'0'0</inkml:trace>
</inkml:ink>
</file>

<file path=ppt/ink/ink1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8:47.0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43 1768 0 0,'0'0'1748'0'0,"-13"-2"641"0"0,2-1-449 0 0,-4 1-1604 0 0,6-5-940 0 0,6-8-2521 0 0,1 1 1077 0 0</inkml:trace>
</inkml:ink>
</file>

<file path=ppt/ink/ink1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8:50.6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0 156 0 0,'0'0'296'0'0,"5"7"-136"0"0</inkml:trace>
</inkml:ink>
</file>

<file path=ppt/ink/ink1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8:51.2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0 112 0 0,'0'0'496'0'0</inkml:trace>
</inkml:ink>
</file>

<file path=ppt/ink/ink1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8:51.9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 96 0 0,'0'0'442'0'0,"3"0"-79"0"0,0-1-252 0 0,-1 2-38 0 0,0-1 0 0 0,1 0-1 0 0,-1 0 1 0 0,0 0-1 0 0,1 0 1 0 0,-1-1 0 0 0,0 1-1 0 0,0-1 1 0 0,1 1 0 0 0,-1-1-1 0 0,0 0 1 0 0,0 0-1 0 0,0 0 1 0 0,0 0 0 0 0,0 0-1 0 0,0-1 1 0 0,2-1 0 0 0,-3 2 92 0 0,-1 1-179 0 0,0-1 0 0 0,0 1 0 0 0,0-1 0 0 0,1 1 0 0 0,-1-1 0 0 0,0 1-1 0 0,0-1 1 0 0,0 1 0 0 0,0-1 0 0 0,1 1 0 0 0,-1 0 0 0 0,0-1 0 0 0,1 1 0 0 0,-1 0 0 0 0,0-1 0 0 0,1 1 0 0 0,-1 0 0 0 0,0-1 0 0 0,1 1 0 0 0,-1 0 0 0 0,1-1-1 0 0,-1 1 1 0 0,0 0 0 0 0,1 0 0 0 0,-1 0 0 0 0,1-1 0 0 0,-1 1 0 0 0,1 0 0 0 0,-1 0 0 0 0,1 0 0 0 0,-1 0 0 0 0,1 0 0 0 0,-1 0 0 0 0,1 0 0 0 0,-1 0 0 0 0,1 0-1 0 0,1 0-121 0 0,0 0-480 0 0</inkml:trace>
</inkml:ink>
</file>

<file path=ppt/ink/ink1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8:53.6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84 1660 0 0,'1'-67'8860'0'0,"0"65"-8687"0"0,1-11 2478 0 0,2 12-1262 0 0,1 9-795 0 0,31 98 1255 0 0,-26-72-1675 0 0,27 62 0 0 0,-36-94-172 0 0,0-1 0 0 0,0 1 1 0 0,0 0-1 0 0,0 0 0 0 0,0-1 0 0 0,0 1 1 0 0,0-1-1 0 0,1 1 0 0 0,-1-1 1 0 0,1 1-1 0 0,-1-1 0 0 0,1 0 1 0 0,-1 0-1 0 0,1 0 0 0 0,0 0 1 0 0,-1 0-1 0 0,1 0 0 0 0,0 0 1 0 0,0 0-1 0 0,0-1 0 0 0,0 1 0 0 0,0-1 1 0 0,0 1-1 0 0,0-1 0 0 0,3 0 1 0 0,-1 0-2 0 0,0-1-1 0 0,0 0 1 0 0,-1 0 0 0 0,1 0 0 0 0,-1 0 0 0 0,1-1 0 0 0,-1 1 0 0 0,1-1 0 0 0,-1 0 0 0 0,0 0 0 0 0,1 0-1 0 0,-1 0 1 0 0,3-4 0 0 0,9-9-16 0 0,0-2 1 0 0,0 0-1 0 0,-2-1 0 0 0,0 0 0 0 0,12-24 0 0 0,22-30-20 0 0,-26 39-5 0 0,-21 32 184 0 0,9 10 314 0 0,-4 42 265 0 0,-3 79-1 0 0,-1-2-2645 0 0,5-89-936 0 0,-5-36 2265 0 0,0-1 0 0 0,0 0 0 0 0,0 0 0 0 0,0 0 1 0 0,0 1-1 0 0,0-1 0 0 0,1-1 0 0 0,-1 1 0 0 0,1 0 1 0 0,0 0-1 0 0,-1 0 0 0 0,1-1 0 0 0,3 3 0 0 0</inkml:trace>
</inkml:ink>
</file>

<file path=ppt/ink/ink1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8:53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206 14 2104 0 0,'25'-14'12080'0'0,"-22"15"-11687"0"0,-3-1-281 0 0,1 1-1 0 0,-1 0 1 0 0,0-1 0 0 0,1 1 0 0 0,-1 0 0 0 0,0 0 0 0 0,0-1 0 0 0,1 1 0 0 0,-1 0-1 0 0,0 0 1 0 0,0 0 0 0 0,0-1 0 0 0,0 1 0 0 0,0 0 0 0 0,0 0 0 0 0,0-1 0 0 0,-1 1-1 0 0,1 0 1 0 0,0 0 0 0 0,0 0 0 0 0,0-1 0 0 0,-1 1 0 0 0,1 0 0 0 0,0-1-1 0 0,-1 1 1 0 0,1 0 0 0 0,-1-1 0 0 0,0 2 0 0 0,-122 238 1118 0 0,38-79-1672 0 0,80-151 107 0 0,-9 19-1906 0 0,13-27 1683 0 0,0 0-1 0 0,1 1 1 0 0,-1-1 0 0 0,1 1 0 0 0,-1-1-1 0 0,1 0 1 0 0,0 1 0 0 0,0-1 0 0 0,0 5-1 0 0</inkml:trace>
</inkml:ink>
</file>

<file path=ppt/ink/ink1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8:54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46 80 0 0,'31'-33'11231'0'0,"-30"32"-10627"0"0,0-1-1 0 0,1 1 1 0 0,-1 0-1 0 0,1-1 1 0 0,-1 1 0 0 0,1 0-1 0 0,-1 0 1 0 0,5-2 0 0 0,-5 4-564 0 0,0 0 1 0 0,0 0 0 0 0,0 1 0 0 0,0-1 0 0 0,0 0 0 0 0,0 0 0 0 0,0 1 0 0 0,0-1 0 0 0,0 0 0 0 0,0 1-1 0 0,-1-1 1 0 0,1 1 0 0 0,-1-1 0 0 0,1 1 0 0 0,-1-1 0 0 0,0 1 0 0 0,1-1 0 0 0,-1 2 0 0 0,3 38 383 0 0,-1-19-302 0 0,-1 0 53 0 0,-2 36 0 0 0,0-43-586 0 0,1 1 1 0 0,0 0-1 0 0,1-1 0 0 0,5 27 0 0 0,-2-31-746 0 0,-4-10 780 0 0,1 0-1 0 0,-1 0 1 0 0,1 0-1 0 0,0 0 1 0 0,-1 0-1 0 0,1-1 1 0 0,5 6-2266 0 0,-5-6 2265 0 0,0 1 1 0 0,0-1-1 0 0,0 1 1 0 0,0-1-1 0 0,0 0 1 0 0,0 1-1 0 0,2-1 1 0 0,10-3-4120 0 0</inkml:trace>
</inkml:ink>
</file>

<file path=ppt/ink/ink1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8:54.3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1 160 48 0 0,'10'-65'15191'0'0,"-10"63"-14711"0"0,0 0-329 0 0,1 1 0 0 0,-1-1 0 0 0,1 0 0 0 0,0 0 1 0 0,-1 1-1 0 0,1-1 0 0 0,0 0 0 0 0,0 1 0 0 0,2-3 0 0 0,168-32 471 0 0,-85 19-2255 0 0,-2-1-4884 0 0,-61 15-781 0 0</inkml:trace>
</inkml:ink>
</file>

<file path=ppt/ink/ink1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8:54.5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64 2224 0 0,'-61'44'9822'0'0,"61"-43"-9788"0"0,0-1-1 0 0,0 1 0 0 0,0-1 1 0 0,0 0-1 0 0,0 1 0 0 0,0-1 0 0 0,0 1 1 0 0,0-1-1 0 0,1 0 0 0 0,-1 1 1 0 0,0-1-1 0 0,0 0 0 0 0,0 1 0 0 0,1-1 1 0 0,-1 0-1 0 0,0 1 0 0 0,0-1 1 0 0,1 0-1 0 0,-1 1 0 0 0,0-1 0 0 0,1 0 1 0 0,-1 0-1 0 0,0 1 0 0 0,1-1 1 0 0,-1 0-1 0 0,1 0 0 0 0,25 0 71 0 0,0-1 0 0 0,0-1-1 0 0,0-1 1 0 0,49-13-1 0 0,-26 5-387 0 0,97-23-2396 0 0,-50 3-1850 0 0,-47 12 965 0 0</inkml:trace>
</inkml:ink>
</file>

<file path=ppt/ink/ink1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8:55.0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85 2120 0 0,'-27'-72'14626'0'0,"52"140"-12620"0"0,11 26-880 0 0,-31-85-1073 0 0,0 1 0 0 0,0-1 0 0 0,1 0-1 0 0,0 0 1 0 0,0 0 0 0 0,1-1 0 0 0,8 8 0 0 0,-12-14-41 0 0,0 1 0 0 0,-1-1 1 0 0,1 0-1 0 0,0 0 1 0 0,0 0-1 0 0,0 0 1 0 0,1-1-1 0 0,-1 1 1 0 0,0-1-1 0 0,1 0 1 0 0,-1 1-1 0 0,0-2 0 0 0,1 1 1 0 0,0 0-1 0 0,-1-1 1 0 0,1 1-1 0 0,-1-1 1 0 0,5-1-1 0 0,-2 0-1 0 0,0 0-1 0 0,-1-1 0 0 0,1 0 1 0 0,-1-1-1 0 0,1 1 1 0 0,-1-1-1 0 0,0 0 1 0 0,0 0-1 0 0,0-1 0 0 0,0 1 1 0 0,-1-1-1 0 0,0 0 1 0 0,1 0-1 0 0,-1-1 0 0 0,5-8 1 0 0,7-9 29 0 0,-1-2 0 0 0,14-29 0 0 0,-10 16 59 0 0,-3 5 409 0 0,-11 21-275 0 0,1 0 0 0 0,11-18 0 0 0,-16 28 200 0 0,11 22 518 0 0,0 326 279 0 0,-20-115-6196 0 0,-1-53-4922 0 0,6-118 2402 0 0</inkml:trace>
</inkml:ink>
</file>

<file path=ppt/ink/ink1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8:56.1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 24 0 0,'0'0'-8'0'0,"14"-3"-4"0"0</inkml:trace>
</inkml:ink>
</file>

<file path=ppt/ink/ink1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8:56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1 196 0 0,'0'0'-72'0'0,"19"0"28"0"0</inkml:trace>
</inkml:ink>
</file>

<file path=ppt/ink/ink1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8:58.3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115 244 1324 0 0,'5'-18'10487'0'0,"-3"8"-8751"0"0,-9 3-1539 0 0,0 0-1 0 0,0 1 1 0 0,-1 0-1 0 0,0 0 1 0 0,0 1-1 0 0,-1-1 1 0 0,1 2-1 0 0,-11-5 1 0 0,-9-6-126 0 0,26 14-83 0 0,-7-6 40 0 0,9 7-27 0 0,0 0-1 0 0,-1 0 1 0 0,1 0 0 0 0,0-1-1 0 0,0 1 1 0 0,0 0 0 0 0,0 0-1 0 0,0 0 1 0 0,0-1 0 0 0,0 1-1 0 0,-1 0 1 0 0,1 0 0 0 0,0 0-1 0 0,0-1 1 0 0,0 1 0 0 0,0 0-1 0 0,0 0 1 0 0,0-1 0 0 0,0 1-1 0 0,0 0 1 0 0,0 0 0 0 0,0 0-1 0 0,0-1 1 0 0,0 1 0 0 0,0 0-1 0 0,0 0 1 0 0,1-1 0 0 0,-1 1-1 0 0,0 0 1 0 0,0 0-1 0 0,0 0 1 0 0,0-1 0 0 0,0 1-1 0 0,0 0 1 0 0,0 0 0 0 0,1 0-1 0 0,-1 0 1 0 0,0-1 0 0 0,0 1-1 0 0,0 0 1 0 0,0 0 0 0 0,1 0-1 0 0,-1 0 1 0 0,0 0 0 0 0,0 0-1 0 0,0 0 1 0 0,1-1 0 0 0,-1 1-1 0 0,0 0 1 0 0,0 0 0 0 0,1 0-1 0 0,-1 0 1 0 0,0 0 0 0 0,0 0-1 0 0,1 0 1 0 0,106-18-11 0 0,47-10-115 0 0,-127 21 183 0 0,0 0 1 0 0,0-2-1 0 0,35-17 1 0 0,-15-1 2680 0 0,-46 26-2411 0 0,-1 1-287 0 0,1-1-1 0 0,-1 1 0 0 0,0 0 1 0 0,1-1-1 0 0,-1 1 0 0 0,0 0 1 0 0,1-1-1 0 0,-1 1 0 0 0,0 0 1 0 0,1 0-1 0 0,-1-1 0 0 0,0 1 1 0 0,1 0-1 0 0,-1 0 1 0 0,1 0-1 0 0,-1 0 0 0 0,1-1 1 0 0,-1 1-1 0 0,0 0 0 0 0,1 0 1 0 0,-1 0-1 0 0,1 0 0 0 0,-1 0 1 0 0,1 0-1 0 0,-1 0 0 0 0,1 0 1 0 0,-1 0-1 0 0,0 1 0 0 0,1-1 1 0 0,-1 0-1 0 0,1 0 0 0 0,-1 0 1 0 0,0 0-1 0 0,1 1 0 0 0,-1-1 1 0 0,1 0-1 0 0,-1 0 0 0 0,0 1 1 0 0,1-1-1 0 0,-1 0 0 0 0,0 0 1 0 0,1 1-1 0 0,-1-1 0 0 0,0 0 1 0 0,0 1-1 0 0,1-1 0 0 0,-1 1 1 0 0,0-1-1 0 0,0 0 1 0 0,0 1-1 0 0,1-1 0 0 0,-1 1 1 0 0,0-1-1 0 0,0 1 0 0 0,-21 263 572 0 0,15-207-587 0 0,-34 193-3125 0 0,6-86-7158 0 0,28-138 4558 0 0</inkml:trace>
</inkml:ink>
</file>

<file path=ppt/ink/ink1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8:59.2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1796 0 0,'0'0'9474'0'0</inkml:trace>
</inkml:ink>
</file>

<file path=ppt/ink/ink1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8:59.4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1 792 0 0,'0'0'4276'0'0,"14"2"-2555"0"0</inkml:trace>
</inkml:ink>
</file>

<file path=ppt/ink/ink1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9:27.8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1 424 0 0,'0'0'1228'0'0</inkml:trace>
</inkml:ink>
</file>

<file path=ppt/ink/ink1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9:28.1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 92 0 0,'0'0'1465'0'0,"-20"3"-1955"0"0</inkml:trace>
</inkml:ink>
</file>

<file path=ppt/ink/ink1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5:53.5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2 290 964 0 0,'1'-17'1842'0'0,"2"1"1"0"0,0-1-1 0 0,0 1 0 0 0,9-23 1 0 0,0-1 1534 0 0,-5 54-2066 0 0,-4 53-360 0 0,-4 1 0 0 0,-14 99 1 0 0,0 11-716 0 0,15-169-227 0 0,-1 17 196 0 0,-6 37 0 0 0,7-62 16 0 0,-1-4-190 0 0,-1-11-8 0 0,0-1 1 0 0,1 0-1 0 0,1 0 0 0 0,1-23 1 0 0,13-63-13 0 0,-11 79-17 0 0,10-57-25 0 0,23-79 0 0 0,-27 126 15 0 0,2 1 0 0 0,1 1-1 0 0,1 0 1 0 0,1 1 0 0 0,26-38 0 0 0,-37 62 10 0 0,1 0 1 0 0,0 0-1 0 0,0 0 1 0 0,0 0-1 0 0,1 1 0 0 0,0-1 1 0 0,0 1-1 0 0,0 1 1 0 0,0-1-1 0 0,0 1 1 0 0,7-4-1 0 0,-9 7 5 0 0,-1-1 0 0 0,1 0 0 0 0,0 1 0 0 0,-1-1 0 0 0,1 1 0 0 0,0 0 0 0 0,-1 0 0 0 0,1 0-1 0 0,0 0 1 0 0,0 0 0 0 0,-1 1 0 0 0,1-1 0 0 0,0 1 0 0 0,-1-1 0 0 0,1 1 0 0 0,-1 0 0 0 0,1 0 0 0 0,-1 1 0 0 0,1-1-1 0 0,-1 0 1 0 0,0 1 0 0 0,0-1 0 0 0,1 1 0 0 0,-1 0 0 0 0,0 0 0 0 0,-1 0 0 0 0,1 0 0 0 0,2 3 0 0 0,8 10 14 0 0,-1 1 1 0 0,0 1-1 0 0,-1-1 1 0 0,-1 2 0 0 0,-1-1-1 0 0,0 1 1 0 0,9 35-1 0 0,-1 8 47 0 0,7 67 0 0 0,-14-78-443 0 0,5 40-2135 0 0,-13-78-137 0 0,-1 0 0 0 0,-2 22 0 0 0,1-22-2793 0 0</inkml:trace>
</inkml:ink>
</file>

<file path=ppt/ink/ink1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5:53.7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79 2212 0 0,'-69'-27'10903'0'0,"80"23"-10735"0"0,0 0 0 0 0,0 2 1 0 0,0-1-1 0 0,0 1 1 0 0,1 1-1 0 0,13-1 1 0 0,9-1-33 0 0,147-16-1351 0 0,-60 9-5189 0 0,-84 8 1997 0 0</inkml:trace>
</inkml:ink>
</file>

<file path=ppt/ink/ink1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5:53.9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1116 0 0,'0'0'2280'0'0,"9"22"4568"0"0,-3 10-4705 0 0,-1 1 0 0 0,0 52 0 0 0,-9 71-1379 0 0,1-73-319 0 0,1-10-424 0 0,-1 25-1772 0 0,4-33-5573 0 0,0-51 900 0 0</inkml:trace>
</inkml:ink>
</file>

<file path=ppt/ink/ink1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6:24.2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27 1296 0 0,'9'-10'2979'0'0,"-6"8"-2740"0"0,1 0 0 0 0,-1 0 0 0 0,1 0 0 0 0,0 0-1 0 0,0 1 1 0 0,0-1 0 0 0,0 1 0 0 0,1 0 0 0 0,-1 1 0 0 0,0-1 0 0 0,0 0 0 0 0,0 1 0 0 0,1 0-1 0 0,-1 0 1 0 0,7 2 0 0 0,-8-2-218 0 0,-1 1 0 0 0,1 0 0 0 0,-1 0 0 0 0,1 0 0 0 0,-1 0 0 0 0,0 0 0 0 0,0 0 1 0 0,0 0-1 0 0,1 1 0 0 0,-1-1 0 0 0,-1 1 0 0 0,1 0 0 0 0,0 0 0 0 0,0-1 0 0 0,-1 1 0 0 0,1 0 0 0 0,-1 1 0 0 0,1-1 0 0 0,-1 0 0 0 0,0 0 0 0 0,0 0 0 0 0,0 1 0 0 0,0-1 0 0 0,0 1 0 0 0,0-1 0 0 0,-1 1 0 0 0,1 3 0 0 0,0 3-7 0 0,-1 0 0 0 0,-1-1 0 0 0,1 1 0 0 0,-1-1 0 0 0,-1 0 0 0 0,0 1 0 0 0,0-1 0 0 0,0 0 0 0 0,-6 12 0 0 0,-4 8 8 0 0,-21 32 0 0 0,-33 55 318 0 0,65-113-56 0 0,17-6-151 0 0,-11 1-114 0 0,-1-1 0 0 0,1 0 1 0 0,-1 1-1 0 0,0-1 0 0 0,0-1 1 0 0,5-5-1 0 0,3-4 11 0 0,28-27 16 0 0,-3-2 1 0 0,-2-1 0 0 0,46-74 0 0 0,-80 117-37 0 0,0-1 1 0 0,0 1-1 0 0,0-1 1 0 0,0 1-1 0 0,0-1 1 0 0,-1 1-1 0 0,1-1 1 0 0,0 0-1 0 0,-1 1 1 0 0,0-1-1 0 0,1 0 1 0 0,-1 1-1 0 0,0-1 1 0 0,0 0-1 0 0,0 1 1 0 0,0-1-1 0 0,0 0 1 0 0,0 0-1 0 0,0 1 0 0 0,-1-3 1 0 0,-22 24 210 0 0,4 1-60 0 0,-27 41 0 0 0,39-50-129 0 0,0 0 1 0 0,0 0-1 0 0,1 1 1 0 0,1 0-1 0 0,-6 20 0 0 0,10-31-29 0 0,1 1-1 0 0,-1-1 1 0 0,1 0-1 0 0,-1 0 1 0 0,1 1-1 0 0,0-1 1 0 0,0 0-1 0 0,0 1 1 0 0,0-1-1 0 0,1 0 1 0 0,-1 1-1 0 0,1-1 1 0 0,-1 0-1 0 0,1 0 1 0 0,0 0-1 0 0,0 0 1 0 0,0 1-1 0 0,0-1 1 0 0,0 0-1 0 0,3 3 1 0 0,-2-3-22 0 0,0 0 0 0 0,1 0-1 0 0,0 0 1 0 0,-1 0 0 0 0,1 0 0 0 0,0-1 0 0 0,0 0 0 0 0,0 1 0 0 0,0-1 0 0 0,0 0 0 0 0,0 0 0 0 0,0-1 0 0 0,4 1 0 0 0,8 1-417 0 0,1-1-1 0 0,-1-1 0 0 0,0-1 1 0 0,1 0-1 0 0,14-4 1 0 0,-10 2-1892 0 0,36-12 1 0 0,-41 9 1283 0 0</inkml:trace>
</inkml:ink>
</file>

<file path=ppt/ink/ink1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6:24.6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46 1700 0 0,'19'-18'4099'0'0,"-14"1"-1950"0"0,-5 16-1684 0 0,-1 0-383 0 0,1 0 0 0 0,0 1 0 0 0,0-1 0 0 0,0 1-1 0 0,-1-1 1 0 0,1 1 0 0 0,0-1 0 0 0,-1 1-1 0 0,1 0 1 0 0,0-1 0 0 0,-1 1 0 0 0,1-1-1 0 0,-1 1 1 0 0,1 0 0 0 0,0-1 0 0 0,-1 1 0 0 0,1 0-1 0 0,-1-1 1 0 0,0 1 0 0 0,-2 0-14 0 0,-1 0-1 0 0,1 0 1 0 0,0 1 0 0 0,0-1 0 0 0,-1 1 0 0 0,1 0-1 0 0,0 0 1 0 0,0 0 0 0 0,0 1 0 0 0,0-1 0 0 0,0 1-1 0 0,0-1 1 0 0,0 1 0 0 0,1 0 0 0 0,-1 0-1 0 0,1 0 1 0 0,-1 1 0 0 0,1-1 0 0 0,0 0 0 0 0,0 1-1 0 0,-2 2 1 0 0,1 0-23 0 0,-1-1 0 0 0,1 1 1 0 0,1 0-1 0 0,-1-1 0 0 0,1 1 0 0 0,0 1 0 0 0,0-1 0 0 0,0 0 1 0 0,0 0-1 0 0,1 1 0 0 0,0-1 0 0 0,0 7 0 0 0,1-11-29 0 0,0 1-1 0 0,1 0 1 0 0,-1 0 0 0 0,1-1-1 0 0,-1 1 1 0 0,1 0 0 0 0,-1-1-1 0 0,1 1 1 0 0,0-1 0 0 0,0 1-1 0 0,0-1 1 0 0,0 1 0 0 0,0-1-1 0 0,0 0 1 0 0,0 1 0 0 0,0-1-1 0 0,1 0 1 0 0,-1 0 0 0 0,3 2-1 0 0,31 17 192 0 0,-25-16-145 0 0,26 14 140 0 0,-15-9 61 0 0,-1 1 0 0 0,23 16-1 0 0,-42-26-197 0 0,0 1-1 0 0,0 0 0 0 0,0 0 1 0 0,1 0-1 0 0,-1 0 0 0 0,0 0 1 0 0,0 0-1 0 0,0 1 0 0 0,-1-1 1 0 0,1 0-1 0 0,0 0 0 0 0,0 1 1 0 0,-1-1-1 0 0,1 0 0 0 0,-1 1 1 0 0,1-1-1 0 0,-1 1 0 0 0,1-1 1 0 0,-1 0-1 0 0,0 1 0 0 0,0-1 1 0 0,0 3-1 0 0,0-1 6 0 0,0-1 0 0 0,-1 1 0 0 0,0-1 0 0 0,0 1 0 0 0,1-1 0 0 0,-2 0 0 0 0,1 1 0 0 0,0-1 0 0 0,0 0 0 0 0,-1 0 1 0 0,-2 4-1 0 0,-2 1 17 0 0,0-1 1 0 0,0-1-1 0 0,-1 1 1 0 0,1-1 0 0 0,-1 0-1 0 0,-12 7 1 0 0,13-9-76 0 0,-1 0-1 0 0,1 0 1 0 0,-1 0 0 0 0,0-1-1 0 0,0 0 1 0 0,0 0 0 0 0,0 0-1 0 0,-12 0 1 0 0,18-2-128 0 0,-1 0 0 0 0,1-1 0 0 0,-1 1 0 0 0,1 0 0 0 0,0-1 0 0 0,-1 1 0 0 0,1 0 0 0 0,0-1 0 0 0,-1 0 0 0 0,1 1 0 0 0,0-1 0 0 0,0 0 0 0 0,-1 0 0 0 0,1 0 0 0 0,0 0 0 0 0,0 0 0 0 0,0 0 0 0 0,0 0 0 0 0,0 0 0 0 0,0 0 0 0 0,0-2 0 0 0,-5-3-676 0 0,6 4 415 0 0,-1 0 1 0 0,0-1-1 0 0,1 1 1 0 0,-1 0-1 0 0,1-1 0 0 0,0 1 1 0 0,0 0-1 0 0,0-1 1 0 0,0 1-1 0 0,0 0 0 0 0,0-1 1 0 0,1 1-1 0 0,0-3 1 0 0,0 0-1395 0 0,2-8-2176 0 0</inkml:trace>
</inkml:ink>
</file>

<file path=ppt/ink/ink1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6:24.8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1 134 1056 0 0,'5'-22'7262'0'0,"-3"18"-7042"0"0,0 0-1 0 0,0 1 1 0 0,0-1-1 0 0,1 1 1 0 0,-1 0-1 0 0,1-1 1 0 0,0 1-1 0 0,0 1 1 0 0,0-1-1 0 0,0 0 1 0 0,1 1-1 0 0,-1-1 1 0 0,1 1-1 0 0,-1 0 1 0 0,1 0-1 0 0,7-2 1 0 0,9-4-934 0 0,43-11 1 0 0,-42 14 197 0 0,50-16-4531 0 0,-44 13 2391 0 0</inkml:trace>
</inkml:ink>
</file>

<file path=ppt/ink/ink1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6:26.9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1 104 0 0,'0'0'2160'0'0,"7"7"-692"0"0</inkml:trace>
</inkml:ink>
</file>

<file path=ppt/ink/ink1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9:28.8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0 244 0 0,'0'0'1496'0'0,"-5"7"-1416"0"0,-3 0-1160 0 0</inkml:trace>
</inkml:ink>
</file>

<file path=ppt/ink/ink1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9:29.2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9 552 0 0,'0'0'3174'0'0,"2"-9"-4489"0"0</inkml:trace>
</inkml:ink>
</file>

<file path=ppt/ink/ink1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9:29.4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1232 0 0,'0'0'1676'0'0,"20"0"24"0"0,-1 0-1144 0 0,-5 4-720 0 0,-5 1-1844 0 0</inkml:trace>
</inkml:ink>
</file>

<file path=ppt/ink/ink1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1:11.4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0 744 0 0,'16'2'4356'0'0,"-1"0"-3367"0"0,-1 1-1393 0 0,3-5-2877 0 0</inkml:trace>
</inkml:ink>
</file>

<file path=ppt/ink/ink1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1:12.0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1 348 0 0,'0'0'1796'0'0,"-8"5"-728"0"0,23-5-3060 0 0</inkml:trace>
</inkml:ink>
</file>

<file path=ppt/ink/ink1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1:13.5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52 1288 0 0,'-3'0'1389'0'0,"-38"-9"4905"0"0,38 8-5533 0 0,-15-1 5487 0 0,31 4-5512 0 0,24 4-653 0 0,10-5 38 0 0,-1-1-1 0 0,1-2 1 0 0,82-15 0 0 0,-42-10 840 0 0,-85 27-832 0 0,-1-1-93 0 0,-1 1-1 0 0,1 0 1 0 0,-1-1-1 0 0,1 1 0 0 0,-1 0 1 0 0,1 0-1 0 0,-1 0 1 0 0,1 0-1 0 0,0-1 0 0 0,-1 1 1 0 0,1 0-1 0 0,-1 0 1 0 0,1 0-1 0 0,-1 0 0 0 0,1 0 1 0 0,0 0-1 0 0,-1 0 1 0 0,1 1-1 0 0,-1-1 0 0 0,1 0 1 0 0,-3 9 143 0 0,0 1-1 0 0,-1-1 1 0 0,0 0 0 0 0,0-1 0 0 0,-1 1 0 0 0,-1 0 0 0 0,-7 10-1 0 0,-4 11 183 0 0,-155 351 1461 0 0,157-353-1830 0 0,-6 13-547 0 0,10-15-2727 0 0</inkml:trace>
</inkml:ink>
</file>

<file path=ppt/ink/ink1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1:13.8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306 47 1612 0 0,'36'-46'18509'0'0,"-35"57"-17249"0"0,-4-3-930 0 0,1-1 1 0 0,-1 0 0 0 0,-1 0 0 0 0,1 0 0 0 0,-1 0-1 0 0,-9 11 1 0 0,2-2 33 0 0,-108 167 1176 0 0,-27 42-2633 0 0,116-176-5159 0 0,25-39 3100 0 0</inkml:trace>
</inkml:ink>
</file>

<file path=ppt/ink/ink1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1:14.3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0 143 408 0 0,'4'-16'7187'0'0,"2"-23"3180"0"0,4 10-7190 0 0,-3 25-3128 0 0,0-1 0 0 0,0 1 0 0 0,0 1 1 0 0,0 0-1 0 0,1 0 0 0 0,-1 0 0 0 0,10-2 1 0 0,62-10 12 0 0,-42 9-34 0 0,8-2-45 0 0,-42 8 2 0 0,13 3-17 0 0,-14 0 105 0 0,-1 0 0 0 0,0 0 0 0 0,1 0 0 0 0,-1 0 0 0 0,-1 0 0 0 0,1 1 0 0 0,0-1 0 0 0,-1 0 0 0 0,0 1 0 0 0,1-1 1 0 0,-1 0-1 0 0,-1 1 0 0 0,1-1 0 0 0,0 0 0 0 0,-2 4 0 0 0,-13 55 1310 0 0,12-55-1208 0 0,-92 287 2627 0 0,79-238-2943 0 0,15-54-408 0 0,1 8-1263 0 0,26-12-5789 0 0,-8-3 1249 0 0</inkml:trace>
</inkml:ink>
</file>

<file path=ppt/ink/ink1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1:14.6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0 1444 0 0,'-4'0'1658'0'0,"-58"5"7565"0"0,59-4-8448 0 0,2-1-797 0 0,-23 4 5502 0 0,39-2-5684 0 0,88 4 686 0 0,3-1-3080 0 0,-38 1-6227 0 0</inkml:trace>
</inkml:ink>
</file>

<file path=ppt/ink/ink1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1:14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11 1476 0 0,'-79'46'14188'0'0,"77"-45"-13741"0"0,5 2 101 0 0,-3-3-536 0 0,0 1 1 0 0,0-1-1 0 0,0 0 0 0 0,0 0 0 0 0,0 1 0 0 0,0-1 0 0 0,0 0 0 0 0,0 1 0 0 0,0-1 0 0 0,0 0 0 0 0,0 0 0 0 0,0 1 0 0 0,0-1 0 0 0,0 0 1 0 0,1 0-1 0 0,-1 1 0 0 0,0-1 0 0 0,0 0 0 0 0,0 0 0 0 0,1 1 0 0 0,-1-1 0 0 0,0 0 0 0 0,0 0 0 0 0,0 0 0 0 0,1 0 0 0 0,-1 1 0 0 0,0-1 1 0 0,1 0-1 0 0,-1 0 0 0 0,0 0 0 0 0,0 0 0 0 0,1 0 0 0 0,-1 0 0 0 0,0 0 0 0 0,1 0 0 0 0,19 3-100 0 0,0-2 0 0 0,-1-1 0 0 0,1 0-1 0 0,0-1 1 0 0,22-5 0 0 0,102-24-4567 0 0,-125 25 3799 0 0,34-9-2741 0 0,-1-1-1456 0 0</inkml:trace>
</inkml:ink>
</file>

<file path=ppt/ink/ink1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1:16.3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73 419 1760 0 0,'0'0'12865'0'0,"12"-6"-11022"0"0,21-11-1431 0 0,0-1 0 0 0,-1-1 1 0 0,-2-1-1 0 0,0-2 1 0 0,-1-1-1 0 0,-1-2 1 0 0,38-42-1 0 0,-46 45-288 0 0,-1 0 1 0 0,-1-1-1 0 0,24-40 1 0 0,-14 16 605 0 0,-27 45-685 0 0,0-1-10 0 0,0 2-42 0 0,0-1 1 0 0,-1 1 0 0 0,1-1 0 0 0,0 1 0 0 0,0-1-1 0 0,0 1 1 0 0,0 0 0 0 0,0-1 0 0 0,0 1 0 0 0,0 0-1 0 0,0 0 1 0 0,3-2 0 0 0,-2 8 4 0 0,1-1 0 0 0,-1 1 1 0 0,0 0-1 0 0,-1 0 0 0 0,1 0 0 0 0,-1 1 1 0 0,0-1-1 0 0,0 0 0 0 0,-1 0 0 0 0,1 1 1 0 0,-1 7-1 0 0,0 1 44 0 0,1 116 1685 0 0,-25 201 0 0 0,1-69-880 0 0,22-219-739 0 0,0-15 67 0 0,-4 31 0 0 0,5-57-113 0 0,0 5 22 0 0,0-6-68 0 0,0 0-1 0 0,1 0 1 0 0,-1 0 0 0 0,0 0-1 0 0,0 0 1 0 0,0-1-1 0 0,0 1 1 0 0,0 0-1 0 0,0 0 1 0 0,0 0 0 0 0,-1 0-1 0 0,1 0 1 0 0,0 0-1 0 0,0-1 1 0 0,-1 1-1 0 0,0 1 1 0 0,-5-1-17 0 0,0 0-1 0 0,-1-1 1 0 0,1 0 0 0 0,-1-1-1 0 0,1 1 1 0 0,-1-1-1 0 0,-11-3 1 0 0,0 1-1 0 0,-10 0 2 0 0,-284-15 36 0 0,265 15 48 0 0,44 3 162 0 0,6-1-240 0 0,31-7 25 0 0,-1 3 0 0 0,1 0 0 0 0,39 1 0 0 0,0-1 11 0 0,485-30 182 0 0,-373 25-216 0 0,-1-5 196 0 0,-178 14-201 0 0,5-2-7 0 0,-11 3-35 0 0,0 0 0 0 0,1 0 0 0 0,-1 0 1 0 0,0-1-1 0 0,1 1 0 0 0,-1 0 0 0 0,1 0 0 0 0,-1 0 0 0 0,0 0 0 0 0,1 0 0 0 0,-1 0 0 0 0,0-1 1 0 0,1 1-1 0 0,-1 0 0 0 0,0 0 0 0 0,0-1 0 0 0,1 1 0 0 0,-1 0 0 0 0,0 0 0 0 0,0-1 0 0 0,1 1 1 0 0,-1 0-1 0 0,0-1 0 0 0,0 1 0 0 0,0 0 0 0 0,1-1 0 0 0,-1 1 0 0 0,0 0 0 0 0,0-1 0 0 0,0 1 1 0 0,0-1-129 0 0,-1 1 1 0 0,1 0-1 0 0,-1-1 1 0 0,1 1 0 0 0,-1 0-1 0 0,0 0 1 0 0,1-1 0 0 0,-1 1-1 0 0,1 0 1 0 0,-1 0-1 0 0,0 0 1 0 0,1 0 0 0 0,-1 0-1 0 0,1 0 1 0 0,-1 0 0 0 0,0 0-1 0 0,1 0 1 0 0,-1 0-1 0 0,1 0 1 0 0,-1 0 0 0 0,0 1-1 0 0,-22 3-2869 0 0,-21 3-5581 0 0,12-3 395 0 0</inkml:trace>
</inkml:ink>
</file>

<file path=ppt/ink/ink1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0:08.1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79 452 0 0,'0'0'658'0'0,"8"-27"4949"0"0,-8 22-5060 0 0,0 3-11 0 0,0 1-1 0 0,0-1 1 0 0,0 1-1 0 0,0-1 1 0 0,1 1 0 0 0,-1-1-1 0 0,0 0 1 0 0,1 1-1 0 0,-1-1 1 0 0,1 1 0 0 0,0 0-1 0 0,-1-1 1 0 0,1 1-1 0 0,0-1 1 0 0,1 0-1 0 0,-1 1-466 0 0,-5-15-93 0 0,5 11-72 0 0,2 14 73 0 0,7 36 31 0 0,1-3 61 0 0,7 67-1 0 0,-6 106-1 0 0,-8-108-1627 0 0,4-1 0 0 0,24 111 0 0 0,-18-157-2056 0 0,0-3-1655 0 0</inkml:trace>
</inkml:ink>
</file>

<file path=ppt/ink/ink1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0:08.6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83 312 2048 0 0,'-5'-6'881'0'0,"-1"1"0"0"0,1 0 0 0 0,-1 0-1 0 0,0 1 1 0 0,0 0 0 0 0,0 0 0 0 0,-1 0 0 0 0,0 1 0 0 0,-6-3-1 0 0,12 6-795 0 0,0 0-1 0 0,0-1 0 0 0,0 1 1 0 0,0 0-1 0 0,1 0 1 0 0,-1-1-1 0 0,0 1 0 0 0,0-1 1 0 0,0 1-1 0 0,1 0 0 0 0,-1-1 1 0 0,0 1-1 0 0,1-1 1 0 0,-1 0-1 0 0,0 1 0 0 0,1-1 1 0 0,-1 0-1 0 0,0-1 0 0 0,1 2-58 0 0,0 0-1 0 0,0-1 0 0 0,0 1 1 0 0,1-1-1 0 0,-1 1 0 0 0,0 0 1 0 0,0-1-1 0 0,1 1 0 0 0,-1-1 1 0 0,0 1-1 0 0,1 0 0 0 0,-1-1 1 0 0,0 1-1 0 0,1 0 0 0 0,-1 0 1 0 0,0-1-1 0 0,1 1 0 0 0,-1 0 1 0 0,1 0-1 0 0,-1 0 0 0 0,1-1 1 0 0,-1 1-1 0 0,1 0 0 0 0,0 0 0 0 0,43-10 21 0 0,-32 8 109 0 0,143-30 40 0 0,98-25-1249 0 0,-250 56 932 0 0,-1 1 1 0 0,1-1-1 0 0,0 0 0 0 0,-1 0 0 0 0,1 0 0 0 0,-1-1 0 0 0,1 1 0 0 0,-1-1 0 0 0,0 1 0 0 0,0-1 0 0 0,0 0 0 0 0,4-3 0 0 0,-6 4 81 0 0,1 0 1 0 0,-1 0 0 0 0,0 0 0 0 0,1 0-1 0 0,-1 0 1 0 0,0 0 0 0 0,0 0 0 0 0,0 0-1 0 0,0 0 1 0 0,0 0 0 0 0,0 0-1 0 0,0 0 1 0 0,0 0 0 0 0,0 0 0 0 0,0 0-1 0 0,0 0 1 0 0,-1 0 0 0 0,1 0 0 0 0,0 0-1 0 0,-1 0 1 0 0,1 0 0 0 0,-1 0-1 0 0,1 0 1 0 0,-1 0 0 0 0,0 0 0 0 0,1 0-1 0 0,-1 1 1 0 0,0-1 0 0 0,1 0 0 0 0,-1 0-1 0 0,0 1 1 0 0,0-1 0 0 0,-2-1 0 0 0,-8-6 34 0 0,-1 0 0 0 0,-1 0 1 0 0,1 1-1 0 0,-1 1 0 0 0,0 0 1 0 0,-23-6-1 0 0,-8-5 688 0 0,-13-5 353 0 0,55 22-852 0 0,11 16 454 0 0,0-7-469 0 0,12 14 191 0 0,-1 1 0 0 0,20 31 0 0 0,-34-45-337 0 0,-1-1 0 0 0,0 1-1 0 0,0 0 1 0 0,-1 0 0 0 0,-1 0 0 0 0,0 1-1 0 0,0-1 1 0 0,-1 1 0 0 0,0 0 0 0 0,0 12-1 0 0,-2-5-265 0 0,-1-1 0 0 0,-1 0-1 0 0,0 1 1 0 0,-1-1 0 0 0,-1 0 0 0 0,-10 26 0 0 0,4-17-2852 0 0,-20 38 0 0 0,19-45-60 0 0</inkml:trace>
</inkml:ink>
</file>

<file path=ppt/ink/ink1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0:10.1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69 2248 0 0,'-27'-26'3464'0'0,"16"15"-1796"0"0,-1 1 0 0 0,-15-12 782 0 0,22 27-1918 0 0,5-5-486 0 0,-1 1 1 0 0,0 0-1 0 0,0-1 0 0 0,1 1 0 0 0,-1 0 1 0 0,1-1-1 0 0,-1 1 0 0 0,0 0 0 0 0,1 0 1 0 0,-1 0-1 0 0,1 0 0 0 0,0-1 0 0 0,-1 1 1 0 0,1 0-1 0 0,0 0 0 0 0,0 0 0 0 0,-1 0 1 0 0,1 0-1 0 0,0 0 0 0 0,0 0 0 0 0,0 0 1 0 0,0 0-1 0 0,0 0 0 0 0,0 0 0 0 0,1 1 1 0 0,-5 717 2704 0 0,4-692-2754 0 0,0-11-79 0 0,-1-1 0 0 0,-3 17 0 0 0,-3-50-534 0 0,2-18 416 0 0,1 0 0 0 0,2-1-1 0 0,1 1 1 0 0,3 0 0 0 0,0-1-1 0 0,3 1 1 0 0,12-54 0 0 0,-14 79 176 0 0,1 0 1 0 0,0 1 0 0 0,1-1 0 0 0,0 1 0 0 0,0 0 0 0 0,1 1 0 0 0,1-1 0 0 0,0 1-1 0 0,0 0 1 0 0,0 1 0 0 0,11-10 0 0 0,-12 14 18 0 0,-1 0-1 0 0,0 0 0 0 0,1 0 1 0 0,0 1-1 0 0,0 0 1 0 0,0 0-1 0 0,0 1 1 0 0,0 0-1 0 0,0 0 1 0 0,1 0-1 0 0,-1 0 0 0 0,1 1 1 0 0,0 1-1 0 0,-1-1 1 0 0,1 1-1 0 0,-1 0 1 0 0,1 0-1 0 0,0 1 1 0 0,-1 0-1 0 0,10 2 1 0 0,-8-1 8 0 0,-1 1 1 0 0,1-1-1 0 0,-1 2 1 0 0,1-1-1 0 0,-1 1 1 0 0,0 0-1 0 0,0 0 1 0 0,-1 1-1 0 0,1 0 1 0 0,-1 0-1 0 0,0 1 1 0 0,-1 0-1 0 0,1 0 1 0 0,-1 0-1 0 0,0 0 1 0 0,7 15-1 0 0,-9-17 11 0 0,-1 1-1 0 0,0 0 1 0 0,0 0-1 0 0,0 0 1 0 0,-1 0-1 0 0,0 0 1 0 0,0 0-1 0 0,0 1 1 0 0,-1-1-1 0 0,0 0 0 0 0,0 0 1 0 0,0 1-1 0 0,0-1 1 0 0,-1 0-1 0 0,0 0 1 0 0,0 1-1 0 0,0-1 1 0 0,-1 0-1 0 0,0 0 1 0 0,0 0-1 0 0,0-1 1 0 0,0 1-1 0 0,-1 0 1 0 0,0-1-1 0 0,0 0 0 0 0,-6 8 1 0 0,2-5 7 0 0,1 0 1 0 0,-1-1 0 0 0,0 0-1 0 0,0 0 1 0 0,0-1-1 0 0,-1 0 1 0 0,-16 9-1 0 0,18-12-19 0 0,0 0 1 0 0,0 0-1 0 0,0 0 0 0 0,0-1 0 0 0,0 0 1 0 0,0 0-1 0 0,-1 0 0 0 0,1-1 0 0 0,0 0 1 0 0,0 0-1 0 0,-1 0 0 0 0,-8-3 0 0 0,11 3-9 0 0,0-1 0 0 0,0 0 0 0 0,0 0 0 0 0,0-1 0 0 0,0 1 0 0 0,1-1 0 0 0,-1 0 0 0 0,1 0 0 0 0,-1 0 0 0 0,1 0 1 0 0,-4-4-1 0 0,2 2-10 0 0,3 3-6 0 0,2 0-54 0 0,0 1 76 0 0,0 0 0 0 0,0-1-1 0 0,0 1 1 0 0,0 0 0 0 0,0-1-1 0 0,1 1 1 0 0,-1 0 0 0 0,0 0 0 0 0,0-1-1 0 0,0 1 1 0 0,0 0 0 0 0,1-1-1 0 0,-1 1 1 0 0,0 0 0 0 0,0 0-1 0 0,0-1 1 0 0,1 1 0 0 0,-1 0 0 0 0,0 0-1 0 0,1-1 1 0 0,-1 1 0 0 0,0 0-1 0 0,0 0 1 0 0,1 0 0 0 0,-1 0-1 0 0,0 0 1 0 0,1-1 0 0 0,-1 1 0 0 0,0 0-1 0 0,1 0 1 0 0,-1 0 0 0 0,0 0-1 0 0,1 0 1 0 0,-1 0 0 0 0,0 0-1 0 0,1 0 1 0 0,0 0 0 0 0,12 2-6 0 0,-12-1 7 0 0,15 4 11 0 0,0 1 1 0 0,-1 0-1 0 0,1 2 1 0 0,-2 0 0 0 0,28 19-1 0 0,-27-17-1 0 0,39 26 44 0 0,-19-11-345 0 0,2-2 0 0 0,57 28 0 0 0,-82-46 120 0 0,-1 0 0 0 0,1-1 1 0 0,0 0-1 0 0,0-1 0 0 0,0-1 1 0 0,0 0-1 0 0,1 0 0 0 0,-1-2 0 0 0,1 1 1 0 0,-1-1-1 0 0,1-1 0 0 0,-1 0 1 0 0,16-4-1 0 0,-21 3 55 0 0,1-1 0 0 0,0 0 1 0 0,-1 0-1 0 0,1-1 0 0 0,-1 0 1 0 0,0 0-1 0 0,0 0 0 0 0,-1-1 0 0 0,1 0 1 0 0,-1-1-1 0 0,0 1 0 0 0,0-1 1 0 0,-1 0-1 0 0,0-1 0 0 0,0 1 0 0 0,0-1 1 0 0,-1 0-1 0 0,0 0 0 0 0,0-1 0 0 0,4-13 1 0 0,-3 8 197 0 0,-2-1 1 0 0,1 1-1 0 0,-2-1 1 0 0,0 1-1 0 0,0-1 1 0 0,-2 0-1 0 0,1 1 1 0 0,-2-1-1 0 0,0 0 1 0 0,0 0-1 0 0,-7-23 1 0 0,7 34-25 0 0,0 0 1 0 0,0 1-1 0 0,0-1 0 0 0,0 0 1 0 0,-1 0-1 0 0,1 1 0 0 0,-1-1 1 0 0,-2-2-1 0 0,3 4-34 0 0,1 0 1 0 0,-1 0-1 0 0,0 0 0 0 0,0 1 0 0 0,0-1 0 0 0,0 0 0 0 0,0 0 1 0 0,0 1-1 0 0,0-1 0 0 0,0 1 0 0 0,-1-1 0 0 0,1 1 0 0 0,0-1 1 0 0,0 1-1 0 0,0 0 0 0 0,-1-1 0 0 0,1 1 0 0 0,0 0 0 0 0,0 0 1 0 0,0 0-1 0 0,-1 0 0 0 0,1 0 0 0 0,-3 1 0 0 0,-1 0 31 0 0,0 1-1 0 0,0-1 1 0 0,0 2 0 0 0,0-1-1 0 0,0 0 1 0 0,1 1-1 0 0,-1 0 1 0 0,1 0 0 0 0,-1 0-1 0 0,1 1 1 0 0,0 0-1 0 0,0 0 1 0 0,-3 4 0 0 0,2-1 1 0 0,-1 1 1 0 0,2-1 0 0 0,-1 1-1 0 0,1 0 1 0 0,0 0 0 0 0,1 0 0 0 0,-5 16-1 0 0,6-15-44 0 0,-1 0 0 0 0,2 0 0 0 0,-1 0 0 0 0,2 1 0 0 0,-1-1 0 0 0,1 0 0 0 0,0 1 0 0 0,1-1 0 0 0,0 0 0 0 0,1 0-1 0 0,-1 0 1 0 0,2 0 0 0 0,0 0 0 0 0,0 0 0 0 0,0 0 0 0 0,9 14 0 0 0,-8-17-7 0 0,0-1 0 0 0,0 0 0 0 0,0-1 1 0 0,1 1-1 0 0,0-1 0 0 0,0 0 0 0 0,0 0 0 0 0,0 0 0 0 0,1-1 1 0 0,0 0-1 0 0,-1 0 0 0 0,1 0 0 0 0,0-1 0 0 0,0 0 0 0 0,1 0 0 0 0,-1 0 1 0 0,0-1-1 0 0,1 0 0 0 0,-1 0 0 0 0,0-1 0 0 0,1 0 0 0 0,-1 0 0 0 0,1 0 1 0 0,-1-1-1 0 0,1 0 0 0 0,-1 0 0 0 0,0 0 0 0 0,0-1 0 0 0,1 0 0 0 0,-1 0 1 0 0,0-1-1 0 0,-1 0 0 0 0,1 0 0 0 0,0 0 0 0 0,9-8 0 0 0,-8 4-18 0 0,0 0-1 0 0,0-1 1 0 0,-1 0-1 0 0,0 0 0 0 0,0 0 1 0 0,-1-1-1 0 0,5-10 0 0 0,1-8-103 0 0,10-31-1 0 0,3-9 114 0 0,-19 52 25 0 0,0-1-32 0 0,-5 16 13 0 0,0 0-1 0 0,0 0 1 0 0,0 0-1 0 0,0 0 1 0 0,0-1-1 0 0,0 1 1 0 0,0 0-1 0 0,0 0 1 0 0,0 0-1 0 0,0 0 1 0 0,0 0-1 0 0,1 0 1 0 0,-1 0-1 0 0,0-1 1 0 0,0 1-1 0 0,0 0 1 0 0,0 0-1 0 0,0 0 1 0 0,0 0-1 0 0,1 0 0 0 0,-1 0 1 0 0,0 0-1 0 0,0 0 1 0 0,0 0-1 0 0,0 0 1 0 0,0 0-1 0 0,0 0 1 0 0,1 0-1 0 0,-1 0 1 0 0,0 0-1 0 0,0 0 1 0 0,0 0-1 0 0,0 0 1 0 0,0 0-1 0 0,1 0 1 0 0,-1 0-1 0 0,0 0 1 0 0,0 0-1 0 0,0 0 1 0 0,0 0-1 0 0,0 0 1 0 0,0 0-1 0 0,1 0 1 0 0,-1 1-1 0 0,0-1 0 0 0,0 0 1 0 0,0 0-1 0 0,0 0 1 0 0,0 0-1 0 0,0 0 1 0 0,0 0-1 0 0,0 0 1 0 0,1 0-1 0 0,-1 1 1 0 0,0-1-1 0 0,0 0 1 0 0,0 0-1 0 0,0 0 1 0 0,0 0-1 0 0,0 0 1 0 0,0 1-1 0 0,0-1 1 0 0,0 0-1 0 0,0 0 1 0 0,0 0-1 0 0,0 0 1 0 0,0 1-1 0 0,6 26 182 0 0,-4-10-85 0 0,0-11-84 0 0,0 0 0 0 0,0 0 0 0 0,1 0 0 0 0,0 0 0 0 0,0 0-1 0 0,0-1 1 0 0,1 1 0 0 0,0-1 0 0 0,0 0 0 0 0,0 0-1 0 0,1 0 1 0 0,0-1 0 0 0,-1 0 0 0 0,2 0 0 0 0,-1 0 0 0 0,0 0-1 0 0,1-1 1 0 0,0 0 0 0 0,-1 0 0 0 0,1 0 0 0 0,0-1 0 0 0,1 0-1 0 0,-1 0 1 0 0,0-1 0 0 0,8 2 0 0 0,-6-2-33 0 0,-1-1 1 0 0,0 1-1 0 0,1-1 1 0 0,-1-1-1 0 0,1 1 0 0 0,-1-1 1 0 0,0 0-1 0 0,1-1 1 0 0,-1 0-1 0 0,0 0 0 0 0,0-1 1 0 0,0 0-1 0 0,-1 0 1 0 0,1 0-1 0 0,0-1 1 0 0,-1 0-1 0 0,0 0 0 0 0,0 0 1 0 0,-1-1-1 0 0,1 0 1 0 0,9-11-1 0 0,-6 1-3 0 0,0 0 1 0 0,0-1-1 0 0,-2 0 0 0 0,1 0 0 0 0,-2-1 0 0 0,5-18 1 0 0,5-13 78 0 0,-16 46 61 0 0,-3 19 24 0 0,-31 288 2216 0 0,7-44-1799 0 0,17-198-447 0 0,-3 0 1 0 0,-22 66 0 0 0,28-107-24 0 0,-2-1 0 0 0,0 0 0 0 0,-1-1 0 0 0,-1 0 1 0 0,-1-1-1 0 0,-21 27 0 0 0,26-38-7 0 0,-1 0 1 0 0,1 0-1 0 0,-2-1 0 0 0,1 0 1 0 0,-1-1-1 0 0,-17 10 0 0 0,20-12-48 0 0,-1-1 0 0 0,1-1 0 0 0,-1 0 0 0 0,0 0 0 0 0,0 0 0 0 0,0 0 0 0 0,0-1 0 0 0,0-1 0 0 0,0 1 0 0 0,0-1 0 0 0,-10-1 0 0 0,14 1-33 0 0,0 0-1 0 0,0-1 1 0 0,0 1 0 0 0,0-1-1 0 0,0 1 1 0 0,0-1 0 0 0,0 0-1 0 0,1-1 1 0 0,-1 1 0 0 0,0 0-1 0 0,0-1 1 0 0,1 1-1 0 0,-1-1 1 0 0,1 0 0 0 0,0 0-1 0 0,-1 0 1 0 0,1 0 0 0 0,0 0-1 0 0,0-1 1 0 0,0 1 0 0 0,0-1-1 0 0,1 1 1 0 0,-1-1 0 0 0,1 0-1 0 0,-1 1 1 0 0,1-1 0 0 0,0 0-1 0 0,0 0 1 0 0,0 0 0 0 0,1 0-1 0 0,-1 0 1 0 0,1 0 0 0 0,0 0-1 0 0,-1 0 1 0 0,1 0 0 0 0,1-3-1 0 0,0-8-20 0 0,0 0 0 0 0,1 1 0 0 0,1-1-1 0 0,0 1 1 0 0,1 0 0 0 0,9-21 0 0 0,-1 7-248 0 0,2 1 1 0 0,1 1 0 0 0,1 0-1 0 0,1 1 1 0 0,1 0 0 0 0,1 2-1 0 0,1 0 1 0 0,32-27 0 0 0,-8 13-1835 0 0,2 1 1 0 0,2 3-1 0 0,68-36 1 0 0,-72 45-1221 0 0</inkml:trace>
</inkml:ink>
</file>

<file path=ppt/ink/ink1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1:30.4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82 120 1172 0 0,'0'0'6643'0'0,"-15"-3"-5046"0"0,-30-11 1224 0 0,43 14-2088 0 0,-18-10 1150 0 0,35 6-1892 0 0,0 1 0 0 0,0 0 0 0 0,1 1 0 0 0,25 0 0 0 0,26-2-20 0 0,39-14 73 0 0,-103 17-46 0 0,16-3 17 0 0,-12 4-42 0 0,-1-1 108 0 0,1 0 0 0 0,-1 0 1 0 0,0 0-1 0 0,0-1 0 0 0,0 0 0 0 0,9-4 0 0 0,-14 5-37 0 0,24-7 89 0 0,17-7 581 0 0,-40 14-562 0 0,20-10 2368 0 0,-21 11-2380 0 0,-1 0 0 0 0,1-1-1 0 0,-1 1 1 0 0,1 0 0 0 0,-1 0 0 0 0,1 0 0 0 0,-1 0 0 0 0,1 0 0 0 0,0 0 0 0 0,-1 0 0 0 0,1 0 0 0 0,-1 0 0 0 0,1 0 0 0 0,-1 0-1 0 0,1 0 1 0 0,0 0 0 0 0,-1 0 0 0 0,1 0 0 0 0,-1 0 0 0 0,1 1 0 0 0,-1-1 0 0 0,1 0 0 0 0,-1 1 0 0 0,1-1 0 0 0,-1 0 0 0 0,1 1-1 0 0,-1-1 1 0 0,1 0 0 0 0,-1 1 0 0 0,0-1 0 0 0,1 1 0 0 0,-1-1 0 0 0,0 1 0 0 0,1-1 0 0 0,-1 1 0 0 0,0-1 0 0 0,1 1 0 0 0,-1-1-1 0 0,0 1 1 0 0,0-1 0 0 0,0 1 0 0 0,0-1 0 0 0,1 1 0 0 0,-1 0 0 0 0,0 0 0 0 0,5 38-909 0 0,-4-23 1190 0 0,123 562-1712 0 0,-84-421-2741 0 0,-4-2-3998 0 0,-20-85-1237 0 0</inkml:trace>
</inkml:ink>
</file>

<file path=ppt/ink/ink1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1:31.8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5 512 0 0,'0'0'2072'0'0,"-10"-5"-2064"0"0</inkml:trace>
</inkml:ink>
</file>

<file path=ppt/ink/ink1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1:32.7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 1160 0 0,'10'-4'8185'0'0,"-4"0"-7959"0"0</inkml:trace>
</inkml:ink>
</file>

<file path=ppt/ink/ink1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9:31.2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185 24 788 0 0,'0'0'1252'0'0,"-1"-24"4050"0"0,-22 125-3247 0 0,-105 353-3148 0 0,104-382-2859 0 0,16-51 2004 0 0</inkml:trace>
</inkml:ink>
</file>

<file path=ppt/ink/ink1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9:31.6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0 136 468 0 0,'5'-19'1887'0'0,"1"1"0"0"0,1-1 0 0 0,1 2-1 0 0,18-34 1 0 0,-25 50-1842 0 0,0 0 0 0 0,0 0 0 0 0,0 0-1 0 0,0 0 1 0 0,1 0 0 0 0,-1 1 0 0 0,0-1 0 0 0,0 0-1 0 0,1 0 1 0 0,-1 1 0 0 0,0-1 0 0 0,1 1 0 0 0,-1-1-1 0 0,1 1 1 0 0,-1 0 0 0 0,1 0 0 0 0,-1-1 0 0 0,1 1-1 0 0,1 0 1 0 0,24 2 515 0 0,-21 0-426 0 0,-1-1 0 0 0,1 1 0 0 0,-1 0 0 0 0,0 1-1 0 0,0 0 1 0 0,0-1 0 0 0,0 2 0 0 0,0-1 0 0 0,0 0-1 0 0,-1 1 1 0 0,7 7 0 0 0,3 4 450 0 0,21 30 0 0 0,-33-41-531 0 0,18 26 368 0 0,-1 1 0 0 0,-1 1 0 0 0,-3 1 0 0 0,14 37 0 0 0,36 140 477 0 0,-64-209-896 0 0,19 96 440 0 0,1-3-3254 0 0</inkml:trace>
</inkml:ink>
</file>

<file path=ppt/ink/ink1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9:31.9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64 536 0 0,'-3'0'1638'0'0,"-26"1"2243"0"0,1 0 71 0 0,54-8-3431 0 0,80-17-74 0 0,-5 2-1377 0 0,-32 11-4235 0 0,-54 9 2689 0 0</inkml:trace>
</inkml:ink>
</file>

<file path=ppt/ink/ink1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9:32.2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4 580 0 0,'3'-1'3634'0'0,"-1"1"-3479"0"0,-1-1 268 0 0,0 1 1 0 0,1-1-1 0 0,-1 1 1 0 0,1 0-1 0 0,-1 0 1 0 0,1 0-1 0 0,-1 0 1 0 0,1 0-1 0 0,-1 0 1 0 0,1 0-1 0 0,1 1 1 0 0,-2-1-227 0 0,0 1-1 0 0,0 0 1 0 0,0 0 0 0 0,0 0-1 0 0,0-1 1 0 0,0 1 0 0 0,0 0-1 0 0,0 0 1 0 0,0 0 0 0 0,-1 1-1 0 0,1-1 1 0 0,0 0 0 0 0,-1 0-1 0 0,1 0 1 0 0,-1 0 0 0 0,1 1 0 0 0,-1-1-1 0 0,0 0 1 0 0,1 2 0 0 0,9 43 1783 0 0,-1 1 0 0 0,4 80 1 0 0,-8 100-3136 0 0,-5-184-216 0 0,1-30-968 0 0</inkml:trace>
</inkml:ink>
</file>

<file path=ppt/ink/ink1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9:32.6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29 357 1040 0 0,'-29'-30'10466'0'0,"30"30"-10445"0"0,-1-1 0 0 0,1 0 0 0 0,0 1 0 0 0,-1-1 0 0 0,1 1 0 0 0,0-1 0 0 0,-1 1 0 0 0,1-1 0 0 0,0 1 0 0 0,0 0 0 0 0,-1-1 0 0 0,1 1 0 0 0,0 0 0 0 0,0 0 0 0 0,0-1 0 0 0,0 1 0 0 0,-1 0 0 0 0,3 0 0 0 0,16-3 83 0 0,-19 3-103 0 0,49-8 113 0 0,-1-2-1 0 0,0-2 1 0 0,0-2 0 0 0,78-35-1 0 0,-112 42-275 0 0,1 0 0 0 0,-1-2 0 0 0,0 1-1 0 0,17-16 1 0 0,-26 20 72 0 0,0 0-1 0 0,0-1 1 0 0,-1 1 0 0 0,1-1-1 0 0,-1 0 1 0 0,-1-1 0 0 0,1 1-1 0 0,-1-1 1 0 0,1 1 0 0 0,-2-1-1 0 0,1 0 1 0 0,-1 0 0 0 0,3-11-1 0 0,-4 10 91 0 0,-1 0-1 0 0,-1 0 1 0 0,1 0-1 0 0,-1 0 1 0 0,0 0-1 0 0,-1 0 1 0 0,0 0-1 0 0,-3-9 0 0 0,4 12 48 0 0,0 3 26 0 0,-2-6-18 0 0,11 27 144 0 0,-2 1 0 0 0,0-1 1 0 0,-1 2-1 0 0,-2-1 0 0 0,0 0 1 0 0,-1 1-1 0 0,-1 0 0 0 0,-2 34 0 0 0,-3-22-340 0 0,-2 1 0 0 0,-1-1 0 0 0,-1 1-1 0 0,-21 51 1 0 0,21-60-1121 0 0,-1 1-3638 0 0</inkml:trace>
</inkml:ink>
</file>

<file path=ppt/ink/ink1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1:36.2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198 2 4 0 0,'0'0'6211'0'0,"-3"0"-5599"0"0,-16 1 2654 0 0,-1 0-2030 0 0,17-1-1207 0 0,1-1-20 0 0,-40 2 1546 0 0,29-1 2010 0 0,14-2-3569 0 0,1 1-6 0 0,22 0 1 0 0,-12 1 1 0 0,22 2-26 0 0,-31-2 26 0 0,0 0 4 0 0,1 0 3 0 0,20 5-13 0 0,-19-4 5 0 0,0 1 1 0 0,0-1-1 0 0,-1 1 0 0 0,1 0 1 0 0,0 1-1 0 0,-1-1 1 0 0,1 1-1 0 0,-1 0 0 0 0,0 0 1 0 0,0 0-1 0 0,0 0 0 0 0,3 5 1 0 0,-5-6 4 0 0,9 16 0 0 0,-8-10 14 0 0,0 0-1 0 0,0 1 1 0 0,-1-1-1 0 0,0 1 1 0 0,-1 0-1 0 0,0-1 1 0 0,0 1-1 0 0,-1 0 1 0 0,0 0-1 0 0,0 0 1 0 0,-1-1-1 0 0,-1 1 1 0 0,1 0-1 0 0,-4 9 1 0 0,-4 14 61 0 0,-2-2 0 0 0,-20 43 0 0 0,16-45 229 0 0,-1-1 0 0 0,-1 0 0 0 0,-1-1 0 0 0,-1-1 1 0 0,-38 37-1 0 0,17-24 2041 0 0,39-38-1993 0 0,1 1-299 0 0,0-1-1 0 0,0 1 0 0 0,-1-1 0 0 0,1 1 1 0 0,0-1-1 0 0,0 0 0 0 0,-1 1 1 0 0,1-1-1 0 0,0 1 0 0 0,0-1 1 0 0,-1 0-1 0 0,1 1 0 0 0,-1-1 1 0 0,1 0-1 0 0,0 1 0 0 0,-1-1 0 0 0,1 0 1 0 0,-1 0-1 0 0,1 0 0 0 0,0 1 1 0 0,-1-1-1 0 0,1 0 0 0 0,-1 0 1 0 0,1 0-1 0 0,-1 0 0 0 0,1 0 1 0 0,-1 0-1 0 0,1 0 0 0 0,-1 0 0 0 0,1 0 1 0 0,-1 0-1 0 0,-16 1 1017 0 0,17-1-1137 0 0,-2 0 249 0 0,-12-14 246 0 0,10-3-321 0 0,3 15-26 0 0,11-25-118 0 0,-7 24 26 0 0,1 0 0 0 0,-1 0 0 0 0,1 1 0 0 0,-1-1 1 0 0,1 1-1 0 0,0 0 0 0 0,0 0 0 0 0,0 0 1 0 0,0 0-1 0 0,0 1 0 0 0,1-1 0 0 0,-1 1 0 0 0,1 0 1 0 0,5 0-1 0 0,-3 1 1 0 0,1 0 0 0 0,-1 0 0 0 0,1 1 0 0 0,-1 0 0 0 0,1 0 0 0 0,-1 1 0 0 0,14 4 0 0 0,5 5 1 0 0,-1 2 0 0 0,0 0 0 0 0,37 27-1 0 0,-47-29 12 0 0,59 40 57 0 0,-36-22 39 0 0,1-3 0 0 0,75 37 0 0 0,-106-59-563 0 0,2-1 0 0 0,-1 0 0 0 0,0-1 0 0 0,0 0 0 0 0,1 0-1 0 0,-1-1 1 0 0,1 0 0 0 0,15-1 0 0 0,-6-2-2291 0 0,-1 0 0 0 0,0-2 0 0 0,27-7 1 0 0,-16 2-3874 0 0</inkml:trace>
</inkml:ink>
</file>

<file path=ppt/ink/ink1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0T03:11:38.8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1122 14350,'7746'-1122'0</inkml:trace>
</inkml:ink>
</file>

<file path=ppt/ink/ink1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1:40.2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0 316 0 0,'0'0'6289'0'0</inkml:trace>
</inkml:ink>
</file>

<file path=ppt/ink/ink1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1:58.8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 96 0 0,'0'0'1044'0'0,"7"-7"-1540"0"0</inkml:trace>
</inkml:ink>
</file>

<file path=ppt/ink/ink1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6:14.0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76 24 0 0,'4'-32'5962'0'0,"-3"26"-4903"0"0,0 0 0 0 0,0 0 0 0 0,-1 0 0 0 0,0-10-1 0 0,0 16-1022 0 0,0 0-1 0 0,0 0 0 0 0,0 0 0 0 0,0-1 0 0 0,1 1 0 0 0,-1 0 0 0 0,0 0 1 0 0,0 0-1 0 0,0 0 0 0 0,0-1 0 0 0,0 1 0 0 0,0 0 0 0 0,0 0 0 0 0,0 0 1 0 0,1 0-1 0 0,-1 0 0 0 0,0 0 0 0 0,0 0 0 0 0,0-1 0 0 0,0 1 1 0 0,0 0-1 0 0,1 0 0 0 0,-1 0 0 0 0,0 0 0 0 0,0 0 0 0 0,0 0 0 0 0,0 0 1 0 0,1 0-1 0 0,-1 0 0 0 0,0 0 0 0 0,0 0 0 0 0,0 0 0 0 0,0 0 1 0 0,1 0-1 0 0,-1 0 0 0 0,0 0 0 0 0,0 0 0 0 0,0 0 0 0 0,0 0 0 0 0,1 0 1 0 0,-1 0-1 0 0,0 0 0 0 0,0 0 0 0 0,0 0 0 0 0,0 1 0 0 0,0-1 1 0 0,1 0-1 0 0,-1 0 0 0 0,0 0 0 0 0,0 0 0 0 0,0 0 0 0 0,0 1 0 0 0,12 4 1114 0 0,-11-4-1040 0 0,3 3 172 0 0,-1 1-1 0 0,0-1 1 0 0,0 1 0 0 0,0-1 0 0 0,0 1 0 0 0,-1 0 0 0 0,0 0 0 0 0,4 11 0 0 0,7 47 461 0 0,-6-28-463 0 0,24 121-187 0 0,-15-71-2701 0 0,3-1-4817 0 0,-13-60 1823 0 0</inkml:trace>
</inkml:ink>
</file>

<file path=ppt/ink/ink1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06:14.6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169 344 1668 0 0,'0'0'4263'0'0,"-14"-13"-566"0"0,10-6-2178 0 0,-1 0 0 0 0,0 1 0 0 0,-14-31 0 0 0,15 41-1333 0 0,0-1 1 0 0,-1 1 0 0 0,-1 0 0 0 0,0 0 0 0 0,0 0-1 0 0,0 1 1 0 0,-1 0 0 0 0,0 0 0 0 0,-9-7 0 0 0,-22-18 926 0 0,37 31-1099 0 0,-14-10-110 0 0,14 10 81 0 0,4 0-7 0 0,334-48 16 0 0,-270 37-39 0 0,-1-1 24 0 0,38-6 403 0 0,-102 18-230 0 0,1 1 13 0 0,7-1-6 0 0,-7 0 57 0 0,-1 1-148 0 0,-1 0-44 0 0,0 0 1 0 0,0 0-1 0 0,0 1 1 0 0,0-1-1 0 0,0 0 1 0 0,0 0-1 0 0,0 0 0 0 0,-1 0 1 0 0,1 1-1 0 0,0-1 1 0 0,0 0-1 0 0,0 1 1 0 0,0-1-1 0 0,-1 1 1 0 0,1-1-1 0 0,0 1 0 0 0,0-1 1 0 0,-1 1-1 0 0,1 0 1 0 0,0-1-1 0 0,-1 1 1 0 0,1 0-1 0 0,-1-1 1 0 0,1 1-1 0 0,-1 0 1 0 0,1 0-1 0 0,-1 0 0 0 0,1 0 1 0 0,-1-1-1 0 0,0 1 1 0 0,0 0-1 0 0,1 0 1 0 0,-1 0-1 0 0,0 0 1 0 0,0 0-1 0 0,0 0 1 0 0,0 0-1 0 0,0 0 0 0 0,0 1 1 0 0,2 33 347 0 0,-1-1 0 0 0,-2 1 1 0 0,-6 42-1 0 0,-25 100-1140 0 0,28-159 578 0 0,-65 282-8420 0 0,60-259 5778 0 0,-7 27-4467 0 0</inkml:trace>
</inkml:ink>
</file>

<file path=ppt/ink/ink1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1:28.0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15 119 1468 0 0,'0'0'6026'0'0,"-2"1"-5505"0"0,1-1 0 0 0,-9 8 3648 0 0,8-6-3647 0 0,6 1-377 0 0,0 0 0 0 0,0-1 1 0 0,0 1-1 0 0,0-1 1 0 0,0 0-1 0 0,0 0 1 0 0,8 2-1 0 0,-10-3-88 0 0,2-1 4 0 0,9 1-24 0 0,-9-1 15 0 0,-1 0-19 0 0,1 0-87 0 0,0 0 0 0 0,0 0 0 0 0,0-1 1 0 0,0 0-1 0 0,0 0 0 0 0,-1 0 0 0 0,1 0 0 0 0,0 0 0 0 0,0-1 1 0 0,-1 1-1 0 0,1-1 0 0 0,-1 0 0 0 0,0 0 0 0 0,0-1 0 0 0,1 1 1 0 0,-1-1-1 0 0,-1 1 0 0 0,1-1 0 0 0,0 0 0 0 0,-1 0 0 0 0,1 0 0 0 0,-1-1 1 0 0,0 1-1 0 0,0 0 0 0 0,0-1 0 0 0,-1 1 0 0 0,1-1 0 0 0,1-6 1 0 0,2-8-174 0 0,5-31 1 0 0,-9 42 220 0 0,-1 5-19 0 0,2-6 267 0 0,-2 31 123 0 0,1 50 142 0 0,-1-64-481 0 0,2-1 0 0 0,-1 1 0 0 0,1-1 0 0 0,0 1 0 0 0,0-1 0 0 0,6 12 0 0 0,-7-19-46 0 0,-1 1 1 0 0,1 0-1 0 0,0 0 0 0 0,0-1 0 0 0,0 1 0 0 0,0 0 0 0 0,0-1 1 0 0,1 1-1 0 0,-1-1 0 0 0,0 0 0 0 0,1 1 0 0 0,-1-1 0 0 0,1 0 1 0 0,-1 0-1 0 0,1 0 0 0 0,-1 0 0 0 0,1 0 0 0 0,0 0 1 0 0,2 1-1 0 0,-2-2-15 0 0,-1 0 1 0 0,1 0 0 0 0,-1 0-1 0 0,0-1 1 0 0,1 1-1 0 0,-1 0 1 0 0,1-1 0 0 0,-1 1-1 0 0,0-1 1 0 0,1 1-1 0 0,-1-1 1 0 0,0 1 0 0 0,0-1-1 0 0,1 0 1 0 0,-1 0-1 0 0,0 1 1 0 0,0-1 0 0 0,0 0-1 0 0,1-2 1 0 0,3-3-88 0 0,0 0 0 0 0,0 0 0 0 0,-1 0 0 0 0,0-1 1 0 0,0 0-1 0 0,3-9 0 0 0,-5 11 192 0 0,0-1-1 0 0,0 0 1 0 0,0 1 0 0 0,-1-1 0 0 0,0 0-1 0 0,0 0 1 0 0,-1 0 0 0 0,1 0 0 0 0,-1 0-1 0 0,-1 0 1 0 0,1 0 0 0 0,-1 0 0 0 0,-2-10 0 0 0,2 14-30 0 0,-10 3 12 0 0,-1 2-13 0 0,1 4 12 0 0,2 2 1 0 0,-1-1 0 0 0,1 1-1 0 0,0 0 1 0 0,1 1-1 0 0,0 0 1 0 0,-7 12-1 0 0,-41 80 165 0 0,53-96-215 0 0,-1 4-374 0 0,0 1 0 0 0,0 0-1 0 0,1 0 1 0 0,1 1 0 0 0,-2 13 0 0 0,5-15-1109 0 0</inkml:trace>
</inkml:ink>
</file>

<file path=ppt/ink/ink1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1:28.3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50 1144 0 0,'-9'-24'6971'0'0,"5"11"-4437"0"0,1 1-404 0 0,4 12-2101 0 0,-1 0 0 0 0,1 0 1 0 0,-1 0-1 0 0,1 0 0 0 0,-1 0 1 0 0,1 0-1 0 0,-1 1 0 0 0,0-1 0 0 0,1 0 1 0 0,-1 0-1 0 0,1 0 0 0 0,-1 1 0 0 0,1-1 1 0 0,-1 0-1 0 0,0 1 0 0 0,1-1 1 0 0,-1 0-1 0 0,0 1 0 0 0,1-1 0 0 0,-1 0 1 0 0,0 1-1 0 0,0-1 0 0 0,1 1 0 0 0,-1-1 1 0 0,0 0-1 0 0,0 1 0 0 0,1 0 1 0 0,9 14 150 0 0,0 1 1 0 0,-1 0-1 0 0,0 0 1 0 0,10 31 0 0 0,-2-7-93 0 0,10 27-447 0 0,-5-14-1461 0 0,2-2-4189 0 0,-18-39 2011 0 0</inkml:trace>
</inkml:ink>
</file>

<file path=ppt/ink/ink1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1:28.5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51 596 0 0,'0'-49'9412'0'0,"0"48"-8814"0"0,2 12 947 0 0,1 54-357 0 0,-3-38-1376 0 0,5 35 1 0 0,-3-52-655 0 0,0 0 0 0 0,1 1 1 0 0,6 16-1 0 0,-1-10-2219 0 0,-1-3-1071 0 0</inkml:trace>
</inkml:ink>
</file>

<file path=ppt/ink/ink1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2:50.1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630 100 284 0 0,'-1'-35'7038'0'0,"-10"-3"-3527"0"0,11 37-3208 0 0,-2-2-33 0 0,0 0 1 0 0,-1 0-1 0 0,1 1 0 0 0,0-1 1 0 0,-1 1-1 0 0,1 0 1 0 0,-5-3-1 0 0,3 4-210 0 0,-1 1 0 0 0,0-1 0 0 0,1 1 1 0 0,-1 0-1 0 0,0 0 0 0 0,0 1 0 0 0,1-1 0 0 0,-1 1 0 0 0,1 0 0 0 0,-1 0 0 0 0,1 1 0 0 0,-1-1 0 0 0,1 1 0 0 0,-1 0 0 0 0,1 0 1 0 0,0 1-1 0 0,-7 5 0 0 0,-6 4 47 0 0,1 0 0 0 0,-26 27 0 0 0,24-19-25 0 0,0 0 0 0 0,2 2 1 0 0,0 0-1 0 0,2 1 0 0 0,-23 46 0 0 0,-41 132 383 0 0,69-174-401 0 0,-13 43 162 0 0,3 2-1 0 0,3 0 1 0 0,-12 144-1 0 0,24 252 391 0 0,13-351-150 0 0,48 229-1 0 0,-40-283-377 0 0,3-1-1 0 0,2-1 1 0 0,3-1 0 0 0,3-1-1 0 0,2-1 1 0 0,3-1 0 0 0,43 57-1 0 0,-37-63-36 0 0,2-2-1 0 0,52 50 0 0 0,-62-71-27 0 0,1-1 1 0 0,1-1-1 0 0,1-2 0 0 0,50 27 0 0 0,-61-40-6 0 0,2-1-1 0 0,-1 0 1 0 0,1-2 0 0 0,1-2-1 0 0,0 0 1 0 0,36 4-1 0 0,-16-7 4 0 0,-1-1 1 0 0,86-8-1 0 0,-86-1-4 0 0,1-2 1 0 0,-1-2-1 0 0,0-2 1 0 0,-1-1-1 0 0,-1-3 1 0 0,0-1-1 0 0,-2-3 1 0 0,0-1-1 0 0,-1-2 1 0 0,61-48-1 0 0,-73 49-10 0 0,-1-1 1 0 0,-1-2-1 0 0,-2 0 0 0 0,0-2 1 0 0,-2-1-1 0 0,0 0 0 0 0,-3-2 0 0 0,0 0 1 0 0,-2-1-1 0 0,-1-1 0 0 0,13-42 0 0 0,-7 4-2 0 0,-3 1 0 0 0,-3-2-1 0 0,-4 0 1 0 0,4-79-1 0 0,-11 34 0 0 0,-19-211 0 0 0,-38-28-38 0 0,32 262 194 0 0,-58-157-1 0 0,62 212 19 0 0,-1 1 0 0 0,-2 0-1 0 0,-2 2 1 0 0,-1 0-1 0 0,-2 1 1 0 0,-1 2-1 0 0,-2 0 1 0 0,-1 2-1 0 0,-56-48 1 0 0,55 56-172 0 0,0 1 1 0 0,-1 2-1 0 0,-1 1 0 0 0,-1 2 1 0 0,-1 1-1 0 0,0 1 1 0 0,-1 2-1 0 0,0 1 0 0 0,-1 2 1 0 0,0 2-1 0 0,-59-8 1 0 0,30 12-331 0 0,1 3 0 0 0,-1 3 0 0 0,-91 13 1 0 0,-184 52-2448 0 0,243-41 695 0 0,-132 54 0 0 0,21 11-4888 0 0,149-63 2848 0 0</inkml:trace>
</inkml:ink>
</file>

<file path=ppt/ink/ink1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2:50.2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 6885 0 0,'0'0'14581'0'0,"5"-8"-14053"0"0,10 6-1512 0 0,-1 4-2588 0 0</inkml:trace>
</inkml:ink>
</file>

<file path=ppt/ink/ink1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0:30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44 940 0 0,'-45'-41'11386'0'0,"37"38"-8543"0"0,10 9-2509 0 0,1 1 1 0 0,-1-1 0 0 0,1-1 0 0 0,0 1-1 0 0,1 0 1 0 0,-1-1 0 0 0,6 7-1 0 0,36 38 561 0 0,-19-23-518 0 0,108 116 586 0 0,25 29-2969 0 0,-142-151 255 0 0,4 4-1389 0 0,-8-11-2355 0 0</inkml:trace>
</inkml:ink>
</file>

<file path=ppt/ink/ink1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0:30.6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400 99 828 0 0,'-7'-20'3388'0'0,"-1"1"-1"0"0,0 0 1 0 0,-14-21 914 0 0,20 41-3885 0 0,0 0-319 0 0,-1 0 1 0 0,1 1-1 0 0,0-1 0 0 0,0 1 0 0 0,0-1 0 0 0,0 1 1 0 0,0 0-1 0 0,0 0 0 0 0,0 0 0 0 0,1 0 0 0 0,-3 3 1 0 0,-16 31 543 0 0,9-16-397 0 0,-77 127 567 0 0,-79 146-1305 0 0,140-228-2754 0 0,13-22-4422 0 0</inkml:trace>
</inkml:ink>
</file>

<file path=ppt/ink/ink1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0:30.8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44 284 0 0,'55'-43'15411'0'0,"-54"43"-15199"0"0,0 1 0 0 0,0 0 1 0 0,1-1-1 0 0,-1 1 0 0 0,0 0 0 0 0,0 0 1 0 0,0 0-1 0 0,0 0 0 0 0,0 0 1 0 0,0 0-1 0 0,0 0 0 0 0,0 0 0 0 0,0 0 1 0 0,0 2-1 0 0,3 6 2 0 0,-1 1 0 0 0,0-1-1 0 0,-1 1 1 0 0,0 0 0 0 0,-1 0 0 0 0,1 12-1 0 0,-3 68 187 0 0,0-16-708 0 0,8 3-3174 0 0,1-27-5099 0 0</inkml:trace>
</inkml:ink>
</file>

<file path=ppt/ink/ink1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0:31.3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4 117 2344 0 0,'-1'-4'579'0'0,"0"1"-1"0"0,1-1 1 0 0,-1 0-1 0 0,1 0 1 0 0,0 0-1 0 0,0 0 1 0 0,0 0-1 0 0,1 0 1 0 0,-1 0-1 0 0,1 0 1 0 0,0 1-1 0 0,3-8 0 0 0,-2 7-300 0 0,-1 1 0 0 0,1 0 0 0 0,0 0 0 0 0,1 0 0 0 0,-1 0 0 0 0,0 0 0 0 0,1 0 0 0 0,0 1 0 0 0,0-1 0 0 0,-1 1 0 0 0,7-4 0 0 0,-2 3-140 0 0,0-1 0 0 0,0 2 0 0 0,0-1 0 0 0,0 1 0 0 0,1 0 1 0 0,-1 0-1 0 0,0 1 0 0 0,1 0 0 0 0,0 0 0 0 0,-1 1 0 0 0,1 0 0 0 0,14 2 0 0 0,-13-1-59 0 0,0 1-1 0 0,0 0 0 0 0,0 0 1 0 0,0 1-1 0 0,0 1 0 0 0,-1-1 1 0 0,1 1-1 0 0,-1 1 1 0 0,0 0-1 0 0,11 8 0 0 0,-17-11-59 0 0,1 0 0 0 0,-1 0 1 0 0,0 0-1 0 0,0 1 0 0 0,0-1 0 0 0,0 1 0 0 0,0-1 0 0 0,0 1 0 0 0,-1 0 0 0 0,1-1 0 0 0,-1 1 0 0 0,0 0 0 0 0,1 0 0 0 0,-1 0 1 0 0,-1 0-1 0 0,1 0 0 0 0,0 0 0 0 0,-1 1 0 0 0,0-1 0 0 0,0 0 0 0 0,0 0 0 0 0,0 0 0 0 0,0 0 0 0 0,0 1 0 0 0,-1-1 0 0 0,0 0 1 0 0,0 0-1 0 0,0 0 0 0 0,0 0 0 0 0,0 0 0 0 0,0 0 0 0 0,-1-1 0 0 0,-3 6 0 0 0,-3 4 32 0 0,-1 0 0 0 0,0-1 0 0 0,-1 0 0 0 0,0-1 0 0 0,0 0 0 0 0,-1-1 1 0 0,-1 0-1 0 0,1-1 0 0 0,-2 0 0 0 0,1 0 0 0 0,-1-2 0 0 0,0 1 0 0 0,-15 4 0 0 0,26-10-90 0 0,-7 3-257 0 0,28-4 287 0 0,0 0 0 0 0,0 1 0 0 0,0 0 1 0 0,-1 2-1 0 0,22 5 0 0 0,-6 1 296 0 0,63 25 1 0 0,-81-27-183 0 0,-1 1 0 0 0,1 0 0 0 0,-1 2 0 0 0,17 13 0 0 0,-27-20-42 0 0,0 1 1 0 0,-1 0-1 0 0,1 1 0 0 0,-1-1 1 0 0,1 1-1 0 0,-2 0 0 0 0,1 0 0 0 0,0 0 1 0 0,-1 1-1 0 0,0-1 0 0 0,0 1 1 0 0,-1 0-1 0 0,1 0 0 0 0,-1 0 0 0 0,1 7 1 0 0,-2-9-25 0 0,-1 0 0 0 0,0 0 0 0 0,0 0 0 0 0,-1 0 0 0 0,1 0 0 0 0,-1 0 0 0 0,0 0 0 0 0,0 0 0 0 0,0 0 0 0 0,0-1 0 0 0,-1 1 0 0 0,0 0 0 0 0,-3 4 0 0 0,1-1-7 0 0,0-1 1 0 0,-1 0 0 0 0,0 0-1 0 0,-1-1 1 0 0,1 1 0 0 0,-10 6 0 0 0,-4 1 3 0 0,-1-1 0 0 0,0-1 0 0 0,-36 14 0 0 0,36-17-129 0 0,0-2-1 0 0,0 0 0 0 0,-1-1 1 0 0,0-1-1 0 0,-29 1 0 0 0,27-4-1720 0 0,0-1 0 0 0,-34-4 0 0 0,54 4 1240 0 0,1-1 0 0 0,-1 1 0 0 0,0-1 1 0 0,1 0-1 0 0,-1 0 0 0 0,0 0 0 0 0,1 0 0 0 0,0 0 0 0 0,-1 0 0 0 0,-2-3 0 0 0,-8-6-4570 0 0</inkml:trace>
</inkml:ink>
</file>

<file path=ppt/ink/ink1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0:31.8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50 584 0 0,'1'-10'2309'0'0,"1"1"-1"0"0,0-1 1 0 0,4-9 0 0 0,-5 17-1674 0 0,2 3-363 0 0,0-1 1 0 0,0 1 0 0 0,0 0-1 0 0,0 0 1 0 0,0 0 0 0 0,0 0 0 0 0,0 0-1 0 0,0 1 1 0 0,0-1 0 0 0,0 1-1 0 0,-1 0 1 0 0,1 0 0 0 0,0 0-1 0 0,-1 0 1 0 0,3 3 0 0 0,37 44 745 0 0,-20-21-532 0 0,17 15-205 0 0,2-2-1 0 0,85 65 0 0 0,-24-41-4465 0 0,-67-51-1357 0 0,-21-12 511 0 0</inkml:trace>
</inkml:ink>
</file>

<file path=ppt/ink/ink1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0:32.0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134 69 716 0 0,'-4'-16'3556'0'0,"-1"1"0"0"0,-9-23 2623 0 0,12 68-3363 0 0,-5 37-1663 0 0,-3-1 1 0 0,-29 104 0 0 0,-11 70-6741 0 0,47-204-849 0 0,4-21 579 0 0</inkml:trace>
</inkml:ink>
</file>

<file path=ppt/ink/ink1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0:32.2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30 908 0 0,'50'-29'13599'0'0,"-47"29"-12657"0"0,-3 1-847 0 0,1-1 0 0 0,0 0 0 0 0,0 0 0 0 0,-1 1 0 0 0,1-1 0 0 0,0 0 0 0 0,-1 1 0 0 0,1-1 0 0 0,0 1 0 0 0,-1-1 0 0 0,1 1-1 0 0,-1-1 1 0 0,1 1 0 0 0,0-1 0 0 0,-1 1 0 0 0,0-1 0 0 0,1 1 0 0 0,-1 0 0 0 0,1-1 0 0 0,-1 1 0 0 0,0 0 0 0 0,1 1 0 0 0,1 22 1092 0 0,-4-10-910 0 0,-1 0 0 0 0,-5 15 0 0 0,3-13-33 0 0,-20 100-219 0 0,12-38-4254 0 0,8-54 1619 0 0</inkml:trace>
</inkml:ink>
</file>

<file path=ppt/ink/ink1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0:32.7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89 392 0 0,'-3'-43'8801'0'0,"0"2"-3445"0"0,3 41-5311 0 0,0-1 0 0 0,0 1 0 0 0,0 0 0 0 0,0 0 0 0 0,0-1 0 0 0,1 1 0 0 0,-1 0 0 0 0,0 0 0 0 0,0-1 0 0 0,1 1 0 0 0,-1 0 0 0 0,0 0 0 0 0,0 0 0 0 0,1-1-1 0 0,-1 1 1 0 0,0 0 0 0 0,0 0 0 0 0,1 0 0 0 0,-1 0 0 0 0,0 0 0 0 0,1-1 0 0 0,-1 1 0 0 0,0 0 0 0 0,1 0 0 0 0,-1 0 0 0 0,0 0 0 0 0,1 0 0 0 0,-1 0 0 0 0,0 0 0 0 0,1 0 0 0 0,-1 0 0 0 0,0 1-1 0 0,1-1 1 0 0,-1 0 0 0 0,0 0 0 0 0,1 0 0 0 0,10 3 453 0 0,7 5-39 0 0,1 1 1 0 0,-1 1-1 0 0,-1 1 0 0 0,28 21 0 0 0,2 2-143 0 0,-4-6-479 0 0,141 90 790 0 0,-59-44-6868 0 0,-96-61 385 0 0</inkml:trace>
</inkml:ink>
</file>

<file path=ppt/ink/ink1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0:32.9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235 76 748 0 0,'-3'-14'3082'0'0,"0"0"-1"0"0,-1 0 1 0 0,-13-20 2509 0 0,17 34-5548 0 0,0 1 44 0 0,0-1-44 0 0,-5 13 1312 0 0,-6 24-529 0 0,7-24-340 0 0,-83 219 1764 0 0,36-107-2840 0 0,8 2-4608 0 0,36-96-1489 0 0</inkml:trace>
</inkml:ink>
</file>

<file path=ppt/ink/ink1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0:33.3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47 1320 0 0,'9'-23'11056'0'0,"-7"21"-10767"0"0,0 0-1 0 0,-1 0 0 0 0,1 0 0 0 0,0 0 1 0 0,0 1-1 0 0,0-1 0 0 0,0 1 0 0 0,0 0 1 0 0,1-1-1 0 0,-1 1 0 0 0,0 0 0 0 0,1 0 1 0 0,-1 1-1 0 0,1-1 0 0 0,-1 0 0 0 0,0 1 1 0 0,1 0-1 0 0,-1-1 0 0 0,6 1 0 0 0,2 0-77 0 0,0 0 0 0 0,0 1 0 0 0,20 4 0 0 0,-24-4-163 0 0,1 0 0 0 0,-1 1 0 0 0,0 0 0 0 0,0 1 0 0 0,-1-1 0 0 0,1 1 0 0 0,0 0 0 0 0,-1 0 0 0 0,0 1 0 0 0,0 0 0 0 0,0 0 0 0 0,0 0 0 0 0,0 0 0 0 0,3 6 0 0 0,-6-7-29 0 0,0 0 0 0 0,0 0 0 0 0,0 0 0 0 0,0 0-1 0 0,-1 1 1 0 0,0-1 0 0 0,1 1 0 0 0,-1-1 0 0 0,-1 1 0 0 0,1-1 0 0 0,0 1-1 0 0,-1-1 1 0 0,0 1 0 0 0,0 0 0 0 0,0-1 0 0 0,0 1 0 0 0,0 0-1 0 0,-1-1 1 0 0,0 1 0 0 0,0-1 0 0 0,0 1 0 0 0,0-1 0 0 0,0 1 0 0 0,-1-1-1 0 0,-2 5 1 0 0,-5 7 40 0 0,0 0 0 0 0,-1-1 1 0 0,-1 0-1 0 0,0 0 0 0 0,-1-1 0 0 0,-16 13 0 0 0,-87 64 476 0 0,38-33-203 0 0,77-57-331 0 0,-1 0 1 0 0,1 1-1 0 0,-1-1 1 0 0,1 0-1 0 0,-1 1 1 0 0,1-1-1 0 0,-1 1 1 0 0,1-1-1 0 0,-1 1 1 0 0,1-1-1 0 0,0 1 1 0 0,-1-1-1 0 0,1 1 1 0 0,-1-1-1 0 0,1 1 1 0 0,0-1-1 0 0,0 1 1 0 0,-1 0 0 0 0,1-1-1 0 0,0 1 1 0 0,0 0-1 0 0,0 0 0 0 0,0 0 1 0 0,0-1-1 0 0,1 1 0 0 0,-1-1 0 0 0,1 0 0 0 0,-1 1 0 0 0,0-1 0 0 0,1 0 0 0 0,-1 1 0 0 0,1-1 0 0 0,-1 0 0 0 0,1 0 0 0 0,-1 0 0 0 0,1 1 0 0 0,-1-1 0 0 0,1 0 0 0 0,-1 0 1 0 0,1 0-1 0 0,-1 0 0 0 0,1 0 0 0 0,-1 0 0 0 0,1 0 0 0 0,35-1 25 0 0,-34 1-24 0 0,174-30-934 0 0,-1-15-3323 0 0,-132 33 2581 0 0,19-4-2642 0 0</inkml:trace>
</inkml:ink>
</file>

<file path=ppt/ink/ink1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0:33.9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61 864 0 0,'-35'-60'14452'0'0,"51"62"-13028"0"0,-10 0-1114 0 0,-1 0 0 0 0,0 0-1 0 0,0 1 1 0 0,0-1 0 0 0,0 1 0 0 0,0 0-1 0 0,6 6 1 0 0,2 1 179 0 0,44 32 900 0 0,99 95 0 0 0,-94-79-3715 0 0,2-2-3748 0 0,-61-53 5297 0 0,8 5-460 0 0,14-1-8430 0 0</inkml:trace>
</inkml:ink>
</file>

<file path=ppt/ink/ink1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0:34.1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181 91 2596 0 0,'0'-28'6492'0'0,"-5"-35"1760"0"0,4 63-8159 0 0,0 1-1 0 0,0-1 0 0 0,0 0 1 0 0,0 1-1 0 0,0-1 1 0 0,1 1-1 0 0,-1-1 0 0 0,0 1 1 0 0,0 0-1 0 0,0-1 0 0 0,0 1 1 0 0,1 0-1 0 0,-1-1 1 0 0,0 1-1 0 0,1 0 0 0 0,-1 0 1 0 0,1-1-1 0 0,-1 1 0 0 0,1 0 1 0 0,-1 2-1 0 0,-11 23 469 0 0,9-16-293 0 0,-7 10-172 0 0,-67 164 1008 0 0,63-143-3222 0 0,1 0 1 0 0,-12 69-1 0 0,21-65-4181 0 0,3-28 46 0 0</inkml:trace>
</inkml:ink>
</file>

<file path=ppt/ink/ink1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0:34.6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168 98 2244 0 0,'10'-22'6716'0'0,"4"-6"-1111"0"0,-12 25-5311 0 0,0-1-1 0 0,0 1 1 0 0,1 0-1 0 0,0-1 0 0 0,-1 1 1 0 0,1 1-1 0 0,1-1 1 0 0,-1 0-1 0 0,5-3 1 0 0,-5 4-214 0 0,1 0 1 0 0,0 1 0 0 0,0-1 0 0 0,0 1 0 0 0,0-1-1 0 0,0 1 1 0 0,0 0 0 0 0,0 1 0 0 0,1-1-1 0 0,-1 1 1 0 0,0 0 0 0 0,5 0 0 0 0,-7 0-65 0 0,1 0-1 0 0,-1 0 1 0 0,0 1 0 0 0,0-1-1 0 0,1 1 1 0 0,-1 0 0 0 0,0-1 0 0 0,0 1-1 0 0,0 0 1 0 0,0 0 0 0 0,0 0 0 0 0,0 0-1 0 0,0 1 1 0 0,0-1 0 0 0,0 1-1 0 0,0-1 1 0 0,-1 1 0 0 0,1-1 0 0 0,-1 1-1 0 0,1 0 1 0 0,-1 0 0 0 0,0 0 0 0 0,1 0-1 0 0,0 2 1 0 0,-1-1-2 0 0,-1 0-1 0 0,1 0 1 0 0,-1 0 0 0 0,1 0-1 0 0,-1 0 1 0 0,0 0 0 0 0,0 0-1 0 0,0 0 1 0 0,-1 0 0 0 0,1 0-1 0 0,-1 0 1 0 0,0-1 0 0 0,1 1-1 0 0,-1 0 1 0 0,0 0 0 0 0,-1 0-1 0 0,1-1 1 0 0,0 1 0 0 0,-4 3-1 0 0,-3 6 26 0 0,-1 0 0 0 0,-18 18 1 0 0,15-17-7 0 0,4-4-20 0 0,4-5-32 0 0,0 0-1 0 0,0 0 1 0 0,0 1-1 0 0,1 0 1 0 0,-3 5 0 0 0,5-8-21 0 0,3 11-31 0 0,7-5 63 0 0,1-1 0 0 0,0-1 0 0 0,1 1 0 0 0,-1-2 1 0 0,1 1-1 0 0,1-2 0 0 0,20 7 0 0 0,-15-5 34 0 0,0 0 0 0 0,27 16 0 0 0,-41-21 41 0 0,0 1 0 0 0,0 0 0 0 0,0 0 0 0 0,0 0-1 0 0,-1 0 1 0 0,1 0 0 0 0,-1 1 0 0 0,0-1 0 0 0,0 1-1 0 0,0 0 1 0 0,0-1 0 0 0,0 1 0 0 0,2 6-1 0 0,-3-7-12 0 0,-1 0 0 0 0,0 0 0 0 0,1 0-1 0 0,-1 0 1 0 0,0 0 0 0 0,-1 0 0 0 0,1 0-1 0 0,0 0 1 0 0,0 0 0 0 0,-1 0 0 0 0,0 0-1 0 0,1 0 1 0 0,-1 0 0 0 0,0 0 0 0 0,0-1-1 0 0,0 1 1 0 0,0 0 0 0 0,0 0 0 0 0,0-1-1 0 0,0 1 1 0 0,-1-1 0 0 0,1 1 0 0 0,-3 1-1 0 0,-7 9 80 0 0,-1-1 1 0 0,-1-1-1 0 0,1 0 0 0 0,-2-1 0 0 0,0 0 0 0 0,0-1 0 0 0,0-1 1 0 0,-25 10-1 0 0,11-8-271 0 0,0-1 0 0 0,0-1 0 0 0,-56 6 1 0 0,73-12-450 0 0,0 0 1 0 0,0-1 0 0 0,-22-3-1 0 0,1-7-2761 0 0,30 9 2625 0 0,-1 0-1 0 0,1 0 0 0 0,0-1 1 0 0,-1 1-1 0 0,1-1 0 0 0,0 0 0 0 0,0 0 1 0 0,0 0-1 0 0,-2-2 0 0 0</inkml:trace>
</inkml:ink>
</file>

<file path=ppt/ink/ink1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0:35.0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63 1376 0 0,'-58'-56'10128'0'0,"61"53"-9229"0"0,-3 3-876 0 0,0-1 0 0 0,0 1 0 0 0,0 0 0 0 0,0 0 0 0 0,0 0 0 0 0,0-1 0 0 0,0 1 1 0 0,0 0-1 0 0,1 0 0 0 0,-1 0 0 0 0,0 0 0 0 0,0-1 0 0 0,0 1 0 0 0,0 0 0 0 0,0 0 0 0 0,1 0 1 0 0,-1 0-1 0 0,0 0 0 0 0,0 0 0 0 0,0 0 0 0 0,0-1 0 0 0,1 1 0 0 0,-1 0 0 0 0,0 0 0 0 0,0 0 1 0 0,0 0-1 0 0,1 0 0 0 0,-1 0 0 0 0,0 0 0 0 0,0 0 0 0 0,0 0 0 0 0,1 0 0 0 0,-1 0 0 0 0,0 0 0 0 0,0 0 1 0 0,0 0-1 0 0,1 0 0 0 0,-1 0 0 0 0,0 0 0 0 0,0 0 0 0 0,1 1 0 0 0,12 4 392 0 0,0 0 1 0 0,0 1-1 0 0,0 1 0 0 0,-1 0 0 0 0,15 11 1 0 0,60 51 94 0 0,-52-39-292 0 0,-28-25-198 0 0,119 93-1546 0 0,-99-80-1129 0 0,36 18 1 0 0,-47-29-461 0 0,0-3-1144 0 0</inkml:trace>
</inkml:ink>
</file>

<file path=ppt/ink/ink1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0:35.2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 87 2140 0 0,'-5'-43'8058'0'0,"-1"0"-1529"0"0,4 60-4906 0 0,-20 88-271 0 0,-50 145 1 0 0,70-244-1464 0 0,-45 139-1535 0 0,35-96-1823 0 0,1 0-3455 0 0</inkml:trace>
</inkml:ink>
</file>

<file path=ppt/ink/ink1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0:35.6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36 1528 0 0,'31'-31'14396'0'0,"-29"87"-10744"0"0,-2-49-3599 0 0,0 0-1 0 0,1 0 1 0 0,0 0-1 0 0,0 0 0 0 0,0 0 1 0 0,1 0-1 0 0,0 0 0 0 0,0-1 1 0 0,1 1-1 0 0,0 0 1 0 0,0-1-1 0 0,1 0 0 0 0,0 0 1 0 0,0 0-1 0 0,7 9 0 0 0,-6-11-55 0 0,-1 0 0 0 0,1 0-1 0 0,0 0 1 0 0,1-1 0 0 0,-1 1-1 0 0,0-1 1 0 0,1-1 0 0 0,0 1-1 0 0,0-1 1 0 0,-1 0 0 0 0,1 0-1 0 0,1 0 1 0 0,-1-1 0 0 0,0 0 0 0 0,0 0-1 0 0,0-1 1 0 0,12 0 0 0 0,-6-1-46 0 0,0-1 1 0 0,0 0 0 0 0,0-1 0 0 0,-1 0 0 0 0,1-1 0 0 0,-1 0 0 0 0,0-1 0 0 0,0 0 0 0 0,-1-1 0 0 0,1 0 0 0 0,-1-1-1 0 0,14-11 1 0 0,-8 4 457 0 0,0-1-1 0 0,0-1 1 0 0,-2 0 0 0 0,0-1-1 0 0,23-37 1 0 0,-36 53-370 0 0,-1 0 1 0 0,1-1-1 0 0,-1 1 1 0 0,1 0-1 0 0,0 0 1 0 0,0-1-1 0 0,0 1 1 0 0,0 0 0 0 0,0 0-1 0 0,0 0 1 0 0,0 0-1 0 0,0 0 1 0 0,0 0-1 0 0,0 1 1 0 0,1-1-1 0 0,-1 0 1 0 0,0 0-1 0 0,3 0 1 0 0,-4 1-16 0 0,1 1-1 0 0,0-1 1 0 0,-1 0-1 0 0,1 0 1 0 0,0 1 0 0 0,-1-1-1 0 0,1 0 1 0 0,-1 1 0 0 0,1-1-1 0 0,-1 1 1 0 0,1-1 0 0 0,-1 1-1 0 0,1-1 1 0 0,-1 1 0 0 0,1-1-1 0 0,-1 1 1 0 0,1-1 0 0 0,-1 1-1 0 0,0 0 1 0 0,1-1 0 0 0,-1 1-1 0 0,0 0 1 0 0,0-1 0 0 0,1 1-1 0 0,-1 1 1 0 0,3 9 129 0 0,-1-1 1 0 0,-1 1 0 0 0,2 15-1 0 0,-3-20-151 0 0,2 232-336 0 0,-7-158-3870 0 0,-1-1-5483 0 0,5-59 2153 0 0</inkml:trace>
</inkml:ink>
</file>

<file path=ppt/ink/ink1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0:36.7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2 226 732 0 0,'23'-58'9025'0'0,"-23"57"-8904"0"0,1 0 0 0 0,-1 0 0 0 0,0 0 0 0 0,0 0 0 0 0,1 0 0 0 0,-1 0 0 0 0,1 1 0 0 0,-1-1 0 0 0,1 0 0 0 0,-1 0 0 0 0,1 0 0 0 0,-1 0 0 0 0,1 1 1 0 0,0-1-1 0 0,-1 0 0 0 0,1 1 0 0 0,0-1 0 0 0,0 0 0 0 0,-1 1 0 0 0,1-1 0 0 0,1 0 0 0 0,-1 2-73 0 0,0-1 1 0 0,-1 0-1 0 0,1 0 1 0 0,-1 0-1 0 0,1 1 0 0 0,-1-1 1 0 0,1 0-1 0 0,0 1 1 0 0,-1-1-1 0 0,1 1 0 0 0,-1-1 1 0 0,0 1-1 0 0,1-1 1 0 0,-1 0-1 0 0,1 1 1 0 0,-1 0-1 0 0,0-1 0 0 0,1 1 1 0 0,-1-1-1 0 0,0 1 1 0 0,1-1-1 0 0,-1 2 0 0 0,3 5 198 0 0,-1 0-1 0 0,1 1 1 0 0,1 11-1 0 0,0 14 132 0 0,-2-1-1 0 0,-1 1 1 0 0,-5 42-1 0 0,-19 97 71 0 0,10-83-250 0 0,-1-4 108 0 0,9-70-160 0 0,5-15-143 0 0,0 0-1 0 0,0 0 1 0 0,-1 0-1 0 0,1 0 1 0 0,0 0-1 0 0,0 0 1 0 0,0 0-1 0 0,0 0 0 0 0,0 1 1 0 0,0-1-1 0 0,0 0 1 0 0,0 0-1 0 0,-1 0 1 0 0,1 0-1 0 0,0 0 1 0 0,0 0-1 0 0,0 0 0 0 0,0 0 1 0 0,0 0-1 0 0,0 0 1 0 0,0 0-1 0 0,-1 0 1 0 0,1 0-1 0 0,0 0 0 0 0,0-1 1 0 0,0 1-1 0 0,0 0 1 0 0,0 0-1 0 0,0 0 1 0 0,0 0-1 0 0,0 0 1 0 0,-1 0-1 0 0,1 0 0 0 0,0 0 1 0 0,0 0-1 0 0,0 0 1 0 0,0 0-1 0 0,0 0 1 0 0,0-1-1 0 0,0 1 1 0 0,0 0-1 0 0,0 0 0 0 0,0 0 1 0 0,0 0-1 0 0,0 0 1 0 0,0 0-1 0 0,0 0 1 0 0,0 0-1 0 0,0-1 1 0 0,0 1-1 0 0,-1 0 0 0 0,-2-26 6 0 0,9-48-64 0 0,4 1 0 0 0,2 0-1 0 0,4 1 1 0 0,3 0 0 0 0,4 2 0 0 0,36-82 0 0 0,-53 138 24 0 0,0 1 0 0 0,1 0-1 0 0,0 0 1 0 0,1 1 0 0 0,14-18 0 0 0,-20 28 33 0 0,0 0-1 0 0,0-1 0 0 0,1 1 1 0 0,-1 0-1 0 0,0 1 1 0 0,1-1-1 0 0,-1 0 1 0 0,1 1-1 0 0,-1-1 1 0 0,1 1-1 0 0,0 0 1 0 0,-1-1-1 0 0,1 2 0 0 0,0-1 1 0 0,0 0-1 0 0,0 0 1 0 0,0 1-1 0 0,0 0 1 0 0,0-1-1 0 0,0 1 1 0 0,0 0-1 0 0,0 1 1 0 0,0-1-1 0 0,0 0 0 0 0,0 1 1 0 0,0 0-1 0 0,0-1 1 0 0,0 1-1 0 0,-1 1 1 0 0,1-1-1 0 0,0 0 1 0 0,-1 1-1 0 0,4 1 1 0 0,5 5 89 0 0,-2-1 1 0 0,1 2 0 0 0,-1-1-1 0 0,0 1 1 0 0,-1 1 0 0 0,0 0-1 0 0,0 0 1 0 0,-1 0 0 0 0,9 17 0 0 0,4 14 283 0 0,19 54 0 0 0,-25-59-305 0 0,17 52-1020 0 0,25 110 0 0 0,-50-161-1722 0 0,-6-12-3076 0 0</inkml:trace>
</inkml:ink>
</file>

<file path=ppt/ink/ink1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0:36.8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71 600 0 0,'-17'-6'3437'0'0,"-23"-7"4148"0"0,18 4-5490 0 0,20 8-1363 0 0,3 0-702 0 0,-1 0 0 0 0,1 0 0 0 0,0 0 0 0 0,-1 0 1 0 0,1 0-1 0 0,0 0 0 0 0,0 1 0 0 0,-1-1 0 0 0,1 0 0 0 0,0 0 1 0 0,0 1-1 0 0,0-1 0 0 0,0 1 0 0 0,0-1 0 0 0,0 1 1 0 0,0-1-1 0 0,0 1 0 0 0,0-1 0 0 0,0 1 0 0 0,0 0 1 0 0,0 0-1 0 0,0 0 0 0 0,0-1 0 0 0,2 1 0 0 0,0 0-10 0 0,40-9-454 0 0,1 3 0 0 0,46-1 0 0 0,28 4-3948 0 0,-72 2 1476 0 0,-5 0-1323 0 0</inkml:trace>
</inkml:ink>
</file>

<file path=ppt/ink/ink1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0:37.0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0 792 0 0,'3'1'2282'0'0,"3"0"-368"0"0,1 1 0 0 0,-1-1 0 0 0,1 2 0 0 0,11 4 1 0 0,-15-5-1642 0 0,0 0-1 0 0,-1 0 1 0 0,1 1 0 0 0,0-1 0 0 0,-1 0 0 0 0,1 1 0 0 0,-1 0-1 0 0,0 0 1 0 0,0-1 0 0 0,0 1 0 0 0,3 7 0 0 0,2 4 50 0 0,-2 1 0 0 0,1 0 0 0 0,-2 0-1 0 0,0 0 1 0 0,2 17 0 0 0,4 78 992 0 0,-1-8-3619 0 0,-6-86 614 0 0,0 0 1 0 0,1 0-1 0 0,1 0 1 0 0,7 17-1 0 0,-4-14-4325 0 0</inkml:trace>
</inkml:ink>
</file>

<file path=ppt/ink/ink1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0:37.7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186 323 1176 0 0,'-5'-5'854'0'0,"-9"-10"1578"0"0,0 2 0 0 0,-1 0 0 0 0,0 0-1 0 0,-25-15 1 0 0,38 27-1996 0 0,-1 4 234 0 0,3-3-651 0 0,0 0 0 0 0,0 0 0 0 0,-1 0 0 0 0,1 0 0 0 0,0 0 0 0 0,0 1 0 0 0,-1-1 0 0 0,1 0 0 0 0,0 0 0 0 0,0 0 0 0 0,0 0 0 0 0,0 0 0 0 0,-1 0 1 0 0,1 1-1 0 0,0-1 0 0 0,0 0 0 0 0,0 0 0 0 0,0 0 0 0 0,0 1 0 0 0,-1-1 0 0 0,1 0 0 0 0,0 0 0 0 0,0 0 0 0 0,0 1 0 0 0,0-1 0 0 0,0 0 0 0 0,0 0 0 0 0,0 1 0 0 0,0-1 0 0 0,0 0 1 0 0,0 0-1 0 0,0 0 0 0 0,0 1 0 0 0,0-1 0 0 0,0 0 0 0 0,4 101 2285 0 0,-1 49-1352 0 0,-33 114-2168 0 0,30-263 1103 0 0,0 0 0 0 0,0 0 0 0 0,0 1 0 0 0,-1-1 1 0 0,1 0-1 0 0,0 0 0 0 0,0 0 0 0 0,-1 0 0 0 0,1 0 0 0 0,-1 0 0 0 0,1 0 0 0 0,-1 0 0 0 0,0 0 1 0 0,1 0-1 0 0,-3 2 0 0 0,3-3 58 0 0,0 0 1 0 0,-1 0 0 0 0,1 0-1 0 0,0 0 1 0 0,-1 0 0 0 0,1 0-1 0 0,-1 0 1 0 0,1 0 0 0 0,0 0 0 0 0,-1 0-1 0 0,1 0 1 0 0,0-1 0 0 0,-1 1-1 0 0,1 0 1 0 0,0 0 0 0 0,-1 0-1 0 0,1 0 1 0 0,0-1 0 0 0,-1 1-1 0 0,1 0 1 0 0,0 0 0 0 0,-1-1-1 0 0,1 1 1 0 0,0 0 0 0 0,0 0-1 0 0,0-1 1 0 0,-1 1 0 0 0,1 0-1 0 0,0-1 1 0 0,0 0 0 0 0,-3-3-139 0 0,1 0 1 0 0,0 0-1 0 0,0 0 1 0 0,0-1 0 0 0,1 1-1 0 0,-2-7 1 0 0,-6-47 72 0 0,4 1 1 0 0,2 0-1 0 0,2-1 1 0 0,3 0-1 0 0,2 1 1 0 0,3 0-1 0 0,19-77 1 0 0,-20 108 247 0 0,1 0 1 0 0,12-27 0 0 0,-16 46-77 0 0,0 0 0 0 0,0 0-1 0 0,1 1 1 0 0,0-1 0 0 0,1 1 0 0 0,-1 0 0 0 0,1 0 0 0 0,0 0 0 0 0,1 1 0 0 0,-1-1 0 0 0,1 1 0 0 0,7-4 0 0 0,-9 7-1 0 0,-1 0 0 0 0,1 1 0 0 0,0-1 0 0 0,0 1 0 0 0,0 0 1 0 0,0 0-1 0 0,0 0 0 0 0,0 1 0 0 0,1 0 0 0 0,-1-1 0 0 0,0 1 1 0 0,0 1-1 0 0,0-1 0 0 0,0 1 0 0 0,0-1 0 0 0,1 1 1 0 0,-1 0-1 0 0,0 1 0 0 0,-1-1 0 0 0,1 1 0 0 0,0 0 0 0 0,0-1 1 0 0,-1 2-1 0 0,1-1 0 0 0,5 5 0 0 0,3 3 139 0 0,0-1 1 0 0,-1 2-1 0 0,-1 0 0 0 0,0 0 1 0 0,16 23-1 0 0,-3 4 117 0 0,-2 0 1 0 0,-1 1-1 0 0,-2 0 1 0 0,22 75 0 0 0,30 173-954 0 0,-67-272 495 0 0,9 32-4655 0 0</inkml:trace>
</inkml:ink>
</file>

<file path=ppt/ink/ink1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0:37.9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19 1084 0 0,'-90'-18'14877'0'0,"118"21"-14841"0"0,0-1 0 0 0,0-1 0 0 0,38-5-1 0 0,-5 2-858 0 0,63 2-2118 0 0,-43 3-1815 0 0,-31-2-424 0 0</inkml:trace>
</inkml:ink>
</file>

<file path=ppt/ink/ink1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0:38.2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0 2908 0 0,'-1'23'14016'0'0,"2"-16"-11767"0"0,20-1-1030 0 0,0-2-1 0 0,34 4 1 0 0,-38-6-954 0 0,-1 0 1 0 0,1 1-1 0 0,0 0 1 0 0,-1 2-1 0 0,31 11 1 0 0,-45-15-176 0 0,-1 0 1 0 0,1 0 0 0 0,0 0-1 0 0,0 0 1 0 0,-1 0 0 0 0,1 1-1 0 0,-1-1 1 0 0,1 0 0 0 0,-1 1 0 0 0,1-1-1 0 0,-1 1 1 0 0,0 0 0 0 0,0-1-1 0 0,0 1 1 0 0,0 0 0 0 0,0 0-1 0 0,0 0 1 0 0,0-1 0 0 0,-1 1 0 0 0,2 3-1 0 0,-2-2 63 0 0,0 0 0 0 0,0 0-1 0 0,0 0 1 0 0,0 1-1 0 0,-1-1 1 0 0,1 0 0 0 0,-1 0-1 0 0,0 0 1 0 0,1 0 0 0 0,-2 0-1 0 0,-1 5 1 0 0,-2 1 195 0 0,-1 0 1 0 0,1 0-1 0 0,-1 0 0 0 0,-1-1 1 0 0,0 0-1 0 0,-13 12 0 0 0,-47 41 533 0 0,65-60-898 0 0,4 2 31 0 0,-2-3-18 0 0,0 1 0 0 0,0-1 0 0 0,0 0 0 0 0,0 0 0 0 0,0 1-1 0 0,0-1 1 0 0,0 0 0 0 0,0 0 0 0 0,0 1 0 0 0,0-1 0 0 0,0 0 0 0 0,0 0 0 0 0,0 1 0 0 0,0-1 0 0 0,0 0 0 0 0,0 0 0 0 0,0 1 0 0 0,0-1 0 0 0,0 0 0 0 0,1 0 0 0 0,-1 0 0 0 0,0 1 0 0 0,0-1 0 0 0,0 0 0 0 0,0 0 0 0 0,1 0 0 0 0,-1 0-1 0 0,0 1 1 0 0,0-1 0 0 0,0 0 0 0 0,1 0 0 0 0,-1 0 0 0 0,0 0 0 0 0,0 0 0 0 0,1 0 0 0 0,-1 0 0 0 0,0 0 0 0 0,0 0 0 0 0,1 0 0 0 0,-1 1 0 0 0,0-1 0 0 0,0 0 0 0 0,1 0 0 0 0,-1-1 0 0 0,0 1 0 0 0,0 0 0 0 0,1 0 0 0 0,113-6-2864 0 0,151-27 0 0 0,-159 17 655 0 0,71-11-3143 0 0,-59 6-1358 0 0,-20 2-2143 0 0</inkml:trace>
</inkml:ink>
</file>

<file path=ppt/ink/ink1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2:12.3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 3712 0 0,'17'0'12513'0'0,"0"-2"-10952"0"0</inkml:trace>
</inkml:ink>
</file>

<file path=ppt/ink/ink1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2:20.1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78 784 0 0,'-3'-19'17935'0'0,"3"7"-13573"0"0,1 9-4389 0 0,1 2 33 0 0,0-10 95 0 0,-2 9-89 0 0,2-28-458 0 0,8 76 387 0 0,-3-15 54 0 0,5 41-1 0 0,-10-6-168 0 0,-3-1 0 0 0,-17 122-1 0 0,0-16-4655 0 0,17-86-1405 0 0,1-67 3259 0 0,0 4-2713 0 0</inkml:trace>
</inkml:ink>
</file>

<file path=ppt/ink/ink1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2:21.6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65 1580 0 0,'0'-14'4803'0'0,"-10"-27"4297"0"0,6 32-7366 0 0,2 13-1583 0 0,0 1-1 0 0,1 0 1 0 0,-1 0-1 0 0,1-1 1 0 0,0 1 0 0 0,1 0-1 0 0,-1 0 1 0 0,1 0-1 0 0,0 0 1 0 0,1 9 0 0 0,0 5 129 0 0,-8 91 408 0 0,-1 49-348 0 0,6-54-3122 0 0,2-102 2503 0 0,2 44-3038 0 0,5-18-2748 0 0</inkml:trace>
</inkml:ink>
</file>

<file path=ppt/ink/ink1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2:21.8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284 44 2104 0 0,'28'-44'16738'0'0,"-36"68"-15716"0"0,-1-1 1 0 0,-1 0-1 0 0,-20 33 1 0 0,14-28-695 0 0,-128 229-334 0 0,89-174-4556 0 0,15-31-5034 0 0</inkml:trace>
</inkml:ink>
</file>

<file path=ppt/ink/ink1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2:22.3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0 181 2592 0 0,'15'-19'15346'0'0,"-9"13"-13489"0"0,10-6-1204 0 0,2 0 0 0 0,-1 1 0 0 0,29-12 0 0 0,61-21-397 0 0,-96 40-180 0 0,30-11-3 0 0,75-17 0 0 0,-108 30-89 0 0,5 2-10 0 0,-12 0 24 0 0,1 0 39 0 0,1 0 0 0 0,-1 0 0 0 0,0 1 1 0 0,1-1-1 0 0,-1 1 0 0 0,0-1 0 0 0,0 1 0 0 0,0 0 1 0 0,0 0-1 0 0,0 0 0 0 0,0 0 0 0 0,0 0 1 0 0,0 0-1 0 0,0 1 0 0 0,0-1 0 0 0,0 0 0 0 0,-1 1 1 0 0,1 0-1 0 0,-1-1 0 0 0,1 1 0 0 0,-1 0 1 0 0,0 0-1 0 0,1 0 0 0 0,-1 0 0 0 0,0 0 0 0 0,0 0 1 0 0,1 4-1 0 0,-1-3 54 0 0,3 8 258 0 0,0 0 0 0 0,-1 1-1 0 0,0 0 1 0 0,-1-1 0 0 0,-1 1-1 0 0,0 0 1 0 0,0 16 0 0 0,-11 86 1054 0 0,5-66-989 0 0,-10 67 400 0 0,0 0-764 0 0,11-39-3847 0 0,8-56-505 0 0</inkml:trace>
</inkml:ink>
</file>

<file path=ppt/ink/ink1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2:23.3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76 1408 0 0,'45'-71'15746'0'0,"-44"70"-15248"0"0,-1 1-476 0 0,0 0 0 0 0,0 0 0 0 0,0 0 0 0 0,1 0 1 0 0,-1 0-1 0 0,0 0 0 0 0,0 1 0 0 0,0-1 0 0 0,0 0 0 0 0,0 0 1 0 0,1 0-1 0 0,-1 0 0 0 0,0 0 0 0 0,0 0 0 0 0,0 0 1 0 0,0 0-1 0 0,1 0 0 0 0,-1 0 0 0 0,0 0 0 0 0,0 0 0 0 0,0 0 1 0 0,1 0-1 0 0,-1 0 0 0 0,0 0 0 0 0,0 0 0 0 0,0 0 1 0 0,0 0-1 0 0,1 0 0 0 0,-1 0 0 0 0,0 0 0 0 0,0 0 0 0 0,0 0 1 0 0,0 0-1 0 0,1 0 0 0 0,-1 0 0 0 0,0 0 0 0 0,0 0 0 0 0,0-1 1 0 0,0 1-1 0 0,0 0 0 0 0,1 0 0 0 0,-1 0 0 0 0,0 0 1 0 0,0 0-1 0 0,0-1 0 0 0,0 1 0 0 0,0 0 0 0 0,0 0 0 0 0,0 0 1 0 0,0 0-1 0 0,0-1 0 0 0,0 1 0 0 0,1 0 0 0 0,-1 0 1 0 0,0 0-1 0 0,0 0 0 0 0,0-1 0 0 0,0 1 0 0 0,0 0 0 0 0,0 0 1 0 0,0-1-1 0 0,9 17 808 0 0,-3 8 35 0 0,-2-1 0 0 0,3 45 0 0 0,-2-14-290 0 0,10 74 312 0 0,17 112-495 0 0,-22-194-846 0 0,-5-20-1957 0 0,0-2-5151 0 0</inkml:trace>
</inkml:ink>
</file>

<file path=ppt/ink/ink1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2:25.2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15 1140 0 0,'-5'-10'7759'0'0,"2"6"-6384"0"0,-6 21-958 0 0,1 1 0 0 0,0 0 0 0 0,1 0 1 0 0,1 0-1 0 0,1 1 0 0 0,-5 35 1 0 0,6-21-167 0 0,2-1 0 0 0,1 1 0 0 0,4 42 0 0 0,-2-57-191 0 0,2-1-1 0 0,0 1 1 0 0,1-1-1 0 0,1 1 1 0 0,1-1 0 0 0,0-1-1 0 0,1 1 1 0 0,1-1-1 0 0,1 0 1 0 0,11 16-1 0 0,-15-25 32 0 0,0-1 0 0 0,0 1-1 0 0,1-1 1 0 0,0 0 0 0 0,0-1 0 0 0,0 0-1 0 0,0 0 1 0 0,1 0 0 0 0,0-1 0 0 0,0 1-1 0 0,0-2 1 0 0,1 1 0 0 0,-1-1 0 0 0,1 0-1 0 0,0-1 1 0 0,0 0 0 0 0,0 0 0 0 0,0-1-1 0 0,0 0 1 0 0,0 0 0 0 0,1 0 0 0 0,-1-1-1 0 0,0-1 1 0 0,10-1 0 0 0,-9 1 58 0 0,-1-1 0 0 0,1 0 0 0 0,-1-1 1 0 0,1 0-1 0 0,-1 0 0 0 0,0-1 0 0 0,0 1 0 0 0,0-2 0 0 0,0 1 1 0 0,-1-1-1 0 0,0-1 0 0 0,12-10 0 0 0,-11 7-38 0 0,-1 0 0 0 0,1 0 0 0 0,-2-1 0 0 0,1 0 0 0 0,-1 0-1 0 0,-1 0 1 0 0,0-1 0 0 0,6-18 0 0 0,-3 1-26 0 0,-2 1 0 0 0,-1 0 0 0 0,-2-1 0 0 0,0 0 0 0 0,-2 0-1 0 0,-1 0 1 0 0,-5-37 0 0 0,4 54-65 0 0,-1 0 0 0 0,0 0 0 0 0,0 1 0 0 0,-2-1-1 0 0,1 1 1 0 0,-1 0 0 0 0,-1 0 0 0 0,1 0 0 0 0,-2 1 0 0 0,-9-14-1 0 0,11 18-166 0 0,0 0 0 0 0,0 1 0 0 0,0-1 0 0 0,-1 1 0 0 0,1 0 0 0 0,-1 1 0 0 0,0-1 0 0 0,0 1-1 0 0,-1 0 1 0 0,1 0 0 0 0,0 1 0 0 0,-1-1 0 0 0,0 1 0 0 0,0 1 0 0 0,1-1 0 0 0,-1 1 0 0 0,0 0-1 0 0,0 0 1 0 0,0 0 0 0 0,0 1 0 0 0,-7 1 0 0 0,-17 3-1661 0 0,28-4 1133 0 0,0 1-1 0 0,-1-1 1 0 0,1 1-1 0 0,0 0 1 0 0,0 0 0 0 0,0 0-1 0 0,-1 0 1 0 0,1 0-1 0 0,0 0 1 0 0,0 0-1 0 0,1 1 1 0 0,-4 2 0 0 0</inkml:trace>
</inkml:ink>
</file>

<file path=ppt/ink/ink1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2:26.9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11 294 212 0 0,'9'-31'12629'0'0,"-6"16"-9822"0"0,-3 13-2292 0 0,-1 4-391 0 0,-6 33 374 0 0,0 1 0 0 0,3-1 0 0 0,1 1-1 0 0,3 71 1 0 0,0-97-450 0 0,1-1 0 0 0,1 1 1 0 0,0-1-1 0 0,0 0 0 0 0,1 1 0 0 0,0-1 0 0 0,1 0 0 0 0,0 0 0 0 0,0-1 0 0 0,6 9 0 0 0,-8-13-21 0 0,1 0 0 0 0,0-1 0 0 0,1 1 0 0 0,-1-1 0 0 0,1 0 0 0 0,-1 0 0 0 0,1 0 0 0 0,0 0 0 0 0,0 0 0 0 0,0-1 0 0 0,0 0 0 0 0,1 0 0 0 0,-1 0 0 0 0,1 0 0 0 0,-1-1 0 0 0,1 0 0 0 0,0 0 0 0 0,-1 0 0 0 0,1 0 0 0 0,0-1 0 0 0,-1 0 0 0 0,6 0 0 0 0,7-1 34 0 0,-1-2 0 0 0,1 0 1 0 0,-1-1-1 0 0,0 0 0 0 0,0-1 1 0 0,0-1-1 0 0,-1-1 0 0 0,1 0 0 0 0,-2-1 1 0 0,1 0-1 0 0,17-15 0 0 0,-8 5 69 0 0,-1-1-1 0 0,-1-2 1 0 0,-1 0-1 0 0,-1-1 1 0 0,27-37-1 0 0,-32 36 148 0 0,0-1 0 0 0,-1 0 1 0 0,20-49-1 0 0,-29 60-179 0 0,-1 1 0 0 0,-1-1 0 0 0,0 0 0 0 0,0 0 1 0 0,-2 0-1 0 0,1 0 0 0 0,-2 0 0 0 0,1 0 0 0 0,-2 0 0 0 0,-2-19 0 0 0,2 27-135 0 0,-1-1-1 0 0,1 1 1 0 0,-1-1-1 0 0,0 1 1 0 0,0 0 0 0 0,-1 0-1 0 0,1-1 1 0 0,-1 2-1 0 0,0-1 1 0 0,-1 0-1 0 0,1 1 1 0 0,-1-1-1 0 0,0 1 1 0 0,0 0 0 0 0,0 1-1 0 0,-1-1 1 0 0,1 1-1 0 0,-1-1 1 0 0,0 1-1 0 0,0 1 1 0 0,0-1-1 0 0,0 1 1 0 0,0 0 0 0 0,-1 0-1 0 0,1 0 1 0 0,-1 1-1 0 0,1 0 1 0 0,-1 0-1 0 0,-7 0 1 0 0,2 0-427 0 0,0 1 1 0 0,-1 0 0 0 0,1 0-1 0 0,0 2 1 0 0,0-1-1 0 0,-1 2 1 0 0,2-1-1 0 0,-1 1 1 0 0,0 1 0 0 0,0 0-1 0 0,1 1 1 0 0,0 0-1 0 0,0 0 1 0 0,-9 7-1 0 0,7-3-1506 0 0,0 1 0 0 0,1 0 0 0 0,-12 14 0 0 0,10-8-3297 0 0</inkml:trace>
</inkml:ink>
</file>

<file path=ppt/ink/ink1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2:27.3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59 1872 0 0,'-2'-13'6323'0'0,"2"-33"6817"0"0,3 62-12624 0 0,37 297 1085 0 0,-23-144-6679 0 0,-11-101-2785 0 0,-1-39-244 0 0</inkml:trace>
</inkml:ink>
</file>

<file path=ppt/ink/ink1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2:29.3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24 166 356 0 0,'0'-22'2746'0'0,"0"0"-1"0"0,-2 0 1 0 0,-7-30-1 0 0,6 31-561 0 0,2 19-1995 0 0,1 0-1 0 0,0 0 1 0 0,0 0-1 0 0,-1 0 1 0 0,1 0-1 0 0,-1 0 1 0 0,0 0-1 0 0,1 1 1 0 0,-1-1-1 0 0,0 0 1 0 0,-2-2-1 0 0,2 3 32 0 0,2 20-121 0 0,53 224 567 0 0,-9-33-539 0 0,-36-186 6 0 0,-8-23-124 0 0,0 0-1 0 0,-1-1 0 0 0,1 1 0 0 0,0 0 0 0 0,0 0 0 0 0,-1-1 0 0 0,1 1 1 0 0,0-1-1 0 0,0 1 0 0 0,0-1 0 0 0,0 1 0 0 0,0-1 0 0 0,0 1 1 0 0,0-1-1 0 0,0 0 0 0 0,0 1 0 0 0,2-1 0 0 0,0 0-1 0 0,-1-1-1 0 0,1 0 1 0 0,0 1-1 0 0,-1-1 0 0 0,1 0 1 0 0,-1-1-1 0 0,0 1 1 0 0,1 0-1 0 0,-1-1 1 0 0,0 1-1 0 0,0-1 0 0 0,0 1 1 0 0,0-1-1 0 0,0 0 1 0 0,2-3-1 0 0,2-1 13 0 0,38-29 20 0 0,-3-2-1 0 0,-1-1 1 0 0,38-49-1 0 0,-74 81 27 0 0,0-1 0 0 0,0 1 0 0 0,0-1-1 0 0,-1 0 1 0 0,0 0 0 0 0,-1 0 0 0 0,1 0 0 0 0,-1 0-1 0 0,-1-1 1 0 0,2-9 0 0 0,-3 12 70 0 0,1 1 0 0 0,-1-1 0 0 0,0 1 0 0 0,0-1 0 0 0,-1 0 0 0 0,1 1 0 0 0,-1 0 0 0 0,0-1 0 0 0,0 1 0 0 0,0-1 0 0 0,-1 1 0 0 0,0 0 0 0 0,0 0 0 0 0,0 0 0 0 0,0 0 0 0 0,-1 0 0 0 0,1 0 0 0 0,-4-3 0 0 0,1-1 150 0 0,5 7-273 0 0,0 0-1 0 0,0 0 0 0 0,-1 0 0 0 0,1 0 0 0 0,-1 0 0 0 0,1 0 0 0 0,-1 0 0 0 0,1 0 0 0 0,-1 0 1 0 0,1 0-1 0 0,-1 0 0 0 0,0 0 0 0 0,0 1 0 0 0,1-1 0 0 0,-1 0 0 0 0,0 0 0 0 0,0 1 0 0 0,-2-2 1 0 0,1 6-9 0 0,0 1 1 0 0,1-1 0 0 0,-1 1-1 0 0,1-1 1 0 0,-1 1 0 0 0,1-1-1 0 0,1 1 1 0 0,-1 0 0 0 0,1-1-1 0 0,-1 1 1 0 0,1 0 0 0 0,1 0-1 0 0,-1-1 1 0 0,2 7 0 0 0,-1 5 1 0 0,6 63-173 0 0,3-1 0 0 0,3 0 0 0 0,4 0 0 0 0,36 102 0 0 0,14-11-4437 0 0,-10-62-3450 0 0,-35-75 2672 0 0</inkml:trace>
</inkml:ink>
</file>

<file path=ppt/ink/ink1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2:31.4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94 1796 0 0,'-25'-31'9406'0'0,"24"31"-9299"0"0,0-1-1 0 0,1 0 0 0 0,-1 0 1 0 0,0 0-1 0 0,1 0 0 0 0,-1 0 0 0 0,1 0 1 0 0,-1 0-1 0 0,1 0 0 0 0,0 0 1 0 0,-1 0-1 0 0,1 0 0 0 0,0 0 1 0 0,0 0-1 0 0,0 0 0 0 0,0 0 0 0 0,0 0 1 0 0,0 0-1 0 0,0-1 0 0 0,0 1 1 0 0,0 0-1 0 0,0 0 0 0 0,1 0 0 0 0,-1 0 1 0 0,0 0-1 0 0,1 0 0 0 0,-1 0 1 0 0,1 0-1 0 0,1-2 0 0 0,1 1-96 0 0,0 0-1 0 0,0-1 1 0 0,1 1 0 0 0,-1 0-1 0 0,1 1 1 0 0,-1-1-1 0 0,8-2 1 0 0,-1 1-3 0 0,1 0 1 0 0,0 1-1 0 0,0 0 0 0 0,0 1 1 0 0,-1 0-1 0 0,1 1 1 0 0,0 0-1 0 0,0 1 0 0 0,20 3 1 0 0,-25-3-1 0 0,0 0 1 0 0,0 0 0 0 0,0 1-1 0 0,0 0 1 0 0,0 0-1 0 0,0 0 1 0 0,-1 1 0 0 0,1 0-1 0 0,-1 0 1 0 0,0 0 0 0 0,0 1-1 0 0,0 0 1 0 0,0 0-1 0 0,-1 0 1 0 0,1 0 0 0 0,-1 1-1 0 0,0-1 1 0 0,5 10 0 0 0,-7-9 0 0 0,0 0 0 0 0,0 0 0 0 0,-1 1-1 0 0,0-1 1 0 0,0 0 0 0 0,0 1 0 0 0,-1-1 0 0 0,0 1 0 0 0,0-1 0 0 0,0 1 0 0 0,-1-1 0 0 0,1 1 0 0 0,-1-1 0 0 0,-1 0 0 0 0,-2 10 0 0 0,-4 6-2 0 0,-1-1 0 0 0,-16 29 0 0 0,21-42-6 0 0,-17 27 281 0 0,-40 50-1 0 0,8-13 213 0 0,41-55-419 0 0,9-13-55 0 0,1 0 1 0 0,-1 1 0 0 0,1 0-1 0 0,-1-1 1 0 0,1 1-1 0 0,0 0 1 0 0,1 0 0 0 0,-3 7-1 0 0,4-10-16 0 0,0-1 1 0 0,0 1-1 0 0,0-1 0 0 0,0 1 0 0 0,0-1 0 0 0,0 1 1 0 0,0-1-1 0 0,0 1 0 0 0,0-1 0 0 0,0 1 0 0 0,0-1 1 0 0,0 0-1 0 0,0 1 0 0 0,1-1 0 0 0,-1 1 0 0 0,0-1 1 0 0,0 1-1 0 0,1-1 0 0 0,-1 1 0 0 0,0-1 1 0 0,1 0-1 0 0,-1 1 0 0 0,0-1 0 0 0,1 0 0 0 0,-1 1 1 0 0,0-1-1 0 0,1 0 0 0 0,-1 1 0 0 0,1-1 0 0 0,-1 0 1 0 0,1 0-1 0 0,0 1 0 0 0,13 2 27 0 0,-13-3-29 0 0,10 0 13 0 0,0-1 0 0 0,0 0 0 0 0,1 0-1 0 0,-1-1 1 0 0,0 0 0 0 0,16-7 0 0 0,-1 2 9 0 0,197-57 208 0 0,34-9-2763 0 0,-182 50-2492 0 0,-52 16 1391 0 0,-9 2 602 0 0</inkml:trace>
</inkml:ink>
</file>

<file path=ppt/ink/ink1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2:32.1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64 36 0 0,'12'-41'13048'0'0,"-11"33"-11053"0"0,2-6 2389 0 0,-2 19-3943 0 0,-1 0-381 0 0,1 0 1 0 0,0 1 0 0 0,0-1-1 0 0,1 0 1 0 0,2 7-1 0 0,3 12 129 0 0,28 205 792 0 0,5 31-2119 0 0,-39-255 768 0 0,12 50-3260 0 0,-1-22-4673 0 0</inkml:trace>
</inkml:ink>
</file>

<file path=ppt/ink/ink1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2:33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48 1244 0 0,'0'0'16136'0'0,"-4"-5"-13959"0"0,4 5-2150 0 0,269-24 226 0 0,-216 17-957 0 0,-11 1-2382 0 0,-15 1-5045 0 0</inkml:trace>
</inkml:ink>
</file>

<file path=ppt/ink/ink1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2:33.7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46 996 0 0,'21'-45'22069'0'0,"-19"47"-21925"0"0,1 0 0 0 0,-1 0 0 0 0,0 0 0 0 0,0 1 0 0 0,0-1 0 0 0,0 1 0 0 0,0 0 0 0 0,-1-1 0 0 0,1 1 0 0 0,-1 0 0 0 0,1 0-1 0 0,1 6 1 0 0,12 46 513 0 0,-9-30-547 0 0,29 121 146 0 0,-12-45-3061 0 0,6-3-7426 0 0,-24-85 5929 0 0</inkml:trace>
</inkml:ink>
</file>

<file path=ppt/ink/ink1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2:35.5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65 135 96 0 0,'-1'-14'6014'0'0,"1"13"-5955"0"0,0 1-1 0 0,0 0 1 0 0,0 0-1 0 0,0 0 1 0 0,0-1 0 0 0,0 1-1 0 0,0 0 1 0 0,0 0 0 0 0,0 0-1 0 0,0 0 1 0 0,0-1 0 0 0,0 1-1 0 0,0 0 1 0 0,0 0-1 0 0,0 0 1 0 0,0 0 0 0 0,0-1-1 0 0,0 1 1 0 0,0 0 0 0 0,0 0-1 0 0,-1-1 235 0 0,1 1-234 0 0,0 0 0 0 0,0 0-1 0 0,-1 0 1 0 0,1 0 0 0 0,0 0-1 0 0,0 0 1 0 0,0-1-1 0 0,0 1 1 0 0,-1 0 0 0 0,1 0-1 0 0,0 0 1 0 0,0 0 0 0 0,0 0-1 0 0,-1 0 1 0 0,1 0 0 0 0,0 0-1 0 0,0 0 1 0 0,0 0-1 0 0,0 0 1 0 0,-1 0 0 0 0,1 0-1 0 0,0 0 1 0 0,0 0 0 0 0,0 0-1 0 0,0 1 1 0 0,-1-1 0 0 0,1 0-1 0 0,0 0 1 0 0,0 0-1 0 0,0 0 1 0 0,-1 0 0 0 0,-7 15 1008 0 0,-7 28-947 0 0,13-39 148 0 0,-6 21-42 0 0,2 0-1 0 0,0 1 1 0 0,1 0 0 0 0,2 0 0 0 0,1 1 0 0 0,1-1 0 0 0,2 27 0 0 0,0-42-164 0 0,0-1 0 0 0,1 1 0 0 0,1-1 0 0 0,0 0 0 0 0,0 0 0 0 0,1 0 0 0 0,0 0 0 0 0,10 16 0 0 0,-9-19 25 0 0,-1-1 0 0 0,1 0-1 0 0,0-1 1 0 0,1 1 0 0 0,-1-1 0 0 0,1 0 0 0 0,0 0 0 0 0,0-1-1 0 0,1 0 1 0 0,-1 0 0 0 0,1 0 0 0 0,0-1 0 0 0,10 4 0 0 0,-4-4 45 0 0,-1 0 1 0 0,0 0 0 0 0,1-1 0 0 0,-1-1-1 0 0,1 0 1 0 0,0-1 0 0 0,-1 0 0 0 0,1-1-1 0 0,-1 0 1 0 0,1-1 0 0 0,-1 0-1 0 0,1-1 1 0 0,-1-1 0 0 0,0 0 0 0 0,0 0-1 0 0,-1-1 1 0 0,1-1 0 0 0,13-9 0 0 0,-10 6-52 0 0,0-2 0 0 0,0 0 0 0 0,-1-1 1 0 0,-1 0-1 0 0,0-1 0 0 0,-1 0 1 0 0,0-1-1 0 0,-1-1 0 0 0,0 0 1 0 0,-1 0-1 0 0,-1-1 0 0 0,7-17 1 0 0,-6 10-42 0 0,-2 0 0 0 0,0-1 1 0 0,-2 0-1 0 0,5-37 0 0 0,-9 51-43 0 0,-1 1 0 0 0,-1-1 0 0 0,0 0 0 0 0,0 0 0 0 0,-1 0 0 0 0,0 1 0 0 0,0-1 0 0 0,-1 0 0 0 0,-1 1 0 0 0,0-1 0 0 0,0 1 0 0 0,-1 0 0 0 0,0 0 0 0 0,-6-11 0 0 0,7 16-24 0 0,-1 0 0 0 0,1-1 0 0 0,-1 1-1 0 0,0 1 1 0 0,0-1 0 0 0,-1 1-1 0 0,1-1 1 0 0,-1 1 0 0 0,1 0 0 0 0,-1 1-1 0 0,0-1 1 0 0,-10-3 0 0 0,6 4-132 0 0,0-1 1 0 0,0 1-1 0 0,-1 1 0 0 0,1 0 1 0 0,-1 0-1 0 0,1 1 0 0 0,-11 1 1 0 0,4 0-454 0 0,0 2 0 0 0,0 0-1 0 0,0 0 1 0 0,0 2 0 0 0,1 0 0 0 0,0 1 0 0 0,0 0 0 0 0,-20 12 0 0 0,-3 9-4183 0 0,22-14 844 0 0</inkml:trace>
</inkml:ink>
</file>

<file path=ppt/ink/ink1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2:36.3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24 1632 0 0,'8'-24'14964'0'0,"8"400"-12880"0"0,-14-353-3125 0 0,1 1 0 0 0,6 27 0 0 0,-6-42-488 0 0,0 1 0 0 0,0-1 0 0 0,1 1 1 0 0,7 11-1 0 0,1-6-3980 0 0</inkml:trace>
</inkml:ink>
</file>

<file path=ppt/ink/ink1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2:37.3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68 1536 0 0,'0'0'1298'0'0,"0"-12"2818"0"0,-5-8 678 0 0,5 19-4757 0 0,0 1-1 0 0,0 0 0 0 0,0 0 0 0 0,0-1 1 0 0,0 1-1 0 0,0 0 0 0 0,0-1 0 0 0,0 1 0 0 0,-1 0 1 0 0,1-1-1 0 0,0 1 0 0 0,0 0 0 0 0,0 0 0 0 0,0-1 1 0 0,0 1-1 0 0,-1 0 0 0 0,1 0 0 0 0,0-1 1 0 0,0 1-1 0 0,0 0 0 0 0,-1 0 0 0 0,1 0 0 0 0,0-1 1 0 0,0 1-1 0 0,-1 0 0 0 0,1 0 0 0 0,0 0 1 0 0,-1 0-1 0 0,1 0 0 0 0,-1-1 0 0 0,-2 4 59 0 0,-1 0-1 0 0,0 1 1 0 0,1-1-1 0 0,-1 0 1 0 0,1 1-1 0 0,0 0 1 0 0,0 0-1 0 0,1 0 1 0 0,-1 0-1 0 0,-1 5 1 0 0,-22 50 1003 0 0,22-48-944 0 0,-6 13 119 0 0,1 0 1 0 0,2 1-1 0 0,1 0 0 0 0,0 0 0 0 0,2 1 0 0 0,1-1 0 0 0,1 1 0 0 0,2 29 0 0 0,0-46-228 0 0,1 1-1 0 0,0-1 0 0 0,1 1 1 0 0,0-1-1 0 0,0 0 0 0 0,1 0 1 0 0,0 0-1 0 0,1 0 0 0 0,0-1 1 0 0,0 1-1 0 0,1-1 0 0 0,0 0 1 0 0,1 0-1 0 0,-1 0 1 0 0,1-1-1 0 0,1 0 0 0 0,0 0 1 0 0,0-1-1 0 0,0 0 0 0 0,0 0 1 0 0,1-1-1 0 0,0 1 0 0 0,0-2 1 0 0,1 1-1 0 0,10 3 0 0 0,-10-4 125 0 0,1-1 0 0 0,0 0-1 0 0,0-1 1 0 0,0 0 0 0 0,1 0 0 0 0,-1-1-1 0 0,0-1 1 0 0,1 0 0 0 0,-1 0-1 0 0,0-1 1 0 0,0 0 0 0 0,1-1-1 0 0,-1 0 1 0 0,0 0 0 0 0,0-1 0 0 0,-1-1-1 0 0,1 1 1 0 0,16-10 0 0 0,-14 6-6 0 0,-1-1 0 0 0,0 0 0 0 0,0 0-1 0 0,-1-1 1 0 0,0-1 0 0 0,-1 0 0 0 0,1 0 0 0 0,-2-1 0 0 0,0 0 0 0 0,0 0 0 0 0,-1-1 0 0 0,0 0 0 0 0,8-22 0 0 0,-7 11-62 0 0,0-1 1 0 0,-1 0 0 0 0,-2 0-1 0 0,-1 0 1 0 0,3-35-1 0 0,-7 46-119 0 0,0 1 0 0 0,0 0 0 0 0,-1-1 0 0 0,0 1 0 0 0,-1 0 1 0 0,-1 0-1 0 0,0 0 0 0 0,0 0 0 0 0,-1 1 0 0 0,-1-1 0 0 0,0 1 0 0 0,-12-20 0 0 0,13 26-187 0 0,-1-1 1 0 0,1 1-1 0 0,-1 0 0 0 0,0 0 1 0 0,-1 1-1 0 0,1-1 1 0 0,-1 1-1 0 0,1 1 0 0 0,-1-1 1 0 0,-1 1-1 0 0,1 0 0 0 0,0 0 1 0 0,-1 0-1 0 0,1 1 1 0 0,-10-2-1 0 0,6 2-318 0 0,0 1 0 0 0,-1 0 0 0 0,1 1 0 0 0,-1 0 0 0 0,1 0-1 0 0,0 1 1 0 0,-1 0 0 0 0,1 1 0 0 0,-17 5 0 0 0,-30 13-2272 0 0</inkml:trace>
</inkml:ink>
</file>

<file path=ppt/ink/ink1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2:43.0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200 46 688 0 0,'-26'8'10270'0'0,"4"0"-4542"0"0,4 1-1749 0 0,28-9-3958 0 0,0-1-1 0 0,1 0 1 0 0,-1 0-1 0 0,0-1 1 0 0,17-5-1 0 0,13-2-1 0 0,245-40-3454 0 0,-270 48 2734 0 0,-17 6 45 0 0,-19 5 332 0 0,-203 57 347 0 0,49-17 1708 0 0,125-37-934 0 0,33-10-383 0 0,0 2 1 0 0,-28 10-1 0 0,66-16-340 0 0,1-2 1 0 0,-1 0-1 0 0,1-2 1 0 0,20-6-1 0 0,0-1-43 0 0,84-19-101 0 0,89-21 160 0 0,-73 26-3001 0 0,-137 25 2313 0 0,2 0 136 0 0</inkml:trace>
</inkml:ink>
</file>

<file path=ppt/ink/ink1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2:43.9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0 244 0 0,'0'0'12405'0'0</inkml:trace>
</inkml:ink>
</file>

<file path=ppt/ink/ink1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2:44.1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1832 0 0,'0'0'8033'0'0</inkml:trace>
</inkml:ink>
</file>

<file path=ppt/ink/ink1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2:44.3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 1024 0 0,'-5'8'9309'0'0</inkml:trace>
</inkml:ink>
</file>

<file path=ppt/ink/ink1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2:46.2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 1360 0 0,'8'-8'8204'0'0,"-7"8"-8351"0"0,3-2 346 0 0</inkml:trace>
</inkml:ink>
</file>

<file path=ppt/ink/ink1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2:46.3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1476 0 0,'0'0'2796'0'0,"5"7"25"0"0,0 0-2673 0 0</inkml:trace>
</inkml:ink>
</file>

<file path=ppt/ink/ink1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3:14.5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99 260 0 0,'-11'-6'6192'0'0,"-17"-19"2277"0"0,27 24-8027 0 0,1 1-428 0 0,0 0 1 0 0,0 0 0 0 0,0 0 0 0 0,-1 0-1 0 0,1 0 1 0 0,0 0 0 0 0,0 0 0 0 0,0 0-1 0 0,-1 0 1 0 0,1 0 0 0 0,0 0-1 0 0,0 0 1 0 0,0 0 0 0 0,0 0 0 0 0,-1 0-1 0 0,1-1 1 0 0,0 1 0 0 0,0 0 0 0 0,0 0-1 0 0,0 0 1 0 0,0 0 0 0 0,-1 0-1 0 0,1 0 1 0 0,0 0 0 0 0,0-1 0 0 0,0 1-1 0 0,0 0 1 0 0,0 0 0 0 0,0 0 0 0 0,0 0-1 0 0,0 0 1 0 0,-1-1 0 0 0,1 1-1 0 0,0 0 1 0 0,0 0 0 0 0,0 0 0 0 0,0 0-1 0 0,0-1 1 0 0,0 1 0 0 0,0 0 0 0 0,0 0-1 0 0,4-9 432 0 0,7-5-167 0 0,0 8-248 0 0,-1 0 0 0 0,1 2 1 0 0,0-1-1 0 0,0 1 0 0 0,1 1 1 0 0,-1 0-1 0 0,1 0 0 0 0,21-1 1 0 0,-26 3-24 0 0,1 1-9 0 0,-5 0-1 0 0,1-1 1 0 0,-1 1 0 0 0,1 0 0 0 0,0 0 0 0 0,-1 0-1 0 0,1 1 1 0 0,-1-1 0 0 0,1 1 0 0 0,6 2-1 0 0,-2 1 2 0 0,-5-4 1 0 0,-1 1 1 0 0,1 0-1 0 0,-1 1 1 0 0,0-1 0 0 0,1 0-1 0 0,-1 1 1 0 0,0-1-1 0 0,0 1 1 0 0,0 0 0 0 0,0 0-1 0 0,0 0 1 0 0,-1 0 0 0 0,1 0-1 0 0,0 0 1 0 0,-1 0-1 0 0,0 0 1 0 0,1 0 0 0 0,0 5-1 0 0,-1-3 4 0 0,0 0-1 0 0,0 0 1 0 0,0 0-1 0 0,-1 0 1 0 0,0 0 0 0 0,0 0-1 0 0,0 0 1 0 0,0 1-1 0 0,-1-1 1 0 0,-1 7-1 0 0,-2 3 10 0 0,-1-1-1 0 0,0 1 1 0 0,-1-1-1 0 0,-1 0 0 0 0,-13 20 1 0 0,-34 38 355 0 0,18-26 365 0 0,35-44-711 0 0,1 0-21 0 0,1-1 0 0 0,-1 0 0 0 0,0 1 0 0 0,0-1 0 0 0,1 1 0 0 0,-1-1 0 0 0,0 1 0 0 0,1-1 0 0 0,-1 0 0 0 0,0 1 0 0 0,1-1 0 0 0,-1 0 0 0 0,0 1 0 0 0,1-1 0 0 0,-1 0-1 0 0,1 0 1 0 0,-1 1 0 0 0,1-1 0 0 0,0 0 0 0 0,29 2 6 0 0,-15 0 65 0 0,-1 1 1 0 0,1 0 0 0 0,-1 1-1 0 0,0 0 1 0 0,0 1 0 0 0,0 1-1 0 0,-1 0 1 0 0,0 1 0 0 0,0 0-1 0 0,-1 1 1 0 0,0 1-1 0 0,21 18 1 0 0,-29-23 99 0 0,0 0-1 0 0,0 0 0 0 0,-1 1 1 0 0,0 0-1 0 0,1-1 1 0 0,-1 1-1 0 0,-1 0 1 0 0,1 1-1 0 0,-1-1 1 0 0,0 0-1 0 0,0 1 1 0 0,-1-1-1 0 0,1 1 1 0 0,-1 0-1 0 0,-1-1 0 0 0,1 1 1 0 0,-1 0-1 0 0,0-1 1 0 0,-1 12-1 0 0,0-9 92 0 0,-1 0 0 0 0,-1 0-1 0 0,1 0 1 0 0,-1 0-1 0 0,-1-1 1 0 0,1 1 0 0 0,-1-1-1 0 0,0 0 1 0 0,-1 0 0 0 0,0-1-1 0 0,0 1 1 0 0,0-1-1 0 0,-10 8 1 0 0,8-7 9 0 0,-1 0 0 0 0,0 0 1 0 0,-1-1-1 0 0,0 0 0 0 0,0-1 0 0 0,-15 7 0 0 0,20-10-231 0 0,0-1 0 0 0,-1 0 0 0 0,1 1 0 0 0,-1-1 0 0 0,0-1 0 0 0,1 1 0 0 0,-1-1 0 0 0,0 0 0 0 0,1 0 0 0 0,-1 0 0 0 0,0 0-1 0 0,1-1 1 0 0,-1 0 0 0 0,1 0 0 0 0,-1 0 0 0 0,1-1 0 0 0,-9-3 0 0 0,10 4-197 0 0,0-1-1 0 0,0 0 1 0 0,0 1-1 0 0,0-1 1 0 0,0 0-1 0 0,1-1 1 0 0,-1 1 0 0 0,1 0-1 0 0,-1-1 1 0 0,-2-3-1 0 0,4 5-414 0 0,0-1 0 0 0,0 0-1 0 0,0 0 1 0 0,1 0 0 0 0,-1-1-1 0 0,0 1 1 0 0,1 0 0 0 0,-1 0-1 0 0,1 0 1 0 0,0 0 0 0 0,0-4 0 0 0</inkml:trace>
</inkml:ink>
</file>

<file path=ppt/ink/ink1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2:25.7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26 127 364 0 0,'-23'-11'13145'0'0,"24"11"-13111"0"0,-1 0 1 0 0,0 0-1 0 0,0 0 1 0 0,0 0-1 0 0,0 0 1 0 0,0 0 0 0 0,0 0-1 0 0,1-1 1 0 0,-1 1-1 0 0,0 0 1 0 0,0 0-1 0 0,0 0 1 0 0,0 0 0 0 0,0 0-1 0 0,0 0 1 0 0,0-1-1 0 0,0 1 1 0 0,0 0-1 0 0,0 0 1 0 0,0 0-1 0 0,0 0 1 0 0,1 0 0 0 0,-1-1-1 0 0,0 1 1 0 0,0 0-1 0 0,0 0 1 0 0,0 0-1 0 0,0 0 1 0 0,0-1 0 0 0,0 1-1 0 0,-1 0 1 0 0,1 0-1 0 0,0 0 1 0 0,0 0-1 0 0,0 0 1 0 0,0-1 0 0 0,0 1-1 0 0,0 0 1 0 0,0 0-1 0 0,0 0 1 0 0,0 0-1 0 0,0 0 1 0 0,0 0 0 0 0,-1-1-1 0 0,1 1 1 0 0,0 0-1 0 0,0 0 1 0 0,0 0-1 0 0,0 0 1 0 0,0 0 0 0 0,0 0-1 0 0,-1 0 1 0 0,1 0-1 0 0,0 0 1 0 0,0 0-1 0 0,0-1 1 0 0,0 1 0 0 0,0 0-1 0 0,-1 0 1 0 0,1 0-1 0 0,0 0 1 0 0,0 0-1 0 0,0 0 1 0 0,0 0 0 0 0,-1 0-1 0 0,1 0 1 0 0,0 0-1 0 0,0 0 1 0 0,0 1-1 0 0,19-9 465 0 0,29-5-559 0 0,21 0 126 0 0,61-15-1262 0 0,-109 22-1918 0 0,40-17-1 0 0,-46 14 201 0 0,-1-1-776 0 0</inkml:trace>
</inkml:ink>
</file>

<file path=ppt/ink/ink1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2:25.9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22 3004 0 0,'16'-17'10079'0'0,"-16"16"-9989"0"0,0 1 1 0 0,1 0 0 0 0,-1 0 0 0 0,0-1 0 0 0,1 0 454 0 0,-1 1-454 0 0,0 0 0 0 0,1 0 0 0 0,-1-1 0 0 0,0 1 0 0 0,0 0 0 0 0,1 0 0 0 0,-1 0-1 0 0,0 0 1 0 0,0 0 0 0 0,1 0 0 0 0,-1 0 0 0 0,0 0 0 0 0,1 0 0 0 0,-1 0 0 0 0,0 0 0 0 0,0 0-1 0 0,1 0 1 0 0,-1 0 0 0 0,0 0 0 0 0,0 0 0 0 0,1 0 0 0 0,-1 0 0 0 0,0 0 0 0 0,1 0 0 0 0,-1 0-1 0 0,0 0 1 0 0,0 0 0 0 0,1 0 0 0 0,-1 1 0 0 0,0-1 0 0 0,8 15 1838 0 0,0 32-824 0 0,-6-34-611 0 0,4 25-100 0 0,-3 0 1 0 0,0 44-1 0 0,1 30-569 0 0,-3-108 116 0 0,2 31-1549 0 0,1-1 0 0 0,2 1 1 0 0,16 50-1 0 0,-12-55-1025 0 0</inkml:trace>
</inkml:ink>
</file>

<file path=ppt/ink/ink1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3:38.0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244 23 2536 0 0,'18'-23'14726'0'0,"-17"26"-14619"0"0,-1 0-1 0 0,1 0 1 0 0,-1-1-1 0 0,0 1 0 0 0,0 0 1 0 0,0 0-1 0 0,0 0 1 0 0,-1 0-1 0 0,1-1 1 0 0,-1 1-1 0 0,1 0 1 0 0,-1 0-1 0 0,0-1 0 0 0,-2 4 1 0 0,-20 45 458 0 0,18-40-439 0 0,-87 161 682 0 0,15-30-2795 0 0,32-44-4056 0 0,37-78 2040 0 0,1-2-1918 0 0</inkml:trace>
</inkml:ink>
</file>

<file path=ppt/ink/ink1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3:38.4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54 2600 0 0,'4'-9'14318'0'0,"11"2"-14203"0"0,-1 2 1 0 0,1 0-1 0 0,-1 1 0 0 0,1 0 0 0 0,17-1 0 0 0,-1-1-58 0 0,-8 1-45 0 0,-20 4-13 0 0,0 0 0 0 0,0 0 1 0 0,1 1-1 0 0,-1-1 0 0 0,0 1 1 0 0,0 0-1 0 0,0 0 0 0 0,6 1 1 0 0,-3-1-3 0 0,1 1 1 0 0,-1 0 0 0 0,1 0 0 0 0,-1 1 0 0 0,7 2 0 0 0,-11-3 7 0 0,0 0 1 0 0,0 0 0 0 0,0 0 0 0 0,-1 1 0 0 0,1-1-1 0 0,0 0 1 0 0,-1 1 0 0 0,1-1 0 0 0,-1 1 0 0 0,1 0-1 0 0,1 2 1 0 0,1 2 104 0 0,0 1 0 0 0,-1 1 0 0 0,1-1 0 0 0,-2 0 0 0 0,1 1 0 0 0,-1 0 0 0 0,0-1 0 0 0,0 1 0 0 0,-1 0 0 0 0,0 0 0 0 0,0 13 0 0 0,-2 12 254 0 0,-7 49 0 0 0,5-57-284 0 0,-18 101 241 0 0,-2 15-1169 0 0,21-117-2240 0 0,2 45 1 0 0,4-46-1301 0 0,0-2-1974 0 0</inkml:trace>
</inkml:ink>
</file>

<file path=ppt/ink/ink1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3:39.3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475 42 772 0 0,'38'-42'16808'0'0,"-42"48"-16246"0"0,-13 20-379 0 0,-34 39 1 0 0,9-13-79 0 0,18-20-86 0 0,-285 423-70 0 0,266-372-2359 0 0,21-25-5910 0 0</inkml:trace>
</inkml:ink>
</file>

<file path=ppt/ink/ink1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3:39.8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57 872 0 0,'12'-18'19786'0'0,"-6"12"-20428"0"0,9 0 688 0 0,0 0 0 0 0,0 1 0 0 0,1 1 0 0 0,29-5 0 0 0,-39 8-45 0 0,-1 0 0 0 0,1 1 1 0 0,0 0-1 0 0,0 0 0 0 0,-1 0 1 0 0,1 1-1 0 0,0-1 0 0 0,0 2 0 0 0,-1-1 1 0 0,11 4-1 0 0,-13-3 32 0 0,-1 0 0 0 0,0-1 0 0 0,1 1 0 0 0,-1 0 1 0 0,0 1-1 0 0,0-1 0 0 0,-1 0 0 0 0,1 0 0 0 0,0 1 0 0 0,-1-1 0 0 0,0 1 0 0 0,1 0 0 0 0,-1-1 1 0 0,0 1-1 0 0,0 0 0 0 0,0 0 0 0 0,-1-1 0 0 0,1 5 0 0 0,2 6 304 0 0,-1 1-1 0 0,-1 0 0 0 0,-1 1 1 0 0,1-1-1 0 0,-2 0 0 0 0,0 0 0 0 0,-4 14 1 0 0,-26 99 1570 0 0,19-83-1650 0 0,-19 56-80 0 0,-8 37-1187 0 0,30-91-3840 0 0,4 2-3947 0 0</inkml:trace>
</inkml:ink>
</file>

<file path=ppt/ink/ink2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3:40.0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4744 0 0,'25'7'9004'0'0,"-16"-4"-6498"0"0,6 3-876 0 0,-13-6-1914 0 0,3 0 166 0 0</inkml:trace>
</inkml:ink>
</file>

<file path=ppt/ink/ink2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2:09.8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75 788 0 0,'-15'-52'10890'0'0,"15"51"-10732"0"0,0 0-1 0 0,0 0 0 0 0,0 0 1 0 0,0 0-1 0 0,-1-1 0 0 0,1 1 1 0 0,0 0-1 0 0,0 0 0 0 0,-1 0 0 0 0,1 0 1 0 0,-1 0-1 0 0,1 0 0 0 0,-1-1 1 0 0,0 2-136 0 0,1 0 1 0 0,0-1 0 0 0,0 1 0 0 0,0-1-1 0 0,0 1 1 0 0,0 0 0 0 0,-1 0-1 0 0,1-1 1 0 0,0 1 0 0 0,0 0 0 0 0,-1-1-1 0 0,1 1 1 0 0,0 0 0 0 0,0 0-1 0 0,-1-1 1 0 0,1 1 0 0 0,0 0 0 0 0,-1 0-1 0 0,1 0 1 0 0,0-1 0 0 0,-1 1-1 0 0,1 0 1 0 0,0 0 0 0 0,-1 0 0 0 0,1 0-1 0 0,-1 0 1 0 0,1 0 0 0 0,0 0 0 0 0,-1 0-1 0 0,1 0 1 0 0,0 0 0 0 0,-1 0-1 0 0,1 0 1 0 0,-1 0 0 0 0,1 0 0 0 0,0 0-1 0 0,-1 1 1 0 0,0-1-423 0 0,-4 14-1196 0 0</inkml:trace>
</inkml:ink>
</file>

<file path=ppt/ink/ink2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2:10.5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9 209 904 0 0,'-4'-181'11097'0'0,"4"180"-10759"0"0,-5-26 3877 0 0,23 332-2675 0 0,17-103-6961 0 0,-26-154-984 0 0,-6-35 2541 0 0</inkml:trace>
</inkml:ink>
</file>

<file path=ppt/ink/ink2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2:11.0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3 123 1112 0 0,'0'-4'658'0'0,"-1"-3"400"0"0,0 0 0 0 0,0 0 0 0 0,1 0 0 0 0,0 0 0 0 0,1 0 0 0 0,1-10 0 0 0,-1 15-905 0 0,0-1 1 0 0,0 1 0 0 0,0-1 0 0 0,0 1-1 0 0,0 0 1 0 0,1-1 0 0 0,0 1 0 0 0,-1 0-1 0 0,1 0 1 0 0,0 0 0 0 0,0 0 0 0 0,0 0-1 0 0,0 1 1 0 0,0-1 0 0 0,1 1-1 0 0,-1-1 1 0 0,0 1 0 0 0,1 0 0 0 0,4-2-1 0 0,5-2-30 0 0,0 2-1 0 0,0 0 0 0 0,0 0 1 0 0,0 1-1 0 0,0 0 0 0 0,0 1 1 0 0,1 1-1 0 0,-1 0 0 0 0,0 1 1 0 0,1 0-1 0 0,-1 0 0 0 0,0 1 1 0 0,0 1-1 0 0,0 0 0 0 0,0 1 1 0 0,18 9-1 0 0,-28-12-113 0 0,1 0 1 0 0,-1 1-1 0 0,0-1 0 0 0,0 1 1 0 0,0 0-1 0 0,0 0 0 0 0,0-1 1 0 0,0 1-1 0 0,-1 0 0 0 0,1 1 1 0 0,-1-1-1 0 0,1 0 1 0 0,-1 0-1 0 0,0 1 0 0 0,0-1 1 0 0,0 0-1 0 0,0 1 0 0 0,1 3 1 0 0,-2-2 0 0 0,1 0 0 0 0,-1 0 0 0 0,0 1 0 0 0,0-1 0 0 0,-1 0 0 0 0,1 1 0 0 0,-1-1 0 0 0,0 0 0 0 0,0 0 0 0 0,-2 5 0 0 0,-4 8 6 0 0,-1-1 0 0 0,0-1 0 0 0,-1 0 0 0 0,-13 17 0 0 0,21-31-16 0 0,-7 10 10 0 0,-1 0 0 0 0,-1-1 0 0 0,0 0 1 0 0,0-1-1 0 0,0 0 0 0 0,-13 8 0 0 0,-7 2 466 0 0,-38 18-1 0 0,21-14 343 0 0,46-22-655 0 0,1-1-153 0 0,0 0 1 0 0,0 1-1 0 0,0-1 1 0 0,0 1-1 0 0,0-1 1 0 0,0 0-1 0 0,0 1 1 0 0,0-1-1 0 0,0 1 1 0 0,0-1-1 0 0,0 0 1 0 0,0 1-1 0 0,1-1 1 0 0,-1 0-1 0 0,0 1 1 0 0,0-1-1 0 0,0 0 1 0 0,1 1-1 0 0,-1-1 0 0 0,0 0 1 0 0,0 1-1 0 0,1-1 1 0 0,-1 0-1 0 0,1 1 1 0 0,53 14 114 0 0,0 2 1 0 0,-1 3-1 0 0,52 28 1 0 0,-21-3-3128 0 0,-2 6-3870 0 0,-60-37 1685 0 0</inkml:trace>
</inkml:ink>
</file>

<file path=ppt/ink/ink2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2:11.3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90 2452 0 0,'-2'-7'2340'0'0,"0"1"-614"0"0,1 0 0 0 0,0 0 1 0 0,0 0-1 0 0,0-8 0 0 0,1 12-1586 0 0,0 1 0 0 0,0-1 0 0 0,0 0 0 0 0,0 1 0 0 0,1-1-1 0 0,-1 0 1 0 0,1 1 0 0 0,-1-1 0 0 0,1 1 0 0 0,-1-1 0 0 0,1 1 0 0 0,0-1-1 0 0,0 1 1 0 0,0 0 0 0 0,0-1 0 0 0,0 1 0 0 0,0 0 0 0 0,0 0 0 0 0,0-1-1 0 0,1 1 1 0 0,1-1 0 0 0,-1 1-88 0 0,0-1-1 0 0,1 1 1 0 0,-1 0-1 0 0,0 0 0 0 0,1 0 1 0 0,-1 0-1 0 0,1 0 1 0 0,0 0-1 0 0,-1 1 1 0 0,1-1-1 0 0,-1 1 1 0 0,1 0-1 0 0,0 0 0 0 0,-1 0 1 0 0,1 0-1 0 0,0 0 1 0 0,-1 1-1 0 0,1-1 1 0 0,0 1-1 0 0,-1 0 1 0 0,1 0-1 0 0,-1 0 1 0 0,4 2-1 0 0,-4-2-16 0 0,0 0 1 0 0,-1 0 0 0 0,0 1-1 0 0,1-1 1 0 0,-1 1-1 0 0,0-1 1 0 0,1 1-1 0 0,-1-1 1 0 0,0 1-1 0 0,0 0 1 0 0,-1-1-1 0 0,1 1 1 0 0,0 0-1 0 0,0 0 1 0 0,-1 0-1 0 0,1 0 1 0 0,-1 0-1 0 0,1 3 1 0 0,0 34 393 0 0,-2-23-263 0 0,-1 1 0 0 0,-1-1 0 0 0,-1 1 0 0 0,-10 28 0 0 0,-32 62 388 0 0,6-16-337 0 0,40-91-216 0 0,-1 1 0 0 0,1-1 0 0 0,0 1 0 0 0,0-1 0 0 0,0 1-1 0 0,0-1 1 0 0,0 1 0 0 0,0-1 0 0 0,0 1 0 0 0,0-1 0 0 0,0 1 0 0 0,0 0 0 0 0,0-1 0 0 0,0 1 0 0 0,0-1 0 0 0,0 1 0 0 0,0-1 0 0 0,1 1 0 0 0,-1-1 0 0 0,0 1 0 0 0,0-1-1 0 0,1 1 1 0 0,-1-1 0 0 0,0 1 0 0 0,1-1 0 0 0,-1 0 0 0 0,0 1 0 0 0,1-1 0 0 0,-1 0 0 0 0,1 1 0 0 0,-1-1 0 0 0,0 0 0 0 0,1 1 0 0 0,-1-1 0 0 0,1 0 0 0 0,-1 0-1 0 0,1 1 1 0 0,-1-1 0 0 0,1 0 0 0 0,0 0 0 0 0,-1 0 0 0 0,1 0 0 0 0,-1 0 0 0 0,1 0 0 0 0,-1 0 0 0 0,2 0 0 0 0,23 0 51 0 0,-4-5-203 0 0,1-1 1 0 0,-1-1-1 0 0,0-1 0 0 0,0-1 1 0 0,-1-1-1 0 0,25-16 1 0 0,-37 21-78 0 0,112-66-4271 0 0,-45 19-2126 0 0,-38 23 899 0 0</inkml:trace>
</inkml:ink>
</file>

<file path=ppt/ink/ink2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2:11.6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261 65 880 0 0,'-15'-29'9316'0'0,"-2"-2"-909"0"0,6 27-4891 0 0,7 11-3343 0 0,0 12 680 0 0,0 1 0 0 0,2-1 0 0 0,-1 26 0 0 0,0-4-365 0 0,-86 582 1214 0 0,-4-214-5807 0 0,84-374 2061 0 0,2-8-2102 0 0</inkml:trace>
</inkml:ink>
</file>

<file path=ppt/ink/ink2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2:12.1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141 306 3792 0 0,'8'-36'24786'0'0,"-10"34"-24600"0"0,0-1-1 0 0,0 1 1 0 0,0 0 0 0 0,-1 0-1 0 0,1 0 1 0 0,-1 0-1 0 0,1 0 1 0 0,-7-3 0 0 0,-103-36-20 0 0,112 41-211 0 0,-1 0 1 0 0,1 0-1 0 0,-1 0 0 0 0,1 0 1 0 0,0 0-1 0 0,-1 0 0 0 0,1 0 1 0 0,-1-1-1 0 0,1 1 1 0 0,0 0-1 0 0,-1 0 0 0 0,1 0 1 0 0,0-1-1 0 0,-1 1 1 0 0,1 0-1 0 0,0-1 0 0 0,-1 1 1 0 0,1 0-1 0 0,0 0 0 0 0,-1-1 1 0 0,1 1-1 0 0,0-1 1 0 0,0 1-1 0 0,0 0 0 0 0,-1-1 1 0 0,1 1-1 0 0,0-1 0 0 0,0 1 1 0 0,0 0-1 0 0,0-1 1 0 0,0 1-1 0 0,0-1 0 0 0,0 1 1 0 0,0-1-1 0 0,10-12-573 0 0,22-5-5 0 0,-32 17 604 0 0,289-124-2250 0 0,-253 110 2250 0 0,12-6 4971 0 0,-33 17-2479 0 0,-5 4-2436 0 0,-9 0-37 0 0,-1 0 0 0 0,1 1 0 0 0,-1-1 0 0 0,1 0 0 0 0,-1 0 0 0 0,1 1 0 0 0,-1-1 0 0 0,1 0 0 0 0,-1 0 0 0 0,0 1 0 0 0,1-1 0 0 0,-1 0 0 0 0,1 1 0 0 0,-1-1 0 0 0,0 1 0 0 0,1-1 0 0 0,-1 1 0 0 0,0-1 0 0 0,1 1 0 0 0,1 7 0 0 0,-1-1 0 0 0,0 1 0 0 0,0-1 0 0 0,-1 1 0 0 0,-1 13 0 0 0,0-3 0 0 0,4 332-3057 0 0,23 468-13373 0 0,-20-709 5554 0 0</inkml:trace>
</inkml:ink>
</file>

<file path=ppt/ink/ink2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6:43.2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1896 2816 5096 0 0,'-263'-337'-1135'0'0,"-120"-158"526"0"0,88 85 476 0 0,286 399 130 0 0,-451-621-49 0 0,364 488-217 0 0,6-3 0 0 0,6-5 0 0 0,-77-198 0 0 0,107 212-415 0 0</inkml:trace>
</inkml:ink>
</file>

<file path=ppt/ink/ink2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2:57.1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7 436 0 0,'-9'-6'12392'0'0,"9"6"-12369"0"0,-1 0 0 0 0,1 0-1 0 0,-1 1 1 0 0,1-1 0 0 0,-1 1 0 0 0,1-1 0 0 0,-1 0 0 0 0,1 1 0 0 0,0-1-1 0 0,-1 1 1 0 0,1-1 0 0 0,0 1 0 0 0,-1-1 0 0 0,1 1 0 0 0,0-1 0 0 0,0 1-1 0 0,0-1 1 0 0,-1 1 0 0 0,1-1 0 0 0,0 1 0 0 0,0-1 0 0 0,0 1 0 0 0,0 0-1 0 0,0-1 1 0 0,0 2 0 0 0,6 18 211 0 0,21 23-162 0 0,-21-34 1 0 0,65 104 110 0 0,48 67 18 0 0,-102-157-654 0 0,30 39-1582 0 0,-12-23-3217 0 0,-23-27 1211 0 0</inkml:trace>
</inkml:ink>
</file>

<file path=ppt/ink/ink2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2:57.4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449 114 788 0 0,'-5'-33'6654'0'0,"-10"-35"0"0"0,15 68-6617 0 0,0-1 1 0 0,-1 0-1 0 0,1 1 1 0 0,0-1-1 0 0,0 1 1 0 0,-1-1 0 0 0,1 0-1 0 0,0 1 1 0 0,0-1-1 0 0,-1 1 1 0 0,1-1-1 0 0,-1 1 1 0 0,1-1-1 0 0,0 1 1 0 0,-1-1-1 0 0,1 1 1 0 0,-1 0-1 0 0,1-1 1 0 0,-1 1-1 0 0,1 0 1 0 0,-1-1-1 0 0,0 1 1 0 0,1 0-1 0 0,-1 0 1 0 0,1-1-1 0 0,-1 1 1 0 0,0 0-1 0 0,1 0 1 0 0,-1 0-1 0 0,1 0 1 0 0,-1 0-1 0 0,0 0 1 0 0,1 0-1 0 0,-1 0 1 0 0,0 0-1 0 0,1 0 1 0 0,-1 0-1 0 0,0 0 1 0 0,1 0-1 0 0,-1 1 1 0 0,1-1-1 0 0,-1 0 1 0 0,1 0-1 0 0,-1 1 1 0 0,0-1-1 0 0,1 0 1 0 0,-1 1-1 0 0,1-1 1 0 0,-1 1-1 0 0,0 0 1 0 0,-24 20 125 0 0,-27 40 31 0 0,3 1 0 0 0,3 3 0 0 0,-38 73 0 0 0,-2 19-336 0 0,52-73-1823 0 0,26-60-720 0 0,-7 37 0 0 0,13-43-370 0 0,0-3-957 0 0</inkml:trace>
</inkml:ink>
</file>

<file path=ppt/ink/ink2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2:57.6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48 904 0 0,'22'-23'8213'0'0,"-2"4"-3851"0"0,-19 18-3925 0 0,-1 0-371 0 0,0 1-1 0 0,0 0 1 0 0,1 0 0 0 0,-1-1-1 0 0,0 1 1 0 0,0 0 0 0 0,1 0 0 0 0,-1-1-1 0 0,0 1 1 0 0,1 0 0 0 0,-1 0-1 0 0,0 0 1 0 0,0 0 0 0 0,1-1-1 0 0,-1 1 1 0 0,0 0 0 0 0,1 0 0 0 0,-1 0-1 0 0,0 0 1 0 0,1 0 0 0 0,-1 0-1 0 0,1 0 1 0 0,0 0 0 0 0,0 4 118 0 0,1-1 0 0 0,-1 1 1 0 0,0 0-1 0 0,0 0 0 0 0,0-1 0 0 0,0 1 1 0 0,-1 0-1 0 0,0 0 0 0 0,0 8 0 0 0,-4 42 250 0 0,1-28-271 0 0,-5 158-487 0 0,8-123-2816 0 0,3 0-3921 0 0,-2-50 2058 0 0</inkml:trace>
</inkml:ink>
</file>

<file path=ppt/ink/ink2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2:58.1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46 117 636 0 0,'-2'-41'8597'0'0,"5"14"-5860"0"0,-2 25-2655 0 0,0 0 0 0 0,-1 0-1 0 0,1-1 1 0 0,1 1-1 0 0,-1 0 1 0 0,0 0-1 0 0,0 0 1 0 0,1 0-1 0 0,-1 1 1 0 0,1-1 0 0 0,0 0-1 0 0,-1 1 1 0 0,1-1-1 0 0,0 1 1 0 0,0-1-1 0 0,0 1 1 0 0,0 0 0 0 0,0 0-1 0 0,3-2 1 0 0,3 0 30 0 0,-1 1-1 0 0,1 0 1 0 0,12-3 0 0 0,-16 5-94 0 0,0-1 0 0 0,0 1 0 0 0,0 0 0 0 0,0 1 0 0 0,0-1-1 0 0,-1 1 1 0 0,1 0 0 0 0,0 0 0 0 0,0 0 0 0 0,-1 0 0 0 0,1 1 0 0 0,-1-1-1 0 0,1 1 1 0 0,-1 0 0 0 0,0 0 0 0 0,1 0 0 0 0,4 5 0 0 0,-6-4-4 0 0,0 0 1 0 0,0 1 0 0 0,-1-1-1 0 0,1 1 1 0 0,-1-1-1 0 0,1 1 1 0 0,-1 0 0 0 0,0-1-1 0 0,0 1 1 0 0,-1 0 0 0 0,1 0-1 0 0,-1 0 1 0 0,0 0 0 0 0,0-1-1 0 0,0 1 1 0 0,-1 0-1 0 0,1 0 1 0 0,-1 0 0 0 0,-2 5-1 0 0,0 5 7 0 0,-2 0-1 0 0,0 0 1 0 0,-12 24-1 0 0,2-14 40 0 0,-23 32 0 0 0,8-15-42 0 0,29-39-24 0 0,3-3-32 0 0,16-9 27 0 0,8-1-4 0 0,-12 6 6 0 0,1 1 0 0 0,0 0 0 0 0,-1 1 0 0 0,1 1 0 0 0,23-1 0 0 0,-29 2 21 0 0,1 2-1 0 0,-1-1 1 0 0,1 1-1 0 0,-1 1 1 0 0,0 0-1 0 0,0 0 1 0 0,0 1-1 0 0,0 0 1 0 0,15 7-1 0 0,-21-9 64 0 0,0 1-1 0 0,0 0 0 0 0,0 0 1 0 0,0 0-1 0 0,-1 0 1 0 0,1 0-1 0 0,0 1 1 0 0,-1-1-1 0 0,0 1 1 0 0,1-1-1 0 0,-1 1 1 0 0,0 0-1 0 0,-1 0 1 0 0,1 0-1 0 0,0 0 1 0 0,-1 0-1 0 0,2 7 1 0 0,-2-6 48 0 0,0 0 1 0 0,-1 1-1 0 0,0-1 1 0 0,0 1 0 0 0,0-1-1 0 0,0 1 1 0 0,-1-1-1 0 0,0 0 1 0 0,0 1 0 0 0,0-1-1 0 0,0 0 1 0 0,-3 6-1 0 0,-2 3 112 0 0,-1-1-1 0 0,-1 1 0 0 0,0-1 0 0 0,0 0 0 0 0,-1-1 1 0 0,-1 0-1 0 0,-15 13 0 0 0,11-11-151 0 0,-1-1-1 0 0,0-1 1 0 0,-1-1-1 0 0,0 0 1 0 0,-1-1-1 0 0,1-1 1 0 0,-2-1-1 0 0,1 0 1 0 0,-35 8-1 0 0,38-12-902 0 0,0-1 1 0 0,0-1-1 0 0,0 0 0 0 0,-22-1 1 0 0,35 0 555 0 0,0 0 1 0 0,0 0-1 0 0,0-1 1 0 0,0 1 0 0 0,0 0-1 0 0,1 0 1 0 0,-1-1-1 0 0,0 1 1 0 0,0 0 0 0 0,0-1-1 0 0,0 1 1 0 0,0-1 0 0 0,1 1-1 0 0,-1-1 1 0 0,0 1-1 0 0,0-1 1 0 0,1 0 0 0 0,-1 1-1 0 0,0-1 1 0 0,1 0 0 0 0,-1 1-1 0 0,1-1 1 0 0,-1 0-1 0 0,1 0 1 0 0,-1 0 0 0 0,1 0-1 0 0,-1 1 1 0 0,1-1 0 0 0,0 0-1 0 0,-1-1 1 0 0</inkml:trace>
</inkml:ink>
</file>

<file path=ppt/ink/ink2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2:58.6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56 2352 0 0,'-13'-47'9691'0'0,"13"47"-9660"0"0,0-1-1 0 0,0 1 1 0 0,0 0 0 0 0,1-1-1 0 0,-1 1 1 0 0,0 0-1 0 0,0-1 1 0 0,0 1 0 0 0,0-1-1 0 0,0 1 1 0 0,0 0 0 0 0,0-1-1 0 0,1 1 1 0 0,-1 0-1 0 0,0-1 1 0 0,0 1 0 0 0,0 0-1 0 0,1 0 1 0 0,-1-1 0 0 0,0 1-1 0 0,0 0 1 0 0,1-1-1 0 0,-1 1 1 0 0,0 0 0 0 0,1 0-1 0 0,0-1 1 0 0,180 178 3096 0 0,6 5-2794 0 0,-173-171-526 0 0,64 50-1555 0 0,-68-54 596 0 0,0-1-1 0 0,1-1 1 0 0,12 6 0 0 0,0-8-6224 0 0</inkml:trace>
</inkml:ink>
</file>

<file path=ppt/ink/ink2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2:58.8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269 114 1176 0 0,'-12'-113'14910'0'0,"2"124"-13796"0"0,3 0-652 0 0,1 1 0 0 0,0-1 0 0 0,-4 16 0 0 0,3-9-190 0 0,-68 144 538 0 0,-11 24-161 0 0,55-90-3370 0 0,24-70-475 0 0,-5 46-1 0 0,13-56-649 0 0,3-3-1569 0 0</inkml:trace>
</inkml:ink>
</file>

<file path=ppt/ink/ink2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2:59.0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48 2120 0 0,'81'-48'17548'0'0,"-73"50"-16315"0"0,-1-1-345 0 0,-3 12 268 0 0,-15 115 645 0 0,5-85-3953 0 0,1 68 1 0 0,5-98 1260 0 0,1 25-2696 0 0,1-14-1800 0 0,0-3-2787 0 0</inkml:trace>
</inkml:ink>
</file>

<file path=ppt/ink/ink2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2:59.6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52 2484 0 0,'1'-3'1925'0'0,"0"-6"-606"0"0,0 3-179 0 0,0-1 0 0 0,0 1 0 0 0,1 0 0 0 0,2-7 0 0 0,-3 12-686 0 0,16 6 810 0 0,4 13-895 0 0,-1 0 0 0 0,-1 1 0 0 0,-1 1 0 0 0,29 41 0 0 0,-2-2-147 0 0,-26-37-221 0 0,52 59 211 0 0,-60-70-812 0 0,1 0 1 0 0,0-1-1 0 0,0-1 0 0 0,26 15 1 0 0,-36-23 301 0 0,24 10-1641 0 0,-4-11-2854 0 0,-1-4 1799 0 0</inkml:trace>
</inkml:ink>
</file>

<file path=ppt/ink/ink2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2:59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244 112 2404 0 0,'-4'-20'2030'0'0,"2"6"-76"0"0,0-1 0 0 0,-1 1 0 0 0,-1 0 0 0 0,-8-19 1 0 0,11 32-1645 0 0,0 1-222 0 0,0 0 0 0 0,0 1 0 0 0,0-1-1 0 0,0 0 1 0 0,0 1 0 0 0,0-1-1 0 0,0 1 1 0 0,0 0 0 0 0,0-1 0 0 0,0 1-1 0 0,1 0 1 0 0,-1 0 0 0 0,0-1 0 0 0,0 1-1 0 0,1 0 1 0 0,-1 0 0 0 0,0 0-1 0 0,1 0 1 0 0,-1 0 0 0 0,0 1 0 0 0,-12 25 440 0 0,10-21-234 0 0,-13 31-71 0 0,-87 208 1442 0 0,64-118-3325 0 0,31-89-1059 0 0,-6 54 0 0 0,13-66-1154 0 0,2-4-1820 0 0</inkml:trace>
</inkml:ink>
</file>

<file path=ppt/ink/ink2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3:00.1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67 1040 0 0,'26'-28'7668'0'0,"1"6"-4068"0"0,-23 20-3424 0 0,1-1-1 0 0,-1 1 1 0 0,1 0 0 0 0,0 1-1 0 0,-1-1 1 0 0,1 1 0 0 0,0 0-1 0 0,0 0 1 0 0,0 0-1 0 0,0 1 1 0 0,0-1 0 0 0,8 2-1 0 0,-7-1-78 0 0,-1 0 0 0 0,0 1 0 0 0,1-1 0 0 0,-1 1 0 0 0,0 1 0 0 0,0-1 0 0 0,0 1 0 0 0,0 0 0 0 0,0 0 0 0 0,0 0 0 0 0,-1 0-1 0 0,1 1 1 0 0,-1 0 0 0 0,1 0 0 0 0,-1 0 0 0 0,0 1 0 0 0,0-1 0 0 0,0 1 0 0 0,-1 0 0 0 0,1 0 0 0 0,-1 1 0 0 0,0-1 0 0 0,0 0 0 0 0,-1 1-1 0 0,1 0 1 0 0,-1 0 0 0 0,0 0 0 0 0,-1 0 0 0 0,1 0 0 0 0,-1 0 0 0 0,0 0 0 0 0,0 0 0 0 0,0 0 0 0 0,-1 1 0 0 0,1-1 0 0 0,-2 0 0 0 0,1 1-1 0 0,0-1 1 0 0,-3 8 0 0 0,0 3 123 0 0,-2 0-1 0 0,0 0 0 0 0,-1 0 0 0 0,-1-1 1 0 0,0 0-1 0 0,-17 25 0 0 0,-66 78 976 0 0,27-39-488 0 0,34-39-457 0 0,29-40-246 0 0,0 1 0 0 0,0-1 0 0 0,0 0-1 0 0,0 1 1 0 0,0-1 0 0 0,-1 1 0 0 0,1-1-1 0 0,0 0 1 0 0,0 1 0 0 0,0-1-1 0 0,0 0 1 0 0,0 1 0 0 0,0-1 0 0 0,1 1-1 0 0,-1-1 1 0 0,0 0 0 0 0,0 1 0 0 0,0-1-1 0 0,0 0 1 0 0,0 1 0 0 0,0-1 0 0 0,1 0-1 0 0,-1 1 1 0 0,0-1 0 0 0,0 0 0 0 0,0 0-1 0 0,1 1 1 0 0,-1-1 0 0 0,0 0-1 0 0,1 1 1 0 0,-1-1 0 0 0,0 0 0 0 0,0 0-1 0 0,1 0 1 0 0,-1 1 0 0 0,0-1 0 0 0,1 0-1 0 0,-1 0 1 0 0,1 0 0 0 0,-1 0 0 0 0,0 0-1 0 0,1 0 1 0 0,-1 0 0 0 0,1 0 0 0 0,16 3 36 0 0,-16-3-38 0 0,33 0-293 0 0,0-1 0 0 0,0-2-1 0 0,63-13 1 0 0,-39 6-703 0 0,123-25-3354 0 0,-63 7-1745 0 0,-31 6-1269 0 0</inkml:trace>
</inkml:ink>
</file>

<file path=ppt/ink/ink2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3:00.5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2 1816 0 0,'-3'0'3596'0'0,"3"0"-3490"0"0,-1 0 0 0 0,1-1 0 0 0,-1 1 0 0 0,1 0 0 0 0,-1 0 0 0 0,1 0 0 0 0,-1 0 0 0 0,1 0 0 0 0,-1 0 0 0 0,1 0 1 0 0,-1 0-1 0 0,1 0 0 0 0,-1 0 0 0 0,1 0 0 0 0,0 0 0 0 0,-1 0 0 0 0,1 0 0 0 0,-1 1 0 0 0,1-1 0 0 0,-1 0 0 0 0,1 0 0 0 0,-1 0 0 0 0,1 1 0 0 0,0-1 1 0 0,-1 0-1 0 0,1 1 0 0 0,0-1 0 0 0,-1 0 0 0 0,1 1 0 0 0,0-1 0 0 0,-1 0 0 0 0,1 1 0 0 0,0-1 0 0 0,0 1 0 0 0,-1-1 0 0 0,1 0 0 0 0,0 1 0 0 0,0-1 0 0 0,0 1 1 0 0,-1 0-1 0 0,2 1 123 0 0,-1 0 0 0 0,1 0 0 0 0,-1-1 0 0 0,1 1 0 0 0,0 0 1 0 0,-1 0-1 0 0,1-1 0 0 0,0 1 0 0 0,0 0 0 0 0,0-1 0 0 0,0 1 1 0 0,2 1-1 0 0,31 38 1656 0 0,48 43-1 0 0,-48-53-1810 0 0,1-1 0 0 0,2-2 0 0 0,64 37-1 0 0,-90-59-538 0 0,1 0-1 0 0,0-1 1 0 0,0 0-1 0 0,15 3 1 0 0,-21-7-315 0 0,1 1 0 0 0,0-1 1 0 0,-1-1-1 0 0,1 1 1 0 0,0-1-1 0 0,-1 0 0 0 0,1 0 1 0 0,0-1-1 0 0,11-3 1 0 0,2-4-3498 0 0</inkml:trace>
</inkml:ink>
</file>

<file path=ppt/ink/ink2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3:00.7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 54 1632 0 0,'5'-38'6622'0'0,"-2"22"76"0"0,-18 80-4904 0 0,-40 106 0 0 0,10-37-1499 0 0,45-130-336 0 0,-46 162-1597 0 0,24-54-6998 0 0,18-88 2520 0 0</inkml:trace>
</inkml:ink>
</file>

<file path=ppt/ink/ink2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3:01.2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65 608 0 0,'21'-26'7827'0'0,"-17"20"-6661"0"0,0 1 1 0 0,1 0 0 0 0,0 0-1 0 0,8-8 1 0 0,-11 12-1100 0 0,0 1 1 0 0,0-1-1 0 0,1 0 1 0 0,-1 1-1 0 0,0-1 1 0 0,1 1-1 0 0,-1 0 1 0 0,0 0-1 0 0,0 0 1 0 0,1 0-1 0 0,-1 0 0 0 0,0 0 1 0 0,1 0-1 0 0,-1 1 1 0 0,0-1-1 0 0,0 1 1 0 0,1 0-1 0 0,-1 0 1 0 0,3 1-1 0 0,41 22 371 0 0,-42-21-393 0 0,0-1-1 0 0,0 1 1 0 0,0 1-1 0 0,0-1 1 0 0,0 0-1 0 0,-1 1 1 0 0,0 0-1 0 0,0 0 1 0 0,0 0-1 0 0,0 0 1 0 0,0 1-1 0 0,-1-1 1 0 0,0 1-1 0 0,0-1 1 0 0,0 1-1 0 0,0 0 1 0 0,-1 0-1 0 0,0 0 1 0 0,0-1-1 0 0,0 2 1 0 0,0-1-1 0 0,-1 0 1 0 0,0 0-1 0 0,0 0 1 0 0,0 0-1 0 0,-2 6 1 0 0,0-1 68 0 0,0-1 1 0 0,-1 0 0 0 0,0 0-1 0 0,0 0 1 0 0,-1 0-1 0 0,0 0 1 0 0,-1-1 0 0 0,0 1-1 0 0,0-1 1 0 0,-1 0 0 0 0,0-1-1 0 0,-13 13 1 0 0,-1-2 252 0 0,3-2 139 0 0,-26 28 1 0 0,42-42-483 0 0,1-1-20 0 0,1 0 1 0 0,-1 0-1 0 0,0 0 1 0 0,1 0-1 0 0,-1 0 1 0 0,1 0-1 0 0,0 0 1 0 0,-1 0-1 0 0,1 0 1 0 0,0 0-1 0 0,-1-1 1 0 0,1 1-1 0 0,0 0 1 0 0,0 0-1 0 0,0-1 1 0 0,0 1-1 0 0,-1 0 1 0 0,1-1-1 0 0,0 1 1 0 0,0-1-1 0 0,0 1 1 0 0,2-1-1 0 0,30 12 11 0 0,-20-8-8 0 0,29 12 79 0 0,-25-11-10 0 0,0 1 0 0 0,-1 0 0 0 0,0 1 0 0 0,0 1 1 0 0,0 1-1 0 0,-1 0 0 0 0,-1 1 0 0 0,17 14 0 0 0,-29-22 40 0 0,-1-1 0 0 0,1 1-1 0 0,-1 0 1 0 0,1-1 0 0 0,-1 1-1 0 0,0 0 1 0 0,0 0-1 0 0,0 0 1 0 0,0 0 0 0 0,0 0-1 0 0,0 0 1 0 0,-1 0 0 0 0,1 0-1 0 0,-1 0 1 0 0,1 0 0 0 0,-1 0-1 0 0,0 1 1 0 0,0-1 0 0 0,0 4-1 0 0,-1-3 1 0 0,1 1 0 0 0,-1-1-1 0 0,-1 0 1 0 0,1 0-1 0 0,0 0 1 0 0,-1 0 0 0 0,1 0-1 0 0,-1 0 1 0 0,0 0-1 0 0,0 0 1 0 0,-4 3 0 0 0,-2 3 39 0 0,-1-1 1 0 0,0 0 0 0 0,-1-1 0 0 0,0 0-1 0 0,0-1 1 0 0,-12 6 0 0 0,2-2-29 0 0,0-2 0 0 0,-1 0 0 0 0,0-2 0 0 0,-1 0 0 0 0,-25 3 0 0 0,32-6-480 0 0,-1-2 0 0 0,0 0 0 0 0,0-1 0 0 0,0 0 0 0 0,0-1 0 0 0,1-1 0 0 0,-31-8 1 0 0,43 9 34 0 0,-1 0 0 0 0,1 0 1 0 0,0 0-1 0 0,0-1 0 0 0,0 0 1 0 0,0 1-1 0 0,0-1 0 0 0,1 0 1 0 0,-5-4-1 0 0,6 4-95 0 0,0 1 0 0 0,0 0-1 0 0,0 0 1 0 0,0-1 0 0 0,0 1 0 0 0,0 0 0 0 0,1-1 0 0 0,-1 1-1 0 0,0-1 1 0 0,1 1 0 0 0,-1-1 0 0 0,1 1 0 0 0,0-1 0 0 0,0 0-1 0 0,-1 1 1 0 0,1-1 0 0 0,0 1 0 0 0,0-1 0 0 0,1 1 0 0 0,-1-1-1 0 0,0 0 1 0 0,0 1 0 0 0,1-3 0 0 0,6-15-7727 0 0</inkml:trace>
</inkml:ink>
</file>

<file path=ppt/ink/ink2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3:01.6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24 1348 0 0,'-15'-24'9862'0'0,"18"29"-8420"0"0,3 2-1009 0 0,136 199 2582 0 0,-129-188-3035 0 0,0-1 1 0 0,19 19-1 0 0,-24-28-481 0 0,-1-1 0 0 0,1-1 0 0 0,0 1 0 0 0,1-1 0 0 0,-1-1 0 0 0,18 9 0 0 0,-22-12-70 0 0,0-1 0 0 0,0 0-1 0 0,0 0 1 0 0,0 0 0 0 0,1-1-1 0 0,-1 1 1 0 0,0-1-1 0 0,0 0 1 0 0,0 0 0 0 0,5-1-1 0 0,8-4-3273 0 0</inkml:trace>
</inkml:ink>
</file>

<file path=ppt/ink/ink2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3:01.8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260 113 2652 0 0,'22'-105'11972'0'0,"-19"98"-10009"0"0,-1 14-910 0 0,-3 14 40 0 0,-7 24 60 0 0,-3-1 0 0 0,-26 71 0 0 0,-46 79-766 0 0,71-168-258 0 0,-37 74 42 0 0,-2 8-714 0 0,21-35-3493 0 0,26-58 2176 0 0,3 5-6139 0 0</inkml:trace>
</inkml:ink>
</file>

<file path=ppt/ink/ink2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3:02.2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52 1464 0 0,'21'-33'9295'0'0,"-6"14"-4082"0"0,-12 36-3211 0 0,-21 99 707 0 0,16-101-2625 0 0,2-1 0 0 0,-1 1 1 0 0,2 0-1 0 0,0-1 1 0 0,1 1-1 0 0,4 16 0 0 0,-6-29-76 0 0,1 0 0 0 0,-1 0-1 0 0,1 0 1 0 0,0 0 0 0 0,0 0 0 0 0,0 0-1 0 0,0 0 1 0 0,0 0 0 0 0,0-1-1 0 0,0 1 1 0 0,1 0 0 0 0,-1-1-1 0 0,1 1 1 0 0,-1-1 0 0 0,1 1 0 0 0,0-1-1 0 0,-1 0 1 0 0,1 0 0 0 0,0 0-1 0 0,0 0 1 0 0,3 1 0 0 0,-1-1-6 0 0,-1 0 0 0 0,1-1 0 0 0,0 1-1 0 0,0-1 1 0 0,-1 0 0 0 0,1 0 0 0 0,0-1 0 0 0,-1 1 0 0 0,1-1 0 0 0,0 1 0 0 0,4-3 0 0 0,6-2 0 0 0,-1-1 0 0 0,0 0 1 0 0,0-1-1 0 0,-1 0 1 0 0,14-11-1 0 0,34-26 105 0 0,70-69-1 0 0,-129 113-90 0 0,-1-1-1 0 0,0 0 0 0 0,1 1 0 0 0,-1-1 0 0 0,1 1 0 0 0,-1-1 1 0 0,0 1-1 0 0,1-1 0 0 0,0 1 0 0 0,-1 0 0 0 0,1-1 1 0 0,-1 1-1 0 0,1 0 0 0 0,-1-1 0 0 0,1 1 0 0 0,0 0 1 0 0,-1 0-1 0 0,1-1 0 0 0,-1 1 0 0 0,1 0 0 0 0,0 0 1 0 0,-1 0-1 0 0,1 0 0 0 0,0 0 0 0 0,-1 0 0 0 0,1 0 0 0 0,0 0 1 0 0,-1 0-1 0 0,1 0 0 0 0,1 1 0 0 0,-2-1 13 0 0,1 1 0 0 0,0 0 0 0 0,-1 0 0 0 0,1 0 1 0 0,-1 0-1 0 0,1 0 0 0 0,-1 1 0 0 0,0-1 0 0 0,1 0 0 0 0,-1 0 0 0 0,0 0 0 0 0,0 0 0 0 0,0 0 0 0 0,1 0 0 0 0,-2 2 0 0 0,1 7 91 0 0,0-1 0 0 0,-1 0-1 0 0,-2 12 1 0 0,-16 53-347 0 0,-19 90 1286 0 0,25-81-4355 0 0,8 0-5703 0 0,6-60-217 0 0</inkml:trace>
</inkml:ink>
</file>

<file path=ppt/ink/ink2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3:03.8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328 441 1904 0 0,'-12'-12'2704'0'0,"0"1"0"0"0,0 0 0 0 0,-1 1 0 0 0,-22-13-1 0 0,34 22-2633 0 0,0 1-1 0 0,1 0 0 0 0,-1 0 1 0 0,0 0-1 0 0,0 0 0 0 0,0 0 1 0 0,0 0-1 0 0,0 0 0 0 0,1 0 0 0 0,-1 1 1 0 0,0-1-1 0 0,0 0 0 0 0,0 0 1 0 0,1 1-1 0 0,-1-1 0 0 0,0 0 0 0 0,0 1 1 0 0,1-1-1 0 0,-1 1 0 0 0,0-1 1 0 0,1 1-1 0 0,-2 0 0 0 0,-12 14 836 0 0,-8 30-68 0 0,2 2 0 0 0,3 0 0 0 0,-18 70 0 0 0,14-46-554 0 0,-63 221 222 0 0,84-291-506 0 0,0 0 0 0 0,0 0-1 0 0,-1 1 1 0 0,1-1 0 0 0,0 0 0 0 0,-1 0 0 0 0,1 0-1 0 0,-1 0 1 0 0,1 0 0 0 0,-1 0 0 0 0,0 0 0 0 0,1 0-1 0 0,-1 0 1 0 0,-1 1 0 0 0,-2-14-228 0 0,6-31-112 0 0,16-90-11 0 0,7 2 0 0 0,57-180 1 0 0,-77 293 334 0 0,53-154-118 0 0,-47 145 113 0 0,1 1-1 0 0,1 1 1 0 0,1 0 0 0 0,22-30-1 0 0,-32 51 18 0 0,-1-1 0 0 0,1 1 0 0 0,0 0 0 0 0,0 0 1 0 0,0 1-1 0 0,0-1 0 0 0,1 1 0 0 0,0 0 0 0 0,-1 0 0 0 0,1 0 0 0 0,0 1 0 0 0,0 0 0 0 0,1-1 0 0 0,4 0 0 0 0,-6 2 5 0 0,1 1-1 0 0,-1 0 1 0 0,0-1-1 0 0,0 1 0 0 0,0 1 1 0 0,1-1-1 0 0,-1 1 0 0 0,0-1 1 0 0,0 1-1 0 0,0 0 1 0 0,0 1-1 0 0,0-1 0 0 0,0 1 1 0 0,0 0-1 0 0,-1 0 1 0 0,1 0-1 0 0,0 0 0 0 0,5 5 1 0 0,2 3 28 0 0,-1 0 0 0 0,0 1 0 0 0,0 0 0 0 0,-2 0 0 0 0,1 1 0 0 0,-1 0 0 0 0,-1 0 0 0 0,0 1 0 0 0,8 22 0 0 0,1 8 204 0 0,16 75 0 0 0,-17-45 316 0 0,9 137 0 0 0,-19-67-1595 0 0,-4-2-6288 0 0</inkml:trace>
</inkml:ink>
</file>

<file path=ppt/ink/ink2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3:04.0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219 118 468 0 0,'-28'-9'3341'0'0,"-161"-67"13347"0"0,188 76-16497 0 0,1-1-176 0 0,0 0 0 0 0,0 0 0 0 0,1 1 0 0 0,-1-1 0 0 0,1 0-1 0 0,-1 0 1 0 0,1 1 0 0 0,-1-1 0 0 0,1 0 0 0 0,-1 1 0 0 0,1-1 0 0 0,-1 1 0 0 0,1-1 0 0 0,0 1 0 0 0,-1-1 0 0 0,1 1 0 0 0,0-1-1 0 0,0 1 1 0 0,-1 0 0 0 0,1-1 0 0 0,0 1 0 0 0,0 0 0 0 0,1-1 0 0 0,20-4 96 0 0,16-1-1165 0 0,0 2-1 0 0,50 1 1 0 0,21 5-7264 0 0,-65 0 1046 0 0</inkml:trace>
</inkml:ink>
</file>

<file path=ppt/ink/ink2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3:04.3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 2788 0 0,'25'-10'12919'0'0,"12"4"-6985"0"0,-30 6-5493 0 0,-1 0 0 0 0,0 0-1 0 0,0 0 1 0 0,0 1 0 0 0,0-1 0 0 0,0 2 0 0 0,11 2 0 0 0,-11-2-177 0 0,0 1 1 0 0,0-1 0 0 0,0 1 0 0 0,0 0 0 0 0,0 1 0 0 0,-1-1-1 0 0,1 1 1 0 0,-1 0 0 0 0,0 1 0 0 0,-1-1 0 0 0,1 1-1 0 0,5 7 1 0 0,-7-7-84 0 0,0 0 0 0 0,-1-1 0 0 0,0 1 0 0 0,0 0 0 0 0,0 0 0 0 0,0 1 0 0 0,-1-1 0 0 0,0 0 0 0 0,0 0 0 0 0,0 1 0 0 0,-1-1 0 0 0,0 1 0 0 0,0-1 0 0 0,0 0 0 0 0,-2 10 0 0 0,-2 0-84 0 0,0 1-1 0 0,0-1 1 0 0,-2 0 0 0 0,0-1 0 0 0,0 0 0 0 0,-2 0 0 0 0,-16 25 0 0 0,-74 84 389 0 0,98-123-486 0 0,-1 1 0 0 0,0 0 0 0 0,1 0 0 0 0,-1-1 0 0 0,1 1 0 0 0,-1 0 0 0 0,1 0 0 0 0,-1 0 0 0 0,1 0 0 0 0,-1 0 0 0 0,1 0 0 0 0,0 0 0 0 0,0 0 0 0 0,-1 1 0 0 0,6 6 0 0 0,17-3 0 0 0,-20-5 0 0 0,82 5 0 0 0,130-8 0 0 0,-163 1 0 0 0,-46 2-1 0 0,377-19-4930 0 0,3-23-2465 0 0,-317 29 386 0 0,-4-1-4015 0 0</inkml:trace>
</inkml:ink>
</file>

<file path=ppt/ink/ink2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4:03.9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370 199 420 0 0,'15'-39'5747'0'0,"-9"24"-3714"0"0,-1 1 0 0 0,6-26 0 0 0,-10 36-1786 0 0,0 1 0 0 0,-1 0 0 0 0,1-1 0 0 0,-1 1 0 0 0,0-1 0 0 0,0 1 0 0 0,-1-1 0 0 0,1 1 0 0 0,-1 0 0 0 0,1-1 0 0 0,-1 1 0 0 0,0 0 0 0 0,-1-1 0 0 0,1 1 0 0 0,0 0 0 0 0,-1 0 0 0 0,-2-4 0 0 0,2 5-168 0 0,0 0 0 0 0,0 0 0 0 0,0 0 1 0 0,0 0-1 0 0,0 0 0 0 0,0 0 0 0 0,-1 1 0 0 0,1-1 0 0 0,0 1 0 0 0,-1-1 0 0 0,0 1 0 0 0,1 0 0 0 0,-1 0 0 0 0,0 0 1 0 0,1 1-1 0 0,-1-1 0 0 0,0 0 0 0 0,0 1 0 0 0,0 0 0 0 0,0 0 0 0 0,0 0 0 0 0,1 0 0 0 0,-1 0 0 0 0,0 1 0 0 0,0-1 1 0 0,0 1-1 0 0,1-1 0 0 0,-1 1 0 0 0,0 0 0 0 0,-5 3 0 0 0,-3 2-4 0 0,0 0 1 0 0,0 0-1 0 0,0 1 0 0 0,0 1 0 0 0,-14 14 1 0 0,0 2-11 0 0,1 1 0 0 0,1 1 0 0 0,2 1 0 0 0,0 1 0 0 0,2 0 1 0 0,1 2-1 0 0,2 0 0 0 0,-24 60 0 0 0,35-74-53 0 0,0-1 0 0 0,1 1 1 0 0,1-1-1 0 0,0 1 0 0 0,1 0 0 0 0,1 1 1 0 0,1-1-1 0 0,0 0 0 0 0,1 0 1 0 0,6 31-1 0 0,-5-39-11 0 0,0-1 0 0 0,0 1 0 0 0,1-1 0 0 0,0 1 0 0 0,0-1 0 0 0,1 0 0 0 0,0 0 0 0 0,0 0 0 0 0,1-1 0 0 0,0 0 0 0 0,0 0 0 0 0,0 0 0 0 0,1 0 0 0 0,-1-1 0 0 0,2 0 0 0 0,-1 0 0 0 0,0 0 0 0 0,1-1 0 0 0,0 0 0 0 0,0 0 0 0 0,0-1 0 0 0,0 0 0 0 0,16 4 0 0 0,-3-2-414 0 0,0-2 0 0 0,1 0 1 0 0,-1-2-1 0 0,1 0 1 0 0,37-3-1 0 0,-34-1-3030 0 0,-1-1 0 0 0,35-10-1 0 0,-38 7-1707 0 0</inkml:trace>
</inkml:ink>
</file>

<file path=ppt/ink/ink2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4:04.1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54 968 0 0,'0'-53'19427'0'0,"-3"68"-19198"0"0,1 1 0 0 0,0 0-1 0 0,1 0 1 0 0,2 19 0 0 0,-1 12-118 0 0,-14 159-3 0 0,4-118-5723 0 0,6-67-1523 0 0</inkml:trace>
</inkml:ink>
</file>

<file path=ppt/ink/ink2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4:04.8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15 175 504 0 0,'-3'-8'2135'0'0,"0"1"0"0"0,1 0 0 0 0,-3-16 0 0 0,4 18-1558 0 0,1 0 0 0 0,-1 0-1 0 0,1 0 1 0 0,0 0 0 0 0,1 0 0 0 0,1-7 0 0 0,-1 8-478 0 0,0 0 0 0 0,0 1 0 0 0,1-1 1 0 0,-1 0-1 0 0,1 1 0 0 0,0-1 0 0 0,0 1 1 0 0,1-1-1 0 0,-1 1 0 0 0,1 0 0 0 0,-1 0 1 0 0,1 0-1 0 0,0 1 0 0 0,0-1 0 0 0,0 1 1 0 0,0-1-1 0 0,1 1 0 0 0,-1 0 1 0 0,1 0-1 0 0,5-2 0 0 0,4-2-5 0 0,-8 3-57 0 0,0 1 0 0 0,0 0 0 0 0,0 0 0 0 0,1 0-1 0 0,-1 1 1 0 0,8-2 0 0 0,-10 3-26 0 0,1-1 0 0 0,0 1 0 0 0,0 0 0 0 0,0 0 0 0 0,0 0 0 0 0,0 1 1 0 0,-1-1-1 0 0,1 1 0 0 0,0 0 0 0 0,0 0 0 0 0,-1 0 0 0 0,1 1 0 0 0,-1-1 0 0 0,1 1 0 0 0,3 2 0 0 0,-5-2 4 0 0,1 0-1 0 0,-1 0 0 0 0,0 0 1 0 0,-1 0-1 0 0,1 0 1 0 0,0 0-1 0 0,-1 0 1 0 0,1 1-1 0 0,-1-1 1 0 0,1 1-1 0 0,-1-1 1 0 0,0 1-1 0 0,0 0 1 0 0,-1-1-1 0 0,1 1 0 0 0,0 0 1 0 0,-1-1-1 0 0,1 1 1 0 0,-1 0-1 0 0,0 0 1 0 0,0 0-1 0 0,0-1 1 0 0,-1 5-1 0 0,-1 7 56 0 0,-1 0 0 0 0,-1-1 0 0 0,0 0 0 0 0,0 1 0 0 0,-1-1 0 0 0,-1-1 0 0 0,-7 14 0 0 0,-58 82 761 0 0,52-82-405 0 0,-9 12 397 0 0,28-37-630 0 0,40-17-95 0 0,-32 14-96 0 0,0 1 0 0 0,0 0 0 0 0,0 0 0 0 0,0 1 0 0 0,1 0 0 0 0,-1 0 0 0 0,0 1 0 0 0,0 0 0 0 0,0 0 0 0 0,0 1 0 0 0,0 0-1 0 0,0 1 1 0 0,-1 0 0 0 0,1 0 0 0 0,-1 0 0 0 0,1 1 0 0 0,-1 0 0 0 0,0 1 0 0 0,-1-1 0 0 0,1 1 0 0 0,-1 1 0 0 0,0-1 0 0 0,0 1 0 0 0,-1 0 0 0 0,8 10 0 0 0,-11-11 164 0 0,0-1 0 0 0,0 1 1 0 0,0 0-1 0 0,0 0 0 0 0,-1-1 1 0 0,0 1-1 0 0,0 0 0 0 0,-1 0 1 0 0,1 0-1 0 0,-1 0 0 0 0,0 0 1 0 0,0 0-1 0 0,-1 0 0 0 0,1 0 1 0 0,-1 0-1 0 0,0 0 0 0 0,-1 0 1 0 0,1 0-1 0 0,-1-1 0 0 0,0 1 1 0 0,0-1-1 0 0,0 1 0 0 0,-1-1 1 0 0,-5 8-1 0 0,3-5 151 0 0,-1 0 0 0 0,0 0 0 0 0,0-1-1 0 0,0 1 1 0 0,-1-1 0 0 0,0-1 0 0 0,0 1 0 0 0,0-1-1 0 0,-1-1 1 0 0,0 1 0 0 0,0-1 0 0 0,-16 5 0 0 0,15-7-227 0 0,1-1 0 0 0,0 0 0 0 0,-1 0 0 0 0,0-1 0 0 0,1 0 1 0 0,-1 0-1 0 0,1-1 0 0 0,-1 0 0 0 0,-9-3 0 0 0,16 3-77 0 0,-39-11-1110 0 0,27 7-1922 0 0</inkml:trace>
</inkml:ink>
</file>

<file path=ppt/ink/ink2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3:20.4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42 312 2556 0 0,'40'-55'11905'0'0,"-39"53"-11337"0"0,10-12 2021 0 0,-11 26-2332 0 0,1-1 1 0 0,-2 0-1 0 0,0 0 1 0 0,0 0 0 0 0,-1 0-1 0 0,0 0 1 0 0,-1 0 0 0 0,-5 13-1 0 0,-3 18 223 0 0,3-8-197 0 0,-4 14 233 0 0,-8 79-1 0 0,19-114-460 0 0,0 1 0 0 0,1-1 0 0 0,1 1 0 0 0,0-1-1 0 0,1 1 1 0 0,0-1 0 0 0,1 1 0 0 0,0-1 0 0 0,1 0 0 0 0,10 22-1 0 0,-11-30-27 0 0,-1 0-1 0 0,1-1 1 0 0,0 1-1 0 0,1-1 0 0 0,-1 0 1 0 0,1 0-1 0 0,0 0 1 0 0,0 0-1 0 0,0-1 0 0 0,0 0 1 0 0,0 0-1 0 0,1 0 1 0 0,0 0-1 0 0,0 0 1 0 0,7 2-1 0 0,-4-3 49 0 0,-1 0 0 0 0,1 0 1 0 0,0-1-1 0 0,0 0 0 0 0,1 0 0 0 0,-1-1 1 0 0,0 0-1 0 0,0-1 0 0 0,12-1 0 0 0,1-3 203 0 0,-1 0 0 0 0,1-2-1 0 0,-1 0 1 0 0,-1-1 0 0 0,1-1 0 0 0,35-23-1 0 0,-31 15-26 0 0,-1 0-1 0 0,-1-2 0 0 0,0-1 0 0 0,-1 0 0 0 0,-2-2 0 0 0,24-32 1 0 0,-21 22 228 0 0,-2-1 1 0 0,-1 0-1 0 0,-1-2 1 0 0,17-47-1 0 0,-30 66-306 0 0,0 1-1 0 0,-1 0 1 0 0,0-1-1 0 0,-1 0 1 0 0,-1 0-1 0 0,-1 0 1 0 0,0-21-1 0 0,-2 27-139 0 0,0 1 1 0 0,0 0-1 0 0,-1 0 0 0 0,-1-1 0 0 0,1 1 0 0 0,-1 1 0 0 0,-1-1 1 0 0,1 0-1 0 0,-2 1 0 0 0,1 0 0 0 0,-1 0 0 0 0,0 0 0 0 0,-12-13 1 0 0,8 11-12 0 0,-1 1 1 0 0,0 0 0 0 0,-1 0 0 0 0,1 1 0 0 0,-2 1-1 0 0,1 0 1 0 0,-1 0 0 0 0,0 1 0 0 0,0 1 0 0 0,-1 0 0 0 0,-22-6-1 0 0,18 8-97 0 0,0 0 0 0 0,-1 1 0 0 0,1 1 0 0 0,0 0 0 0 0,-1 1-1 0 0,1 1 1 0 0,0 1 0 0 0,-28 6 0 0 0,26-3-450 0 0,0 1 0 0 0,0 0-1 0 0,1 2 1 0 0,0 0 0 0 0,0 1 0 0 0,1 0 0 0 0,-24 18-1 0 0,28-17-504 0 0,1 0 0 0 0,0 1 0 0 0,1 1 0 0 0,0-1 0 0 0,1 2 0 0 0,0-1 0 0 0,1 1-1 0 0,0 1 1 0 0,-9 20 0 0 0,5-6-4514 0 0,3 0-3048 0 0</inkml:trace>
</inkml:ink>
</file>

<file path=ppt/ink/ink2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3:21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40 1588 0 0,'0'0'14524'0'0,"0"1"-14503"0"0,0-1 0 0 0,0 1-1 0 0,0-1 1 0 0,0 0 0 0 0,0 1-1 0 0,0-1 1 0 0,0 1 0 0 0,0-1-1 0 0,0 1 1 0 0,0-1 0 0 0,0 0-1 0 0,0 1 1 0 0,1-1 0 0 0,-1 0 0 0 0,0 1-1 0 0,0-1 1 0 0,0 1 0 0 0,1-1-1 0 0,-1 0 1 0 0,0 1 0 0 0,0-1-1 0 0,1 0 1 0 0,-1 1 0 0 0,0-1-1 0 0,1 0 1 0 0,-1 0 0 0 0,1 1 0 0 0,27 0 72 0 0,1-2 0 0 0,-1-1 0 0 0,44-9 1 0 0,-2 1-53 0 0,42-8-214 0 0,-110 17-96 0 0,0 1-118 0 0,8-2-38 0 0,17-5-8819 0 0</inkml:trace>
</inkml:ink>
</file>

<file path=ppt/ink/ink2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3:21.9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36 116 2004 0 0,'15'-28'8156'0'0,"11"-32"973"0"0,-25 59-8536 0 0,-1 0-474 0 0,1 1 0 0 0,0-1 0 0 0,-1 0 0 0 0,1 0 1 0 0,-1 1-1 0 0,1-1 0 0 0,-1 0 0 0 0,1 0 0 0 0,-1 0 0 0 0,0 1 0 0 0,1-1 1 0 0,-1 0-1 0 0,0 0 0 0 0,1 0 0 0 0,-1 0 0 0 0,0-1 0 0 0,4-9 1263 0 0,-4 11-1383 0 0,0 0 1 0 0,1 0-1 0 0,-1 0 1 0 0,0 0 0 0 0,1 0-1 0 0,-1 1 1 0 0,0-1-1 0 0,0 0 1 0 0,1 0 0 0 0,-1 0-1 0 0,0 0 1 0 0,0 1-1 0 0,0-1 1 0 0,1 0 0 0 0,-1 0-1 0 0,0 0 1 0 0,0 1-1 0 0,0-1 1 0 0,1 0 0 0 0,-1 0-1 0 0,0 1 1 0 0,0-1-1 0 0,0 0 1 0 0,0 1 0 0 0,0-1-1 0 0,0 0 1 0 0,0 0-1 0 0,0 1 1 0 0,0-1 0 0 0,0 0-1 0 0,0 1 1 0 0,0-1-1 0 0,0 0 1 0 0,0 0 0 0 0,0 1-1 0 0,0-1 1 0 0,0 1-1 0 0,3 17 269 0 0,-1 0-1 0 0,-1 0 1 0 0,0 0-1 0 0,-1 0 1 0 0,-4 26-1 0 0,0 2 197 0 0,-74 581 2410 0 0,65-542-3196 0 0,11-65-3136 0 0,38-30-11853 0 0</inkml:trace>
</inkml:ink>
</file>

<file path=ppt/ink/ink2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3:23.2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51 1992 0 0,'10'-8'3775'0'0,"0"-1"0"0"0,17-19 642 0 0,-27 28-4268 0 0,0-1 0 0 0,1 1 1 0 0,-1-1-1 0 0,1 1 1 0 0,-1 0-1 0 0,1-1 0 0 0,-1 1 1 0 0,1-1-1 0 0,-1 1 0 0 0,1 0 1 0 0,0 0-1 0 0,-1-1 1 0 0,1 1-1 0 0,0 0 0 0 0,-1 0 1 0 0,2-1-1 0 0,-1 3-12 0 0,1-1-1 0 0,-1 1 0 0 0,0-1 1 0 0,1 1-1 0 0,-1-1 1 0 0,0 1-1 0 0,0 0 0 0 0,0 0 1 0 0,0 0-1 0 0,0-1 1 0 0,-1 1-1 0 0,1 0 0 0 0,-1 0 1 0 0,1 0-1 0 0,-1 0 1 0 0,1 3-1 0 0,4 45 1418 0 0,-4-30-962 0 0,16 487 6399 0 0,-18-370-6012 0 0,1-60-136 0 0,0-75-753 0 0,1 7-2077 0 0,0-11 1115 0 0</inkml:trace>
</inkml:ink>
</file>

<file path=ppt/ink/ink2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3:24.4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71 1872 0 0,'2'-6'1666'0'0,"-1"1"1"0"0,1 0-1 0 0,0 0 0 0 0,0 0 1 0 0,6-9-1 0 0,-2 2 818 0 0,2-6 856 0 0,-7 19-3258 0 0,0 0-1 0 0,0 0 1 0 0,0 0-1 0 0,0 1 1 0 0,0-1-1 0 0,-1 0 1 0 0,1 0-1 0 0,0 1 1 0 0,-1-1-1 0 0,1 1 1 0 0,-1-1 0 0 0,1 0-1 0 0,-1 1 1 0 0,0 2-1 0 0,1-3 80 0 0,6 10 301 0 0,-6 7 142 0 0,7 38 0 0 0,0-9-44 0 0,-3-3-107 0 0,0-13 220 0 0,-1 1 0 0 0,-2 0 0 0 0,-1-1 0 0 0,-4 36 0 0 0,-1-22-199 0 0,2 72 0 0 0,2-65-348 0 0,4-1 75 0 0,-4-49 98 0 0,1 7-49 0 0,8-35-163 0 0,-4 8-1215 0 0,-5 17 649 0 0,12-16-5954 0 0,13 12 1487 0 0,-7 2-2548 0 0,-2 0 3341 0 0</inkml:trace>
</inkml:ink>
</file>

<file path=ppt/ink/ink2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3:26.6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42 1220 0 0,'-3'1'7496'0'0,"-3"-1"-6846"0"0,-23 4 9794 0 0,39-6-9234 0 0,199-28-1135 0 0,-152 24-20 0 0,-32 2 437 0 0,-1-1-1927 0 0</inkml:trace>
</inkml:ink>
</file>

<file path=ppt/ink/ink2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3:27.1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39 1956 0 0,'51'-29'14111'0'0,"-38"23"-9786"0"0,9 2 3766 0 0,-15 5-7623 0 0,-6-1 124 0 0,-1 13-492 0 0,-5 96 355 0 0,-32 184 0 0 0,-21-29-7023 0 0,4-93-4518 0 0,24-91 591 0 0</inkml:trace>
</inkml:ink>
</file>

<file path=ppt/ink/ink2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3:41.2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448 23 1936 0 0,'27'-21'13046'0'0,"-27"21"-12955"0"0,1-1 0 0 0,-1 1 0 0 0,0 0 1 0 0,0 0-1 0 0,0 0 0 0 0,1 0 0 0 0,-1 0 1 0 0,0 0-1 0 0,0 0 0 0 0,1 0 0 0 0,-1-1 1 0 0,0 1-1 0 0,1 0 0 0 0,-1 0 0 0 0,0 0 1 0 0,0 0-1 0 0,1 0 0 0 0,-1 1 0 0 0,0-1 1 0 0,0 0-1 0 0,1 0 0 0 0,-1 0 0 0 0,0 0 1 0 0,1 0-1 0 0,-8 13 401 0 0,0-1 0 0 0,-1-1 0 0 0,-14 18-1 0 0,-1 0 26 0 0,-88 121 654 0 0,-18 25-754 0 0,10-14-317 0 0,79-108-437 0 0,34-47-462 0 0,-3 3-807 0 0</inkml:trace>
</inkml:ink>
</file>

<file path=ppt/ink/ink2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3:41.8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10 136 512 0 0,'-10'-5'20398'0'0,"12"3"-20392"0"0,0 0 0 0 0,-1-1 0 0 0,1 1 0 0 0,0 0 0 0 0,0 0 0 0 0,0 0 0 0 0,0 0 0 0 0,0 1 0 0 0,1-1 0 0 0,-1 1 0 0 0,5-3 0 0 0,34-17 18 0 0,-37 19-24 0 0,157-63 21 0 0,-151 60-31 0 0,-6 3 8 0 0,0 0-1 0 0,0 1 0 0 0,0-1 0 0 0,0 1 1 0 0,0-1-1 0 0,0 2 0 0 0,1-1 0 0 0,4 0 1 0 0,-9 1 12 0 0,1 0 0 0 0,0 0 0 0 0,-1 0 0 0 0,1 0 0 0 0,-1 0 0 0 0,1 0 0 0 0,-1 1 0 0 0,1-1 0 0 0,0 0 0 0 0,-1 0 0 0 0,1 1 0 0 0,-1-1 0 0 0,1 0 0 0 0,-1 1 0 0 0,0-1 0 0 0,1 1 0 0 0,-1-1 0 0 0,1 0 0 0 0,-1 1 0 0 0,0-1 0 0 0,1 1 0 0 0,-1-1 0 0 0,0 1 0 0 0,1-1 0 0 0,-1 2 0 0 0,5 20 624 0 0,-7 21 834 0 0,2-42-1426 0 0,-16 98 2234 0 0,-30 104-1 0 0,14-68-2085 0 0,12-72-73 0 0,8-24-4927 0 0</inkml:trace>
</inkml:ink>
</file>

<file path=ppt/ink/ink2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3:42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494 38 1408 0 0,'15'-19'7492'0'0,"-2"1"-1303"0"0,-19 24-5609 0 0,2-2-552 0 0,-174 177 3726 0 0,-79 101-2264 0 0,181-202-2201 0 0</inkml:trace>
</inkml:ink>
</file>

<file path=ppt/ink/ink2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3:43.5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1 155 92 0 0,'43'-24'21907'0'0,"-44"21"-21774"0"0,-1 0-1 0 0,1 0 1 0 0,-1 0-1 0 0,1 0 0 0 0,-1 0 1 0 0,0 0-1 0 0,0 0 1 0 0,0 1-1 0 0,-3-3 0 0 0,4 4-88 0 0,1 0-56 0 0,1 0 10 0 0,-1 0 0 0 0,0 0 0 0 0,0 1 0 0 0,1-1 0 0 0,-1 0 0 0 0,1 1-1 0 0,-1-1 1 0 0,1 0 0 0 0,-1 1 0 0 0,1-1 0 0 0,-1 1 0 0 0,1-1 0 0 0,1 0-1 0 0,185-34-32 0 0,-73 15 84 0 0,-8 3-38 0 0,-93 16 1421 0 0,0-2 0 0 0,20-5-1 0 0,-22 5 1006 0 0,-7 6-2326 0 0,-4-3-108 0 0,0 0 1 0 0,0 0-1 0 0,1 0 1 0 0,-1 0-1 0 0,0 0 1 0 0,0 0-1 0 0,1 0 1 0 0,-1 0-1 0 0,0 0 1 0 0,0 0-1 0 0,1 0 1 0 0,-1 0-1 0 0,0 0 1 0 0,0 1-1 0 0,0-1 1 0 0,1 0-1 0 0,-1 0 1 0 0,0 0-1 0 0,0 0 1 0 0,0 1-1 0 0,0-1 1 0 0,1 0-1 0 0,-1 0 1 0 0,0 0-1 0 0,0 1 1 0 0,0-1-1 0 0,0 0 1 0 0,0 0-1 0 0,0 0 1 0 0,0 1-1 0 0,0-1 1 0 0,1 0-1 0 0,-1 0 1 0 0,0 1-1 0 0,0-1 0 0 0,0 0 1 0 0,0 1-1 0 0,-91 431 1448 0 0,66-330-2192 0 0,16-66-195 0 0,-40 163-4704 0 0,13-67-5220 0 0,16-67-335 0 0</inkml:trace>
</inkml:ink>
</file>

<file path=ppt/ink/ink2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3:47.2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0 190 112 0 0,'11'-62'7834'0'0,"19"-63"1"0"0,-29 123-7503 0 0,6 261 3044 0 0,-8-222-3355 0 0,5 164-468 0 0,12-70-3582 0 0,1-71-2394 0 0,-9-32 216 0 0</inkml:trace>
</inkml:ink>
</file>

<file path=ppt/ink/ink2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3:47.8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1 165 704 0 0,'49'-138'12607'0'0,"-46"127"-12091"0"0,3-3 1679 0 0,-6 14-2157 0 0,1-1-1 0 0,-1 1 1 0 0,0 0-1 0 0,1 0 1 0 0,-1 0-1 0 0,0 0 1 0 0,1 0 0 0 0,-1 0-1 0 0,0 0 1 0 0,1 0-1 0 0,-1 0 1 0 0,1 0-1 0 0,-1 0 1 0 0,0 0 0 0 0,1 0-1 0 0,-1 0 1 0 0,0 0-1 0 0,1 0 1 0 0,-1 0-1 0 0,0 0 1 0 0,1 0 0 0 0,-1 0-1 0 0,0 1 1 0 0,1-1-1 0 0,-1 0 1 0 0,0 0-1 0 0,1 0 1 0 0,-1 1 0 0 0,0-1-1 0 0,0 0 1 0 0,1 0-1 0 0,-1 1 1 0 0,0-1-1 0 0,0 0 1 0 0,1 1-1 0 0,-1-1 1 0 0,0 1 0 0 0,2 1 78 0 0,-1 0 1 0 0,0 0-1 0 0,1 0 1 0 0,-1 0-1 0 0,0 0 1 0 0,0 0 0 0 0,0 1-1 0 0,-1-1 1 0 0,1 1-1 0 0,0-1 1 0 0,-1 0-1 0 0,1 3 1 0 0,1 34 715 0 0,-2-27-525 0 0,0 51 563 0 0,-14 91 1 0 0,1 4-1425 0 0,11-132-466 0 0,2 45-2118 0 0,0-66 2175 0 0,1 1 0 0 0,0 0 0 0 0,0-1-1 0 0,0 1 1 0 0,1-1 0 0 0,-1 0 0 0 0,1 1 0 0 0,1-1 0 0 0,4 9-1 0 0</inkml:trace>
</inkml:ink>
</file>

<file path=ppt/ink/ink2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3:48.0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477 45 732 0 0,'3'-9'2655'0'0,"-2"7"-2144"0"0,0 0 0 0 0,0 0 0 0 0,-1 0 0 0 0,1 0-1 0 0,-1 1 1 0 0,1-1 0 0 0,-1 0 0 0 0,0 0 0 0 0,0 0 0 0 0,1 0-1 0 0,-1 0 1 0 0,-1 0 0 0 0,1 0 0 0 0,0 0 0 0 0,-2-4 859 0 0,-17 15 1057 0 0,0 6-1406 0 0,1 2 0 0 0,0 0 0 0 0,-20 27 0 0 0,24-27-703 0 0,-80 90 445 0 0,-118 180 1 0 0,200-268-2139 0 0,-11 26 0 0 0,8 0-4727 0 0</inkml:trace>
</inkml:ink>
</file>

<file path=ppt/ink/ink2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3:48.4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52 348 0 0,'0'-12'9045'0'0,"0"-8"-2317"0"0,0 19-6650 0 0,0 1 1 0 0,0-1-1 0 0,0 1 1 0 0,0-1-1 0 0,0 1 1 0 0,0 0-1 0 0,0-1 1 0 0,0 1 0 0 0,0-1-1 0 0,1 1 1 0 0,-1-1-1 0 0,0 1 1 0 0,0 0-1 0 0,0-1 1 0 0,1 1-1 0 0,-1-1 1 0 0,0 1-1 0 0,0 0 1 0 0,1-1-1 0 0,-1 1 1 0 0,1 0-1 0 0,24-5 569 0 0,1 2 0 0 0,-1 2 0 0 0,1 0 0 0 0,0 1-1 0 0,29 5 1 0 0,91 13 258 0 0,-142-17-766 0 0,0 1 0 0 0,0-1 0 0 0,0 1 0 0 0,0 0 0 0 0,-1 0 0 0 0,1 0 0 0 0,-1 0 0 0 0,0 1-1 0 0,1-1 1 0 0,-1 1 0 0 0,0 0 0 0 0,0 0 0 0 0,-1 0 0 0 0,1 0 0 0 0,-1 1 0 0 0,1-1 0 0 0,-1 1 0 0 0,0-1 0 0 0,0 1 0 0 0,-1 0 0 0 0,1 0 0 0 0,-1-1 0 0 0,0 1 0 0 0,0 0-1 0 0,1 7 1 0 0,-1 1 258 0 0,0 1 0 0 0,-1 0 1 0 0,-1-1-1 0 0,0 1 0 0 0,-1-1 0 0 0,-5 23 0 0 0,-30 72 1131 0 0,27-80-1229 0 0,-47 108 598 0 0,-13 38-4277 0 0,69-170 2813 0 0,0 0 1 0 0,1-1-1 0 0,-1 1 1 0 0,1-1-1 0 0,-1 1 0 0 0,1 0 1 0 0,0-1-1 0 0,0 1 1 0 0,1 2-1 0 0</inkml:trace>
</inkml:ink>
</file>

<file path=ppt/ink/ink2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3:49.0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29 2120 0 0,'10'-22'6982'0'0,"-10"22"-6892"0"0,0 0 0 0 0,0-1 0 0 0,1 1 0 0 0,-1 0 0 0 0,0-1 0 0 0,0 1 0 0 0,0 0 0 0 0,0 0 0 0 0,0-1 0 0 0,0 1 0 0 0,0 0 0 0 0,0 0 0 0 0,1-1 0 0 0,-1 1 0 0 0,1-1 360 0 0,-1 1-360 0 0,0 0 0 0 0,0 0 0 0 0,0-1 0 0 0,1 1 0 0 0,-1 0 0 0 0,0 0 0 0 0,0 0 0 0 0,1 0 0 0 0,-1 0 1 0 0,0 0-1 0 0,1 0 0 0 0,-1 0 0 0 0,0 0 0 0 0,0 0 0 0 0,1-1 0 0 0,-1 1 0 0 0,0 0 0 0 0,0 1 0 0 0,1-1 0 0 0,-1 0 0 0 0,1 0 0 0 0,7 12 1580 0 0,2 22-155 0 0,-9 4-858 0 0,-1 0 1 0 0,-2 0-1 0 0,-10 58 0 0 0,0 1-374 0 0,7-53-404 0 0,-5 109-730 0 0,14-77-2338 0 0,-2-57-253 0 0,11 36-1 0 0,-5-33-2087 0 0</inkml:trace>
</inkml:ink>
</file>

<file path=ppt/ink/ink2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3:49.7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84 233 1580 0 0,'1'-6'1743'0'0,"-1"1"-1"0"0,1 0 1 0 0,-1-1-1 0 0,-1-9 1 0 0,0-5 1764 0 0,1 20-3491 0 0,0 0 0 0 0,0 0 0 0 0,0-1 0 0 0,0 1 0 0 0,0 0-1 0 0,0 0 1 0 0,0 0 0 0 0,0 0 0 0 0,0-1 0 0 0,0 1 0 0 0,-1 0 0 0 0,1 0 0 0 0,0 0 0 0 0,0 0 0 0 0,0-1 0 0 0,0 1-1 0 0,0 0 1 0 0,0 0 0 0 0,0 0 0 0 0,-1 0 0 0 0,1 0 0 0 0,0 0 0 0 0,0-1 0 0 0,0 1 0 0 0,0 0 0 0 0,-1 0 0 0 0,1 0 0 0 0,0 0-1 0 0,0 0 1 0 0,0 0 0 0 0,0 0 0 0 0,-1 0 0 0 0,1 0 0 0 0,0 0 0 0 0,0 0 0 0 0,0 0 0 0 0,0 0 0 0 0,-1 0 0 0 0,1 0 0 0 0,0 0-1 0 0,0 0 1 0 0,0 0 0 0 0,-1 0 0 0 0,1 0 0 0 0,0 0 0 0 0,0 0 0 0 0,0 0 0 0 0,0 0 0 0 0,-1 0 0 0 0,1 0 0 0 0,0 1 0 0 0,0-1-1 0 0,0 0 1 0 0,0 0 0 0 0,0 0 0 0 0,-1 0 0 0 0,1 0 0 0 0,0 1 0 0 0,0-1 0 0 0,0 0 0 0 0,0 0 0 0 0,-9 7 315 0 0,-1 12-81 0 0,1 0-1 0 0,0 0 1 0 0,1 1-1 0 0,1 0 1 0 0,1 1-1 0 0,1-1 1 0 0,1 1 0 0 0,1 0-1 0 0,-1 25 1 0 0,3-29-221 0 0,1 0 1 0 0,0 0 0 0 0,2 0 0 0 0,-1 0 0 0 0,2 0-1 0 0,1 0 1 0 0,0 0 0 0 0,7 17 0 0 0,-9-28-21 0 0,0-1 1 0 0,1 1-1 0 0,0-1 1 0 0,0 0-1 0 0,0 0 0 0 0,0 0 1 0 0,1 0-1 0 0,0-1 1 0 0,0 1-1 0 0,0-1 1 0 0,0 0-1 0 0,1 0 0 0 0,-1 0 1 0 0,1-1-1 0 0,0 0 1 0 0,0 0-1 0 0,0 0 1 0 0,1 0-1 0 0,-1-1 0 0 0,1 0 1 0 0,0 0-1 0 0,-1-1 1 0 0,1 1-1 0 0,0-1 0 0 0,0 0 1 0 0,10-1-1 0 0,-3 0 35 0 0,-1-1-1 0 0,1 0 1 0 0,-1-1-1 0 0,0 0 1 0 0,1-1-1 0 0,-1-1 1 0 0,-1 0 0 0 0,1 0-1 0 0,0-1 1 0 0,13-9-1 0 0,-11 5 8 0 0,0 0 1 0 0,-1-2-1 0 0,0 1 0 0 0,-1-1 1 0 0,0-1-1 0 0,-1 0 0 0 0,12-17 1 0 0,-9 9 41 0 0,-1-1 1 0 0,-1 0 0 0 0,-1-1 0 0 0,-1 0-1 0 0,0-1 1 0 0,-2 0 0 0 0,-1 0 0 0 0,-1-1 0 0 0,-1 0-1 0 0,4-40 1 0 0,-9 52-50 0 0,0 0 1 0 0,0 0-1 0 0,-2 0 0 0 0,1 0 0 0 0,-1 0 0 0 0,-1 0 1 0 0,0 0-1 0 0,-1 1 0 0 0,0 0 0 0 0,-1-1 1 0 0,0 1-1 0 0,-1 1 0 0 0,-7-11 0 0 0,10 16-194 0 0,-1-1-1 0 0,0 2 1 0 0,0-1-1 0 0,0 0 1 0 0,-1 1-1 0 0,0 0 1 0 0,0 0-1 0 0,0 0 1 0 0,0 0-1 0 0,-1 1 1 0 0,1 0 0 0 0,-1 0-1 0 0,0 1 1 0 0,0-1-1 0 0,0 1 1 0 0,0 1-1 0 0,0-1 1 0 0,0 1-1 0 0,-1 0 1 0 0,1 0-1 0 0,0 1 1 0 0,-1 0-1 0 0,1 0 1 0 0,0 0-1 0 0,-1 1 1 0 0,-8 2 0 0 0,11-2-275 0 0,0 0 0 0 0,0 1 0 0 0,0-1 0 0 0,0 1 0 0 0,1 0 0 0 0,-5 2 1 0 0,-10 12-5159 0 0</inkml:trace>
</inkml:ink>
</file>

<file path=ppt/ink/ink2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3:50.1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10 124 0 0,'-4'8'11526'0'0,"4"-7"-11366"0"0,0 0 1 0 0,0-1-1 0 0,0 1 1 0 0,0-1-1 0 0,0 1 0 0 0,-1-1 1 0 0,1 1-1 0 0,0 0 1 0 0,0-1-1 0 0,0 1 1 0 0,0-1-1 0 0,1 1 1 0 0,-1 0-1 0 0,0-1 1 0 0,0 1-1 0 0,0-1 0 0 0,0 1 1 0 0,1-1-1 0 0,-1 1 1 0 0,0-1-1 0 0,0 1 1 0 0,1-1-1 0 0,-1 1 1 0 0,1-1-1 0 0,-1 1 1 0 0,0-1-1 0 0,1 1 1 0 0,0 0-1 0 0,19 7 1484 0 0,31-5-1190 0 0,-47-3-237 0 0,68-1 267 0 0,115-16-1 0 0,-79-6-7494 0 0,-95 19 2928 0 0</inkml:trace>
</inkml:ink>
</file>

<file path=ppt/ink/ink2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3:50.4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54 2744 0 0,'1'-3'2381'0'0,"2"-4"-1073"0"0,10-22 8629 0 0,-10 21-7650 0 0,1 1-149 0 0,-2 13-1808 0 0,-1 1 0 0 0,1-1 0 0 0,-2 0 1 0 0,1 1-1 0 0,-1-1 0 0 0,0 1 0 0 0,0-1 1 0 0,-1 1-1 0 0,-1 8 0 0 0,-1 14 340 0 0,-3 33 157 0 0,-21 91 0 0 0,10-67-2221 0 0,4 0-3643 0 0,13-58 1583 0 0,4-10-3622 0 0</inkml:trace>
</inkml:ink>
</file>

<file path=ppt/ink/ink2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3:50.6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390 56 1944 0 0,'11'-16'6653'0'0,"23"-23"1322"0"0,-39 50-5847 0 0,-17 23-971 0 0,-1-1-1 0 0,-34 37 1 0 0,12-15-720 0 0,-37 45-225 0 0,-34 43-102 0 0,48-41-5613 0 0,62-89 3834 0 0,-4 5-5589 0 0</inkml:trace>
</inkml:ink>
</file>

<file path=ppt/ink/ink2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3:51.0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1 103 3472 0 0,'5'-6'1724'0'0,"0"0"0"0"0,1 0 0 0 0,-1 0 0 0 0,2 1-1 0 0,-1 0 1 0 0,14-9 0 0 0,-9 8-947 0 0,1 0-1 0 0,0 1 1 0 0,21-7 0 0 0,-2 4-689 0 0,0 2 0 0 0,49-4 0 0 0,-76 9-44 0 0,-1 1 0 0 0,0 0-1 0 0,0 0 1 0 0,0 0 0 0 0,0 0-1 0 0,1 0 1 0 0,-1 1 0 0 0,0-1-1 0 0,0 1 1 0 0,0 0 0 0 0,0 0-1 0 0,0 0 1 0 0,0 0 0 0 0,0 0-1 0 0,0 1 1 0 0,-1-1 0 0 0,1 1-1 0 0,0 0 1 0 0,-1 0-1 0 0,0 0 1 0 0,1 0 0 0 0,-1 0-1 0 0,0 1 1 0 0,0-1 0 0 0,3 5-1 0 0,-2-1 148 0 0,-1-1-1 0 0,0 1 0 0 0,0 0 0 0 0,0 0 0 0 0,-1 0 1 0 0,0 0-1 0 0,0 0 0 0 0,0 0 0 0 0,-1 0 0 0 0,0 0 1 0 0,0 0-1 0 0,-2 7 0 0 0,-5 30 701 0 0,-2-1 0 0 0,-2-1 0 0 0,-2 1 0 0 0,-26 56 0 0 0,29-73-738 0 0,-35 70 551 0 0,1-5-3836 0 0,41-79 489 0 0</inkml:trace>
</inkml:ink>
</file>

<file path=ppt/ink/ink2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3:52.3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155 171 2080 0 0,'-1'-20'12740'0'0,"-3"23"-12641"0"0,0 1 0 0 0,0-1 1 0 0,1 1-1 0 0,-1 0 0 0 0,1 0 0 0 0,0 0 0 0 0,0 0 0 0 0,0 0 1 0 0,-2 7-1 0 0,-21 47 557 0 0,22-50-552 0 0,-8 21 207 0 0,-37 98 848 0 0,42-106-967 0 0,2 1 0 0 0,0-1 0 0 0,1 1 0 0 0,-1 25 0 0 0,4-40-110 0 0,1 1-1 0 0,1 0 0 0 0,-1-1 0 0 0,1 1 1 0 0,0-1-1 0 0,1 1 0 0 0,0-1 1 0 0,0 0-1 0 0,0 1 0 0 0,1-1 0 0 0,7 12 1 0 0,-8-15-45 0 0,1-1 0 0 0,0 1 0 0 0,-1-1 0 0 0,1 0 1 0 0,1 0-1 0 0,-1 0 0 0 0,0 0 0 0 0,1-1 0 0 0,-1 0 1 0 0,1 1-1 0 0,0-1 0 0 0,0 0 0 0 0,0-1 0 0 0,0 1 1 0 0,0-1-1 0 0,0 1 0 0 0,0-1 0 0 0,1 0 0 0 0,-1-1 1 0 0,0 1-1 0 0,1-1 0 0 0,4 0 0 0 0,8-1 21 0 0,1-1 0 0 0,0 0 0 0 0,0-2 0 0 0,-1 0-1 0 0,0 0 1 0 0,0-2 0 0 0,0 0 0 0 0,0-1 0 0 0,-1-1-1 0 0,0 0 1 0 0,26-20 0 0 0,-23 14-1 0 0,-1 0-1 0 0,0-2 1 0 0,-1 0-1 0 0,-1 0 0 0 0,-1-2 1 0 0,0 0-1 0 0,-1-1 1 0 0,18-32-1 0 0,-24 34-19 0 0,0 0-1 0 0,-1 0 1 0 0,-1-1-1 0 0,0 0 1 0 0,-2 0-1 0 0,0-1 1 0 0,-1 1-1 0 0,0-1 1 0 0,-2 0-1 0 0,-1-27 1 0 0,-1 36-36 0 0,0 0 1 0 0,0 0-1 0 0,-1 0 1 0 0,0 0-1 0 0,-1 0 1 0 0,0 1-1 0 0,0-1 0 0 0,-1 1 1 0 0,-1 0-1 0 0,1 0 1 0 0,-1 0-1 0 0,-1 1 1 0 0,0-1-1 0 0,0 1 1 0 0,0 1-1 0 0,-1-1 1 0 0,0 1-1 0 0,-1 0 0 0 0,0 1 1 0 0,-15-10-1 0 0,18 13-131 0 0,-1 0 0 0 0,1 1 0 0 0,-1 0-1 0 0,0 0 1 0 0,1 0 0 0 0,-1 1-1 0 0,0 0 1 0 0,0 0 0 0 0,0 0 0 0 0,0 1-1 0 0,0 0 1 0 0,0 0 0 0 0,0 1 0 0 0,0-1-1 0 0,0 1 1 0 0,-10 3 0 0 0,11-2-359 0 0,1-1 1 0 0,-1 1 0 0 0,1 0-1 0 0,0 1 1 0 0,-1-1 0 0 0,1 1 0 0 0,0 0-1 0 0,-7 6 1 0 0,8-6-262 0 0,1 0-1 0 0,-1 0 1 0 0,1 1-1 0 0,-1-1 1 0 0,1 0 0 0 0,0 1-1 0 0,1-1 1 0 0,-1 1-1 0 0,0 0 1 0 0,1 0 0 0 0,-1 6-1 0 0</inkml:trace>
</inkml:ink>
</file>

<file path=ppt/ink/ink2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3:52.9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90 1296 0 0,'65'-82'12726'0'0,"-64"81"-12521"0"0,-1 1-194 0 0,0 0-1 0 0,0-1 1 0 0,0 1-1 0 0,0 0 1 0 0,0 0-1 0 0,0-1 1 0 0,0 1-1 0 0,0 0 1 0 0,0 0-1 0 0,0-1 1 0 0,0 1-1 0 0,0 0 1 0 0,0 0-1 0 0,0-1 1 0 0,0 1-1 0 0,1 0 0 0 0,-1 0 1 0 0,0 0-1 0 0,0-1 1 0 0,0 1-1 0 0,0 0 1 0 0,1 0-1 0 0,-1 0 1 0 0,0 0-1 0 0,0-1 1 0 0,0 1-1 0 0,1 0 1 0 0,-1 0-1 0 0,0 0 1 0 0,0 0-1 0 0,1 0 1 0 0,-1 0-1 0 0,0 0 1 0 0,0 0-1 0 0,1 0 1 0 0,-1 0-1 0 0,0 0 1 0 0,0 0-1 0 0,1 0 1 0 0,-1 0-1 0 0,0 0 1 0 0,0 0-1 0 0,1 0 1 0 0,-1 0-1 0 0,0 0 0 0 0,0 0 1 0 0,1 0-1 0 0,-1 0 1 0 0,0 0-1 0 0,0 0 1 0 0,1 1-1 0 0,-1-1 1 0 0,0 0-1 0 0,0 0 1 0 0,0 0-1 0 0,1 0 1 0 0,-1 1-1 0 0,0-1 1 0 0,0 0-1 0 0,0 0 1 0 0,0 0-1 0 0,1 1 1 0 0,11 11 630 0 0,-6 0-202 0 0,-2 1-1 0 0,1 0 1 0 0,-1 0-1 0 0,-1 0 1 0 0,3 23-1 0 0,0 71 750 0 0,-5-79-983 0 0,-11 200 585 0 0,1-96-2333 0 0,8-113 493 0 0,0 30-1693 0 0,8-18-3987 0 0</inkml:trace>
</inkml:ink>
</file>

<file path=ppt/ink/ink2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3:53.2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421 73 2736 0 0,'40'-66'11661'0'0,"-39"65"-11233"0"0,2-3 204 0 0,-1 2 184 0 0,-7 11 307 0 0,-51 81 998 0 0,-102 126 0 0 0,88-127-3684 0 0,-72 121-1 0 0,119-160-1526 0 0,10-16-3220 0 0</inkml:trace>
</inkml:ink>
</file>

<file path=ppt/ink/ink2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3:53.7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1 113 1856 0 0,'37'-50'17614'0'0,"-12"29"-15154"0"0,-15 15-2419 0 0,1 1 1 0 0,0 1-1 0 0,1 0 1 0 0,-1 1-1 0 0,1 0 1 0 0,17-2-1 0 0,78-3-61 0 0,-71 7 49 0 0,-20 0-43 0 0,-6 0 9 0 0,-1 0 0 0 0,1 1 0 0 0,-1 1 0 0 0,1 0 0 0 0,17 4 0 0 0,-23-5 12 0 0,0 1 0 0 0,0-1-1 0 0,0 1 1 0 0,0 0-1 0 0,0 1 1 0 0,0-1 0 0 0,0 1-1 0 0,3 2 1 0 0,1 0 35 0 0,-5-2 121 0 0,1 0 0 0 0,-1 0 1 0 0,1 0-1 0 0,-1 1 0 0 0,0 0 1 0 0,1 0-1 0 0,-2 0 0 0 0,1 0 1 0 0,0 0-1 0 0,0 0 0 0 0,-1 1 1 0 0,0-1-1 0 0,0 1 0 0 0,0 0 1 0 0,0 0-1 0 0,-1 0 0 0 0,1 0 1 0 0,-1 0-1 0 0,0 0 0 0 0,0 0 1 0 0,0 0-1 0 0,-1 0 0 0 0,1 6 1 0 0,-1 5 352 0 0,0-1 0 0 0,-1 0 0 0 0,0 0 0 0 0,-1 0 0 0 0,-6 21 0 0 0,-10 22 325 0 0,-3-1 1 0 0,-3 0-1 0 0,-42 71 0 0 0,-22 52-7135 0 0,78-146 887 0 0</inkml:trace>
</inkml:ink>
</file>

<file path=ppt/ink/ink2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3:53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4328 0 0,'0'0'12474'0'0,"12"-4"-11042"0"0</inkml:trace>
</inkml:ink>
</file>

<file path=ppt/ink/ink2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4:50.1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31 1440 0 0,'0'0'4397'0'0,"-3"0"-3489"0"0,-14-7 5809 0 0,17 7-6676 0 0,14-1-47 0 0,12-1 191 0 0,42-7 0 0 0,-39 4-143 0 0,55-2 0 0 0,-79 7-173 0 0,1 0 1 0 0,-1 0 0 0 0,1 1 0 0 0,0 0 0 0 0,-1 0 0 0 0,1 0-1 0 0,-1 0 1 0 0,0 1 0 0 0,1 0 0 0 0,-1 0 0 0 0,0 0 0 0 0,5 4-1 0 0,-9-5 89 0 0,0 0 0 0 0,-1 0 0 0 0,1 0-1 0 0,-1-1 1 0 0,1 1 0 0 0,-1 0 0 0 0,0 0-1 0 0,1 0 1 0 0,-1 0 0 0 0,0 0 0 0 0,1 0-1 0 0,-1 0 1 0 0,0 0 0 0 0,0 0-1 0 0,0 1 1 0 0,0-1 0 0 0,0 0 0 0 0,0 0-1 0 0,0 0 1 0 0,-1 0 0 0 0,1 0 0 0 0,0 0-1 0 0,-1 0 1 0 0,1 0 0 0 0,0 0 0 0 0,-1 0-1 0 0,1-1 1 0 0,-1 2 0 0 0,-17 27-616 0 0,17-28 592 0 0,-20 24-147 0 0,-1-2 0 0 0,-1 0-1 0 0,-35 27 1 0 0,12-11 189 0 0,44-38 33 0 0,-15 14 282 0 0,0 0 0 0 0,1 1 0 0 0,0 0 0 0 0,-25 37 0 0 0,41-53-264 0 0,0 1-1 0 0,-1-1 0 0 0,1 1 1 0 0,0-1-1 0 0,0 1 0 0 0,-1-1 1 0 0,1 0-1 0 0,0 1 0 0 0,0-1 1 0 0,0 1-1 0 0,0 0 0 0 0,-1-1 1 0 0,1 1-1 0 0,0-1 0 0 0,0 1 1 0 0,0-1-1 0 0,0 1 1 0 0,0-1-1 0 0,0 1 0 0 0,1-1 1 0 0,-1 1-1 0 0,0-1 0 0 0,0 1 1 0 0,0-1-1 0 0,0 1 0 0 0,0-1 1 0 0,1 1-1 0 0,-1-1 0 0 0,1 1 1 0 0,-1 0-1 0 0,1-1 1 0 0,0 1-1 0 0,0 0 1 0 0,0-1-1 0 0,0 0 0 0 0,0 1 1 0 0,0-1-1 0 0,0 0 1 0 0,0 1-1 0 0,0-1 1 0 0,0 0-1 0 0,0 0 1 0 0,2 0-1 0 0,35-3 212 0 0,-36 3-209 0 0,45-10-353 0 0,79-26 0 0 0,-15-6-4976 0 0,-71 26 1328 0 0</inkml:trace>
</inkml:ink>
</file>

<file path=ppt/ink/ink2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4:51.1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314 130 1588 0 0,'7'-12'1475'0'0,"0"0"-1"0"0,-1-1 1 0 0,-1 0 0 0 0,0-1-1 0 0,0 1 1 0 0,4-27-1 0 0,-9 39-1444 0 0,0 1-1 0 0,0-1 0 0 0,0 1 1 0 0,0-1-1 0 0,0 1 0 0 0,0-1 1 0 0,0 1-1 0 0,0 0 0 0 0,0-1 0 0 0,0 1 1 0 0,0-1-1 0 0,0 1 0 0 0,0-1 1 0 0,0 1-1 0 0,0 0 0 0 0,-1-1 0 0 0,1 1 1 0 0,0-1-1 0 0,0 1 0 0 0,0 0 1 0 0,-1-1-1 0 0,1 1 0 0 0,0 0 1 0 0,-1-1-1 0 0,1 1 0 0 0,0 0 0 0 0,-1-1 1 0 0,1 1-1 0 0,0 0 0 0 0,-1 0 1 0 0,0-1-1 0 0,-16 1 332 0 0,-15 13-78 0 0,20-7-210 0 0,1 2 0 0 0,-1 0 1 0 0,2 0-1 0 0,-1 1 0 0 0,1 0 0 0 0,1 1 1 0 0,-10 12-1 0 0,-55 79 356 0 0,50-64-179 0 0,2 0 0 0 0,-35 79 0 0 0,51-100-214 0 0,0 0 1 0 0,1 0-1 0 0,1 0 1 0 0,1 1 0 0 0,0-1-1 0 0,1 1 1 0 0,0 0-1 0 0,2 0 1 0 0,0-1-1 0 0,4 30 1 0 0,-3-40-26 0 0,1 1 1 0 0,-1-1-1 0 0,1 0 0 0 0,1 0 1 0 0,-1 0-1 0 0,1 0 1 0 0,0 0-1 0 0,1-1 0 0 0,-1 1 1 0 0,1-1-1 0 0,0 0 1 0 0,1 0-1 0 0,6 7 1 0 0,-4-7-15 0 0,1 1 0 0 0,0-1 1 0 0,0 0-1 0 0,0-1 1 0 0,0 0-1 0 0,0 0 1 0 0,1-1-1 0 0,15 4 1 0 0,-2-2-488 0 0,-1-2 0 0 0,1 0 1 0 0,0-2-1 0 0,0 0 0 0 0,0-2 1 0 0,0 0-1 0 0,27-6 0 0 0,24-10-4557 0 0,-41 7 620 0 0</inkml:trace>
</inkml:ink>
</file>

<file path=ppt/ink/ink2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4:51.4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18 640 0 0,'3'-18'14600'0'0,"-5"57"-14090"0"0,-15 77 0 0 0,1-9-606 0 0,7-5-2275 0 0,4-34-4937 0 0,5-56 3227 0 0</inkml:trace>
</inkml:ink>
</file>

<file path=ppt/ink/ink2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4:51.9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93 119 1604 0 0,'0'-16'2653'0'0,"-1"11"-2189"0"0,1 0 0 0 0,0-1 0 0 0,0 1 0 0 0,0-1 0 0 0,0 1 0 0 0,1 0 0 0 0,0-1 0 0 0,0 1 0 0 0,1 0 0 0 0,-1 0 0 0 0,1 0 0 0 0,0 0 0 0 0,0 0 0 0 0,6-9 0 0 0,-6 13-444 0 0,-1-1 1 0 0,1 1-1 0 0,-1 0 1 0 0,1-1-1 0 0,0 1 0 0 0,0 0 1 0 0,0 0-1 0 0,0 0 1 0 0,0 0-1 0 0,0 0 0 0 0,0 1 1 0 0,0-1-1 0 0,0 0 1 0 0,0 1-1 0 0,0 0 0 0 0,0-1 1 0 0,0 1-1 0 0,1 0 1 0 0,-1 0-1 0 0,0 0 0 0 0,0 1 1 0 0,0-1-1 0 0,0 0 1 0 0,0 1-1 0 0,0 0 0 0 0,1-1 1 0 0,-1 1-1 0 0,0 0 1 0 0,2 1-1 0 0,0 0-9 0 0,-1 0 0 0 0,0 0-1 0 0,1 0 1 0 0,-1 0 0 0 0,0 1 0 0 0,0-1 0 0 0,0 1 0 0 0,0 0 0 0 0,-1-1-1 0 0,1 1 1 0 0,-1 1 0 0 0,0-1 0 0 0,0 0 0 0 0,0 0 0 0 0,2 5-1 0 0,-3-4 7 0 0,-1 0 0 0 0,1 1-1 0 0,-1-1 1 0 0,1 0 0 0 0,-1 1 0 0 0,-1-1-1 0 0,1 0 1 0 0,0 0 0 0 0,-1 1-1 0 0,0-1 1 0 0,0 0 0 0 0,-1 0-1 0 0,1 0 1 0 0,-4 7 0 0 0,-4 6 264 0 0,-21 32 1 0 0,23-39-127 0 0,-8 9 153 0 0,11-14-241 0 0,0-1 0 0 0,0 1 0 0 0,1-1 1 0 0,0 1-1 0 0,0 0 0 0 0,0 0 0 0 0,-2 6 1 0 0,5-10-66 0 0,-1 0 0 0 0,1 0 0 0 0,0 0 0 0 0,0 0 0 0 0,1 0 0 0 0,-1 0 0 0 0,0 0 0 0 0,0 0 0 0 0,0 0 0 0 0,1 0 0 0 0,-1 0 0 0 0,0 0 0 0 0,1-1 0 0 0,-1 1 0 0 0,1 0 0 0 0,-1 0 0 0 0,1 0 0 0 0,-1-1 0 0 0,1 1 0 0 0,-1 0 0 0 0,1 0 0 0 0,0-1 0 0 0,-1 1 0 0 0,3 0 0 0 0,22 15-6 0 0,-14-10 8 0 0,-10-6 4 0 0,69 49-60 0 0,-63-44 163 0 0,-1 1-1 0 0,1 1 0 0 0,-1-1 0 0 0,0 1 1 0 0,-1 0-1 0 0,0 0 0 0 0,7 12 0 0 0,-10-15 73 0 0,-1 0 0 0 0,1 0-1 0 0,-1 1 1 0 0,0-1 0 0 0,0 1-1 0 0,0-1 1 0 0,0 1 0 0 0,-1-1-1 0 0,0 1 1 0 0,0-1 0 0 0,0 1-1 0 0,-1-1 1 0 0,1 1 0 0 0,-1-1-1 0 0,0 1 1 0 0,0-1 0 0 0,-1 0-1 0 0,1 1 1 0 0,-1-1 0 0 0,0 0-1 0 0,0 0 1 0 0,-1 0-1 0 0,1 0 1 0 0,-1-1 0 0 0,0 1-1 0 0,0-1 1 0 0,-5 5 0 0 0,1 0-33 0 0,-1-1 0 0 0,0-1 1 0 0,0 0-1 0 0,0 0 0 0 0,-1 0 0 0 0,0-1 0 0 0,0 0 1 0 0,-1-1-1 0 0,1 0 0 0 0,-1-1 0 0 0,-11 3 1 0 0,8-2-64 0 0,5-3-53 0 0,1 1 0 0 0,0-1 0 0 0,0 0 1 0 0,-1-1-1 0 0,1 0 0 0 0,-1 0 0 0 0,-9-1 0 0 0,12 0-35 0 0,-1 1-24 0 0,0-1 0 0 0,0 1 0 0 0,0-1 0 0 0,0-1 0 0 0,-6-1-1 0 0,11 2-58 0 0,-1 1 0 0 0,1-1 0 0 0,0 1 0 0 0,0-1 0 0 0,0 1 0 0 0,0-1 0 0 0,0 1 0 0 0,0-1 0 0 0,0 0 0 0 0,0 0 0 0 0,0 0 0 0 0,0 0 0 0 0,0 1 0 0 0,1-1 0 0 0,-1 0 0 0 0,0 0 0 0 0,1-1 0 0 0,-1 1 0 0 0,0 0-1 0 0,1 0 1 0 0,-1 0 0 0 0,1 0 0 0 0,0 0 0 0 0,-1-1 0 0 0,1 1 0 0 0,0 0 0 0 0,0 0 0 0 0,0-1 0 0 0,0 1 0 0 0,0 0 0 0 0,0 0 0 0 0,0 0 0 0 0,0-1 0 0 0,1-1 0 0 0,2-5-994 0 0,1-1 1 0 0,0 0-1 0 0,1 1 0 0 0,-1 0 1 0 0,2 0-1 0 0,-1 0 1 0 0,1 1-1 0 0,0 0 0 0 0,9-9 1 0 0,-14 15 852 0 0,23-23-5260 0 0</inkml:trace>
</inkml:ink>
</file>

<file path=ppt/ink/ink2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4:52.2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35 272 0 0,'-82'-34'14839'0'0,"97"52"-13722"0"0,57 35-104 0 0,61 47-174 0 0,-103-75-1203 0 0,-2 2 0 0 0,34 38 0 0 0,-24-21-2401 0 0,-11-17-4102 0 0</inkml:trace>
</inkml:ink>
</file>

<file path=ppt/ink/ink2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4:52.5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361 110 2496 0 0,'-7'-30'3313'0'0,"5"18"-1503"0"0,-1 1-1 0 0,-1-1 0 0 0,1 1 1 0 0,-11-21-1 0 0,13 30-1412 0 0,-2 3-294 0 0,0-1-1 0 0,1 0 1 0 0,-1 1-1 0 0,0 0 0 0 0,1 0 1 0 0,-1 0-1 0 0,1 0 1 0 0,-1 0-1 0 0,1 0 0 0 0,0 1 1 0 0,0-1-1 0 0,-1 1 1 0 0,1 0-1 0 0,0-1 0 0 0,-2 4 1 0 0,-29 35 521 0 0,24-28-455 0 0,-33 42 194 0 0,3 3 1 0 0,-34 65-1 0 0,57-92-644 0 0,2 1-1 0 0,1 1 1 0 0,2 0 0 0 0,1 0-1 0 0,1 1 1 0 0,-5 41 0 0 0,12-61-613 0 0,1 0 1 0 0,1 18-1 0 0,1-26-309 0 0,0 1 1 0 0,0-1-1 0 0,0 1 1 0 0,3 8-1 0 0,4 0-4505 0 0</inkml:trace>
</inkml:ink>
</file>

<file path=ppt/ink/ink2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4:52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46 1192 0 0,'24'-45'14977'0'0,"-21"52"-14913"0"0,0 8 327 0 0,0 0 1 0 0,-2-1-1 0 0,0 1 0 0 0,0 0 1 0 0,-3 23-1 0 0,1-15-204 0 0,-13 164 795 0 0,3-48-2631 0 0,9-49-5220 0 0</inkml:trace>
</inkml:ink>
</file>

<file path=ppt/ink/ink2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4:53.2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308 148 232 0 0,'-1'-25'6536'0'0,"1"18"-5538"0"0,-1 0 1 0 0,1 1-1 0 0,1-1 1 0 0,-1 0-1 0 0,3-11 1 0 0,-2 16-909 0 0,0-1 1 0 0,0 0-1 0 0,1 1 1 0 0,-1-1-1 0 0,1 1 1 0 0,-1-1-1 0 0,1 1 1 0 0,0 0-1 0 0,0-1 1 0 0,0 1-1 0 0,0 0 1 0 0,0 0-1 0 0,0 1 0 0 0,1-1 1 0 0,-1 0-1 0 0,1 1 1 0 0,2-2-1 0 0,6-2 28 0 0,0 0-1 0 0,0 1 1 0 0,0 0-1 0 0,1 1 0 0 0,0 0 1 0 0,-1 1-1 0 0,23-2 1 0 0,-26 4-90 0 0,0 0 1 0 0,-1 0-1 0 0,1 0 1 0 0,0 1-1 0 0,-1 0 1 0 0,1 1-1 0 0,-1 0 1 0 0,1 0-1 0 0,-1 0 1 0 0,0 1 0 0 0,0 0-1 0 0,0 1 1 0 0,8 4-1 0 0,-13-6 7 0 0,-1-1 0 0 0,1 1 1 0 0,0 0-1 0 0,-1-1 0 0 0,1 1 0 0 0,-1 0 0 0 0,1 0 0 0 0,-1 0 1 0 0,0 0-1 0 0,0 0 0 0 0,0 1 0 0 0,0-1 0 0 0,0 0 0 0 0,0 0 1 0 0,-1 1-1 0 0,1-1 0 0 0,-1 0 0 0 0,0 1 0 0 0,0-1 0 0 0,0 1 1 0 0,0-1-1 0 0,0 0 0 0 0,0 1 0 0 0,0-1 0 0 0,-1 1 0 0 0,1-1 1 0 0,-1 0-1 0 0,0 0 0 0 0,0 1 0 0 0,0-1 0 0 0,0 0 0 0 0,-2 4 1 0 0,-4 6 148 0 0,0-1 1 0 0,0 1 0 0 0,-2-1 0 0 0,-11 13 0 0 0,-79 77 944 0 0,89-89-941 0 0,12-7-95 0 0,20-3-41 0 0,-10-2-31 0 0,5 0 69 0 0,-1 1 0 0 0,1 1 0 0 0,-1 0 0 0 0,1 1-1 0 0,-1 1 1 0 0,0 1 0 0 0,23 9 0 0 0,-32-11-11 0 0,-1 0 0 0 0,-1 0 1 0 0,1 1-1 0 0,0 0 0 0 0,-1 0 1 0 0,0 1-1 0 0,0-1 0 0 0,0 1 1 0 0,7 8-1 0 0,-9-8 15 0 0,-1-1 0 0 0,1 0-1 0 0,-1 1 1 0 0,0-1 0 0 0,0 1 0 0 0,-1 0 0 0 0,1-1 0 0 0,-1 1-1 0 0,0 0 1 0 0,0 0 0 0 0,-1 0 0 0 0,1 0 0 0 0,-1 0 0 0 0,-1 8-1 0 0,-1-2 2 0 0,0 0 0 0 0,-1 0-1 0 0,0 0 1 0 0,-1-1-1 0 0,0 1 1 0 0,-1-1-1 0 0,0 0 1 0 0,0 0 0 0 0,-1-1-1 0 0,-1 0 1 0 0,1 0-1 0 0,-2 0 1 0 0,-13 13 0 0 0,0-2-42 0 0,-1-2 1 0 0,0 0 0 0 0,-2-1-1 0 0,-29 16 1 0 0,19-16-429 0 0,0-1 0 0 0,-1-1 0 0 0,0-2-1 0 0,-1-1 1 0 0,-38 6 0 0 0,26-9-4978 0 0,-79 4 1 0 0,78-11-3094 0 0</inkml:trace>
</inkml:ink>
</file>

<file path=ppt/ink/ink2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4:53.4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 3604 0 0,'13'-3'15271'0'0,"-4"0"-14378"0"0</inkml:trace>
</inkml:ink>
</file>

<file path=ppt/ink/ink2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4:58.7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0 1464 0 0,'0'0'2734'0'0,"-4"31"8776"0"0,4-29-11356 0 0,0-1 0 0 0,0 0 0 0 0,1 0 0 0 0,-1 0 0 0 0,0 0 1 0 0,0 1-1 0 0,1-1 0 0 0,-1 0 0 0 0,1 0 0 0 0,-1 0 0 0 0,1 0 0 0 0,-1 0 0 0 0,1 0 0 0 0,0 0 0 0 0,0 0 0 0 0,0 1 0 0 0,-1-2-158 0 0,1 1 390 0 0,25 22 1808 0 0,-20-20-2097 0 0,0 0-1 0 0,0 0 0 0 0,0-1 0 0 0,1 0 1 0 0,-1 0-1 0 0,1-1 0 0 0,-1 0 0 0 0,1 0 1 0 0,0 0-1 0 0,0-1 0 0 0,-1 0 0 0 0,12-1 1 0 0,9-3-1536 0 0,50-14 1 0 0,-17 4-9215 0 0,-46 11 4432 0 0</inkml:trace>
</inkml:ink>
</file>

<file path=ppt/ink/ink2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4:58.9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59 660 0 0,'-103'88'15498'0'0,"97"-78"-14323"0"0,6-10-1157 0 0,0 1-1 0 0,0-1 1 0 0,0 0 0 0 0,0 0-1 0 0,0 0 1 0 0,0 1 0 0 0,0-1-1 0 0,0 0 1 0 0,0 0 0 0 0,0 0 0 0 0,0 1-1 0 0,0-1 1 0 0,0 0 0 0 0,0 0-1 0 0,0 0 1 0 0,1 0 0 0 0,-1 1-1 0 0,0-1 1 0 0,0 0 0 0 0,0 0 0 0 0,0 0-1 0 0,0 0 1 0 0,0 1 0 0 0,1-1-1 0 0,-1 0 1 0 0,0 0 0 0 0,0 0 0 0 0,0 0-1 0 0,1 0 1 0 0,-1 0 0 0 0,0 0-1 0 0,0 0 1 0 0,0 0 0 0 0,1 0-1 0 0,-1 0 1 0 0,0 1 0 0 0,0-1 0 0 0,0 0-1 0 0,1 0 1 0 0,-1 0 0 0 0,0 0-1 0 0,0-1 1 0 0,0 1 0 0 0,1 0-1 0 0,-1 0 1 0 0,0 0 0 0 0,0 0 0 0 0,0 0-1 0 0,1 0 1 0 0,-1 0 0 0 0,0 0-1 0 0,0 0 1 0 0,0 0 0 0 0,0-1-1 0 0,1 1 1 0 0,-1 0 0 0 0,0 0 0 0 0,0 0-1 0 0,0-1 1 0 0,173-56 109 0 0,-45 14-2635 0 0,-2-2-5557 0 0,-88 30 2520 0 0</inkml:trace>
</inkml:ink>
</file>

<file path=ppt/ink/ink2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5:12.8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36 122 1680 0 0,'-3'0'2658'0'0,"-17"4"1082"0"0,8-2 1115 0 0,24-8-4855 0 0,52-20-210 0 0,94-33 1043 0 0,-78 36-2782 0 0,-1 10-3709 0 0</inkml:trace>
</inkml:ink>
</file>

<file path=ppt/ink/ink2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5:13.0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119 203 1720 0 0,'-116'73'8160'0'0,"114"-72"-7704"0"0,3-3-418 0 0,0 0-1 0 0,1 0 0 0 0,-1 0 0 0 0,1 0 0 0 0,0 0 1 0 0,-1 0-1 0 0,1 0 0 0 0,0 1 0 0 0,0-1 1 0 0,0 1-1 0 0,0-1 0 0 0,4-1 0 0 0,-2 0 9 0 0,239-142-196 0 0,-73 62-5342 0 0,-122 62 2672 0 0</inkml:trace>
</inkml:ink>
</file>

<file path=ppt/ink/ink2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5:13.3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108 167 216 0 0,'-4'0'2014'0'0,"-68"-2"6126"0"0,69 2-7327 0 0,0 0-120 0 0,-8 0-107 0 0,8 0 325 0 0,0 0-573 0 0,-6-3-35 0 0,9-2 244 0 0,17-9-188 0 0,16-4-568 0 0,1 2-1 0 0,1 1 1 0 0,63-17-1 0 0,-71 23-477 0 0,113-35-6637 0 0,-110 35 3657 0 0</inkml:trace>
</inkml:ink>
</file>

<file path=ppt/ink/ink2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5:13.9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35 142 1644 0 0,'-15'-23'3986'0'0,"12"20"-3542"0"0,1-1-1 0 0,0 1 1 0 0,-1-1-1 0 0,1 0 1 0 0,0 1-1 0 0,1-1 1 0 0,-2-5-1 0 0,2 7-385 0 0,1 1-1 0 0,0-1 1 0 0,0 0 0 0 0,0 0-1 0 0,0 0 1 0 0,0 0 0 0 0,0 1-1 0 0,1-1 1 0 0,-1 0 0 0 0,1 0-1 0 0,-1 0 1 0 0,1 1 0 0 0,0-1-1 0 0,0 0 1 0 0,-1 1-1 0 0,1-1 1 0 0,0 1 0 0 0,1-1-1 0 0,-1 1 1 0 0,0-1 0 0 0,2-1-1 0 0,2-2 44 0 0,0 1-1 0 0,1-1 0 0 0,0 1 1 0 0,0 0-1 0 0,0 1 1 0 0,0 0-1 0 0,0-1 0 0 0,1 2 1 0 0,-1-1-1 0 0,1 1 1 0 0,0 0-1 0 0,0 1 0 0 0,-1-1 1 0 0,1 1-1 0 0,0 0 1 0 0,0 1-1 0 0,1 0 0 0 0,12 2 1 0 0,-16-2-66 0 0,-1 0 1 0 0,1 1-1 0 0,0-1 1 0 0,-1 1-1 0 0,1 0 1 0 0,-1 1 0 0 0,1-1-1 0 0,-1 0 1 0 0,0 1-1 0 0,0 0 1 0 0,1 0-1 0 0,-1 0 1 0 0,0 0-1 0 0,-1 0 1 0 0,1 1-1 0 0,0-1 1 0 0,-1 1-1 0 0,1 0 1 0 0,-1 0-1 0 0,0-1 1 0 0,0 2-1 0 0,0-1 1 0 0,0 0 0 0 0,-1 0-1 0 0,1 1 1 0 0,-1-1-1 0 0,0 0 1 0 0,0 1-1 0 0,0 0 1 0 0,0-1-1 0 0,0 1 1 0 0,-1-1-1 0 0,0 1 1 0 0,0 0-1 0 0,0-1 1 0 0,0 1-1 0 0,-1 4 1 0 0,-3 8 80 0 0,0 1 0 0 0,0-1 1 0 0,-2-1-1 0 0,0 1 0 0 0,-1-1 1 0 0,0 0-1 0 0,-12 17 0 0 0,9-14 63 0 0,-10 20 149 0 0,20-37-314 0 0,0 1-1 0 0,0-1-13 0 0,0 0 1 0 0,1-1-1 0 0,-1 1 1 0 0,0 0-1 0 0,1 0 0 0 0,-1-1 1 0 0,0 1-1 0 0,1 0 0 0 0,-1 0 1 0 0,1-1-1 0 0,-1 1 0 0 0,1-1 1 0 0,-1 1-1 0 0,1 0 1 0 0,0-1-1 0 0,-1 1 0 0 0,1-1 1 0 0,0 1-1 0 0,-1-1 0 0 0,1 1 1 0 0,0-1-1 0 0,0 0 0 0 0,-1 1 1 0 0,1-1-1 0 0,0 0 1 0 0,0 0-1 0 0,0 0 0 0 0,-1 0 1 0 0,1 1-1 0 0,0-1 0 0 0,0 0 1 0 0,1 0-1 0 0,4 1-5 0 0,9 2 16 0 0,-1 1-1 0 0,0 1 0 0 0,0 1 0 0 0,-1 0 0 0 0,1 0 0 0 0,-1 2 1 0 0,-1-1-1 0 0,21 17 0 0 0,-28-19 58 0 0,0-1 1 0 0,0 1-1 0 0,-1 0 0 0 0,0 0 1 0 0,0 1-1 0 0,0-1 0 0 0,0 1 1 0 0,-1 0-1 0 0,0 0 0 0 0,0 0 1 0 0,-1 0-1 0 0,1 1 0 0 0,-2-1 1 0 0,1 1-1 0 0,-1-1 0 0 0,1 1 1 0 0,-2 0-1 0 0,1 0 0 0 0,-1-1 1 0 0,0 1-1 0 0,0 0 1 0 0,-2 7-1 0 0,0-3 118 0 0,-1 0 0 0 0,0 0 0 0 0,-1-1 0 0 0,0 1 0 0 0,0-1 0 0 0,-1 0 0 0 0,0 0 0 0 0,-1 0 0 0 0,0-1 0 0 0,-1 0 0 0 0,0 0 0 0 0,-11 11 0 0 0,11-13-34 0 0,0-1-1 0 0,0 0 1 0 0,-1-1 0 0 0,1 0-1 0 0,-1 0 1 0 0,0 0-1 0 0,-1-1 1 0 0,1 0 0 0 0,-1-1-1 0 0,0 0 1 0 0,0 0-1 0 0,0-1 1 0 0,0 0-1 0 0,0 0 1 0 0,-18 0 0 0 0,10-2-97 0 0,1-1-10 0 0,4-2-76 0 0,9 2-158 0 0,1 1 0 0 0,0-1 1 0 0,-1 0-1 0 0,1 0 0 0 0,-1 0 0 0 0,1 0 0 0 0,0 0 0 0 0,0 0 1 0 0,0-1-1 0 0,0 1 0 0 0,0-1 0 0 0,0 1 0 0 0,0-1 1 0 0,-2-2-1 0 0,3 3-249 0 0,0-1 0 0 0,0 1 1 0 0,1-1-1 0 0,-1 1 0 0 0,0-1 1 0 0,1 1-1 0 0,-1-1 0 0 0,1 1 1 0 0,0-1-1 0 0,-1 1 0 0 0,1-1 1 0 0,0 1-1 0 0,0-1 0 0 0,0 0 1 0 0,0 1-1 0 0,0-1 0 0 0,1 1 1 0 0,-1-1-1 0 0,0 1 0 0 0,1-1 1 0 0,-1 1-1 0 0,1-1 0 0 0,-1 1 1 0 0,3-4-1 0 0</inkml:trace>
</inkml:ink>
</file>

<file path=ppt/ink/ink2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5:14.6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94 1668 0 0,'12'-74'9961'0'0,"-7"104"-8918"0"0,-20 286-109 0 0,13-286-907 0 0,-5 110-2539 0 0,22-163 945 0 0,1-27 790 0 0,12-64-1 0 0,-1 5 1096 0 0,-15 64-15 0 0,-7 22-115 0 0,1 0 0 0 0,1 1 0 0 0,1 0 0 0 0,1 1 0 0 0,12-22 0 0 0,-20 42-170 0 0,0-1 1 0 0,0 1 0 0 0,0 0-1 0 0,0 0 1 0 0,0 0 0 0 0,0-1-1 0 0,0 1 1 0 0,0 0 0 0 0,0 0-1 0 0,1 1 1 0 0,-1-1 0 0 0,0 0-1 0 0,1 0 1 0 0,-1 0 0 0 0,0 1-1 0 0,1-1 1 0 0,-1 1 0 0 0,1-1-1 0 0,-1 1 1 0 0,1 0 0 0 0,-1 0-1 0 0,1-1 1 0 0,0 1 0 0 0,-1 0-1 0 0,1 0 1 0 0,-1 1 0 0 0,1-1-1 0 0,-1 0 1 0 0,1 0 0 0 0,-1 1-1 0 0,1-1 1 0 0,1 1 0 0 0,3 4 23 0 0,0 0 0 0 0,0 0 1 0 0,-1 0-1 0 0,1 1 0 0 0,-1 0 1 0 0,0 0-1 0 0,5 9 0 0 0,27 55 98 0 0,-27-49-98 0 0,1-1-1 0 0,19 28 0 0 0,-30-47-36 0 0,1 0 0 0 0,0 0 0 0 0,0 0 0 0 0,0 0 0 0 0,0 0 0 0 0,0 0 0 0 0,0 0 0 0 0,0-1 0 0 0,0 1 0 0 0,0 0 0 0 0,0-1 0 0 0,0 1 0 0 0,0-1 1 0 0,0 1-1 0 0,1-1 0 0 0,-1 1 0 0 0,0-1 0 0 0,0 0 0 0 0,1 0 0 0 0,-1 0 0 0 0,2 0 0 0 0,0 0 0 0 0,-1 0 1 0 0,1-1-1 0 0,0 0 0 0 0,-1 1 0 0 0,1-1 1 0 0,-1 0-1 0 0,0 0 0 0 0,1-1 1 0 0,-1 1-1 0 0,3-2 0 0 0,6-6 11 0 0,-1 0-1 0 0,0 0 1 0 0,12-15 0 0 0,-17 17-3 0 0,57-73 8 0 0,-44 54 103 0 0,38-41-1 0 0,-55 66-100 0 0,-1 1 0 0 0,1-1 0 0 0,-1 0-1 0 0,1 1 1 0 0,0-1 0 0 0,-1 1 0 0 0,1-1 0 0 0,0 1 0 0 0,-1 0-1 0 0,1-1 1 0 0,0 1 0 0 0,0 0 0 0 0,0-1 0 0 0,-1 1-1 0 0,1 0 1 0 0,0 0 0 0 0,0 0 0 0 0,0 0 0 0 0,0 0 0 0 0,-1 0-1 0 0,1 0 1 0 0,0 0 0 0 0,0 0 0 0 0,0 0 0 0 0,1 1 0 0 0,-1-1 39 0 0,1 1 0 0 0,-1 0 0 0 0,1 0 0 0 0,-1 0 0 0 0,1 0 0 0 0,-1 0 1 0 0,0 0-1 0 0,1 1 0 0 0,-1-1 0 0 0,0 0 0 0 0,2 3 0 0 0,1 2 223 0 0,0 1 0 0 0,-1 0-1 0 0,0 0 1 0 0,4 9 0 0 0,-1 6-12 0 0,-1 0-1 0 0,-1 0 1 0 0,0 1 0 0 0,-2-1 0 0 0,-1 26-1 0 0,-10 116-53 0 0,6-126-271 0 0,0 15-2284 0 0,4-20-3684 0 0</inkml:trace>
</inkml:ink>
</file>

<file path=ppt/ink/ink2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5:14.8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1 104 96 0 0,'0'-11'8278'0'0,"0"7"-7008"0"0,0 3-852 0 0,0 0 1 0 0,0 0-1 0 0,0-1 1 0 0,0 1-1 0 0,0 0 1 0 0,0-1-1 0 0,0 1 1 0 0,0 0-1 0 0,1 0 1 0 0,-1-1 0 0 0,0 1-1 0 0,1 0 1 0 0,-1 0-1 0 0,1 0 1 0 0,0-2-1 0 0,1 2-277 0 0,0 0-1 0 0,0 0 1 0 0,0 0-1 0 0,1 0 1 0 0,-1 0-1 0 0,0 0 1 0 0,0 0-1 0 0,1 1 1 0 0,-1-1-1 0 0,5 1 1 0 0,20-6-572 0 0,39-13 0 0 0,-3-7-8615 0 0,-46 19 3472 0 0</inkml:trace>
</inkml:ink>
</file>

<file path=ppt/ink/ink2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5:15.0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52 1316 0 0,'5'-25'9651'0'0,"5"-1"1303"0"0,-7 32-10618 0 0,2 8 781 0 0,-1 0-1 0 0,4 29 0 0 0,-3-12-534 0 0,5 24-89 0 0,-4-1 0 0 0,1 99 1 0 0,-23 111-2400 0 0,-16-39-3795 0 0,2-77-3532 0 0,17-85 809 0 0</inkml:trace>
</inkml:ink>
</file>

<file path=ppt/ink/ink2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5:21.3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68 1624 0 0,'-3'0'1238'0'0,"-36"-13"4057"0"0,36 13-4765 0 0,0-1-75 0 0,-4-3 115 0 0,7 4-556 0 0,-1 0-1 0 0,1-1 1 0 0,0 1-1 0 0,0 0 1 0 0,0 0-1 0 0,1-1 1 0 0,-1 1-1 0 0,0 0 1 0 0,0 0-1 0 0,0-1 1 0 0,0 1-1 0 0,0 0 1 0 0,0 0-1 0 0,0-1 1 0 0,0 1-1 0 0,0 0 1 0 0,1 0-1 0 0,-1-1 1 0 0,0 1-1 0 0,0 0 1 0 0,0 0-1 0 0,0 0 1 0 0,1-1-1 0 0,-1 1 1 0 0,0 0-1 0 0,0 0 1 0 0,1 0-1 0 0,-1 0 1 0 0,0-1-1 0 0,0 1 1 0 0,1 0-1 0 0,-1 0 1 0 0,0 0-1 0 0,0 0 1 0 0,1 0-1 0 0,-1 0 1 0 0,0 0-1 0 0,0 0 1 0 0,1 0-1 0 0,14-7 69 0 0,1 2 0 0 0,0-1 0 0 0,0 2 0 0 0,0 0 0 0 0,18-2 0 0 0,87-3 54 0 0,-105 8-125 0 0,0 0 0 0 0,0 1 1 0 0,0 1-1 0 0,0 1 0 0 0,0 1 1 0 0,17 4-1 0 0,-32-7-7 0 0,0 1 1 0 0,0-1-1 0 0,0 1 0 0 0,0 0 0 0 0,0-1 1 0 0,0 1-1 0 0,-1 0 0 0 0,1 0 0 0 0,0 0 1 0 0,0 0-1 0 0,-1-1 0 0 0,1 1 0 0 0,-1 0 1 0 0,1 0-1 0 0,-1 0 0 0 0,1 0 0 0 0,-1 0 1 0 0,0 0-1 0 0,1 1 0 0 0,-1-1 0 0 0,0 0 1 0 0,0 0-1 0 0,0 0 0 0 0,1 0 0 0 0,-1 0 1 0 0,-1 2-1 0 0,-3 30 286 0 0,2-27-252 0 0,0-1 1 0 0,-1 1-1 0 0,0-1 0 0 0,0 1 0 0 0,0-1 0 0 0,0 0 0 0 0,-7 7 0 0 0,-35 33 48 0 0,8-8-106 0 0,21-20 42 0 0,5-5-40 0 0,0 0-1 0 0,-10 16 1 0 0,19-25 64 0 0,0 0 1 0 0,0 0 0 0 0,1 0-1 0 0,-1 0 1 0 0,1 0-1 0 0,-1 1 1 0 0,1-1 0 0 0,0 0-1 0 0,1 1 1 0 0,-1-1 0 0 0,1 1-1 0 0,-1-1 1 0 0,1 1 0 0 0,0-1-1 0 0,1 7 1 0 0,-1-10-23 0 0,1 1 1 0 0,-1 0-1 0 0,1 0 1 0 0,0-1 0 0 0,-1 1-1 0 0,1 0 1 0 0,0-1-1 0 0,0 1 1 0 0,0-1-1 0 0,-1 1 1 0 0,1-1-1 0 0,0 1 1 0 0,0-1 0 0 0,0 0-1 0 0,0 1 1 0 0,0-1-1 0 0,0 0 1 0 0,0 0-1 0 0,0 0 1 0 0,0 0-1 0 0,0 1 1 0 0,0-1 0 0 0,0-1-1 0 0,1 1 1 0 0,26-1 231 0 0,227-59 537 0 0,-88 17-2352 0 0,-88 24-4951 0 0,-63 15 2872 0 0</inkml:trace>
</inkml:ink>
</file>

<file path=ppt/ink/ink2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5:21.6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271 19 640 0 0,'-4'-19'13406'0'0,"4"60"-11634"0"0,1-11-632 0 0,-2 130 1126 0 0,-2 25-1695 0 0,3-180-577 0 0,0 0 0 0 0,-1 1 0 0 0,0-1-1 0 0,0 0 1 0 0,0 0 0 0 0,-1 1 0 0 0,0-1 0 0 0,0 0-1 0 0,0-1 1 0 0,0 1 0 0 0,-1 0 0 0 0,0-1 0 0 0,0 1-1 0 0,0-1 1 0 0,-1 0 0 0 0,1 0 0 0 0,-1 0 0 0 0,0 0-1 0 0,0-1 1 0 0,0 1 0 0 0,-1-1 0 0 0,1 0 0 0 0,-6 2-1 0 0,3-1-287 0 0,-1 0-1 0 0,1 0 1 0 0,-1-1-1 0 0,1 0 1 0 0,-1 0-1 0 0,0-1 1 0 0,0 0-1 0 0,-1 0 1 0 0,1-1-1 0 0,0 0 1 0 0,-13 0-1 0 0,15-2-508 0 0,-1 0-1 0 0,1 0 0 0 0,0 0 0 0 0,0 0 0 0 0,0-1 0 0 0,0 0 0 0 0,0-1 0 0 0,0 1 0 0 0,1-1 0 0 0,-7-4 0 0 0,-5-6-4061 0 0</inkml:trace>
</inkml:ink>
</file>

<file path=ppt/ink/ink2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5:21.8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1 122 508 0 0,'23'-48'6235'0'0,"-17"33"-4634"0"0,0 1 0 0 0,2 0 0 0 0,10-15 0 0 0,-17 27-1551 0 0,1 4-956 0 0,-1-2 694 0 0,0 0 0 0 0,0 1 0 0 0,-1-1-1 0 0,1 1 1 0 0,0 0 0 0 0,0-1 0 0 0,-1 1 0 0 0,1 0-1 0 0,0-1 1 0 0,-1 1 0 0 0,1 0 0 0 0,-1 0 0 0 0,1-1-1 0 0,-1 1 1 0 0,1 0 0 0 0,-1 0 0 0 0,1 0 0 0 0,-1 0-1 0 0,0 0 1 0 0,0 0 0 0 0,1 0 0 0 0,-1-1 0 0 0,0 1 0 0 0,0 0-1 0 0,0 0 1 0 0,0 1 0 0 0,0 10-3946 0 0</inkml:trace>
</inkml:ink>
</file>

<file path=ppt/ink/ink2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5:22.5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216 20 1104 0 0,'0'0'1389'0'0,"-4"-10"2479"0"0,2 9-3704 0 0,-1-1 1 0 0,0 1 0 0 0,0 0 0 0 0,0 0-1 0 0,0 0 1 0 0,0 0 0 0 0,0 1 0 0 0,0-1-1 0 0,0 1 1 0 0,-1 0 0 0 0,1 0 0 0 0,0 0-1 0 0,0 0 1 0 0,0 1 0 0 0,0-1 0 0 0,0 1-1 0 0,0-1 1 0 0,0 1 0 0 0,0 0 0 0 0,0 1-1 0 0,0-1 1 0 0,0 0 0 0 0,0 1 0 0 0,1 0-1 0 0,-5 3 1 0 0,1-1-85 0 0,0 0 0 0 0,1 1-1 0 0,0 0 1 0 0,0 0-1 0 0,0 0 1 0 0,0 0 0 0 0,1 1-1 0 0,0 0 1 0 0,0 0 0 0 0,-5 12-1 0 0,-41 132 832 0 0,43-124-811 0 0,2 1 0 0 0,1 0 1 0 0,-2 49-1 0 0,6-71-78 0 0,0 1 0 0 0,0-1 0 0 0,1 1 1 0 0,0-1-1 0 0,0 1 0 0 0,0-1 0 0 0,1 0 0 0 0,-1 1 1 0 0,1-1-1 0 0,0 0 0 0 0,1 0 0 0 0,0 0 0 0 0,-1 0 1 0 0,1-1-1 0 0,1 1 0 0 0,-1-1 0 0 0,8 8 0 0 0,-4-7 5 0 0,-1 0 0 0 0,1-1 0 0 0,0 0 0 0 0,1 0 0 0 0,-1 0 0 0 0,1-1 0 0 0,-1 0 0 0 0,1-1 0 0 0,0 0 0 0 0,0 0 0 0 0,12 1 0 0 0,-6-1-9 0 0,1-1 0 0 0,-1-1-1 0 0,1 0 1 0 0,0-2 0 0 0,-1 1 0 0 0,0-2 0 0 0,1 1 0 0 0,14-7 0 0 0,-14 4-1035 0 0,0-1-1 0 0,0 0 1 0 0,0-1-1 0 0,14-10 1 0 0,-19 9-1710 0 0</inkml:trace>
</inkml:ink>
</file>

<file path=ppt/ink/ink2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5:22.8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 32 1608 0 0,'2'-11'6107'0'0,"1"-9"-303"0"0,1 33-3394 0 0,-4-12-2357 0 0,12 51 1912 0 0,-2 0-1 0 0,6 106 0 0 0,-16-140-1892 0 0,-1 0-1 0 0,-1 1 1 0 0,0-1-1 0 0,-2 0 1 0 0,-6 21-1 0 0,6-27-33 0 0,0-1 1 0 0,-1 0-1 0 0,-1 0 0 0 0,0 0 0 0 0,0-1 0 0 0,-1 0 1 0 0,0 0-1 0 0,-16 16 0 0 0,17-20-145 0 0,1-1-1 0 0,-1-1 1 0 0,-1 1 0 0 0,1-1-1 0 0,-1 0 1 0 0,1-1 0 0 0,-1 1-1 0 0,0-2 1 0 0,0 1-1 0 0,0 0 1 0 0,-8 0 0 0 0,9-2-400 0 0,1 0 1 0 0,0 0 0 0 0,-1-1 0 0 0,1 0 0 0 0,-1 0-1 0 0,1-1 1 0 0,-6 0 0 0 0,7 0-271 0 0,0 0 0 0 0,0 0 1 0 0,1-1-1 0 0,-1 1 0 0 0,0-1 1 0 0,1 0-1 0 0,-1 0 0 0 0,1 0 1 0 0,0 0-1 0 0,-4-3 0 0 0,-7-10-5585 0 0</inkml:trace>
</inkml:ink>
</file>

<file path=ppt/ink/ink2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5:22.9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0 100 2168 0 0,'36'-98'9118'0'0,"-36"96"-8902"0"0,11 6-2265 0 0,-8 13-5000 0 0</inkml:trace>
</inkml:ink>
</file>

<file path=ppt/ink/ink2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5:25.1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37 1484 0 0,'-12'-36'13249'0'0,"14"78"-11620"0"0,-2-40-1572 0 0,53 568 4985 0 0,-9 286-3549 0 0,-30-105-868 0 0,8 323 199 0 0,82 495-313 0 0,-43-1158-402 0 0,-56-381-48 0 0,4 31 245 0 0,-9-59-550 0 0,-8-14-5260 0 0,7 10 5074 0 0,0 0 0 0 0,1 1 0 0 0,-1-1 0 0 0,1 0 0 0 0,0 1-1 0 0,0-1 1 0 0,-1-3 0 0 0,1 1-1039 0 0,-5-15-3497 0 0,0-6-2396 0 0</inkml:trace>
</inkml:ink>
</file>

<file path=ppt/ink/ink2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5:27.3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0 631 644 0 0,'0'0'5260'0'0,"16"3"-3762"0"0,196-15 583 0 0,-108 4-1738 0 0,1315-107 624 0 0,-1390 112-958 0 0,791-75 64 0 0,1 27-12 0 0,713 57-59 0 0,-1423-1 22 0 0,690 40 66 0 0,236-5 53 0 0,-914-37-124 0 0,693-9 161 0 0,-181-22-46 0 0,-173 7-74 0 0,725-32-25 0 0,-418 11-19 0 0,-286 15-16 0 0,41-3 26 0 0,338-16-5 0 0,654-34 25 0 0,-1379 72-42 0 0,2168-93-4 0 0,612 77 3 0 0,1529 154-94 0 0,-3009-67 114 0 0,-83-3-803 0 0,-456-23-2813 0 0,-756-33 1366 0 0,-10-1-440 0 0</inkml:trace>
</inkml:ink>
</file>

<file path=ppt/ink/ink2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5:28.8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7 348 0 0,'0'0'2425'0'0,"3"0"-1488"0"0,7-2 103 0 0,-6 1-239 0 0,-1 0 0 0 0,1 0 1 0 0,-1 0-1 0 0,1 1 0 0 0,-1 0 0 0 0,1 0 0 0 0,-1 0 0 0 0,6 0 0 0 0,-8 1-711 0 0,0 5 60 0 0,0 1 0 0 0,0-1 0 0 0,0 0-1 0 0,4 9 1 0 0,2 9 284 0 0,4 53 513 0 0,-4 0 0 0 0,-2 87 0 0 0,-3-65-423 0 0,-7 676 2714 0 0,0-567-2598 0 0,15 1589 3553 0 0,13-1335-2956 0 0,3 102-414 0 0,-3 323 817 0 0,-22-838-1547 0 0,17 341 532 0 0,-17-380 3 0 0,2 15-2973 0 0</inkml:trace>
</inkml:ink>
</file>

<file path=ppt/ink/ink2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5:29.0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1 8 0 0,'-9'11'1610'0'0,"1"0"0"0"0,0 1 0 0 0,1 0 0 0 0,-11 22 0 0 0,12-20-1217 0 0,1 1 0 0 0,0 0 0 0 0,0 0 0 0 0,2 0 0 0 0,-1 0 0 0 0,2 1 0 0 0,-1 17 0 0 0,3-2-1491 0 0,0-10-3759 0 0,0-11 2014 0 0</inkml:trace>
</inkml:ink>
</file>

<file path=ppt/ink/ink2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5:29.7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 1368 0 0,'0'0'4347'0'0,"7"-8"-1559"0"0,-7 8-2647 0 0,0-1 0 0 0,1 1 0 0 0,-1 0 0 0 0,0-1 0 0 0,1 1 1 0 0,-1-1-1 0 0,1 1 0 0 0,-1 0 0 0 0,1-1 0 0 0,-1 1 0 0 0,0 0 0 0 0,1 0 1 0 0,-1-1-1 0 0,1 1 0 0 0,-1 0 0 0 0,1 0 0 0 0,-1 0 0 0 0,1 0 0 0 0,0 0 1 0 0,-1-1-1 0 0,1 1 0 0 0,-1 0 0 0 0,1 0 0 0 0,-1 0 0 0 0,1 0 0 0 0,-1 1 1 0 0,1-1-1 0 0,-1 0 0 0 0,2 0 0 0 0,2 16 1264 0 0,-2-5-1302 0 0,1 21 629 0 0,0 0 0 0 0,-4 62 0 0 0,-1-29-374 0 0,-12 138 159 0 0,2-66-686 0 0,9-110-1520 0 0,0-4-5032 0 0</inkml:trace>
</inkml:ink>
</file>

<file path=ppt/ink/ink2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5:31.0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 1540 0 0,'5'-8'6555'0'0,"-3"8"-6470"0"0,-1 1 0 0 0,0 0 0 0 0,1 0 0 0 0,-1 0 0 0 0,0 0 0 0 0,0 0 0 0 0,0 0 0 0 0,0 0 0 0 0,0 0 0 0 0,0 1 0 0 0,0-1 0 0 0,0 0 0 0 0,0 1 0 0 0,0-1 0 0 0,-1 0 1 0 0,1 1-1 0 0,-1-1 0 0 0,1 1 0 0 0,0 2 0 0 0,10 41 909 0 0,-8-30-707 0 0,107 509 4458 0 0,-20 123-2590 0 0,-33 4-1329 0 0,-39-434-769 0 0,46 819 245 0 0,-47-706 152 0 0,6 177 927 0 0,23 357 112 0 0,4-69-378 0 0,-36-641-1084 0 0,4 44 129 0 0,-12-110-12 0 0,4 101 534 0 0,-8-143-514 0 0,-2-44-158 0 0,0 13 18 0 0,0-8-32 0 0,0-5-25 0 0,0 11-1074 0 0,2-10-59 0 0</inkml:trace>
</inkml:ink>
</file>

<file path=ppt/ink/ink2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5:31.7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28 1700 0 0,'0'0'1371'0'0,"-2"-10"2932"0"0,1-6-2079 0 0,0 14-1850 0 0,9 14-3 0 0,-1 6-212 0 0,-2 0 1 0 0,-1 0-1 0 0,0 0 1 0 0,2 29-1 0 0,-1 81-8 0 0,-4-79-89 0 0,0 56-549 0 0,1 16-4969 0 0,-2-93 2450 0 0</inkml:trace>
</inkml:ink>
</file>

<file path=ppt/ink/ink2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5:32.8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1 134 272 0 0,'2'-4'963'0'0,"7"-12"1521"0"0,-2-1 0 0 0,1 0 0 0 0,7-28-1 0 0,-3 12 593 0 0,-12 31-2615 0 0,4 8-338 0 0</inkml:trace>
</inkml:ink>
</file>

<file path=ppt/ink/ink2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5:34.6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1 444 0 0,'0'0'6095'0'0,"0"12"-4121"0"0,34 143 2491 0 0,-1-8-3801 0 0,46 297 277 0 0,156 837 251 0 0,-52-331-805 0 0,-48-219 101 0 0,43 369 251 0 0,-129-788-563 0 0,107 525 31 0 0,-59-527 302 0 0,-28-130-1523 0 0,-20-61-3168 0 0,-33-80 1873 0 0,-11-26-1208 0 0</inkml:trace>
</inkml:ink>
</file>

<file path=ppt/ink/ink2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5:36.3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1 244 0 0,'0'0'2276'0'0,"-5"10"-1444"0"0,1 0-1048 0 0,1-1-1444 0 0</inkml:trace>
</inkml:ink>
</file>

<file path=ppt/ink/ink2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5:37.6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0 388 0 0,'1'12'7743'0'0</inkml:trace>
</inkml:ink>
</file>

<file path=ppt/ink/ink2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3:18.5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51 2488 0 0,'-1'-2'2102'0'0,"-12"-39"7387"0"0,12 39-8745 0 0,1 2-704 0 0,0-1 0 0 0,0 1 1 0 0,0 0-1 0 0,0 0 0 0 0,0 0 0 0 0,0-1 0 0 0,0 1 1 0 0,0 0-1 0 0,0 0 0 0 0,0 0 0 0 0,-1 0 0 0 0,1-1 0 0 0,0 1 1 0 0,0 0-1 0 0,0 0 0 0 0,0 0 0 0 0,0 0 0 0 0,0-1 1 0 0,0 1-1 0 0,0 0 0 0 0,-1 0 0 0 0,1 0 0 0 0,0 0 1 0 0,0 0-1 0 0,0 0 0 0 0,0-1 0 0 0,0 1 0 0 0,-1 0 1 0 0,1 0-1 0 0,0 0 0 0 0,0 0 0 0 0,0 0 0 0 0,0 0 1 0 0,-1 0-1 0 0,1 0 0 0 0,0 0 0 0 0,-2 1 25 0 0,1 0 0 0 0,0 0 0 0 0,0 1 0 0 0,0-1 0 0 0,0 0 0 0 0,0 1 1 0 0,0-1-1 0 0,1 1 0 0 0,-1-1 0 0 0,0 1 0 0 0,1 0 0 0 0,-1-1 0 0 0,1 1 0 0 0,0 0 0 0 0,-1-1 0 0 0,1 4 0 0 0,-3 38 386 0 0,2-27-285 0 0,-7 175 516 0 0,0-12-477 0 0,4-133-1094 0 0,-1 14-2144 0 0,4-17-5342 0 0,1-30 4156 0 0</inkml:trace>
</inkml:ink>
</file>

<file path=ppt/ink/ink2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3:19.1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96 1572 0 0,'11'-57'10694'0'0,"-6"36"-8823"0"0,-4 20-1825 0 0,-1 0 0 0 0,1 0 0 0 0,0 0 0 0 0,0 0 0 0 0,-1 0 0 0 0,1 0 1 0 0,0 0-1 0 0,0 0 0 0 0,0 0 0 0 0,0 0 0 0 0,0 0 0 0 0,0 1 0 0 0,0-1 0 0 0,1 0 1 0 0,-1 1-1 0 0,0-1 0 0 0,0 1 0 0 0,0-1 0 0 0,1 1 0 0 0,-1-1 0 0 0,0 1 0 0 0,1 0 1 0 0,-1 0-1 0 0,2 0 0 0 0,0-1-28 0 0,0 1 1 0 0,1 0-1 0 0,-1 0 0 0 0,0 1 1 0 0,0-1-1 0 0,1 1 1 0 0,-1-1-1 0 0,3 2 0 0 0,-2 0-9 0 0,0-1-1 0 0,0 1 0 0 0,-1 0 0 0 0,1 0 1 0 0,-1 1-1 0 0,1-1 0 0 0,-1 1 0 0 0,0 0 1 0 0,0 0-1 0 0,0 0 0 0 0,-1 0 0 0 0,1 0 1 0 0,-1 1-1 0 0,1-1 0 0 0,-1 1 0 0 0,0-1 1 0 0,2 8-1 0 0,-2-6 3 0 0,-1 0 1 0 0,0 1 0 0 0,0-1-1 0 0,0 1 1 0 0,-1-1-1 0 0,1 1 1 0 0,-1-1 0 0 0,-1 1-1 0 0,1-1 1 0 0,-1 1-1 0 0,0-1 1 0 0,0 1 0 0 0,-4 8-1 0 0,-4 8 71 0 0,-21 36-1 0 0,-2 8 36 0 0,31-65-104 0 0,5 2-23 0 0,-4-3 10 0 0,0 1 0 0 0,0-1 0 0 0,0 0 0 0 0,0 0 0 0 0,0 1 0 0 0,1-1 0 0 0,-1 0 0 0 0,0 0 0 0 0,0 0 0 0 0,0 1 0 0 0,1-1 0 0 0,-1 0 0 0 0,0 0 0 0 0,0 0 0 0 0,0 0 0 0 0,1 1 0 0 0,-1-1 0 0 0,0 0 0 0 0,0 0 0 0 0,1 0 0 0 0,-1 0 0 0 0,0 0 0 0 0,0 0 0 0 0,1 0 0 0 0,-1 0 0 0 0,0 0 0 0 0,0 0 0 0 0,1 0 0 0 0,-1 0 0 0 0,0 0 0 0 0,1 0 0 0 0,-1 0 0 0 0,0 0 0 0 0,0 0 0 0 0,1 0 0 0 0,22-2-45 0 0,1 1 0 0 0,-1 1 0 0 0,41 5 0 0 0,-55-3 141 0 0,0-1 1 0 0,0 2-1 0 0,0 0 0 0 0,0 0 0 0 0,0 0 1 0 0,0 1-1 0 0,-1 0 0 0 0,1 1 0 0 0,-1 0 1 0 0,-1 0-1 0 0,1 1 0 0 0,9 9 0 0 0,-16-14 34 0 0,0 0-1 0 0,1 0 0 0 0,-1 1 1 0 0,0-1-1 0 0,-1 1 0 0 0,1-1 1 0 0,0 1-1 0 0,0-1 0 0 0,-1 1 1 0 0,1-1-1 0 0,0 1 0 0 0,-1 0 1 0 0,0-1-1 0 0,1 1 1 0 0,-1 0-1 0 0,0-1 0 0 0,0 1 1 0 0,0 0-1 0 0,0 2 0 0 0,-1-1 78 0 0,0 1-1 0 0,0 0 0 0 0,0 0 1 0 0,0-1-1 0 0,-1 1 1 0 0,1-1-1 0 0,-1 1 0 0 0,-3 3 1 0 0,-2 4 197 0 0,-1-1 0 0 0,-1 0 0 0 0,1-1 0 0 0,-13 10 0 0 0,1-1-2 0 0,0-2 0 0 0,-1 0-1 0 0,-1-2 1 0 0,0 0 0 0 0,-1-1-1 0 0,-1-2 1 0 0,-41 15-1 0 0,58-24-644 0 0,0 0 0 0 0,-1 0-1 0 0,1-1 1 0 0,0-1 0 0 0,-11 1-1 0 0,15-1-637 0 0,-2-1-642 0 0,4 1 1326 0 0,1 0 0 0 0,-1 0 0 0 0,0 0 0 0 0,1 1 1 0 0,-1-1-1 0 0,0 0 0 0 0,1-1 0 0 0,-1 1 0 0 0,0 0 1 0 0,1 0-1 0 0,-1 0 0 0 0,0 0 0 0 0,1 0 0 0 0,-1-1 1 0 0,1 1-1 0 0,-1 0 0 0 0,-1-1 0 0 0,2-1-452 0 0,-1 2 487 0 0,1-1-1 0 0,0 1 1 0 0,0 0 0 0 0,0-1 0 0 0,0 1-1 0 0,0-1 1 0 0,0 1 0 0 0,-1-1-1 0 0,1 1 1 0 0,0 0 0 0 0,0-1 0 0 0,1 1-1 0 0,-1-1 1 0 0,0 1 0 0 0,0-1-1 0 0,0 1 1 0 0,0-1 0 0 0,0 1 0 0 0,0 0-1 0 0,0-1 1 0 0,1 1 0 0 0,-1-1-1 0 0,0 1 1 0 0,1-1-325 0 0,12-9-4637 0 0,-7 7 3490 0 0,6-4-3564 0 0</inkml:trace>
</inkml:ink>
</file>

<file path=ppt/ink/ink2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3:19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13 1976 0 0,'50'-12'10930'0'0,"-21"12"-6882"0"0,-25 10-2796 0 0,-3-9-1187 0 0,-1 0 1 0 0,1 0-1 0 0,-1 0 1 0 0,1 0-1 0 0,-1 0 1 0 0,0 0-1 0 0,1 0 0 0 0,-1 0 1 0 0,0 0-1 0 0,0 0 1 0 0,1 0-1 0 0,-1 0 1 0 0,0 0-1 0 0,0 0 1 0 0,0 1-1 0 0,-5 32 454 0 0,0 0 1 0 0,-2 0-1 0 0,-14 39 0 0 0,-44 101-339 0 0,28-79-190 0 0,24-62-787 0 0,-15 44-2908 0 0,15-26-5840 0 0</inkml:trace>
</inkml:ink>
</file>

<file path=ppt/ink/ink2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3:19.7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1 138 1444 0 0,'10'-16'4819'0'0,"-1"2"-1886"0"0,1 1 0 0 0,12-15 1 0 0,-17 23-2756 0 0,0 1 1 0 0,0-1-1 0 0,0 1 1 0 0,0 1 0 0 0,1-1-1 0 0,-1 1 1 0 0,1-1 0 0 0,11-3-1 0 0,1 1-13 0 0,1 0-1 0 0,-1 1 0 0 0,24-3 1 0 0,-35 7-135 0 0,1 0 1 0 0,-1 1-1 0 0,1 0 1 0 0,-1 0-1 0 0,1 0 1 0 0,-1 1-1 0 0,0 0 1 0 0,1 1-1 0 0,-1-1 1 0 0,0 1-1 0 0,7 4 1 0 0,-10-4 93 0 0,-1 0 0 0 0,1 0 0 0 0,-1 1-1 0 0,0 0 1 0 0,0 0 0 0 0,0 0 0 0 0,0 0 0 0 0,0 0 0 0 0,-1 1 0 0 0,1-1 0 0 0,-1 1 0 0 0,0-1 0 0 0,0 1 0 0 0,0 0 0 0 0,-1 0 0 0 0,1 0 0 0 0,-1 0 0 0 0,0 0 0 0 0,0 0 0 0 0,-1 0 0 0 0,1 0 0 0 0,-1 6 0 0 0,1 9 433 0 0,-1 1 1 0 0,-2 0-1 0 0,-4 27 1 0 0,4-32-301 0 0,-10 47 1094 0 0,-39 115-1 0 0,-1 8-2065 0 0,49-173-168 0 0,1-6-93 0 0,1 0 0 0 0,0 0 0 0 0,0 0 0 0 0,0 1-1 0 0,1-1 1 0 0,0 9 0 0 0</inkml:trace>
</inkml:ink>
</file>

<file path=ppt/ink/ink2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5:38.0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45 8 0 0,'29'-15'4182'0'0,"-27"14"-3692"0"0,6-5 170 0 0,-7 6-638 0 0,-1 0-18 0 0,1 0 1 0 0,-1 0-1 0 0,1 0 1 0 0,-1 0-1 0 0,0 0 1 0 0,1 0-1 0 0,-1 0 0 0 0,0-1 1 0 0,1 1-1 0 0,-1 0 1 0 0,0 0-1 0 0,1 0 1 0 0,-1-1-1 0 0,0 1 1 0 0,1 0-1 0 0,-1 0 0 0 0,0-1 1 0 0,0 1-1 0 0,1 0 1 0 0,-1-1-1 0 0,0 1 1 0 0,0 0-1 0 0,1-1 1 0 0,-1 1-1 0 0,0 0 1 0 0,0-1-1 0 0,0 1 0 0 0,0-1 1 0 0,0 1-1 0 0,0 0 1 0 0,0-1-1 0 0,0 1 1 0 0,0 0-1 0 0,0-1 1 0 0,0 1-1 0 0,0-1 0 0 0,0 1 1 0 0,0 0-1 0 0,0-1 1 0 0,0-1-2 0 0,-3-8-2694 0 0</inkml:trace>
</inkml:ink>
</file>

<file path=ppt/ink/ink2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4:34.6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17 660 0 0,'-12'4'4879'0'0,"4"1"-2527"0"0,-1 1 1 0 0,1-1 0 0 0,-15 15 0 0 0,22-19-1939 0 0,-1 4 420 0 0,2-4-809 0 0,0-1 0 0 0,-1 0 0 0 0,1 1 0 0 0,0-1 0 0 0,0 0 0 0 0,0 1 0 0 0,0-1 0 0 0,0 0 0 0 0,0 1 0 0 0,0-1 0 0 0,0 0 0 0 0,0 0 0 0 0,0 1 0 0 0,0-1-1 0 0,0 0 1 0 0,0 1 0 0 0,0-1 0 0 0,0 0 0 0 0,0 1 0 0 0,0-1 0 0 0,0 0 0 0 0,0 1 0 0 0,0-1 0 0 0,0 0 0 0 0,0 1 0 0 0,1-1 0 0 0,-1 0 0 0 0,0 1 0 0 0,0-1-1 0 0,0 0 1 0 0,1 0 0 0 0,-1 1 0 0 0,0-1 0 0 0,0 0 0 0 0,1 0 0 0 0,-1 0 0 0 0,0 1 0 0 0,0-1 0 0 0,1 0 0 0 0,-1 0 0 0 0,0 0 0 0 0,1 0 0 0 0,-1 0-1 0 0,0 0 1 0 0,1 1 0 0 0,-1-1 0 0 0,0 0 0 0 0,1 0 0 0 0,-1 0 0 0 0,0 0 0 0 0,1 0 0 0 0,9 2 113 0 0,-1-1 0 0 0,1 1 0 0 0,0-1-1 0 0,0-1 1 0 0,0 0 0 0 0,0 0 0 0 0,13-3 0 0 0,74-18 7 0 0,-37 7-50 0 0,69-16 66 0 0,-87 19-79 0 0,-40 11-67 0 0,6-2 1048 0 0</inkml:trace>
</inkml:ink>
</file>

<file path=ppt/ink/ink2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4:35.2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54 2404 0 0,'15'-53'20871'0'0,"-22"125"-20135"0"0,-17 73 0 0 0,17-109-567 0 0,-10 55-176 0 0,-43 262 0 0 0,45-248-2264 0 0</inkml:trace>
</inkml:ink>
</file>

<file path=ppt/ink/ink2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4:35.7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10 233 2072 0 0,'-9'-54'10197'0'0,"9"53"-9611"0"0,0 0-441 0 0,0 1 1 0 0,0-1-1 0 0,0 1 0 0 0,-1-1 1 0 0,1 1-1 0 0,0-1 0 0 0,0 1 1 0 0,0-1-1 0 0,0 1 0 0 0,0-1 1 0 0,1 1-1 0 0,-1-1 0 0 0,0 1 1 0 0,0-1-1 0 0,0 1 0 0 0,0 0 1 0 0,0-1-1 0 0,1 1 0 0 0,-1-1 0 0 0,0 1 1 0 0,1-2-1 0 0,4 4 85 0 0,-1 0-1 0 0,1 1 1 0 0,-1-1 0 0 0,0 1 0 0 0,0-1-1 0 0,0 1 1 0 0,0 1 0 0 0,0-1-1 0 0,0 0 1 0 0,4 7 0 0 0,34 47 668 0 0,-23-30-605 0 0,42 49 104 0 0,-51-66-341 0 0,0 1 0 0 0,0-2 0 0 0,1 1 0 0 0,18 11 0 0 0,-27-19-40 0 0,1-1-1 0 0,-1 0 0 0 0,0 0 1 0 0,1 0-1 0 0,-1 0 1 0 0,0-1-1 0 0,1 1 1 0 0,-1-1-1 0 0,1 1 0 0 0,-1-1 1 0 0,1 0-1 0 0,-1 0 1 0 0,1 0-1 0 0,-1 0 1 0 0,1 0-1 0 0,-1-1 0 0 0,0 1 1 0 0,1-1-1 0 0,-1 1 1 0 0,1-1-1 0 0,-1 0 1 0 0,0 0-1 0 0,1 0 0 0 0,-1 0 1 0 0,0-1-1 0 0,0 1 1 0 0,0-1-1 0 0,0 1 1 0 0,0-1-1 0 0,1-2 0 0 0,7-5 44 0 0,-2-1 0 0 0,1-1 0 0 0,-1 0 0 0 0,9-17 0 0 0,-8 13 30 0 0,150-249 3610 0 0,-122 203-2308 0 0,-35 59-1046 0 0,3 1 411 0 0,-5 1-724 0 0,0 0 0 0 0,0-1 0 0 0,1 1 0 0 0,-1 0 0 0 0,0 0 0 0 0,1 0 0 0 0,-1 0 0 0 0,0 0 0 0 0,0 0 0 0 0,1 0 0 0 0,-1 0 0 0 0,0 0 0 0 0,1 0 1 0 0,-1 0-1 0 0,0 0 0 0 0,0 0 0 0 0,1 0 0 0 0,-1 0 0 0 0,0 0 0 0 0,1 0 0 0 0,-1 0 0 0 0,0 0 0 0 0,0 0 0 0 0,1 0 0 0 0,-1 0 0 0 0,0 0 0 0 0,1 1 0 0 0,-1-1 0 0 0,0 0 1 0 0,0 0-1 0 0,0 0 0 0 0,1 1 0 0 0,-1-1 0 0 0,0 0 0 0 0,0 1 0 0 0,4 8 151 0 0,-1 1 0 0 0,-1 0 1 0 0,0-1-1 0 0,0 1 0 0 0,-1 0 0 0 0,0 1 1 0 0,0-1-1 0 0,-2 0 0 0 0,0 13 0 0 0,-20 98 1888 0 0,13-84-1861 0 0,-109 379-2459 0 0,20-92-703 0 0,75-240-5543 0 0,18-68 5002 0 0,-6 25-9681 0 0</inkml:trace>
</inkml:ink>
</file>

<file path=ppt/ink/ink2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5:39.4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0 276 0 0,'0'0'276'0'0,"3"7"24"0"0,-5 3-852 0 0</inkml:trace>
</inkml:ink>
</file>

<file path=ppt/ink/ink2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4:25.6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94 1760 0 0,'6'-10'5149'0'0,"-4"6"-4763"0"0,1 1 0 0 0,-1-1 0 0 0,0 1 0 0 0,1-1 0 0 0,-1 1-1 0 0,1 0 1 0 0,0 0 0 0 0,0 0 0 0 0,1 1 0 0 0,-1-1 0 0 0,0 1-1 0 0,1 0 1 0 0,-1 0 0 0 0,1 0 0 0 0,6-2 0 0 0,-3 1-195 0 0,0 1 0 0 0,1 1 0 0 0,-1-1 1 0 0,0 1-1 0 0,1 1 0 0 0,-1-1 0 0 0,0 1 0 0 0,12 2 0 0 0,-8-1-172 0 0,-1 1-1 0 0,0 0 0 0 0,0 0 0 0 0,0 1 0 0 0,0 1 0 0 0,0 0 0 0 0,-1 0 0 0 0,1 1 0 0 0,-1 0 0 0 0,-1 0 0 0 0,1 1 1 0 0,-1 0-1 0 0,9 9 0 0 0,-13-11-5 0 0,-1 0 1 0 0,0 0-1 0 0,0 0 0 0 0,0 1 1 0 0,-1-1-1 0 0,1 1 0 0 0,-1 0 1 0 0,0-1-1 0 0,0 1 1 0 0,-1 0-1 0 0,0 0 0 0 0,2 10 1 0 0,-3-6-4 0 0,1-1 1 0 0,-1 1-1 0 0,-1 0 1 0 0,0 0-1 0 0,0 0 1 0 0,-5 16-1 0 0,-2-2 10 0 0,-1-1 1 0 0,-1 0-1 0 0,0-1 1 0 0,-23 33-1 0 0,20-35 163 0 0,-29 30 0 0 0,28-34 38 0 0,13-14-202 0 0,0 0-1 0 0,1 0 0 0 0,-1 0 1 0 0,0 0-1 0 0,0-1 0 0 0,1 1 1 0 0,-1 0-1 0 0,0 0 0 0 0,0-1 1 0 0,0 1-1 0 0,0-1 0 0 0,0 1 1 0 0,0-1-1 0 0,0 1 0 0 0,-2 0 1 0 0,2-1-14 0 0,1-1 0 0 0,0 1 1 0 0,-1 0-1 0 0,1 0 0 0 0,0 0 1 0 0,0-1-1 0 0,-1 1 0 0 0,1 0 1 0 0,0 0-1 0 0,0 0 1 0 0,-1-1-1 0 0,1 1 0 0 0,0 0 1 0 0,0-1-1 0 0,0 1 0 0 0,-1 0 1 0 0,1-1-1 0 0,0 1 0 0 0,0 0 1 0 0,0-1-1 0 0,0 1 0 0 0,0 0 1 0 0,0-1-1 0 0,0 1 1 0 0,0 0-1 0 0,0-1 0 0 0,0 1 1 0 0,0 0-1 0 0,0-1 0 0 0,0 1 1 0 0,0-1-1 0 0,0-3 13 0 0,0-1 0 0 0,1 1 0 0 0,0 0 0 0 0,0-1 0 0 0,0 1 0 0 0,4-8 0 0 0,21-37 76 0 0,53-74 1 0 0,-45 73-78 0 0,32-62 0 0 0,-62 105-14 0 0,-2 4-2 0 0,0-1 0 0 0,-1 0 0 0 0,1 1 0 0 0,-1-1 0 0 0,0 0 0 0 0,0 0 0 0 0,0 1 0 0 0,0-1 0 0 0,0-6 0 0 0,0-13 0 0 0,-3 19-6 0 0,0 2-5 0 0,1-2-24 0 0,0 3 33 0 0,1 0 1 0 0,0 0 0 0 0,-1 1 0 0 0,1-1-1 0 0,-1 0 1 0 0,1 1 0 0 0,-1-1 0 0 0,0 1-1 0 0,1-1 1 0 0,-1 0 0 0 0,1 1-1 0 0,-1 0 1 0 0,0-1 0 0 0,0 1 0 0 0,1-1-1 0 0,-1 1 1 0 0,0 0 0 0 0,0-1 0 0 0,1 1-1 0 0,-1 0 1 0 0,0 0 0 0 0,0 0 0 0 0,0-1-1 0 0,1 1 1 0 0,-1 0 0 0 0,0 0 0 0 0,0 0-1 0 0,0 0 1 0 0,0 1 0 0 0,1-1 0 0 0,-1 0-1 0 0,0 0 1 0 0,0 0 0 0 0,0 1 0 0 0,0-1-1 0 0,-18 17 8 0 0,17-15-1 0 0,-4 5 16 0 0,1 1 1 0 0,-1 0 0 0 0,1 0-1 0 0,1 1 1 0 0,0 0-1 0 0,0 0 1 0 0,0 0-1 0 0,1 0 1 0 0,-2 11 0 0 0,1 0 25 0 0,1 0 1 0 0,0 0 0 0 0,1 27 0 0 0,2-35-14 0 0,1 0-1 0 0,0 0 1 0 0,1 0-1 0 0,0 0 1 0 0,1 0-1 0 0,0-1 1 0 0,1 1-1 0 0,0-1 1 0 0,1 0-1 0 0,0 0 1 0 0,1-1-1 0 0,8 13 1 0 0,-8-16-182 0 0,0 0 0 0 0,0 0 0 0 0,0 0 0 0 0,1-1 0 0 0,0 0 0 0 0,0-1 0 0 0,9 6 0 0 0,-8-6-475 0 0,-1-2 0 0 0,1 1 0 0 0,0-1 0 0 0,0 0 1 0 0,0 0-1 0 0,0-1 0 0 0,1 0 0 0 0,10 1 0 0 0,-4-2-2887 0 0</inkml:trace>
</inkml:ink>
</file>

<file path=ppt/ink/ink2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4:26.0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43 644 0 0,'-28'-28'11218'0'0,"28"27"-10846"0"0,-1 1-315 0 0,1 0 1 0 0,0-1-1 0 0,0 1 0 0 0,-1 0 0 0 0,1 0 0 0 0,0 0 1 0 0,0-1-1 0 0,0 1 0 0 0,-1 0 0 0 0,1 0 0 0 0,0-1 1 0 0,0 1-1 0 0,0 0 0 0 0,0 0 0 0 0,0-1 0 0 0,0 1 0 0 0,-1 0 1 0 0,1 0-1 0 0,0-1 0 0 0,0 1 0 0 0,0 0 0 0 0,0-1 1 0 0,0 1-1 0 0,0 0 0 0 0,0-1 0 0 0,0 1 0 0 0,0 0 1 0 0,0 0-1 0 0,0-1 0 0 0,1 1 0 0 0,-1 0 0 0 0,0-1 0 0 0,0 1 1 0 0,0 0-1 0 0,0 0 0 0 0,0-1 0 0 0,0 1 0 0 0,1 0 1 0 0,-1 0-1 0 0,0-1 0 0 0,0 1 0 0 0,0 0 0 0 0,1 0 1 0 0,-1 0-1 0 0,0-1 0 0 0,0 1 0 0 0,1 0 0 0 0,-1 0 0 0 0,0 0 1 0 0,0 0-1 0 0,1 0 0 0 0,-1 0 0 0 0,0-1 0 0 0,1 1 1 0 0,-1 0-1 0 0,6 0 126 0 0,-1-1 0 0 0,1 1 0 0 0,-1 0 0 0 0,1 1 1 0 0,-1-1-1 0 0,0 1 0 0 0,1 0 0 0 0,-1 0 0 0 0,0 1 0 0 0,0 0 1 0 0,0 0-1 0 0,0 0 0 0 0,9 5 0 0 0,-11-5-134 0 0,-1 0-1 0 0,1 0 1 0 0,0 0 0 0 0,0 1-1 0 0,-1-1 1 0 0,1 1 0 0 0,-1 0-1 0 0,0-1 1 0 0,0 1 0 0 0,0 0-1 0 0,0 0 1 0 0,-1 0 0 0 0,1 1-1 0 0,-1-1 1 0 0,1 0 0 0 0,-1 1-1 0 0,0-1 1 0 0,-1 0 0 0 0,1 1-1 0 0,0-1 1 0 0,-1 1 0 0 0,0-1-1 0 0,0 6 1 0 0,-2 5 119 0 0,0 0 0 0 0,0 1 1 0 0,-1-1-1 0 0,-1 0 0 0 0,-6 14 0 0 0,-33 65 960 0 0,10-25-579 0 0,33-67-546 0 0,-1 0 0 0 0,1 0 0 0 0,-1 0 1 0 0,1 0-1 0 0,0 0 0 0 0,-1 0 0 0 0,1 0 1 0 0,0 0-1 0 0,0 0 0 0 0,-1 0 0 0 0,1 0 1 0 0,0 0-1 0 0,0 0 0 0 0,0 0 1 0 0,0 0-1 0 0,1 0 0 0 0,-1 0 0 0 0,0 0 1 0 0,0 0-1 0 0,1 0 0 0 0,-1 0 0 0 0,0 0 1 0 0,1 0-1 0 0,-1 0 0 0 0,2 1 0 0 0,-1-1 1 0 0,0 0 0 0 0,0-1-1 0 0,0 1 1 0 0,1 0 0 0 0,-1 0-1 0 0,0-1 1 0 0,1 1 0 0 0,-1-1-1 0 0,1 1 1 0 0,-1-1 0 0 0,1 0-1 0 0,-1 0 1 0 0,1 1 0 0 0,-1-1-1 0 0,3 0 1 0 0,6-1 12 0 0,0 0 0 0 0,0 0 1 0 0,17-5-1 0 0,-26 6-16 0 0,33-9-404 0 0,-1-2 1 0 0,46-21-1 0 0,-33 8-3262 0 0,-2-3-3979 0 0,-25 15 508 0 0</inkml:trace>
</inkml:ink>
</file>

<file path=ppt/ink/ink2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4:26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163 41 104 0 0,'-133'12'21060'0'0,"130"-12"-20455"0"0,-22 2 1081 0 0,24 0-1061 0 0,19-5-577 0 0,102-21-102 0 0,-40 7-3120 0 0,-1 4-8784 0 0</inkml:trace>
</inkml:ink>
</file>

<file path=ppt/ink/ink2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4:26.5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 0 2320 0 0,'-118'80'13682'0'0,"117"-80"-13659"0"0,1 0 0 0 0,-1 0 0 0 0,1 1 0 0 0,0-1 0 0 0,-1 0 0 0 0,1 0 0 0 0,0 1 0 0 0,0-1 0 0 0,-1 0 0 0 0,1 1 0 0 0,0-1 0 0 0,0 1 0 0 0,-1-1 0 0 0,1 0 0 0 0,0 1 0 0 0,0-1 0 0 0,0 1 0 0 0,0-1 0 0 0,0 0 0 0 0,0 1 0 0 0,-1-1 0 0 0,1 1 0 0 0,0-1 0 0 0,0 1 0 0 0,0-1 0 0 0,0 0 0 0 0,1 1 0 0 0,-1-1 0 0 0,0 1-1 0 0,0-1 1 0 0,0 1 0 0 0,0-1 0 0 0,0 0 0 0 0,0 1 0 0 0,1-1 0 0 0,-1 1 0 0 0,0-1 0 0 0,0 0 0 0 0,1 1 0 0 0,-1-1 0 0 0,0 0 0 0 0,1 1 0 0 0,-1-1 0 0 0,0 0 0 0 0,1 0 0 0 0,-1 1 0 0 0,0-1 0 0 0,1 0 0 0 0,-1 0 0 0 0,0 0 0 0 0,1 1 0 0 0,-1-1 0 0 0,1 0 0 0 0,-1 0 0 0 0,1 0 0 0 0,19-1-30 0 0,-1-1 0 0 0,1 0 0 0 0,26-9 0 0 0,27-9-2872 0 0,-53 14 1225 0 0,18-5-2553 0 0,1-3-1910 0 0</inkml:trace>
</inkml:ink>
</file>

<file path=ppt/ink/ink2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4:31.4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73 764 0 0,'0'0'10955'0'0,"0"-1"-10868"0"0,0 1 0 0 0,0-1 0 0 0,1 1-1 0 0,-1-1 1 0 0,0 1 0 0 0,1-1 0 0 0,-1 1 0 0 0,0 0 0 0 0,1-1-1 0 0,-1 1 1 0 0,0 0 0 0 0,1-1 0 0 0,-1 1 0 0 0,1 0 0 0 0,-1-1 0 0 0,1 1-1 0 0,-1 0 1 0 0,1 0 0 0 0,0-1 0 0 0,219-47 1111 0 0,-148 34-1162 0 0,-70 13-235 0 0,9 0-1535 0 0</inkml:trace>
</inkml:ink>
</file>

<file path=ppt/ink/ink2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4:31.7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95 240 0 0,'-2'-23'7932'0'0,"-6"-37"677"0"0,5 51-7225 0 0,3 7-366 0 0,4 8-451 0 0,2 9-224 0 0,0-1 0 0 0,-1 1 0 0 0,-1 0 0 0 0,0 1 0 0 0,-1-1 0 0 0,1 19 0 0 0,0 95 19 0 0,-4-119-312 0 0,0 82-469 0 0,0 74-2988 0 0,9-3-6362 0 0,-4-113 3205 0 0</inkml:trace>
</inkml:ink>
</file>

<file path=ppt/ink/ink2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5:41.2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4 536 0 0,'0'0'1748'0'0,"12"-3"-3184"0"0</inkml:trace>
</inkml:ink>
</file>

<file path=ppt/ink/ink2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5:47.3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76 148 0 0,'-7'-14'6369'0'0,"-10"1"-2550"0"0,10 11-1391 0 0,9 3-2387 0 0,0 0 0 0 0,0 1 0 0 0,0-1-1 0 0,0 0 1 0 0,0 0 0 0 0,0 0 0 0 0,0 0 0 0 0,0-1 0 0 0,1 1 0 0 0,-1 0 0 0 0,0-1 0 0 0,1 0 0 0 0,-1 1-1 0 0,0-1 1 0 0,4 0 0 0 0,40-5 93 0 0,-31 3-82 0 0,245-44 426 0 0,-249 40-567 0 0</inkml:trace>
</inkml:ink>
</file>

<file path=ppt/ink/ink2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5:47.6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56 112 0 0,'-7'-46'9500'0'0,"2"37"-5651"0"0,3 17-3580 0 0,0-1 0 0 0,0 1 1 0 0,0 0-1 0 0,1 0 0 0 0,0-1 0 0 0,0 1 0 0 0,1 0 0 0 0,1 13 0 0 0,-1 6 153 0 0,-12 263 1209 0 0,10-100-4852 0 0,3-176 1328 0 0</inkml:trace>
</inkml:ink>
</file>

<file path=ppt/ink/ink2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5:48.4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24 128 820 0 0,'0'-3'1668'0'0,"-20"-45"5418"0"0,20 47-6794 0 0,-3-13 512 0 0,4 11-782 0 0,0-1-1 0 0,0 1 0 0 0,1 0 0 0 0,-1 0 1 0 0,1 0-1 0 0,0 0 0 0 0,-1 1 1 0 0,1-1-1 0 0,1 0 0 0 0,-1 1 0 0 0,0 0 1 0 0,1-1-1 0 0,-1 1 0 0 0,1 0 1 0 0,-1 0-1 0 0,1 0 0 0 0,0 0 0 0 0,0 1 1 0 0,0-1-1 0 0,6-1 0 0 0,-3 1 14 0 0,0 0 0 0 0,0 1-1 0 0,0 0 1 0 0,0 0 0 0 0,1 0-1 0 0,-1 1 1 0 0,0 0-1 0 0,0 0 1 0 0,0 0 0 0 0,7 2-1 0 0,-9-1-31 0 0,-1 0 0 0 0,0 1 0 0 0,0-1 0 0 0,0 1 0 0 0,0-1 0 0 0,-1 1-1 0 0,1 0 1 0 0,0 0 0 0 0,-1 0 0 0 0,1 0 0 0 0,-1 1 0 0 0,0-1-1 0 0,1 1 1 0 0,-1-1 0 0 0,0 1 0 0 0,2 4 0 0 0,-1-2 3 0 0,-1-1 1 0 0,0 1 0 0 0,0 0-1 0 0,0-1 1 0 0,0 1-1 0 0,-1 0 1 0 0,0 0-1 0 0,0 0 1 0 0,1 8-1 0 0,-4 2 68 0 0,0 0-1 0 0,-1-1 1 0 0,-1 1-1 0 0,0-1 1 0 0,-1 1 0 0 0,0-1-1 0 0,-1-1 1 0 0,-9 17-1 0 0,-5 12 355 0 0,15-32-61 0 0,-2 2 1173 0 0,7-10-984 0 0,5-6-520 0 0,-4 3-36 0 0,1 0 1 0 0,-1 0-1 0 0,1 0 1 0 0,0 1-1 0 0,-1-1 1 0 0,1 0 0 0 0,0 1-1 0 0,-1-1 1 0 0,1 1-1 0 0,0 0 1 0 0,0-1-1 0 0,-1 1 1 0 0,1 0-1 0 0,0 0 1 0 0,0 0 0 0 0,-1 0-1 0 0,1 1 1 0 0,0-1-1 0 0,0 0 1 0 0,-1 1-1 0 0,4 0 1 0 0,-1 1-1 0 0,1-1 5 0 0,-1 0-1 0 0,0 0 0 0 0,0 1 0 0 0,0 0 1 0 0,0 0-1 0 0,0 0 0 0 0,0 1 0 0 0,-1-1 0 0 0,1 1 1 0 0,-1 0-1 0 0,6 4 0 0 0,-3 0 0 0 0,0 0 0 0 0,-1 0-1 0 0,0 0 1 0 0,7 11 0 0 0,-9-12 11 0 0,-1-1 1 0 0,0 1 0 0 0,0-1-1 0 0,0 1 1 0 0,0 0-1 0 0,-1 0 1 0 0,0-1 0 0 0,0 1-1 0 0,-1 0 1 0 0,1 0 0 0 0,-1 0-1 0 0,-1 0 1 0 0,1 0-1 0 0,-3 8 1 0 0,0-2 295 0 0,0 0 0 0 0,-1 0 1 0 0,-1-1-1 0 0,0 0 0 0 0,-11 19 0 0 0,14-28-224 0 0,0 1-1 0 0,1-1 0 0 0,-1 0 1 0 0,0 0-1 0 0,0 0 1 0 0,-1 0-1 0 0,1 0 0 0 0,0 0 1 0 0,-1-1-1 0 0,1 1 1 0 0,-1-1-1 0 0,1 1 0 0 0,-1-1 1 0 0,-3 1-1 0 0,-34 6 467 0 0,37-8-492 0 0,-1 0-19 0 0,-50-8 112 0 0,52 7-152 0 0,-1 0-7 0 0,0 0-193 0 0,0 0 0 0 0,0 0 0 0 0,0 0 0 0 0,0-1-1 0 0,0 0 1 0 0,1 1 0 0 0,-5-4 0 0 0,3-3-2999 0 0,4 8 2878 0 0,0-1-1 0 0,0 0 0 0 0,-1 0 1 0 0,1 0-1 0 0,0 0 0 0 0,0 1 1 0 0,0-1-1 0 0,0 0 0 0 0,0 0 1 0 0,1 0-1 0 0,-1 0 0 0 0,0 0 1 0 0,0 1-1 0 0,0-1 0 0 0,1 0 1 0 0,-1 0-1 0 0,1 0 0 0 0,-1 1 1 0 0,4-6-1919 0 0</inkml:trace>
</inkml:ink>
</file>

<file path=ppt/ink/ink2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5:51.5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85 173 168 0 0,'-1'-12'4698'0'0,"-5"-29"908"0"0,-32 225-5154 0 0,13-73-390 0 0,13-55-64 0 0,11-55 6 0 0,0 5-130 0 0,7-41-307 0 0,2 1 0 0 0,19-52-1 0 0,-13 44 372 0 0,46-147 791 0 0,-59 187-722 0 0,-1 1 0 0 0,0 0 0 0 0,1-1 0 0 0,-1 1 1 0 0,1 0-1 0 0,-1 0 0 0 0,1-1 0 0 0,0 1 0 0 0,-1 0 0 0 0,1 0 0 0 0,0 0 0 0 0,0 0 1 0 0,0 0-1 0 0,0 0 0 0 0,0 0 0 0 0,0 0 0 0 0,0 0 0 0 0,2 0 0 0 0,-2 0 1 0 0,0 1-1 0 0,0 0 1 0 0,0 0 0 0 0,0 0-1 0 0,0 0 1 0 0,0 0-1 0 0,0 0 1 0 0,0 0-1 0 0,0 0 1 0 0,0 0-1 0 0,0 0 1 0 0,0 0 0 0 0,0 1-1 0 0,0-1 1 0 0,0 0-1 0 0,-1 1 1 0 0,1-1-1 0 0,0 1 1 0 0,1 0 0 0 0,2 1 12 0 0,-1 1 1 0 0,0 0 0 0 0,1 0 0 0 0,-1 0-1 0 0,-1 0 1 0 0,1 1 0 0 0,0-1-1 0 0,-1 1 1 0 0,3 4 0 0 0,58 133 490 0 0,-42-91-425 0 0,-21-49-82 0 0,1 0-1 0 0,-1 0 1 0 0,1 0 0 0 0,0 1 0 0 0,0-1 0 0 0,-1 0-1 0 0,1 0 1 0 0,0 0 0 0 0,0-1 0 0 0,0 1 0 0 0,0 0-1 0 0,0 0 1 0 0,0 0 0 0 0,0-1 0 0 0,1 1 0 0 0,-1-1-1 0 0,0 1 1 0 0,0-1 0 0 0,0 1 0 0 0,1-1 0 0 0,-1 1 0 0 0,0-1-1 0 0,0 0 1 0 0,1 0 0 0 0,-1 0 0 0 0,0 0 0 0 0,1 0-1 0 0,-1 0 1 0 0,0 0 0 0 0,1 0 0 0 0,-1-1 0 0 0,0 1-1 0 0,0 0 1 0 0,1-1 0 0 0,-1 1 0 0 0,2-1 0 0 0,2-1-3 0 0,-1-1 1 0 0,1 1 0 0 0,0-1 0 0 0,-1 0-1 0 0,1 0 1 0 0,-1 0 0 0 0,6-5-1 0 0,29-37 376 0 0,-1-1-1 0 0,60-100 0 0 0,-90 134-154 0 0,18-24 295 0 0,-25 34-340 0 0,0 2-168 0 0,-1 0-1 0 0,1 0 1 0 0,-1 0-1 0 0,1 0 1 0 0,-1-1-1 0 0,1 1 1 0 0,-1 0-1 0 0,1 0 1 0 0,0 0-1 0 0,-1 0 1 0 0,1 1 0 0 0,-1-1-1 0 0,1 0 1 0 0,-1 0-1 0 0,1 0 1 0 0,-1 0-1 0 0,1 0 1 0 0,-1 1-1 0 0,1-1 1 0 0,-1 0-1 0 0,1 0 1 0 0,-1 1-1 0 0,1-1 1 0 0,-1 0-1 0 0,0 1 1 0 0,1-1-1 0 0,-1 1 1 0 0,0-1-1 0 0,1 0 1 0 0,-1 1-1 0 0,0-1 1 0 0,1 1 0 0 0,-1-1-1 0 0,0 1 1 0 0,0-1-1 0 0,0 1 1 0 0,1-1-1 0 0,-1 1 1 0 0,0-1-1 0 0,0 1 1 0 0,0-1-1 0 0,0 1 1 0 0,0-1-1 0 0,0 2 1 0 0,3 25 391 0 0,-6 27 183 0 0,-4-1 0 0 0,-1-1 0 0 0,-23 78 0 0 0,15-66-473 0 0,-12 60-13 0 0,26-112-441 0 0,2-11 63 0 0,0 0 0 0 0,0 0 0 0 0,0-1 0 0 0,0 1 0 0 0,0 0 0 0 0,0-1 0 0 0,0 1 0 0 0,0 0 0 0 0,0 0 0 0 0,0-1 0 0 0,0 1 0 0 0,1 0 0 0 0,-1-1 0 0 0,0 1 0 0 0,3 3-1124 0 0</inkml:trace>
</inkml:ink>
</file>

<file path=ppt/ink/ink2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5:52.7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53 152 0 0,'0'0'5384'0'0,"-16"-3"648"0"0,205-39-3827 0 0,-187 41-2210 0 0,1 0 26 0 0,7-1-16 0 0,-7 2 10 0 0,4-4 38 0 0,-37 10 13 0 0,-53 15 0 0 0,60-14-83 0 0,21-6 7 0 0,-17 3-29 0 0,1 2 40 0 0,30-7 31 0 0,34-8-44 0 0,-24 3-22 0 0,-8 2 68 0 0,1 1 0 0 0,0 0 0 0 0,16 0 0 0 0,-29 3 80 0 0,-4 0-104 0 0,-3-1-6 0 0,2 1-2 0 0,0 0-1 0 0,-1 0 0 0 0,1 0 0 0 0,0 0 1 0 0,-1 1-1 0 0,1-1 0 0 0,0 1 0 0 0,-6 2 1 0 0,7-2-8 0 0,-19 8-26 0 0,28-8 28 0 0,0 0 1 0 0,-1-1 0 0 0,1 0-1 0 0,0 0 1 0 0,-1-1-1 0 0,13-2 1 0 0,-5 1-3 0 0,-11 2 16 0 0,16-2-20 0 0,-13 2 21 0 0,7-2 43 0 0,-13 2-54 0 0,0 0 1 0 0,0 0-1 0 0,0 0 0 0 0,0 0 1 0 0,-1 0-1 0 0,1 0 0 0 0,0 0 1 0 0,0 0-1 0 0,0 0 0 0 0,0 0 1 0 0,0 0-1 0 0,0 0 0 0 0,0 0 1 0 0,-1 0-1 0 0,1 0 0 0 0,0-1 1 0 0,0 1-1 0 0,0 0 0 0 0,0 0 1 0 0,0 0-1 0 0,0 0 0 0 0,0 0 1 0 0,0 0-1 0 0,0 0 0 0 0,0-1 1 0 0,0 1-1 0 0,0 0 0 0 0,0 0 1 0 0,0 0-1 0 0,0 0 0 0 0,0 0 1 0 0,0 0-1 0 0,0-1 0 0 0,0 1 1 0 0,0 0-1 0 0,0 0 0 0 0,0 0 1 0 0,0 0-1 0 0,0 0 0 0 0,0 0 1 0 0,0-1-1 0 0,0 1 0 0 0,0 0 1 0 0,0 0-1 0 0,0 0 0 0 0,0 0 1 0 0,0 0-1 0 0,0 0 1 0 0,0 0-1 0 0,0-1 0 0 0,0 1 1 0 0,1 0-1 0 0,-1 0 0 0 0,0 0 1 0 0,0 0-1 0 0,0 0 0 0 0,0 0 1 0 0,0 0-1 0 0,0 0 0 0 0,0 0 1 0 0,1 0-1 0 0,-1 0 0 0 0,0 0 1 0 0,0 0-1 0 0,0 0 0 0 0,0-1 1 0 0,0 1-1 0 0,1 0 0 0 0,-3 0-4 0 0,-4 0-229 0 0,0 0 0 0 0,-1 0 0 0 0,1 1 0 0 0,0 0 0 0 0,0 1 0 0 0,-11 3 0 0 0,15-4-514 0 0,-6 3-627 0 0</inkml:trace>
</inkml:ink>
</file>

<file path=ppt/ink/ink2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5:57.2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78 876 0 0,'3'-5'1163'0'0,"0"0"1"0"0,-1 0-1 0 0,1 0 0 0 0,-1 0 0 0 0,0-1 1 0 0,1-8-1 0 0,-2 13-787 0 0,10-30 2222 0 0,-11 31-2575 0 0,0 0-1 0 0,0 0 1 0 0,0 0-1 0 0,0 0 1 0 0,0 1 0 0 0,0-1-1 0 0,0 0 1 0 0,0 0-1 0 0,0 0 1 0 0,0 0-1 0 0,0 0 1 0 0,1 0 0 0 0,-1 0-1 0 0,0 0 1 0 0,0 0-1 0 0,0 0 1 0 0,0 0 0 0 0,0 0-1 0 0,0 0 1 0 0,0 0-1 0 0,0 1 1 0 0,1-1-1 0 0,-1 0 1 0 0,0 0 0 0 0,0 0-1 0 0,0 0 1 0 0,0 0-1 0 0,0 0 1 0 0,0 0-1 0 0,1 0 1 0 0,-1 0 0 0 0,0 0-1 0 0,0-1 1 0 0,0 1-1 0 0,0 0 1 0 0,0 0 0 0 0,0 0-1 0 0,0 0 1 0 0,0 0-1 0 0,1 0 1 0 0,-1 0-1 0 0,0 0 1 0 0,0 0 0 0 0,0 0-1 0 0,0 0 1 0 0,1 24 210 0 0,-2 38 6 0 0,1-61-222 0 0,-8 92 439 0 0,-21 97 0 0 0,6-52-262 0 0,18-115-171 0 0,0 15-2241 0 0,7-33 429 0 0</inkml:trace>
</inkml:ink>
</file>

<file path=ppt/ink/ink2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5:58.1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187 361 616 0 0,'-2'0'697'0'0,"-107"-12"4633"0"0,107 12-5068 0 0,-1 0 30 0 0,-8-2-42 0 0,8 2 16 0 0,0 0-23 0 0,-39-3 5171 0 0,30 4-3852 0 0,285-70-1522 0 0,404-49 0 0 0,290 26 1 0 0,-732 74-50 0 0,203-16 38 0 0,-283 20-164 0 0,-153 14-139 0 0</inkml:trace>
</inkml:ink>
</file>

<file path=ppt/ink/ink2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5:59.0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98 196 340 0 0,'4'-8'14713'0'0,"-13"2"-14625"0"0,-1 1 0 0 0,0-1 0 0 0,-1 2 0 0 0,1-1 0 0 0,-14-2 0 0 0,-2-4-116 0 0,24 10 40 0 0,8 1-26 0 0,1-1 12 0 0,-1 0 1 0 0,0-1 0 0 0,10-3-1 0 0,7-1-3 0 0,313-78 12 0 0,-319 79 47 0 0,-12 5-16 0 0,0-2-1 0 0,-1 1 1 0 0,1 0 0 0 0,0-1 0 0 0,-1 0-1 0 0,1 0 1 0 0,-1 0 0 0 0,0-1-1 0 0,1 1 1 0 0,-1-1 0 0 0,6-6-1 0 0,-9 8 218 0 0,8-4 722 0 0,-3 1-163 0 0,0 13-705 0 0,-5-3-76 0 0,0 1 1 0 0,0-1 0 0 0,0 1 0 0 0,-1-1-1 0 0,0 1 1 0 0,0 0 0 0 0,-3 10 0 0 0,2 0 2 0 0,-7 51-358 0 0,-24 108 0 0 0,-9-17-4541 0 0,22-85 221 0 0,5-18-1319 0 0</inkml:trace>
</inkml:ink>
</file>

<file path=ppt/ink/ink2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6:05.1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26 149 764 0 0,'-24'-19'9548'0'0,"22"16"-9017"0"0,2 2-502 0 0,0 0 1 0 0,1 0-1 0 0,-1 1 1 0 0,0-1-1 0 0,0 0 1 0 0,1 0-1 0 0,-1 1 1 0 0,1-1-1 0 0,-1 0 1 0 0,1 1-1 0 0,-1-1 1 0 0,1 0-1 0 0,-1 1 1 0 0,1-1-1 0 0,-1 1 1 0 0,1-1-1 0 0,0 1 1 0 0,-1-1-1 0 0,1 1 1 0 0,0-1 0 0 0,-1 1-1 0 0,1 0 1 0 0,0-1-1 0 0,0 1 1 0 0,-1 0-1 0 0,1 0 1 0 0,2-1-1 0 0,206-75 748 0 0,-180 67-84 0 0,-28 8-353 0 0,2 0-25 0 0,3-2-90 0 0,11-4 1005 0 0,-17 7-1215 0 0,1 0 1 0 0,-1 0-1 0 0,1 0 0 0 0,-1-1 0 0 0,0 1 0 0 0,1 0 1 0 0,-1 0-1 0 0,0-1 0 0 0,0 1 0 0 0,1 0 0 0 0,-1-1 0 0 0,0 1 1 0 0,1 0-1 0 0,-1-1 0 0 0,0 1 0 0 0,0 0 0 0 0,0-1 0 0 0,1 1 1 0 0,-1-1-1 0 0,0 1 0 0 0,0 0 0 0 0,0-1 0 0 0,0 1 1 0 0,0-1-1 0 0,0 1 0 0 0,0 0 0 0 0,0-1 0 0 0,0 1 0 0 0,0-1 1 0 0,0 1-1 0 0,0-1 0 0 0,0 0 0 0 0,-1 0-116 0 0</inkml:trace>
</inkml:ink>
</file>

<file path=ppt/ink/ink2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6:06.3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33 116 80 0 0,'0'-2'1814'0'0,"-2"-11"55"0"0,0 1 0 0 0,0-1 0 0 0,-5-12 0 0 0,-7-20 3765 0 0,9 40-5539 0 0,9 28-106 0 0,31 392 42 0 0,-27-233 288 0 0,-8-180-308 0 0,4 29 671 0 0,-4-26-290 0 0</inkml:trace>
</inkml:ink>
</file>

<file path=ppt/ink/ink2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6:08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191 125 904 0 0,'-11'-90'9554'0'0,"10"89"-9227"0"0,-12-33 7388 0 0,12 35-7611 0 0,-7 14 859 0 0,-5 20-1551 0 0,-104 434 565 0 0,91-320 106 0 0,26-147-76 0 0,1 5-2046 0 0,0-23-653 0 0,22-47-5087 0 0,-17 42 3647 0 0</inkml:trace>
</inkml:ink>
</file>

<file path=ppt/ink/ink2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6:09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1 181 404 0 0,'16'-101'9453'0'0,"-15"95"-9172"0"0,5-10 850 0 0,-6 16-1109 0 0,1 0 0 0 0,-1 0 1 0 0,1-1-1 0 0,-1 1 0 0 0,1 0 0 0 0,-1 0 1 0 0,1 0-1 0 0,-1 0 0 0 0,1 0 0 0 0,-1 0 1 0 0,1 0-1 0 0,-1-1 0 0 0,1 2 0 0 0,-1-1 1 0 0,1 0-1 0 0,-1 0 0 0 0,1 0 0 0 0,-1 0 1 0 0,1 0-1 0 0,-1 0 0 0 0,1 0 0 0 0,-1 1 1 0 0,1-1-1 0 0,-1 0 0 0 0,1 0 0 0 0,-1 1 1 0 0,1-1-1 0 0,-1 0 0 0 0,0 1 0 0 0,1-1 1 0 0,-1 1-1 0 0,0-1 0 0 0,1 0 0 0 0,-1 1 1 0 0,1 0-1 0 0,10 10 261 0 0,-1 0 0 0 0,1 0 0 0 0,-2 1-1 0 0,14 21 1 0 0,29 62 414 0 0,-7-14-406 0 0,-25-47-205 0 0,-11-15-44 0 0,2-2 0 0 0,0 1 0 0 0,1-1 0 0 0,0-1 0 0 0,1 0 1 0 0,31 27-1 0 0,-42-41-33 0 0,1-1 0 0 0,-1 1 1 0 0,0-1-1 0 0,1 0 0 0 0,0 0 1 0 0,-1 0-1 0 0,1 0 0 0 0,0 0 1 0 0,-1-1-1 0 0,1 1 1 0 0,0-1-1 0 0,0 1 0 0 0,0-1 1 0 0,-1 0-1 0 0,1 0 0 0 0,0-1 1 0 0,0 1-1 0 0,0 0 0 0 0,-1-1 1 0 0,1 0-1 0 0,0 0 0 0 0,-1 1 1 0 0,1-2-1 0 0,0 1 0 0 0,-1 0 1 0 0,1 0-1 0 0,-1-1 0 0 0,0 1 1 0 0,1-1-1 0 0,3-4 0 0 0,5-4 14 0 0,1-1 0 0 0,-2-1 0 0 0,0 0 0 0 0,11-17 0 0 0,-17 24-14 0 0,36-58 203 0 0,-3-2-1 0 0,49-119 1 0 0,-81 172-98 0 0,32-73 1303 0 0,-36 84-1289 0 0,-1 1-118 0 0,1 0 1 0 0,-1 0 0 0 0,1 0-1 0 0,-1 0 1 0 0,0 1 0 0 0,1-1-1 0 0,-1 0 1 0 0,1 0 0 0 0,-1 1-1 0 0,0-1 1 0 0,1 0 0 0 0,-1 0 0 0 0,0 1-1 0 0,1-1 1 0 0,-1 0 0 0 0,0 1-1 0 0,0-1 1 0 0,1 0 0 0 0,-1 1-1 0 0,0-1 1 0 0,0 1 0 0 0,0-1-1 0 0,1 0 1 0 0,-1 1 0 0 0,0-1 0 0 0,0 1-1 0 0,0-1 1 0 0,0 1 0 0 0,0-1-1 0 0,0 1 1 0 0,1 15 152 0 0,-1-14-155 0 0,-5 94 736 0 0,-22 129 0 0 0,8-89-551 0 0,8-46-623 0 0,-11 106 1072 0 0,16-66-8456 0 0</inkml:trace>
</inkml:ink>
</file>

<file path=ppt/ink/ink2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6:12.9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46 111 1444 0 0,'0'0'1390'0'0,"-17"-3"3095"0"0,11 1-3162 0 0,-15-8 2043 0 0,21 10-3347 0 0,0 0-1 0 0,-1 0 1 0 0,1 0-1 0 0,0-1 0 0 0,0 1 1 0 0,0 0-1 0 0,0 0 0 0 0,0 0 1 0 0,0 0-1 0 0,0-1 1 0 0,0 1-1 0 0,0 0 0 0 0,0 0 1 0 0,0 0-1 0 0,0 0 0 0 0,0-1 1 0 0,0 1-1 0 0,0 0 1 0 0,0 0-1 0 0,0 0 0 0 0,0 0 1 0 0,0-1-1 0 0,0 1 0 0 0,0 0 1 0 0,0 0-1 0 0,0 0 1 0 0,0 0-1 0 0,0-1 0 0 0,0 1 1 0 0,0 0-1 0 0,0 0 0 0 0,0 0 1 0 0,1 0-1 0 0,-1 0 1 0 0,0-1-1 0 0,0 1 0 0 0,0 0 1 0 0,0 0-1 0 0,1 0 0 0 0,15-8-216 0 0,96-19 486 0 0,-5 1-1257 0 0,-39 3-4835 0 0,-55 18 2148 0 0</inkml:trace>
</inkml:ink>
</file>

<file path=ppt/ink/ink2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6:13.2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45 2100 0 0,'-5'-45'8649'0'0,"4"48"-8574"0"0,0-1-1 0 0,0 0 1 0 0,1 1 0 0 0,-1-1-1 0 0,1 1 1 0 0,-1-1 0 0 0,1 0-1 0 0,0 4 1 0 0,-4 54 374 0 0,-2 0 1 0 0,-15 64-1 0 0,10-61-357 0 0,-6 83-654 0 0,16-84-5611 0 0</inkml:trace>
</inkml:ink>
</file>

<file path=ppt/ink/ink2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6:13.8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68 556 0 0,'-10'-52'9475'0'0,"18"83"-8632"0"0,1-6-616 0 0,1 1 1 0 0,2-1-1 0 0,16 27 1 0 0,-17-34-182 0 0,2 0 0 0 0,18 21 0 0 0,-29-37-34 0 0,1 1 1 0 0,-1 0-1 0 0,1 0 1 0 0,-1-1-1 0 0,1 0 1 0 0,0 1-1 0 0,0-1 1 0 0,0 0-1 0 0,0 0 1 0 0,0-1-1 0 0,1 1 1 0 0,-1-1-1 0 0,1 1 1 0 0,5 0-1 0 0,-6-2-8 0 0,-1 0 0 0 0,0 0 0 0 0,0 0 0 0 0,1-1 0 0 0,-1 1 0 0 0,0-1 0 0 0,0 0 0 0 0,0 1 0 0 0,0-1-1 0 0,0 0 1 0 0,0 0 0 0 0,0 0 0 0 0,3-3 0 0 0,23-20 13 0 0,-24 20-16 0 0,28-29 53 0 0,41-55 0 0 0,-28 31-31 0 0,3-2 2 0 0,-47 57-49 0 0,13-2 64 0 0,-11 8 76 0 0,0 0 1 0 0,0 0-1 0 0,0 1 0 0 0,0-1 1 0 0,-1 0-1 0 0,0 1 1 0 0,0 0-1 0 0,0-1 1 0 0,0 1-1 0 0,-1 0 0 0 0,0 0 1 0 0,0 0-1 0 0,0 0 1 0 0,0 0-1 0 0,-1 9 0 0 0,1 13 294 0 0,-5 41-1 0 0,-31 203-853 0 0,34-223-2780 0 0,1-32-1304 0 0</inkml:trace>
</inkml:ink>
</file>

<file path=ppt/ink/ink2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6:14.0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48 932 0 0,'-16'-13'8621'0'0,"11"7"-7543"0"0,15 3-989 0 0,-1 1 0 0 0,0 1 0 0 0,1-1 1 0 0,-1 2-1 0 0,0-1 0 0 0,14 2 0 0 0,32-3 3 0 0,-21-4-669 0 0,3-7-4464 0 0</inkml:trace>
</inkml:ink>
</file>

<file path=ppt/ink/ink2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6:14.2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10 1184 0 0,'-25'-9'8409'0'0,"25"9"-8293"0"0,-1 0 0 0 0,0-1 1 0 0,1 1-1 0 0,-1 0 0 0 0,0 0 1 0 0,0 0-1 0 0,1 0 0 0 0,-1 0 1 0 0,0 0-1 0 0,1 0 0 0 0,-1 0 0 0 0,0 0 1 0 0,0 1-1 0 0,1-1 0 0 0,-1 0 1 0 0,0 0-1 0 0,1 1 0 0 0,-1-1 1 0 0,0 0-1 0 0,1 1 0 0 0,-1-1 0 0 0,0 1 1 0 0,1-1-1 0 0,-1 1 0 0 0,0 0 1 0 0,0 0 48 0 0,0 1 1 0 0,0 0 0 0 0,0 0-1 0 0,0-1 1 0 0,0 1-1 0 0,0 0 1 0 0,0 0 0 0 0,1 0-1 0 0,-2 3 1 0 0,0 7 255 0 0,1 0 1 0 0,-1 20-1 0 0,2-20-125 0 0,-2 163 805 0 0,3-89-1135 0 0,-1-78-217 0 0,3 56-2168 0 0,-2-58 1032 0 0,0 1-1 0 0,1-1 0 0 0,-1 0 0 0 0,4 8 0 0 0</inkml:trace>
</inkml:ink>
</file>

<file path=ppt/ink/ink2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6:14.5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79 2268 0 0,'5'-15'3816'0'0,"-2"0"-1"0"0,3-18 1 0 0,-5 27-3268 0 0,0 4 28 0 0,0-6 2155 0 0,-14 194-635 0 0,2-71-1991 0 0,5-36-848 0 0,1-17-1965 0 0,1 0-5279 0 0,4-46 2058 0 0</inkml:trace>
</inkml:ink>
</file>

<file path=ppt/ink/ink2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6:14.9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274 268 2216 0 0,'-252'70'9616'0'0,"230"-61"-7935"0"0,22-9-1643 0 0,0 1 0 0 0,0-1 0 0 0,0 0 0 0 0,0 0 0 0 0,0 1 0 0 0,0-1-1 0 0,0 0 1 0 0,0 0 0 0 0,0 0 0 0 0,0 1 0 0 0,0-1 0 0 0,0 0 0 0 0,1 0 0 0 0,-1 0 0 0 0,0 0-1 0 0,0 1 1 0 0,0-1 0 0 0,0 0 0 0 0,0 0 0 0 0,0 0 0 0 0,0 0 0 0 0,1 1 0 0 0,-1-1 0 0 0,0 0 0 0 0,0 0-1 0 0,0 0 1 0 0,0 0 0 0 0,0 0 0 0 0,1 1 0 0 0,-1-1 0 0 0,0 0 0 0 0,0 0 0 0 0,0 0 0 0 0,1 0-1 0 0,-1 0 1 0 0,0 0 0 0 0,0 0 0 0 0,0 0 0 0 0,1 0 0 0 0,-1 0 0 0 0,0 0 0 0 0,0 0 0 0 0,0 0-1 0 0,1 0 1 0 0,-1 0 0 0 0,37 2 1352 0 0,48-13-306 0 0,132-36-1 0 0,-124 25-819 0 0,885-187 431 0 0,-591 144-2051 0 0,-367 65-679 0 0,-20 0 1925 0 0,1 0-1 0 0,-1 0 1 0 0,1 0 0 0 0,-1 1-1 0 0,0-1 1 0 0,1 0 0 0 0,-1 0-1 0 0,0 0 1 0 0,0 1 0 0 0,1-1-1 0 0,-1 0 1 0 0,0 0 0 0 0,1 1-1 0 0,-1-1 1 0 0,0 0 0 0 0,0 1-1 0 0,0-1 1 0 0,1 0 0 0 0,-1 1 0 0 0,0-1-1 0 0,0 0 1 0 0,0 1 0 0 0,0-1-1 0 0,0 0 1 0 0,1 1 0 0 0,-2 1-402 0 0,1 0 1 0 0,0 0-1 0 0,-1-1 1 0 0,1 1-1 0 0,-1 0 1 0 0,1-1-1 0 0,-1 1 1 0 0,0-1-1 0 0,1 1 1 0 0,-1-1-1 0 0,-2 3 1 0 0</inkml:trace>
</inkml:ink>
</file>

<file path=ppt/ink/ink2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6:15.4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55 224 0 0,'-91'23'12363'0'0,"92"-25"-12258"0"0,1 1 1 0 0,0 0-1 0 0,-1 0 0 0 0,1 0 0 0 0,0 0 0 0 0,0 0 1 0 0,0 0-1 0 0,0 1 0 0 0,-1-1 0 0 0,1 0 0 0 0,0 1 0 0 0,0 0 1 0 0,0-1-1 0 0,3 1 0 0 0,0-1 135 0 0,94-23 926 0 0,143-16 1 0 0,-239 39-1121 0 0,0 1 1 0 0,0 0 0 0 0,-1 0 0 0 0,1 0-1 0 0,0 0 1 0 0,0 1 0 0 0,-1-1 0 0 0,1 1 0 0 0,-1 0-1 0 0,1 0 1 0 0,0-1 0 0 0,-1 2 0 0 0,1-1-1 0 0,-1 0 1 0 0,0 0 0 0 0,1 1 0 0 0,-1-1-1 0 0,3 4 1 0 0,-2-2 51 0 0,0 0 0 0 0,-1 1 0 0 0,1-1 0 0 0,-1 1 1 0 0,0 0-1 0 0,0 0 0 0 0,0 0 0 0 0,0 0 0 0 0,-1 0 0 0 0,2 6 0 0 0,0 8 210 0 0,0 0 1 0 0,-2 0 0 0 0,0-1-1 0 0,-2 25 1 0 0,1-40-295 0 0,-23 200 823 0 0,2-26-1147 0 0,21-173-87 0 0,0 1-1 0 0,0-1 0 0 0,0 1 1 0 0,0-1-1 0 0,1 0 0 0 0,0 1 1 0 0,-1-1-1 0 0,1 0 0 0 0,0 1 0 0 0,1-1 1 0 0,-1 0-1 0 0,2 3 0 0 0</inkml:trace>
</inkml:ink>
</file>

<file path=ppt/ink/ink2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6:16.3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79 756 0 0,'-10'-3'12797'0'0,"33"-3"-12662"0"0,45-9 0 0 0,-2 2-57 0 0,66-20 75 0 0,-120 31-448 0 0,7-4 95 0 0</inkml:trace>
</inkml:ink>
</file>

<file path=ppt/ink/ink2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6:16.5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23 1220 0 0,'19'-22'9957'0'0,"-19"39"-8950"0"0,-5 23-225 0 0,-63 370 1217 0 0,52-308-3667 0 0,11-67-4952 0 0</inkml:trace>
</inkml:ink>
</file>

<file path=ppt/ink/ink2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6:17.0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1 140 1368 0 0,'2'-11'2945'0'0,"-2"8"-2481"0"0,0 0-1 0 0,1 0 0 0 0,-1 1 1 0 0,1-1-1 0 0,0 0 1 0 0,0 0-1 0 0,0 0 1 0 0,0 0-1 0 0,1 1 0 0 0,-1-1 1 0 0,4-4-1 0 0,-2 9-267 0 0,0 0 0 0 0,1 0-1 0 0,-1 0 1 0 0,0 0 0 0 0,0 1 0 0 0,4 3-1 0 0,-6-5-143 0 0,24 24 312 0 0,24 30-1 0 0,7 7-183 0 0,-16-22 11 0 0,-39-39-177 0 0,0 0-1 0 0,0-1 1 0 0,0 1-1 0 0,0 0 0 0 0,0-1 1 0 0,0 1-1 0 0,1-1 0 0 0,-1 0 1 0 0,0 1-1 0 0,0-1 0 0 0,0 0 1 0 0,1 1-1 0 0,-1-1 0 0 0,0 0 1 0 0,1 0-1 0 0,-1 0 0 0 0,0 0 1 0 0,0 0-1 0 0,1-1 1 0 0,-1 1-1 0 0,0 0 0 0 0,0-1 1 0 0,1 1-1 0 0,-1 0 0 0 0,0-1 1 0 0,0 1-1 0 0,0-1 0 0 0,0 0 1 0 0,0 1-1 0 0,0-1 0 0 0,0 0 1 0 0,0 0-1 0 0,2-1 0 0 0,3-4 20 0 0,0 1 0 0 0,-1-1 0 0 0,9-10 0 0 0,10-20 63 0 0,29-53 1 0 0,-7 8 285 0 0,-37 67-264 0 0,-5 8-69 0 0,-1-1 0 0 0,2 1 1 0 0,8-10-1 0 0,-12 15-18 0 0,1 1 13 0 0,0 0 0 0 0,1 0 1 0 0,-1 0-1 0 0,0 0 0 0 0,0 1 0 0 0,1-1 1 0 0,-1 1-1 0 0,0-1 0 0 0,0 1 1 0 0,0 0-1 0 0,0 0 0 0 0,0 0 1 0 0,0 0-1 0 0,0 0 0 0 0,0 0 1 0 0,-1 1-1 0 0,1-1 0 0 0,0 1 0 0 0,-1-1 1 0 0,1 1-1 0 0,-1 0 0 0 0,1-1 1 0 0,1 3-1 0 0,3 7 189 0 0,1 0-1 0 0,-1 1 1 0 0,-1-1-1 0 0,0 1 1 0 0,-1 0-1 0 0,0 1 1 0 0,0-1 0 0 0,-2 1-1 0 0,3 24 1 0 0,-2 10 118 0 0,-4 64 0 0 0,-1-85-315 0 0,-3 33 67 0 0,-1 7-1111 0 0,8-24-2578 0 0,4-29-2142 0 0</inkml:trace>
</inkml:ink>
</file>

<file path=ppt/ink/ink2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6:54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79 760 0 0,'-33'-44'9745'0'0,"32"44"-9713"0"0,1 0 1 0 0,0 0-1 0 0,-1 0 0 0 0,1-1 1 0 0,0 1-1 0 0,0 0 0 0 0,-1 0 1 0 0,1-1-1 0 0,0 1 0 0 0,0 0 1 0 0,0 0-1 0 0,-1-1 0 0 0,1 1 1 0 0,0 0-1 0 0,0-1 0 0 0,0 1 1 0 0,0 0-1 0 0,0-1 0 0 0,0 1 1 0 0,0 0-1 0 0,0-1 0 0 0,-1 1 1 0 0,1 0-1 0 0,0-1 0 0 0,0 1 1 0 0,0 0-1 0 0,1-1 0 0 0,-1 1 1 0 0,0 0-1 0 0,0-1 0 0 0,0 1 1 0 0,0 0-1 0 0,0-1 0 0 0,0 1 1 0 0,0 0-1 0 0,1 0 0 0 0,-1-1 1 0 0,0 1-1 0 0,0 0 0 0 0,0-1 1 0 0,1 1-1 0 0,-1 0 0 0 0,0 0 1 0 0,0-1-1 0 0,1 1 0 0 0,-1 0 1 0 0,0 0-1 0 0,0 0 0 0 0,1 0 1 0 0,-1-1-1 0 0,0 1 0 0 0,1 0 1 0 0,-1 0-1 0 0,0 0 0 0 0,1 0 1 0 0,45-8 283 0 0,1 2 0 0 0,-1 2 0 0 0,85 4 0 0 0,-63 1-228 0 0,-65-1-49 0 0,0 0-24 0 0,25 0 121 0 0,-25 0-89 0 0,-1-1-43 0 0,0 1 652 0 0,6-2-2116 0 0</inkml:trace>
</inkml:ink>
</file>

<file path=ppt/ink/ink2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6:55.1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9 128 0 0,'6'-9'9722'0'0,"-4"33"-6934"0"0,0 42 1 0 0,-1 1-675 0 0,15 281 760 0 0,-14-317-2472 0 0,1-5-2136 0 0,-3-11-4879 0 0</inkml:trace>
</inkml:ink>
</file>

<file path=ppt/ink/ink2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6:55.8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21 700 0 0,'3'9'12585'0'0,"-3"-8"-12528"0"0,1 0-1 0 0,-1 0 1 0 0,1 0-1 0 0,-1 0 1 0 0,1 0-1 0 0,-1 0 1 0 0,1 0-1 0 0,-1 0 1 0 0,1 0-1 0 0,0 0 0 0 0,0 0 1 0 0,-1-1-1 0 0,1 1 1 0 0,0 0-1 0 0,0 0 1 0 0,0-1-1 0 0,0 1 1 0 0,0-1-1 0 0,0 1 1 0 0,0-1-1 0 0,0 1 1 0 0,0-1-1 0 0,0 0 1 0 0,0 1-1 0 0,0-1 1 0 0,0 0-1 0 0,0 0 1 0 0,1 0-1 0 0,-1 0 1 0 0,1 0-1 0 0,46 2 353 0 0,-38-2-354 0 0,73-4 300 0 0,110-20-1 0 0,-137 16 49 0 0,-32 4 71 0 0,-11 1-360 0 0,-1 1 1 0 0,20 0-1 0 0,-35-2-880 0 0</inkml:trace>
</inkml:ink>
</file>

<file path=ppt/ink/ink2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6:56.4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83 524 0 0,'0'-25'8339'0'0,"-10"-32"9930"0"0,10 72-18405 0 0,14 93 164 0 0,30 266 1632 0 0,-17-157-917 0 0,-21-160-235 0 0,-6-55-514 0 0</inkml:trace>
</inkml:ink>
</file>

<file path=ppt/ink/ink2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6:58.7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156 110 24 0 0,'-9'-6'8119'0'0,"3"-1"-7452"0"0,-4-3 3120 0 0,10 10-3771 0 0,-1-1 0 0 0,1 1 0 0 0,-1 0 0 0 0,1 0 0 0 0,0 0 0 0 0,-1 0 0 0 0,1 0 0 0 0,-1 0 0 0 0,1 0 1 0 0,0 0-1 0 0,-1 0 0 0 0,1 1 0 0 0,-1-1 0 0 0,1 0 0 0 0,0 0 0 0 0,-1 0 0 0 0,1 0 0 0 0,0 0 1 0 0,-1 1-1 0 0,1-1 0 0 0,0 0 0 0 0,-1 0 0 0 0,1 1 0 0 0,0-1 0 0 0,-1 0 0 0 0,1 1 0 0 0,0-1 1 0 0,0 0-1 0 0,-1 1 0 0 0,1-1 0 0 0,0 0 0 0 0,0 1 0 0 0,0-1 0 0 0,-1 0 0 0 0,1 1 0 0 0,0 0 1 0 0,-22 43 14 0 0,3 1 1 0 0,1 0 0 0 0,2 2 0 0 0,-12 62 0 0 0,23-85-32 0 0,1-1 0 0 0,1 1 0 0 0,1 0 0 0 0,1 0 0 0 0,1 0-1 0 0,1 0 1 0 0,1-1 0 0 0,7 31 0 0 0,-7-45 29 0 0,1 0-1 0 0,0 0 1 0 0,1 0-1 0 0,0 0 0 0 0,0-1 1 0 0,1 0-1 0 0,-1 0 1 0 0,2 0-1 0 0,0 0 0 0 0,7 8 1 0 0,-7-11 6 0 0,0 0-1 0 0,0 0 1 0 0,0-1 0 0 0,1 0 0 0 0,-1 0 0 0 0,1 0-1 0 0,0-1 1 0 0,0 0 0 0 0,0 0 0 0 0,1-1 0 0 0,-1 0 0 0 0,1 0-1 0 0,-1-1 1 0 0,10 1 0 0 0,-1-1 33 0 0,0-1 1 0 0,0 0-1 0 0,0-2 0 0 0,0 0 1 0 0,0 0-1 0 0,0-2 1 0 0,-1 0-1 0 0,1 0 0 0 0,-1-2 1 0 0,0 0-1 0 0,0 0 0 0 0,-1-2 1 0 0,0 1-1 0 0,0-2 1 0 0,22-18-1 0 0,-19 13-5 0 0,-2 0 1 0 0,0-1-1 0 0,-1-1 0 0 0,0 0 1 0 0,-1-1-1 0 0,-1 0 0 0 0,-1-1 1 0 0,0-1-1 0 0,-2 0 0 0 0,0 0 1 0 0,10-31-1 0 0,-14 31-43 0 0,0 0 0 0 0,-1 0 0 0 0,-1 0 0 0 0,-1 0 0 0 0,-1-1-1 0 0,-1 1 1 0 0,0-1 0 0 0,-1 1 0 0 0,-2 0 0 0 0,0 0 0 0 0,-7-26 0 0 0,7 34-15 0 0,-1 0 0 0 0,0 0 1 0 0,-1 1-1 0 0,-1-1 0 0 0,1 1 1 0 0,-2 0-1 0 0,1 1 0 0 0,-1 0 1 0 0,-1 0-1 0 0,1 0 0 0 0,-2 1 0 0 0,1 0 1 0 0,-1 0-1 0 0,0 1 0 0 0,-1 0 1 0 0,1 1-1 0 0,-2 0 0 0 0,1 1 1 0 0,-22-9-1 0 0,16 9-117 0 0,-1 0-1 0 0,1 1 1 0 0,-1 1 0 0 0,-33-3-1 0 0,39 6-501 0 0,1 0 0 0 0,-1 1 0 0 0,1 0 0 0 0,0 0 0 0 0,-1 1 0 0 0,1 0 0 0 0,0 1 1 0 0,0 1-1 0 0,-12 4 0 0 0,12-2-2476 0 0</inkml:trace>
</inkml:ink>
</file>

<file path=ppt/ink/ink2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6:59.3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163 158 784 0 0,'-14'-31'9362'0'0,"12"31"-9305"0"0,1-1 0 0 0,0 1-1 0 0,-1 0 1 0 0,1 0 0 0 0,-1 0 0 0 0,1 0-1 0 0,-1 0 1 0 0,1 0 0 0 0,0 0-1 0 0,-1 0 1 0 0,1 1 0 0 0,-1-1 0 0 0,1 1-1 0 0,0-1 1 0 0,-1 1 0 0 0,1-1 0 0 0,0 1-1 0 0,0 0 1 0 0,-1 0 0 0 0,1-1-1 0 0,0 1 1 0 0,0 0 0 0 0,0 0 0 0 0,0 0-1 0 0,0 0 1 0 0,-1 3 0 0 0,-30 34 534 0 0,29-35-528 0 0,-7 13 156 0 0,-1 0-1 0 0,2 0 1 0 0,0 1-1 0 0,1 0 0 0 0,1 0 1 0 0,1 1-1 0 0,-7 31 1 0 0,11-40-148 0 0,1 0 1 0 0,0 0 0 0 0,0 0-1 0 0,1 0 1 0 0,0 0 0 0 0,1 0-1 0 0,0-1 1 0 0,2 11 0 0 0,-1-14-24 0 0,0 0-1 0 0,0 0 1 0 0,0 0 0 0 0,0 1 0 0 0,1-2-1 0 0,0 1 1 0 0,0 0 0 0 0,0-1 0 0 0,0 1-1 0 0,1-1 1 0 0,0 0 0 0 0,-1 0 0 0 0,10 6-1 0 0,-5-5 18 0 0,-1-1 0 0 0,1 0 0 0 0,0 0 0 0 0,0-1-1 0 0,1 0 1 0 0,-1 0 0 0 0,1-1 0 0 0,0 0 0 0 0,-1-1-1 0 0,1 0 1 0 0,0 0 0 0 0,0-1 0 0 0,13-1 0 0 0,2-1 107 0 0,0-1 1 0 0,-1-1-1 0 0,41-13 1 0 0,-46 10-85 0 0,0 0 1 0 0,0-1-1 0 0,-1-2 0 0 0,0 1 1 0 0,-1-2-1 0 0,0 0 0 0 0,-1-1 0 0 0,0 0 1 0 0,0-2-1 0 0,-2 1 0 0 0,0-2 1 0 0,0 0-1 0 0,-1 0 0 0 0,-1-1 1 0 0,-1-1-1 0 0,0 1 0 0 0,-1-2 1 0 0,-1 1-1 0 0,-1-1 0 0 0,6-20 1 0 0,-11 31-53 0 0,0-1 1 0 0,-1 0-1 0 0,0 1 1 0 0,0-1-1 0 0,0 0 1 0 0,-1 0-1 0 0,0 0 1 0 0,-1 1-1 0 0,0-1 1 0 0,0 0-1 0 0,-1 1 1 0 0,0-1-1 0 0,-5-13 1 0 0,4 15-31 0 0,0 1 0 0 0,0-1 0 0 0,-1 1 0 0 0,0 0 0 0 0,0 0 1 0 0,0 0-1 0 0,-1 1 0 0 0,1-1 0 0 0,-1 1 0 0 0,0 0 0 0 0,0 1 0 0 0,-1-1 0 0 0,1 1 1 0 0,-1 0-1 0 0,1 0 0 0 0,-1 1 0 0 0,-8-3 0 0 0,-2 0-207 0 0,1 1 0 0 0,-1 1-1 0 0,0 1 1 0 0,0 0 0 0 0,0 1 0 0 0,0 0-1 0 0,-1 1 1 0 0,-23 4 0 0 0,27-2-1178 0 0,0 1-1 0 0,1 0 1 0 0,-1 1-1 0 0,1 0 1 0 0,-1 1-1 0 0,-17 10 1 0 0,14-6-4217 0 0</inkml:trace>
</inkml:ink>
</file>

<file path=ppt/ink/ink2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7:00.2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32 1572 0 0,'-15'12'11320'0'0,"15"-12"-11261"0"0,30 2 2037 0 0,-28-2-2272 0 0,85-4 1215 0 0,100-17 0 0 0,-103 9-122 0 0,-42 4-3862 0 0</inkml:trace>
</inkml:ink>
</file>

<file path=ppt/ink/ink2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7:00.4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34 2140 0 0,'26'-34'9032'0'0,"-26"35"-8971"0"0,0-1 0 0 0,0 0-1 0 0,0 0 1 0 0,1 1 0 0 0,-1-1-1 0 0,0 0 1 0 0,0 0 0 0 0,0 1-1 0 0,0-1 1 0 0,0 0 0 0 0,0 0-1 0 0,1 1 1 0 0,-1-1 0 0 0,0 0-1 0 0,0 0 1 0 0,0 1 0 0 0,0-1-1 0 0,1 0 1 0 0,-1 0 0 0 0,0 0-1 0 0,0 0 1 0 0,1 1 0 0 0,-1-1-1 0 0,0 0 1 0 0,0 0 0 0 0,1 0-1 0 0,-1 0 1 0 0,0 0 0 0 0,0 0-1 0 0,1 0 1 0 0,-1 0 0 0 0,0 0-1 0 0,0 0 1 0 0,1 0 0 0 0,-1 0-1 0 0,0 0 1 0 0,1 0 0 0 0,-1 0-1 0 0,0 0 1 0 0,0 0 0 0 0,1 0-1 0 0,-1 0 1 0 0,0 0-1 0 0,0 0 1 0 0,1 0 0 0 0,-1-1-1 0 0,0 1 1 0 0,0 0 0 0 0,1 0-1 0 0,-1 0 1 0 0,0 0 0 0 0,0-1-1 0 0,0 1 1 0 0,1 0 0 0 0,-1 0-1 0 0,0 0 1 0 0,0-1 0 0 0,0 1-1 0 0,0 0 1 0 0,0 0 0 0 0,1-1-1 0 0,-1 1 1 0 0,0 0 0 0 0,0-1-1 0 0,1 31 1078 0 0,-1 0 0 0 0,-2 0 0 0 0,-6 33 0 0 0,2-15-823 0 0,5-37-393 0 0,-17 182 842 0 0,13-65-5071 0 0,11-96-4672 0 0</inkml:trace>
</inkml:ink>
</file>

<file path=ppt/ink/ink2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7:00.8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2 143 2036 0 0,'-1'-42'7440'0'0,"1"42"-7364"0"0,0 0 0 0 0,0-1 0 0 0,0 1 1 0 0,0 0-1 0 0,0-1 0 0 0,0 1 1 0 0,0 0-1 0 0,0 0 0 0 0,1-1 0 0 0,-1 1 1 0 0,0 0-1 0 0,0-1 0 0 0,0 1 1 0 0,0 0-1 0 0,1 0 0 0 0,-1-1 0 0 0,0 1 1 0 0,0 0-1 0 0,1 0 0 0 0,-1 0 1 0 0,0-1-1 0 0,0 1 0 0 0,1 0 0 0 0,-1 0 1 0 0,0 0-1 0 0,1 0 0 0 0,-1 0 1 0 0,0 0-1 0 0,0-1 0 0 0,1 1 1 0 0,-1 0-1 0 0,1 0 0 0 0,17 17 1581 0 0,20 25 0 0 0,-23-24-1311 0 0,1-1-1 0 0,25 21 0 0 0,-28-28-273 0 0,0 0 0 0 0,1-1 0 0 0,0-1 0 0 0,1 0 0 0 0,-1 0 0 0 0,30 9-1 0 0,-37-15-55 0 0,0-1 0 0 0,0 1-1 0 0,1-1 1 0 0,-1-1-1 0 0,0 1 1 0 0,1-1-1 0 0,-1 0 1 0 0,0-1-1 0 0,1 0 1 0 0,-1 0-1 0 0,0-1 1 0 0,0 1 0 0 0,0-2-1 0 0,0 1 1 0 0,0-1-1 0 0,-1 0 1 0 0,12-7-1 0 0,7-8-3 0 0,-1-2 0 0 0,0 0 0 0 0,-2-2 0 0 0,-1 0 1 0 0,29-39-1 0 0,35-37 97 0 0,-84 97-107 0 0,0 0 1 0 0,0 0-1 0 0,0 0 1 0 0,0 0 0 0 0,1 0-1 0 0,-1 0 1 0 0,0 0 0 0 0,1 0-1 0 0,-1 0 1 0 0,1 0-1 0 0,-1 1 1 0 0,1-1 0 0 0,-1 1-1 0 0,1-1 1 0 0,-1 1-1 0 0,1 0 1 0 0,-1-1 0 0 0,1 1-1 0 0,0 0 1 0 0,-1 0 0 0 0,1 0-1 0 0,2 0 1 0 0,-2 1 23 0 0,0 0 1 0 0,0 0-1 0 0,0 0 1 0 0,0 0-1 0 0,0 0 1 0 0,-1 1-1 0 0,1-1 1 0 0,0 0-1 0 0,-1 1 1 0 0,1-1 0 0 0,-1 1-1 0 0,1 0 1 0 0,-1 0-1 0 0,2 2 1 0 0,2 5 106 0 0,0 0 1 0 0,-1 0 0 0 0,-1 1 0 0 0,1-1 0 0 0,-1 1 0 0 0,1 10-1 0 0,1 20 94 0 0,-2 0 0 0 0,-1 1 0 0 0,-8 77 0 0 0,0-21-1859 0 0,8-53-1092 0 0,3-15-2960 0 0,2-11-1482 0 0</inkml:trace>
</inkml:ink>
</file>

<file path=ppt/ink/ink2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5:23.5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57 8 0 0,'2'-55'10118'0'0,"-2"53"-9692"0"0,-4 37-86 0 0,-8 25-263 0 0,-3 0 1 0 0,-30 75 0 0 0,19-60-1603 0 0,13-38-2452 0 0,7-23 758 0 0</inkml:trace>
</inkml:ink>
</file>

<file path=ppt/ink/ink2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5:23.9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40 924 0 0,'2'-10'2431'0'0,"-2"9"-2243"0"0,0-1 1 0 0,0 1 0 0 0,0 0-1 0 0,0-1 1 0 0,1 1 0 0 0,-1 0-1 0 0,0-1 1 0 0,1 1 0 0 0,-1 0-1 0 0,1-1 1 0 0,-1 1 0 0 0,1 0-1 0 0,0 0 1 0 0,0-1 0 0 0,-1 1-1 0 0,1 0 1 0 0,0 0 0 0 0,0 0-1 0 0,0 0 1 0 0,0 0 0 0 0,0 0-1 0 0,2-1 1 0 0,-1 2-107 0 0,-1 0-1 0 0,0 0 1 0 0,1 0-1 0 0,-1 0 1 0 0,0 0-1 0 0,0 0 1 0 0,1 0 0 0 0,-1 0-1 0 0,0 1 1 0 0,1-1-1 0 0,-1 0 1 0 0,0 1-1 0 0,0-1 1 0 0,0 1 0 0 0,0-1-1 0 0,1 1 1 0 0,0 1-1 0 0,19 12 512 0 0,11 14 123 0 0,-2 0 0 0 0,31 38 0 0 0,-46-48-267 0 0,-1 0 0 0 0,-2 1 0 0 0,0 0 1 0 0,0 1-1 0 0,13 34 0 0 0,-24-50-261 0 0,1 0 1 0 0,-1 0-1 0 0,0 0 1 0 0,0 0-1 0 0,0 0 1 0 0,-1 0-1 0 0,1 0 1 0 0,-1 0-1 0 0,0 1 0 0 0,0-1 1 0 0,-1 0-1 0 0,1 0 1 0 0,-1 0-1 0 0,0 1 1 0 0,0-1-1 0 0,0 0 1 0 0,-1 0-1 0 0,1 0 0 0 0,-1-1 1 0 0,0 1-1 0 0,0 0 1 0 0,-1-1-1 0 0,1 1 1 0 0,-6 5-1 0 0,2-3-60 0 0,0-1 0 0 0,-1 1 0 0 0,0-2 0 0 0,1 1 0 0 0,-2-1 1 0 0,1 0-1 0 0,-1 0 0 0 0,1-1 0 0 0,-1 0 0 0 0,0 0 0 0 0,-14 2 0 0 0,-23 4-507 0 0,0-3 0 0 0,-83 0-1 0 0,112-7-909 0 0</inkml:trace>
</inkml:ink>
</file>

<file path=ppt/ink/ink2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5:24.1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368 42 580 0 0,'60'-41'11589'0'0,"-55"42"-10859"0"0,-4-1-675 0 0,-1 0-1 0 0,1 0 1 0 0,0 0-1 0 0,-1 0 1 0 0,1 0 0 0 0,-1 0-1 0 0,1 1 1 0 0,0-1-1 0 0,-1 0 1 0 0,1 0-1 0 0,-1 0 1 0 0,1 1-1 0 0,0-1 1 0 0,-1 0-1 0 0,1 0 1 0 0,-1 1-1 0 0,2 0 1 0 0,2 6 349 0 0,-1 1 1 0 0,0-1 0 0 0,0 1 0 0 0,0 0-1 0 0,-1 0 1 0 0,0 0 0 0 0,0 0 0 0 0,-1 1-1 0 0,0 14 1 0 0,-4 80 1190 0 0,2-99-1526 0 0,-2 29 69 0 0,-3-1-1 0 0,-1 0 0 0 0,-1 0 0 0 0,-1-1 1 0 0,-2 0-1 0 0,-1-1 0 0 0,-2 0 0 0 0,0-1 1 0 0,-3-1-1 0 0,0 0 0 0 0,-1-1 0 0 0,-2-1 1 0 0,-30 31-1 0 0,37-44-628 0 0,-1 0 0 0 0,-1-1 1 0 0,0-1-1 0 0,-1 0 0 0 0,0-1 1 0 0,-19 8-1 0 0,20-11-1181 0 0,0-1-1 0 0,-1-1 1 0 0,0 0 0 0 0,-18 2 0 0 0,-5-2-5642 0 0</inkml:trace>
</inkml:ink>
</file>

<file path=ppt/ink/ink2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7:06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67 1228 0 0,'-4'15'2150'0'0,"-1"0"-945"0"0,1 1 1 0 0,0 1-1 0 0,1-1 0 0 0,-1 26 0 0 0,4-42-1189 0 0,0 1-1 0 0,0-1 1 0 0,0 1-1 0 0,0-1 1 0 0,0 0-1 0 0,0 1 1 0 0,1-1-1 0 0,-1 1 1 0 0,0-1-1 0 0,0 0 0 0 0,0 1 1 0 0,1-1-1 0 0,-1 0 1 0 0,0 1-1 0 0,0-1 1 0 0,1 0-1 0 0,-1 1 1 0 0,0-1-1 0 0,1 0 1 0 0,-1 1-1 0 0,0-1 1 0 0,1 0-1 0 0,-1 0 1 0 0,0 0-1 0 0,1 1 1 0 0,-1-1-1 0 0,1 0 1 0 0,-1 0-1 0 0,0 0 1 0 0,1 0-1 0 0,-1 0 1 0 0,1 0-1 0 0,0 0 1 0 0,15-3 301 0 0,-10 0-134 0 0,-2-1-1 0 0,1 0 0 0 0,0 0 0 0 0,-1 0 1 0 0,0 0-1 0 0,0-1 0 0 0,0 0 0 0 0,0 0 1 0 0,-1 0-1 0 0,0 0 0 0 0,0 0 0 0 0,0-1 1 0 0,-1 1-1 0 0,0-1 0 0 0,0 0 0 0 0,0 0 1 0 0,-1 0-1 0 0,0 0 0 0 0,0 0 0 0 0,0 0 1 0 0,-1 0-1 0 0,0 0 0 0 0,0 0 0 0 0,0 0 1 0 0,-1 0-1 0 0,0 0 0 0 0,-2-8 0 0 0,-1 0-19 0 0,4 13-172 0 0,0 0 1 0 0,0 0-1 0 0,0 0 1 0 0,0-1-1 0 0,0 1 1 0 0,0 0-1 0 0,-1 0 0 0 0,1 0 1 0 0,0 0-1 0 0,-1 1 1 0 0,1-1-1 0 0,-1 0 1 0 0,1 0-1 0 0,-1 0 1 0 0,0 0-1 0 0,1 0 0 0 0,-1 0 1 0 0,0 1-1 0 0,1-1 1 0 0,-1 0-1 0 0,0 1 1 0 0,0-1-1 0 0,0 0 1 0 0,-1 0-1 0 0,1 1-506 0 0,-6 12-3191 0 0</inkml:trace>
</inkml:ink>
</file>

<file path=ppt/ink/ink2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7:08.2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492 9 580 0 0,'3'-8'10364'0'0,"1"25"-9201"0"0,-1 0 0 0 0,0 0-1 0 0,-1 0 1 0 0,0 19 0 0 0,-3-9-371 0 0,0 0 1 0 0,-6 28-1 0 0,-5 1 304 0 0,-34 97 0 0 0,-28 25 1959 0 0,72-175-2963 0 0,0 0 0 0 0,0-1 0 0 0,0 1 0 0 0,-1-1 0 0 0,0 1 0 0 0,1-1 0 0 0,-1 0 0 0 0,0 0 0 0 0,0 0 0 0 0,0-1 0 0 0,0 1 0 0 0,0-1 0 0 0,0 1 0 0 0,-1-1 0 0 0,1 0 1 0 0,-7 1-1 0 0,-5 1 20 0 0,0 0 1 0 0,-21 0 0 0 0,-16-2-223 0 0,-1-3 1 0 0,-67-11-1 0 0,98 7-4344 0 0</inkml:trace>
</inkml:ink>
</file>

<file path=ppt/ink/ink2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7:08.5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47 1324 0 0,'-5'-38'16957'0'0,"4"30"-19111"0"0</inkml:trace>
</inkml:ink>
</file>

<file path=ppt/ink/ink2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7:12.6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70 408 0 0,'0'-12'3320'0'0,"5"-28"1177"0"0,-5 38-3912 0 0,0-10 512 0 0,1 12-1090 0 0,-1 0 0 0 0,0 0 0 0 0,0 0 1 0 0,0 0-1 0 0,0 0 0 0 0,0 0 0 0 0,0 0 0 0 0,0 0 0 0 0,0 0 0 0 0,1 0 1 0 0,-1 0-1 0 0,0 0 0 0 0,0 0 0 0 0,0 0 0 0 0,0 1 0 0 0,0-1 1 0 0,0 0-1 0 0,1 0 0 0 0,-1 0 0 0 0,0 0 0 0 0,0 0 0 0 0,0 0 1 0 0,0-1-1 0 0,0 1 0 0 0,0 0 0 0 0,0 0 0 0 0,1 0 0 0 0,-1 0 0 0 0,0 0 1 0 0,0 0-1 0 0,0 0 0 0 0,0 0 0 0 0,0 0 0 0 0,0 0 0 0 0,0 0 1 0 0,0 0-1 0 0,1 0 0 0 0,-1 0 0 0 0,0 0 0 0 0,0-1 0 0 0,0 1 1 0 0,0 0-1 0 0,0 0 0 0 0,0 0 0 0 0,0 0 0 0 0,0 0 0 0 0,0 0 0 0 0,0 0 1 0 0,0-1-1 0 0,0 1 0 0 0,0 0 0 0 0,0 0 0 0 0,0 0 0 0 0,0 0 1 0 0,0 0-1 0 0,0 0 0 0 0,0-1 0 0 0,0 1 0 0 0,0 0 0 0 0,0 0 0 0 0,0 0 1 0 0,0 0-1 0 0,0 0 0 0 0,0 0 0 0 0,0 0 0 0 0,0-1 0 0 0,0 1 1 0 0,6 14 133 0 0,5 24 22 0 0,-6-17-47 0 0,-2-9-35 0 0,0 1 0 0 0,0-1 0 0 0,0 18 0 0 0,-3-25 256 0 0,1 0-1 0 0,0 0 1 0 0,0 0-1 0 0,1 0 1 0 0,3 8-1 0 0,-5-12-171 0 0,0 1-177 0 0,0 6 892 0 0,13 10-1015 0 0,-1 21 8 0 0,13 75 0 0 0,-9-35 152 0 0,-10-34 122 0 0,-6-43-139 0 0,1 5 81 0 0</inkml:trace>
</inkml:ink>
</file>

<file path=ppt/ink/ink2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7:13.3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17 134 1500 0 0,'-16'-61'8122'0'0,"15"59"-8050"0"0,2-1 0 0 0,-1 1 0 0 0,0-1 1 0 0,0 1-1 0 0,1-1 0 0 0,0 1 1 0 0,-1-1-1 0 0,1 1 0 0 0,0 0 1 0 0,0-1-1 0 0,0 1 0 0 0,0 0 1 0 0,1 0-1 0 0,-1 0 0 0 0,1 0 0 0 0,-1 0 1 0 0,1 0-1 0 0,0 0 0 0 0,3-3 1 0 0,-4 4-42 0 0,3-2-14 0 0,0 1 0 0 0,0-1 0 0 0,0 1 0 0 0,0 0 0 0 0,0 0 0 0 0,0 0 0 0 0,1 0-1 0 0,-1 1 1 0 0,1 0 0 0 0,-1 0 0 0 0,1 0 0 0 0,-1 0 0 0 0,1 1 0 0 0,-1 0 0 0 0,1 0 0 0 0,0 0 0 0 0,-1 0 0 0 0,1 1 0 0 0,6 1 0 0 0,-9-2-10 0 0,1 1 0 0 0,0-1 0 0 0,-1 1 1 0 0,1-1-1 0 0,-1 1 0 0 0,1 0 0 0 0,-1 0 0 0 0,1 0 0 0 0,-1 0 1 0 0,0 0-1 0 0,1 1 0 0 0,-1-1 0 0 0,0 1 0 0 0,0-1 1 0 0,0 1-1 0 0,0 0 0 0 0,0 0 0 0 0,-1 0 0 0 0,1 0 1 0 0,0 0-1 0 0,-1 0 0 0 0,0 1 0 0 0,1-1 0 0 0,-1 0 1 0 0,0 1-1 0 0,0-1 0 0 0,0 1 0 0 0,-1-1 0 0 0,1 1 1 0 0,0-1-1 0 0,-1 1 0 0 0,0 0 0 0 0,0-1 0 0 0,0 1 1 0 0,0 0-1 0 0,0-1 0 0 0,0 1 0 0 0,-1-1 0 0 0,0 6 1 0 0,-2 4 9 0 0,-1 0 1 0 0,0-1-1 0 0,-1 0 1 0 0,0 0-1 0 0,0 0 1 0 0,-2 0-1 0 0,-7 10 1 0 0,-66 87 298 0 0,80-107-255 0 0,25-7-42 0 0,-15 4-20 0 0,1 0-1 0 0,-1 1 1 0 0,0 1-1 0 0,0-1 0 0 0,1 2 1 0 0,-1-1-1 0 0,0 2 0 0 0,0-1 1 0 0,11 4-1 0 0,-14-3 14 0 0,0 0-1 0 0,0 0 1 0 0,0 1 0 0 0,-1-1-1 0 0,1 2 1 0 0,-1-1 0 0 0,0 1-1 0 0,0 0 1 0 0,0 0 0 0 0,-1 0-1 0 0,1 1 1 0 0,-1 0-1 0 0,7 9 1 0 0,-10-12 61 0 0,0 1 0 0 0,-1-1 0 0 0,0 1 0 0 0,0 0 0 0 0,1-1 0 0 0,-1 1 0 0 0,-1 0 0 0 0,1 0 0 0 0,0 0 0 0 0,-1 0 0 0 0,1 0 0 0 0,-1 0 0 0 0,0 0 0 0 0,0 0 0 0 0,-1 3 0 0 0,0 0 52 0 0,0-1 1 0 0,0 0-1 0 0,-1 0 0 0 0,0 0 1 0 0,0 0-1 0 0,0 0 1 0 0,-1 0-1 0 0,-2 4 0 0 0,-1 0 100 0 0,0 0 0 0 0,-1-1 0 0 0,0 0 1 0 0,-1-1-1 0 0,1 0 0 0 0,-1 0 0 0 0,-1 0 0 0 0,-10 6 0 0 0,11-9-147 0 0,-1 0 1 0 0,0 0 0 0 0,0-1-1 0 0,0 0 1 0 0,0 0-1 0 0,-12 0 1 0 0,14-1-105 0 0,5-2-76 0 0,1 0 0 0 0,-1 1 0 0 0,1-1 1 0 0,-1 0-1 0 0,1 0 0 0 0,-1 0 0 0 0,1 0 0 0 0,-1 0 0 0 0,1-1 1 0 0,-1 1-1 0 0,1 0 0 0 0,0-1 0 0 0,-3 0 0 0 0,3 0-234 0 0,0 0 0 0 0,0 1 0 0 0,0-1 0 0 0,0 0 0 0 0,0 0 0 0 0,0 0 0 0 0,0 0 0 0 0,0 0 0 0 0,1 0 0 0 0,-1 0 0 0 0,0 0 0 0 0,1-1 0 0 0,-1 1 0 0 0,0 0 0 0 0,1 0 0 0 0,0-1 0 0 0,-1 1 0 0 0,1 0 0 0 0,0 0 0 0 0,0-1 0 0 0,-1 1 0 0 0,1 0 0 0 0,0-1 0 0 0,0 1 0 0 0,1 0 0 0 0,-1-1 0 0 0,0 1 0 0 0,1-2 0 0 0,4-10-3345 0 0</inkml:trace>
</inkml:ink>
</file>

<file path=ppt/ink/ink2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7:13.5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37 140 0 0,'7'-14'5220'0'0,"-6"12"-4605"0"0,6-15 1741 0 0,-3 13-787 0 0,-2 12 295 0 0,1 37-248 0 0,-3-1 0 0 0,-6 60 1 0 0,0-14-2943 0 0,7-1-4518 0 0,0-80 2818 0 0</inkml:trace>
</inkml:ink>
</file>

<file path=ppt/ink/ink2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7:14.0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1 136 908 0 0,'-1'-10'863'0'0,"2"0"0"0"0,-1-1-1 0 0,1 1 1 0 0,1 0 0 0 0,0 0 0 0 0,0 0-1 0 0,1 0 1 0 0,5-12 0 0 0,-7 21-820 0 0,-1 0-1 0 0,1 1 1 0 0,0-1 0 0 0,0 0 0 0 0,0 1-1 0 0,0-1 1 0 0,0 1 0 0 0,0-1 0 0 0,0 1-1 0 0,0-1 1 0 0,0 1 0 0 0,0 0 0 0 0,0-1-1 0 0,0 1 1 0 0,0 0 0 0 0,0 0 0 0 0,0 0-1 0 0,1 0 1 0 0,-1 0 0 0 0,0 0 0 0 0,2 0-1 0 0,20 4 433 0 0,-15-1-374 0 0,0 0 0 0 0,0 1 0 0 0,-1 0 0 0 0,0 0 0 0 0,1 0 0 0 0,-1 1 0 0 0,9 8 0 0 0,42 45 163 0 0,-14-14-202 0 0,-38-38-52 0 0,-4-4-1 0 0,0 0 1 0 0,0 0-1 0 0,0 0 0 0 0,0-1 0 0 0,0 1 0 0 0,0-1 0 0 0,1 1 0 0 0,-1-1 0 0 0,0 0 1 0 0,1 0-1 0 0,-1 0 0 0 0,1 0 0 0 0,-1 0 0 0 0,1 0 0 0 0,4 0 0 0 0,-5-1-5 0 0,1 0 0 0 0,-1-1 0 0 0,0 1 0 0 0,0 0-1 0 0,0-1 1 0 0,1 0 0 0 0,-1 1 0 0 0,0-1-1 0 0,0 0 1 0 0,0 0 0 0 0,0 0 0 0 0,0 0 0 0 0,0-1-1 0 0,-1 1 1 0 0,1 0 0 0 0,0-1 0 0 0,2-2 0 0 0,25-31 1 0 0,-26 32-6 0 0,90-133 1943 0 0,-93 135-1916 0 0,0 1-1 0 0,1-1 0 0 0,-1 1 0 0 0,0 0 1 0 0,0-1-1 0 0,1 1 0 0 0,-1 0 1 0 0,0-1-1 0 0,1 1 0 0 0,-1 0 1 0 0,0 0-1 0 0,1-1 0 0 0,-1 1 0 0 0,0 0 1 0 0,1 0-1 0 0,-1-1 0 0 0,1 1 1 0 0,-1 0-1 0 0,0 0 0 0 0,1 0 1 0 0,-1 0-1 0 0,1 0 0 0 0,-1 0 0 0 0,1 0 1 0 0,-1-1-1 0 0,1 1 0 0 0,-1 1 1 0 0,0-1-1 0 0,1 0 0 0 0,-1 0 1 0 0,1 0-1 0 0,10 12 616 0 0,1 19 652 0 0,-9 2-501 0 0,0 0 0 0 0,-2 1 0 0 0,-5 50-1 0 0,1-30-493 0 0,0-13-234 0 0,1-22-574 0 0,1 1 0 0 0,1-1 0 0 0,0 1 0 0 0,6 30 0 0 0,-1-36-696 0 0,-4-12 406 0 0,0-1 0 0 0,18 15-6399 0 0</inkml:trace>
</inkml:ink>
</file>

<file path=ppt/ink/ink2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7:14.3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83 1608 0 0,'-4'-8'14445'0'0,"76"-7"-11287"0"0,-7 1-2358 0 0,84-23-341 0 0,-147 36-474 0 0,22-3 1309 0 0,-14 1-4683 0 0</inkml:trace>
</inkml:ink>
</file>

<file path=ppt/ink/ink2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7:14.9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353 90 452 0 0,'25'-79'16050'0'0,"-25"76"-15080"0"0,0 3-924 0 0,0 0 1 0 0,0-1 0 0 0,0 1-1 0 0,0 0 1 0 0,0 0 0 0 0,0 0-1 0 0,0-1 1 0 0,0 1 0 0 0,0 0-1 0 0,0 0 1 0 0,0-1 0 0 0,0 1-1 0 0,0 0 1 0 0,0 0-1 0 0,0-1 1 0 0,0 1 0 0 0,0 0-1 0 0,0 0 1 0 0,0 0 0 0 0,0-1-1 0 0,0 1 1 0 0,0 0 0 0 0,0 0-1 0 0,0 0 1 0 0,-1-1 0 0 0,1 1-1 0 0,0 0 1 0 0,0 0 0 0 0,0 0-1 0 0,0 0 1 0 0,-1-1 0 0 0,1 1-1 0 0,0 0 1 0 0,0 0 0 0 0,0 0-1 0 0,0 0 1 0 0,-1 0-1 0 0,1 0 1 0 0,0-1 0 0 0,-1 1-1 0 0,-5 1 10 0 0,0 0-1 0 0,0 1 0 0 0,0 0 1 0 0,0 0-1 0 0,0 0 0 0 0,0 0 1 0 0,1 1-1 0 0,-1 0 0 0 0,1 0 1 0 0,-1 1-1 0 0,1-1 0 0 0,0 1 0 0 0,1 0 1 0 0,-1 1-1 0 0,-4 4 0 0 0,-10 12 50 0 0,-33 45 0 0 0,18-18 394 0 0,2 1 0 0 0,2 1 0 0 0,2 1 0 0 0,3 2 0 0 0,-26 74 0 0 0,49-119-414 0 0,0-1 1 0 0,0 1 0 0 0,0 0-1 0 0,1 0 1 0 0,0 0-1 0 0,1 0 1 0 0,0 0-1 0 0,0 0 1 0 0,1 0 0 0 0,2 10-1 0 0,-2-15-41 0 0,-1 1-1 0 0,2-1 1 0 0,-1 0 0 0 0,0-1-1 0 0,1 1 1 0 0,-1 0-1 0 0,1 0 1 0 0,0-1 0 0 0,0 1-1 0 0,0-1 1 0 0,0 1 0 0 0,0-1-1 0 0,1 0 1 0 0,-1 0-1 0 0,1 0 1 0 0,-1 0 0 0 0,1 0-1 0 0,0-1 1 0 0,0 1-1 0 0,0-1 1 0 0,0 0 0 0 0,0 0-1 0 0,0 0 1 0 0,0 0 0 0 0,0 0-1 0 0,0-1 1 0 0,0 1-1 0 0,4-1 1 0 0,7 1 54 0 0,1-2-1 0 0,-1 1 1 0 0,1-2-1 0 0,-1 0 1 0 0,0-1 0 0 0,1 0-1 0 0,-2-1 1 0 0,1-1-1 0 0,0 0 1 0 0,-1-1 0 0 0,0 0-1 0 0,13-9 1 0 0,-24 14-35 0 0,1-1 0 0 0,-1 1 0 0 0,1-1 0 0 0,-1 0 0 0 0,1 0 0 0 0,-1 0 0 0 0,0 0 0 0 0,0 0 0 0 0,0-1 0 0 0,0 1 0 0 0,-1-1 0 0 0,1 1 0 0 0,-1-1 0 0 0,1 0 0 0 0,-1 0 0 0 0,1-3 0 0 0,-2 5-58 0 0,0 0 1 0 0,0 0-1 0 0,0 0 1 0 0,0 0 0 0 0,0 0-1 0 0,0 0 1 0 0,-1 0-1 0 0,1 0 1 0 0,0 1 0 0 0,-1-1-1 0 0,1 0 1 0 0,-1 0-1 0 0,1 0 1 0 0,-1 0 0 0 0,1 1-1 0 0,-1-1 1 0 0,1 0-1 0 0,-1 0 1 0 0,0 1 0 0 0,1-1-1 0 0,-1 0 1 0 0,0 1-1 0 0,0-1 1 0 0,0 1 0 0 0,1-1-1 0 0,-1 1 1 0 0,0 0 0 0 0,0-1-1 0 0,0 1 1 0 0,0 0-1 0 0,-1-1 1 0 0,-6-1-470 0 0,0 0-1 0 0,0 1 1 0 0,0-1 0 0 0,0 2-1 0 0,0-1 1 0 0,0 1 0 0 0,0 0 0 0 0,-10 2-1 0 0,5 0-2508 0 0,-1 0-1 0 0,1 1 0 0 0,0 1 1 0 0,-21 9-1 0 0,17-5-3773 0 0</inkml:trace>
</inkml:ink>
</file>

<file path=ppt/ink/ink2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7:15.5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163 477 1536 0 0,'-16'-6'3428'0'0,"-16"-4"-764"0"0,-45-12 6834 0 0,39 9 2216 0 0,38 13-11652 0 0,7-4 36 0 0,0 0 0 0 0,0 0-1 0 0,0 1 1 0 0,1-1 0 0 0,0 2 0 0 0,-1-1 0 0 0,1 1-1 0 0,9-1 1 0 0,8-3 23 0 0,587-127 755 0 0,9 36-619 0 0,-329 54-217 0 0,-221 32-180 0 0,336-51 191 0 0,-138 23-3246 0 0,-251 34 1059 0 0,-14 4 912 0 0</inkml:trace>
</inkml:ink>
</file>

<file path=ppt/ink/ink2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7:15.9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0 2080 0 0,'-82'22'11017'0'0,"80"-21"-10435"0"0,-7 1 2251 0 0,29-4-2299 0 0,9-1 78 0 0,41 1 0 0 0,-62 3-518 0 0,-1-1 0 0 0,0 1 0 0 0,1 0 0 0 0,-1 0 0 0 0,0 1 0 0 0,0 0 0 0 0,0 1 0 0 0,0-1 0 0 0,0 1 0 0 0,0 1 0 0 0,7 4 0 0 0,-9-4 203 0 0,0 0 0 0 0,0 1 1 0 0,-1 0-1 0 0,0-1 0 0 0,0 1 0 0 0,0 1 1 0 0,0-1-1 0 0,-1 1 0 0 0,0-1 0 0 0,4 9 1 0 0,-3-2 96 0 0,-1-1 0 0 0,1 0-1 0 0,-2 1 1 0 0,0-1 0 0 0,1 15 0 0 0,-2 9 362 0 0,-2 1 0 0 0,-9 59 0 0 0,10-94-749 0 0,-19 101 512 0 0,1-4-1112 0 0,13-33-2816 0 0,5-61 2710 0 0,0 0 0 0 0,0 0-1 0 0,1 0 1 0 0,-1 0 0 0 0,1 0 0 0 0,2 5 0 0 0</inkml:trace>
</inkml:ink>
</file>

<file path=ppt/ink/ink2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7:16.8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164 105 2124 0 0,'-3'-20'14334'0'0,"-3"26"-14042"0"0,1 1-1 0 0,0-1 0 0 0,0 1 1 0 0,1 1-1 0 0,0-1 0 0 0,0 1 1 0 0,0-1-1 0 0,-2 11 0 0 0,-1-2 68 0 0,-11 26 759 0 0,-18 60-1 0 0,32-89-991 0 0,1 0-1 0 0,1 0 1 0 0,0 0-1 0 0,0 0 1 0 0,2 1-1 0 0,-1-1 1 0 0,2 0-1 0 0,0 0 1 0 0,4 21-1 0 0,-4-29-91 0 0,1 0 0 0 0,-1 0 0 0 0,1-1 0 0 0,0 1 0 0 0,0-1 0 0 0,1 1 0 0 0,0-1 0 0 0,-1 0-1 0 0,1 0 1 0 0,1 0 0 0 0,-1-1 0 0 0,0 1 0 0 0,1-1 0 0 0,0 0 0 0 0,0 0 0 0 0,0 0-1 0 0,0 0 1 0 0,0 0 0 0 0,6 1 0 0 0,-3-1 14 0 0,0 0 1 0 0,0-1-1 0 0,0 0 0 0 0,0-1 0 0 0,1 0 1 0 0,-1 0-1 0 0,0 0 0 0 0,1-1 0 0 0,-1 0 1 0 0,1-1-1 0 0,-1 1 0 0 0,11-3 0 0 0,-3-1 73 0 0,0-1 0 0 0,0 0-1 0 0,0 0 1 0 0,-1-2 0 0 0,0 0 0 0 0,0 0-1 0 0,-1-1 1 0 0,0-1 0 0 0,0 0-1 0 0,-1-1 1 0 0,0-1 0 0 0,0 0 0 0 0,12-15-1 0 0,-14 12-65 0 0,1 0-1 0 0,-2-1 0 0 0,0 0 0 0 0,0 0 0 0 0,-1-1 0 0 0,-1 0 1 0 0,-1 0-1 0 0,-1-1 0 0 0,0 0 0 0 0,-1 0 0 0 0,4-31 0 0 0,-7 40-55 0 0,-1 0 0 0 0,0-1 0 0 0,0 1 0 0 0,-1 0 0 0 0,1-1-1 0 0,-2 1 1 0 0,1 0 0 0 0,-1 0 0 0 0,-1 0 0 0 0,1 0 0 0 0,-2 0-1 0 0,1 1 1 0 0,-1-1 0 0 0,0 1 0 0 0,0 0 0 0 0,-1 0 0 0 0,0 0-1 0 0,0 1 1 0 0,0 0 0 0 0,-1 0 0 0 0,0 0 0 0 0,0 0 0 0 0,-1 1-1 0 0,0 0 1 0 0,0 1 0 0 0,0-1 0 0 0,0 2 0 0 0,0-1 0 0 0,-1 1-1 0 0,0 0 1 0 0,0 0 0 0 0,0 1 0 0 0,0 0 0 0 0,0 0 0 0 0,-16-1-1 0 0,4 3-734 0 0,-1 1-1 0 0,1 0 0 0 0,0 2 0 0 0,0 0 0 0 0,0 1 0 0 0,0 1 1 0 0,1 1-1 0 0,-1 1 0 0 0,1 1 0 0 0,1 0 0 0 0,0 1 0 0 0,-33 23 1 0 0,7 2-2229 0 0</inkml:trace>
</inkml:ink>
</file>

<file path=ppt/ink/ink2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7:18.0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71 135 1396 0 0,'-6'-5'1539'0'0,"1"0"-1"0"0,-1 1 1 0 0,-12-7 0 0 0,4 2-229 0 0,12 8-971 0 0,-17-7 1056 0 0,22 10-1370 0 0,1-1 0 0 0,0 0 0 0 0,-1 0 0 0 0,1 0 0 0 0,0 0-1 0 0,0 0 1 0 0,0-1 0 0 0,5 1 0 0 0,42-3 77 0 0,-35 2-89 0 0,27-4-90 0 0,1-1 0 0 0,-1-1-1 0 0,49-16 1 0 0,-46 8-2779 0 0,50-22 0 0 0,-70 24 347 0 0</inkml:trace>
</inkml:ink>
</file>

<file path=ppt/ink/ink2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7:18.2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199 21 968 0 0,'-5'-12'5148'0'0,"5"11"-5045"0"0,0 0 0 0 0,-1 1 0 0 0,1-1 0 0 0,-1 1 0 0 0,1-1 0 0 0,-1 1 0 0 0,1-1 0 0 0,-1 1 0 0 0,1 0 0 0 0,-1-1 0 0 0,1 1 0 0 0,-1 0 0 0 0,0-1 0 0 0,1 1 0 0 0,-1 0 0 0 0,1 0 0 0 0,-1-1 0 0 0,0 1 1 0 0,1 0-1 0 0,-1 0 0 0 0,0 0 0 0 0,1 0 0 0 0,-1 0 0 0 0,0 0 0 0 0,1 0 0 0 0,-1 0 0 0 0,0 0 0 0 0,1 0 0 0 0,-1 0 0 0 0,0 1 0 0 0,1-1 0 0 0,-2 1 0 0 0,0 0 78 0 0,0 0-1 0 0,0 1 1 0 0,0-1 0 0 0,0 1 0 0 0,1 0-1 0 0,-1 0 1 0 0,0-1 0 0 0,1 1-1 0 0,-3 4 1 0 0,-1 4 205 0 0,-1 0 1 0 0,1 0-1 0 0,-4 14 1 0 0,-65 228 2673 0 0,34-82-4486 0 0,35-145-232 0 0,-1 5-5211 0 0,3-16 3297 0 0</inkml:trace>
</inkml:ink>
</file>

<file path=ppt/ink/ink2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7:18.7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0 246 1504 0 0,'0'-16'4064'0'0,"4"2"-1672"0"0,0 11-494 0 0,3 11-1108 0 0,5 15 124 0 0,0 3-587 0 0,1-1 1 0 0,2 0 0 0 0,25 34 0 0 0,-39-58-317 0 0,0 1 0 0 0,0-1-1 0 0,0 0 1 0 0,1 0 0 0 0,-1 0-1 0 0,0 0 1 0 0,1 0 0 0 0,-1-1-1 0 0,0 1 1 0 0,1 0 0 0 0,-1-1-1 0 0,1 1 1 0 0,-1 0 0 0 0,1-1 0 0 0,-1 0-1 0 0,1 1 1 0 0,-1-1 0 0 0,1 0-1 0 0,0 0 1 0 0,-1 0 0 0 0,1 0-1 0 0,-1 0 1 0 0,1 0 0 0 0,-1-1-1 0 0,1 1 1 0 0,0 0 0 0 0,-1-1 0 0 0,1 1-1 0 0,-1-1 1 0 0,0 1 0 0 0,1-1-1 0 0,-1 0 1 0 0,1 0 0 0 0,-1 0-1 0 0,2-1 1 0 0,4-3 21 0 0,0-1 0 0 0,0-1 0 0 0,0 1 1 0 0,8-13-1 0 0,-11 15-18 0 0,19-27-14 0 0,-1-1 0 0 0,-1-1 1 0 0,22-52-1 0 0,18-28 1365 0 0,-35 73-709 0 0,-24 38-569 0 0,-1 2-46 0 0,0 0 1 0 0,0 0-1 0 0,-1 0 0 0 0,1 0 1 0 0,0 0-1 0 0,0 1 0 0 0,-1-1 0 0 0,1 0 1 0 0,0 1-1 0 0,0-1 0 0 0,-1 0 1 0 0,1 1-1 0 0,0-1 0 0 0,-1 1 1 0 0,1-1-1 0 0,0 1 0 0 0,0 0 0 0 0,3 9 293 0 0,-1-1-1 0 0,0 1 0 0 0,0 0 0 0 0,-1 0 0 0 0,0 0 0 0 0,0 0 0 0 0,-1 12 0 0 0,-3 79 1316 0 0,0-60-1205 0 0,-10 93 464 0 0,6-91-1636 0 0,2 1 0 0 0,2 53-1 0 0,2-93 194 0 0,0 0-1 0 0,1 0 1 0 0,0 0-1 0 0,0 0 0 0 0,0 0 1 0 0,0 0-1 0 0,3 4 0 0 0,10 10-6865 0 0</inkml:trace>
</inkml:ink>
</file>

<file path=ppt/ink/ink2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7:20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42 1864 0 0,'1'-2'1642'0'0,"5"-7"370"0"0,-5 6-1578 0 0,1 1 0 0 0,-1-1 0 0 0,1 1 0 0 0,0 0 0 0 0,-1 0 0 0 0,1 0 0 0 0,0 0 0 0 0,0 0 0 0 0,0 0 0 0 0,0 1 0 0 0,1-1 0 0 0,-1 1 0 0 0,0-1 0 0 0,5-1 0 0 0,-7 3-395 0 0,1 1 0 0 0,0-1-1 0 0,0 1 1 0 0,-1-1 0 0 0,1 0-1 0 0,0 1 1 0 0,-1-1 0 0 0,1 1-1 0 0,0 0 1 0 0,-1-1 0 0 0,1 1-1 0 0,-1-1 1 0 0,1 1 0 0 0,-1 0-1 0 0,1-1 1 0 0,-1 1 0 0 0,1 0-1 0 0,-1 0 1 0 0,0-1 0 0 0,1 1-1 0 0,-1 1 1 0 0,7 17 283 0 0,2 31-31 0 0,-3-1 1 0 0,-2 1 0 0 0,-2 68 0 0 0,0 25-4894 0 0,0-116-443 0 0</inkml:trace>
</inkml:ink>
</file>

<file path=ppt/ink/ink2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7:21.0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1 227 288 0 0,'1'-11'1470'0'0,"0"1"0"0"0,1 0 0 0 0,1 0 0 0 0,0 0 0 0 0,6-16 0 0 0,-8 25-1391 0 0,0 0 0 0 0,0 0 0 0 0,-1 0 0 0 0,1 0 0 0 0,0 0 0 0 0,0 0 1 0 0,0 0-1 0 0,0 0 0 0 0,0 0 0 0 0,0 1 0 0 0,0-1 0 0 0,0 0 0 0 0,1 1 1 0 0,-1-1-1 0 0,0 1 0 0 0,0-1 0 0 0,1 1 0 0 0,-1 0 0 0 0,0-1 0 0 0,0 1 1 0 0,1 0-1 0 0,-1 0 0 0 0,0 0 0 0 0,1 0 0 0 0,-1 0 0 0 0,0 0 0 0 0,2 1 1 0 0,27 7 850 0 0,-17 0-734 0 0,0 0 0 0 0,-1 0 0 0 0,0 1 0 0 0,0 1 0 0 0,-1 0 0 0 0,0 1 0 0 0,10 12 0 0 0,-7-8-139 0 0,1 0-1 0 0,18 15 0 0 0,-26-22-31 0 0,-6-7-22 0 0,-1-1 0 0 0,1 1 0 0 0,-1 0 0 0 0,1 0 0 0 0,-1 0 0 0 0,1 0 0 0 0,-1-1 0 0 0,1 1 0 0 0,0 0 0 0 0,0 0 0 0 0,-1-1 0 0 0,1 1 0 0 0,0-1 0 0 0,0 1 0 0 0,0 0 0 0 0,0-1 0 0 0,-1 0 0 0 0,1 1 0 0 0,0-1 0 0 0,0 0 0 0 0,0 1 0 0 0,0-1 0 0 0,0 0 0 0 0,0 0 0 0 0,0 0 0 0 0,0 0 0 0 0,0 0 0 0 0,0 0 0 0 0,0 0 0 0 0,1 0 0 0 0,3-3-1 0 0,0-1 0 0 0,-1 0-1 0 0,1 0 1 0 0,-1 0 0 0 0,0 0 0 0 0,0-1-1 0 0,-1 1 1 0 0,1-1 0 0 0,3-7 0 0 0,27-56 17 0 0,-18 34-26 0 0,-15 30 2 0 0,15-29-43 0 0,2 1-1 0 0,35-50 1 0 0,-53 81 54 0 0,1 0 0 0 0,0 0 1 0 0,-1 0-1 0 0,1 1 0 0 0,0-1 1 0 0,0 0-1 0 0,-1 1 1 0 0,1-1-1 0 0,0 1 0 0 0,0-1 1 0 0,0 1-1 0 0,0-1 0 0 0,0 1 1 0 0,0 0-1 0 0,0-1 0 0 0,0 1 1 0 0,0 0-1 0 0,0 0 0 0 0,0-1 1 0 0,0 1-1 0 0,0 0 1 0 0,0 0-1 0 0,0 0 0 0 0,0 1 1 0 0,0-1-1 0 0,0 0 0 0 0,0 0 1 0 0,0 0-1 0 0,0 1 0 0 0,0-1 1 0 0,0 0-1 0 0,0 1 1 0 0,0-1-1 0 0,-1 1 0 0 0,1-1 1 0 0,0 1-1 0 0,0 0 0 0 0,0-1 1 0 0,-1 1-1 0 0,1 0 0 0 0,0-1 1 0 0,0 2-1 0 0,2 1 41 0 0,-1 0-1 0 0,1 0 0 0 0,-1 0 0 0 0,0 0 1 0 0,0 0-1 0 0,0 0 0 0 0,-1 1 1 0 0,1-1-1 0 0,1 6 0 0 0,1 18 85 0 0,-2 0 0 0 0,-1 1 0 0 0,-1-1-1 0 0,-2 0 1 0 0,0 0 0 0 0,-10 40 0 0 0,-4 64-4067 0 0,17-94-1136 0 0,3-21 843 0 0</inkml:trace>
</inkml:ink>
</file>

<file path=ppt/ink/ink2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7:21.2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0 144 2228 0 0,'6'-31'10816'0'0,"-3"29"-10587"0"0,-1 0 1 0 0,1 0-1 0 0,0 0 1 0 0,-1 0-1 0 0,1 1 1 0 0,0-1-1 0 0,0 1 0 0 0,0 0 1 0 0,0-1-1 0 0,0 1 1 0 0,0 1-1 0 0,0-1 1 0 0,0 0-1 0 0,4 1 1 0 0,14-5 66 0 0,83-33-1929 0 0,-88 30-1052 0 0,0 0-1 0 0,16-12 1 0 0,-14 6-2004 0 0</inkml:trace>
</inkml:ink>
</file>

<file path=ppt/ink/ink2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7:21.5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20 1228 0 0,'-1'-19'11107'0'0,"-3"54"-7114"0"0,-1 72 0 0 0,12 38-2976 0 0,-1 10-5463 0 0,-9-77-4295 0 0,1-55 2994 0 0</inkml:trace>
</inkml:ink>
</file>

<file path=ppt/ink/ink2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7:21.7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176 247 1712 0 0,'-176'42'16988'0'0,"187"-46"-15998"0"0,119-38-129 0 0,136-25 1 0 0,-218 56-765 0 0,321-69 318 0 0,-45 11-5498 0 0,-289 62 2664 0 0,4-2-4613 0 0</inkml:trace>
</inkml:ink>
</file>

<file path=ppt/ink/ink2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7:22.1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15 1668 0 0,'-45'10'6163'0'0,"32"-7"-1725"0"0,30-4-3025 0 0,53-9 460 0 0,-29 3-1326 0 0,-1 2 1 0 0,1 2 0 0 0,0 1 0 0 0,46 5 0 0 0,-82-3-445 0 0,-1 1 0 0 0,1 0 0 0 0,0 0 0 0 0,-1 1 1 0 0,1-1-1 0 0,-1 1 0 0 0,0 0 0 0 0,1 0 0 0 0,-1 0 1 0 0,0 1-1 0 0,0-1 0 0 0,0 1 0 0 0,-1 0 0 0 0,1 0 1 0 0,5 7-1 0 0,-5-4 98 0 0,0 0-1 0 0,0 0 1 0 0,0 0 0 0 0,-1 1 0 0 0,0-1 0 0 0,-1 1 0 0 0,1 0 0 0 0,-1 0 0 0 0,1 11-1 0 0,0 6 140 0 0,-1-1 0 0 0,-2 2 0 0 0,0-1 0 0 0,-1 0 1 0 0,-6 27-1 0 0,3-24-287 0 0,-7 62-845 0 0,10-78-459 0 0,1 0 1 0 0,1 0 0 0 0,2 14-1 0 0,0-12-1511 0 0</inkml:trace>
</inkml:ink>
</file>

<file path=ppt/ink/ink2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7:22.8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30 20 0 0,'6'-15'5441'0'0,"0"0"-409"0"0,-12 28-3111 0 0,-18 42 906 0 0,-33 106 1 0 0,51-139-2573 0 0,1 1 1 0 0,1-1 0 0 0,1 1 0 0 0,1 0 0 0 0,1 0 0 0 0,1 0 0 0 0,1 0-1 0 0,5 24 1 0 0,-5-39-203 0 0,1 0 1 0 0,0 1-1 0 0,1-1 0 0 0,0 0 0 0 0,0-1 0 0 0,0 1 0 0 0,1 0 1 0 0,1-1-1 0 0,-1 0 0 0 0,1 0 0 0 0,0 0 0 0 0,1-1 1 0 0,-1 0-1 0 0,10 8 0 0 0,-6-7-5 0 0,0-1 0 0 0,0 0 0 0 0,1 0 0 0 0,0-1 0 0 0,0-1 0 0 0,0 1 0 0 0,1-2 0 0 0,-1 1 0 0 0,22 3 0 0 0,-12-5 33 0 0,-1 0 0 0 0,1-1 0 0 0,0-1 0 0 0,-1 0 0 0 0,1-2 0 0 0,0-1-1 0 0,-1 0 1 0 0,0-1 0 0 0,0-1 0 0 0,0-1 0 0 0,0 0 0 0 0,17-10 0 0 0,-16 4-23 0 0,0 0 0 0 0,-1-1 0 0 0,-1 0-1 0 0,0-2 1 0 0,0 0 0 0 0,-2-1 0 0 0,0-1 0 0 0,21-29 0 0 0,-27 33-32 0 0,-1-1-1 0 0,-1 1 0 0 0,0-2 1 0 0,-1 1-1 0 0,0-1 0 0 0,-1 0 0 0 0,-1 0 1 0 0,0-1-1 0 0,-2 1 0 0 0,1-1 1 0 0,-2 0-1 0 0,0 0 0 0 0,-1-17 1 0 0,-1 27-18 0 0,-1-1-1 0 0,1 1 1 0 0,-1 0 0 0 0,-1 0-1 0 0,1 0 1 0 0,-1 0 0 0 0,0 0 0 0 0,-1 0-1 0 0,0 1 1 0 0,1-1 0 0 0,-2 1-1 0 0,1-1 1 0 0,-8-8 0 0 0,4 7 4 0 0,0 0 1 0 0,0 1 0 0 0,0 0-1 0 0,-1 1 1 0 0,1 0 0 0 0,-1 0-1 0 0,-1 0 1 0 0,-13-5 0 0 0,3 4-82 0 0,0 0 1 0 0,-1 1-1 0 0,1 0 0 0 0,-1 2 1 0 0,0 1-1 0 0,0 0 1 0 0,0 1-1 0 0,-24 3 0 0 0,20 0-707 0 0,-1 1 0 0 0,1 1 0 0 0,0 1 0 0 0,0 2 0 0 0,0 0 0 0 0,1 1 0 0 0,0 1 0 0 0,1 2 0 0 0,-28 16 0 0 0,9 3-1828 0 0</inkml:trace>
</inkml:ink>
</file>

<file path=ppt/ink/ink2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6:29.5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31 102 1188 0 0,'3'-14'2542'0'0,"-1"7"-996"0"0,0-1 0 0 0,0 0 0 0 0,1-16 0 0 0,-3 21-1183 0 0,0 0 1 0 0,0 1-1 0 0,1-1 1 0 0,-1 0 0 0 0,1 1-1 0 0,-1-1 1 0 0,1 1-1 0 0,1-3 1 0 0,3-9 2293 0 0,-4 19-2397 0 0,-1 1 0 0 0,0-1 1 0 0,0 0-1 0 0,0 1 0 0 0,-1 5 1 0 0,1-11-226 0 0,-6 113 2182 0 0,-3 42-949 0 0,3-98-1028 0 0,-24 170 159 0 0,29-220 1560 0 0,0 0-3521 0 0</inkml:trace>
</inkml:ink>
</file>

<file path=ppt/ink/ink2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6:30.3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6 125 1412 0 0,'-3'-41'7027'0'0,"1"4"-3629"0"0,2 35-3152 0 0,0 1-166 0 0,-1 1 0 0 0,1-1 0 0 0,0 1 0 0 0,0-1-1 0 0,0 0 1 0 0,0 1 0 0 0,0-1 0 0 0,0 1 0 0 0,0-1 0 0 0,0 1-1 0 0,0-1 1 0 0,1 1 0 0 0,-1-1 0 0 0,0 1 0 0 0,0-1 0 0 0,0 1 0 0 0,0-1-1 0 0,1 1 1 0 0,-1-1 0 0 0,1 0 0 0 0,3 1 86 0 0,0-1-1 0 0,0 1 1 0 0,0-1 0 0 0,0 1 0 0 0,0 0 0 0 0,0 1-1 0 0,0-1 1 0 0,0 1 0 0 0,0 0 0 0 0,0 0 0 0 0,0 0-1 0 0,0 0 1 0 0,4 3 0 0 0,6 1 247 0 0,-1 1 1 0 0,21 13-1 0 0,-11-4 19 0 0,-1 2 0 0 0,0 1 0 0 0,26 28 1 0 0,49 67 240 0 0,-22-24-442 0 0,-72-85-208 0 0,1 0 1 0 0,-1-1-1 0 0,1 1 1 0 0,0-1-1 0 0,0 1 0 0 0,0-1 1 0 0,1-1-1 0 0,5 4 1 0 0,-8-5-16 0 0,0-1 1 0 0,1 1-1 0 0,-1-1 1 0 0,0 1 0 0 0,1-1-1 0 0,-1 0 1 0 0,1 0-1 0 0,-1 0 1 0 0,1 0 0 0 0,-1 0-1 0 0,0-1 1 0 0,1 1-1 0 0,-1-1 1 0 0,0 0 0 0 0,1 1-1 0 0,-1-1 1 0 0,0 0-1 0 0,0 0 1 0 0,0-1 0 0 0,3-1-1 0 0,9-5 1 0 0,-1-2-1 0 0,0 0 0 0 0,0-1 1 0 0,17-19-1 0 0,41-56 6 0 0,-28 33 4 0 0,81-112 755 0 0,-115 153-734 0 0,-9 11-25 0 0,0 1 0 0 0,0-1-1 0 0,0 1 1 0 0,0 0 0 0 0,1-1 0 0 0,-1 1 0 0 0,0-1 0 0 0,0 1 0 0 0,1 0 0 0 0,-1-1 0 0 0,0 1 0 0 0,1 0 0 0 0,-1-1 0 0 0,0 1 0 0 0,1 0 0 0 0,-1 0 0 0 0,1-1 0 0 0,-1 1 0 0 0,0 0 0 0 0,1 0 0 0 0,-1 0 0 0 0,1-1 0 0 0,-1 1 0 0 0,1 0 0 0 0,-1 0-1 0 0,1 0 1 0 0,-1 0 0 0 0,0 0 0 0 0,1 0 0 0 0,-1 0 0 0 0,1 0 0 0 0,-1 0 0 0 0,1 0 0 0 0,-1 0 0 0 0,1 0 0 0 0,-1 0 0 0 0,1 1 0 0 0,-1-1 0 0 0,0 0 0 0 0,1 0 0 0 0,-1 0 0 0 0,1 1 0 0 0,-1-1 0 0 0,0 0 0 0 0,1 1 0 0 0,-1-1 0 0 0,1 0 0 0 0,-1 1-1 0 0,0-1 1 0 0,0 0 0 0 0,1 1 0 0 0,-1-1 0 0 0,0 0 0 0 0,0 1 0 0 0,1-1 0 0 0,-1 1 0 0 0,0-1 0 0 0,0 1 0 0 0,0-1 0 0 0,0 0 0 0 0,0 1 0 0 0,1-1 0 0 0,-1 1 0 0 0,0-1 0 0 0,0 1 0 0 0,6 32 1051 0 0,-12 74 1200 0 0,-36 206 0 0 0,41-311-2245 0 0,-17 86 392 0 0,-6 41 264 0 0,14-81 2045 0 0,9-46-2473 0 0,-2 8 373 0 0,-1 6-302 0 0,2-10-359 0 0,1-4-194 0 0</inkml:trace>
</inkml:ink>
</file>

<file path=ppt/ink/ink2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6:31.0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164 27 2028 0 0,'-3'-1'1716'0'0,"-21"-3"2072"0"0,22 4-2903 0 0,-1-1-54 0 0,-10 0-129 0 0,10 1-5 0 0,-1 0-10 0 0,-16 1 2223 0 0,-30 6-1 0 0,16-1 5563 0 0,26-1-6821 0 0,406-32-1186 0 0,-382 25-417 0 0,10-2 77 0 0,12 1-1938 0 0,-32 0-622 0 0</inkml:trace>
</inkml:ink>
</file>

<file path=ppt/ink/ink2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6:31.4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26 1040 0 0,'17'-26'17301'0'0,"-15"33"-14880"0"0,-2 13-1067 0 0,-27 163 5547 0 0,-6 90-4572 0 0,19-36-1506 0 0,7-178-3613 0 0</inkml:trace>
</inkml:ink>
</file>

<file path=ppt/ink/ink2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6:32.4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34 371 1308 0 0,'-7'-8'4697'0'0,"-19"-32"12534"0"0,26 39-17226 0 0,1-1 0 0 0,0 1 1 0 0,0 0-1 0 0,0-1 0 0 0,1 1 0 0 0,-1 0 0 0 0,0 0 0 0 0,0 0 1 0 0,1 0-1 0 0,-1 0 0 0 0,0 0 0 0 0,1 0 0 0 0,-1 0 0 0 0,1 1 1 0 0,-1-1-1 0 0,4 0 0 0 0,31-10 6 0 0,-32 10-8 0 0,483-85 17 0 0,7 32-7 0 0,-176 21-49 0 0,-89 8 12 0 0,365-44 37 0 0,-405 45-448 0 0,-188 24 291 0 0,0 0-1 0 0,-1-1 0 0 0,1 1 1 0 0,0 0-1 0 0,0 0 0 0 0,0 0 1 0 0,0 0-1 0 0,-1 0 0 0 0,1-1 1 0 0,0 1-1 0 0,0 1 1 0 0,0-1-1 0 0,0 0 0 0 0,-1 0 1 0 0,1 0-1 0 0,0 0 0 0 0,0 1 1 0 0,0-1-1 0 0,-1 0 0 0 0,1 1 1 0 0,0-1-1 0 0,0 0 0 0 0,0 1 1 0 0,-1 0-17 0 0,0 0 0 0 0,0 0 0 0 0,0-1 0 0 0,-1 1 0 0 0,1 0 0 0 0,0-1 0 0 0,0 1 0 0 0,-1 0-1 0 0,1-1 1 0 0,0 1 0 0 0,-1 0 0 0 0,1-1 0 0 0,-1 1 0 0 0,1 0 0 0 0,-1-1 0 0 0,1 1 0 0 0,-1-1 0 0 0,1 1 0 0 0,-2 0 0 0 0,-33 27-4771 0 0,34-28 4737 0 0,-22 17-4586 0 0,12-8 896 0 0</inkml:trace>
</inkml:ink>
</file>

<file path=ppt/ink/ink2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6:33.1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115 196 1192 0 0,'-17'0'3336'0'0,"14"0"-2101"0"0,-40-8 3392 0 0,41 8-3955 0 0,-14-4 2458 0 0,-18-6 4649 0 0,35 9-7764 0 0,-1-1-1 0 0,1 1 1 0 0,-1 0 0 0 0,1 0-1 0 0,0 0 1 0 0,-1 0-1 0 0,1 0 1 0 0,0 0-1 0 0,0 0 1 0 0,0 0-1 0 0,1-1 1 0 0,29-13 33 0 0,1 0 0 0 0,1 3 0 0 0,36-10 0 0 0,110-20-18 0 0,-113 28-13 0 0,106-19-94 0 0,-169 33 92 0 0,-1 0-31 0 0,8-3 38 0 0,-7 3-26 0 0,11-2 54 0 0,11 0 252 0 0,-23 2-219 0 0,2 11 515 0 0,-7 35-5 0 0,-2 1 0 0 0,-11 50 0 0 0,0-4-524 0 0,8-36-470 0 0,-23 146 1219 0 0,4-70-6372 0 0,21-110 2068 0 0,1-8-2883 0 0</inkml:trace>
</inkml:ink>
</file>

<file path=ppt/ink/ink2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6:33.3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28 3372 0 0,'0'-8'10145'0'0,"-4"-3"-6112"0"0,3 3-4285 0 0</inkml:trace>
</inkml:ink>
</file>

<file path=ppt/ink/ink2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7:01.3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90 1576 0 0,'0'0'12517'0'0,"3"-1"-11696"0"0,144-11 3485 0 0,76-11-3987 0 0,-152 14-343 0 0,28-5 45 0 0,-37-2-4086 0 0,-32 1-3681 0 0</inkml:trace>
</inkml:ink>
</file>

<file path=ppt/ink/ink2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7:01.6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41 1660 0 0,'1'-2'2165'0'0,"24"-37"13132"0"0,-26 60-14347 0 0,0-1-1 0 0,-2 0 1 0 0,-9 33 0 0 0,-23 61-639 0 0,29-96-127 0 0,-3 9-514 0 0,-31 86 596 0 0,31-92-4220 0 0,-16 27-1 0 0</inkml:trace>
</inkml:ink>
</file>

<file path=ppt/ink/ink2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7:02.0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1 219 1160 0 0,'7'-33'3915'0'0,"-6"26"-2785"0"0,1 0 1 0 0,0 0 0 0 0,0 0 0 0 0,0 1-1 0 0,0-1 1 0 0,8-12 739 0 0,-10 19-1841 0 0,0 0 0 0 0,0 0 0 0 0,0 0 0 0 0,0 0 0 0 0,0-1 0 0 0,0 1 0 0 0,0 0 0 0 0,0 0 0 0 0,0 0 0 0 0,0 0 0 0 0,0-1-1 0 0,0 1 1 0 0,0 0 0 0 0,0 0 0 0 0,0 0 0 0 0,0 0 0 0 0,0 0 0 0 0,1 0 0 0 0,-1-1 0 0 0,0 1 0 0 0,0 0 0 0 0,0 0 0 0 0,0 0 0 0 0,0 0 0 0 0,0 0 0 0 0,1 0 0 0 0,-1 0-1 0 0,0 0 1 0 0,0 0 0 0 0,0-1 0 0 0,0 1 0 0 0,0 0 0 0 0,1 0 0 0 0,-1 0 0 0 0,0 0 0 0 0,0 0 0 0 0,0 0 0 0 0,0 0 0 0 0,1 0 0 0 0,-1 0 0 0 0,0 0 0 0 0,0 0-1 0 0,0 0 1 0 0,0 0 0 0 0,1 0 0 0 0,-1 0 0 0 0,0 1 0 0 0,0-1 0 0 0,0 0 0 0 0,0 0 0 0 0,0 0 0 0 0,1 0 0 0 0,10 3 804 0 0,-9-2-641 0 0,7 6 210 0 0,0 1 0 0 0,-1 0 1 0 0,0 1-1 0 0,0 0 0 0 0,-1 0 0 0 0,13 20 0 0 0,11 14 136 0 0,-8-13-229 0 0,-15-19 167 0 0,1-1 0 0 0,0 1 1 0 0,16 14-1 0 0,-24-24-176 0 0,4-2-35 0 0,2-1-197 0 0,1 0 1 0 0,-1 0-1 0 0,1-1 0 0 0,-1 0 1 0 0,0 0-1 0 0,0-1 0 0 0,0 1 0 0 0,0-2 1 0 0,-1 1-1 0 0,0-1 0 0 0,8-7 1 0 0,11-12 79 0 0,28-35 0 0 0,-20 22-22 0 0,112-121 1704 0 0,-145 157-1821 0 0,1 1 0 0 0,-1-1 0 0 0,1 0 0 0 0,0 0 0 0 0,-1 1 1 0 0,1-1-1 0 0,0 1 0 0 0,-1-1 0 0 0,1 1 0 0 0,0-1 0 0 0,0 1 0 0 0,0-1 1 0 0,-1 1-1 0 0,1 0 0 0 0,0-1 0 0 0,0 1 0 0 0,0 0 0 0 0,0 0 0 0 0,0 0 1 0 0,0-1-1 0 0,0 1 0 0 0,0 0 0 0 0,0 0 0 0 0,-1 0 0 0 0,1 1 0 0 0,0-1 1 0 0,0 0-1 0 0,0 0 0 0 0,0 0 0 0 0,0 1 0 0 0,0-1 0 0 0,0 0 0 0 0,-1 1 1 0 0,1-1-1 0 0,0 1 0 0 0,0-1 0 0 0,0 2 0 0 0,1-1 45 0 0,0 1 0 0 0,-1 0 0 0 0,1 0 0 0 0,-1 0 0 0 0,0 0 0 0 0,0 0-1 0 0,0 0 1 0 0,0 1 0 0 0,0-1 0 0 0,0 0 0 0 0,0 1 0 0 0,0 2 0 0 0,2 20 313 0 0,-1 0 1 0 0,-1 0-1 0 0,-2 1 0 0 0,0-1 1 0 0,-1 0-1 0 0,-7 26 1 0 0,-42 147-432 0 0,11-87-4176 0 0,24-76-394 0 0,-4-1-3531 0 0</inkml:trace>
</inkml:ink>
</file>

<file path=ppt/ink/ink2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7:26.6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182 450 140 0 0,'9'-49'9741'0'0,"-13"49"-9710"0"0,0 1 1 0 0,1 0-1 0 0,-1 0 1 0 0,1 0-1 0 0,0 1 0 0 0,-1-1 1 0 0,1 1-1 0 0,0 0 1 0 0,0 0-1 0 0,0 0 1 0 0,0 0-1 0 0,0 0 0 0 0,1 1 1 0 0,-5 4-1 0 0,-34 43 317 0 0,27-29-291 0 0,2 1 0 0 0,0 1 0 0 0,2 0 0 0 0,0 0 0 0 0,1 1 0 0 0,2 0 0 0 0,0 1 0 0 0,2 0 0 0 0,1 0 0 0 0,-2 44 0 0 0,5-26-10 0 0,2 0 0 0 0,2 0 0 0 0,2-1 0 0 0,18 72 0 0 0,-8-61 37 0 0,3-1 0 0 0,2-1 0 0 0,32 59 0 0 0,-34-76-39 0 0,1-1 1 0 0,2 0-1 0 0,1-1 0 0 0,1-2 1 0 0,2 0-1 0 0,1-2 1 0 0,2 0-1 0 0,36 27 0 0 0,-25-27 36 0 0,2-1 0 0 0,1-2-1 0 0,1-2 1 0 0,1-2 0 0 0,0-2 0 0 0,2-2-1 0 0,0-1 1 0 0,1-3 0 0 0,1-2-1 0 0,52 5 1 0 0,152 4 147 0 0,-188-17-197 0 0,117 4 162 0 0,-98-1-207 0 0,113 12 98 0 0,-174-14-62 0 0,40 11-1 0 0,-25-4 52 0 0,35 12 508 0 0,-67-22-564 0 0,0 0 1 0 0,0 1-1 0 0,-1 0 1 0 0,1 0-1 0 0,0 0 1 0 0,-1 1 0 0 0,0 0-1 0 0,1-1 1 0 0,-1 1-1 0 0,0 1 1 0 0,6 6-1 0 0,19 13 87 0 0,-25-20-82 0 0,0 0-1 0 0,0 0 0 0 0,0 0 0 0 0,0 1 0 0 0,-1-1 1 0 0,6 7-1 0 0,2 3 36 0 0,-3-3-6 0 0,0 0-1 0 0,-1 0 1 0 0,-1 0-1 0 0,1 1 1 0 0,-2 0-1 0 0,1 1 0 0 0,-2-1 1 0 0,5 16-1 0 0,-2-8-21 0 0,4 14 401 0 0,7 38 0 0 0,3 8 220 0 0,-3-7-62 0 0,-15-63-518 0 0,0 1-1 0 0,0-1 0 0 0,1 0 0 0 0,0 0 1 0 0,11 16-1 0 0,-12-21-25 0 0,0-1 0 0 0,1 1 0 0 0,-1 0 0 0 0,1-1 0 0 0,-1 1 0 0 0,1-1 0 0 0,0 0 0 0 0,0-1 1 0 0,1 1-1 0 0,-1-1 0 0 0,1 1 0 0 0,-1-1 0 0 0,1-1 0 0 0,6 3 0 0 0,18 2 23 0 0,0-1 1 0 0,1-1-1 0 0,-1-2 1 0 0,33-1-1 0 0,139-20 236 0 0,-62-8-297 0 0,-88 19 204 0 0,78-25 1 0 0,-66 13-65 0 0,-2-2 0 0 0,0-3 1 0 0,-2-2-1 0 0,61-39 0 0 0,-92 48 82 0 0,-1-1 0 0 0,-1-1 0 0 0,0-2 0 0 0,35-39 0 0 0,-46 45-94 0 0,-2-2-1 0 0,0 0 1 0 0,-1 0 0 0 0,-1-1 0 0 0,0-1-1 0 0,-2 0 1 0 0,14-41 0 0 0,-12 17-58 0 0,-1 0 1 0 0,-3-1-1 0 0,-2 0 1 0 0,0-48-1 0 0,-13-185 92 0 0,5 221-168 0 0,-15-191-38 0 0,-11 0 0 0 0,-99-398 0 0 0,73 471-54 0 0,24 104-2387 0 0,25 61 1378 0 0</inkml:trace>
</inkml:ink>
</file>

<file path=ppt/ink/ink2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7:26.8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1192 0 0,'5'15'1644'0'0,"0"-1"-748"0"0,-1 0-792 0 0,-1-4-1300 0 0,-1 2 960 0 0</inkml:trace>
</inkml:ink>
</file>

<file path=ppt/ink/ink2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7:29.5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80 744 0 0,'2'-25'5715'0'0,"-2"24"-5550"0"0,9-39 12172 0 0,-5 28-10215 0 0,-1 11-995 0 0,-4 13-1243 0 0,-42 319 2727 0 0,38-274-2508 0 0,1-26-119 0 0,-2 27-1790 0 0,5-21-4770 0 0</inkml:trace>
</inkml:ink>
</file>

<file path=ppt/ink/ink2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7:29.7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1 176 20 0 0,'8'-14'5720'0'0,"-6"9"-4332"0"0,1 0-1 0 0,0 0 1 0 0,0 1 0 0 0,0-1-1 0 0,0 1 1 0 0,7-6 0 0 0,-7 7-1098 0 0,1 0 0 0 0,0 0 0 0 0,0 1 0 0 0,0 0 0 0 0,0-1 0 0 0,0 1 0 0 0,0 1 0 0 0,9-3 0 0 0,42-12 265 0 0,94-28-2136 0 0,-52 11-7974 0 0,-78 26 4476 0 0</inkml:trace>
</inkml:ink>
</file>

<file path=ppt/ink/ink2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7:30.2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180 45 2200 0 0,'1'-2'387'0'0,"-1"0"-1"0"0,1 0 1 0 0,-1 0-1 0 0,1 0 1 0 0,-1-1 0 0 0,0 1-1 0 0,0 0 1 0 0,0 0-1 0 0,0 0 1 0 0,0 0-1 0 0,-1 0 1 0 0,1 0 0 0 0,-1-1-1 0 0,1 1 1 0 0,-1 0-1 0 0,0 0 1 0 0,1 0-1 0 0,-4-4 578 0 0,1 6-404 0 0,-2-1-302 0 0,-1 1-1 0 0,1 0 1 0 0,-1 1 0 0 0,1-1-1 0 0,0 1 1 0 0,-1 0-1 0 0,1 0 1 0 0,0 1 0 0 0,-1 0-1 0 0,1 0 1 0 0,0 0-1 0 0,0 0 1 0 0,1 1 0 0 0,-7 4-1 0 0,1-1-49 0 0,0 1 0 0 0,1 0-1 0 0,0 0 1 0 0,1 1 0 0 0,0 0-1 0 0,-9 10 1 0 0,15-15-157 0 0,0 0-1 0 0,1-1 1 0 0,-1 1 0 0 0,0 0-1 0 0,1 0 1 0 0,0 0 0 0 0,0 0-1 0 0,0 1 1 0 0,0-1 0 0 0,0 0-1 0 0,0 0 1 0 0,1 1 0 0 0,0-1-1 0 0,0 0 1 0 0,0 1 0 0 0,0-1-1 0 0,0 4 1 0 0,2-1 55 0 0,-1-1-1 0 0,1 0 1 0 0,0 0 0 0 0,0 0-1 0 0,0 0 1 0 0,1 0 0 0 0,0 0-1 0 0,0-1 1 0 0,5 8 0 0 0,5 1 146 0 0,-1 0 0 0 0,2-1 0 0 0,0 0 0 0 0,0-1 0 0 0,19 11-1 0 0,-2-3 33 0 0,-17-12-181 0 0,-1 1 0 0 0,1 1 0 0 0,-2-1 0 0 0,1 2 1 0 0,-2 0-1 0 0,1 1 0 0 0,12 15 0 0 0,-22-24-51 0 0,-1 0-1 0 0,0 0 0 0 0,0 0 0 0 0,0 0 1 0 0,0 0-1 0 0,0 0 0 0 0,0 0 1 0 0,-1 0-1 0 0,1 1 0 0 0,-1-1 0 0 0,0 0 1 0 0,1 0-1 0 0,-1 1 0 0 0,0-1 1 0 0,0 0-1 0 0,-1 1 0 0 0,1-1 0 0 0,-1 4 1 0 0,0-2 44 0 0,-1 1 1 0 0,0-1-1 0 0,0 0 0 0 0,0 0 1 0 0,0 0-1 0 0,-1 0 1 0 0,0 0-1 0 0,-5 6 1 0 0,-4 1 108 0 0,1-1 0 0 0,-2 1 1 0 0,1-2-1 0 0,-20 12 1 0 0,21-15-130 0 0,1-1 0 0 0,-1 0 0 0 0,0-1 0 0 0,0 0 0 0 0,-1-1 0 0 0,1 0 0 0 0,-1 0 0 0 0,-16 0 1 0 0,26-2-74 0 0,0-1 1 0 0,1 0-1 0 0,-1 0 1 0 0,1 0-1 0 0,-1 0 1 0 0,0 0-1 0 0,1 0 1 0 0,-1 0-1 0 0,0-1 1 0 0,1 1 0 0 0,-1-1-1 0 0,1 1 1 0 0,-1-1-1 0 0,1 1 1 0 0,-1-1-1 0 0,1 0 1 0 0,-1 0-1 0 0,1 0 1 0 0,0 0-1 0 0,-1 0 1 0 0,1 0-1 0 0,0 0 1 0 0,0 0 0 0 0,0 0-1 0 0,0-1 1 0 0,0 1-1 0 0,0 0 1 0 0,0-1-1 0 0,0 1 1 0 0,1-1-1 0 0,-1 1 1 0 0,0-1-1 0 0,1 1 1 0 0,-1-1 0 0 0,1 0-1 0 0,0 1 1 0 0,0-1-1 0 0,-1 1 1 0 0,1-1-1 0 0,0 0 1 0 0,1-2-1 0 0,-1-3-10 0 0,0 1 0 0 0,1 0-1 0 0,0-1 1 0 0,1 1 0 0 0,-1-1-1 0 0,1 1 1 0 0,1 0 0 0 0,4-10-1 0 0,17-22-46 0 0,2 2-1 0 0,1 1 0 0 0,34-34 1 0 0,-26 30 137 0 0,50-71 1 0 0,-82 106-85 0 0,-1 1 0 0 0,0-1 0 0 0,0 0 0 0 0,-1 1 0 0 0,1-1 0 0 0,-1 0 1 0 0,0 0-1 0 0,0 0 0 0 0,0 0 0 0 0,0 0 0 0 0,-1-1 0 0 0,1 1 0 0 0,-1-6 0 0 0,-1 8-5 0 0,1 0-1 0 0,-1 0 1 0 0,1 0-1 0 0,-1 0 1 0 0,0 0-1 0 0,0 0 1 0 0,0 0-1 0 0,0 0 1 0 0,0 0-1 0 0,0 1 1 0 0,0-1-1 0 0,-1 0 1 0 0,1 1 0 0 0,0-1-1 0 0,-1 1 1 0 0,0-1-1 0 0,1 1 1 0 0,-1 0-1 0 0,0-1 1 0 0,0 1-1 0 0,0 0 1 0 0,1 0-1 0 0,-1 0 1 0 0,0 1-1 0 0,0-1 1 0 0,-1 0-1 0 0,-1 0 1 0 0,-5 0-103 0 0,0 0 0 0 0,0 0 1 0 0,0 1-1 0 0,1 0 0 0 0,-1 0 0 0 0,0 1 1 0 0,0 1-1 0 0,0-1 0 0 0,0 1 0 0 0,1 1 1 0 0,-1-1-1 0 0,1 1 0 0 0,-15 8 0 0 0,10-4-1022 0 0,0 0 0 0 0,1 1-1 0 0,-14 11 1 0 0,18-12-877 0 0,0 0-1 0 0,1 1 1 0 0,-1 0 0 0 0,-7 11 0 0 0</inkml:trace>
</inkml:ink>
</file>

<file path=ppt/ink/ink2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7:30.5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22 1896 0 0,'21'-21'13019'0'0,"-19"22"-12849"0"0,-1 1 0 0 0,0 0 0 0 0,1 0 0 0 0,-1 0-1 0 0,0 0 1 0 0,0 0 0 0 0,0 0 0 0 0,0 0 0 0 0,0 0-1 0 0,-1 0 1 0 0,1 1 0 0 0,-1-1 0 0 0,1 0 0 0 0,-1 0-1 0 0,0 1 1 0 0,0-1 0 0 0,0 0 0 0 0,0 1 0 0 0,0-1-1 0 0,-1 4 1 0 0,-9 59 1038 0 0,8-58-1089 0 0,-11 51 276 0 0,-29 81 0 0 0,10-56-4935 0 0,31-79 3315 0 0,-9 15-6671 0 0</inkml:trace>
</inkml:ink>
</file>

<file path=ppt/ink/ink2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7:31.0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1 251 1500 0 0,'20'-62'7387'0'0,"-7"29"-3650"0"0,-13 31-3373 0 0,0 2-345 0 0,0 0 0 0 0,0-1 0 0 0,0 1 0 0 0,0 0 0 0 0,0 0 1 0 0,0 0-1 0 0,0-1 0 0 0,0 1 0 0 0,0 0 0 0 0,0 0 0 0 0,0-1 0 0 0,0 1 0 0 0,1 0 0 0 0,-1 0 1 0 0,0 0-1 0 0,0-1 0 0 0,0 1 0 0 0,0 0 0 0 0,0 0 0 0 0,0 0 0 0 0,1 0 0 0 0,-1-1 0 0 0,0 1 1 0 0,0 0-1 0 0,0 0 0 0 0,0 0 0 0 0,1 0 0 0 0,-1 0 0 0 0,0 0 0 0 0,0-1 0 0 0,0 1 0 0 0,1 0 1 0 0,-1 0-1 0 0,0 0 0 0 0,0 0 0 0 0,1 0 0 0 0,-1 0 0 0 0,0 0 0 0 0,0 0 0 0 0,12 3 826 0 0,7 9-45 0 0,-2 2-283 0 0,0-1 0 0 0,1 0 0 0 0,29 15 0 0 0,-40-24-442 0 0,0-1-1 0 0,1-1 1 0 0,-1 1-1 0 0,0-1 0 0 0,1-1 1 0 0,-1 1-1 0 0,1-1 1 0 0,-1-1-1 0 0,1 1 0 0 0,0-1 1 0 0,-1-1-1 0 0,1 1 1 0 0,13-4-1 0 0,-7 1-3 0 0,-1-2 0 0 0,1 1 0 0 0,-1-2 0 0 0,-1 0 0 0 0,1 0 0 0 0,-1-2 0 0 0,17-11-1 0 0,75-72 577 0 0,-31 25 1115 0 0,-66 59-1574 0 0,10-10 104 0 0,-17 17-282 0 0,1-1 1 0 0,0 1 0 0 0,-1-1 0 0 0,1 1 0 0 0,0-1 0 0 0,-1 1 0 0 0,1-1 0 0 0,0 1-1 0 0,0-1 1 0 0,-1 1 0 0 0,1 0 0 0 0,0-1 0 0 0,0 1 0 0 0,0 0 0 0 0,0 0 0 0 0,0 0-1 0 0,-1 0 1 0 0,1 0 0 0 0,1 0 0 0 0,-1 0 13 0 0,0 1 1 0 0,1-1-1 0 0,-1 1 1 0 0,0 0-1 0 0,0-1 1 0 0,0 1-1 0 0,0 0 0 0 0,0 0 1 0 0,0 0-1 0 0,0 0 1 0 0,-1 0-1 0 0,1 0 0 0 0,0 0 1 0 0,0 0-1 0 0,-1 0 1 0 0,1 0-1 0 0,-1 0 1 0 0,1 0-1 0 0,-1 0 0 0 0,1 1 1 0 0,-1-1-1 0 0,0 0 1 0 0,1 0-1 0 0,-1 1 0 0 0,0-1 1 0 0,0 0-1 0 0,0 0 1 0 0,0 1-1 0 0,0-1 1 0 0,0 0-1 0 0,-1 2 0 0 0,-4 32 522 0 0,-1-1 0 0 0,-2-1 0 0 0,-2 1 0 0 0,-1-1 0 0 0,-16 32 0 0 0,-9 33-1956 0 0,35-97 1233 0 0,-8 35-3270 0 0,10-17-507 0 0,7-2-3364 0 0</inkml:trace>
</inkml:ink>
</file>

<file path=ppt/ink/ink2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7:31.8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44 397 924 0 0,'0'0'2518'0'0,"-3"0"-1524"0"0,-37 5 10348 0 0,103-8-10015 0 0,71-13-1 0 0,-50 5-923 0 0,23-2-364 0 0,821-106 673 0 0,-11-69-202 0 0,-712 137-4040 0 0,-202 51 2298 0 0</inkml:trace>
</inkml:ink>
</file>

<file path=ppt/ink/ink2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7:32.2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75 1020 0 0,'-32'15'5046'0'0,"-24"9"6056"0"0,35-17-3027 0 0,36-14-8045 0 0,1 1 0 0 0,-1 0 0 0 0,1 1 0 0 0,0 1 0 0 0,29-4 0 0 0,-5 0-19 0 0,81-18-8 0 0,69-15 437 0 0,-180 38-357 0 0,-4 1-32 0 0,-1 1 1 0 0,1 0-1 0 0,0 0 0 0 0,0 0 1 0 0,0 0-1 0 0,0 1 0 0 0,11 1 0 0 0,-15 0 88 0 0,0-1 0 0 0,-1 1 0 0 0,1-1 0 0 0,-1 1 0 0 0,1 0 0 0 0,-1-1 0 0 0,1 1 0 0 0,-1 0 0 0 0,0 0 0 0 0,1 0 0 0 0,-1 0 0 0 0,0 0 0 0 0,0 1 0 0 0,0-1 0 0 0,0 0 0 0 0,0 0 0 0 0,0 1 0 0 0,0-1 0 0 0,0 1 0 0 0,0-1 0 0 0,-1 1 0 0 0,1-1 0 0 0,-1 1 0 0 0,1-1 0 0 0,0 3 0 0 0,1 4 446 0 0,-1-1 1 0 0,0 1-1 0 0,1 13 1 0 0,-2-1-513 0 0,-1 1 0 0 0,-1-1 0 0 0,0 0 0 0 0,-8 29 0 0 0,-30 78 3 0 0,-17 30-4343 0 0,-24 70-8978 0 0,66-173 394 0 0</inkml:trace>
</inkml:ink>
</file>

<file path=ppt/ink/ink2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7:49.4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286 146 60 0 0,'-6'-9'8115'0'0,"-20"-18"1624"0"0,25 27-9672 0 0,-1-1 0 0 0,0 1 0 0 0,1 0 0 0 0,-1-1 0 0 0,0 1 0 0 0,0 0 0 0 0,1 0 0 0 0,-1 0 0 0 0,0 0 0 0 0,-2 1 0 0 0,1-1-65 0 0,1 0-1 0 0,-1 1 1 0 0,0 0 0 0 0,0 0 0 0 0,0-1-1 0 0,0 2 1 0 0,1-1 0 0 0,-1 0-1 0 0,0 0 1 0 0,-3 4 0 0 0,-14 5 4 0 0,9-4 5 0 0,0-1 0 0 0,0 2 0 0 0,1-1 0 0 0,0 2 0 0 0,0-1 0 0 0,1 1 0 0 0,0 1 0 0 0,0-1 0 0 0,1 1-1 0 0,0 1 1 0 0,-13 20 0 0 0,4-7-10 0 0,0 3-73 0 0,0-2-3 0 0,16-23 62 0 0,21-20-89 0 0,45-46 87 0 0,122-126-28 0 0,-162 167 37 0 0,-24 23-4 0 0,8-9-11 0 0,-2 6 16 0 0,-5 3-54 0 0,0 0-1 0 0,-1 1 1 0 0,1-1-1 0 0,0 1 1 0 0,0-1-1 0 0,0 1 0 0 0,0 0 1 0 0,0-1-1 0 0,0 1 1 0 0,-1 0-1 0 0,1 1 1 0 0,0-1-1 0 0,0 0 1 0 0,0 0-1 0 0,0 1 0 0 0,0-1 1 0 0,0 1-1 0 0,-1 0 1 0 0,1-1-1 0 0,2 2 1 0 0,-3-1-477 0 0,3 2-510 0 0,0 0 0 0 0,-1 0 0 0 0,1 0 0 0 0,-1 0 0 0 0,0 1 0 0 0,0-1 0 0 0,4 7 0 0 0,-6-4-1324 0 0,-1-6 2341 0 0,0 1-1 0 0,0-1 0 0 0,0 0 0 0 0,0 0 0 0 0,0 0 1 0 0,0 0-1 0 0,0 0 0 0 0,0 0 0 0 0,0 0 0 0 0,0 0 1 0 0,0 0-1 0 0,0 0 0 0 0,0 1 0 0 0,0-1 0 0 0,0 0 1 0 0,0 0-1 0 0,0 0 0 0 0,0 0 0 0 0,0 0 0 0 0,0 0 1 0 0,0 0-1 0 0,0 0 0 0 0,0 0 0 0 0,0 0 0 0 0,0 0 1 0 0,-1 1-269 0 0,1-1 268 0 0,0 0 0 0 0,0 0 0 0 0,0 0 0 0 0,0 0 1 0 0,0 0-1 0 0,0 0 0 0 0,0 0 0 0 0,-1 0 0 0 0,1 0 1 0 0,0 0-1 0 0,0 0 0 0 0,0 0 0 0 0,0 0 0 0 0,0 0 1 0 0,0 0-1 0 0,0 0 0 0 0,0 0 0 0 0,0 0 0 0 0,0 0 1 0 0,-1 0-1 0 0,1 0 0 0 0,0 0 0 0 0,0 0 0 0 0,0 0 1 0 0,0-1-91 0 0,-4 1 555 0 0,2 0-146 0 0,-35-14 4126 0 0,27 11-3951 0 0,8 3-2 0 0,-1 0 30 0 0,-40-5 5798 0 0,41 5-5898 0 0,0 0-430 0 0,-19 1 2490 0 0,20-1-2323 0 0,0 0-1 0 0,0 0 1 0 0,-1 1 0 0 0,1-1 0 0 0,0 0-1 0 0,0 1 1 0 0,0-1 0 0 0,0 0 0 0 0,0 1-1 0 0,0 0 1 0 0,0-1 0 0 0,0 1 0 0 0,0 0-1 0 0,0-1 1 0 0,0 1 0 0 0,0 0 0 0 0,0 0-1 0 0,0 1 1 0 0,0 1-30 0 0,1 0 0 0 0,0 0 1 0 0,0 1-1 0 0,1-1 0 0 0,-1 0 0 0 0,1 0 0 0 0,-1 0 0 0 0,1 0 1 0 0,0 0-1 0 0,1 4 0 0 0,1 3 127 0 0,153 566 2526 0 0,-144-534-2720 0 0,40 121 683 0 0,-51-161-571 0 0,3 7 315 0 0,-2-12-571 0 0,-1 0-1 0 0,0-1 1 0 0,-1 1-1 0 0,1 0 1 0 0,-1-1-1 0 0,1-5 1 0 0,-3-47-5268 0 0,1 32 2778 0 0,2-63-9535 0 0,-2 67 7944 0 0</inkml:trace>
</inkml:ink>
</file>

<file path=ppt/ink/ink2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7:49.9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33 141 348 0 0,'-10'-10'3185'0'0,"8"9"-2666"0"0,0-1 0 0 0,0 1 0 0 0,1-1 0 0 0,-1 1 0 0 0,1-1 0 0 0,-1 0 0 0 0,1 0 0 0 0,-1 0 0 0 0,1 0 0 0 0,0 0-1 0 0,0 0 1 0 0,0 0 0 0 0,0 0 0 0 0,0-4 0 0 0,0 5 26 0 0,1 0-446 0 0,0 0 1 0 0,0 0-1 0 0,0 0 0 0 0,0 0 1 0 0,0 0-1 0 0,0 0 1 0 0,0 0-1 0 0,0 0 0 0 0,0 0 1 0 0,0 0-1 0 0,1 0 1 0 0,-1 0-1 0 0,0 1 0 0 0,1-1 1 0 0,-1 0-1 0 0,1 0 0 0 0,-1 0 1 0 0,1 0-1 0 0,-1 1 1 0 0,1-1-1 0 0,-1 0 0 0 0,2 0 1 0 0,16-20 1939 0 0,35-23-66 0 0,-52 44-1811 0 0,1-2 125 0 0,0 1-1 0 0,0-1 0 0 0,0 1 0 0 0,0 0 1 0 0,0 0-1 0 0,1 0 0 0 0,-1 0 0 0 0,3-1 1 0 0,-2 3-177 0 0,0 0 0 0 0,0 0 0 0 0,0 0 0 0 0,-1 1 0 0 0,1-1 0 0 0,-1 1 0 0 0,1 0 1 0 0,-1 0-1 0 0,1 0 0 0 0,-1 0 0 0 0,0 0 0 0 0,2 3 0 0 0,28 37 872 0 0,-6-7-492 0 0,-2-7-336 0 0,2-1 1 0 0,1-1-1 0 0,2-1 0 0 0,0-2 1 0 0,1-1-1 0 0,55 31 0 0 0,-11-14-2069 0 0,-67-37 73 0 0</inkml:trace>
</inkml:ink>
</file>

<file path=ppt/ink/ink2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7:51.8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54 932 0 0,'3'-6'1400'0'0,"0"1"0"0"0,-1 0 0 0 0,1-1 0 0 0,6-26 8939 0 0,-9 48-8284 0 0,8 23-1247 0 0,3 50 0 0 0,-3-16-377 0 0,29 211 296 0 0,14 91-117 0 0,232 1092 411 0 0,-112-517 306 0 0,-154-748-408 0 0,-11 242 1 0 0,-3-12-728 0 0,34 37 978 0 0,-28-371-875 0 0,5 93 549 0 0,-8-65-717 0 0,0 12 186 0 0,3-44 173 0 0,40 166 1 0 0,-28-181-136 0 0,-17-63-1213 0 0</inkml:trace>
</inkml:ink>
</file>

<file path=ppt/ink/ink2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7:52.6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22 244 0 0,'-2'-21'12021'0'0,"-3"29"-11925"0"0,-7 25 792 0 0,0 1 0 0 0,2 0 0 0 0,-8 55 0 0 0,13-65-716 0 0,-32 185-151 0 0,25-139-2514 0 0,0 0-3396 0 0,11-63 5040 0 0,-1 9-3622 0 0</inkml:trace>
</inkml:ink>
</file>

<file path=ppt/ink/ink2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7:53.0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0 213 688 0 0,'4'-70'8053'0'0,"-4"70"-7985"0"0,-1-1 1 0 0,1 0-1 0 0,0 1 0 0 0,0-1 1 0 0,0 0-1 0 0,0 0 0 0 0,0 1 1 0 0,0-1-1 0 0,0 0 1 0 0,1 0-1 0 0,-1 1 0 0 0,0-1 1 0 0,0 0-1 0 0,1 1 1 0 0,-1-1-1 0 0,0 0 0 0 0,1 1 1 0 0,-1-1-1 0 0,0 0 0 0 0,1 1 1 0 0,-1-1-1 0 0,1 1 1 0 0,-1-1-1 0 0,1 0 0 0 0,-1 1 1 0 0,1 0-1 0 0,0-1 0 0 0,-1 1 1 0 0,1-1-1 0 0,0 1 1 0 0,-1 0-1 0 0,1-1 0 0 0,0 1 1 0 0,-1 0-1 0 0,1 0 1 0 0,0-1-1 0 0,-1 1 0 0 0,1 0 1 0 0,0 0-1 0 0,0 0 0 0 0,-1 0 1 0 0,1 0-1 0 0,0 0 1 0 0,0 0-1 0 0,-1 0 0 0 0,1 1 1 0 0,0-1-1 0 0,1 0 0 0 0,2 2 79 0 0,-1-1 0 0 0,1 0 0 0 0,0 1 0 0 0,-1 0-1 0 0,1 0 1 0 0,-1 0 0 0 0,5 4 0 0 0,179 139 1175 0 0,-160-124-1150 0 0,-26-21-165 0 0,1 1 0 0 0,-1 0 0 0 0,0-1-1 0 0,0 1 1 0 0,0-1 0 0 0,1 1 0 0 0,-1-1 0 0 0,0 0 0 0 0,0 1 0 0 0,1-1-1 0 0,-1 0 1 0 0,0 0 0 0 0,1 0 0 0 0,-1 0 0 0 0,0 0 0 0 0,1 0-1 0 0,-1 0 1 0 0,0-1 0 0 0,1 1 0 0 0,-1 0 0 0 0,0-1 0 0 0,0 1 0 0 0,1-1-1 0 0,-1 1 1 0 0,0-1 0 0 0,0 0 0 0 0,0 1 0 0 0,0-1 0 0 0,0 0 0 0 0,0 0-1 0 0,0 0 1 0 0,1-1 0 0 0,3-2 5 0 0,-1-1 0 0 0,0 0 0 0 0,0 0 0 0 0,6-10 0 0 0,4-13 98 0 0,20-54 0 0 0,-26 58 116 0 0,2 0 0 0 0,1 1 0 0 0,23-39 1 0 0,-33 60-184 0 0,-1 1 0 0 0,1-1 0 0 0,0 1 0 0 0,0 0 0 0 0,0-1 0 0 0,0 1 0 0 0,1 0 1 0 0,-1 0-1 0 0,0-1 0 0 0,0 1 0 0 0,1 0 0 0 0,-1 0 0 0 0,1 0 0 0 0,-1 1 0 0 0,1-1 0 0 0,-1 0 0 0 0,1 0 1 0 0,-1 1-1 0 0,1-1 0 0 0,0 1 0 0 0,-1 0 0 0 0,1-1 0 0 0,0 1 0 0 0,-1 0 0 0 0,1 0 0 0 0,0 0 0 0 0,-1 0 0 0 0,1 0 1 0 0,0 0-1 0 0,0 1 0 0 0,-1-1 0 0 0,1 1 0 0 0,-1-1 0 0 0,1 1 0 0 0,0-1 0 0 0,-1 1 0 0 0,1 0 0 0 0,-1 0 0 0 0,1 0 1 0 0,-1 0-1 0 0,0 0 0 0 0,2 1 0 0 0,2 3 51 0 0,-1-1 0 0 0,0 1 1 0 0,0-1-1 0 0,0 1 0 0 0,-1 0 0 0 0,0 1 0 0 0,0-1 1 0 0,0 1-1 0 0,0-1 0 0 0,2 11 0 0 0,-1 0 6 0 0,-1 0-1 0 0,0 0 0 0 0,-2 0 0 0 0,1 25 0 0 0,-9 68-506 0 0,0-3-4044 0 0,7-65-1810 0 0,2-24 228 0 0</inkml:trace>
</inkml:ink>
</file>

<file path=ppt/ink/ink2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7:53.2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30 1792 0 0,'12'-30'16462'0'0,"-10"45"-15934"0"0,11 92 2492 0 0,1-56-3449 0 0,-11-42-527 0 0,1 0-1 0 0,1 0 0 0 0,6 10 0 0 0</inkml:trace>
</inkml:ink>
</file>

<file path=ppt/ink/ink2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7:53.5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51 1668 0 0,'-22'-33'7511'0'0,"4"16"-4740"0"0,17 16-2817 0 0,0 1-1 0 0,1 1 0 0 0,-1-1 0 0 0,0 0 0 0 0,0 0 0 0 0,0 0 0 0 0,0 0 1 0 0,1 1-1 0 0,-1-1 0 0 0,0 0 0 0 0,0 0 0 0 0,0 1 0 0 0,1-1 0 0 0,-1 1 1 0 0,-1 0-1 0 0,1 0-390 0 0,0 1 0 0 0,0-1 0 0 0,1 0 1 0 0,-1 0-1 0 0,0 1 0 0 0,1-1 0 0 0,-1 0 0 0 0,1 1 0 0 0,-1-1 1 0 0,1 1-1 0 0,-1 0 0 0 0,1 0 1 0 0</inkml:trace>
</inkml:ink>
</file>

<file path=ppt/ink/ink2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7:53.7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1080 0 0,'6'9'2537'0'0,"1"0"0"0"0,9 19 0 0 0,20 50 2839 0 0,-23-45-3876 0 0,6 16 282 0 0,22 90-1 0 0,-25-59-842 0 0,-16-78-741 0 0,7-22-126 0 0,-6 14-62 0 0,4-15-4 0 0,2 0 0 0 0,0 0 0 0 0,17-34 1 0 0,-21 49-12 0 0,1 0 0 0 0,-1 1 0 0 0,1 0 0 0 0,1 0 0 0 0,-1 0 1 0 0,0 0-1 0 0,1 1 0 0 0,0-1 0 0 0,0 1 0 0 0,1 0 0 0 0,-1 1 1 0 0,1 0-1 0 0,-1-1 0 0 0,1 2 0 0 0,0-1 0 0 0,0 1 0 0 0,9-3 1 0 0,-8 4-180 0 0,1 0 0 0 0,0 1 0 0 0,-1-1 0 0 0,1 1 0 0 0,0 1 0 0 0,-1 0 1 0 0,1 0-1 0 0,0 0 0 0 0,-1 1 0 0 0,0 0 0 0 0,12 5 0 0 0,10 5-2371 0 0,40 24-1 0 0,-52-27 1575 0 0,39 21-4414 0 0,-27-16 1206 0 0</inkml:trace>
</inkml:ink>
</file>

<file path=ppt/ink/ink2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7:54.1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2 130 2616 0 0,'0'-15'1934'0'0,"-1"10"-1227"0"0,1 0-1 0 0,0 1 0 0 0,0-1 1 0 0,0 1-1 0 0,1-1 1 0 0,-1 1-1 0 0,1-1 1 0 0,0 1-1 0 0,1 0 1 0 0,2-7-1 0 0,-3 10-571 0 0,0 0 0 0 0,0 0 0 0 0,0 0 0 0 0,0 1 0 0 0,0-1-1 0 0,0 0 1 0 0,0 1 0 0 0,1-1 0 0 0,-1 1 0 0 0,0-1 0 0 0,0 1 0 0 0,1 0 0 0 0,-1-1 0 0 0,0 1 0 0 0,1 0-1 0 0,-1 0 1 0 0,0 0 0 0 0,1 0 0 0 0,-1 0 0 0 0,0 0 0 0 0,1 0 0 0 0,-1 1 0 0 0,0-1 0 0 0,3 1-1 0 0,4 2 151 0 0,1 0 0 0 0,-1 0 0 0 0,1 1 0 0 0,-1 0-1 0 0,0 0 1 0 0,-1 1 0 0 0,1 0 0 0 0,-1 0 0 0 0,0 1-1 0 0,10 10 1 0 0,-13-12-180 0 0,0 0-1 0 0,0 0 0 0 0,-1 1 0 0 0,0-1 1 0 0,0 1-1 0 0,0-1 0 0 0,0 1 1 0 0,-1 0-1 0 0,0 0 0 0 0,0 0 0 0 0,0 1 1 0 0,-1-1-1 0 0,1 0 0 0 0,-1 1 0 0 0,0-1 1 0 0,-1 1-1 0 0,0-1 0 0 0,1 1 1 0 0,-2 8-1 0 0,0-11-56 0 0,1 0 44 0 0,-1 1 1 0 0,0 0-1 0 0,0 0 0 0 0,0 0 1 0 0,0-1-1 0 0,0 1 0 0 0,-1-1 0 0 0,0 1 1 0 0,1-1-1 0 0,-5 6 0 0 0,5-8 74 0 0,1-1-161 0 0,0 0 0 0 0,0 1 1 0 0,0-1-1 0 0,0 0 0 0 0,0 0 0 0 0,0 0 1 0 0,0 0-1 0 0,0 1 0 0 0,0-1 1 0 0,0 0-1 0 0,0 0 0 0 0,0 0 0 0 0,0 0 1 0 0,-1 1-1 0 0,1-1 0 0 0,0 0 0 0 0,0 0 1 0 0,0 0-1 0 0,0 0 0 0 0,0 0 1 0 0,0 1-1 0 0,0-1 0 0 0,-1 0 0 0 0,1 0 1 0 0,0 0-1 0 0,0 0 0 0 0,0 0 1 0 0,0 0-1 0 0,0 0 0 0 0,-1 0 0 0 0,1 0 1 0 0,0 1-1 0 0,0-1 0 0 0,0 0 1 0 0,0 0-1 0 0,-1 0 0 0 0,1 0 0 0 0,0 0 1 0 0,0 0-1 0 0,0 0 0 0 0,0 0 1 0 0,-1 0-1 0 0,1 0 0 0 0,0 0 0 0 0,0 0 1 0 0,0-1-1 0 0,0 1 0 0 0,-1 0 0 0 0,1 0 1 0 0,0 0-1 0 0,0 0 0 0 0,0 0 1 0 0,0 0-1 0 0,-1 0 0 0 0,1 0 0 0 0,-10-7 130 0 0,9 7-139 0 0,0-3 10 0 0,0 1 0 0 0,-1 0 1 0 0,1 0-1 0 0,0 0 1 0 0,1-1-1 0 0,-1 1 0 0 0,0 0 1 0 0,1-1-1 0 0,-1 1 0 0 0,1 0 1 0 0,0-1-1 0 0,0 1 1 0 0,0-1-1 0 0,0 1 0 0 0,0-1 1 0 0,0 1-1 0 0,2-5 0 0 0,13-38-97 0 0,-11 36-301 0 0,1 0-1 0 0,1 0 1 0 0,0 0-1 0 0,0 1 1 0 0,1 0-1 0 0,0 0 1 0 0,0 0-1 0 0,1 1 1 0 0,0 0 0 0 0,0 1-1 0 0,0-1 1 0 0,1 2-1 0 0,19-10 1 0 0,-2 3-2569 0 0,0 2 1 0 0,1 0 0 0 0,53-10-1 0 0,-55 16 111 0 0</inkml:trace>
</inkml:ink>
</file>

<file path=ppt/ink/ink2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7:54.7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210 439 580 0 0,'2'-1'3864'0'0,"9"-7"145"0"0,-10 8-3926 0 0,-1 0 0 0 0,0-1 0 0 0,0 1 0 0 0,0 0 0 0 0,0 0 0 0 0,0-1 0 0 0,1 1 0 0 0,-1 0 0 0 0,0 0 0 0 0,0-1 0 0 0,0 1 0 0 0,0 0 0 0 0,0 0 0 0 0,0-1 0 0 0,0 1 0 0 0,0 0 0 0 0,0 0 0 0 0,0-1 0 0 0,0 1 0 0 0,0 0 0 0 0,0 0 0 0 0,0-1 0 0 0,0 1 0 0 0,-1 0 0 0 0,1 0 0 0 0,0-1 0 0 0,0 1 0 0 0,0 0 0 0 0,0 0 0 0 0,0 0 0 0 0,-1-1 249 0 0,1 1-249 0 0,0-1 0 0 0,-1 1 0 0 0,1 0 0 0 0,0 0 0 0 0,0 0 0 0 0,-1 0 0 0 0,1 0 0 0 0,0 0 0 0 0,0-1 0 0 0,-2 0 800 0 0,-13 3 537 0 0,8 0-1158 0 0,0 0 1 0 0,0 1-1 0 0,0 0 1 0 0,0 0-1 0 0,0 0 0 0 0,1 1 1 0 0,0 0-1 0 0,0 0 1 0 0,0 1-1 0 0,0 0 1 0 0,-8 8-1 0 0,6-6-79 0 0,-5 5 27 0 0,0 1 0 0 0,1 0-1 0 0,0 1 1 0 0,-15 23 0 0 0,23-30-178 0 0,0 1-1 0 0,0-1 1 0 0,0 0 0 0 0,1 1-1 0 0,0 0 1 0 0,1-1 0 0 0,0 1-1 0 0,0 0 1 0 0,0 1 0 0 0,1-1-1 0 0,0 0 1 0 0,1 11 0 0 0,0-17-27 0 0,0 0 0 0 0,0 0 0 0 0,1 0 0 0 0,-1 0 0 0 0,1 0 0 0 0,-1 0 0 0 0,1 0 1 0 0,0 0-1 0 0,0 0 0 0 0,0 0 0 0 0,0 0 0 0 0,0 0 0 0 0,0 0 0 0 0,1 0 0 0 0,-1-1 0 0 0,1 1 1 0 0,-1-1-1 0 0,1 1 0 0 0,-1-1 0 0 0,3 2 0 0 0,-1-1 0 0 0,0-1 1 0 0,1 1-1 0 0,-1-1 1 0 0,1 0-1 0 0,-1 0 1 0 0,1 0-1 0 0,-1 0 1 0 0,1 0-1 0 0,-1-1 1 0 0,1 0-1 0 0,4 0 1 0 0,1 0-2 0 0,-1-1-1 0 0,1 0 1 0 0,0-1 0 0 0,-1 0-1 0 0,0 0 1 0 0,1-1 0 0 0,-1 0-1 0 0,0 0 1 0 0,12-7 0 0 0,-11 3-7 0 0,-1 1 1 0 0,0-1 0 0 0,0-1 0 0 0,0 1-1 0 0,-1-1 1 0 0,0-1 0 0 0,9-15-1 0 0,34-70-15 0 0,-33 57 31 0 0,-12 28-115 0 0,-9 20 88 0 0,-4 15 4 0 0,-1 10 14 0 0,4-13 5 0 0,-5 40 1 0 0,9-57-12 0 0,1 1 1 0 0,0 0 0 0 0,1 0-1 0 0,-1 0 1 0 0,1 0 0 0 0,0 0-1 0 0,1-1 1 0 0,0 1-1 0 0,0 0 1 0 0,4 8 0 0 0,-5-13-86 0 0,0 0 0 0 0,0 0 1 0 0,0 0-1 0 0,1 0 0 0 0,-1 0 1 0 0,1 0-1 0 0,-1 0 0 0 0,1 0 1 0 0,0-1-1 0 0,0 1 0 0 0,0-1 1 0 0,-1 1-1 0 0,2-1 0 0 0,-1 0 1 0 0,0 0-1 0 0,0 1 0 0 0,0-2 1 0 0,0 1-1 0 0,5 1 0 0 0,-3-1-141 0 0,0-1-1 0 0,-1 0 1 0 0,1 0-1 0 0,0 0 1 0 0,0-1-1 0 0,-1 1 1 0 0,1-1-1 0 0,0 0 0 0 0,0 0 1 0 0,-1 0-1 0 0,6-3 1 0 0,0 0-258 0 0,0 0-1 0 0,-1-1 1 0 0,0-1 0 0 0,0 0 0 0 0,0 0-1 0 0,-1 0 1 0 0,0-1 0 0 0,13-14 0 0 0,-5-2 42 0 0,-1-1 0 0 0,-1-1 1 0 0,0 0-1 0 0,-2-1 0 0 0,-1 0 1 0 0,8-34-1 0 0,27-169 1661 0 0,-40 203-843 0 0,4-36 3375 0 0,1-99 0 0 0,-10 159-3235 0 0,-5 31 279 0 0,-7 112-342 0 0,7 0 0 0 0,14 142 0 0 0,-8-255-1748 0 0,7 30 0 0 0,-6-49 68 0 0,0 0 1 0 0,0-1-1 0 0,1 1 0 0 0,0 0 1 0 0,1-1-1 0 0,0 0 1 0 0,7 10-1 0 0</inkml:trace>
</inkml:ink>
</file>

<file path=ppt/ink/ink2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7:54.9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92 1480 0 0,'6'-82'13291'0'0,"-6"80"-12656"0"0,0-6 1187 0 0,-2 71-1170 0 0,2 52-1172 0 0,1-101-954 0 0,1 0 1 0 0,0 0 0 0 0,7 19 0 0 0,-4-20-2233 0 0,2-1-1651 0 0</inkml:trace>
</inkml:ink>
</file>

<file path=ppt/ink/ink2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7:55.3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65 476 0 0,'19'-65'18307'0'0,"-17"73"-17043"0"0,17 235 2072 0 0,-16-226-3267 0 0,0 0-1 0 0,0-1 1 0 0,9 22 0 0 0,-12-37-80 0 0,0-1 0 0 0,1 1 0 0 0,-1-1-1 0 0,0 1 1 0 0,1-1 0 0 0,-1 1 0 0 0,1-1-1 0 0,-1 1 1 0 0,1-1 0 0 0,-1 1 0 0 0,1-1 0 0 0,-1 0-1 0 0,1 1 1 0 0,-1-1 0 0 0,1 0 0 0 0,0 0-1 0 0,-1 1 1 0 0,1-1 0 0 0,0 0 0 0 0,-1 0 0 0 0,1 0-1 0 0,-1 0 1 0 0,1 0 0 0 0,0 1 0 0 0,-1-1-1 0 0,1-1 1 0 0,0 1 0 0 0,-1 0 0 0 0,1 0 0 0 0,0 0-1 0 0,1 0-130 0 0,-1-1 0 0 0,1 1 1 0 0,-1 0-1 0 0,0-1 0 0 0,1 1 0 0 0,-1-1 0 0 0,0 0 0 0 0,1 1 0 0 0,-1-1 0 0 0,0 0 0 0 0,0 0 0 0 0,0 0 0 0 0,2-1 0 0 0,0-2-872 0 0,0-1 0 0 0,0 0 0 0 0,0 0 0 0 0,-1 1-1 0 0,1-2 1 0 0,2-9 0 0 0,1-7-4961 0 0,-2 7 130 0 0</inkml:trace>
</inkml:ink>
</file>

<file path=ppt/ink/ink2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7:55.8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64 2196 0 0,'17'-26'9364'0'0,"-5"9"-6451"0"0,-12 11-1045 0 0,-10 10-1029 0 0,7-1-817 0 0,-1-1 0 0 0,0 1 0 0 0,1 1-1 0 0,-1-1 1 0 0,1 0 0 0 0,0 1 0 0 0,0 0 0 0 0,0 0-1 0 0,1 0 1 0 0,-1 0 0 0 0,-2 5 0 0 0,1 0 4 0 0,-17 33 367 0 0,3 2 0 0 0,1 0 0 0 0,2 1-1 0 0,-13 70 1 0 0,23-93-138 0 0,1 1 0 0 0,0 24 0 0 0,3-37-125 0 0,1 0 0 0 0,1 0 1 0 0,0 0-1 0 0,0-1 0 0 0,1 1 0 0 0,0 0 0 0 0,5 13 1 0 0,-6-20-67 0 0,1 0 0 0 0,-1 0 1 0 0,1 0-1 0 0,-1 0 0 0 0,1-1 1 0 0,0 1-1 0 0,0 0 0 0 0,0-1 1 0 0,1 0-1 0 0,-1 1 0 0 0,1-1 1 0 0,-1 0-1 0 0,1 0 0 0 0,0 0 1 0 0,0-1-1 0 0,5 3 0 0 0,-2-2-1 0 0,-1 0-1 0 0,1-1 0 0 0,-1 0 0 0 0,1 0 1 0 0,-1 0-1 0 0,1-1 0 0 0,-1 0 0 0 0,1 0 1 0 0,8-1-1 0 0,-3-1-2 0 0,-1 0 0 0 0,1 0 0 0 0,0-1 0 0 0,-1-1 0 0 0,1 0 0 0 0,-1 0 0 0 0,0-1 0 0 0,0-1 0 0 0,16-11 0 0 0,-14 6-58 0 0,1-1 0 0 0,-2 0-1 0 0,0-1 1 0 0,0 0-1 0 0,-1-1 1 0 0,-1 0-1 0 0,0 0 1 0 0,-1-1-1 0 0,8-21 1 0 0,-9 17-30 0 0,0 0 0 0 0,-2 0 0 0 0,0 0 0 0 0,-1-1 0 0 0,-1 0 0 0 0,-1 0 0 0 0,0-33 0 0 0,-3 44 57 0 0,0 1 0 0 0,0-1 0 0 0,-1 0 0 0 0,0 1 0 0 0,-1-1 0 0 0,0 1 0 0 0,0-1 0 0 0,-1 1 0 0 0,0 0 0 0 0,0 1 0 0 0,0-1 0 0 0,-1 1 0 0 0,-1-1 0 0 0,1 2 0 0 0,-1-1 0 0 0,0 1 0 0 0,-1-1 0 0 0,0 2 0 0 0,0-1 0 0 0,0 1 0 0 0,0 0 0 0 0,-1 0 0 0 0,0 1 0 0 0,0 0 0 0 0,-10-3 0 0 0,4 2-432 0 0,0 0 1 0 0,0 1-1 0 0,0 1 0 0 0,0 0 1 0 0,0 1-1 0 0,-23 0 1 0 0,23 2-1411 0 0,0 0 1 0 0,1 1 0 0 0,-1 1-1 0 0,1 1 1 0 0,0 0-1 0 0,-25 9 1 0 0</inkml:trace>
</inkml:ink>
</file>

<file path=ppt/ink/ink2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7:56.0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95 1816 0 0,'-90'-17'13629'0'0,"92"15"-13262"0"0,-1 0-319 0 0,1 1 0 0 0,0-1 1 0 0,-1 1-1 0 0,1-1 0 0 0,0 1 0 0 0,0 0 0 0 0,0-1 0 0 0,0 1 0 0 0,1 0 1 0 0,-1 0-1 0 0,0 1 0 0 0,0-1 0 0 0,4 0 0 0 0,37-7 193 0 0,-25 5-122 0 0,253-27-686 0 0,-111 16-7875 0 0,-131 11 3009 0 0</inkml:trace>
</inkml:ink>
</file>

<file path=ppt/ink/ink2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7:58.3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827 2 1212 0 0,'0'0'3328'0'0,"-2"-1"-2497"0"0,-7 1-131 0 0,0-1-1 0 0,0 2 1 0 0,0-1 0 0 0,0 2-1 0 0,0-1 1 0 0,0 1 0 0 0,-12 4-1 0 0,-9 5 87 0 0,0 1 0 0 0,1 1 1 0 0,1 1-1 0 0,-42 29 0 0 0,61-37-704 0 0,1 1 1 0 0,0-1 0 0 0,0 2 0 0 0,1-1 0 0 0,0 1-1 0 0,0 0 1 0 0,1 0 0 0 0,0 1 0 0 0,-6 12-1 0 0,-6 14 151 0 0,-15 43 0 0 0,18-40-87 0 0,-12 32 334 0 0,-25 106 1 0 0,-3 78 138 0 0,31-136-460 0 0,-164 987 974 0 0,176-1002-1002 0 0,-25 243 56 0 0,23 1 281 0 0,18-203-310 0 0,6 0 0 0 0,41 201 0 0 0,-24-226-77 0 0,5-2 1 0 0,93 224 0 0 0,-116-320-74 0 0,100 210 8 0 0,-73-162-43 0 0,58 81 0 0 0,-62-107 29 0 0,2-1 0 0 0,2-2 1 0 0,2-2-1 0 0,1-1 0 0 0,2-2 0 0 0,84 55 0 0 0,-104-78 5 0 0,1-1 0 0 0,0 0 1 0 0,1-2-1 0 0,0 0 0 0 0,1-2 0 0 0,0-1 1 0 0,26 4-1 0 0,23 0-5 0 0,77-1 1 0 0,-99-10 2 0 0,0-1 1 0 0,0-4 0 0 0,-1-1 0 0 0,81-23-1 0 0,-71 12-15 0 0,0-3 0 0 0,-1-2-1 0 0,-1-3 1 0 0,-2-3 0 0 0,0-2 0 0 0,93-70-1 0 0,-98 59 63 0 0,-2-2-1 0 0,85-97 1 0 0,62-122-63 0 0,-122 150 25 0 0,-4-4-1 0 0,95-221 1 0 0,-136 259 59 0 0,-4-1 1 0 0,-3-1-1 0 0,18-146 1 0 0,-1-254-48 0 0,-39 480-26 0 0,6-116 58 0 0,-6 0 0 0 0,-24-183 1 0 0,5 179-52 0 0,-7 0 0 0 0,-53-156 0 0 0,48 191 75 0 0,-5 1 0 0 0,-3 3 1 0 0,-89-142-1 0 0,54 117-125 0 0,-113-128 1 0 0,133 177 74 0 0,-2 3 1 0 0,-3 2-1 0 0,-92-65 0 0 0,102 85 33 0 0,-65-33-1 0 0,84 52-47 0 0,0 1 1 0 0,-1 1-1 0 0,-57-13 1 0 0,71 21-14 0 0,-1 0 0 0 0,1 2-1 0 0,-1 0 1 0 0,1 1 0 0 0,-1 0 0 0 0,-32 5 0 0 0,4 4-3 0 0,1 2 1 0 0,0 2-1 0 0,-43 18 1 0 0,-126 62-72 0 0,88-35 15 0 0,-279 128-2327 0 0,391-178 1307 0 0,1 1-1 0 0,-25 18 1 0 0,-1 8-6888 0 0</inkml:trace>
</inkml:ink>
</file>

<file path=ppt/ink/ink2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7:58.9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 1456 0 0,'0'0'956'0'0,"7"-9"-516"0"0,0 4-1692 0 0</inkml:trace>
</inkml:ink>
</file>

<file path=ppt/ink/ink2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8:00.7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6 488 0 0,'0'0'1824'0'0,"9"-3"260"0"0,8 1-2040 0 0,-3 4-2080 0 0</inkml:trace>
</inkml:ink>
</file>

<file path=ppt/ink/ink2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8:09.9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50 207 744 0 0,'-8'-7'21387'0'0,"-32"-7"-20973"0"0,39 13-492 0 0,10-3-171 0 0,1 1 210 0 0,-1 0 0 0 0,1 1 0 0 0,0 0 1 0 0,0 1-1 0 0,13-1 0 0 0,17-3-2 0 0,-32 4 35 0 0,80-14-38 0 0,151-47 1 0 0,-236 61 185 0 0,1 0 0 0 0,0-1 0 0 0,0 1 1 0 0,-1-1-1 0 0,1 0 0 0 0,0 0 0 0 0,-1 0 1 0 0,0 0-1 0 0,1 0 0 0 0,-1-1 0 0 0,0 0 1 0 0,-1 1-1 0 0,1-1 0 0 0,0 0 0 0 0,-1-1 1 0 0,1 1-1 0 0,-1 0 0 0 0,0-1 0 0 0,0 1 1 0 0,0-1-1 0 0,-1 0 0 0 0,1 1 0 0 0,-1-1 1 0 0,1-7-1 0 0,-1 9 183 0 0,0-6 709 0 0,-2 8-728 0 0,0 9-395 0 0,-2 23 87 0 0,3 0 0 0 0,2 34 0 0 0,1-1 0 0 0,-6 316-2147 0 0,-8-190-2655 0 0,-12-1-4122 0 0,8-92 234 0 0</inkml:trace>
</inkml:ink>
</file>

<file path=ppt/ink/ink2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8:12.4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226 432 992 0 0,'-111'46'6263'0'0,"41"-19"-2917"0"0,68-26-3075 0 0,0 0 46 0 0,-31 13 1597 0 0,32-14-1437 0 0,-4 3-308 0 0,5-3-150 0 0,0 0 0 0 0,0 0 0 0 0,0 0 0 0 0,0 0 0 0 0,0 0 0 0 0,0 0 1 0 0,0 0-1 0 0,0 0 0 0 0,0 0 0 0 0,0 0 0 0 0,0 0 0 0 0,0 1 0 0 0,0-1 0 0 0,0 0 0 0 0,0 0 0 0 0,1 0 1 0 0,-1 0-1 0 0,0 0 0 0 0,0 0 0 0 0,0 0 0 0 0,0 0 0 0 0,0 0 0 0 0,0 0 0 0 0,0 0 0 0 0,0 0 0 0 0,0 1 1 0 0,0-1-1 0 0,0 0 0 0 0,0 0 0 0 0,0 0 0 0 0,0 0 0 0 0,0 0 0 0 0,0 0 0 0 0,0 0 0 0 0,0 0 0 0 0,0 0 1 0 0,0 0-1 0 0,0 0 0 0 0,-1 0 0 0 0,1 1 0 0 0,0-1 0 0 0,0 0 0 0 0,0 0 0 0 0,0 0 0 0 0,0 0 0 0 0,0 0 1 0 0,0 0-1 0 0,0 0 0 0 0,0 0 0 0 0,0 0 0 0 0,0 0 0 0 0,0 0 0 0 0,0 0 0 0 0,0 0 0 0 0,0 0 0 0 0,-1 0 1 0 0,1 0-1 0 0,0 0 0 0 0,0 0 0 0 0,0 0 0 0 0,0 0 0 0 0,0 0 0 0 0,0 0 0 0 0,0 0 0 0 0,0 0 0 0 0,0 0 1 0 0,0 0-1 0 0,-1 0 0 0 0,15 1 151 0 0,-1-1 1 0 0,0 0 0 0 0,0-1 0 0 0,0-1-1 0 0,0 0 1 0 0,0 0 0 0 0,15-6 0 0 0,5 0-34 0 0,1008-186 526 0 0,-919 173-644 0 0,766-116-27 0 0,7 46-234 0 0,-102 37-2951 0 0,-762 51 3005 0 0,33-1-2807 0 0,-68 8 1389 0 0,4-4 1488 0 0,0 0 0 0 0,0 1 0 0 0,0-1 0 0 0,-1 0 0 0 0,1 1 0 0 0,0-1 0 0 0,0 0 0 0 0,0 1 0 0 0,0-1 0 0 0,-1 0 0 0 0,1 1 0 0 0,0-1 1 0 0,0 0-1 0 0,-1 1-236 0 0,1-1 236 0 0,-1 0 0 0 0,1 1 0 0 0,0-1 0 0 0,-1 0 0 0 0,1 0 0 0 0,0 0 0 0 0,-1 0 0 0 0,1 0 1 0 0,0 1-1 0 0,-1-1 0 0 0,1 0 0 0 0,-1 0 0 0 0,-15 3-2960 0 0</inkml:trace>
</inkml:ink>
</file>

<file path=ppt/ink/ink2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8:02.2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17 1964 0 0,'-12'-10'9267'0'0,"11"7"-8624"0"0,3 2-614 0 0,0 0-1 0 0,0 1 1 0 0,0-1 0 0 0,0 1 0 0 0,0 0-1 0 0,0-1 1 0 0,0 1 0 0 0,0 0 0 0 0,1 0-1 0 0,-1 0 1 0 0,0 1 0 0 0,0-1 0 0 0,0 0-1 0 0,0 1 1 0 0,0 0 0 0 0,0-1 0 0 0,2 2-1 0 0,1 0 7 0 0,-1 0 0 0 0,0 1-1 0 0,0 0 1 0 0,-1-1 0 0 0,1 1 0 0 0,0 0-1 0 0,5 7 1 0 0,-5-6-9 0 0,0 1 1 0 0,-1-1-1 0 0,0 1 1 0 0,0-1-1 0 0,0 1 1 0 0,-1 0-1 0 0,1 0 1 0 0,-1 0-1 0 0,0 1 1 0 0,-1-1 0 0 0,1 0-1 0 0,-1 1 1 0 0,0-1-1 0 0,0 10 1 0 0,-3-5 39 0 0,0 0 1 0 0,-1 1 0 0 0,0-1-1 0 0,0 0 1 0 0,-1 0 0 0 0,-1-1 0 0 0,0 1-1 0 0,0-1 1 0 0,0 0 0 0 0,-1 0-1 0 0,-1-1 1 0 0,0 0 0 0 0,-13 13 0 0 0,19-20 13 0 0,-5 1 78 0 0,15-6-127 0 0,-3 1 38 0 0,0 1 0 0 0,0 0 0 0 0,0 1 0 0 0,0 0 0 0 0,1 0 0 0 0,-1 0 0 0 0,0 0 0 0 0,1 1 0 0 0,-1 0 0 0 0,0 0 0 0 0,1 1 0 0 0,-1 0-1 0 0,0 0 1 0 0,1 1 0 0 0,-1-1 0 0 0,0 1 0 0 0,0 1 0 0 0,0-1 0 0 0,-1 1 0 0 0,1 0 0 0 0,-1 0 0 0 0,7 5 0 0 0,-9-6 47 0 0,0 0-1 0 0,0 0 0 0 0,-1 0 1 0 0,1 0-1 0 0,-1 0 1 0 0,0 1-1 0 0,1-1 1 0 0,-1 1-1 0 0,0-1 1 0 0,0 1-1 0 0,-1 0 1 0 0,1 0-1 0 0,0 0 0 0 0,-1 0 1 0 0,0 0-1 0 0,0 0 1 0 0,0 0-1 0 0,1 5 1 0 0,-2-4 19 0 0,0 0-1 0 0,0 0 1 0 0,0 0 0 0 0,-1 0-1 0 0,1 0 1 0 0,-1 1 0 0 0,0-1 0 0 0,0-1-1 0 0,-1 1 1 0 0,1 0 0 0 0,-1 0 0 0 0,-4 6-1 0 0,-2 3 80 0 0,-1-2 1 0 0,0 1-1 0 0,-1-1 0 0 0,0 0 0 0 0,-1-1 0 0 0,0-1 0 0 0,-15 11 0 0 0,16-14-164 0 0,0-1-1 0 0,0 0 1 0 0,0-1 0 0 0,-1 0 0 0 0,1 0-1 0 0,-1-1 1 0 0,0-1 0 0 0,0 0 0 0 0,-18 1-1 0 0,28-3-193 0 0,-1 1 0 0 0,1-1 0 0 0,-1 0 0 0 0,0 0 0 0 0,1 0 0 0 0,-1-1 0 0 0,1 1-1 0 0,-1 0 1 0 0,0 0 0 0 0,1-1 0 0 0,-1 1 0 0 0,1-1 0 0 0,-1 0 0 0 0,1 1 0 0 0,-1-1-1 0 0,1 0 1 0 0,0 0 0 0 0,-1 0 0 0 0,1 0 0 0 0,0 0 0 0 0,0 0 0 0 0,0 0 0 0 0,0 0-1 0 0,-2-3 1 0 0,3 3-306 0 0,0-1-1 0 0,0 1 1 0 0,0-1-1 0 0,0 0 1 0 0,0 1-1 0 0,0-1 1 0 0,1 0 0 0 0,-1 1-1 0 0,0-1 1 0 0,1 1-1 0 0,-1-1 1 0 0,1 1-1 0 0,0-1 1 0 0,0 1-1 0 0,-1 0 1 0 0,1-1-1 0 0,2-1 1 0 0</inkml:trace>
</inkml:ink>
</file>

<file path=ppt/ink/ink2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8:02.5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54 2364 0 0,'45'-54'15173'0'0,"-43"63"-14587"0"0,-2 1 67 0 0,-1 0 1 0 0,0 0-1 0 0,0 0 0 0 0,-5 17 1 0 0,0 6 134 0 0,2-5-504 0 0,-73 692 1034 0 0,78-648-5547 0 0,9-25-5946 0 0</inkml:trace>
</inkml:ink>
</file>

<file path=ppt/ink/ink2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8:02.7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61 3064 0 0,'5'-61'14182'0'0,"6"77"-12036"0"0,-7-1-1551 0 0,0 1 0 0 0,-1 1 1 0 0,0-1-1 0 0,0 27 0 0 0,-6 68-116 0 0,1-67-263 0 0,0-14-413 0 0,0 26-2430 0 0,6-20-4033 0 0</inkml:trace>
</inkml:ink>
</file>

<file path=ppt/ink/ink2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8:03.2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1 119 716 0 0,'0'-6'871'0'0,"0"0"-1"0"0,0 0 1 0 0,1-1 0 0 0,0 1-1 0 0,1 0 1 0 0,-1 1-1 0 0,1-1 1 0 0,0 0 0 0 0,1 0-1 0 0,-1 1 1 0 0,5-7-1 0 0,-5 9-698 0 0,0-1 0 0 0,1 1 0 0 0,0 0 0 0 0,-1 1 0 0 0,1-1 0 0 0,0 0 0 0 0,0 1 0 0 0,1 0 0 0 0,-1-1 0 0 0,0 1 0 0 0,1 1 0 0 0,0-1-1 0 0,-1 0 1 0 0,1 1 0 0 0,0 0 0 0 0,0 0 0 0 0,-1 0 0 0 0,1 0 0 0 0,7 0 0 0 0,-5 1-49 0 0,-1 0-1 0 0,0 0 1 0 0,1 0-1 0 0,-1 0 1 0 0,1 1-1 0 0,-1 0 1 0 0,0 0-1 0 0,0 1 1 0 0,1 0-1 0 0,5 2 1 0 0,-9-3-84 0 0,0 0 0 0 0,0 1 0 0 0,0-1 0 0 0,0 1 0 0 0,-1-1 0 0 0,1 1 0 0 0,0-1 0 0 0,-1 1 0 0 0,1 0 0 0 0,-1 0 0 0 0,0-1 0 0 0,1 1 0 0 0,-1 0 0 0 0,0 1 0 0 0,0-1 0 0 0,0 0 0 0 0,-1 0 0 0 0,1 0 0 0 0,0 0 0 0 0,-1 1 0 0 0,0-1 0 0 0,1 0 0 0 0,-1 1 0 0 0,0-1 0 0 0,0 0 0 0 0,0 0 0 0 0,0 1 0 0 0,-1 3 0 0 0,-1 0-3 0 0,1 0 0 0 0,-1 1-1 0 0,0-1 1 0 0,0 0 0 0 0,-1 0 0 0 0,0 0 0 0 0,0 0 0 0 0,0-1 0 0 0,-1 1 0 0 0,0-1-1 0 0,-5 6 1 0 0,-10 9 66 0 0,-37 29 0 0 0,55-47-107 0 0,10 3-23 0 0,27-5 80 0 0,52 6 0 0 0,-72-3 77 0 0,0 1 0 0 0,0 0-1 0 0,-1 2 1 0 0,24 10 0 0 0,-28-12 122 0 0,0 2 0 0 0,0-1 0 0 0,-1 2 0 0 0,1-1 0 0 0,11 11 0 0 0,-20-16-185 0 0,0 1 0 0 0,-1 0 0 0 0,1 0 0 0 0,0 0 1 0 0,-1 0-1 0 0,1 0 0 0 0,-1 0 0 0 0,1 0 0 0 0,-1 0 0 0 0,0 1 1 0 0,0-1-1 0 0,0 0 0 0 0,-1 1 0 0 0,1-1 0 0 0,0 1 0 0 0,-1-1 1 0 0,0 1-1 0 0,1-1 0 0 0,-1 1 0 0 0,0-1 0 0 0,0 1 1 0 0,-1-1-1 0 0,1 1 0 0 0,0-1 0 0 0,-1 1 0 0 0,0-1 0 0 0,1 1 1 0 0,-1-1-1 0 0,0 1 0 0 0,0-1 0 0 0,-3 4 0 0 0,-1 3 3 0 0,-1-1 0 0 0,-1 0-1 0 0,1 0 1 0 0,-1-1 0 0 0,0 0-1 0 0,-1 0 1 0 0,0-1 0 0 0,0 0-1 0 0,0 0 1 0 0,-15 7-1 0 0,0-2-9 0 0,-1 0-1 0 0,-47 14 0 0 0,63-23-355 0 0,-1 0-1 0 0,1-1 1 0 0,0 0 0 0 0,-1 0 0 0 0,-12-1-1 0 0,18 0-128 0 0,-1 0-1 0 0,1-1 0 0 0,0 1 0 0 0,0-1 1 0 0,0 0-1 0 0,0 0 0 0 0,0 0 0 0 0,-3-2 0 0 0,5 2-46 0 0,-1 1 0 0 0,1-1 0 0 0,0 0-1 0 0,0 0 1 0 0,-1 0 0 0 0,1 0 0 0 0,0-1-1 0 0,0 1 1 0 0,0 0 0 0 0,0 0-1 0 0,0-1 1 0 0,1 1 0 0 0,-1-1 0 0 0,0 1-1 0 0,1 0 1 0 0,-2-4 0 0 0</inkml:trace>
</inkml:ink>
</file>

<file path=ppt/ink/ink2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8:03.5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153 67 936 0 0,'18'-47'8958'0'0,"-10"27"-3849"0"0,-7 25-4649 0 0,-1-1-1 0 0,1 1 1 0 0,-1 0-1 0 0,0-1 1 0 0,0 1-1 0 0,-1-1 1 0 0,1 1-1 0 0,-1-1 1 0 0,-2 7-1 0 0,0 5 147 0 0,-53 401 3991 0 0,-6-21-3818 0 0,21-229-5865 0 0,33-134 884 0 0,3-14-1975 0 0</inkml:trace>
</inkml:ink>
</file>

<file path=ppt/ink/ink2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8:03.8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1 131 1536 0 0,'1'-4'1359'0'0,"2"-6"1583"0"0,1 0-1 0 0,0 0 1 0 0,8-15 0 0 0,-10 21-2657 0 0,1 1 0 0 0,0-1 0 0 0,0 1-1 0 0,0 0 1 0 0,0 0 0 0 0,1 0 0 0 0,-1 0 0 0 0,1 0 0 0 0,0 1 0 0 0,-1 0-1 0 0,8-4 1 0 0,3 0 29 0 0,0 1-1 0 0,0 0 1 0 0,1 0-1 0 0,-1 2 1 0 0,24-4-1 0 0,-32 6-250 0 0,0 1 0 0 0,0 0-1 0 0,0 0 1 0 0,0 0 0 0 0,0 0-1 0 0,0 1 1 0 0,-1 0 0 0 0,1 0-1 0 0,0 1 1 0 0,0-1 0 0 0,-1 1-1 0 0,1 1 1 0 0,-1-1 0 0 0,0 1-1 0 0,1 0 1 0 0,-1 0 0 0 0,5 4-1 0 0,-6-2 95 0 0,0-1 0 0 0,-1 1 0 0 0,1 0 0 0 0,-1 0 0 0 0,0 0-1 0 0,0 1 1 0 0,-1-1 0 0 0,0 1 0 0 0,0 0 0 0 0,0-1 0 0 0,0 1 0 0 0,-1 0-1 0 0,0 0 1 0 0,0 0 0 0 0,-1 12 0 0 0,0 4 318 0 0,-1-1-1 0 0,0 1 1 0 0,-6 22-1 0 0,-58 202 867 0 0,64-241-1493 0 0,0-3-60 0 0,0 0 0 0 0,0-1 0 0 0,1 1 0 0 0,-1 0 0 0 0,1-1 0 0 0,0 1 0 0 0,-1 0 0 0 0,1 0 0 0 0,0-1 0 0 0,0 1 0 0 0,0 0 0 0 0,0 0 1 0 0,0 0-1 0 0,0-1 0 0 0,1 1 0 0 0,-1 0 0 0 0,1 0 0 0 0,0 1 0 0 0,18-6-7377 0 0,-6-2 2703 0 0,5-5-2894 0 0</inkml:trace>
</inkml:ink>
</file>

<file path=ppt/ink/ink2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8:04.1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66 107 980 0 0,'-14'-7'5111'0'0,"1"-2"0"0"0,-24-19 0 0 0,36 27-4606 0 0,1-1-435 0 0,1 0 1 0 0,0 1 0 0 0,0-1 0 0 0,0 1-1 0 0,0-1 1 0 0,0 1 0 0 0,0-1 0 0 0,0 1 0 0 0,0-1-1 0 0,1 1 1 0 0,-1 0 0 0 0,1 0 0 0 0,-1 0-1 0 0,1 0 1 0 0,-1 0 0 0 0,1 0 0 0 0,-1 0 0 0 0,1 0-1 0 0,0 1 1 0 0,0-1 0 0 0,-1 0 0 0 0,5 0 0 0 0,44-11 98 0 0,-26 8-272 0 0,67-10-2250 0 0,-34 10-6124 0 0</inkml:trace>
</inkml:ink>
</file>

<file path=ppt/ink/ink2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8:04.4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1 764 0 0,'-96'68'16494'0'0,"96"-68"-16439"0"0,-1 1 0 0 0,1-1 0 0 0,0 0 1 0 0,0 0-1 0 0,-1 1 0 0 0,1-1 1 0 0,0 0-1 0 0,0 1 0 0 0,-1-1 0 0 0,1 0 1 0 0,0 0-1 0 0,0 1 0 0 0,0-1 1 0 0,-1 0-1 0 0,1 1 0 0 0,0-1 0 0 0,0 1 1 0 0,0-1-1 0 0,0 0 0 0 0,0 1 1 0 0,0-1-1 0 0,0 0 0 0 0,0 1 1 0 0,0-1-1 0 0,0 0 0 0 0,0 1 0 0 0,0-1 1 0 0,0 1-1 0 0,0-1 0 0 0,1 1 1 0 0,-1-1-27 0 0,0 1 1 0 0,1-1-1 0 0,-1 1 1 0 0,1-1-1 0 0,-1 0 1 0 0,1 1-1 0 0,-1-1 1 0 0,1 0 0 0 0,-1 1-1 0 0,1-1 1 0 0,-1 0-1 0 0,1 0 1 0 0,-1 1-1 0 0,1-1 1 0 0,0 0-1 0 0,-1 0 1 0 0,1 0 0 0 0,-1 0-1 0 0,1 0 1 0 0,0 0-1 0 0,0 0 1 0 0,29-1-487 0 0,-1-2 1 0 0,53-11 0 0 0,11-11-8433 0 0,-63 14 1929 0 0</inkml:trace>
</inkml:ink>
</file>

<file path=ppt/ink/ink2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8:05.7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24 476 0 0,'-3'-1'5459'0'0,"2"1"-5337"0"0,-16-8 6074 0 0,17 8-6158 0 0,1 0 0 0 0,-1 0 0 0 0,0 0 1 0 0,0 0-1 0 0,0 0 0 0 0,0 0 0 0 0,1-1 0 0 0,-1 1 0 0 0,0 0 0 0 0,0 0 0 0 0,0 0 0 0 0,1 0 0 0 0,-1 0 0 0 0,0 0 0 0 0,0-1 0 0 0,0 1 0 0 0,0 0 0 0 0,0 0 0 0 0,1 0 0 0 0,-1 0 0 0 0,0-1 0 0 0,0 1 0 0 0,0 0 0 0 0,0 0 0 0 0,0 0 0 0 0,0 0 0 0 0,0-1 0 0 0,0 1 1 0 0,0 0-1 0 0,0 0 0 0 0,0-1 0 0 0,0 1 0 0 0,0 0 0 0 0,0 0 0 0 0,0 0 0 0 0,0-1 0 0 0,0 1 0 0 0,0 0 0 0 0,0 0 0 0 0,0 0 0 0 0,0-1 0 0 0,0 1 0 0 0,0 0 0 0 0,0 0 0 0 0,0 0 0 0 0,0 0 0 0 0,-1-1 0 0 0,1 1 0 0 0,0 0 0 0 0,0 0 0 0 0,0 0 0 0 0,0 0 1 0 0,0-1-1 0 0,-1 1 0 0 0,1 0 0 0 0,0 0 0 0 0,0 0 0 0 0,0 0 0 0 0,-1 0 0 0 0,1 0 0 0 0,0 0 0 0 0,0 0 0 0 0,0 0 0 0 0,-1-1 0 0 0,1 1 0 0 0,7-1 18 0 0,0 0 0 0 0,1 0-1 0 0,-1 0 1 0 0,0 1 0 0 0,1 0 0 0 0,-1 0 0 0 0,0 1-1 0 0,0 0 1 0 0,1 0 0 0 0,-1 1 0 0 0,0 0 0 0 0,11 5-1 0 0,-15-6-44 0 0,0 0 0 0 0,0 0 0 0 0,-1 0-1 0 0,1 1 1 0 0,0-1 0 0 0,-1 1-1 0 0,1 0 1 0 0,-1 0 0 0 0,0 0-1 0 0,0 0 1 0 0,1 0 0 0 0,-1 0 0 0 0,-1 1-1 0 0,1-1 1 0 0,0 1 0 0 0,0-1-1 0 0,-1 1 1 0 0,0 0 0 0 0,1-1 0 0 0,-1 1-1 0 0,0 0 1 0 0,0 0 0 0 0,-1 0-1 0 0,1 0 1 0 0,-1 0 0 0 0,1 0 0 0 0,-1 0-1 0 0,0 0 1 0 0,0 0 0 0 0,0 0-1 0 0,-1 0 1 0 0,0 6 0 0 0,-3 4 54 0 0,-1 0-1 0 0,0 0 1 0 0,0-1 0 0 0,-1 0-1 0 0,-1 0 1 0 0,-11 17 0 0 0,-57 62 768 0 0,50-65-474 0 0,-35 52 1 0 0,56-71-332 0 0,3-6-17 0 0,0 1 0 0 0,0-1 0 0 0,0 0 0 0 0,0 0 0 0 0,0 1 0 0 0,0-1 0 0 0,1 0 0 0 0,-1 1 0 0 0,0-1 1 0 0,1 1-1 0 0,0-1 0 0 0,-1 1 0 0 0,1-1 0 0 0,0 1 0 0 0,-1-1 0 0 0,1 1 0 0 0,0-1 0 0 0,0 1 0 0 0,0-1 0 0 0,1 1 0 0 0,-1-1 0 0 0,1 4 0 0 0,0-4-3 0 0,-1 0 0 0 0,1-1-1 0 0,0 1 1 0 0,-1 0 0 0 0,1 0-1 0 0,0-1 1 0 0,0 1 0 0 0,-1-1-1 0 0,1 1 1 0 0,0 0 0 0 0,0-1 0 0 0,0 1-1 0 0,0-1 1 0 0,0 0 0 0 0,0 1-1 0 0,0-1 1 0 0,0 0 0 0 0,0 0-1 0 0,0 0 1 0 0,2 1 0 0 0,20 0 50 0 0,18-4-238 0 0,0-2 0 0 0,-1-1 0 0 0,1-2 1 0 0,-2-2-1 0 0,43-16 0 0 0,-49 13-2174 0 0,-1-2-1 0 0,-1-1 0 0 0,44-29 1 0 0,-60 34-127 0 0,-3-3-487 0 0</inkml:trace>
</inkml:ink>
</file>

<file path=ppt/ink/ink2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8:05.9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60 304 0 0,'0'-2'2125'0'0,"-3"-55"16897"0"0,0 86-18375 0 0,2-4-796 0 0,-9 153 1642 0 0,11-60-7437 0 0,4-97 2378 0 0</inkml:trace>
</inkml:ink>
</file>

<file path=ppt/ink/ink2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8:06.2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314 73 2152 0 0,'2'-72'15450'0'0,"-6"80"-14972"0"0,-1 0-1 0 0,2 1 1 0 0,-1-1-1 0 0,1 1 1 0 0,0 0-1 0 0,1 0 1 0 0,-2 13-1 0 0,-3 9 76 0 0,-57 222 1096 0 0,-23 87-1082 0 0,46-200-485 0 0,-11 39-1913 0 0,21-59-9893 0 0,25-99 3410 0 0</inkml:trace>
</inkml:ink>
</file>

<file path=ppt/ink/ink2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8:06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78 616 0 0,'10'-77'18516'0'0,"-15"114"-15955"0"0,-56 230-1175 0 0,48-210-2424 0 0,4-14-2346 0 0,-2-4-6598 0 0</inkml:trace>
</inkml:ink>
</file>

<file path=ppt/ink/ink2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8:06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444 94 700 0 0,'10'-47'10390'0'0,"2"20"-6783"0"0,-12 25-3479 0 0,1 1 1 0 0,0-1 0 0 0,0 1-1 0 0,1 0 1 0 0,-1 0-1 0 0,0 0 1 0 0,0-1 0 0 0,1 1-1 0 0,-1 0 1 0 0,0 0 0 0 0,1 1-1 0 0,-1-1 1 0 0,1 0-1 0 0,-1 0 1 0 0,1 1 0 0 0,0-1-1 0 0,-1 1 1 0 0,1-1 0 0 0,0 1-1 0 0,2 0 1 0 0,28 0 714 0 0,-28 0-772 0 0,-1 0 4 0 0,-1 0-1 0 0,1 1 0 0 0,0-1 1 0 0,0 0-1 0 0,0 1 0 0 0,-1 0 1 0 0,1 0-1 0 0,0 0 1 0 0,-1 0-1 0 0,1 0 0 0 0,0 0 1 0 0,-1 1-1 0 0,0-1 0 0 0,1 1 1 0 0,-1-1-1 0 0,0 1 0 0 0,0 0 1 0 0,0 0-1 0 0,0 0 0 0 0,0 0 1 0 0,0 1-1 0 0,-1-1 1 0 0,1 0-1 0 0,-1 1 0 0 0,1-1 1 0 0,-1 1-1 0 0,0 0 0 0 0,0-1 1 0 0,0 1-1 0 0,1 4 0 0 0,-2-1 71 0 0,1 0-1 0 0,-1 1 0 0 0,0-1 1 0 0,0 0-1 0 0,-1 0 0 0 0,1 1 1 0 0,-1-1-1 0 0,-1 0 0 0 0,1 0 1 0 0,-1 0-1 0 0,-5 11 0 0 0,-9 10 313 0 0,-1-1-1 0 0,-1 0 0 0 0,-1-1 0 0 0,-1-1 1 0 0,-32 29-1 0 0,52-53-448 0 0,-1 0 0 0 0,1 0 0 0 0,0 0 0 0 0,0 0 0 0 0,-1 0 1 0 0,1 1-1 0 0,0-1 0 0 0,0 0 0 0 0,0 0 0 0 0,-1 0 0 0 0,1 0 0 0 0,0 1 0 0 0,0-1 0 0 0,0 0 0 0 0,-1 0 0 0 0,1 1 1 0 0,0-1-1 0 0,0 0 0 0 0,0 0 0 0 0,0 1 0 0 0,0-1 0 0 0,0 0 0 0 0,0 0 0 0 0,0 1 0 0 0,0-1 0 0 0,0 0 0 0 0,-1 0 1 0 0,1 1-1 0 0,0-1 0 0 0,1 0 0 0 0,-1 0 0 0 0,0 1 0 0 0,0-1 0 0 0,0 0 0 0 0,0 1 0 0 0,0-1 0 0 0,0 0 1 0 0,0 0-1 0 0,0 1 0 0 0,0-1 0 0 0,0 0 0 0 0,1 0 0 0 0,-1 0 0 0 0,0 1 0 0 0,0-1 0 0 0,0 0 0 0 0,1 0 0 0 0,-1 0 1 0 0,0 1-1 0 0,0-1 0 0 0,0 0 0 0 0,1 0 0 0 0,-1 0 0 0 0,0 0 0 0 0,0 0 0 0 0,1 1 0 0 0,-1-1 0 0 0,0 0 0 0 0,0 0 1 0 0,1 0-1 0 0,-1 0 0 0 0,1 0 0 0 0,21 2 130 0 0,-21-2-143 0 0,31-1 130 0 0,-7 0-102 0 0,41 4-1 0 0,-59-2 12 0 0,0 0-1 0 0,0 1 0 0 0,1 0 1 0 0,-1 0-1 0 0,0 0 0 0 0,-1 1 1 0 0,1 0-1 0 0,0 0 0 0 0,-1 1 1 0 0,8 5-1 0 0,-12-8-3 0 0,-1 0-1 0 0,0 1 1 0 0,1-1-1 0 0,-1 1 1 0 0,0 0 0 0 0,0-1-1 0 0,0 1 1 0 0,0 0-1 0 0,0 0 1 0 0,0 0-1 0 0,0-1 1 0 0,-1 1 0 0 0,1 0-1 0 0,-1 0 1 0 0,1 0-1 0 0,-1 0 1 0 0,0 0 0 0 0,0 0-1 0 0,0 0 1 0 0,0 0-1 0 0,0 0 1 0 0,0 0-1 0 0,-1 0 1 0 0,1 0 0 0 0,-1 0-1 0 0,1 0 1 0 0,-1 0-1 0 0,0 0 1 0 0,1 0 0 0 0,-1-1-1 0 0,0 1 1 0 0,-2 2-1 0 0,-1 3 9 0 0,0 0 0 0 0,0-1 1 0 0,-1 1-1 0 0,0-1 0 0 0,-1 0 0 0 0,-10 9 0 0 0,-5 1-317 0 0,-2 0-1 0 0,0-2 1 0 0,0 0 0 0 0,-48 19 0 0 0,-107 27-5052 0 0,157-54 4577 0 0,-156 40-8451 0 0,76-27 785 0 0</inkml:trace>
</inkml:ink>
</file>

<file path=ppt/ink/ink2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8:15.2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4 660 0 0,'0'0'2128'0'0,"-10"-3"-2184"0"0</inkml:trace>
</inkml:ink>
</file>

<file path=ppt/ink/ink2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8:15.7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0 340 0 0,'0'0'2052'0'0</inkml:trace>
</inkml:ink>
</file>

<file path=ppt/ink/ink2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8:15.9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5 468 0 0,'0'0'628'0'0,"7"-5"988"0"0</inkml:trace>
</inkml:ink>
</file>

<file path=ppt/ink/ink2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8:16.1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1 912 0 0,'0'0'4769'0'0</inkml:trace>
</inkml:ink>
</file>

<file path=ppt/ink/ink2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8:16.3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0 480 0 0,'0'0'1240'0'0,"5"9"872"0"0,-1 3-1756 0 0,1-1-1144 0 0,-3-3-1012 0 0</inkml:trace>
</inkml:ink>
</file>

<file path=ppt/ink/ink2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8:17.6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76 332 0 0,'-9'-10'4495'0'0,"-31"-55"7808"0"0,42 65-12181 0 0,0-1 0 0 0,0 1 0 0 0,0 0 0 0 0,1 0 0 0 0,-1 0 0 0 0,0 0-1 0 0,0 1 1 0 0,0-1 0 0 0,3 1 0 0 0,31 11 461 0 0,48 23 1 0 0,1 1-1099 0 0,-45-24-2514 0 0,1-6-3979 0 0,-41-6 6881 0 0,1 0 1 0 0,-1 0-1 0 0,1 0 0 0 0,-1 0 1 0 0,1 0-1 0 0,-1 0 0 0 0,0 0 0 0 0,1-1 1 0 0,-1 1-1 0 0,1 0 0 0 0,-1 0 1 0 0,1 0-1 0 0,-1 0 0 0 0,0 0 0 0 0,1-1 1 0 0,-1 1-1 0 0,0 0 0 0 0,1 0 1 0 0,-1-1-1 0 0,0 1 0 0 0,1 0 0 0 0,-1-1 1 0 0,0 1-1 0 0,1 0 0 0 0,-1-1 0 0 0,0 0 1 0 0</inkml:trace>
</inkml:ink>
</file>

<file path=ppt/ink/ink2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8:17.7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158 93 1124 0 0,'-2'-6'719'0'0,"-3"-7"1592"0"0,-1 0 0 0 0,-1 0-1 0 0,0 1 1 0 0,-16-24 1017 0 0,20 37-2856 0 0,-1 1-338 0 0,0 0-1 0 0,1 1 1 0 0,-1-1-1 0 0,1 1 1 0 0,0-1-1 0 0,0 1 1 0 0,0 0-1 0 0,0 0 1 0 0,0 0-1 0 0,1 1 1 0 0,-1-1-1 0 0,1 1 1 0 0,0-1-1 0 0,0 1 1 0 0,-2 5-1 0 0,-7 15 160 0 0,-9 29-1 0 0,16-40-212 0 0,-1 2-98 0 0,1 1 1 0 0,0-1-1 0 0,-2 27 1 0 0,4-12-2915 0 0,2 2-4234 0 0,0-19 2051 0 0</inkml:trace>
</inkml:ink>
</file>

<file path=ppt/ink/ink2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8:17.9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35 2068 0 0,'0'-3'1993'0'0,"-1"0"-1084"0"0,1 0 0 0 0,-1 0 0 0 0,1 0 0 0 0,-1 0 0 0 0,0 1 1 0 0,0-1-1 0 0,0 0 0 0 0,0 0 0 0 0,-3-3 0 0 0,2 8-724 0 0,-1-1 0 0 0,0 1 0 0 0,1-1 0 0 0,-1 1 0 0 0,1 0 0 0 0,0 0 0 0 0,-1 0 0 0 0,1 1 0 0 0,0-1 0 0 0,0 0 0 0 0,1 1 0 0 0,-1-1 0 0 0,0 1 0 0 0,-1 3 0 0 0,-23 50 829 0 0,17-35-763 0 0,4-8-317 0 0,0 0-1 0 0,1 1 1 0 0,-4 19-1 0 0,3-10-2907 0 0,-1 0-3531 0 0</inkml:trace>
</inkml:ink>
</file>

<file path=ppt/ink/ink2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8:18.2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55 1204 0 0,'0'-3'2155'0'0,"-10"-31"5579"0"0,10 31-6463 0 0,0 2-1180 0 0,0 1 0 0 0,0-1 0 0 0,0 1 0 0 0,-1 0 0 0 0,1-1 0 0 0,0 1 0 0 0,0-1 1 0 0,0 1-1 0 0,0-1 0 0 0,0 1 0 0 0,0 0 0 0 0,1-1 0 0 0,-1 1 0 0 0,0-1 0 0 0,0 1 0 0 0,0 0 0 0 0,0-1 0 0 0,0 1 0 0 0,1-1 0 0 0,-1 1 0 0 0,0 0 0 0 0,1-1 0 0 0,2 0 117 0 0,0 0 0 0 0,0 0 0 0 0,0 1 1 0 0,0-1-1 0 0,0 1 0 0 0,0 0 0 0 0,0 0 0 0 0,0 0 0 0 0,0 0 1 0 0,1 1-1 0 0,-1-1 0 0 0,0 1 0 0 0,0 0 0 0 0,0 0 0 0 0,0 0 0 0 0,-1 0 1 0 0,1 0-1 0 0,5 3 0 0 0,7 5 3 0 0,30 22 0 0 0,-35-24-16 0 0,27 20-152 0 0,76 52-2784 0 0,-34-35-7102 0 0,-67-39 5758 0 0</inkml:trace>
</inkml:ink>
</file>

<file path=ppt/ink/ink2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8:18.4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48 4 0 0,'-46'-48'13219'0'0,"44"49"-12293"0"0,1-1-802 0 0,0 1 0 0 0,0-1 0 0 0,0 1-1 0 0,0-1 1 0 0,0 1 0 0 0,0-1 0 0 0,0 1 0 0 0,0 0-1 0 0,1-1 1 0 0,-1 1 0 0 0,0 0 0 0 0,0 0 0 0 0,1-1-1 0 0,-1 1 1 0 0,0 0 0 0 0,1 0 0 0 0,-1 0 0 0 0,1 0-1 0 0,-1 0 1 0 0,1 1 0 0 0,-6 29 1213 0 0,6-15-1024 0 0,1 0 0 0 0,3 15-1 0 0,13 57-2077 0 0,-1-11-6949 0 0,-12-51 2573 0 0</inkml:trace>
</inkml:ink>
</file>

<file path=ppt/ink/ink2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8:18.9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64 122 992 0 0,'-5'-2'304'0'0,"0"1"-1"0"0,1-1 0 0 0,-1 1 1 0 0,1-1-1 0 0,-1-1 1 0 0,1 1-1 0 0,0-1 1 0 0,0 1-1 0 0,0-1 1 0 0,0 0-1 0 0,0-1 1 0 0,-5-5-1 0 0,8 7-216 0 0,1-5 38 0 0,-1 6-112 0 0,1-1-1 0 0,0 1 1 0 0,-1-1-1 0 0,1 1 1 0 0,0-1-1 0 0,0 1 1 0 0,0-1-1 0 0,0 1 1 0 0,1-1 0 0 0,-1-2-1 0 0,25-35 291 0 0,-24 37-293 0 0,15-13-2596 0 0</inkml:trace>
</inkml:ink>
</file>

<file path=ppt/ink/ink2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8:23.7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75 355 1236 0 0,'-9'-25'5945'0'0,"2"10"-4415"0"0,-1 1 0 0 0,-9-13 0 0 0,-13-24 948 0 0,29 50-2453 0 0,0-1 0 0 0,1 1 0 0 0,0 0 0 0 0,-1-1 0 0 0,1 1 0 0 0,0 0 0 0 0,0-1 0 0 0,0 1 0 0 0,0-1 0 0 0,0 1 0 0 0,0 0 0 0 0,0-1 0 0 0,0 1 0 0 0,0-1 0 0 0,1 1 0 0 0,-1 0 0 0 0,1-1 0 0 0,-1 1 0 0 0,1 0 0 0 0,-1-1 0 0 0,1 1 0 0 0,0 0 0 0 0,0 0 0 0 0,0 0 0 0 0,-1 0 0 0 0,1 0 0 0 0,0 0 0 0 0,0 0 0 0 0,1 0 0 0 0,0-2 0 0 0,1 1 20 0 0,1 0 0 0 0,-1 0 0 0 0,0 0 0 0 0,0 0 0 0 0,1 0 0 0 0,-1 1 0 0 0,1-1 0 0 0,0 1 0 0 0,-1 0 0 0 0,7-1 0 0 0,10 2 7 0 0,1 0-1 0 0,0 2 0 0 0,-1 0 0 0 0,1 2 0 0 0,26 7 0 0 0,42 6 1 0 0,-12-9-10 0 0,0-4 1 0 0,130-9-1 0 0,227-54-2 0 0,0 0-1 0 0,398 29-7 0 0,-409 47-11 0 0,-271-9 20 0 0,313-6-11 0 0,1-23 1 0 0,217-4-24 0 0,613 7-1920 0 0,-1063 13 227 0 0,261-7-5562 0 0,-425 8 4253 0 0</inkml:trace>
</inkml:ink>
</file>

<file path=ppt/ink/ink2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8:23.9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25 180 0 0,'0'0'3496'0'0,"-3"-9"-771"0"0,-6 2-2085 0 0,-7 0-1460 0 0,-3 5-2997 0 0</inkml:trace>
</inkml:ink>
</file>

<file path=ppt/ink/ink2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5:00.4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23 189 1040 0 0,'0'0'1702'0'0,"-18"-15"5219"0"0,17 13-6850 0 0,1 1-1 0 0,-1-1 1 0 0,0 1 0 0 0,1-1-1 0 0,-1 0 1 0 0,1 1 0 0 0,0-1-1 0 0,0 0 1 0 0,0 1 0 0 0,0-1 0 0 0,0 0-1 0 0,0 1 1 0 0,0-1 0 0 0,0 0-1 0 0,0 1 1 0 0,1-1 0 0 0,-1 0-1 0 0,1 1 1 0 0,-1-1 0 0 0,1 0-1 0 0,0 1 1 0 0,0-1 0 0 0,0 1 0 0 0,-1 0-1 0 0,1-1 1 0 0,1 1 0 0 0,-1 0-1 0 0,0-1 1 0 0,0 1 0 0 0,0 0-1 0 0,2-1 1 0 0,0 0-61 0 0,-1 0 1 0 0,1 1-1 0 0,0-1 0 0 0,-1 1 0 0 0,1 0 1 0 0,0 0-1 0 0,0 0 0 0 0,0 0 0 0 0,0 0 1 0 0,0 0-1 0 0,0 1 0 0 0,0 0 0 0 0,0-1 1 0 0,0 1-1 0 0,0 0 0 0 0,0 1 0 0 0,0-1 1 0 0,4 1-1 0 0,-2 1-6 0 0,0-1 0 0 0,0 1-1 0 0,-1-1 1 0 0,1 1 0 0 0,-1 1 0 0 0,1-1 0 0 0,-1 1 0 0 0,0 0 0 0 0,0 0-1 0 0,0 0 1 0 0,0 0 0 0 0,-1 1 0 0 0,1-1 0 0 0,-1 1 0 0 0,4 6 0 0 0,-3-3 2 0 0,0-1 0 0 0,-1 1 0 0 0,0 1 1 0 0,0-1-1 0 0,0 0 0 0 0,-1 1 1 0 0,-1-1-1 0 0,1 1 0 0 0,0 10 1 0 0,-1-1 41 0 0,-1-1 0 0 0,-1 1 1 0 0,-1 0-1 0 0,0 0 1 0 0,-1-1-1 0 0,-1 1 1 0 0,0-1-1 0 0,-12 29 0 0 0,6-23 116 0 0,-26 53 1997 0 0,35-74-1761 0 0,0-4-348 0 0,1 0-38 0 0,-1 1-1 0 0,0 0 1 0 0,1-1-1 0 0,0 1 1 0 0,-1-1-1 0 0,1 1 0 0 0,0-1 1 0 0,0 1-1 0 0,1 0 1 0 0,-1-1-1 0 0,1-4 1 0 0,9-32-3 0 0,2-1 1 0 0,2 2-1 0 0,1-1 0 0 0,21-36 1 0 0,92-139-82 0 0,-107 179 12 0 0,-19 33 30 0 0,-11 26-25 0 0,-62 139 133 0 0,60-132-59 0 0,1 1 1 0 0,1 0-1 0 0,-5 44 0 0 0,13-72-20 0 0,1-1 0 0 0,-1 1-1 0 0,1 0 1 0 0,0-1 0 0 0,0 1 0 0 0,1 0 0 0 0,-1 0-1 0 0,1-1 1 0 0,0 1 0 0 0,0 0 0 0 0,0-1 0 0 0,0 1-1 0 0,1-1 1 0 0,-1 1 0 0 0,1-1 0 0 0,0 0 0 0 0,0 0-1 0 0,5 6 1 0 0,-4-6 6 0 0,0 0 1 0 0,1 0-1 0 0,0-1 0 0 0,0 1 0 0 0,0-1 0 0 0,0 0 1 0 0,0 0-1 0 0,0-1 0 0 0,0 1 0 0 0,1-1 0 0 0,-1 0 0 0 0,0 0 1 0 0,1 0-1 0 0,-1-1 0 0 0,7 1 0 0 0,16-2 44 0 0,0-1-1 0 0,0-1 0 0 0,0-1 1 0 0,32-10-1 0 0,-7 3 1115 0 0,17-3 770 0 0,-67 13-1885 0 0,6-1 51 0 0</inkml:trace>
</inkml:ink>
</file>

<file path=ppt/ink/ink2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5:02.1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267 44 756 0 0,'4'-10'3792'0'0,"-1"-6"565"0"0,-3 15-4136 0 0,0 0 0 0 0,0 0 0 0 0,0 0 0 0 0,0 0 0 0 0,0 1 0 0 0,0-1 0 0 0,-1 0 1 0 0,1 0-1 0 0,0 0 0 0 0,0 0 0 0 0,-1 0 0 0 0,1 0 0 0 0,-1 0 0 0 0,1 1 0 0 0,0-1 0 0 0,-1 0 0 0 0,0 0 0 0 0,1 1 0 0 0,-1-2 1 0 0,-3 4-203 0 0,0 0 1 0 0,0 0-1 0 0,0 0 1 0 0,0 0-1 0 0,1 0 1 0 0,-1 1-1 0 0,1 0 1 0 0,0 0-1 0 0,-5 5 1 0 0,-28 38 80 0 0,13-17-51 0 0,13-16-37 0 0,1 0 0 0 0,0 1 1 0 0,1-1-1 0 0,-10 24 1 0 0,10-22-4 0 0,8-14-9 0 0,-1 0 0 0 0,1 0 1 0 0,-1 0-1 0 0,1 1 0 0 0,-1-1 0 0 0,1 0 0 0 0,0 0 1 0 0,0 1-1 0 0,0-1 0 0 0,-1 0 0 0 0,1 1 0 0 0,0-1 1 0 0,1 0-1 0 0,-1 0 0 0 0,0 1 0 0 0,0-1 0 0 0,0 0 1 0 0,1 0-1 0 0,-1 1 0 0 0,1-1 0 0 0,-1 0 0 0 0,1 0 1 0 0,-1 0-1 0 0,1 0 0 0 0,0 0 0 0 0,0 0 0 0 0,-1 0 1 0 0,3 2-1 0 0,2 1 6 0 0,0 1 0 0 0,0-1 1 0 0,1-1-1 0 0,9 6 0 0 0,-10-6-3 0 0,-1-1 0 0 0,0 0 0 0 0,0 1 0 0 0,0 0 0 0 0,0 0 1 0 0,4 5-1 0 0,2 5-38 0 0,-3-5 82 0 0,-1 1 0 0 0,0-1 0 0 0,8 17 0 0 0,-12-21 52 0 0,-1 0 0 0 0,1 0 1 0 0,-1-1-1 0 0,0 1 0 0 0,-1 0 1 0 0,1 0-1 0 0,-1 0 0 0 0,0 0 1 0 0,1 0-1 0 0,-2 0 0 0 0,1 0 0 0 0,0 0 1 0 0,-1 0-1 0 0,-1 4 0 0 0,-1 4 168 0 0,-2-1-1 0 0,1 1 1 0 0,-1-1-1 0 0,-1 0 1 0 0,0 0-1 0 0,-1-1 1 0 0,-13 18-1 0 0,14-21-221 0 0,0-1 0 0 0,0 1 0 0 0,-1-1 0 0 0,1 0 0 0 0,-1-1 0 0 0,-1 0 0 0 0,1 0 0 0 0,-1 0 0 0 0,0-1-1 0 0,0-1 1 0 0,-11 5 0 0 0,16-7-230 0 0,1 0 1 0 0,-1-1-1 0 0,1 1 0 0 0,0-1 0 0 0,-1 0 0 0 0,1 0 1 0 0,-1 0-1 0 0,1 0 0 0 0,-1 0 0 0 0,1 0 0 0 0,-1 0 0 0 0,1-1 1 0 0,0 1-1 0 0,-1-1 0 0 0,1 0 0 0 0,0 0 0 0 0,-1 0 0 0 0,1 0 1 0 0,-4-3-1 0 0,4 2-536 0 0,-1 1 0 0 0,1-1 1 0 0,1-1-1 0 0,-1 1 1 0 0,0 0-1 0 0,0 0 0 0 0,1-1 1 0 0,-1 1-1 0 0,-1-6 0 0 0,-1-4-4086 0 0</inkml:trace>
</inkml:ink>
</file>

<file path=ppt/ink/ink2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5:02.3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7 155 1060 0 0,'-6'-31'9796'0'0,"8"27"-9724"0"0,1 1 0 0 0,-1 0 0 0 0,1-1-1 0 0,0 1 1 0 0,0 0 0 0 0,0 0 0 0 0,1 1-1 0 0,-1-1 1 0 0,5-2 0 0 0,40-22-54 0 0,-31 18-160 0 0,68-35-5369 0 0,-66 33 1976 0 0</inkml:trace>
</inkml:ink>
</file>

<file path=ppt/ink/ink2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5:02.5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1 372 0 0,'-47'45'10554'0'0,"46"-44"-10170"0"0,-6 9 335 0 0,7-10-700 0 0,-1 0 0 0 0,1 0 0 0 0,0 0 0 0 0,0 1 0 0 0,0-1 1 0 0,0 0-1 0 0,0 0 0 0 0,-1 1 0 0 0,1-1 0 0 0,0 0 0 0 0,0 0 1 0 0,0 1-1 0 0,0-1 0 0 0,0 0 0 0 0,0 0 0 0 0,0 1 0 0 0,0-1 1 0 0,0 0-1 0 0,0 0 0 0 0,0 1 0 0 0,0-1 0 0 0,0 0 0 0 0,0 0 1 0 0,0 1-1 0 0,1-1 0 0 0,-1 0 0 0 0,0 0 0 0 0,0 1 0 0 0,0-1 1 0 0,0 0-1 0 0,0 0 0 0 0,0 1 0 0 0,1-1 0 0 0,-1 0 0 0 0,0 0 1 0 0,0 0-1 0 0,0 1 0 0 0,1-1 0 0 0,-1 0 0 0 0,0 0 0 0 0,0 0 1 0 0,1 0-1 0 0,-1 0 0 0 0,9 1-82 0 0,-1-1 0 0 0,1-1 1 0 0,0 0-1 0 0,9-2 0 0 0,-1 1-1606 0 0</inkml:trace>
</inkml:ink>
</file>

<file path=ppt/ink/ink2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5:02.7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0 776 0 0,'-25'27'5389'0'0,"-24"34"670"0"0,49-61-6045 0 0,1 1 0 0 0,-1-1 0 0 0,0 1 1 0 0,0-1-1 0 0,1 0 0 0 0,-1 1 0 0 0,0-1 0 0 0,1 0 0 0 0,-1 0 1 0 0,0 1-1 0 0,1-1 0 0 0,-1 0 0 0 0,0 0 0 0 0,1 1 0 0 0,-1-1 1 0 0,1 0-1 0 0,-1 0 0 0 0,0 0 0 0 0,1 0 0 0 0,-1 0 1 0 0,1 1-1 0 0,-1-1 0 0 0,1 0 0 0 0,-1 0 0 0 0,1 0 0 0 0,-1 0 1 0 0,0 0-1 0 0,1-1 0 0 0,0 1 0 0 0,35-17-313 0 0,41-21-5522 0 0,-46 19 1696 0 0</inkml:trace>
</inkml:ink>
</file>

<file path=ppt/ink/ink2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8:28.1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1 104 0 0,'0'0'735'0'0,"17"32"1772"0"0,-16-31-2189 0 0</inkml:trace>
</inkml:ink>
</file>

<file path=ppt/ink/ink2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3:02.8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280 57 64 0 0,'-14'-4'2244'0'0,"6"1"-650"0"0,-1 0 0 0 0,0 1 0 0 0,0 0 0 0 0,-15-1 0 0 0,23 3-1510 0 0,-1 0-1 0 0,1 1 0 0 0,0-1 1 0 0,0 0-1 0 0,0 1 0 0 0,-1-1 1 0 0,1 1-1 0 0,0 0 0 0 0,0-1 0 0 0,0 1 1 0 0,0 0-1 0 0,0 0 0 0 0,0 0 1 0 0,0-1-1 0 0,0 1 0 0 0,0 0 1 0 0,1 0-1 0 0,-1 0 0 0 0,0 1 1 0 0,1-1-1 0 0,-2 1 0 0 0,-11 27 1105 0 0,12-25-951 0 0,-23 68 1924 0 0,-25 133 0 0 0,30-115-1678 0 0,-50 242 528 0 0,63-313-560 0 0,3-30-190 0 0,5-34-152 0 0,48-247-70 0 0,-33 225-58 0 0,3 1 1 0 0,35-81-1 0 0,-43 121 2 0 0,1 1 1 0 0,16-25-1 0 0,-25 44 10 0 0,1-1 0 0 0,0 0 0 0 0,0 1-1 0 0,0 0 1 0 0,1 0 0 0 0,0 1 0 0 0,0-1 0 0 0,1 1-1 0 0,-1 1 1 0 0,1-1 0 0 0,12-5 0 0 0,-15 9 7 0 0,-1 0 0 0 0,0 0 0 0 0,0 0 0 0 0,0 0 0 0 0,1 1 0 0 0,-1 0 0 0 0,0-1 0 0 0,1 1 0 0 0,-1 1 1 0 0,0-1-1 0 0,0 0 0 0 0,1 1 0 0 0,-1-1 0 0 0,0 1 0 0 0,6 2 0 0 0,-4 0 1 0 0,0-1 1 0 0,-1 1-1 0 0,1 0 0 0 0,-1 0 1 0 0,0 0-1 0 0,0 1 0 0 0,0 0 1 0 0,7 7-1 0 0,0 4 13 0 0,-1 0-1 0 0,-1 1 1 0 0,0 0 0 0 0,10 26-1 0 0,-7-11 15 0 0,-2 0 0 0 0,-1 0 0 0 0,-2 1 0 0 0,-1 0 0 0 0,3 62 0 0 0,-11 13-2899 0 0,-2-76 12 0 0,-2-11-2562 0 0</inkml:trace>
</inkml:ink>
</file>

<file path=ppt/ink/ink2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3:03.0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56 720 0 0,'-100'-47'16104'0'0,"99"46"-15494"0"0,3-1-321 0 0,-2 2-283 0 0,0-1-1 0 0,0 1 1 0 0,0 0 0 0 0,0 0 0 0 0,0-1-1 0 0,0 1 1 0 0,0 0 0 0 0,0 0-1 0 0,0 0 1 0 0,1-1 0 0 0,-1 1-1 0 0,0 0 1 0 0,0 0 0 0 0,0 0-1 0 0,0-1 1 0 0,0 1 0 0 0,1 0-1 0 0,-1 0 1 0 0,0 0 0 0 0,0 0 0 0 0,0 0-1 0 0,0-1 1 0 0,1 1 0 0 0,-1 0-1 0 0,0 0 1 0 0,0 0 0 0 0,0 0-1 0 0,1 0 1 0 0,-1 0 0 0 0,0 0-1 0 0,0 0 1 0 0,1 0 0 0 0,-1 0 0 0 0,0 0-1 0 0,0 0 1 0 0,1 0 0 0 0,-1 0-1 0 0,0 0 1 0 0,156-1-842 0 0,-49 8-4612 0 0,-69-4 1859 0 0,0 0-2079 0 0</inkml:trace>
</inkml:ink>
</file>

<file path=ppt/ink/ink2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3:03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 1912 0 0,'2'0'4713'0'0,"13"-1"-1504"0"0,1 0 1194 0 0,-15 1-4235 0 0,1 2-1 0 0,0-1 1 0 0,0 0-1 0 0,-1 0 0 0 0,1 0 1 0 0,-1 1-1 0 0,1-1 1 0 0,-1 1-1 0 0,0-1 0 0 0,1 1 1 0 0,-1 0-1 0 0,0-1 1 0 0,0 1-1 0 0,0 0 0 0 0,0 0 1 0 0,-1 0-1 0 0,1 0 1 0 0,0 0-1 0 0,-1 0 1 0 0,1 0-1 0 0,-1 0 0 0 0,1 3 1 0 0,1 11 172 0 0,0 30-1 0 0,-2-30-49 0 0,2 76 183 0 0,1 46-1473 0 0,8-48-3413 0 0,-5-62-222 0 0,5-2-2443 0 0</inkml:trace>
</inkml:ink>
</file>

<file path=ppt/ink/ink2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8:32.9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11 344 0 0,'0'0'2308'0'0,"12"-3"-1256"0"0,-19-4-3120 0 0</inkml:trace>
</inkml:ink>
</file>

<file path=ppt/ink/ink2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8:55.3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65 196 0 0,'-21'-65'11438'0'0,"36"69"-10455"0"0,-8 0-697 0 0,1 1-1 0 0,0 0 1 0 0,-1 0-1 0 0,0 1 1 0 0,0-1-1 0 0,0 2 0 0 0,7 9 1 0 0,11 8 192 0 0,61 58 194 0 0,27 23 82 0 0,-91-87-1436 0 0,0-1 0 0 0,2 0 1 0 0,35 17-1 0 0,-51-29-56 0 0,9 3-1920 0 0,-3-5-1861 0 0,0-1 760 0 0</inkml:trace>
</inkml:ink>
</file>

<file path=ppt/ink/ink2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8:55.6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244 60 1444 0 0,'0'-4'450'0'0,"1"-2"786"0"0,-1-1 0 0 0,-1 0 1 0 0,1 0-1 0 0,-1 0 1 0 0,0 0-1 0 0,-6-7 1865 0 0,2 19-2623 0 0,0 0 0 0 0,0 1 0 0 0,1 0 0 0 0,0 0 0 0 0,0 0 0 0 0,0 0 0 0 0,1 1 0 0 0,-5 11 0 0 0,-18 65 1552 0 0,17-51-1471 0 0,-78 283 1564 0 0,27 7-2109 0 0,58-300-463 0 0,-6 65-2731 0 0,10-30-3092 0 0,1-45 2461 0 0</inkml:trace>
</inkml:ink>
</file>

<file path=ppt/ink/ink2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8:55.8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 2636 0 0,'20'-14'4842'0'0,"-19"13"-4546"0"0,0 1-1 0 0,0 0 1 0 0,0-1-1 0 0,0 1 1 0 0,0 0 0 0 0,0 0-1 0 0,0 0 1 0 0,0 0-1 0 0,0 0 1 0 0,0 0 0 0 0,0 0-1 0 0,0 0 1 0 0,0 0-1 0 0,0 0 1 0 0,0 0-1 0 0,0 1 1 0 0,-1-1 0 0 0,1 0-1 0 0,2 1 1 0 0,-2 0-9 0 0,0 1 1 0 0,0-1 0 0 0,1 0-1 0 0,-1 0 1 0 0,0 0-1 0 0,0 1 1 0 0,0-1-1 0 0,0 1 1 0 0,0-1 0 0 0,-1 1-1 0 0,1-1 1 0 0,0 1-1 0 0,-1-1 1 0 0,1 1-1 0 0,-1 0 1 0 0,1-1-1 0 0,-1 4 1 0 0,3 31 2145 0 0,-2-30-1935 0 0,-2 64 1932 0 0,-11 93 0 0 0,3-64-1857 0 0,3-24-716 0 0,-4 42-3139 0 0,8-40-9249 0 0</inkml:trace>
</inkml:ink>
</file>

<file path=ppt/ink/ink2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8:56.5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128 368 376 0 0,'-5'0'2314'0'0,"-23"0"1589"0"0,-49 1 5001 0 0,74 0-8102 0 0,0-1-123 0 0,-8-1 2333 0 0,21-6-1718 0 0,38-11-1012 0 0,-32 12 89 0 0,148-52 265 0 0,-69 25-614 0 0,-56 21-451 0 0,-26 9-135 0 0,-1-1-1 0 0,0 0 1 0 0,0-1-1 0 0,-1 0 1 0 0,1-1-1 0 0,17-11 1 0 0,-27 15 366 0 0,0 0 0 0 0,0 0-1 0 0,-1 0 1 0 0,1 0 0 0 0,-1 0 0 0 0,1 0 0 0 0,-1-1-1 0 0,0 1 1 0 0,0 0 0 0 0,0-1 0 0 0,0 1-1 0 0,0-1 1 0 0,-1 1 0 0 0,1-1 0 0 0,-1 1 0 0 0,0-1-1 0 0,1 1 1 0 0,-1-1 0 0 0,0 0 0 0 0,-1-2 0 0 0,0-8-106 0 0,-1 0 1 0 0,-7-23-1 0 0,3 11 692 0 0,-3-16 1901 0 0,9 38-1959 0 0,2 0 381 0 0,-2 3-678 0 0,0 0 0 0 0,0 0 0 0 0,0-1 0 0 0,0 1 1 0 0,0 0-1 0 0,0 0 0 0 0,0 0 0 0 0,0-1 1 0 0,0 1-1 0 0,0 0 0 0 0,0 0 0 0 0,1 0 0 0 0,-1-1 1 0 0,0 1-1 0 0,0 0 0 0 0,0 0 0 0 0,0 0 0 0 0,0 0 1 0 0,0-1-1 0 0,1 1 0 0 0,-1 0 0 0 0,0 0 0 0 0,0 0 1 0 0,0 0-1 0 0,0 0 0 0 0,1 0 0 0 0,-1-1 0 0 0,0 1 1 0 0,0 0-1 0 0,0 0 0 0 0,1 0 0 0 0,-1 0 0 0 0,0 0 1 0 0,0 0-1 0 0,0 0 0 0 0,1 0 0 0 0,-1 0 0 0 0,0 0 1 0 0,0 0-1 0 0,0 0 0 0 0,1 0 0 0 0,-1 0 1 0 0,0 0-1 0 0,0 0 0 0 0,0 0 0 0 0,1 1 0 0 0,3 0 148 0 0,1 0 0 0 0,-1 1 0 0 0,0-1-1 0 0,1 1 1 0 0,-1 0 0 0 0,0 0-1 0 0,0 1 1 0 0,0 0 0 0 0,-1-1 0 0 0,1 1-1 0 0,-1 0 1 0 0,7 7 0 0 0,-6-4-39 0 0,1 0 0 0 0,-1 1-1 0 0,0-1 1 0 0,-1 1 0 0 0,0 0 0 0 0,0 0 0 0 0,3 10 0 0 0,-2-1-58 0 0,-1-1 0 0 0,0 1 0 0 0,-2-1 0 0 0,1 1 1 0 0,-2-1-1 0 0,0 1 0 0 0,-4 22 0 0 0,-3 3-478 0 0,-2-1-1 0 0,-14 39 1 0 0,-15 25-5082 0 0,26-74 790 0 0</inkml:trace>
</inkml:ink>
</file>

<file path=ppt/ink/ink2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8:57.0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51 776 0 0,'-1'-22'6495'0'0,"-2"-7"2324"0"0,4 32-7991 0 0,4 14-74 0 0,-1 1-1 0 0,-1 0 1 0 0,-1 0-1 0 0,1 30 1 0 0,0 6-212 0 0,4 26-127 0 0,2 23-430 0 0,3-36-2953 0 0,-11-52 1551 0 0,1 0-942 0 0</inkml:trace>
</inkml:ink>
</file>

<file path=ppt/ink/ink2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8:57.1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79 848 0 0,'-2'-17'2092'0'0,"0"4"-372"0"0,0 1-527 0 0,-1 5 655 0 0,3-10-668 0 0,-2 4 236 0 0,14 24-2756 0 0,-10-2-1504 0 0,5 3-865 0 0</inkml:trace>
</inkml:ink>
</file>

<file path=ppt/ink/ink2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8:57.5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1516 0 0,'8'14'4672'0'0,"29"70"2263"0"0,-26-63-6387 0 0,-1 0 0 0 0,-1 0 0 0 0,-1 1-1 0 0,-1 0 1 0 0,8 43 0 0 0,-15-63-505 0 0,0 0 0 0 0,0-1 0 0 0,1 1 0 0 0,-1-1 0 0 0,0 1 0 0 0,-1-1 0 0 0,1 1 0 0 0,0-1 0 0 0,0 1 0 0 0,-1 0 0 0 0,1-1 0 0 0,0 0 0 0 0,-1 1 0 0 0,0-1 1 0 0,1 1-1 0 0,-1-1 0 0 0,0 1 0 0 0,-2 1 0 0 0,3-3-34 0 0,0 1 0 0 0,0-1 0 0 0,-1 0 0 0 0,1 0 0 0 0,0 0 0 0 0,0 0 0 0 0,-1 0 1 0 0,1 1-1 0 0,0-1 0 0 0,-1 0 0 0 0,1 0 0 0 0,0 0 0 0 0,-1 0 0 0 0,1 0 1 0 0,0 0-1 0 0,-1 0 0 0 0,1 0 0 0 0,0 0 0 0 0,-1 0 0 0 0,1 0 0 0 0,0 0 0 0 0,-1-1 1 0 0,1 1-1 0 0,0 0 0 0 0,0 0 0 0 0,-1 0 0 0 0,1-1 0 0 0,-10-11 46 0 0,8 6-55 0 0,0 0 0 0 0,1 1-1 0 0,0-1 1 0 0,0 0 0 0 0,0 0-1 0 0,0 0 1 0 0,1 0 0 0 0,0 0-1 0 0,1 0 1 0 0,-1 0 0 0 0,2-8 0 0 0,1 1-25 0 0,0 1 1 0 0,1-1 0 0 0,0 1 0 0 0,7-13 0 0 0,-7 17 17 0 0,0 1-1 0 0,0-1 1 0 0,1 1-1 0 0,0 0 1 0 0,1 0-1 0 0,0 1 0 0 0,0 0 1 0 0,0 0-1 0 0,1 0 1 0 0,0 0-1 0 0,0 1 1 0 0,0 1-1 0 0,1-1 1 0 0,9-4-1 0 0,-11 7 13 0 0,-1 0-1 0 0,1 0 1 0 0,-1 0-1 0 0,1 1 1 0 0,0 0 0 0 0,-1 0-1 0 0,1 1 1 0 0,0-1-1 0 0,0 1 1 0 0,0 0-1 0 0,-1 1 1 0 0,1-1 0 0 0,0 1-1 0 0,0 1 1 0 0,-1-1-1 0 0,1 1 1 0 0,-1 0-1 0 0,1 0 1 0 0,-1 0 0 0 0,0 1-1 0 0,0 0 1 0 0,8 5-1 0 0,-6-3 16 0 0,-1 1-1 0 0,1 0 0 0 0,-1 0 0 0 0,0 1 0 0 0,0-1 1 0 0,-1 1-1 0 0,0 1 0 0 0,5 8 0 0 0,0 4 61 0 0,13 39 0 0 0,-15-38-2196 0 0,0 1 0 0 0,13 21 1 0 0,-14-32-1599 0 0</inkml:trace>
</inkml:ink>
</file>

<file path=ppt/ink/ink2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8:58.1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58 1680 0 0,'23'-58'13757'0'0,"-23"61"-13103"0"0,-3 16 35 0 0,-1 0-1 0 0,-1-1 0 0 0,-9 23 0 0 0,-9 35-62 0 0,20-64-609 0 0,-3 15 239 0 0,-5 57 0 0 0,11-77-340 0 0,-1 0 1 0 0,2 0-1 0 0,-1 1 1 0 0,1-1-1 0 0,0 0 1 0 0,0 0-1 0 0,1 0 0 0 0,0 0 1 0 0,0 0-1 0 0,1-1 1 0 0,0 1-1 0 0,0 0 1 0 0,4 6-1 0 0,-5-11-96 0 0,0 1-1 0 0,0-1 1 0 0,0 1-1 0 0,0-1 1 0 0,0 0-1 0 0,0 0 1 0 0,1 0 0 0 0,-1 0-1 0 0,1-1 1 0 0,-1 1-1 0 0,1-1 1 0 0,0 1 0 0 0,-1-1-1 0 0,1 0 1 0 0,0 0-1 0 0,0 0 1 0 0,6 1-1 0 0,-5-2-120 0 0,0 0-1 0 0,0 0 1 0 0,0-1-1 0 0,0 1 0 0 0,0-1 1 0 0,1 0-1 0 0,-1 0 0 0 0,0 0 1 0 0,-1 0-1 0 0,1-1 0 0 0,6-3 1 0 0,0-1-143 0 0,0-1 0 0 0,0 0 0 0 0,-1-1 1 0 0,0 0-1 0 0,-1 0 0 0 0,1-1 0 0 0,-2 0 0 0 0,8-10 0 0 0,2-6 1376 0 0,-2-2-1 0 0,-1 1 1 0 0,-1-2-1 0 0,16-47 0 0 0,-18 50 686 0 0,-11 25-1594 0 0,0 0-1 0 0,0-1 1 0 0,0 1 0 0 0,0 0-1 0 0,1-1 1 0 0,-1 1 0 0 0,0 0-1 0 0,0-1 1 0 0,0 1 0 0 0,1 0-1 0 0,-1-1 1 0 0,0 1 0 0 0,0 0-1 0 0,1 0 1 0 0,-1-1 0 0 0,0 1-1 0 0,1 0 1 0 0,-1 0 0 0 0,0 0-1 0 0,1 0 1 0 0,-1-1 0 0 0,0 1-1 0 0,1 0 1 0 0,-1 0 0 0 0,0 0-1 0 0,1 0 1 0 0,-1 0 0 0 0,1 0-1 0 0,-1 0 1 0 0,0 0 0 0 0,1 0-1 0 0,-1 0 1 0 0,0 0 0 0 0,1 0-1 0 0,-1 0 1 0 0,0 0 0 0 0,1 0-1 0 0,-1 0 1 0 0,1 1 0 0 0,-1-1-1 0 0,0 0 1 0 0,1 0 0 0 0,-1 0-1 0 0,0 1 1 0 0,0-1 0 0 0,1 0-1 0 0,-1 0 1 0 0,0 1-1 0 0,1-1 1 0 0,-1 0 0 0 0,0 0-1 0 0,0 1 1 0 0,0-1 0 0 0,1 0-1 0 0,-1 1 1 0 0,0-1 0 0 0,0 0-1 0 0,0 1 1 0 0,0-1 0 0 0,0 0-1 0 0,0 1 1 0 0,0-1 0 0 0,1 1-1 0 0,-1-1 1 0 0,0 0 0 0 0,0 1-1 0 0,47 147 2593 0 0,-42-137-2529 0 0,0 1 0 0 0,1-1-1 0 0,0-1 1 0 0,10 16 0 0 0,-12-22-54 0 0,0 0-1 0 0,0 0 1 0 0,0 0 0 0 0,0 0-1 0 0,0-1 1 0 0,1 1-1 0 0,0-1 1 0 0,0 0 0 0 0,0-1-1 0 0,0 1 1 0 0,8 2-1 0 0,-10-4-22 0 0,0 0-1 0 0,0-1 0 0 0,0 0 0 0 0,0 1 0 0 0,0-1 0 0 0,0 0 1 0 0,1-1-1 0 0,-1 1 0 0 0,0-1 0 0 0,0 1 0 0 0,-1-1 0 0 0,1 0 1 0 0,0 0-1 0 0,0 0 0 0 0,0 0 0 0 0,0-1 0 0 0,-1 1 0 0 0,1-1 1 0 0,-1 1-1 0 0,3-3 0 0 0,1-1-1 0 0,0 0 1 0 0,0 0-1 0 0,-1-1 0 0 0,0 1 0 0 0,0-1 1 0 0,6-10-1 0 0,-7 8-4 0 0,1 0-1 0 0,-2 1 1 0 0,1-2 0 0 0,-1 1-1 0 0,-1 0 1 0 0,1-1 0 0 0,-1 1-1 0 0,-1-1 1 0 0,0 0 0 0 0,0 1-1 0 0,-1-1 1 0 0,0 0-1 0 0,0 0 1 0 0,-2-12 0 0 0,0 15-5 0 0,1 0 0 0 0,-1 0 0 0 0,1 0 0 0 0,-2 0 0 0 0,1 0 0 0 0,-1 1 1 0 0,0-1-1 0 0,0 1 0 0 0,0-1 0 0 0,-1 1 0 0 0,1 0 0 0 0,-1 1 0 0 0,-1-1 0 0 0,1 1 0 0 0,-1-1 1 0 0,0 1-1 0 0,1 1 0 0 0,-2-1 0 0 0,1 1 0 0 0,-10-5 0 0 0,2 3-105 0 0,-1 0 0 0 0,0 2 0 0 0,0 0-1 0 0,-1 0 1 0 0,1 1 0 0 0,0 1 0 0 0,-1 0 0 0 0,1 1 0 0 0,-1 1-1 0 0,1 0 1 0 0,-1 1 0 0 0,1 0 0 0 0,0 1 0 0 0,0 1-1 0 0,-15 6 1 0 0,26-9-424 0 0,1 1-1 0 0,-1 0 1 0 0,0 0-1 0 0,1 0 1 0 0,-1 0 0 0 0,1 0-1 0 0,0 1 1 0 0,-3 2-1 0 0</inkml:trace>
</inkml:ink>
</file>

<file path=ppt/ink/ink2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8:58.8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0 109 2648 0 0,'3'0'352'0'0,"-1"1"-1"0"0,1 0 1 0 0,-1 0 0 0 0,0 0-1 0 0,0 0 1 0 0,1 0-1 0 0,-1 0 1 0 0,0 0 0 0 0,0 1-1 0 0,0-1 1 0 0,0 1-1 0 0,-1 0 1 0 0,1-1 0 0 0,0 1-1 0 0,-1 0 1 0 0,1 0-1 0 0,-1 0 1 0 0,1 0 0 0 0,-1 0-1 0 0,0 1 1 0 0,0-1-1 0 0,0 0 1 0 0,1 4 0 0 0,2 8 623 0 0,0 0 0 0 0,4 29 0 0 0,-4-18-86 0 0,4 23-17 0 0,-2 1-1 0 0,1 75 0 0 0,-10-112-696 0 0,-5-13-48 0 0,7 0-124 0 0,0 0 1 0 0,0 0-1 0 0,-1 0 1 0 0,1-1-1 0 0,0 1 0 0 0,0 0 1 0 0,0-1-1 0 0,0 1 1 0 0,1-1-1 0 0,-1 1 1 0 0,0-2-1 0 0,-3-10-26 0 0,1-1 0 0 0,0 1 0 0 0,1 0 0 0 0,1-1 0 0 0,0 1 0 0 0,1-1-1 0 0,1 1 1 0 0,0-1 0 0 0,0 1 0 0 0,2-1 0 0 0,-1 1 0 0 0,10-25 0 0 0,-10 33 12 0 0,0-1 1 0 0,1 1-1 0 0,-1-1 1 0 0,1 1-1 0 0,1 0 1 0 0,-1 0-1 0 0,1 0 1 0 0,-1 1-1 0 0,1-1 1 0 0,1 1-1 0 0,-1 0 1 0 0,1 0-1 0 0,-1 0 1 0 0,1 1-1 0 0,0-1 1 0 0,1 1-1 0 0,-1 1 1 0 0,0-1 0 0 0,1 1-1 0 0,0 0 1 0 0,-1 0-1 0 0,1 0 1 0 0,0 1-1 0 0,0 0 1 0 0,0 0-1 0 0,0 0 1 0 0,0 1-1 0 0,0 0 1 0 0,0 0-1 0 0,0 1 1 0 0,6 0-1 0 0,-2 1 25 0 0,0 0 0 0 0,-1 1 0 0 0,1 0 0 0 0,-1 0-1 0 0,0 1 1 0 0,0 1 0 0 0,0-1 0 0 0,0 1 0 0 0,-1 0 0 0 0,0 1-1 0 0,0 0 1 0 0,0 1 0 0 0,-1-1 0 0 0,0 2 0 0 0,0-1 0 0 0,-1 0-1 0 0,0 1 1 0 0,0 1 0 0 0,-1-1 0 0 0,0 1 0 0 0,-1-1 0 0 0,1 1-1 0 0,3 13 1 0 0,-7-17 33 0 0,-3 9 7 0 0,0-8-1 0 0,2-6-54 0 0,0 0 0 0 0,0 0 1 0 0,0 0-1 0 0,-1 0 0 0 0,1 0 0 0 0,0 0 1 0 0,0 0-1 0 0,0 0 0 0 0,-1 0 1 0 0,1 0-1 0 0,0 0 0 0 0,0 0 1 0 0,0 0-1 0 0,-1 0 0 0 0,1 0 1 0 0,0 0-1 0 0,0 0 0 0 0,0 0 1 0 0,-1 0-1 0 0,1 0 0 0 0,0 0 0 0 0,0 0 1 0 0,0 0-1 0 0,0 0 0 0 0,-1 0 1 0 0,1 0-1 0 0,0-1 0 0 0,0 1 1 0 0,0 0-1 0 0,0 0 0 0 0,0 0 1 0 0,-1 0-1 0 0,1 0 0 0 0,0-1 1 0 0,0 1-1 0 0,0 0 0 0 0,0 0 0 0 0,0 0 1 0 0,0 0-1 0 0,0-1 0 0 0,0 1 1 0 0,-1 0-1 0 0,1 0 0 0 0,0 0 1 0 0,0-1-1 0 0,0 1 0 0 0,0 0 1 0 0,0 0-1 0 0,0-1 0 0 0,-7-11-79 0 0,7 11 75 0 0,-2-9-42 0 0,0-1 1 0 0,0 1-1 0 0,1-1 0 0 0,0 1 0 0 0,1-1 0 0 0,0 1 0 0 0,1-1 0 0 0,0 0 0 0 0,1 1 0 0 0,0-1 1 0 0,1 1-1 0 0,0 0 0 0 0,0 0 0 0 0,8-15 0 0 0,-5 12 22 0 0,1 0 0 0 0,1 1 0 0 0,-1-1 0 0 0,2 2 0 0 0,0-1 0 0 0,0 1 0 0 0,1 1 0 0 0,0 0 0 0 0,1 0 0 0 0,14-10 0 0 0,-20 16 18 0 0,1 1 0 0 0,-1 0 0 0 0,0 0 1 0 0,1 1-1 0 0,0-1 0 0 0,-1 1 0 0 0,1 1 1 0 0,0-1-1 0 0,0 1 0 0 0,0 0 0 0 0,0 0 1 0 0,0 0-1 0 0,12 1 0 0 0,-13 1 10 0 0,0 0-1 0 0,0 0 0 0 0,0 1 0 0 0,0-1 1 0 0,0 1-1 0 0,0 0 0 0 0,0 1 1 0 0,-1-1-1 0 0,1 1 0 0 0,-1 0 0 0 0,0 0 1 0 0,0 0-1 0 0,0 0 0 0 0,0 1 1 0 0,0 0-1 0 0,4 5 0 0 0,-2 1 24 0 0,0 1 0 0 0,0-1 0 0 0,-1 1 0 0 0,0 0 0 0 0,-1 0 0 0 0,0 0-1 0 0,-1 0 1 0 0,0 1 0 0 0,-1-1 0 0 0,1 16 0 0 0,0-7-311 0 0,2 1 0 0 0,6 22 0 0 0,-10-42 139 0 0,0 1 0 0 0,-1 0 0 0 0,1 0 1 0 0,0-1-1 0 0,0 1 0 0 0,0 0 0 0 0,1-1 0 0 0,-1 1 0 0 0,0-1 0 0 0,0 0 0 0 0,1 1 1 0 0,-1-1-1 0 0,1 0 0 0 0,-1 0 0 0 0,1 0 0 0 0,0 0 0 0 0,-1 0 0 0 0,1 0 0 0 0,0 0 1 0 0,0 0-1 0 0,0-1 0 0 0,0 1 0 0 0,-1-1 0 0 0,1 0 0 0 0,0 1 0 0 0,0-1 0 0 0,0 0 0 0 0,0 0 1 0 0,0 0-1 0 0,0 0 0 0 0,2-1 0 0 0,2 0-447 0 0,0 0 0 0 0,0 0-1 0 0,-1-1 1 0 0,1 0 0 0 0,-1 0 0 0 0,1-1-1 0 0,-1 1 1 0 0,0-1 0 0 0,7-5 0 0 0,8-7-2387 0 0</inkml:trace>
</inkml:ink>
</file>

<file path=ppt/ink/ink2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8:59.0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0 153 4448 0 0,'63'-152'14012'0'0,"-62"152"-13956"0"0,0 0-1 0 0,-1 1 0 0 0,1-1 1 0 0,0 0-1 0 0,-1 1 0 0 0,1-1 1 0 0,-1 1-1 0 0,1-1 1 0 0,-1 1-1 0 0,0 0 0 0 0,1-1 1 0 0,-1 1-1 0 0,1-1 0 0 0,-1 1 1 0 0,0 0-1 0 0,1-1 0 0 0,-1 1 1 0 0,0 0-1 0 0,0-1 0 0 0,0 1 1 0 0,0 0-1 0 0,1 0 0 0 0,2 18 785 0 0,5 45 482 0 0,19 78 0 0 0,-23-126-1376 0 0,0-1 0 0 0,9 23 1 0 0,1-14-3078 0 0</inkml:trace>
</inkml:ink>
</file>

<file path=ppt/ink/ink2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8:59.1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78 2272 0 0,'-12'-12'1980'0'0,"3"-1"-175"0"0,0 5-481 0 0,1-1-144 0 0,-1 0-360 0 0,2 4-68 0 0,2-2-288 0 0,-2 2 264 0 0,-2-4-572 0 0,-7 14-5188 0 0</inkml:trace>
</inkml:ink>
</file>

<file path=ppt/ink/ink2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8:59.5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38 1392 0 0,'26'71'7017'0'0,"-17"-49"-4846"0"0,-1 1 0 0 0,10 45 0 0 0,-16-59-1697 0 0,-1 0 1 0 0,0 0-1 0 0,0 0 0 0 0,-1 0 1 0 0,0 0-1 0 0,-1 0 0 0 0,0 0 0 0 0,0 0 1 0 0,-1 0-1 0 0,0 0 0 0 0,-1 0 1 0 0,-5 12-1 0 0,8-20-451 0 0,0-1 1 0 0,0 1-1 0 0,0-1 1 0 0,-1 1-1 0 0,1 0 1 0 0,0-1-1 0 0,0 1 1 0 0,-1-1-1 0 0,1 0 0 0 0,0 1 1 0 0,-1-1-1 0 0,1 1 1 0 0,0-1-1 0 0,-1 1 1 0 0,1-1-1 0 0,-1 0 1 0 0,1 1-1 0 0,0-1 1 0 0,-1 0-1 0 0,1 1 1 0 0,-1-1-1 0 0,1 0 0 0 0,-1 0 1 0 0,1 1-1 0 0,-1-1 1 0 0,1 0-1 0 0,-1 0 1 0 0,0 0-1 0 0,1 0 1 0 0,-1 0-1 0 0,1 0 1 0 0,-1 0-1 0 0,1 0 0 0 0,-1 0 1 0 0,1 0-1 0 0,-1 0 1 0 0,0 0-1 0 0,1 0 1 0 0,-1 0-1 0 0,1-1 1 0 0,-1 1-1 0 0,1 0 1 0 0,-1 0-1 0 0,1-1 0 0 0,-1 1 1 0 0,1 0-1 0 0,0 0 1 0 0,-1-1-1 0 0,1 1 1 0 0,-1-1-1 0 0,0 0 1 0 0,0 0-21 0 0,-1-1-1 0 0,1 0 1 0 0,0 0 0 0 0,-1 1 0 0 0,1-1 0 0 0,0 0 0 0 0,0 0-1 0 0,0-1 1 0 0,-1-3 0 0 0,0-9-14 0 0,1 0-1 0 0,0 0 1 0 0,1-1-1 0 0,1 1 1 0 0,0 0-1 0 0,1 0 0 0 0,0 0 1 0 0,2 0-1 0 0,0 0 1 0 0,0 1-1 0 0,1-1 1 0 0,1 1-1 0 0,13-23 1 0 0,-15 30-4 0 0,0 0 0 0 0,1 0 1 0 0,0 0-1 0 0,0 0 0 0 0,1 1 0 0 0,0 0 1 0 0,0 0-1 0 0,0 1 0 0 0,0 0 0 0 0,1 0 1 0 0,0 0-1 0 0,0 1 0 0 0,1 0 0 0 0,-1 0 1 0 0,1 1-1 0 0,-1 0 0 0 0,1 0 0 0 0,0 1 1 0 0,1 0-1 0 0,-1 1 0 0 0,0-1 0 0 0,0 2 1 0 0,1-1-1 0 0,-1 1 0 0 0,0 0 0 0 0,13 2 1 0 0,-15-1 18 0 0,-1 0 1 0 0,0 1 0 0 0,0-1-1 0 0,1 1 1 0 0,-1 0 0 0 0,0 0-1 0 0,-1 1 1 0 0,1-1 0 0 0,0 1 0 0 0,-1 0-1 0 0,1 0 1 0 0,-1 1 0 0 0,0-1-1 0 0,4 6 1 0 0,-3-3 19 0 0,0 0 0 0 0,-1 1 0 0 0,1 0 0 0 0,-2 0 0 0 0,1 0 0 0 0,-1 0 0 0 0,0 1 0 0 0,3 13 0 0 0,-2-1 3 0 0,-1 1 1 0 0,0-1-1 0 0,-2 0 1 0 0,-1 1 0 0 0,0 0-1 0 0,-6 31 1 0 0,5-41 14 0 0,-1 0-1140 0 0,0 0-1 0 0,1 0 0 0 0,1 0 1 0 0,0 1-1 0 0,1 13 0 0 0,8-15-2280 0 0,18-13-6544 0 0</inkml:trace>
</inkml:ink>
</file>

<file path=ppt/ink/ink2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9:00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410 93 1484 0 0,'31'-24'5853'0'0,"31"-31"0"0"0,-56 45-4114 0 0,-11 7-391 0 0,3 3-1239 0 0,1-1-1 0 0,-1 1 1 0 0,1 1 0 0 0,-1-1 0 0 0,0 0 0 0 0,1 0 0 0 0,-1 1 0 0 0,1-1 0 0 0,-1 0-1 0 0,-1 2 1 0 0,-25 14 290 0 0,1 1 0 0 0,1 1-1 0 0,1 2 1 0 0,1 0-1 0 0,1 2 1 0 0,0 0 0 0 0,2 2-1 0 0,-19 27 1 0 0,32-41-343 0 0,2 0 1 0 0,0 1-1 0 0,-8 17 1 0 0,12-24-45 0 0,0 1 1 0 0,1-1-1 0 0,-1 0 1 0 0,1 1-1 0 0,0-1 0 0 0,1 1 1 0 0,-1-1-1 0 0,1 1 1 0 0,0 0-1 0 0,0-1 0 0 0,0 1 1 0 0,1 6-1 0 0,0-9-10 0 0,-1-1 0 0 0,0 0-1 0 0,1 0 1 0 0,-1 0 0 0 0,1 0 0 0 0,-1 1-1 0 0,1-1 1 0 0,0 0 0 0 0,-1 0-1 0 0,1 0 1 0 0,0 0 0 0 0,0 0 0 0 0,0 0-1 0 0,0-1 1 0 0,0 1 0 0 0,0 0 0 0 0,0 0-1 0 0,0-1 1 0 0,0 1 0 0 0,0 0-1 0 0,0-1 1 0 0,0 1 0 0 0,2 0 0 0 0,-1-1-1 0 0,1 0 0 0 0,-1 1 0 0 0,1-1 0 0 0,0 0 0 0 0,-1 0 0 0 0,1 0 1 0 0,-1-1-1 0 0,1 1 0 0 0,-1-1 0 0 0,6-1 0 0 0,-1-1-5 0 0,1 0 0 0 0,-1 0 0 0 0,0-1 0 0 0,0 0 0 0 0,0 0 0 0 0,10-9 0 0 0,1-6-11 0 0,-2-1 0 0 0,0-1 0 0 0,-1 0 0 0 0,22-41 0 0 0,-12 20-49 0 0,-21 35 17 0 0,0 1 0 0 0,1 0-1 0 0,9-11 1 0 0,-14 17 47 0 0,0 0 0 0 0,1 0 0 0 0,-1 0-1 0 0,0 0 1 0 0,1 0 0 0 0,-1 0 0 0 0,0 0-1 0 0,0 0 1 0 0,1 0 0 0 0,-1 0 0 0 0,0 0 0 0 0,1 0-1 0 0,-1 0 1 0 0,0 0 0 0 0,0 0 0 0 0,1 0-1 0 0,-1 1 1 0 0,0-1 0 0 0,0 0 0 0 0,1 0 0 0 0,-1 0-1 0 0,0 0 1 0 0,0 1 0 0 0,1-1 0 0 0,-1 0-1 0 0,0 0 1 0 0,0 0 0 0 0,0 1 0 0 0,1-1 0 0 0,-1 0-1 0 0,0 0 1 0 0,0 1 0 0 0,0-1 0 0 0,0 0-1 0 0,0 0 1 0 0,0 1 0 0 0,1-1 0 0 0,3 11 30 0 0,0 7 44 0 0,-2 0-1 0 0,0 0 0 0 0,-2 1 0 0 0,-1 27 1 0 0,0-6 51 0 0,-12 462 1547 0 0,2-361-839 0 0,-46 215-1 0 0,49-318-664 0 0,-2-2 1 0 0,-2 1-1 0 0,-22 47 0 0 0,27-71-63 0 0,0 0 0 0 0,0 0 0 0 0,-2 0 0 0 0,1-1 0 0 0,-1 0 0 0 0,-1-1 0 0 0,0 0 0 0 0,-1 0 0 0 0,0-1 0 0 0,-1 0 0 0 0,-19 12 0 0 0,26-20-68 0 0,1 1 0 0 0,-1-1-1 0 0,-1 1 1 0 0,1-1 0 0 0,0-1 0 0 0,0 1-1 0 0,-1-1 1 0 0,1 0 0 0 0,-1 0 0 0 0,1-1-1 0 0,-1 1 1 0 0,1-1 0 0 0,-1 0 0 0 0,1-1-1 0 0,-1 1 1 0 0,1-1 0 0 0,0 0 0 0 0,-1-1-1 0 0,1 1 1 0 0,0-1 0 0 0,0 0 0 0 0,0 0-1 0 0,0-1 1 0 0,0 0 0 0 0,0 0 0 0 0,-4-3-1 0 0,2 1-19 0 0,1-1 0 0 0,1 0 0 0 0,-1 1 0 0 0,1-2 0 0 0,0 1 0 0 0,1 0 0 0 0,-1-1 0 0 0,1 0 0 0 0,1 0 0 0 0,-1 0 0 0 0,1-1 0 0 0,0 1 0 0 0,1-1 0 0 0,0 0 0 0 0,0 0 0 0 0,1 1 0 0 0,-1-13 0 0 0,2 5-75 0 0,1-1 0 0 0,0 1 1 0 0,1-1-1 0 0,1 1 1 0 0,1 0-1 0 0,0 0 0 0 0,1 1 1 0 0,0-1-1 0 0,1 1 1 0 0,1 0-1 0 0,9-14 0 0 0,6-8-887 0 0,2 1-1 0 0,52-56 0 0 0,76-57-4662 0 0,-43 57-3487 0 0,-64 55 1502 0 0</inkml:trace>
</inkml:ink>
</file>

<file path=ppt/ink/ink2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9:00.8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61 119 2144 0 0,'-24'-22'3267'0'0,"-13"-8"2400"0"0,39 31-5484 0 0,1 0 1 0 0,-1 0 0 0 0,0 1 0 0 0,0-1 0 0 0,1 1-1 0 0,-1-1 1 0 0,0 1 0 0 0,-1 0 0 0 0,1 0-1 0 0,0 0 1 0 0,0 0 0 0 0,1 3 0 0 0,2 1 240 0 0,30 35 737 0 0,-3 1 0 0 0,28 48-1 0 0,-28-40-611 0 0,41 47-1 0 0,-71-95-437 0 0,1-2-18 0 0,1-1-77 0 0,0 0 0 0 0,-1 0 1 0 0,1-1-1 0 0,0 0 0 0 0,-1 1 0 0 0,1-1 1 0 0,-1 0-1 0 0,0 0 0 0 0,0-1 0 0 0,0 1 1 0 0,0-1-1 0 0,0 0 0 0 0,0 0 1 0 0,-1 0-1 0 0,1 0 0 0 0,-1 0 0 0 0,3-5 1 0 0,8-13 4 0 0,17-36 1 0 0,-18 33-8 0 0,-1 2-30 0 0,0 1 1 0 0,2 0-1 0 0,0 1 0 0 0,32-36 1 0 0,-42 53 14 0 0,1 0-1 0 0,-1 1 1 0 0,1-1 0 0 0,-1 1 0 0 0,1 0-1 0 0,0 0 1 0 0,0 0 0 0 0,0 1 0 0 0,0 0-1 0 0,0-1 1 0 0,0 1 0 0 0,1 1 0 0 0,-1-1 0 0 0,0 0-1 0 0,9 1 1 0 0,6 1-5 0 0,-1 1 0 0 0,28 5 0 0 0,-16-2 4 0 0,-20-3 2 0 0,72 7 26 0 0,-74-9-23 0 0,-1 0-1 0 0,0 0 0 0 0,0 0 0 0 0,0-1 1 0 0,0-1-1 0 0,0 1 0 0 0,0-1 0 0 0,14-5 0 0 0,-18 5-5 0 0,0 0-1 0 0,-1 0 0 0 0,1-1 0 0 0,0 1 0 0 0,-1 0 0 0 0,1-1 0 0 0,-1 0 0 0 0,0 0 1 0 0,0 0-1 0 0,0 0 0 0 0,0 0 0 0 0,0 0 0 0 0,-1 0 0 0 0,1 0 0 0 0,-1-1 1 0 0,0 1-1 0 0,0-1 0 0 0,0 1 0 0 0,-1-1 0 0 0,1 1 0 0 0,-1-1 0 0 0,0 1 0 0 0,0-1 1 0 0,0 1-1 0 0,0-1 0 0 0,0 0 0 0 0,-1 1 0 0 0,0-1 0 0 0,-2-6 0 0 0,3 9 2 0 0,-1 0 1 0 0,0 0-1 0 0,1 0 0 0 0,-1 0 0 0 0,1 0 0 0 0,-1 0 0 0 0,0 0 0 0 0,0 0 0 0 0,0 0 0 0 0,0 0 0 0 0,0 0 0 0 0,0 0 1 0 0,0 1-1 0 0,0-1 0 0 0,0 0 0 0 0,0 1 0 0 0,0-1 0 0 0,0 1 0 0 0,0-1 0 0 0,0 1 0 0 0,-1-1 0 0 0,1 1 0 0 0,0 0 0 0 0,0 0 1 0 0,-1 0-1 0 0,1 0 0 0 0,0 0 0 0 0,0 0 0 0 0,-1 0 0 0 0,1 0 0 0 0,0 0 0 0 0,0 0 0 0 0,0 1 0 0 0,-1-1 0 0 0,1 0 1 0 0,0 1-1 0 0,-2 0 0 0 0,-4 2-8 0 0,1 0-1 0 0,0 0 1 0 0,0 1 0 0 0,0 0 0 0 0,-7 5 0 0 0,-9 9 23 0 0,2 1 0 0 0,0 0 0 0 0,0 2 0 0 0,-26 38-1 0 0,37-47-5 0 0,1 1 0 0 0,1-1 0 0 0,0 2-1 0 0,0-1 1 0 0,1 1 0 0 0,1 0 0 0 0,1 0-1 0 0,0 0 1 0 0,0 1 0 0 0,-1 22 0 0 0,5-32-88 0 0,-1-1 0 0 0,1 1 0 0 0,1 0 1 0 0,-1-1-1 0 0,1 1 0 0 0,-1-1 0 0 0,2 1 0 0 0,-1-1 1 0 0,0 1-1 0 0,1-1 0 0 0,-1 0 0 0 0,1 0 0 0 0,1 0 1 0 0,-1 0-1 0 0,0 0 0 0 0,1 0 0 0 0,0 0 1 0 0,0-1-1 0 0,0 1 0 0 0,0-1 0 0 0,1 0 0 0 0,-1 0 1 0 0,1 0-1 0 0,0-1 0 0 0,0 1 0 0 0,0-1 0 0 0,0 0 1 0 0,0 0-1 0 0,0 0 0 0 0,0-1 0 0 0,1 1 0 0 0,-1-1 1 0 0,1 0-1 0 0,4 0 0 0 0,5 1-1153 0 0,-1-1 0 0 0,1 0-1 0 0,-1-1 1 0 0,1-1 0 0 0,-1 0-1 0 0,21-5 1 0 0,4-4-3736 0 0</inkml:trace>
</inkml:ink>
</file>

<file path=ppt/ink/ink2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9:01.0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48 2536 0 0,'9'-34'6839'0'0,"-8"32"-5702"0"0,-1 1-969 0 0,0 1 0 0 0,0-1-1 0 0,0 0 1 0 0,0 1 0 0 0,0-1-1 0 0,0 1 1 0 0,0-1-1 0 0,0 1 1 0 0,0-1 0 0 0,0 1-1 0 0,0-1 1 0 0,0 1 0 0 0,0-1-1 0 0,-1 1 1 0 0,1-1 0 0 0,0 1-1 0 0,0-1 1 0 0,-1 1 0 0 0,1-1-1 0 0,-6 4 155 0 0,0 1 0 0 0,1 0-1 0 0,0 1 1 0 0,0-1 0 0 0,0 1-1 0 0,0 0 1 0 0,1 0 0 0 0,0 1 0 0 0,0-1-1 0 0,-3 7 1 0 0,-34 66 987 0 0,38-72-1222 0 0,-6 15 107 0 0,0 0-1 0 0,2 1 0 0 0,0 0 1 0 0,-7 43-1 0 0,13-55-170 0 0,0 0 0 0 0,0-1-1 0 0,1 1 1 0 0,0 0 0 0 0,1 0-1 0 0,0 0 1 0 0,0-1 0 0 0,1 1 0 0 0,1 0-1 0 0,-1-1 1 0 0,2 0 0 0 0,-1 0-1 0 0,1 0 1 0 0,5 9 0 0 0,-6-14-139 0 0,0 0 0 0 0,0-1 0 0 0,0 1 0 0 0,0-1 0 0 0,0 0 1 0 0,1 0-1 0 0,0 0 0 0 0,-1 0 0 0 0,1-1 0 0 0,0 0 0 0 0,0 1 0 0 0,0-1 0 0 0,1-1 1 0 0,-1 1-1 0 0,0-1 0 0 0,1 1 0 0 0,-1-1 0 0 0,1 0 0 0 0,-1-1 0 0 0,1 1 0 0 0,0-1 1 0 0,-1 0-1 0 0,1 0 0 0 0,-1-1 0 0 0,6 0 0 0 0,1-1-833 0 0,-1 0-1 0 0,1-1 1 0 0,-1 0 0 0 0,1-1 0 0 0,-1 0-1 0 0,0-1 1 0 0,-1 0 0 0 0,1 0-1 0 0,14-12 1 0 0,7-8-4249 0 0</inkml:trace>
</inkml:ink>
</file>

<file path=ppt/ink/ink2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9:01.2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145 120 956 0 0,'-1'-38'3512'0'0,"1"19"-1184"0"0,-1 0 0 0 0,-5-22 0 0 0,6 39-1688 0 0,-13 20 1523 0 0,5 6-1299 0 0,1 1 0 0 0,0 0 0 0 0,-3 36-1 0 0,4-26-438 0 0,-73 628 1951 0 0,78-648-2413 0 0,-3 17-556 0 0,3 41-1 0 0,1-65 3 0 0,0 0 0 0 0,1-1 0 0 0,0 1 0 0 0,1-1 0 0 0,-1 0 0 0 0,1 1 0 0 0,1-1 0 0 0,0 0 0 0 0,0 0 0 0 0,0 0 0 0 0,6 8-1 0 0,2-3-3403 0 0</inkml:trace>
</inkml:ink>
</file>

<file path=ppt/ink/ink2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9:01.6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39 636 0 0,'22'-38'14437'0'0,"-22"38"-14388"0"0,-2 18 882 0 0,-4 22 716 0 0,-11 91 666 0 0,16-116-2220 0 0,1 0 0 0 0,0 0 0 0 0,1 0 0 0 0,1 0 0 0 0,1 0 0 0 0,6 23 1 0 0,-8-34-80 0 0,0-1 1 0 0,0 1-1 0 0,1-1 1 0 0,-1 1-1 0 0,1-1 1 0 0,0 0-1 0 0,0 0 1 0 0,0 0-1 0 0,0 0 1 0 0,1 0-1 0 0,-1 0 1 0 0,1-1-1 0 0,0 1 1 0 0,0-1-1 0 0,0 0 1 0 0,0 1 0 0 0,0-1-1 0 0,0-1 1 0 0,0 1-1 0 0,1 0 1 0 0,-1-1-1 0 0,1 0 1 0 0,-1 0-1 0 0,1 0 1 0 0,-1 0-1 0 0,1 0 1 0 0,0-1-1 0 0,-1 1 1 0 0,1-1-1 0 0,6-1 1 0 0,-3 0-9 0 0,0 0 0 0 0,0 0 0 0 0,0-1 0 0 0,-1 0 0 0 0,1-1 1 0 0,-1 1-1 0 0,1-1 0 0 0,-1 0 0 0 0,0-1 0 0 0,0 0 0 0 0,0 0 0 0 0,-1 0 0 0 0,1 0 0 0 0,-1-1 1 0 0,8-9-1 0 0,-5 4-9 0 0,-1-1 0 0 0,0 0 0 0 0,-1 0 0 0 0,0 0-1 0 0,0-1 1 0 0,-1 0 0 0 0,-1 0 0 0 0,0 0 0 0 0,-1-1 0 0 0,0 1 0 0 0,-1-1 0 0 0,1-22 0 0 0,-2 29 2 0 0,-1 1 0 0 0,0-1 0 0 0,-1 1-1 0 0,1-1 1 0 0,-1 0 0 0 0,0 1 0 0 0,-1 0-1 0 0,1-1 1 0 0,-1 1 0 0 0,0 0 0 0 0,-1 0 0 0 0,1 0-1 0 0,-1 0 1 0 0,0 0 0 0 0,0 0 0 0 0,0 1-1 0 0,-1-1 1 0 0,1 1 0 0 0,-1 0 0 0 0,0 0-1 0 0,-1 1 1 0 0,1-1 0 0 0,-1 1 0 0 0,1 0 0 0 0,-1 0-1 0 0,0 0 1 0 0,0 1 0 0 0,0 0 0 0 0,0 0-1 0 0,-1 0 1 0 0,-7-1 0 0 0,1 0-29 0 0,0 1 0 0 0,0 1 0 0 0,0 0 0 0 0,1 1-1 0 0,-1 0 1 0 0,0 1 0 0 0,0 0 0 0 0,0 1 0 0 0,-12 3 0 0 0,16-3-9 0 0,0 1 0 0 0,1-1 0 0 0,-1 1 0 0 0,0 1 1 0 0,1 0-1 0 0,0 0 0 0 0,0 0 0 0 0,0 1 0 0 0,0 0 0 0 0,1 0 0 0 0,0 0 0 0 0,0 1 1 0 0,0 0-1 0 0,-4 7 0 0 0,8-12-99 0 0,1 0 1 0 0,0 1 0 0 0,0-1-1 0 0,1 0 1 0 0,-1 1-1 0 0,0-1 1 0 0,0 1-1 0 0,1-1 1 0 0,-1 1 0 0 0,1 0-1 0 0,-1-1 1 0 0,1 1-1 0 0,-1-1 1 0 0,1 1 0 0 0,0 0-1 0 0,0-1 1 0 0,0 1-1 0 0,0 0 1 0 0,0-1-1 0 0,0 1 1 0 0,1-1 0 0 0,-1 1-1 0 0,1 0 1 0 0,-1-1-1 0 0,1 1 1 0 0,-1-1-1 0 0,1 1 1 0 0,0-1 0 0 0,-1 1-1 0 0,1-1 1 0 0,0 0-1 0 0,0 1 1 0 0,0-1-1 0 0,2 2 1 0 0,0-1-464 0 0,0 0 1 0 0,0 0-1 0 0,0 0 1 0 0,0 0-1 0 0,1-1 1 0 0,-1 1-1 0 0,0-1 0 0 0,1 0 1 0 0,-1 0-1 0 0,1 0 1 0 0,0 0-1 0 0,-1-1 0 0 0,1 1 1 0 0,5-1-1 0 0,8-1-3426 0 0</inkml:trace>
</inkml:ink>
</file>

<file path=ppt/ink/ink2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9:01.9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1 104 420 0 0,'19'-17'2538'0'0,"-9"9"-1292"0"0,-1 0 0 0 0,1 0-1 0 0,0 0 1 0 0,1 1 0 0 0,22-10 0 0 0,-31 16-1057 0 0,1 1 0 0 0,-1-1-1 0 0,1 1 1 0 0,-1 0 0 0 0,1 0 0 0 0,-1 0 0 0 0,1 0 0 0 0,0 0-1 0 0,-1 1 1 0 0,1-1 0 0 0,-1 1 0 0 0,1-1 0 0 0,-1 1-1 0 0,0 0 1 0 0,1 0 0 0 0,-1 0 0 0 0,0 1 0 0 0,1-1 0 0 0,-1 0-1 0 0,0 1 1 0 0,0-1 0 0 0,0 1 0 0 0,0 0 0 0 0,-1 0-1 0 0,1 0 1 0 0,2 2 0 0 0,3 6 410 0 0,0 0-1 0 0,-1 0 1 0 0,0 0 0 0 0,6 12-1 0 0,-5-5-58 0 0,-1-1-1 0 0,0 1 0 0 0,-2 0 1 0 0,1 0-1 0 0,2 33 0 0 0,-4-12 715 0 0,-5 63 0 0 0,-3-32 3506 0 0,10-96-4282 0 0,1 8-411 0 0,1 1 1 0 0,1-1-1 0 0,1 1 1 0 0,0 0-1 0 0,1 1 0 0 0,1 0 1 0 0,1 1-1 0 0,21-24 0 0 0,-2 8-1164 0 0,1 1-1 0 0,63-47 0 0 0,47-18-9396 0 0,-121 84 5662 0 0</inkml:trace>
</inkml:ink>
</file>

<file path=ppt/ink/ink2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9:02.2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229 172 4724 0 0,'-61'-3'3809'0'0,"19"1"1176"0"0,-75-12-1 0 0,117 14-4954 0 0,-1 1 1 0 0,1-1 0 0 0,0 0 0 0 0,0 0-1 0 0,-1 0 1 0 0,1 0 0 0 0,0 0-1 0 0,-1 0 1 0 0,1 0 0 0 0,0 0 0 0 0,0 0-1 0 0,-1 0 1 0 0,1 0 0 0 0,0 0 0 0 0,0 0-1 0 0,-1-1 1 0 0,1 1 0 0 0,0 0-1 0 0,0 0 1 0 0,-1 0 0 0 0,1 0 0 0 0,0 0-1 0 0,0-1 1 0 0,-1 1 0 0 0,1 0-1 0 0,0 0 1 0 0,0 0 0 0 0,0 0 0 0 0,-1-1-1 0 0,1 1 1 0 0,0 0 0 0 0,0 0 0 0 0,0-1-1 0 0,0 1 1 0 0,0 0 0 0 0,0 0-1 0 0,-1-1 1 0 0,1 1 0 0 0,0 0 0 0 0,0 0-1 0 0,0-1 1 0 0,0 1 0 0 0,0 0-1 0 0,0-1 1 0 0,0 1 0 0 0,0 0 0 0 0,0 0-1 0 0,0-1 1 0 0,0 1 0 0 0,0 0 0 0 0,1 0-1 0 0,-1-1 1 0 0,0 1 0 0 0,0 0-1 0 0,0-1 1 0 0,0 1 0 0 0,0 0 0 0 0,0 0-1 0 0,1-1 1 0 0,11-8 353 0 0,7 0-171 0 0,0 1-1 0 0,0 0 1 0 0,36-8-1 0 0,65-8-5 0 0,-70 15-156 0 0,335-33-5752 0 0,-242 31-1516 0 0,-75 4 702 0 0</inkml:trace>
</inkml:ink>
</file>

<file path=ppt/ink/ink2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9:03.4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103 293 40 0 0,'-2'-28'5672'0'0,"0"16"-1444"0"0,-2 24-4025 0 0,2-1 0 0 0,0 1 0 0 0,0 1 0 0 0,1-1 0 0 0,0 17 0 0 0,-1 13-14 0 0,-68 520 664 0 0,64-531-461 0 0,5-30-274 0 0,-3-10-25 0 0,2-2-83 0 0,1 0 0 0 0,0 0 0 0 0,1 0 0 0 0,0-1 0 0 0,3-12 1 0 0,-1-3-33 0 0,4-118-71 0 0,10-153-17 0 0,-9 228 96 0 0,4 0 1 0 0,22-82-1 0 0,-32 151 13 0 0,5-19-16 0 0,11-29 1 0 0,-15 44 14 0 0,0 1 0 0 0,1 0 0 0 0,-1-1 0 0 0,1 1 0 0 0,0 0 0 0 0,0 1 0 0 0,0-1 0 0 0,0 0 0 0 0,1 1 0 0 0,-1 0 0 0 0,1-1 0 0 0,4-1 0 0 0,-7 4-1 0 0,1 0 0 0 0,0 1 0 0 0,-1-1 0 0 0,1 1-1 0 0,0-1 1 0 0,0 1 0 0 0,-1 0 0 0 0,1 0-1 0 0,0 0 1 0 0,0 0 0 0 0,-1 0 0 0 0,1 0-1 0 0,0 0 1 0 0,0 1 0 0 0,-1-1 0 0 0,1 1 0 0 0,0-1-1 0 0,-1 1 1 0 0,1 0 0 0 0,0-1 0 0 0,-1 1-1 0 0,1 0 1 0 0,-1 0 0 0 0,1 0 0 0 0,-1 0-1 0 0,0 0 1 0 0,1 1 0 0 0,-1-1 0 0 0,0 0-1 0 0,2 3 1 0 0,3 3-14 0 0,0 1 0 0 0,-1-1-1 0 0,10 17 1 0 0,-1 5 9 0 0,-2 0 1 0 0,16 49-1 0 0,9 66 153 0 0,-15-50-31 0 0,27 68 227 0 0,4 15-5202 0 0,-48-158 2299 0 0,-3-2-557 0 0</inkml:trace>
</inkml:ink>
</file>

<file path=ppt/ink/ink2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9:03.6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72 940 0 0,'-82'-22'9717'0'0,"80"21"-8923"0"0,15-6-591 0 0,68-8-367 0 0,28-6-5803 0 0,-83 15 2848 0 0</inkml:trace>
</inkml:ink>
</file>

<file path=ppt/ink/ink2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9:03.8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 1380 0 0,'2'-1'3762'0'0,"18"-3"2114"0"0,-14 4-6144 0 0,-3 0 681 0 0,15 57 2231 0 0,2 116-1183 0 0,-16-115-2038 0 0,3 0 0 0 0,2 0 0 0 0,20 64 0 0 0,-7-68-4846 0 0,-11-32 290 0 0</inkml:trace>
</inkml:ink>
</file>

<file path=ppt/ink/ink2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9:04.4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169 446 1500 0 0,'-166'47'11527'0'0,"164"-47"-11021"0"0,28-16-156 0 0,207-77 3 0 0,-30 14-423 0 0,-196 76-36 0 0,0-1 1 0 0,0 1-1 0 0,-1-1 1 0 0,1 0-1 0 0,-1-1 0 0 0,1 0 1 0 0,-1 0-1 0 0,-1 0 0 0 0,1 0 1 0 0,6-10-1 0 0,-10 12 57 0 0,0 0 0 0 0,0 0 0 0 0,-1-1 0 0 0,1 1 0 0 0,-1-1 0 0 0,0 1 0 0 0,0-1 0 0 0,0 1 0 0 0,0-1 0 0 0,-1 0 0 0 0,0 1 0 0 0,1-1 0 0 0,-1 0 0 0 0,-1 1 0 0 0,1-1 0 0 0,0 0 0 0 0,-1 1 0 0 0,0-1 0 0 0,0 0 0 0 0,0 1 0 0 0,0-1 0 0 0,0 1 0 0 0,-4-6 0 0 0,-8-15 257 0 0,-1 0 1 0 0,0 1-1 0 0,-2 1 1 0 0,-36-40 0 0 0,51 61-47 0 0,25 57-22 0 0,-16-39-86 0 0,-1 0 0 0 0,0 1-1 0 0,-2 0 1 0 0,0 0 0 0 0,-1 1 0 0 0,-1-1 0 0 0,0 1 0 0 0,-2 0 0 0 0,-1 32 0 0 0,-3-11-110 0 0,-2 0 0 0 0,-2-1 0 0 0,-17 58-1 0 0,8-35-1003 0 0,-10 31-4817 0 0,15-66 1731 0 0</inkml:trace>
</inkml:ink>
</file>

<file path=ppt/ink/ink2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9:06.1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159 695 1024 0 0,'-3'-1'1558'0'0,"-4"-3"17"0"0,-1-1 0 0 0,0 1-1 0 0,-11-12 447 0 0,13 15-1536 0 0,6 1-458 0 0,-1-1 1 0 0,1 1 0 0 0,0 0 0 0 0,0 0 0 0 0,-1-1 0 0 0,1 1 0 0 0,0 0 0 0 0,-1 0-1 0 0,1 0 1 0 0,0 0 0 0 0,-1 0 0 0 0,1 0 0 0 0,0-1 0 0 0,-1 1 0 0 0,1 0-1 0 0,0 0 1 0 0,-1 0 0 0 0,1 0 0 0 0,-1 0 0 0 0,1 0 0 0 0,0 0 0 0 0,-1 0-1 0 0,1 0 1 0 0,0 1 0 0 0,-1-1 0 0 0,1 0 0 0 0,0 0 0 0 0,-1 0 0 0 0,1 0-1 0 0,0 0 1 0 0,-1 1 0 0 0,1-1 0 0 0,0 0 0 0 0,0 0 0 0 0,-1 1 0 0 0,1-1-1 0 0,0 0 1 0 0,0 0 0 0 0,-1 1 0 0 0,1-1 0 0 0,0 0 0 0 0,0 0 0 0 0,0 1-1 0 0,0-1 1 0 0,-1 0 0 0 0,1 1 0 0 0,0-1 0 0 0,0 0 0 0 0,0 1 0 0 0,0-1 0 0 0,0 1-1 0 0,-6 27 778 0 0,1 0 0 0 0,-1 52 0 0 0,4-45-559 0 0,0-2-13 0 0,2 47 0 0 0,1-71-204 0 0,0-1 1 0 0,0 1 0 0 0,1 0 0 0 0,0-1 0 0 0,0 1-1 0 0,1-1 1 0 0,0 0 0 0 0,1 0 0 0 0,-1 0-1 0 0,9 13 1 0 0,-10-19-16 0 0,1 1 0 0 0,-1 0 0 0 0,1-1 0 0 0,-1 0 1 0 0,1 1-1 0 0,0-1 0 0 0,0 0 0 0 0,0-1 0 0 0,0 1 0 0 0,0 0 0 0 0,0-1 0 0 0,0 0 0 0 0,1 1 0 0 0,6 0 1 0 0,-4-1 0 0 0,1 0 0 0 0,-1-1-1 0 0,1 1 1 0 0,-1-2 0 0 0,1 1 0 0 0,-1-1 0 0 0,11-2 0 0 0,-5 0 0 0 0,-1 0 0 0 0,0-1 0 0 0,0 0 1 0 0,0-1-1 0 0,0 0 0 0 0,-1-1 0 0 0,0 0 0 0 0,15-12 0 0 0,-16 9-15 0 0,-1 1 0 0 0,-1-1-1 0 0,1-1 1 0 0,-1 1 0 0 0,-1-1 0 0 0,0-1 0 0 0,0 1 0 0 0,-1-1 0 0 0,-1 0 0 0 0,1 0 0 0 0,-2 0 0 0 0,1 0 0 0 0,-2-1 0 0 0,0 0 0 0 0,0 1-1 0 0,-1-1 1 0 0,0 0 0 0 0,-2-15 0 0 0,0 7 0 0 0,-1 0-1 0 0,0 1 1 0 0,-2-1 0 0 0,0 1-1 0 0,-2-1 1 0 0,0 2-1 0 0,-1-1 1 0 0,0 1 0 0 0,-2 0-1 0 0,-13-21 1 0 0,19 33-3 0 0,-1 1 1 0 0,-1-1-1 0 0,1 1 0 0 0,-1 0 1 0 0,0 0-1 0 0,0 0 1 0 0,0 0-1 0 0,0 1 1 0 0,-1 0-1 0 0,0 0 0 0 0,0 1 1 0 0,0-1-1 0 0,0 1 1 0 0,-1 1-1 0 0,-6-3 1 0 0,7 4-1 0 0,1 0 1 0 0,-1 0 0 0 0,1 1 0 0 0,-1-1 0 0 0,1 1 0 0 0,-1 1 0 0 0,1-1 0 0 0,-1 1 0 0 0,1 0-1 0 0,0 0 1 0 0,-1 0 0 0 0,1 1 0 0 0,0 0 0 0 0,0 0 0 0 0,0 0 0 0 0,0 1 0 0 0,0 0 0 0 0,0 0-1 0 0,-5 5 1 0 0,-3 2 6 0 0,2 1 0 0 0,0 0 0 0 0,0 1 0 0 0,1 0 0 0 0,0 1 0 0 0,1 0 0 0 0,1 0 0 0 0,0 1 0 0 0,-8 21-1 0 0,8-18 6 0 0,2 1 0 0 0,1 0 0 0 0,0 0-1 0 0,1 0 1 0 0,0 0 0 0 0,2 1-1 0 0,0 33 1 0 0,2-44-6 0 0,0 1 1 0 0,1-1-1 0 0,0 0 0 0 0,1 1 1 0 0,0-1-1 0 0,0 0 0 0 0,0 0 1 0 0,1 0-1 0 0,1 0 0 0 0,-1-1 0 0 0,1 1 1 0 0,1-1-1 0 0,-1 0 0 0 0,1 0 1 0 0,0-1-1 0 0,1 1 0 0 0,0-1 1 0 0,0 0-1 0 0,0-1 0 0 0,0 1 1 0 0,1-1-1 0 0,0 0 0 0 0,0-1 1 0 0,0 0-1 0 0,1 0 0 0 0,0 0 0 0 0,-1-1 1 0 0,1 0-1 0 0,0-1 0 0 0,1 0 1 0 0,11 2-1 0 0,3-3-90 0 0,-1 0 0 0 0,0-2-1 0 0,0 0 1 0 0,0-2 0 0 0,0 0 0 0 0,0-1-1 0 0,-1-2 1 0 0,1 0 0 0 0,-1-1 0 0 0,0-1-1 0 0,-1-1 1 0 0,0-1 0 0 0,-1-1 0 0 0,0 0-1 0 0,0-1 1 0 0,-1-2 0 0 0,-1 0 0 0 0,0 0-1 0 0,-1-2 1 0 0,-1 0 0 0 0,0 0 0 0 0,-2-2-1 0 0,1 0 1 0 0,-2 0 0 0 0,-1-1 0 0 0,0 0-1 0 0,-1-1 1 0 0,10-30 0 0 0,22-111 769 0 0,-37 139-256 0 0,1 4-14 0 0,-8 40-208 0 0,0 4-155 0 0,1 139 112 0 0,2-149-147 0 0,1 0 0 0 0,0 1 0 0 0,2-1 0 0 0,0-1 0 0 0,0 1 0 0 0,1-1 0 0 0,1 0-1 0 0,9 17 1 0 0,-13-28-8 0 0,1-1 0 0 0,-1 1-1 0 0,1 0 1 0 0,-1-1 0 0 0,1 1 0 0 0,0-1-1 0 0,1 0 1 0 0,-1 0 0 0 0,0 0-1 0 0,1-1 1 0 0,0 1 0 0 0,-1-1-1 0 0,1 0 1 0 0,0 0 0 0 0,0 0-1 0 0,0 0 1 0 0,1-1 0 0 0,-1 1 0 0 0,0-1-1 0 0,1 0 1 0 0,-1-1 0 0 0,0 1-1 0 0,1-1 1 0 0,-1 0 0 0 0,1 0-1 0 0,-1 0 1 0 0,6-1 0 0 0,-3-1-7 0 0,0 0 1 0 0,1 0-1 0 0,-1 0 0 0 0,0-1 1 0 0,0 0-1 0 0,0-1 1 0 0,-1 1-1 0 0,1-1 1 0 0,-1-1-1 0 0,0 1 0 0 0,0-1 1 0 0,0 0-1 0 0,-1 0 1 0 0,0-1-1 0 0,6-7 0 0 0,-2-1-13 0 0,0-1 0 0 0,0 1 0 0 0,-2-2 1 0 0,0 1-1 0 0,0-1 0 0 0,5-23 0 0 0,-1-6 207 0 0,5-50-1 0 0,-9 56 147 0 0,-11 61-317 0 0,0 0-1 0 0,2 0 1 0 0,0 0 0 0 0,2 0-1 0 0,0 0 1 0 0,1 0 0 0 0,1 0-1 0 0,8 31 1 0 0,-9-48-18 0 0,0 1 0 0 0,1-1 0 0 0,-1 0 0 0 0,1 0 0 0 0,0 0 0 0 0,1 0 1 0 0,-1 0-1 0 0,1 0 0 0 0,0-1 0 0 0,0 1 0 0 0,1-1 0 0 0,-1 0 0 0 0,1 0 0 0 0,0 0 1 0 0,0 0-1 0 0,7 4 0 0 0,-6-6-35 0 0,-1 1 1 0 0,1-1-1 0 0,0 0 1 0 0,1-1-1 0 0,-1 1 1 0 0,0-1-1 0 0,0 0 1 0 0,1 0 0 0 0,-1-1-1 0 0,0 1 1 0 0,1-1-1 0 0,-1-1 1 0 0,0 1-1 0 0,1-1 1 0 0,-1 0-1 0 0,10-3 1 0 0,-2 1-183 0 0,-1-1-1 0 0,-1-1 1 0 0,1 0 0 0 0,-1 0 0 0 0,1-1-1 0 0,-2-1 1 0 0,1 0 0 0 0,-1 0 0 0 0,0-1-1 0 0,0 0 1 0 0,9-12 0 0 0,-7 6 18 0 0,0-1 0 0 0,-2 0 0 0 0,0 0 0 0 0,0-1 1 0 0,-2-1-1 0 0,14-33 0 0 0,-10 8 88 0 0,-1 0 0 0 0,-2-1 0 0 0,-2 0 0 0 0,-1 0 0 0 0,-1-78 0 0 0,-6 63 1008 0 0,-2-1-1 0 0,-3 1 1 0 0,-17-81 0 0 0,23 139-887 0 0,0 0 0 0 0,0 0 1 0 0,0-1-1 0 0,0 1 0 0 0,0 0 0 0 0,0-1 1 0 0,0 1-1 0 0,0 0 0 0 0,0 0 1 0 0,-1-1-1 0 0,1 1 0 0 0,0 0 1 0 0,0-1-1 0 0,0 1 0 0 0,0 0 0 0 0,0 0 1 0 0,0-1-1 0 0,-1 1 0 0 0,1 0 1 0 0,0 0-1 0 0,0-1 0 0 0,0 1 0 0 0,-1 0 1 0 0,1 0-1 0 0,0 0 0 0 0,0 0 1 0 0,0-1-1 0 0,-1 1 0 0 0,1 0 1 0 0,0 0-1 0 0,-1 0 0 0 0,1 0 0 0 0,-5 9 135 0 0,1 18-73 0 0,-5 82 52 0 0,5 0 0 0 0,19 206 0 0 0,-11-289-253 0 0,0 0 0 0 0,1-1-1 0 0,1 0 1 0 0,2 0-1 0 0,1 0 1 0 0,15 32-1 0 0,-20-50-103 0 0,0-1 0 0 0,0 1 0 0 0,0-1 0 0 0,1 1-1 0 0,0-1 1 0 0,0-1 0 0 0,0 1 0 0 0,1-1 0 0 0,0 0 0 0 0,0 0-1 0 0,0 0 1 0 0,1-1 0 0 0,-1 0 0 0 0,1-1 0 0 0,0 1 0 0 0,0-1-1 0 0,0 0 1 0 0,1-1 0 0 0,-1 0 0 0 0,1 0 0 0 0,-1-1-1 0 0,1 1 1 0 0,0-2 0 0 0,-1 1 0 0 0,14-2 0 0 0,-10 0 100 0 0,0-1 1 0 0,0 0-1 0 0,0 0 0 0 0,0-2 1 0 0,0 1-1 0 0,0-1 0 0 0,-1-1 1 0 0,0 0-1 0 0,0 0 0 0 0,0-1 1 0 0,0 0-1 0 0,-1-1 0 0 0,0 0 1 0 0,-1-1-1 0 0,0 0 1 0 0,0 0-1 0 0,0 0 0 0 0,8-14 1 0 0,-7 9 585 0 0,0-1 0 0 0,-1 0 0 0 0,0-1 1 0 0,-2 0-1 0 0,1 0 0 0 0,-2-1 0 0 0,0 0 0 0 0,-1 0 1 0 0,0 0-1 0 0,-2 0 0 0 0,0-1 0 0 0,0-18 0 0 0,-1 33-319 0 0,-1-1-1 0 0,0 0 1 0 0,0 1-1 0 0,0-1 0 0 0,0 1 1 0 0,-1-1-1 0 0,1 1 0 0 0,-1-1 1 0 0,0 0-1 0 0,1 1 1 0 0,-1 0-1 0 0,0-1 0 0 0,0 1 1 0 0,-1 0-1 0 0,1-1 1 0 0,0 1-1 0 0,-1 0 0 0 0,-1-2 1 0 0,2 4-122 0 0,0-1 0 0 0,1 1 1 0 0,-1 0-1 0 0,0-1 0 0 0,0 1 1 0 0,0 0-1 0 0,1 0 0 0 0,-1 0 1 0 0,0 0-1 0 0,0 0 0 0 0,0 0 0 0 0,0 0 1 0 0,0 0-1 0 0,1 0 0 0 0,-1 0 1 0 0,0 0-1 0 0,0 1 0 0 0,0-1 1 0 0,1 0-1 0 0,-1 1 0 0 0,0-1 1 0 0,0 0-1 0 0,1 1 0 0 0,-1-1 1 0 0,0 1-1 0 0,1-1 0 0 0,-1 1 1 0 0,0-1-1 0 0,0 2 0 0 0,-19 18 147 0 0,18-18-134 0 0,-9 12 1 0 0,1-1-1 0 0,0 2 1 0 0,1-1 0 0 0,1 1-1 0 0,0 1 1 0 0,1 0 0 0 0,0 0-1 0 0,1 0 1 0 0,1 0 0 0 0,1 1-1 0 0,0 0 1 0 0,2 0-1 0 0,-1 0 1 0 0,2 22 0 0 0,0-37-24 0 0,2 1 1 0 0,-1 0-1 0 0,0 0 1 0 0,0-1 0 0 0,1 1-1 0 0,0 0 1 0 0,-1-1-1 0 0,1 1 1 0 0,0 0-1 0 0,1-1 1 0 0,-1 1-1 0 0,0-1 1 0 0,1 0-1 0 0,-1 1 1 0 0,1-1 0 0 0,-1 0-1 0 0,1 0 1 0 0,0 0-1 0 0,0 0 1 0 0,0 0-1 0 0,1-1 1 0 0,-1 1-1 0 0,0 0 1 0 0,0-1 0 0 0,1 0-1 0 0,-1 1 1 0 0,1-1-1 0 0,-1 0 1 0 0,5 1-1 0 0,-3-2-2 0 0,0 1 0 0 0,0-1 0 0 0,0 0-1 0 0,0 0 1 0 0,0 0 0 0 0,0-1 0 0 0,0 1 0 0 0,0-1-1 0 0,-1 0 1 0 0,1 0 0 0 0,0-1 0 0 0,0 1 0 0 0,0-1-1 0 0,-1 1 1 0 0,1-1 0 0 0,-1 0 0 0 0,0-1-1 0 0,1 1 1 0 0,-1 0 0 0 0,3-4 0 0 0,4-6-4 0 0,0 0-1 0 0,-1-1 1 0 0,-1 0 0 0 0,0-1-1 0 0,0 1 1 0 0,-2-2 0 0 0,1 1 0 0 0,4-19-1 0 0,1 2-7 0 0,-7 16-6 0 0,-4 12 6 0 0,-1 0-1 0 0,1 1 1 0 0,0-1 0 0 0,0 0 0 0 0,1 1-1 0 0,-1 0 1 0 0,0-1 0 0 0,3-2-1 0 0,-3 4 1 0 0,0 1 9 0 0,-1 0-1 0 0,1 1 0 0 0,0-1 0 0 0,0 0 0 0 0,-1 1 0 0 0,1-1 1 0 0,0 0-1 0 0,-1 1 0 0 0,1-1 0 0 0,0 1 0 0 0,-1-1 0 0 0,1 1 0 0 0,-1 0 1 0 0,1-1-1 0 0,-1 1 0 0 0,1-1 0 0 0,-1 1 0 0 0,1 0 0 0 0,-1 0 0 0 0,0-1 1 0 0,1 1-1 0 0,-1 0 0 0 0,1 1 0 0 0,5 21 11 0 0,-5-18-9 0 0,37 196 402 0 0,17 292 0 0 0,-47-396 84 0 0,-4 0-1 0 0,-12 129 0 0 0,4-198-128 0 0,0-1 0 0 0,-2 1-1 0 0,-11 32 1 0 0,13-50-215 0 0,1-1 0 0 0,-1 1 1 0 0,-1-1-1 0 0,0 0 0 0 0,0 0 1 0 0,0 0-1 0 0,-1-1 0 0 0,-1 1 0 0 0,0-2 1 0 0,0 1-1 0 0,0-1 0 0 0,-10 8 1 0 0,13-13-113 0 0,-1 1 1 0 0,1-1 0 0 0,-1 1 0 0 0,0-1-1 0 0,0-1 1 0 0,0 1 0 0 0,0-1-1 0 0,0 0 1 0 0,0 0 0 0 0,0 0 0 0 0,-1-1-1 0 0,1 1 1 0 0,0-1 0 0 0,0-1-1 0 0,0 1 1 0 0,-1-1 0 0 0,1 0 0 0 0,0 0-1 0 0,0 0 1 0 0,0-1 0 0 0,0 1-1 0 0,0-1 1 0 0,1-1 0 0 0,-1 1 0 0 0,0-1-1 0 0,-7-5 1 0 0,4 1-21 0 0,-1 1 0 0 0,1-1 0 0 0,1 0 0 0 0,0-1 0 0 0,0 0-1 0 0,0 0 1 0 0,1 0 0 0 0,0-1 0 0 0,1 0 0 0 0,-1 0 0 0 0,2-1 0 0 0,-6-14 0 0 0,5 5-31 0 0,1 0-1 0 0,1-1 1 0 0,1 1 0 0 0,1-1 0 0 0,0 1-1 0 0,1-1 1 0 0,2 0 0 0 0,0 1 0 0 0,1-1-1 0 0,7-26 1 0 0,1 6-542 0 0,2 1 0 0 0,2 1-1 0 0,38-72 1 0 0,-18 52-1862 0 0,65-82 0 0 0,1 16-3884 0 0,-80 98 4310 0 0,13-13-2673 0 0</inkml:trace>
</inkml:ink>
</file>

<file path=ppt/ink/ink2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9:06.5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68 1160 0 0,'7'-59'7623'0'0,"-6"57"-7234"0"0,0-5 657 0 0,-6 34-742 0 0,2-1 0 0 0,2 1 0 0 0,0-1 1 0 0,1 1-1 0 0,8 46 0 0 0,-6-55-238 0 0,1-1 0 0 0,0 1 0 0 0,2-1 0 0 0,0 0 0 0 0,7 16 0 0 0,-10-29-53 0 0,0 0 1 0 0,0 0 0 0 0,1 0 0 0 0,-1-1 0 0 0,1 1 0 0 0,-1-1 0 0 0,1 0 0 0 0,0 0 0 0 0,0 0-1 0 0,1 0 1 0 0,4 3 0 0 0,-5-5-8 0 0,0 1 1 0 0,0-1-1 0 0,-1 0 0 0 0,1 0 0 0 0,0-1 0 0 0,0 1 0 0 0,0-1 1 0 0,0 1-1 0 0,0-1 0 0 0,0 0 0 0 0,0 0 0 0 0,0 0 0 0 0,0 0 1 0 0,0-1-1 0 0,0 1 0 0 0,0-1 0 0 0,-1 0 0 0 0,5-1 1 0 0,-1-1-16 0 0,0 0 1 0 0,-1 0 0 0 0,1-1 0 0 0,-1 1 0 0 0,0-1 0 0 0,0 0 0 0 0,0-1 0 0 0,-1 1 0 0 0,1-1 0 0 0,-1 0 0 0 0,0 0 0 0 0,-1 0 0 0 0,1 0 0 0 0,-1-1 0 0 0,0 0 0 0 0,0 1 0 0 0,3-12 0 0 0,-2 5-4 0 0,0 0 1 0 0,-1-1-1 0 0,0 0 0 0 0,-1 0 0 0 0,-1 1 0 0 0,0-1 1 0 0,-1-24-1 0 0,-1 24 3 0 0,-1 1-1 0 0,0-1 1 0 0,0 1 0 0 0,-1 0-1 0 0,-6-14 1 0 0,7 22 13 0 0,1 1-1 0 0,-1-1 1 0 0,0 1 0 0 0,0-1-1 0 0,0 1 1 0 0,0 0 0 0 0,-1 0-1 0 0,1 0 1 0 0,-1 0 0 0 0,0 0-1 0 0,1 1 1 0 0,-1-1-1 0 0,-1 1 1 0 0,1 0 0 0 0,0 0-1 0 0,0 0 1 0 0,-1 0 0 0 0,1 0-1 0 0,-1 1 1 0 0,0 0 0 0 0,1 0-1 0 0,-5-1 1 0 0,4 1-3 0 0,1 0 1 0 0,0 1-1 0 0,-1 0 1 0 0,1-1-1 0 0,-1 1 0 0 0,1 1 1 0 0,-1-1-1 0 0,1 0 1 0 0,0 1-1 0 0,-1 0 1 0 0,1-1-1 0 0,0 1 1 0 0,-1 1-1 0 0,1-1 0 0 0,0 0 1 0 0,0 1-1 0 0,0 0 1 0 0,-4 2-1 0 0,4-1-5 0 0,0 0 1 0 0,0 0-1 0 0,1 1 0 0 0,-1-1 0 0 0,1 0 0 0 0,0 1 0 0 0,0 0 1 0 0,0 0-1 0 0,0-1 0 0 0,1 1 0 0 0,-1 0 0 0 0,1 0 0 0 0,0 0 1 0 0,0 1-1 0 0,1-1 0 0 0,-1 0 0 0 0,1 0 0 0 0,0 0 1 0 0,0 1-1 0 0,0-1 0 0 0,1 0 0 0 0,0 5 0 0 0,1-4-411 0 0,-1 1 0 0 0,1-1-1 0 0,0 1 1 0 0,0-1 0 0 0,1 0-1 0 0,-1 1 1 0 0,1-1 0 0 0,0-1 0 0 0,1 1-1 0 0,-1 0 1 0 0,1-1 0 0 0,0 0-1 0 0,0 0 1 0 0,0 0 0 0 0,9 6 0 0 0,2-1-2988 0 0</inkml:trace>
</inkml:ink>
</file>

<file path=ppt/ink/ink2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9:06.7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46 1080 0 0,'18'-33'10798'0'0,"-10"20"-6685"0"0,-4 16-3506 0 0,-3-3-585 0 0,-1 0-1 0 0,0 0 0 0 0,1 1 0 0 0,-1-1 0 0 0,0 0 1 0 0,1 0-1 0 0,-1 0 0 0 0,0 0 0 0 0,1 0 1 0 0,-1 0-1 0 0,0 0 0 0 0,1 1 0 0 0,-1-1 1 0 0,0 0-1 0 0,1 0 0 0 0,-1 0 0 0 0,0 1 0 0 0,0-1 1 0 0,1 0-1 0 0,-1 0 0 0 0,0 1 0 0 0,0-1 1 0 0,0 0-1 0 0,1 1 0 0 0,-1-1 0 0 0,0 0 1 0 0,0 0-1 0 0,0 1 0 0 0,0-1 0 0 0,0 0 0 0 0,1 1 1 0 0,-1 0-1 0 0,45 279 2822 0 0,-31-195-2873 0 0,-3-32-3514 0 0,0-53-1030 0 0,-9 0 4277 0 0,-1-1 0 0 0,0 1 0 0 0,0-1 1 0 0,0 0-1 0 0,0 0 0 0 0,1 0 0 0 0,-1 1 0 0 0,0-1 1 0 0,-1 0-1 0 0,1 0 0 0 0,0 0 0 0 0,0-1 0 0 0,0 1 0 0 0,-1 0 1 0 0,1 0-1 0 0,0 0 0 0 0,0-3 0 0 0,6-11-3950 0 0</inkml:trace>
</inkml:ink>
</file>

<file path=ppt/ink/ink2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9:07.2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63 180 0 0,'11'-52'8896'0'0,"-10"50"-8296"0"0,4-7 2117 0 0,-2 18-2127 0 0,0-1 0 0 0,0 1-1 0 0,0 0 1 0 0,-1 0 0 0 0,-1 0 0 0 0,1 0 0 0 0,-1 16-1 0 0,2 6 288 0 0,10 122 974 0 0,-10-104-1605 0 0,-3-27-128 0 0,0-16-41 0 0,0 0 0 0 0,0 1 0 0 0,1-1 0 0 0,2 9 1 0 0,6-19-23 0 0,-7 0-53 0 0,0 0 0 0 0,-1 1 0 0 0,1-1 0 0 0,-1 0 0 0 0,0 0 1 0 0,0 0-1 0 0,0 0 0 0 0,1-4 0 0 0,2-10-8 0 0,9-31-19 0 0,-4 16-10 0 0,17-44-1 0 0,-22 69 5 0 0,0-1 1 0 0,0 1 0 0 0,1 0-1 0 0,0 1 1 0 0,0-1 0 0 0,1 1-1 0 0,0 0 1 0 0,0 0 0 0 0,14-11-1 0 0,-19 17 27 0 0,0 0 0 0 0,1 0 0 0 0,-1 0-1 0 0,0 1 1 0 0,1-1 0 0 0,-1 1 0 0 0,1-1 0 0 0,-1 1 0 0 0,1 0-1 0 0,-1-1 1 0 0,1 1 0 0 0,-1 0 0 0 0,1 0 0 0 0,-1 0 0 0 0,1 0-1 0 0,-1 0 1 0 0,1 1 0 0 0,-1-1 0 0 0,1 0 0 0 0,-1 1 0 0 0,1-1-1 0 0,-1 1 1 0 0,1-1 0 0 0,-1 1 0 0 0,0 0 0 0 0,1-1 0 0 0,-1 1-1 0 0,0 0 1 0 0,2 2 0 0 0,1 0 2 0 0,0 1 1 0 0,0 0-1 0 0,0 0 0 0 0,0 0 0 0 0,-1 0 1 0 0,5 8-1 0 0,2 7 27 0 0,-2 1 0 0 0,0 0 0 0 0,0 1 0 0 0,-2 0 0 0 0,5 32 0 0 0,5 15-1237 0 0,-16-68 1073 0 0,1 1-1 0 0,-1 0 1 0 0,0-1-1 0 0,0 1 0 0 0,1 0 1 0 0,-1-1-1 0 0,0 1 0 0 0,1-1 1 0 0,-1 1-1 0 0,1 0 1 0 0,-1-1-1 0 0,1 1 0 0 0,-1-1 1 0 0,1 1-1 0 0,-1-1 1 0 0,1 0-1 0 0,-1 1 0 0 0,1-1 1 0 0,0 1-1 0 0,-1-1 0 0 0,1 0 1 0 0,-1 0-1 0 0,1 1 1 0 0,0-1-1 0 0,0 0 0 0 0,-1 0 1 0 0,1 0-1 0 0,0 0 0 0 0,-1 0 1 0 0,1 0-1 0 0,0 0 1 0 0,-1 0-1 0 0,1 0 0 0 0,0 0 1 0 0,0 0-1 0 0,-1 0 1 0 0,1 0-1 0 0,0 0 0 0 0,-1-1 1 0 0,1 1-1 0 0,0 0 0 0 0,-1-1 1 0 0,2 0-1 0 0,2-1-818 0 0,0 0-1 0 0,0-1 1 0 0,0 1 0 0 0,0-1-1 0 0,4-4 1 0 0,6-8-3803 0 0</inkml:trace>
</inkml:ink>
</file>

<file path=ppt/ink/ink2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9:07.7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332 81 1348 0 0,'0'-14'2428'0'0,"-1"0"-1"0"0,0 0 1 0 0,-3-14-1 0 0,3 28-2359 0 0,1-1 0 0 0,0 1 0 0 0,0-1 0 0 0,-1 0 0 0 0,1 1-1 0 0,0-1 1 0 0,-1 1 0 0 0,1-1 0 0 0,-1 1 0 0 0,1-1 0 0 0,0 1-1 0 0,-1-1 1 0 0,1 1 0 0 0,-1-1 0 0 0,1 1 0 0 0,-1 0 0 0 0,0-1-1 0 0,1 1 1 0 0,-1 0 0 0 0,1-1 0 0 0,-1 1 0 0 0,0 0 0 0 0,1 0 0 0 0,-1 0-1 0 0,0 0 1 0 0,1 0 0 0 0,-1-1 0 0 0,0 1 0 0 0,1 0 0 0 0,-1 0-1 0 0,1 0 1 0 0,-1 1 0 0 0,0-1 0 0 0,1 0 0 0 0,-1 0 0 0 0,0 0-1 0 0,0 1 1 0 0,-21 8 1143 0 0,16-5-1012 0 0,0 0 0 0 0,0 1-1 0 0,1 0 1 0 0,0 0 0 0 0,0 0 0 0 0,1 1 0 0 0,-1 0 0 0 0,1 0 0 0 0,-5 10 0 0 0,-1 2 250 0 0,-14 39 0 0 0,18-38-310 0 0,1 0 1 0 0,0 0-1 0 0,-3 27 1 0 0,7-38-105 0 0,0-1 0 0 0,1 1 1 0 0,0 0-1 0 0,0-1 0 0 0,1 1 0 0 0,0-1 0 0 0,0 1 0 0 0,1-1 0 0 0,0 0 0 0 0,0 1 1 0 0,6 12-1 0 0,-7-18-26 0 0,0 0 0 0 0,0 0 0 0 0,0-1 0 0 0,1 1 0 0 0,-1 0 0 0 0,1-1 0 0 0,-1 1 1 0 0,1 0-1 0 0,-1-1 0 0 0,1 0 0 0 0,0 1 0 0 0,0-1 0 0 0,-1 0 0 0 0,1 0 0 0 0,0 0 0 0 0,0 0 0 0 0,0-1 1 0 0,0 1-1 0 0,1 0 0 0 0,-1-1 0 0 0,0 1 0 0 0,0-1 0 0 0,0 0 0 0 0,0 0 0 0 0,0 0 0 0 0,1 0 0 0 0,-1 0 1 0 0,0 0-1 0 0,0-1 0 0 0,0 1 0 0 0,0-1 0 0 0,0 1 0 0 0,1-1 0 0 0,-1 0 0 0 0,0 0 0 0 0,-1 0 0 0 0,4-1 1 0 0,1-2-4 0 0,1 0 1 0 0,-1 0 0 0 0,0-1 0 0 0,0 0 0 0 0,-1 0 0 0 0,1 0 0 0 0,-1-1 0 0 0,0 0 0 0 0,6-10 0 0 0,26-54-5 0 0,-22 39 59 0 0,29-44-1 0 0,-44 75-56 0 0,1 0 1 0 0,-1-1 0 0 0,0 1-1 0 0,0 0 1 0 0,0 0 0 0 0,0-1-1 0 0,0 1 1 0 0,1 0-1 0 0,-1 0 1 0 0,0-1 0 0 0,0 1-1 0 0,1 0 1 0 0,-1 0 0 0 0,0 0-1 0 0,0-1 1 0 0,1 1 0 0 0,-1 0-1 0 0,0 0 1 0 0,0 0-1 0 0,1 0 1 0 0,-1 0 0 0 0,0-1-1 0 0,1 1 1 0 0,-1 0 0 0 0,0 0-1 0 0,1 0 1 0 0,-1 0-1 0 0,0 0 1 0 0,0 0 0 0 0,1 0-1 0 0,-1 0 1 0 0,0 0 0 0 0,1 0-1 0 0,-1 0 1 0 0,1 1 0 0 0,6 9 243 0 0,1 21 218 0 0,89 575 4450 0 0,-76-488-4283 0 0,42 311 1247 0 0,-62-414-1724 0 0,-1 0 0 0 0,0 1 1 0 0,-1-1-1 0 0,0 0 0 0 0,-2 0 0 0 0,1-1 1 0 0,-6 16-1 0 0,6-25-121 0 0,0 0-1 0 0,0 0 1 0 0,0-1 0 0 0,0 1 0 0 0,-1-1-1 0 0,0 1 1 0 0,0-1 0 0 0,0 0-1 0 0,0 0 1 0 0,-1 0 0 0 0,0 0 0 0 0,1-1-1 0 0,-1 0 1 0 0,-1 0 0 0 0,1 0 0 0 0,0 0-1 0 0,-1 0 1 0 0,1-1 0 0 0,-1 0-1 0 0,0 0 1 0 0,0 0 0 0 0,0 0 0 0 0,-8 0-1 0 0,1 0-17 0 0,-1-1 0 0 0,1-1 0 0 0,-1 0 0 0 0,1 0 0 0 0,-1-2-1 0 0,1 1 1 0 0,-1-2 0 0 0,1 0 0 0 0,-13-4 0 0 0,-16-8-15 0 0,-47-25 0 0 0,83 38 1 0 0,-14-7-9 0 0,2-1 0 0 0,-1 0 0 0 0,2-1 0 0 0,-1-1 0 0 0,2-1 0 0 0,-1 0-1 0 0,-17-22 1 0 0,23 24-88 0 0,0-2 0 0 0,1 1 1 0 0,1-1-1 0 0,0-1 0 0 0,1 1 0 0 0,1-1 0 0 0,0-1 0 0 0,1 1 0 0 0,0-1 0 0 0,-3-20 0 0 0,3 6-306 0 0,3 0 0 0 0,0 0-1 0 0,2-1 1 0 0,0 1 0 0 0,3 0-1 0 0,0 0 1 0 0,10-37 0 0 0,10-22-2608 0 0,37-85-1 0 0,-26 78-697 0 0,-25 67 215 0 0,6-31-1 0 0,-7 15-2935 0 0</inkml:trace>
</inkml:ink>
</file>

<file path=ppt/ink/ink2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9:07.9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248 79 1024 0 0,'-72'-28'8705'0'0,"1"0"-1649"0"0,28 9-6760 0 0,40 18-1121 0 0,0 0 1 0 0,-1 1-1 0 0,1-1 1 0 0,0 1-1 0 0,-1-1 1 0 0,1 1-1 0 0,-1 0 1 0 0,1 1-1 0 0,-4-1 1 0 0,2 1-27 0 0,-14 0-4730 0 0</inkml:trace>
</inkml:ink>
</file>

<file path=ppt/ink/ink2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9:08.1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186 1 476 0 0,'-49'24'3247'0'0,"21"-10"-988"0"0,0 0 0 0 0,-40 29 0 0 0,67-43-2206 0 0,1 1 0 0 0,-1-1 0 0 0,0 1 1 0 0,0-1-1 0 0,0 1 0 0 0,1 0 0 0 0,-1-1 1 0 0,0 1-1 0 0,1 0 0 0 0,-1 0 0 0 0,1-1 1 0 0,-1 1-1 0 0,1 0 0 0 0,-1 0 0 0 0,1 0 1 0 0,-1 0-1 0 0,1 0 0 0 0,0 0 0 0 0,-1 0 1 0 0,1 0-1 0 0,0 0 0 0 0,0 0 0 0 0,0 0 1 0 0,0 0-1 0 0,0 0 0 0 0,0 0 0 0 0,0 0 1 0 0,0 0-1 0 0,0 0 0 0 0,1 1 0 0 0,0-1-12 0 0,0 1 0 0 0,0-1 0 0 0,0 0 0 0 0,0 0 0 0 0,0 0 0 0 0,0 0 0 0 0,0 0 0 0 0,0 0 0 0 0,0 0 0 0 0,1 0 0 0 0,-1-1-1 0 0,0 1 1 0 0,1 0 0 0 0,-1-1 0 0 0,1 1 0 0 0,-1-1 0 0 0,0 0 0 0 0,1 1 0 0 0,-1-1 0 0 0,3 0 0 0 0,19 2 85 0 0,0-1 0 0 0,0-1 0 0 0,45-7 0 0 0,72-19-1672 0 0,-117 21 958 0 0,60-14-3027 0 0,4-2-1746 0 0</inkml:trace>
</inkml:ink>
</file>

<file path=ppt/ink/ink2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9:08.8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8 341 1184 0 0,'-3'-15'1827'0'0,"1"0"0"0"0,0 0 0 0 0,2 0 0 0 0,0 0 0 0 0,3-26 0 0 0,-3 41-1774 0 0,0-1-1 0 0,0 1 1 0 0,1-1 0 0 0,-1 1-1 0 0,0-1 1 0 0,1 1-1 0 0,-1-1 1 0 0,0 1-1 0 0,1 0 1 0 0,-1-1-1 0 0,1 1 1 0 0,-1-1-1 0 0,1 1 1 0 0,-1 0-1 0 0,1 0 1 0 0,-1-1-1 0 0,1 1 1 0 0,-1 0-1 0 0,1 0 1 0 0,-1-1-1 0 0,1 1 1 0 0,-1 0-1 0 0,1 0 1 0 0,-1 0-1 0 0,1 0 1 0 0,0 0-1 0 0,-1 0 1 0 0,1 0 0 0 0,-1 0-1 0 0,1 0 1 0 0,0 0-1 0 0,-1 0 1 0 0,1 0-1 0 0,-1 0 1 0 0,1 1-1 0 0,-1-1 1 0 0,1 0-1 0 0,-1 0 1 0 0,1 1-1 0 0,-1-1 1 0 0,1 1-1 0 0,0-1-103 0 0,4 2 189 0 0,0 0 1 0 0,-1 1-1 0 0,0-1 1 0 0,1 1-1 0 0,-1 0 1 0 0,0 0-1 0 0,-1 1 1 0 0,1-1-1 0 0,3 5 1 0 0,29 38 510 0 0,-28-35-522 0 0,3 4 14 0 0,66 82 445 0 0,-66-84-516 0 0,1-1 0 0 0,0-1 1 0 0,1 0-1 0 0,0 0 0 0 0,19 11 0 0 0,-29-20-54 0 0,1-1 1 0 0,-1 1-1 0 0,1 0 0 0 0,-1-1 0 0 0,1 0 0 0 0,-1 0 0 0 0,1 0 1 0 0,0 0-1 0 0,0-1 0 0 0,-1 1 0 0 0,1-1 0 0 0,0 0 1 0 0,0 0-1 0 0,0 0 0 0 0,-1-1 0 0 0,1 1 0 0 0,0-1 0 0 0,0 0 1 0 0,-1 0-1 0 0,1 0 0 0 0,0-1 0 0 0,-1 1 0 0 0,0-1 0 0 0,1 0 1 0 0,-1 0-1 0 0,0 0 0 0 0,0 0 0 0 0,0 0 0 0 0,0-1 1 0 0,5-5-1 0 0,5-7 6 0 0,-1 0 1 0 0,0-2 0 0 0,-1 1-1 0 0,16-32 1 0 0,-9 14-8 0 0,-2 6-16 0 0,-4 6-4 0 0,24-33 1 0 0,-33 50 0 0 0,1 1 0 0 0,0-1 1 0 0,1 1-1 0 0,-1-1 0 0 0,1 1 1 0 0,-1 0-1 0 0,1 1 0 0 0,0-1 1 0 0,0 1-1 0 0,1 0 0 0 0,10-4 1 0 0,-12 6 4 0 0,-1-1-1 0 0,1 1 1 0 0,0 0 0 0 0,0 1 0 0 0,0-1 0 0 0,0 1 0 0 0,0 0 0 0 0,0-1 0 0 0,0 2 0 0 0,-1-1 0 0 0,7 1-1 0 0,-3 1-3 0 0,70 9 14 0 0,-62-8 0 0 0,0-1 0 0 0,26 1 0 0 0,-34-3-12 0 0,0 0 1 0 0,-1-1-1 0 0,1 0 0 0 0,0 0 1 0 0,-1 0-1 0 0,1-1 0 0 0,-1 0 1 0 0,1 0-1 0 0,-1 0 0 0 0,0-1 1 0 0,0 0-1 0 0,0-1 0 0 0,0 1 1 0 0,0-1-1 0 0,-1 0 0 0 0,0 0 1 0 0,0-1-1 0 0,0 1 0 0 0,0-1 1 0 0,-1-1-1 0 0,1 1 0 0 0,-1 0 1 0 0,-1-1-1 0 0,1 0 0 0 0,-1 0 1 0 0,0 0-1 0 0,0 0 0 0 0,-1-1 1 0 0,0 1-1 0 0,0 0 0 0 0,0-1 1 0 0,-1 0-1 0 0,0 1 0 0 0,0-1 1 0 0,-1-11-1 0 0,0 16-2 0 0,0 1 0 0 0,0-1 0 0 0,0 1 0 0 0,0-1 0 0 0,-1 1 0 0 0,1-1 0 0 0,0 1 0 0 0,-1-1 0 0 0,1 1 0 0 0,-1 0 0 0 0,1-1 0 0 0,-1 1 0 0 0,0 0 0 0 0,1-1 0 0 0,-1 1 0 0 0,0 0 0 0 0,0 0 0 0 0,0 0 0 0 0,0 0 0 0 0,0 0 0 0 0,0 0 0 0 0,0 0 0 0 0,-1 0 0 0 0,1 0 0 0 0,0 0 0 0 0,0 1 0 0 0,-1-1 0 0 0,1 0 0 0 0,-1 1 0 0 0,1-1 0 0 0,0 1 0 0 0,-1 0 0 0 0,1-1 0 0 0,-3 1 0 0 0,-3 1 2 0 0,0 1-1 0 0,0 0 0 0 0,0 1 0 0 0,0 0 1 0 0,0 0-1 0 0,0 0 0 0 0,0 1 1 0 0,1 0-1 0 0,0 0 0 0 0,0 0 0 0 0,0 1 1 0 0,0 0-1 0 0,1 0 0 0 0,0 1 0 0 0,0-1 1 0 0,-7 11-1 0 0,-1 3 6 0 0,-1 1-1 0 0,2 1 1 0 0,1 0-1 0 0,-9 24 1 0 0,15-34 12 0 0,1 0-1 0 0,0 1 1 0 0,1 0-1 0 0,0-1 1 0 0,1 1-1 0 0,1 0 1 0 0,0 0-1 0 0,0 0 1 0 0,1 0-1 0 0,2 13 1 0 0,-1-20-167 0 0,0 1 0 0 0,0-1-1 0 0,0 0 1 0 0,1 0 0 0 0,0 1 0 0 0,0-1 0 0 0,1 0-1 0 0,-1-1 1 0 0,1 1 0 0 0,0 0 0 0 0,0-1 0 0 0,1 0-1 0 0,-1 0 1 0 0,1 0 0 0 0,0 0 0 0 0,0 0 0 0 0,0-1-1 0 0,1 1 1 0 0,-1-1 0 0 0,1-1 0 0 0,0 1 0 0 0,0 0-1 0 0,0-1 1 0 0,6 2 0 0 0,-3-1-1074 0 0,1-1-1 0 0,-1 0 1 0 0,1 0 0 0 0,12 0-1 0 0,7-1-4731 0 0</inkml:trace>
</inkml:ink>
</file>

<file path=ppt/ink/ink2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9:09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205 49 1096 0 0,'0'-3'470'0'0,"-1"1"1"0"0,1-1-1 0 0,-1 1 0 0 0,1 0 1 0 0,-1-1-1 0 0,0 1 0 0 0,0 0 0 0 0,0-1 1 0 0,0 1-1 0 0,0 0 0 0 0,-1 0 1 0 0,1 0-1 0 0,0 0 0 0 0,-1 0 0 0 0,0 0 1 0 0,1 0-1 0 0,-1 1 0 0 0,0-1 1 0 0,0 1-1 0 0,0-1 0 0 0,-3-1 0 0 0,4 3-337 0 0,-1-1-1 0 0,0 1 0 0 0,0 0 1 0 0,0 0-1 0 0,0-1 0 0 0,1 1 0 0 0,-1 0 1 0 0,0 0-1 0 0,0 1 0 0 0,0-1 1 0 0,0 0-1 0 0,1 1 0 0 0,-1-1 1 0 0,0 1-1 0 0,0-1 0 0 0,1 1 0 0 0,-1 0 1 0 0,-2 1-1 0 0,-28 19 927 0 0,23-12-900 0 0,0 1-1 0 0,1 0 1 0 0,1 1-1 0 0,-1-1 1 0 0,2 1-1 0 0,-1 1 0 0 0,2-1 1 0 0,-8 20-1 0 0,5-6-49 0 0,1 0-1 0 0,1 1 1 0 0,-4 30 0 0 0,8-41-78 0 0,1 0 1 0 0,1 1 0 0 0,0-1 0 0 0,1 0 0 0 0,0 1 0 0 0,1-1 0 0 0,1 0 0 0 0,0 0 0 0 0,8 19 0 0 0,-10-31-102 0 0,0 1 0 0 0,1-1 1 0 0,0 0-1 0 0,0 0 0 0 0,0 0 0 0 0,0-1 0 0 0,0 1 1 0 0,0 0-1 0 0,1-1 0 0 0,-1 1 0 0 0,1-1 0 0 0,0 0 1 0 0,0 0-1 0 0,0 0 0 0 0,0 0 0 0 0,0 0 0 0 0,0-1 1 0 0,0 1-1 0 0,1-1 0 0 0,-1 0 0 0 0,0 0 0 0 0,1 0 1 0 0,-1-1-1 0 0,1 1 0 0 0,-1-1 0 0 0,1 0 0 0 0,-1 0 1 0 0,6 0-1 0 0,0-1-675 0 0,0-1 0 0 0,0 1 0 0 0,-1-2 0 0 0,1 1 0 0 0,-1-1 0 0 0,1 0 0 0 0,-1-1 0 0 0,0 0 0 0 0,0 0 1 0 0,10-8-1 0 0,12-11-3828 0 0</inkml:trace>
</inkml:ink>
</file>

<file path=ppt/ink/ink2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9:09.3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77 146 2332 0 0,'-48'-144'10853'0'0,"47"143"-10447"0"0,-10 7 276 0 0,9-3-584 0 0,0 0 0 0 0,1 1 1 0 0,-1-1-1 0 0,1 1 1 0 0,0-1-1 0 0,0 1 0 0 0,0-1 1 0 0,0 1-1 0 0,0 0 0 0 0,1-1 1 0 0,0 1-1 0 0,0 0 1 0 0,0 5-1 0 0,0 1 113 0 0,-3 121 1222 0 0,15 142 0 0 0,-2-126-990 0 0,-6 8-195 0 0,-3-60-1125 0 0,16 109 1 0 0,-14-186-688 0 0,10 36-1 0 0,7-11-4342 0 0,-8-26-318 0 0</inkml:trace>
</inkml:ink>
</file>

<file path=ppt/ink/ink2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9:09.7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90 1920 0 0,'0'-50'10663'0'0,"0"47"-9835"0"0,0-7 2186 0 0,-2 25-2612 0 0,2 0 0 0 0,0 1 0 0 0,1-1 1 0 0,0 0-1 0 0,4 17 0 0 0,0 0-173 0 0,-3-11-161 0 0,0 0-1 0 0,2-1 1 0 0,1 1-1 0 0,0-1 1 0 0,2 0-1 0 0,0 0 1 0 0,18 34-1 0 0,-23-51-106 0 0,0 0 0 0 0,0-1 0 0 0,0 1 0 0 0,0 0 0 0 0,1-1-1 0 0,-1 1 1 0 0,1-1 0 0 0,0 0 0 0 0,0 0 0 0 0,0 0 0 0 0,0 0 0 0 0,0 0 0 0 0,0-1-1 0 0,0 1 1 0 0,1-1 0 0 0,-1 0 0 0 0,0 0 0 0 0,1 0 0 0 0,-1-1 0 0 0,1 1 0 0 0,-1-1-1 0 0,1 0 1 0 0,-1 1 0 0 0,1-2 0 0 0,-1 1 0 0 0,1 0 0 0 0,-1-1 0 0 0,1 0 0 0 0,-1 1-1 0 0,0-1 1 0 0,1-1 0 0 0,3-1 0 0 0,0 0-58 0 0,0 0 1 0 0,0-1-1 0 0,-1 0 1 0 0,0 0-1 0 0,0 0 0 0 0,0-1 1 0 0,0 0-1 0 0,-1 0 1 0 0,0-1-1 0 0,0 1 0 0 0,0-1 1 0 0,-1 0-1 0 0,1-1 0 0 0,3-8 1 0 0,-3 5 104 0 0,-1-1-1 0 0,0 1 1 0 0,-1-1 0 0 0,0 0-1 0 0,-1 1 1 0 0,0-1 0 0 0,0 0-1 0 0,-1-1 1 0 0,-1 1 0 0 0,0 0-1 0 0,-1 0 1 0 0,0 0 0 0 0,-3-16-1 0 0,2 19 102 0 0,-1 0 0 0 0,0 0 0 0 0,0 1 0 0 0,-1-1-1 0 0,0 1 1 0 0,0-1 0 0 0,0 1 0 0 0,-1 0 0 0 0,0 1 0 0 0,-1-1-1 0 0,0 1 1 0 0,0 0 0 0 0,0 1 0 0 0,0-1 0 0 0,-1 1-1 0 0,0 1 1 0 0,0-1 0 0 0,-10-4 0 0 0,10 6-65 0 0,0 0 0 0 0,-1 0 0 0 0,0 1 0 0 0,0 0 0 0 0,1 0 0 0 0,-1 1 0 0 0,0 0 0 0 0,0 0 0 0 0,0 1 0 0 0,-1 0 0 0 0,1 1 1 0 0,0-1-1 0 0,0 2 0 0 0,-12 2 0 0 0,15-2-105 0 0,0-1 1 0 0,0 1-1 0 0,0 0 0 0 0,0 0 1 0 0,0 1-1 0 0,0 0 1 0 0,1 0-1 0 0,-1 0 0 0 0,1 0 1 0 0,0 0-1 0 0,0 1 1 0 0,0 0-1 0 0,1 0 0 0 0,-1 0 1 0 0,1 0-1 0 0,0 1 1 0 0,0-1-1 0 0,0 1 0 0 0,1 0 1 0 0,0-1-1 0 0,0 1 1 0 0,-3 10-1 0 0,4-10-295 0 0,0-1 0 0 0,1 1 1 0 0,-1-1-1 0 0,1 1 0 0 0,0 0 0 0 0,1-1 1 0 0,-1 1-1 0 0,1-1 0 0 0,1 6 0 0 0,-2-8-290 0 0,1 1 0 0 0,0-1 0 0 0,0 0 0 0 0,0 1 0 0 0,0-1 0 0 0,1 0 0 0 0,-1 0 0 0 0,1 1 0 0 0,-1-1 0 0 0,4 3 0 0 0</inkml:trace>
</inkml:ink>
</file>

<file path=ppt/ink/ink2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9:10.1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39 296 0 0,'2'-5'1876'0'0,"1"0"-1"0"0,0 0 1 0 0,0 0-1 0 0,1 0 1 0 0,7-8-1 0 0,-10 13-1790 0 0,0 0 0 0 0,0 1-1 0 0,-1-1 1 0 0,1 0 0 0 0,0 1 0 0 0,0-1-1 0 0,-1 1 1 0 0,1-1 0 0 0,0 1 0 0 0,-1-1-1 0 0,1 1 1 0 0,0 0 0 0 0,-1-1 0 0 0,1 1-1 0 0,-1 0 1 0 0,1-1 0 0 0,-1 1 0 0 0,1 0-1 0 0,-1 0 1 0 0,0 0 0 0 0,1-1 0 0 0,-1 1-1 0 0,0 1 1 0 0,8 25 1064 0 0,-7-22-854 0 0,4 18 417 0 0,-1 0 1 0 0,0 0-1 0 0,-1 39 1 0 0,-9 70 857 0 0,1-15 1586 0 0,3-98-1251 0 0,2-12 92 0 0,5-16-1414 0 0,49-96-31 0 0,-44 90-549 0 0,0 1-1 0 0,0 0 1 0 0,1 1 0 0 0,22-21-1 0 0,-15 19-162 0 0,0 0 0 0 0,1 2 0 0 0,1 0 0 0 0,28-14-1 0 0,-23 15-3497 0 0,43-13 0 0 0,-63 24 2445 0 0,5-2-479 0 0</inkml:trace>
</inkml:ink>
</file>

<file path=ppt/ink/ink2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9:10.3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168 98 3304 0 0,'-33'1'2464'0'0,"-94"-5"6182"0"0,127 4-8599 0 0,-1 0 1 0 0,1 0-1 0 0,0 0 0 0 0,0 1 0 0 0,0-1 1 0 0,-1 0-1 0 0,1 0 0 0 0,0 0 1 0 0,0 0-1 0 0,-1 0 0 0 0,1 0 0 0 0,0 0 1 0 0,0 0-1 0 0,0-1 0 0 0,-1 1 1 0 0,1 0-1 0 0,0 0 0 0 0,0 0 0 0 0,0 0 1 0 0,-1 0-1 0 0,1 0 0 0 0,0 0 1 0 0,0 0-1 0 0,0 0 0 0 0,-1-1 0 0 0,1 1 1 0 0,0 0-1 0 0,0 0 0 0 0,0 0 1 0 0,0 0-1 0 0,0-1 0 0 0,0 1 0 0 0,-1 0 1 0 0,1 0-1 0 0,0 0 0 0 0,0-1 1 0 0,0 1-1 0 0,0 0 0 0 0,0-1 0 0 0,8-5 463 0 0,18-4-280 0 0,47-9-33 0 0,135-16 0 0 0,-65 22-2813 0 0,1 6-4518 0 0,-93 6 1849 0 0</inkml:trace>
</inkml:ink>
</file>

<file path=ppt/ink/ink2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9:11.3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81 684 0 0,'6'-31'5520'0'0,"-4"21"-3749"0"0,0 0 1 0 0,-1 1 0 0 0,0-12 0 0 0,10 50-518 0 0,-2 26-469 0 0,38 271 745 0 0,-46-314-1607 0 0,12 101 130 0 0,-1-39-4555 0 0</inkml:trace>
</inkml:ink>
</file>

<file path=ppt/ink/ink2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9:11.8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0 126 1556 0 0,'3'-17'2143'0'0,"2"0"0"0"0,0 1 0 0 0,12-29 0 0 0,-16 43-2084 0 0,1 0 0 0 0,-1 0 1 0 0,0 0-1 0 0,1 0 1 0 0,0 0-1 0 0,-1 0 0 0 0,1 0 1 0 0,0 1-1 0 0,0-1 1 0 0,0 1-1 0 0,0-1 0 0 0,0 1 1 0 0,0 0-1 0 0,1 0 1 0 0,-1 0-1 0 0,0 0 0 0 0,1 0 1 0 0,-1 0-1 0 0,0 1 1 0 0,1-1-1 0 0,3 0 0 0 0,-2 2-56 0 0,1 0 0 0 0,0 0-1 0 0,-1 1 1 0 0,1-1 0 0 0,-1 1 0 0 0,9 4-1 0 0,-11-4 5 0 0,0 0-1 0 0,1 0 0 0 0,-1 0 0 0 0,0 0 1 0 0,-1 0-1 0 0,1 1 0 0 0,2 2 0 0 0,0 1 4 0 0,-1 0 6 0 0,0-1 0 0 0,0 1 0 0 0,0 0 0 0 0,0 0 0 0 0,-1 0 0 0 0,0 0 0 0 0,-1 0 0 0 0,1 1 0 0 0,-1-1 0 0 0,0 1 0 0 0,-1-1 0 0 0,1 1 0 0 0,-2-1 0 0 0,0 9 0 0 0,-1 1 79 0 0,-1-1 1 0 0,0 1-1 0 0,-1-1 0 0 0,-10 24 1 0 0,12-34-12 0 0,0 0 0 0 0,0-1 0 0 0,1 1 0 0 0,0 0 0 0 0,0 0 0 0 0,0 6 0 0 0,2-10-45 0 0,1 5-32 0 0,-1-4 26 0 0,35-12 109 0 0,-31 9-33 0 0,0 0-1 0 0,0 0 0 0 0,0 1 1 0 0,0-1-1 0 0,0 1 1 0 0,0 0-1 0 0,-1 1 1 0 0,1-1-1 0 0,0 1 0 0 0,0 0 1 0 0,0 0-1 0 0,0 1 1 0 0,-1-1-1 0 0,1 1 1 0 0,-1 0-1 0 0,1 0 1 0 0,-1 1-1 0 0,0-1 0 0 0,0 1 1 0 0,0 0-1 0 0,0 0 1 0 0,0 0-1 0 0,-1 1 1 0 0,1-1-1 0 0,-1 1 0 0 0,0 0 1 0 0,0 0-1 0 0,0 0 1 0 0,-1 0-1 0 0,1 1 1 0 0,-1-1-1 0 0,0 1 0 0 0,0-1 1 0 0,-1 1-1 0 0,1 0 1 0 0,-1-1-1 0 0,0 1 1 0 0,-1 0-1 0 0,1 0 0 0 0,-1 0 1 0 0,0 0-1 0 0,0 0 1 0 0,0 0-1 0 0,-1 0 1 0 0,-1 6-1 0 0,-1 1 94 0 0,-1-1-1 0 0,-1 1 1 0 0,0-1 0 0 0,0 0 0 0 0,-1 0-1 0 0,0-1 1 0 0,-1 1 0 0 0,0-1-1 0 0,-1-1 1 0 0,0 0 0 0 0,0 0 0 0 0,-1 0-1 0 0,0-1 1 0 0,-1 0 0 0 0,0-1-1 0 0,0 0 1 0 0,-1-1 0 0 0,1 0 0 0 0,-19 7-1 0 0,28-12-355 0 0,-1 0 0 0 0,1-1 0 0 0,-1 1 0 0 0,1 0 0 0 0,-1-1 0 0 0,0 1 0 0 0,1-1 1 0 0,-1 0-1 0 0,0 0 0 0 0,1 0 0 0 0,-1 0 0 0 0,0 0 0 0 0,1 0 0 0 0,-1 0 0 0 0,0 0 0 0 0,1-1 0 0 0,-1 1 0 0 0,0 0 0 0 0,1-1 0 0 0,-1 0 0 0 0,1 1 0 0 0,-1-1 0 0 0,1 0 0 0 0,-1 0 0 0 0,1 0 0 0 0,-1 0 0 0 0,1 0 0 0 0,0 0 0 0 0,0 0 0 0 0,-1 0 0 0 0,-1-3 0 0 0,2 1-521 0 0,-1 0 0 0 0,0 0-1 0 0,1 0 1 0 0,-1 0 0 0 0,1-1 0 0 0,0 1 0 0 0,0 0 0 0 0,1-1-1 0 0,-1 1 1 0 0,0-1 0 0 0,1 1 0 0 0,0-1 0 0 0,0-4-1 0 0,4-13-4601 0 0</inkml:trace>
</inkml:ink>
</file>

<file path=ppt/ink/ink2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9:12.0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64 4 0 0,'17'-17'5245'0'0,"36"-28"1"0"0,-51 44-4753 0 0,0 1 91 0 0,0 1-414 0 0,0 1-1 0 0,-1-1 1 0 0,1 0 0 0 0,0 1 0 0 0,-1-1 0 0 0,1 1 0 0 0,-1-1-1 0 0,0 1 1 0 0,1 0 0 0 0,-1 0 0 0 0,0 0 0 0 0,0 0 0 0 0,0-1-1 0 0,0 1 1 0 0,-1 0 0 0 0,1 1 0 0 0,0-1 0 0 0,-1 0 0 0 0,1 0 0 0 0,-1 0-1 0 0,0 3 1 0 0,7 58 2067 0 0,-7-54-1916 0 0,-1 260 2800 0 0,-21-2-2265 0 0,0 8-1468 0 0,21-273 504 0 0,-2 78-3134 0 0,4-27-5507 0 0</inkml:trace>
</inkml:ink>
</file>

<file path=ppt/ink/ink2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9:12.4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1 138 2648 0 0,'7'-56'9240'0'0,"-7"53"-9082"0"0,1-1 1 0 0,1 1-1 0 0,-1-1 1 0 0,1 1-1 0 0,-1 0 1 0 0,1-1-1 0 0,0 1 1 0 0,0 0-1 0 0,0 0 1 0 0,1 0-1 0 0,-1 1 1 0 0,1-1-1 0 0,-1 0 1 0 0,1 1-1 0 0,0 0 1 0 0,0 0-1 0 0,0 0 1 0 0,0 0-1 0 0,0 0 1 0 0,1 0-1 0 0,-1 1 1 0 0,7-2-1 0 0,2-2-119 0 0,0 2 1 0 0,1 0-1 0 0,-1 0 0 0 0,1 1 0 0 0,14-1 0 0 0,-16 3 30 0 0,0 0 0 0 0,1 0 0 0 0,-1 1 0 0 0,0 0 0 0 0,0 1 0 0 0,19 6 0 0 0,-25-7 85 0 0,0 1 0 0 0,0 0 0 0 0,0 1 0 0 0,-1-1 0 0 0,1 1 1 0 0,-1 0-1 0 0,1 0 0 0 0,-1 0 0 0 0,0 1 0 0 0,0-1 1 0 0,-1 1-1 0 0,1 0 0 0 0,-1 0 0 0 0,0 0 0 0 0,0 1 1 0 0,4 7-1 0 0,1 7 323 0 0,-2-1 0 0 0,0 1 0 0 0,-1 0 0 0 0,-1 1 0 0 0,-1-1 1 0 0,-1 1-1 0 0,0 0 0 0 0,-2-1 0 0 0,-2 24 0 0 0,-4 28 290 0 0,-20 81 0 0 0,24-138-714 0 0,-32 130 655 0 0,9-44-1784 0 0,12-35-3295 0 0,16-52 1056 0 0</inkml:trace>
</inkml:ink>
</file>

<file path=ppt/ink/ink2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9:12.7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334 125 760 0 0,'-104'17'3431'0'0,"-118"25"2892"0"0,215-39-4869 0 0,23-4-1056 0 0,30-6-268 0 0,45-12-28 0 0,385-95-2268 0 0,-465 110 1132 0 0,1 0 0 0 0,-1-1 0 0 0,1 0 0 0 0,15-11 0 0 0,-10 4-1824 0 0</inkml:trace>
</inkml:ink>
</file>

<file path=ppt/ink/ink2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9:13.0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76 1008 0 0,'-6'-8'1505'0'0,"-1"1"0"0"0,0-1 0 0 0,-11-8 1 0 0,-17-19 2345 0 0,34 34-3466 0 0,3 3-355 0 0,-1 1-1 0 0,1-1 1 0 0,-1 1 0 0 0,1-1-1 0 0,0 0 1 0 0,0 0 0 0 0,0 0-1 0 0,3 3 1 0 0,1 0 2 0 0,2 6 25 0 0,1 0 0 0 0,-2 1 1 0 0,0 0-1 0 0,0 0 1 0 0,-1 1-1 0 0,-1 0 0 0 0,0 0 1 0 0,-1 0-1 0 0,0 0 0 0 0,-1 1 1 0 0,0-1-1 0 0,-1 1 1 0 0,-1 0-1 0 0,0 26 0 0 0,-3-5 56 0 0,-1 0-1 0 0,-1 0 1 0 0,-2 0 0 0 0,-18 57-1 0 0,-17 24-778 0 0,21-67-4794 0 0,15-38 1003 0 0</inkml:trace>
</inkml:ink>
</file>

<file path=ppt/ink/ink2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9:14.4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0 134 268 0 0,'83'-131'11130'0'0,"-82"129"-10797"0"0,3 3 313 0 0,-3-1-606 0 0,-1-1 0 0 0,1 1 0 0 0,-1 0 0 0 0,1 0 0 0 0,-1 0 0 0 0,1 0 0 0 0,-1 0 0 0 0,1 0 0 0 0,-1 0 0 0 0,1 1 0 0 0,-1-1 0 0 0,1 0 0 0 0,-1 0 0 0 0,0 0 0 0 0,1 0 0 0 0,-1 1 0 0 0,1-1 0 0 0,-1 0 0 0 0,1 0 0 0 0,-1 1 0 0 0,1-1 0 0 0,-1 0 0 0 0,0 1 0 0 0,1 0 0 0 0,10 20 898 0 0,0 1 0 0 0,-2 0 0 0 0,0 1 0 0 0,-2 0 0 0 0,8 41 0 0 0,10 124 961 0 0,-12 295-590 0 0,-13-366-2513 0 0,-11-131 502 0 0,7 5 547 0 0,0-1 0 0 0,1 1 1 0 0,0-1-1 0 0,0 1 0 0 0,1-1 1 0 0,0 0-1 0 0,0-11 0 0 0,-1 1-2 0 0,0-9 49 0 0,1 0-1 0 0,1-1 1 0 0,1 1-1 0 0,1 0 0 0 0,2 0 1 0 0,1 0-1 0 0,2 0 0 0 0,14-46 1 0 0,-13 55 82 0 0,0-1 0 0 0,2 2 1 0 0,0 0-1 0 0,1 0 1 0 0,1 0-1 0 0,1 1 0 0 0,1 1 1 0 0,0 0-1 0 0,1 1 0 0 0,1 0 1 0 0,0 1-1 0 0,27-19 1 0 0,-35 29 19 0 0,-1 1 1 0 0,1 0 0 0 0,-1 1-1 0 0,1-1 1 0 0,0 1 0 0 0,0 1-1 0 0,1-1 1 0 0,-1 1 0 0 0,11-1-1 0 0,-13 2 7 0 0,0 1 0 0 0,1 0 0 0 0,-1 0 0 0 0,0 1 0 0 0,1-1 0 0 0,-1 1 0 0 0,0 0 0 0 0,0 1 0 0 0,0-1 0 0 0,0 1 0 0 0,0 0-1 0 0,0 0 1 0 0,0 1 0 0 0,6 4 0 0 0,-9-6 4 0 0,1 1 0 0 0,-1 0 0 0 0,0 0 1 0 0,0 0-1 0 0,0 0 0 0 0,0 0 0 0 0,0 1 0 0 0,-1-1 0 0 0,1 1 0 0 0,0-1 0 0 0,-1 1 0 0 0,0-1 0 0 0,0 1 0 0 0,0 0 0 0 0,0-1 0 0 0,0 1 0 0 0,0 0 1 0 0,-1 0-1 0 0,1 0 0 0 0,-1 0 0 0 0,0 0 0 0 0,0 0 0 0 0,0 0 0 0 0,0-1 0 0 0,-1 1 0 0 0,1 0 0 0 0,-1 0 0 0 0,1 0 0 0 0,-1 0 0 0 0,0-1 0 0 0,0 1 0 0 0,-3 4 0 0 0,1 0 1 0 0,-1 0 0 0 0,0 0-1 0 0,0-1 1 0 0,0 0-1 0 0,-1 1 1 0 0,0-2-1 0 0,0 1 1 0 0,-1-1 0 0 0,1 1-1 0 0,-1-2 1 0 0,-9 7-1 0 0,-5-1-73 0 0,0-1-1 0 0,-1-1 1 0 0,0 0 0 0 0,0-2-1 0 0,-1-1 1 0 0,0 0-1 0 0,-26 1 1 0 0,46-5-2 0 0,-8 4-166 0 0,11 0 213 0 0,0 0 1 0 0,1 0-1 0 0,0 0 0 0 0,0 0 1 0 0,0 0-1 0 0,1-1 1 0 0,0 1-1 0 0,-1-1 0 0 0,6 5 1 0 0,3 9 25 0 0,11 19 26 0 0,0-2-1 0 0,33 39 0 0 0,-45-63-20 0 0,0 0 0 0 0,1-1 0 0 0,0 0-1 0 0,0 0 1 0 0,1-2 0 0 0,1 1 0 0 0,-1-1-1 0 0,1-1 1 0 0,25 10 0 0 0,-22-11-20 0 0,0-1 0 0 0,1-1 1 0 0,-1 0-1 0 0,1-2 0 0 0,0 0 0 0 0,-1 0 1 0 0,1-2-1 0 0,0 0 0 0 0,0-1 0 0 0,24-4 0 0 0,-31 3-13 0 0,0-1 0 0 0,0 1-1 0 0,0-2 1 0 0,-1 0-1 0 0,0 0 1 0 0,0 0-1 0 0,0-1 1 0 0,0-1 0 0 0,-1 1-1 0 0,1-1 1 0 0,-1-1-1 0 0,-1 0 1 0 0,0 0-1 0 0,0 0 1 0 0,0-1-1 0 0,-1 0 1 0 0,0 0 0 0 0,8-14-1 0 0,-5 3 150 0 0,-1-1-1 0 0,-1 0 1 0 0,0 0 0 0 0,-2-1-1 0 0,0 0 1 0 0,-2 0-1 0 0,0 0 1 0 0,-1 0 0 0 0,-1-24-1 0 0,-1 45-118 0 0,0 0 0 0 0,0-1 0 0 0,0 1 0 0 0,0 0-1 0 0,0-1 1 0 0,0 1 0 0 0,0 0 0 0 0,0-1 0 0 0,0 1-1 0 0,0 0 1 0 0,0-1 0 0 0,0 1 0 0 0,0 0 0 0 0,0-1 0 0 0,0 1-1 0 0,0 0 1 0 0,0-1 0 0 0,0 1 0 0 0,0 0 0 0 0,-1 0-1 0 0,1-1 1 0 0,0 1 0 0 0,0 0 0 0 0,0-1 0 0 0,0 1 0 0 0,-1 0-1 0 0,1 0 1 0 0,0 0 0 0 0,0-1 0 0 0,-1 1 0 0 0,1 0-1 0 0,0 0 1 0 0,0 0 0 0 0,-1-1 0 0 0,1 1 0 0 0,0 0 0 0 0,-1 0-1 0 0,0 0 1 0 0,-10 8 57 0 0,-9 19-17 0 0,13-11-28 0 0,0 1-1 0 0,1 0 1 0 0,1 0-1 0 0,1 1 1 0 0,0 0-1 0 0,1 0 1 0 0,-1 20-1 0 0,4-26-5 0 0,-1 1 0 0 0,2 0 0 0 0,0 0-1 0 0,0 0 1 0 0,1 0 0 0 0,1-1-1 0 0,0 1 1 0 0,0-1 0 0 0,1 0-1 0 0,11 21 1 0 0,-11-27-24 0 0,0 0 0 0 0,1 0 0 0 0,0 0 0 0 0,0 0 0 0 0,0-1-1 0 0,1 0 1 0 0,0 0 0 0 0,0-1 0 0 0,0 1 0 0 0,0-1 0 0 0,1-1 0 0 0,0 1 0 0 0,-1-1 0 0 0,1 0 0 0 0,1-1 0 0 0,-1 0 0 0 0,0 0-1 0 0,0 0 1 0 0,1-1 0 0 0,-1 0 0 0 0,9 0 0 0 0,-3-1-22 0 0,0 0-1 0 0,0 0 1 0 0,0-1 0 0 0,0-1-1 0 0,0-1 1 0 0,-1 1-1 0 0,1-2 1 0 0,-1 0-1 0 0,1 0 1 0 0,-1-1 0 0 0,16-10-1 0 0,-11 4-106 0 0,-1 0-1 0 0,-1-1 0 0 0,0-1 1 0 0,0-1-1 0 0,-2 0 1 0 0,1-1-1 0 0,14-21 0 0 0,-11 10-1 0 0,-1-1 0 0 0,-1 0-1 0 0,22-56 1 0 0,5-18 1243 0 0,-41 99-940 0 0,2 40-57 0 0,-4-21-70 0 0,1 0-1 0 0,1 0 1 0 0,0 0 0 0 0,1 0-1 0 0,1 0 1 0 0,0-1 0 0 0,12 32-1 0 0,-13-41-20 0 0,1-1 0 0 0,-1 0 0 0 0,2-1-1 0 0,-1 1 1 0 0,1 0 0 0 0,0-1 0 0 0,0 0 0 0 0,0 0-1 0 0,1 0 1 0 0,-1 0 0 0 0,1-1 0 0 0,0 0 0 0 0,1 0-1 0 0,-1 0 1 0 0,1 0 0 0 0,0-1 0 0 0,0 0 0 0 0,0-1-1 0 0,0 1 1 0 0,0-1 0 0 0,1 0 0 0 0,-1 0-1 0 0,8 0 1 0 0,1 0 1 0 0,-1-2-1 0 0,1 0 1 0 0,-1 0 0 0 0,1-1-1 0 0,-1-1 1 0 0,0 0-1 0 0,0-1 1 0 0,0-1 0 0 0,0 0-1 0 0,0-1 1 0 0,0 0 0 0 0,-1-1-1 0 0,16-10 1 0 0,-3-1-20 0 0,0 0 0 0 0,-2-2-1 0 0,0-1 1 0 0,-1-1 0 0 0,24-29 0 0 0,29-39-86 0 0,-76 89 94 0 0,1 0 0 0 0,-1-1 0 0 0,0 1 0 0 0,0 0 0 0 0,1-1-1 0 0,-1 1 1 0 0,0 0 0 0 0,1-1 0 0 0,-1 1 0 0 0,0 0 0 0 0,1 0 0 0 0,-1 0-1 0 0,0-1 1 0 0,1 1 0 0 0,-1 0 0 0 0,1 0 0 0 0,-1 0 0 0 0,0 0 0 0 0,1 0 0 0 0,-1-1-1 0 0,1 1 1 0 0,-1 0 0 0 0,0 0 0 0 0,1 0 0 0 0,-1 0 0 0 0,1 0 0 0 0,-1 0-1 0 0,0 1 1 0 0,1-1 0 0 0,0 0 0 0 0,4 12 26 0 0,-5 19 38 0 0,-29 247 764 0 0,-73 310 0 0 0,45-379-288 0 0,47-179-348 0 0,-1-1 0 0 0,-2-1 0 0 0,-1 0 0 0 0,-34 50 1 0 0,40-68-101 0 0,-1 0 0 0 0,0-1 0 0 0,0 0 0 0 0,-1 0 1 0 0,0-1-1 0 0,0-1 0 0 0,-1 1 0 0 0,0-2 0 0 0,-1 1 1 0 0,1-1-1 0 0,-1-1 0 0 0,-16 5 0 0 0,22-8-55 0 0,-1 0-1 0 0,1 0 0 0 0,-1-1 1 0 0,0 0-1 0 0,0 0 1 0 0,1-1-1 0 0,-1 0 0 0 0,0 0 1 0 0,0 0-1 0 0,1-1 1 0 0,-1 0-1 0 0,0 0 0 0 0,1-1 1 0 0,-1 0-1 0 0,1 0 0 0 0,-1-1 1 0 0,1 1-1 0 0,0-1 1 0 0,0-1-1 0 0,0 1 0 0 0,1-1 1 0 0,-1 0-1 0 0,1 0 1 0 0,0 0-1 0 0,-5-7 0 0 0,7 8-22 0 0,0-1-1 0 0,0 0 0 0 0,0 0 0 0 0,1 0 0 0 0,0 0 0 0 0,0 0 1 0 0,0-1-1 0 0,0 1 0 0 0,1-1 0 0 0,-1 1 0 0 0,1-1 0 0 0,0 0 1 0 0,0-7-1 0 0,1 4-6 0 0,0 0 0 0 0,1 0 0 0 0,0 1 0 0 0,0-1 0 0 0,1 0 0 0 0,0 1 0 0 0,5-13 0 0 0,2 0-58 0 0,1 0 0 0 0,1 1 0 0 0,1 0 0 0 0,27-33 0 0 0,-3 10-730 0 0,2 2 1 0 0,47-38-1 0 0,95-64-4293 0 0,-116 92 2548 0 0,-5 4-1712 0 0,-2-1-2063 0 0</inkml:trace>
</inkml:ink>
</file>

<file path=ppt/ink/ink2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9:16.6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1313 524 0 0,'11'-11'4930'0'0,"-6"6"-2464"0"0,2 1-1 0 0,12-9 0 0 0,-18 12-1956 0 0,11-4 861 0 0,21 2-721 0 0,-25 3-531 0 0,-1 0 0 0 0,1 0-1 0 0,-1-1 1 0 0,15-3-1 0 0,-17 3-101 0 0,-1-1-1 0 0,1 1 0 0 0,0-1 1 0 0,-1 0-1 0 0,1-1 0 0 0,-1 1 1 0 0,0-1-1 0 0,0 1 1 0 0,0-2-1 0 0,0 1 0 0 0,0 0 1 0 0,-1-1-1 0 0,0 1 0 0 0,1-1 1 0 0,-1 0-1 0 0,0 0 0 0 0,-1 0 1 0 0,1 0-1 0 0,-1-1 1 0 0,2-5-1 0 0,-1 2 10 0 0,0-1-1 0 0,-1 0 1 0 0,0 0-1 0 0,0 0 1 0 0,-1 0-1 0 0,0 0 1 0 0,-1 0-1 0 0,0 0 1 0 0,-1-1-1 0 0,-2-13 1 0 0,3 20-26 0 0,0 1 1 0 0,-1 0-1 0 0,1 0 0 0 0,0 1 0 0 0,-1-1 1 0 0,1 0-1 0 0,-1 0 0 0 0,1 1 0 0 0,-1-1 0 0 0,0 0 1 0 0,0 1-1 0 0,0-1 0 0 0,0 1 0 0 0,-1-2 1 0 0,-13-8-10 0 0,9 11 8 0 0,5 1 0 0 0,-1-1 2 0 0,-1 0 0 0 0,1 0 0 0 0,0 1 0 0 0,-1-1 0 0 0,1 1 0 0 0,0 0 0 0 0,0-1 0 0 0,0 1 0 0 0,0 0 0 0 0,0 0 0 0 0,0 0 0 0 0,0 1 0 0 0,0-1 0 0 0,0 0 0 0 0,0 1 0 0 0,-2 2 0 0 0,-23 26 27 0 0,15-13-2 0 0,1 0 0 0 0,0 1 0 0 0,1 0 0 0 0,1 1 0 0 0,1 0 0 0 0,-10 33 0 0 0,14-39-18 0 0,1-1 0 0 0,1 1 0 0 0,0 0 0 0 0,1 0 0 0 0,0 0 0 0 0,1 0 0 0 0,0-1 0 0 0,1 1 0 0 0,1 0 0 0 0,0 0 0 0 0,8 24 0 0 0,-9-33-4 0 0,1 1 0 0 0,0-1-1 0 0,0 0 1 0 0,0 0 0 0 0,0-1-1 0 0,1 1 1 0 0,-1 0 0 0 0,1-1-1 0 0,0 1 1 0 0,0-1 0 0 0,1 0-1 0 0,-1 0 1 0 0,1 0 0 0 0,-1-1-1 0 0,1 1 1 0 0,6 2 0 0 0,-4-2-15 0 0,0-1 0 0 0,1 0 0 0 0,-1-1 0 0 0,1 1 0 0 0,-1-1 0 0 0,1 0 0 0 0,0-1 0 0 0,-1 0 1 0 0,1 0-1 0 0,8-1 0 0 0,0-1-143 0 0,1-1 0 0 0,-1-1 1 0 0,0 0-1 0 0,0-1 0 0 0,-1 0 0 0 0,0-1 1 0 0,0-1-1 0 0,24-16 0 0 0,-17 7-250 0 0,-2 0 0 0 0,0-2 0 0 0,-1 0 0 0 0,-1-1 0 0 0,0-1 0 0 0,-2 0 0 0 0,0-1 0 0 0,22-45 0 0 0,-3-5-537 0 0,38-119 0 0 0,-56 143 1309 0 0,-3 0 1 0 0,-2 0 0 0 0,9-89-1 0 0,-19 135-351 0 0,-1-1 1 0 0,0 1-1 0 0,0 0 0 0 0,0 0 0 0 0,0-1 1 0 0,0 1-1 0 0,0 0 0 0 0,0 0 1 0 0,0-1-1 0 0,-1 1 0 0 0,1 0 0 0 0,0 0 1 0 0,-1 0-1 0 0,1 0 0 0 0,-1-1 1 0 0,1 1-1 0 0,-1 0 0 0 0,0-1 0 0 0,-6 4 123 0 0,-1 11-110 0 0,-2 12 64 0 0,0 0 1 0 0,2 1 0 0 0,-8 45-1 0 0,-4 83 533 0 0,15-108-424 0 0,3 55 1 0 0,2-88-142 0 0,1 1 1 0 0,1-1-1 0 0,0 1 0 0 0,1-1 1 0 0,0 0-1 0 0,1 0 0 0 0,1 0 0 0 0,10 21 1 0 0,-12-29-54 0 0,-1-1-1 0 0,1 1 1 0 0,1-1 0 0 0,-1 0 0 0 0,0 0 0 0 0,1 0 0 0 0,0-1 0 0 0,0 1 0 0 0,0-1 0 0 0,0 0 0 0 0,1 0 0 0 0,-1 0 0 0 0,1-1 0 0 0,0 1 0 0 0,-1-1 0 0 0,1 0 0 0 0,0-1 0 0 0,0 1-1 0 0,0-1 1 0 0,1 0 0 0 0,-1 0 0 0 0,0-1 0 0 0,0 1 0 0 0,1-1 0 0 0,-1 0 0 0 0,0-1 0 0 0,0 1 0 0 0,1-1 0 0 0,9-3 0 0 0,-3 1-64 0 0,0-2 0 0 0,0 1-1 0 0,0-1 1 0 0,-1-1 0 0 0,0 0 0 0 0,0-1 0 0 0,0 0 0 0 0,-1-1 0 0 0,0 0-1 0 0,0 0 1 0 0,11-14 0 0 0,-6 5 51 0 0,0-1 0 0 0,-2-1 0 0 0,0 0 1 0 0,-1-1-1 0 0,0 0 0 0 0,-2-1 0 0 0,14-39 0 0 0,-24 58 138 0 0,-2 3-123 0 0,0-1-1 0 0,0 1 1 0 0,-1 0-1 0 0,1 0 1 0 0,0 0-1 0 0,0 0 1 0 0,0 0-1 0 0,1 0 1 0 0,-1 0-1 0 0,0 1 1 0 0,0-1 0 0 0,1 1-1 0 0,-1-1 1 0 0,1 1-1 0 0,-1 0 1 0 0,1 0-1 0 0,-1-1 1 0 0,1 1-1 0 0,0 0 1 0 0,0 0-1 0 0,0 0 1 0 0,0 0-1 0 0,1 0 1 0 0,-2 4-1 0 0,-3 9 25 0 0,0 0 0 0 0,-3 19-1 0 0,7-29-22 0 0,-1 6 33 0 0,0 0 0 0 0,1-1 0 0 0,1 1 0 0 0,0 0 0 0 0,0-1 0 0 0,3 19-1 0 0,-3-26-24 0 0,1 1-1 0 0,0-1 1 0 0,-1 1-1 0 0,2-1 0 0 0,-1 1 1 0 0,0-1-1 0 0,0 0 0 0 0,1 0 1 0 0,0 0-1 0 0,0 0 1 0 0,0 0-1 0 0,0 0 0 0 0,0 0 1 0 0,0 0-1 0 0,1-1 0 0 0,-1 1 1 0 0,1-1-1 0 0,0 0 0 0 0,0 0 1 0 0,0 0-1 0 0,0 0 1 0 0,0 0-1 0 0,4 1 0 0 0,-4-2-19 0 0,1-1-1 0 0,0 1 0 0 0,0-1 0 0 0,0 0 0 0 0,0 0 1 0 0,0 0-1 0 0,-1 0 0 0 0,1-1 0 0 0,0 1 1 0 0,0-1-1 0 0,0 0 0 0 0,-1 0 0 0 0,1 0 0 0 0,0-1 1 0 0,-1 0-1 0 0,1 1 0 0 0,4-4 0 0 0,4-3-30 0 0,-1 0 0 0 0,1-1 0 0 0,13-14 0 0 0,60-67-160 0 0,13-14 22 0 0,-83 90 134 0 0,1 1 0 0 0,0 0 1 0 0,1 2-1 0 0,35-19 1 0 0,-45 26 24 0 0,1 0 0 0 0,0 1 0 0 0,1 0 0 0 0,-1 1 0 0 0,0 0 0 0 0,1 0 0 0 0,-1 0 0 0 0,11 1 0 0 0,-14 1 11 0 0,1 0 0 0 0,0 1 0 0 0,-1 0 0 0 0,1 0 0 0 0,0 0 0 0 0,-1 1 0 0 0,0 0 0 0 0,1 0 0 0 0,-1 0 0 0 0,0 1 0 0 0,0 0 0 0 0,0 0 1 0 0,5 4-1 0 0,-3-1 17 0 0,0 0 0 0 0,0 0 0 0 0,-1 1 1 0 0,0 0-1 0 0,-1 0 0 0 0,1 0 0 0 0,-1 1 1 0 0,-1-1-1 0 0,0 1 0 0 0,0 1 0 0 0,5 12 1 0 0,-7-14 81 0 0,0 0 0 0 0,0 0 0 0 0,0 1 0 0 0,-1-1 0 0 0,0 0 0 0 0,0 1 0 0 0,-1-1 0 0 0,0 1-1 0 0,-1-1 1 0 0,1 1 0 0 0,-1-1 0 0 0,-1 1 0 0 0,-4 13 0 0 0,6-20-83 0 0,0 0 0 0 0,0 0 0 0 0,0 0-1 0 0,-1 0 1 0 0,1 0 0 0 0,0 0-1 0 0,-1 0 1 0 0,1-1 0 0 0,-1 1-1 0 0,1 0 1 0 0,-1 0 0 0 0,0 0 0 0 0,1-1-1 0 0,-1 1 1 0 0,0 0 0 0 0,1 0-1 0 0,-1-1 1 0 0,0 1 0 0 0,0-1-1 0 0,0 1 1 0 0,1-1 0 0 0,-1 1 0 0 0,0-1-1 0 0,0 1 1 0 0,0-1 0 0 0,0 0-1 0 0,0 0 1 0 0,0 1 0 0 0,0-1-1 0 0,0 0 1 0 0,0 0 0 0 0,0 0 0 0 0,0 0-1 0 0,0 0 1 0 0,0 0 0 0 0,0 0-1 0 0,0 0 1 0 0,0-1 0 0 0,-1 0-1 0 0,0 0-5 0 0,0 0-1 0 0,0 0 0 0 0,0 0 0 0 0,1-1 0 0 0,-1 1 0 0 0,1 0 0 0 0,-1-1 1 0 0,1 0-1 0 0,0 1 0 0 0,-1-1 0 0 0,1 0 0 0 0,0 0 0 0 0,0 0 0 0 0,0 1 1 0 0,0-1-1 0 0,0-4 0 0 0,-1-2-11 0 0,1 0-1 0 0,0 0 1 0 0,0 0 0 0 0,1 0-1 0 0,0 0 1 0 0,1 0 0 0 0,0 0-1 0 0,0 0 1 0 0,1 0 0 0 0,0 0-1 0 0,0 1 1 0 0,5-13 0 0 0,-5 15-7 0 0,1-1-1 0 0,-1 1 1 0 0,1 0 0 0 0,0 1 0 0 0,0-1 0 0 0,0 0 0 0 0,1 1-1 0 0,0-1 1 0 0,0 1 0 0 0,0 0 0 0 0,0 1 0 0 0,0-1-1 0 0,1 1 1 0 0,0 0 0 0 0,-1 0 0 0 0,1 0 0 0 0,11-4-1 0 0,-13 6 6 0 0,1 0 0 0 0,-1 1 0 0 0,1-1-1 0 0,-1 1 1 0 0,1-1 0 0 0,-1 1-1 0 0,1 1 1 0 0,0-1 0 0 0,-1 0 0 0 0,1 1-1 0 0,-1-1 1 0 0,1 1 0 0 0,-1 0-1 0 0,1 1 1 0 0,3 1 0 0 0,-2-1 3 0 0,0 1 1 0 0,0 1-1 0 0,-1-1 1 0 0,1 1-1 0 0,-1-1 1 0 0,0 1-1 0 0,0 1 1 0 0,6 6-1 0 0,1 7 45 0 0,0 0 0 0 0,-1 0 0 0 0,-1 1 0 0 0,7 20 0 0 0,-14-34-23 0 0,18 41 418 0 0,-19-45-366 0 0,0-1-73 0 0,0-1 1 0 0,1 1 0 0 0,-1-1-1 0 0,0 1 1 0 0,0-1 0 0 0,1 0-1 0 0,-1 1 1 0 0,0-1-1 0 0,0 0 1 0 0,0 0 0 0 0,0 0-1 0 0,0 0 1 0 0,0 0-1 0 0,0 0 1 0 0,0 0 0 0 0,0-2-1 0 0,16-22-11 0 0,-14 20 3 0 0,-1 1 3 0 0,21-35-52 0 0,34-40-1 0 0,-49 69 43 0 0,0 0 0 0 0,1 1 0 0 0,0 0-1 0 0,1 0 1 0 0,0 1 0 0 0,1 0 0 0 0,-1 1 0 0 0,23-11 0 0 0,-27 16 11 0 0,-1 0 1 0 0,0 1-1 0 0,0 0 0 0 0,0 0 0 0 0,1 0 1 0 0,-1 1-1 0 0,0 0 0 0 0,1 0 1 0 0,-1 0-1 0 0,1 1 0 0 0,-1 0 0 0 0,8 1 1 0 0,7 4 7 0 0,37 15 1 0 0,-30-10 19 0 0,-10-4 7 0 0,1-2 0 0 0,-1 0-1 0 0,1-1 1 0 0,0 0-1 0 0,0-2 1 0 0,0 0 0 0 0,0-1-1 0 0,35-3 1 0 0,-43 1-20 0 0,0 0 0 0 0,-1-1 1 0 0,1-1-1 0 0,-1 1 1 0 0,0-2-1 0 0,0 1 0 0 0,0-1 1 0 0,0-1-1 0 0,-1 1 0 0 0,0-1 1 0 0,0-1-1 0 0,0 0 1 0 0,0 0-1 0 0,-1 0 0 0 0,0-1 1 0 0,0 0-1 0 0,-1-1 0 0 0,8-10 1 0 0,-6 7-29 0 0,-1-1 1 0 0,0 0 0 0 0,0 0-1 0 0,-2-1 1 0 0,1 1 0 0 0,-1-2-1 0 0,-1 1 1 0 0,0 0 0 0 0,-1-1-1 0 0,2-21 1 0 0,-5 34 14 0 0,0 0 0 0 0,0 1 1 0 0,0-1-1 0 0,0 0 0 0 0,0 1 1 0 0,0-1-1 0 0,-1 0 0 0 0,1 0 1 0 0,0 1-1 0 0,0-1 0 0 0,-1 0 0 0 0,1 1 1 0 0,0-1-1 0 0,-1 0 0 0 0,1 1 1 0 0,0-1-1 0 0,-1 1 0 0 0,1-1 1 0 0,-1 1-1 0 0,1-1 0 0 0,-1 1 0 0 0,1-1 1 0 0,-1 1-1 0 0,0-1 0 0 0,1 1 1 0 0,-1 0-1 0 0,1-1 0 0 0,-1 1 1 0 0,0 0-1 0 0,0 0 0 0 0,1-1 0 0 0,-1 1 1 0 0,0 0-1 0 0,1 0 0 0 0,-1 0 1 0 0,0 0-1 0 0,1 0 0 0 0,-1 0 1 0 0,0 0-1 0 0,0 0 0 0 0,1 0 0 0 0,-1 0 1 0 0,0 0-1 0 0,0 1 0 0 0,-28 9-10 0 0,20-5 8 0 0,1 1 1 0 0,0 0 0 0 0,0 1 0 0 0,1 0 0 0 0,0 0 0 0 0,0 1 0 0 0,-8 10 0 0 0,12-14 8 0 0,0 0-1 0 0,0 0 0 0 0,0 1 0 0 0,1-1 0 0 0,0 1 0 0 0,0 0 1 0 0,0 0-1 0 0,0 0 0 0 0,1 0 0 0 0,-1 0 0 0 0,1 0 1 0 0,1 0-1 0 0,-1 0 0 0 0,1 0 0 0 0,0 10 0 0 0,1-13 1 0 0,-1 1-1 0 0,1-1 1 0 0,-1 0-1 0 0,1 0 1 0 0,0 0 0 0 0,0 0-1 0 0,0 0 1 0 0,0-1-1 0 0,0 1 1 0 0,0 0-1 0 0,0 0 1 0 0,1-1-1 0 0,-1 1 1 0 0,1 0 0 0 0,-1-1-1 0 0,1 0 1 0 0,-1 1-1 0 0,4 1 1 0 0,-2-2-1 0 0,1 1 1 0 0,-1-1 0 0 0,1 1 0 0 0,-1-1-1 0 0,1 0 1 0 0,0-1 0 0 0,0 1 0 0 0,-1 0-1 0 0,8-1 1 0 0,-1-1-2 0 0,1 1 1 0 0,-1-2-1 0 0,0 0 0 0 0,0 0 0 0 0,0 0 1 0 0,19-9-1 0 0,3-6-12 0 0,0-1 1 0 0,-2-2 0 0 0,33-26-1 0 0,-35 24-64 0 0,1 2-1 0 0,0 1 0 0 0,45-22 1 0 0,-71 40 65 0 0,-1 0-1 0 0,0 1 1 0 0,1-1 0 0 0,-1 1-1 0 0,0 0 1 0 0,1-1 0 0 0,-1 1 0 0 0,0 0-1 0 0,1 1 1 0 0,-1-1 0 0 0,0 0-1 0 0,1 1 1 0 0,-1-1 0 0 0,0 1 0 0 0,1 0-1 0 0,-1-1 1 0 0,0 1 0 0 0,0 0-1 0 0,0 1 1 0 0,0-1 0 0 0,0 0 0 0 0,0 1-1 0 0,0-1 1 0 0,0 1 0 0 0,-1-1-1 0 0,4 4 1 0 0,0 1 8 0 0,0 0 0 0 0,0 1-1 0 0,0-1 1 0 0,-1 1 0 0 0,0 0 0 0 0,5 11-1 0 0,-5-9 27 0 0,0 0 0 0 0,1 0 0 0 0,1-1 0 0 0,-1 0 0 0 0,1 0 0 0 0,1 0 0 0 0,9 9 0 0 0,-13-16-15 0 0,-1 1-1 0 0,1-1 0 0 0,0 0 0 0 0,-1 0 0 0 0,1-1 0 0 0,0 1 1 0 0,0 0-1 0 0,0-1 0 0 0,0 0 0 0 0,0 0 0 0 0,5 0 0 0 0,-7 0 1 0 0,3 0 8 0 0,0 0 0 0 0,1 0 0 0 0,-1-1-1 0 0,1 0 1 0 0,-1 0 0 0 0,0 0 0 0 0,0 0-1 0 0,1-1 1 0 0,-1 1 0 0 0,0-1 0 0 0,0 0 0 0 0,-1 0-1 0 0,6-4 1 0 0,3-3 8 0 0,0-1 0 0 0,13-14-1 0 0,-24 24-25 0 0,187-197-248 0 0,-185 194 234 0 0,0 0 6 0 0,0 0 0 0 0,0 0 0 0 0,0 0 0 0 0,1 0 0 0 0,-1 0 1 0 0,1 1-1 0 0,0 0 0 0 0,5-3 0 0 0,-7 4-41 0 0,-1 2 46 0 0,1-1 0 0 0,-1 0 0 0 0,1 1 0 0 0,-1 0 0 0 0,1-1 0 0 0,-1 1 0 0 0,0 0 0 0 0,1-1 0 0 0,-1 1 0 0 0,0 0 0 0 0,0 0 0 0 0,0 0 0 0 0,1 0 0 0 0,-1 0 0 0 0,0 1 0 0 0,0-1 0 0 0,0 0 0 0 0,-1 0 0 0 0,1 1 0 0 0,1 2 0 0 0,15 34 1 0 0,-13-28-2 0 0,-2-7 0 0 0,2 9 36 0 0,1-1 1 0 0,1 0-1 0 0,-1 0 1 0 0,16 19-1 0 0,-19-27-27 0 0,1-1 1 0 0,-1 1 0 0 0,0-1-1 0 0,1 0 1 0 0,0 0-1 0 0,-1 0 1 0 0,1 0-1 0 0,0 0 1 0 0,0-1-1 0 0,0 1 1 0 0,0-1-1 0 0,1 0 1 0 0,-1 0-1 0 0,0 0 1 0 0,0 0-1 0 0,1-1 1 0 0,-1 1-1 0 0,0-1 1 0 0,1 0-1 0 0,-1 0 1 0 0,1 0-1 0 0,-1 0 1 0 0,5-2-1 0 0,1 0-115 0 0,1-1 0 0 0,-1 0 0 0 0,0-1 0 0 0,0 0 0 0 0,0-1 0 0 0,0 1 0 0 0,-1-2 0 0 0,0 1 0 0 0,0-1 0 0 0,0 0 0 0 0,-1-1 0 0 0,10-11 0 0 0,6-8-550 0 0,-1-2 1 0 0,22-35 0 0 0,139-249-1255 0 0,-79 93 6225 0 0,-88 186-2917 0 0,-16 33-1385 0 0,0 0 0 0 0,0-1 0 0 0,0 1 0 0 0,0 0 1 0 0,0 0-1 0 0,1 0 0 0 0,-1 0 0 0 0,0 0 0 0 0,0 0 1 0 0,0-1-1 0 0,0 1 0 0 0,0 0 0 0 0,0 0 0 0 0,0 0 1 0 0,0 0-1 0 0,0 0 0 0 0,0 0 0 0 0,1-1 0 0 0,-1 1 1 0 0,0 0-1 0 0,0 0 0 0 0,0 0 0 0 0,0 0 0 0 0,0 0 1 0 0,0 0-1 0 0,1 0 0 0 0,-1 0 0 0 0,0 0 1 0 0,0 0-1 0 0,0 0 0 0 0,0 0 0 0 0,0 0 0 0 0,1 0 1 0 0,-1 0-1 0 0,0 0 0 0 0,0 0 0 0 0,0 0 0 0 0,0 0 1 0 0,0 0-1 0 0,1 0 0 0 0,-1 0 0 0 0,0 0 0 0 0,0 0 1 0 0,0 0-1 0 0,0 0 0 0 0,0 0 0 0 0,0 0 0 0 0,1 0 1 0 0,-1 0-1 0 0,0 0 0 0 0,0 1 0 0 0,0 18 119 0 0,-20 106 262 0 0,1-19 509 0 0,9-39-369 0 0,4-38-328 0 0,2 1 1 0 0,1 0-1 0 0,1 0 1 0 0,3 43 0 0 0,0-70-179 0 0,-1 1 1 0 0,1-1-1 0 0,0 1 1 0 0,0-1-1 0 0,0 0 1 0 0,0 0-1 0 0,1 0 1 0 0,3 6-1 0 0,-4-8-128 0 0,0 1 0 0 0,0-1 0 0 0,0 0 0 0 0,0 0 0 0 0,1 1 0 0 0,-1-1-1 0 0,0 0 1 0 0,1 0 0 0 0,-1 0 0 0 0,1 0 0 0 0,-1 0 0 0 0,1-1 0 0 0,-1 1 0 0 0,1 0-1 0 0,-1-1 1 0 0,1 1 0 0 0,0-1 0 0 0,-1 0 0 0 0,1 1 0 0 0,0-1 0 0 0,0 0 0 0 0,2 0-1 0 0,23-4-2261 0 0,6-7-4173 0 0,-12-2-625 0 0</inkml:trace>
</inkml:ink>
</file>

<file path=ppt/ink/ink2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9:16.8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253 104 4496 0 0,'-88'-5'5994'0'0,"-76"0"3739"0"0,232-3-8953 0 0,-31 2-794 0 0,126-22-3972 0 0,-58-3-3955 0 0,-57 11 1283 0 0</inkml:trace>
</inkml:ink>
</file>

<file path=ppt/ink/ink2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9:17.0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8 7421 0 0,'-10'-7'14729'0'0,"15"16"-17965"0"0</inkml:trace>
</inkml:ink>
</file>

<file path=ppt/ink/ink2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9:31.6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42 452 0 0,'-2'-6'1586'0'0,"0"1"0"0"0,0-1 0 0 0,-1 1 0 0 0,0 0 0 0 0,-6-9 1395 0 0,3 13-2153 0 0,0 1-64 0 0,0 11 242 0 0,-2 26-559 0 0,2 0 0 0 0,1 0 0 0 0,2 75 0 0 0,1-34-277 0 0,-4 24-306 0 0,-3 115-375 0 0,14-73-7984 0 0,-4-125 4122 0 0</inkml:trace>
</inkml:ink>
</file>

<file path=ppt/ink/ink2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9:32.1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55 226 1720 0 0,'0'-13'728'0'0,"1"0"1"0"0,0 0-1 0 0,1 0 0 0 0,0 0 0 0 0,1 0 1 0 0,0 0-1 0 0,1 1 0 0 0,0-1 0 0 0,10-16 0 0 0,-11 23-619 0 0,0 1-1 0 0,1 0 0 0 0,0-1 0 0 0,0 1 0 0 0,0 0 0 0 0,0 1 1 0 0,1-1-1 0 0,0 1 0 0 0,0 0 0 0 0,0 0 0 0 0,1 1 1 0 0,-1-1-1 0 0,1 1 0 0 0,0 0 0 0 0,0 1 0 0 0,0-1 0 0 0,0 1 1 0 0,0 0-1 0 0,0 1 0 0 0,1 0 0 0 0,6-1 0 0 0,-7 1-70 0 0,0 1 0 0 0,0 0-1 0 0,1 0 1 0 0,-1 0 0 0 0,0 1-1 0 0,0 0 1 0 0,0 0 0 0 0,0 1-1 0 0,0 0 1 0 0,0 0 0 0 0,0 0-1 0 0,-1 0 1 0 0,1 1 0 0 0,7 5-1 0 0,-10-5-23 0 0,1-1 0 0 0,-1 1 0 0 0,0 0 0 0 0,0 0 0 0 0,-1 1-1 0 0,1-1 1 0 0,-1 0 0 0 0,1 1 0 0 0,-1 0 0 0 0,0-1 0 0 0,-1 1 0 0 0,1 0 0 0 0,-1 0 0 0 0,1 0-1 0 0,-1 0 1 0 0,0 0 0 0 0,-1 0 0 0 0,1 0 0 0 0,-1 1 0 0 0,1-1 0 0 0,-1 0 0 0 0,-1 5-1 0 0,-1 8 13 0 0,-1-1-1 0 0,-1 0 1 0 0,0 0-1 0 0,-1 0 0 0 0,0 0 1 0 0,-14 24-1 0 0,-54 83 2 0 0,51-92-10 0 0,-2-1-1 0 0,-1 0 1 0 0,-1-2 0 0 0,-1-1-1 0 0,-34 25 1 0 0,60-50-14 0 0,-1-1 0 0 0,0 0 0 0 0,0 0 0 0 0,0 0 0 0 0,0 0 0 0 0,0-1 0 0 0,0 1 0 0 0,-1 0 0 0 0,1-1 0 0 0,0 1 0 0 0,0-1 0 0 0,0 0 0 0 0,-1 0 0 0 0,1 0 0 0 0,0 0 0 0 0,-4-1 0 0 0,4 1 94 0 0,1-1-85 0 0,1 1-1 0 0,0 0 1 0 0,0 0-1 0 0,0 0 0 0 0,0 0 1 0 0,0 0-1 0 0,-1 0 1 0 0,1 0-1 0 0,0-1 1 0 0,0 1-1 0 0,0 0 1 0 0,0 0-1 0 0,0 0 1 0 0,0 0-1 0 0,0 0 0 0 0,0-1 1 0 0,-1 1-1 0 0,1 0 1 0 0,0 0-1 0 0,0 0 1 0 0,0 0-1 0 0,0-1 1 0 0,0 1-1 0 0,0 0 0 0 0,0 0 1 0 0,0 0-1 0 0,0-1 1 0 0,0 1-1 0 0,0 0 1 0 0,0 0-1 0 0,0 0 1 0 0,0 0-1 0 0,0-1 1 0 0,1 1-1 0 0,-1 0 0 0 0,0 0 1 0 0,0 0-1 0 0,0 0 1 0 0,0-1-1 0 0,0 1 1 0 0,0 0-1 0 0,0 0 1 0 0,0 0-1 0 0,1 0 1 0 0,7 0 123 0 0,0 2 1 0 0,1-1 0 0 0,-1 1-1 0 0,0 1 1 0 0,0 0 0 0 0,-1 0-1 0 0,1 0 1 0 0,-1 1 0 0 0,1 0 0 0 0,-1 0-1 0 0,10 8 1 0 0,8 8 32 0 0,39 38 1 0 0,91 118-1663 0 0,-104-113-4545 0 0,-33-43 776 0 0</inkml:trace>
</inkml:ink>
</file>

<file path=ppt/ink/ink2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9:32.4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29 1600 0 0,'-7'-28'13312'0'0,"5"35"-12991"0"0,1 0 1 0 0,0 0-1 0 0,0 0 0 0 0,1 11 1 0 0,-1 2 48 0 0,-23 176 981 0 0,-1-1-5730 0 0,23-161-1497 0 0,2-20 295 0 0</inkml:trace>
</inkml:ink>
</file>

<file path=ppt/ink/ink2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9:32.6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20 106 1572 0 0,'-14'-77'9176'0'0,"8"49"-4507"0"0,8 28-4615 0 0,0 1 0 0 0,-1 0 0 0 0,1 0 0 0 0,-1 0 0 0 0,1 0 0 0 0,-1 0 0 0 0,0 0 0 0 0,1 0 0 0 0,-1 0 0 0 0,0 0 0 0 0,0 0 0 0 0,1 1 0 0 0,-1-1 0 0 0,1 3 0 0 0,16 24 405 0 0,-17-27-411 0 0,190 274 686 0 0,-158-234-3485 0 0,-13-16-4122 0 0</inkml:trace>
</inkml:ink>
</file>

<file path=ppt/ink/ink2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9:32.9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295 69 1836 0 0,'-7'-19'5475'0'0,"-16"-31"1291"0"0,5 67-5249 0 0,3 14-784 0 0,-14 47 0 0 0,10-27-519 0 0,-147 428-14 0 0,164-474-492 0 0,-12 54-1946 0 0,12-20-4869 0 0</inkml:trace>
</inkml:ink>
</file>

<file path=ppt/ink/ink2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9:35.6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172 164 612 0 0,'-3'-1'1171'0'0,"-118"-39"7288"0"0,119 39-8083 0 0,-25-5 2269 0 0,10-1-1655 0 0,15 6-851 0 0,18-7-12 0 0,202-55 26 0 0,-98 31-170 0 0,-117 31 15 0 0,0 0 0 0 0,0 0 0 0 0,0 1 1 0 0,0-1-1 0 0,0 1 0 0 0,0-1 0 0 0,0 1 1 0 0,0 0-1 0 0,0 0 0 0 0,0 0 0 0 0,0 1 1 0 0,0-1-1 0 0,0 1 0 0 0,0 0 0 0 0,0 0 1 0 0,0 0-1 0 0,0 0 0 0 0,4 2 0 0 0,-4 0 15 0 0,-1-1 0 0 0,0 0 0 0 0,1 1 0 0 0,-1-1 0 0 0,0 1 0 0 0,-1 0 0 0 0,1 0 0 0 0,0 0 0 0 0,-1 0 0 0 0,0 0 0 0 0,0 0 0 0 0,1 0 0 0 0,-2 0 0 0 0,1 0 0 0 0,0 0 0 0 0,0 7 0 0 0,1 13 327 0 0,-1 1-1 0 0,0 0 1 0 0,-5 33-1 0 0,-16 72 482 0 0,10-69-494 0 0,-17 100 344 0 0,-16 107-150 0 0,42-250-875 0 0,0 1 0 0 0,1-1 0 0 0,4 27-1 0 0,0-13-2851 0 0,2 0-3282 0 0</inkml:trace>
</inkml:ink>
</file>

<file path=ppt/ink/ink2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9:35.9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130 188 2204 0 0,'-30'16'3701'0'0,"0"2"-1"0"0,-38 29 1 0 0,66-45-2940 0 0,3 1 261 0 0,-1-3-1001 0 0,0 0 1 0 0,0 0-1 0 0,0 1 0 0 0,0-1 1 0 0,0 0-1 0 0,0 0 1 0 0,0 1-1 0 0,0-1 1 0 0,1 0-1 0 0,-1 0 1 0 0,0 0-1 0 0,0 1 1 0 0,0-1-1 0 0,0 0 1 0 0,0 0-1 0 0,0 0 1 0 0,0 0-1 0 0,0 1 0 0 0,0-1 1 0 0,1 0-1 0 0,-1 0 1 0 0,0 0-1 0 0,0 0 1 0 0,0 0-1 0 0,0 1 1 0 0,1-1-1 0 0,-1 0 1 0 0,0 0-1 0 0,0 0 1 0 0,0 0-1 0 0,1 0 1 0 0,-1 0-1 0 0,0 0 1 0 0,0 0-1 0 0,0 0 0 0 0,1 0 1 0 0,-1 0-1 0 0,0 0 1 0 0,0 0-1 0 0,0 0 1 0 0,1 0-1 0 0,-1 0 1 0 0,0 0-1 0 0,0 0 1 0 0,1 0-1 0 0,39-6 508 0 0,0-2-1 0 0,-1-1 1 0 0,58-22 0 0 0,-49 14-344 0 0,577-178-92 0 0,-613 191-1331 0 0,-1 1 1 0 0,20-2-1 0 0,-30 5 1141 0 0,-1 0-1 0 0,0 0 1 0 0,1 0-1 0 0,-1 0 1 0 0,0 0-1 0 0,1 1 1 0 0,-1-1 0 0 0,0 0-1 0 0,1 0 1 0 0,-1 1-1 0 0,0-1 1 0 0,0 0-1 0 0,1 0 1 0 0,-1 1-1 0 0,0-1 1 0 0,0 0 0 0 0,0 1-1 0 0,1-1 1 0 0,-1 0-1 0 0,0 1 1 0 0,0-1-1 0 0,0 0 1 0 0,0 1-1 0 0,0-1 1 0 0,0 0 0 0 0,1 1-1 0 0,-1-1 1 0 0,0 1-1 0 0,0-1 1 0 0,0 0-1 0 0,0 1 1 0 0,0-1 0 0 0,-1 0-1 0 0,1 1 1 0 0,0-1-1 0 0,0 0 1 0 0,0 1-1 0 0,0-1 1 0 0,0 0-1 0 0,0 1 1 0 0,-1-1 0 0 0,1 0-1 0 0,0 1 1 0 0,0-1-1 0 0,-1 1 1 0 0,-6 14-3152 0 0,-3-1-1372 0 0</inkml:trace>
</inkml:ink>
</file>

<file path=ppt/ink/ink2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9:36.1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1 1632 0 0,'-26'20'3974'0'0,"18"-14"-2872"0"0,0-1 1 0 0,1 1-1 0 0,0 1 0 0 0,-11 12 1 0 0,16-15-871 0 0,0-1 1 0 0,0 1 0 0 0,0-1 0 0 0,1 1-1 0 0,0 0 1 0 0,-1 0 0 0 0,1-1 0 0 0,1 1-1 0 0,-1 0 1 0 0,0 7 0 0 0,2 43 1417 0 0,0-36-1173 0 0,7 123 2025 0 0,0 185-584 0 0,-10-247-3329 0 0,4-46-9118 0 0</inkml:trace>
</inkml:ink>
</file>

<file path=ppt/ink/ink2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9:36.7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106 129 2656 0 0,'-21'-49'11014'0'0,"6"19"-6455"0"0,13 26-4290 0 0,2 3-233 0 0,0 1 0 0 0,0-1 1 0 0,0 0-1 0 0,0 1 1 0 0,0-1-1 0 0,0 0 0 0 0,0 0 1 0 0,0 1-1 0 0,0-1 0 0 0,0 0 1 0 0,0 1-1 0 0,1-1 1 0 0,-1 0-1 0 0,0 1 0 0 0,1-1 1 0 0,-1 0-1 0 0,0 1 1 0 0,1-1-1 0 0,-1 1 0 0 0,0-1 1 0 0,1 1-1 0 0,-1-1 0 0 0,1 1 1 0 0,-1-1-1 0 0,1 1 1 0 0,0-1-1 0 0,-1 1 0 0 0,2-1 1 0 0,15-10 346 0 0,-17 11-383 0 0,6-3 38 0 0,0 1-1 0 0,0 0 1 0 0,0 0 0 0 0,0 0 0 0 0,0 0-1 0 0,1 1 1 0 0,-1 0 0 0 0,0 0 0 0 0,1 1-1 0 0,-1 0 1 0 0,0 0 0 0 0,1 0 0 0 0,10 3 0 0 0,-14-3-33 0 0,-1 1 0 0 0,1 0 0 0 0,0-1 0 0 0,0 1 0 0 0,-1 0 0 0 0,1 0 0 0 0,0 0 0 0 0,-1 1 1 0 0,1-1-1 0 0,-1 1 0 0 0,1-1 0 0 0,-1 1 0 0 0,0 0 0 0 0,0 0 0 0 0,0 0 0 0 0,0 0 1 0 0,0 0-1 0 0,0 0 0 0 0,-1 1 0 0 0,1-1 0 0 0,-1 1 0 0 0,1-1 0 0 0,-1 1 0 0 0,0 0 0 0 0,0-1 1 0 0,0 1-1 0 0,0 0 0 0 0,-1 0 0 0 0,1-1 0 0 0,-1 1 0 0 0,0 0 0 0 0,1 3 0 0 0,-1 2 17 0 0,-1 1 0 0 0,1-1 0 0 0,-1 0 0 0 0,-1 0-1 0 0,1 1 1 0 0,-1-1 0 0 0,-1 0 0 0 0,1-1-1 0 0,-6 11 1 0 0,-38 89 1072 0 0,46-106-1086 0 0,0-1 0 0 0,0 0 0 0 0,-1 1 0 0 0,1-1 0 0 0,0 1 0 0 0,0-1 0 0 0,0 0 0 0 0,0 1 0 0 0,0-1-1 0 0,0 0 1 0 0,0 1 0 0 0,0-1 0 0 0,0 1 0 0 0,0-1 0 0 0,0 0 0 0 0,0 1 0 0 0,0-1 0 0 0,0 1 0 0 0,0-1 0 0 0,1 0-1 0 0,-1 1 1 0 0,0-1 0 0 0,0 0 0 0 0,0 1 0 0 0,1-1 0 0 0,-1 0 0 0 0,0 1 0 0 0,0-1 0 0 0,1 0 0 0 0,-1 0 0 0 0,0 1-1 0 0,0-1 1 0 0,1 0 0 0 0,-1 0 0 0 0,0 1 0 0 0,1-1 0 0 0,-1 0 0 0 0,1 0 0 0 0,0 1-18 0 0,0-1 49 0 0,3 0-6 0 0,19 0-27 0 0,1 1 1 0 0,0 1-1 0 0,-1 1 0 0 0,1 1 1 0 0,-1 1-1 0 0,26 9 0 0 0,-41-11 118 0 0,0 1 1 0 0,0-1-1 0 0,0 2 0 0 0,-1-1 0 0 0,0 1 0 0 0,0 0 1 0 0,0 0-1 0 0,-1 1 0 0 0,6 6 0 0 0,-8-7 171 0 0,0 0-1 0 0,0 1 1 0 0,-1-1-1 0 0,1 1 1 0 0,-1 0-1 0 0,-1-1 0 0 0,1 2 1 0 0,-1-1-1 0 0,0 0 1 0 0,-1 0-1 0 0,1 1 1 0 0,-1-1-1 0 0,0 9 1 0 0,-1-9-168 0 0,0 0 1 0 0,-1 0 0 0 0,1 0 0 0 0,-1 0 0 0 0,-1-1 0 0 0,1 1-1 0 0,-1 0 1 0 0,0-1 0 0 0,0 1 0 0 0,-1-1 0 0 0,0 0 0 0 0,0 1 0 0 0,0-1-1 0 0,0-1 1 0 0,-1 1 0 0 0,0 0 0 0 0,0-1 0 0 0,0 0 0 0 0,-1 0-1 0 0,-7 6 1 0 0,0-1 167 0 0,0-1 0 0 0,-1 0-1 0 0,0-1 1 0 0,0-1 0 0 0,-1 0 0 0 0,0-1-1 0 0,-16 5 1 0 0,7-5-1328 0 0,0 0 0 0 0,0-2 0 0 0,0 0-1 0 0,-1-2 1 0 0,1-1 0 0 0,-1 0 0 0 0,1-2 0 0 0,0-1 0 0 0,0 0 0 0 0,-38-12 0 0 0,35 3-8303 0 0</inkml:trace>
</inkml:ink>
</file>

<file path=ppt/ink/ink2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9:38.6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19 956 0 0,'4'-18'12025'0'0,"-16"63"-10980"0"0,-10 66 1 0 0,8-32-687 0 0,-33 173-95 0 0,29-144-3247 0 0,12-78 561 0 0,1-12-2138 0 0</inkml:trace>
</inkml:ink>
</file>

<file path=ppt/ink/ink2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9:39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1 288 1528 0 0,'1'-18'744'0'0,"1"-1"-1"0"0,1 1 1 0 0,1-1 0 0 0,0 1 0 0 0,2 1-1 0 0,0-1 1 0 0,1 1 0 0 0,0-1-1 0 0,15-22 1 0 0,-18 34-662 0 0,0-1 0 0 0,1 1 1 0 0,-1 0-1 0 0,1 1 0 0 0,1-1 0 0 0,-1 1 1 0 0,1 0-1 0 0,0 0 0 0 0,0 1 1 0 0,0 0-1 0 0,0 0 0 0 0,1 0 0 0 0,0 1 1 0 0,0 0-1 0 0,0 0 0 0 0,0 1 0 0 0,0 0 1 0 0,1 0-1 0 0,-1 1 0 0 0,0-1 0 0 0,1 2 1 0 0,-1-1-1 0 0,1 1 0 0 0,0 0 0 0 0,14 3 1 0 0,-17-3-61 0 0,0 1 0 0 0,0 0 1 0 0,1 1-1 0 0,-1-1 0 0 0,0 1 1 0 0,0 0-1 0 0,-1 0 0 0 0,1 1 1 0 0,0 0-1 0 0,-1-1 0 0 0,1 1 1 0 0,7 7-1 0 0,-10-7-12 0 0,0 0 0 0 0,0 0 0 0 0,0 0 0 0 0,0 0 0 0 0,0 0 0 0 0,0 1 0 0 0,-1-1 0 0 0,0 0 0 0 0,0 1 0 0 0,0-1 0 0 0,0 1 0 0 0,0 0 0 0 0,-1-1 0 0 0,1 1 0 0 0,-1-1 0 0 0,0 1 0 0 0,0 0 0 0 0,0-1 0 0 0,-2 8 0 0 0,-2 7 9 0 0,-1 0 0 0 0,0 0-1 0 0,-2 0 1 0 0,0-1-1 0 0,-1 0 1 0 0,0 0 0 0 0,-15 20-1 0 0,3-7 23 0 0,-2-1 1 0 0,-46 47-1 0 0,-15-6 1161 0 0,61-53-665 0 0,21-16-481 0 0,0 10 127 0 0,7-5-144 0 0,1 0-1 0 0,-1 0 0 0 0,1 0 1 0 0,-1-1-1 0 0,12 6 0 0 0,12 10-3 0 0,45 47 91 0 0,13 11-1422 0 0,-70-65-1649 0 0,27 16-1 0 0,-24-19-1699 0 0</inkml:trace>
</inkml:ink>
</file>

<file path=ppt/ink/ink2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9:39.3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41 740 0 0,'16'-40'14299'0'0,"-5"53"-12900"0"0,-5 28-497 0 0,1 57 0 0 0,-5-56-2530 0 0,13 74-1 0 0,-2-62-4793 0 0,-2-29 263 0 0</inkml:trace>
</inkml:ink>
</file>

<file path=ppt/ink/ink2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9:40.0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33 110 640 0 0,'-23'-14'8021'0'0,"22"13"-7928"0"0,0 1-1 0 0,1-1 1 0 0,-1 1-1 0 0,0-1 1 0 0,1 0-1 0 0,-1 0 1 0 0,0 0-1 0 0,1 1 1 0 0,-1-1-1 0 0,1 0 1 0 0,-1 0-1 0 0,1 0 1 0 0,0 0-1 0 0,-1 0 1 0 0,1 0-1 0 0,0 0 1 0 0,0 0-1 0 0,0 0 1 0 0,-1 0-1 0 0,1 0 1 0 0,0 0-1 0 0,0 0 1 0 0,0 0-1 0 0,1 0 1 0 0,-1 1-1 0 0,0-3 1 0 0,1 1 17 0 0,0-1-1 0 0,1 1 1 0 0,-1-1 0 0 0,0 1 0 0 0,1 0-1 0 0,-1 0 1 0 0,1 0 0 0 0,0 0-1 0 0,0 0 1 0 0,2-2 0 0 0,2-1 14 0 0,0 0 0 0 0,0 1 0 0 0,0 0 0 0 0,1 0 0 0 0,-1 0 0 0 0,1 1 0 0 0,10-3 1 0 0,-8 3-76 0 0,-1 1 1 0 0,2 0 0 0 0,-1 1-1 0 0,0 0 1 0 0,0 1 0 0 0,0 0-1 0 0,0 0 1 0 0,0 1 0 0 0,0 0-1 0 0,14 4 1 0 0,-18-4-23 0 0,0 1-1 0 0,0 0 0 0 0,-1 0 1 0 0,1 0-1 0 0,-1 0 0 0 0,1 1 1 0 0,-1 0-1 0 0,0 0 1 0 0,0 0-1 0 0,0 0 0 0 0,-1 1 1 0 0,1 0-1 0 0,-1 0 1 0 0,0 0-1 0 0,0 0 0 0 0,0 0 1 0 0,0 0-1 0 0,-1 1 1 0 0,1-1-1 0 0,1 8 0 0 0,-2-4 63 0 0,0 0 0 0 0,-1 0 0 0 0,0 0 0 0 0,0 0 0 0 0,-1-1 0 0 0,0 1 0 0 0,0 0 0 0 0,-1 0 0 0 0,0 0 0 0 0,-1 0 0 0 0,0 0-1 0 0,-5 13 1 0 0,-3 6 268 0 0,-1-1-1 0 0,-17 28 0 0 0,-52 69 858 0 0,10-16-418 0 0,70-107-789 0 0,-1 0-1 0 0,1 1 0 0 0,0-1 1 0 0,0 0-1 0 0,-1 1 0 0 0,1-1 1 0 0,0 0-1 0 0,0 1 0 0 0,-1-1 1 0 0,1 1-1 0 0,0-1 0 0 0,0 0 1 0 0,0 1-1 0 0,0-1 0 0 0,0 1 1 0 0,0-1-1 0 0,0 1 0 0 0,0-1 1 0 0,0 1-1 0 0,0-1 0 0 0,0 0 1 0 0,0 1-1 0 0,0-1 0 0 0,0 1 1 0 0,0-1-1 0 0,0 1 0 0 0,0-1 1 0 0,0 0-1 0 0,1 1 0 0 0,-1-1 1 0 0,0 1-1 0 0,0-1 0 0 0,1 0 1 0 0,-1 1-1 0 0,0-1 0 0 0,2 1 2 0 0,-1-1 0 0 0,0 1-1 0 0,0-1 1 0 0,0 0 0 0 0,1 0-1 0 0,-1 0 1 0 0,0 1-1 0 0,0-1 1 0 0,1 0 0 0 0,-1-1-1 0 0,0 1 1 0 0,2 0-1 0 0,41-13 74 0 0,-44 13-79 0 0,71-26-84 0 0,41-14-111 0 0,-36 19-4556 0 0,-46 10-1285 0 0,-11 4 392 0 0</inkml:trace>
</inkml:ink>
</file>

<file path=ppt/ink/ink2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9:40.3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76 580 0 0,'0'-3'2552'0'0,"0"-48"9214"0"0,-3 30-6844 0 0,14 60-3893 0 0,-3 0 0 0 0,-1 0 0 0 0,1 54 0 0 0,3 13-742 0 0,-2-44-611 0 0,5 37-2894 0 0,-2-35-4469 0 0,-9-53 3406 0 0</inkml:trace>
</inkml:ink>
</file>

<file path=ppt/ink/ink2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9:40.5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371 72 240 0 0,'10'-17'5550'0'0,"-1"0"1"0"0,8-21 1217 0 0,-17 41-6583 0 0,0 0 1 0 0,0 0-1 0 0,-1 0 1 0 0,1 0-1 0 0,-1 0 1 0 0,0 0-1 0 0,0-1 1 0 0,0 1-1 0 0,-2 3 1 0 0,0 2 226 0 0,-25 61 476 0 0,-4-2 0 0 0,-46 75 1 0 0,-68 85-286 0 0,58-95-3888 0 0,71-103-920 0 0,11-9-4462 0 0</inkml:trace>
</inkml:ink>
</file>

<file path=ppt/ink/ink2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9:40.8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64 2316 0 0,'15'-24'10965'0'0,"-2"-1"-6356"0"0,-8 18-2539 0 0,-1-1-140 0 0,-3 8-1909 0 0,-1 0 1 0 0,0 0 0 0 0,1 1 0 0 0,-1-1-1 0 0,0 0 1 0 0,0 0 0 0 0,1 0 0 0 0,-1 0 0 0 0,0 1-1 0 0,0-1 1 0 0,0 0 0 0 0,1 0 0 0 0,-1 0 0 0 0,0 1-1 0 0,0-1 1 0 0,0 0 0 0 0,1 0 0 0 0,-1 1-1 0 0,0-1 1 0 0,0 0 0 0 0,0 0 0 0 0,0 1 0 0 0,0-1-1 0 0,0 0 1 0 0,0 1 0 0 0,0-1 0 0 0,0 0-1 0 0,0 1 1 0 0,0-1 0 0 0,0 0 0 0 0,0 0 0 0 0,0 1-1 0 0,0 0 1 0 0,4 18 359 0 0,-2 2-1 0 0,0-1 1 0 0,-1 0-1 0 0,-3 36 1 0 0,-18 85-16 0 0,10-78-234 0 0,0 7-1149 0 0,2-9-3924 0 0,2-21-4932 0 0</inkml:trace>
</inkml:ink>
</file>

<file path=ppt/ink/ink2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9:41.4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33 188 3312 0 0,'0'-6'1193'0'0,"2"-9"1395"0"0,0 0 0 0 0,1 0-1 0 0,5-15 1 0 0,-6 25-2349 0 0,0 0 0 0 0,0 0 0 0 0,1 0 1 0 0,-1 1-1 0 0,1-1 0 0 0,0 1 0 0 0,1-1 0 0 0,-1 1 0 0 0,1 0 0 0 0,0 1 0 0 0,0-1 0 0 0,6-4 0 0 0,-1 2-64 0 0,0 0 0 0 0,1 0-1 0 0,0 1 1 0 0,0 0 0 0 0,0 1-1 0 0,19-5 1 0 0,-25 8-154 0 0,0 0 1 0 0,0 0-1 0 0,0 1 0 0 0,0-1 0 0 0,0 1 1 0 0,0 0-1 0 0,0 0 0 0 0,0 0 0 0 0,0 1 1 0 0,0-1-1 0 0,0 1 0 0 0,0 0 1 0 0,-1 0-1 0 0,1 1 0 0 0,0-1 0 0 0,0 1 1 0 0,-1 0-1 0 0,1-1 0 0 0,-1 2 1 0 0,1-1-1 0 0,5 5 0 0 0,-7-5 4 0 0,0 1 0 0 0,0-1 0 0 0,-1 1 0 0 0,1-1 0 0 0,0 1 0 0 0,-1-1-1 0 0,0 1 1 0 0,1 0 0 0 0,-1 0 0 0 0,0 0 0 0 0,-1-1 0 0 0,1 1 0 0 0,0 0 0 0 0,-1 6 0 0 0,1-3 7 0 0,-2 1 0 0 0,1-1 0 0 0,-1 0 1 0 0,0 1-1 0 0,0-1 0 0 0,-4 10 1 0 0,0-1 23 0 0,-1-1 0 0 0,-1 0 0 0 0,0-1 0 0 0,-1 1 1 0 0,-9 11-1 0 0,-9 22 130 0 0,24-45-161 0 0,2-2-23 0 0,0 0 0 0 0,0 0 0 0 0,0 0 0 0 0,0 0 0 0 0,-1 0 0 0 0,1 0 0 0 0,0 0 0 0 0,0 0 0 0 0,0 0 0 0 0,0 0 0 0 0,0 0 0 0 0,0 0 0 0 0,-1 1 0 0 0,1-1 0 0 0,0 0 0 0 0,0 0 0 0 0,0 0 0 0 0,0 0 0 0 0,0 0 0 0 0,0 0 0 0 0,0 1 0 0 0,0-1 0 0 0,0 0 0 0 0,0 0 0 0 0,-1 0 0 0 0,1 0 0 0 0,0 0 0 0 0,0 1 0 0 0,0-1 0 0 0,0 0 0 0 0,0 0 0 0 0,0 0 0 0 0,0 0 0 0 0,0 1 0 0 0,0-1 0 0 0,0 0 0 0 0,0 0 0 0 0,0 0 0 0 0,1 0 0 0 0,-1 0 0 0 0,0 1 0 0 0,0-1 0 0 0,0 0 0 0 0,0 0 0 0 0,0 0 0 0 0,0 0 0 0 0,0 0 0 0 0,0 0 0 0 0,0 1 0 0 0,0-1 0 0 0,1 0 0 0 0,-1 0 0 0 0,0 0 0 0 0,0 0 0 0 0,0 0 0 0 0,0 0 0 0 0,0 0 0 0 0,0 0 0 0 0,1 1 0 0 0,13 4 82 0 0,11-5-8 0 0,75 2 288 0 0,-88 0-292 0 0,0-1 1 0 0,0 2-1 0 0,-1-1 1 0 0,1 2-1 0 0,0-1 1 0 0,13 8-1 0 0,-18-8 105 0 0,0 1-1 0 0,-1 0 1 0 0,0 0-1 0 0,0 0 1 0 0,0 1-1 0 0,0 0 1 0 0,0 0 0 0 0,-1 0-1 0 0,7 10 1 0 0,-10-12-8 0 0,0 0-1 0 0,0 1 1 0 0,0-1 0 0 0,-1 0 0 0 0,0 1 0 0 0,0-1 0 0 0,0 1-1 0 0,0-1 1 0 0,0 1 0 0 0,-1 0 0 0 0,1-1 0 0 0,-1 1 0 0 0,0 0 0 0 0,0-1-1 0 0,0 1 1 0 0,-1 0 0 0 0,1-1 0 0 0,-1 1 0 0 0,0-1 0 0 0,0 1 0 0 0,-3 5 0 0 0,-1 2 6 0 0,-1 0 0 0 0,0 0 0 0 0,-1-1 1 0 0,0 0-1 0 0,0 0 0 0 0,-1-1 1 0 0,-1 0-1 0 0,1 0 0 0 0,-2-1 1 0 0,1 0-1 0 0,-1-1 0 0 0,0 0 1 0 0,0 0-1 0 0,-1-1 0 0 0,-12 5 1 0 0,-3 0 245 0 0,-1-1 0 0 0,0-1 0 0 0,0-2 1 0 0,0-1-1 0 0,-43 5 0 0 0,53-10-421 0 0,-8-1 0 0 0,-2-1 0 0 0,3-2 0 0 0,17 3-391 0 0,0-2 0 0 0,0 1-1 0 0,0-1 1 0 0,0 0 0 0 0,-8-4 0 0 0,12 5 61 0 0,1-1 0 0 0,1 1-1 0 0,-1 0 1 0 0,0-1 0 0 0,0 1 0 0 0,0-1-1 0 0,1 0 1 0 0,-1 0 0 0 0,-1-2 0 0 0</inkml:trace>
</inkml:ink>
</file>

<file path=ppt/ink/ink2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9:42.6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22 2404 0 0,'8'-21'17419'0'0,"-8"37"-11712"0"0,-1 7-5517 0 0,4 482 3572 0 0,1-374-3085 0 0,-3-127 880 0 0,-1-3-1699 0 0</inkml:trace>
</inkml:ink>
</file>

<file path=ppt/ink/ink2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9:43.7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71 156 0 0,'-2'-12'5801'0'0,"2"11"-5587"0"0,1 0 0 0 0,-1 0 0 0 0,0 0 0 0 0,0 0 0 0 0,0 0 0 0 0,-1 1 0 0 0,1-1 0 0 0,0 0 0 0 0,0 0 0 0 0,0 0 0 0 0,-1 0 0 0 0,1 1 0 0 0,0-1 1 0 0,-1 0-1 0 0,1 0 0 0 0,0 1 0 0 0,-1-1 0 0 0,1 0 0 0 0,-1 1 0 0 0,1-1 0 0 0,-1 0 0 0 0,0 1 0 0 0,1-1 0 0 0,-1 1 0 0 0,0-1 0 0 0,1 1 0 0 0,-1-1 0 0 0,0 1 0 0 0,-1-1 0 0 0,1 2-134 0 0,0-1 0 0 0,-1 1 1 0 0,1 0-1 0 0,0-1 0 0 0,0 1 0 0 0,0 0 0 0 0,-1 0 1 0 0,1 0-1 0 0,0 0 0 0 0,0 0 0 0 0,0 1 1 0 0,0-1-1 0 0,1 0 0 0 0,-1 0 0 0 0,0 1 0 0 0,0-1 1 0 0,0 2-1 0 0,-13 24 159 0 0,1 0 0 0 0,1 1 0 0 0,1 1 1 0 0,2 0-1 0 0,1 0 0 0 0,1 1 0 0 0,2-1 0 0 0,1 2 0 0 0,1-1 1 0 0,2 59-1 0 0,2-80-167 0 0,0 0-1 0 0,0-1 1 0 0,1 1 0 0 0,0-1 0 0 0,1 0 0 0 0,-1 1 0 0 0,2-1-1 0 0,-1 0 1 0 0,1-1 0 0 0,1 1 0 0 0,5 8 0 0 0,-6-12 0 0 0,-1 0 0 0 0,1 0 1 0 0,-1 0-1 0 0,1-1 0 0 0,0 1 1 0 0,1-1-1 0 0,-1 0 0 0 0,0 0 1 0 0,1-1-1 0 0,0 0 0 0 0,-1 1 1 0 0,1-2-1 0 0,0 1 1 0 0,0 0-1 0 0,0-1 0 0 0,0 0 1 0 0,0 0-1 0 0,1 0 0 0 0,7-1 1 0 0,3-1 84 0 0,0 0 1 0 0,0-2-1 0 0,-1 1 1 0 0,1-2-1 0 0,-1 0 0 0 0,1-1 1 0 0,-1-1-1 0 0,-1 0 1 0 0,1-1-1 0 0,-1 0 1 0 0,0-2-1 0 0,-1 1 1 0 0,0-2-1 0 0,0 1 1 0 0,-1-2-1 0 0,0 0 0 0 0,-1 0 1 0 0,0-1-1 0 0,10-14 1 0 0,-10 10 0 0 0,0 1 0 0 0,-1-2 0 0 0,-1 1 0 0 0,0-1 0 0 0,-1-1 0 0 0,-1 1 0 0 0,-1-1 0 0 0,0-1 0 0 0,-1 1 0 0 0,-1-1 0 0 0,-1 0 0 0 0,-1 0 0 0 0,-1 0 0 0 0,0 0 0 0 0,-3-33 0 0 0,1 46-143 0 0,0 1 0 0 0,0 0 0 0 0,0-1 0 0 0,-1 1 1 0 0,0-1-1 0 0,0 1 0 0 0,0 0 0 0 0,-1 0 0 0 0,1 0 0 0 0,-1 1 0 0 0,0-1 1 0 0,-1 0-1 0 0,1 1 0 0 0,-1 0 0 0 0,0 0 0 0 0,0 0 0 0 0,0 0 0 0 0,0 1 1 0 0,-1 0-1 0 0,1 0 0 0 0,-1 0 0 0 0,0 0 0 0 0,0 1 0 0 0,0-1 0 0 0,0 1 0 0 0,-1 1 1 0 0,-6-3-1 0 0,1 2-414 0 0,0 1 0 0 0,1 0 0 0 0,-1 0 1 0 0,0 1-1 0 0,0 1 0 0 0,0 0 0 0 0,1 0 0 0 0,-1 1 1 0 0,1 0-1 0 0,-1 1 0 0 0,1 0 0 0 0,0 1 1 0 0,-14 6-1 0 0,17-6-349 0 0,-1 1 0 0 0,1-1 0 0 0,1 1 0 0 0,-8 6 0 0 0,-10 14-6149 0 0</inkml:trace>
</inkml:ink>
</file>

<file path=ppt/ink/ink2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9:44.3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70 2068 0 0,'-37'-8'12268'0'0,"19"7"-10008"0"0,15 1-1480 0 0,18 0-532 0 0,26-2-93 0 0,-1-2 0 0 0,41-8 1 0 0,-23 2-90 0 0,115-20-448 0 0,-171 30-280 0 0,1-1-303 0 0,2-1 789 0 0</inkml:trace>
</inkml:ink>
</file>

<file path=ppt/ink/ink2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9:44.7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0 101 1764 0 0,'7'-22'6131'0'0,"6"-16"702"0"0,-12 36-6687 0 0,0 0 0 0 0,0 1 0 0 0,0-1 0 0 0,0 0 0 0 0,0 1-1 0 0,1-1 1 0 0,-1 0 0 0 0,1 1 0 0 0,-1 0 0 0 0,1-1 0 0 0,-1 1-1 0 0,1 0 1 0 0,0 0 0 0 0,0 0 0 0 0,-1 0 0 0 0,4-1 0 0 0,7-2-17 0 0,1 1 1 0 0,0 0-1 0 0,0 1 1 0 0,0 0 0 0 0,0 1-1 0 0,0 0 1 0 0,1 1 0 0 0,13 2-1 0 0,-21-1-45 0 0,1 0 1 0 0,-1 0-1 0 0,0 1 0 0 0,1-1 0 0 0,-1 1 0 0 0,0 1 0 0 0,0-1 0 0 0,0 1 1 0 0,-1 0-1 0 0,1 1 0 0 0,-1-1 0 0 0,0 1 0 0 0,0 0 0 0 0,0 0 0 0 0,0 1 1 0 0,0-1-1 0 0,-1 1 0 0 0,0 0 0 0 0,4 7 0 0 0,-1 1 216 0 0,-2-1 0 0 0,1 1-1 0 0,-2 0 1 0 0,0 1 0 0 0,0-1-1 0 0,-2 1 1 0 0,1-1 0 0 0,-2 1-1 0 0,1 28 1 0 0,-4 2 440 0 0,-13 79 1 0 0,-11 1-464 0 0,-2 10-1734 0 0,27-127 809 0 0,0 0 0 0 0,1 1 0 0 0,0 13-1 0 0,0-19 306 0 0,0-1 0 0 0,1 1 0 0 0,-1 0 1 0 0,0-1-1 0 0,1 1 0 0 0,-1 0 0 0 0,1-1 0 0 0,0 1 0 0 0,-1-1 0 0 0,1 1 0 0 0,0-1 0 0 0,0 1 0 0 0,0-1 0 0 0,0 1 0 0 0,0-1 0 0 0,0 0 1 0 0,0 0-1 0 0,1 1 0 0 0,-1-1 0 0 0,0 0 0 0 0,3 1 0 0 0</inkml:trace>
</inkml:ink>
</file>

<file path=ppt/ink/ink2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9:44.9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298 26 1176 0 0,'30'-26'15046'0'0,"-43"53"-12090"0"0,-85 122 384 0 0,-67 116-3149 0 0,128-187-3279 0 0,28-51-511 0 0,3-1-3324 0 0</inkml:trace>
</inkml:ink>
</file>

<file path=ppt/ink/ink2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9:45.3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32 1848 0 0,'30'-31'28172'0'0,"-37"59"-29014"0"0,1-1 1243 0 0,-14 111-68 0 0,9-74-259 0 0,3-18-244 0 0,-5 35-3233 0 0,13-29-7466 0 0</inkml:trace>
</inkml:ink>
</file>

<file path=ppt/ink/ink2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9:45.8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0 145 2328 0 0,'6'-26'4975'0'0,"-5"22"-4462"0"0,-1-1 0 0 0,1 0 0 0 0,1 0 0 0 0,-1 1 0 0 0,1-1 0 0 0,-1 0 0 0 0,1 1 0 0 0,0 0 1 0 0,1-1-1 0 0,-1 1 0 0 0,1 0 0 0 0,6-7 0 0 0,-3 5-277 0 0,1 1 1 0 0,1-1 0 0 0,-1 1 0 0 0,0 1-1 0 0,1 0 1 0 0,0 0 0 0 0,0 0-1 0 0,1 1 1 0 0,14-4 0 0 0,-19 5-190 0 0,0 1 0 0 0,1 0 0 0 0,-1 1 0 0 0,1-1 0 0 0,-1 1 0 0 0,1-1 0 0 0,-1 1 0 0 0,0 1 1 0 0,1-1-1 0 0,-1 1 0 0 0,1-1 0 0 0,-1 1 0 0 0,0 1 0 0 0,1-1 0 0 0,-1 1 0 0 0,0-1 0 0 0,0 1 0 0 0,0 0 0 0 0,0 1 0 0 0,0-1 1 0 0,5 5-1 0 0,-7-5 16 0 0,-1 0 0 0 0,1 0 0 0 0,-1 0 0 0 0,1 1 0 0 0,-1-1 0 0 0,0 0 0 0 0,1 1 1 0 0,-1-1-1 0 0,-1 1 0 0 0,1-1 0 0 0,0 1 0 0 0,-1 0 0 0 0,1-1 0 0 0,-1 1 0 0 0,1-1 0 0 0,-1 1 1 0 0,0 0-1 0 0,-1 0 0 0 0,1-1 0 0 0,-1 5 0 0 0,-2 5 198 0 0,0 0 0 0 0,-1 0 0 0 0,-7 15-1 0 0,-4 17 261 0 0,15-43-511 0 0,-1 1 0 0 0,1 0 0 0 0,0 0 0 0 0,-1-1 0 0 0,1 1 0 0 0,0 0 0 0 0,0 0 0 0 0,1 0 0 0 0,-1-1 0 0 0,0 1 0 0 0,0 0 0 0 0,1-1 0 0 0,-1 1 0 0 0,1 0 0 0 0,0-1 0 0 0,-1 1 0 0 0,2 2 0 0 0,1-1-3 0 0,0-1 0 0 0,-1 1 0 0 0,1 0 0 0 0,0-1-1 0 0,0 1 1 0 0,6 2 0 0 0,24 18 594 0 0,60 54 0 0 0,-76-61 65 0 0,-1 2 0 0 0,0 0 0 0 0,-1 0-1 0 0,20 36 1 0 0,-32-50-437 0 0,-2-1 0 0 0,1 1 0 0 0,0-1 0 0 0,-1 1 0 0 0,1 0 0 0 0,-1 0 0 0 0,0 0 0 0 0,0 0 0 0 0,-1 0 0 0 0,1 0-1 0 0,-1-1 1 0 0,0 2 0 0 0,0-1 0 0 0,0 0 0 0 0,-1-1 0 0 0,1 1 0 0 0,-1 0 0 0 0,-2 6 0 0 0,1-6-121 0 0,0 0 0 0 0,0 0 0 0 0,-1 0 0 0 0,1 0 0 0 0,-1 0-1 0 0,0-1 1 0 0,0 1 0 0 0,0-1 0 0 0,-1 0 0 0 0,1 0 0 0 0,-1 0 0 0 0,0 0 0 0 0,1-1 0 0 0,-1 1 0 0 0,-8 2 0 0 0,-3 2-38 0 0,0-1 0 0 0,-1-1-1 0 0,0-1 1 0 0,0 0 0 0 0,-22 2 0 0 0,23-4-694 0 0,0-2-1 0 0,-18 0 1 0 0,24-1-542 0 0,-1 0 1 0 0,0-1 0 0 0,1 0-1 0 0,-10-4 1 0 0,17 6 217 0 0,-1-1-1 0 0,1-1 0 0 0,0 1 1 0 0,-15-13-5693 0 0</inkml:trace>
</inkml:ink>
</file>

<file path=ppt/ink/ink2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9:46.3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4 105 1940 0 0,'-4'-85'11305'0'0,"4"77"-10742"0"0,0 7-136 0 0,2-9 1511 0 0,1 19-1478 0 0,1 0 1 0 0,-1 0-1 0 0,-1 0 1 0 0,0 1-1 0 0,2 16 0 0 0,0 54 848 0 0,-3-61-1152 0 0,-6 136 672 0 0,2-99-3004 0 0,4 81 0 0 0,4-104-823 0 0,1-13-2024 0 0</inkml:trace>
</inkml:ink>
</file>

<file path=ppt/ink/ink2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9:46.5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392 35 1604 0 0,'6'-10'2738'0'0,"12"-15"7597"0"0,-118 174-4049 0 0,-174 266-3904 0 0,244-359-4951 0 0,18-20-2944 0 0</inkml:trace>
</inkml:ink>
</file>

<file path=ppt/ink/ink2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9:46.8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 2172 0 0,'15'-2'14217'0'0,"-14"3"-14036"0"0,1 0 0 0 0,-1 0-1 0 0,1 1 1 0 0,-1-1-1 0 0,0 0 1 0 0,0 1-1 0 0,1-1 1 0 0,-1 1 0 0 0,0-1-1 0 0,-1 1 1 0 0,1 0-1 0 0,0-1 1 0 0,0 1-1 0 0,-1 0 1 0 0,1 0-1 0 0,-1-1 1 0 0,1 1 0 0 0,-1 0-1 0 0,0 0 1 0 0,0 0-1 0 0,0 2 1 0 0,2 52 1393 0 0,-2-45-1271 0 0,-15 202 1461 0 0,-1-2-4909 0 0,20-186 59 0 0</inkml:trace>
</inkml:ink>
</file>

<file path=ppt/ink/ink2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9:47.4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1 141 2804 0 0,'1'-7'1579'0'0,"0"-4"402"0"0,0 1 1 0 0,1 0 0 0 0,1 0-1 0 0,4-13 1 0 0,-5 19-1727 0 0,0 1 1 0 0,0-1-1 0 0,0 0 1 0 0,1 1-1 0 0,0 0 1 0 0,-1-1-1 0 0,1 1 1 0 0,0 0-1 0 0,1 0 1 0 0,-1 1-1 0 0,0-1 1 0 0,1 1-1 0 0,6-4 1 0 0,-2 2-158 0 0,0 1 0 0 0,0-1 1 0 0,0 2-1 0 0,1-1 1 0 0,-1 1-1 0 0,1 0 1 0 0,-1 1-1 0 0,1 0 1 0 0,0 0-1 0 0,0 1 0 0 0,-1 0 1 0 0,1 1-1 0 0,13 2 1 0 0,-20-3-79 0 0,1 1 0 0 0,-1 0 0 0 0,0 0 1 0 0,1 0-1 0 0,-1 0 0 0 0,0 0 0 0 0,0 0 1 0 0,1 0-1 0 0,-1 1 0 0 0,0-1 0 0 0,0 1 1 0 0,0-1-1 0 0,-1 1 0 0 0,1 0 0 0 0,0 0 0 0 0,-1 0 1 0 0,1 0-1 0 0,1 3 0 0 0,-1-1 37 0 0,-1-1-1 0 0,0 1 0 0 0,0 0 1 0 0,0-1-1 0 0,0 1 1 0 0,0 0-1 0 0,-1 0 1 0 0,0 0-1 0 0,0 0 1 0 0,0 7-1 0 0,-2 2 147 0 0,-1-1-1 0 0,0 1 1 0 0,-1-1-1 0 0,0 0 1 0 0,-11 23 0 0 0,-27 43 1503 0 0,42-77-1620 0 0,0 0-72 0 0,0 0 0 0 0,1-1 0 0 0,-1 1 0 0 0,1 0 0 0 0,-1-1-1 0 0,1 1 1 0 0,-1 0 0 0 0,1-1 0 0 0,-1 1 0 0 0,1-1 0 0 0,-1 1 0 0 0,1-1 0 0 0,0 1 0 0 0,-1-1 0 0 0,1 1 0 0 0,0-1 0 0 0,-1 0 0 0 0,1 1 0 0 0,0-1 0 0 0,0 0 0 0 0,-1 1 0 0 0,1-1 0 0 0,0 0 0 0 0,0 0-1 0 0,-1 0 1 0 0,1 0 0 0 0,0 0 0 0 0,0 0 0 0 0,0 0 0 0 0,0 0 0 0 0,37 0 16 0 0,-24-1-15 0 0,3 2 46 0 0,0 0 1 0 0,0 1 0 0 0,0 1 0 0 0,-1 1 0 0 0,1 0 0 0 0,-1 1-1 0 0,0 1 1 0 0,0 0 0 0 0,16 10 0 0 0,-27-13 133 0 0,0 0-1 0 0,0 0 1 0 0,-1 1 0 0 0,1 0-1 0 0,-1-1 1 0 0,1 2 0 0 0,-1-1-1 0 0,0 0 1 0 0,-1 1 0 0 0,1 0 0 0 0,-1 0-1 0 0,0 0 1 0 0,0 0 0 0 0,-1 0-1 0 0,1 1 1 0 0,-1-1 0 0 0,0 1-1 0 0,-1-1 1 0 0,1 1 0 0 0,-1 0-1 0 0,0 0 1 0 0,-1 0 0 0 0,1-1 0 0 0,-1 1-1 0 0,0 0 1 0 0,-1 0 0 0 0,0 0-1 0 0,1 0 1 0 0,-3 6 0 0 0,0-2-45 0 0,0 0-1 0 0,-1-1 1 0 0,0 1 0 0 0,-1-1-1 0 0,0 0 1 0 0,0 0 0 0 0,-1 0 0 0 0,0 0-1 0 0,-1-1 1 0 0,0 0 0 0 0,0-1 0 0 0,-1 0-1 0 0,1 0 1 0 0,-2 0 0 0 0,1-1 0 0 0,-1 0-1 0 0,-9 5 1 0 0,1-3-214 0 0,0 1 0 0 0,-1-2 0 0 0,1 0 1 0 0,-1-1-1 0 0,-1-1 0 0 0,1-1 0 0 0,-1-1 0 0 0,-30 3 0 0 0,41-6-716 0 0,0 0 0 0 0,0-1 0 0 0,0 0 0 0 0,0 0 1 0 0,-13-4-1 0 0,-8-8-4366 0 0,26 11 3969 0 0,1 0 0 0 0,-15-14-5885 0 0</inkml:trace>
</inkml:ink>
</file>

<file path=ppt/ink/ink2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9:48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60 120 2380 0 0,'-46'-41'12700'0'0,"37"33"-11268"0"0,9 8-1393 0 0,0 0 1 0 0,-1 0 0 0 0,1 0 0 0 0,0 0 0 0 0,0 0-1 0 0,-1-1 1 0 0,1 1 0 0 0,0 0 0 0 0,0 0 0 0 0,0 0-1 0 0,-1-1 1 0 0,1 1 0 0 0,0 0 0 0 0,0 0 0 0 0,0-1 0 0 0,0 1-1 0 0,-1 0 1 0 0,1 0 0 0 0,0-1 0 0 0,0 1 0 0 0,0 0-1 0 0,0-1 1 0 0,0 1 0 0 0,0 0 0 0 0,0 0 0 0 0,0-1-1 0 0,0 1 1 0 0,0 0 0 0 0,0-1 0 0 0,0 1 0 0 0,0 0 0 0 0,0-1-1 0 0,0 1 1 0 0,0-1 0 0 0,13-4 40 0 0,1 1-1 0 0,-1 0 1 0 0,0 0 0 0 0,1 1-1 0 0,0 1 1 0 0,27-1 0 0 0,14-3 32 0 0,208-22 177 0 0,-226 26-263 0 0,-35 1 0 0 0,1 1 1 0 0,0 0-1 0 0,0 0 1 0 0,0 0-1 0 0,0 1 1 0 0,0-1-1 0 0,0 1 0 0 0,0-1 1 0 0,0 1-1 0 0,0 0 1 0 0,-1 0-1 0 0,1 0 1 0 0,0 1-1 0 0,-1-1 1 0 0,1 0-1 0 0,-1 1 1 0 0,1 0-1 0 0,2 2 1 0 0,-2 0 91 0 0,0-1 0 0 0,0 1 1 0 0,-1 0-1 0 0,0-1 1 0 0,1 1-1 0 0,-1 0 1 0 0,-1 0-1 0 0,1 1 1 0 0,0-1-1 0 0,-1 0 0 0 0,1 8 1 0 0,3 19 400 0 0,-1-1 1 0 0,-2 1-1 0 0,-3 49 1 0 0,-16 94 52 0 0,13-140-477 0 0,-8 47-40 0 0,-2 25-1385 0 0,10-35-3087 0 0,6-41 495 0 0,4-12-2403 0 0</inkml:trace>
</inkml:ink>
</file>

<file path=ppt/ink/ink2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9:48.2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319 30 2652 0 0,'24'-30'13522'0'0,"-26"41"-12653"0"0,-4 5 33 0 0,-1 0 0 0 0,-1-1 0 0 0,-18 28 1 0 0,7-12-342 0 0,-74 116 707 0 0,-13 25-942 0 0,46-52-2881 0 0,46-79-973 0 0,13-14-4863 0 0</inkml:trace>
</inkml:ink>
</file>

<file path=ppt/ink/ink2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9:48.5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13 2680 0 0,'19'-13'13178'0'0,"-18"15"-13042"0"0,0-1 0 0 0,0 0 0 0 0,0 1 0 0 0,0 0 0 0 0,0-1 0 0 0,0 1 0 0 0,0-1 0 0 0,-1 1 0 0 0,1 0 0 0 0,-1 0 0 0 0,0-1 1 0 0,1 1-1 0 0,-1 0 0 0 0,0 0 0 0 0,0 0 0 0 0,0-1 0 0 0,0 1 0 0 0,0 0 0 0 0,0 0 0 0 0,-1 2 0 0 0,-7 50 1072 0 0,5-42-956 0 0,-26 121 786 0 0,15-75-2109 0 0,-12 111-1 0 0,26-168 649 0 0,-1 22-605 0 0,4-10-1252 0 0</inkml:trace>
</inkml:ink>
</file>

<file path=ppt/ink/ink2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9:49.0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0 136 2892 0 0,'6'-27'4661'0'0,"-4"18"-3504"0"0,0 0 1 0 0,0 0-1 0 0,1 0 1 0 0,0 1-1 0 0,5-12 1 0 0,-6 17-968 0 0,0 0-1 0 0,0 0 1 0 0,1 0-1 0 0,-1 1 1 0 0,1-1-1 0 0,-1 0 1 0 0,1 1 0 0 0,0 0-1 0 0,0-1 1 0 0,0 1-1 0 0,0 1 1 0 0,0-1-1 0 0,1 0 1 0 0,-1 1 0 0 0,1-1-1 0 0,-1 1 1 0 0,6-1-1 0 0,-2 1-96 0 0,0-1 0 0 0,0 2-1 0 0,1-1 1 0 0,-1 1 0 0 0,0 0 0 0 0,0 0-1 0 0,1 1 1 0 0,11 2 0 0 0,-17-2-52 0 0,1-1 0 0 0,-1 1 0 0 0,1 0 0 0 0,-1 0 0 0 0,0 0 1 0 0,1 0-1 0 0,-1 0 0 0 0,0 0 0 0 0,0 1 0 0 0,0-1 0 0 0,0 1 0 0 0,0-1 0 0 0,0 1 1 0 0,0 0-1 0 0,0 0 0 0 0,-1 0 0 0 0,1 0 0 0 0,-1 0 0 0 0,1 0 0 0 0,-1 0 1 0 0,0 1-1 0 0,0-1 0 0 0,0 0 0 0 0,0 1 0 0 0,0-1 0 0 0,-1 1 0 0 0,1-1 0 0 0,-1 1 1 0 0,1-1-1 0 0,-1 5 0 0 0,-1 2 91 0 0,0 0 1 0 0,0 0-1 0 0,-1 1 1 0 0,-1-1-1 0 0,1-1 1 0 0,-1 1-1 0 0,-1 0 1 0 0,0-1-1 0 0,-8 14 1 0 0,-9 22 153 0 0,21-43-242 0 0,-1-1-43 0 0,1 1-1 0 0,0-1 1 0 0,0 1-1 0 0,0-1 1 0 0,0 0-1 0 0,0 1 1 0 0,0-1-1 0 0,0 0 1 0 0,0 1-1 0 0,0-1 1 0 0,0 0-1 0 0,0 1 1 0 0,1-1-1 0 0,-1 0 1 0 0,0 1-1 0 0,0-1 1 0 0,0 0-1 0 0,0 1 1 0 0,0-1 0 0 0,1 0-1 0 0,-1 1 1 0 0,0-1-1 0 0,0 0 1 0 0,0 0-1 0 0,1 1 1 0 0,-1-1-1 0 0,0 0 1 0 0,1 0-1 0 0,-1 1 1 0 0,0-1-1 0 0,0 0 1 0 0,1 0-1 0 0,0 0 1 0 0,-1 0 2 0 0,25-2 0 0 0,50 1 0 0 0,-68 2 24 0 0,1 0 0 0 0,0 0 0 0 0,-1 0 0 0 0,1 1 0 0 0,-1 0 0 0 0,0 1 0 0 0,1 0 0 0 0,-1 0 0 0 0,0 0 0 0 0,-1 1-1 0 0,9 5 1 0 0,-10-5 262 0 0,0 1-1 0 0,0-1 1 0 0,0 1-1 0 0,-1 0 0 0 0,0 0 1 0 0,0 0-1 0 0,0 1 1 0 0,0-1-1 0 0,-1 1 1 0 0,0 0-1 0 0,0 0 1 0 0,-1 0-1 0 0,0 0 0 0 0,0 0 1 0 0,0 1-1 0 0,-1-1 1 0 0,0 1-1 0 0,0-1 1 0 0,0 1-1 0 0,-1 0 0 0 0,0-1 1 0 0,0 1-1 0 0,-1-1 1 0 0,0 1-1 0 0,0-1 1 0 0,0 1-1 0 0,-5 9 0 0 0,3-7-171 0 0,-1 0-1 0 0,0-1 1 0 0,-1 0-1 0 0,1 0 0 0 0,-2 0 1 0 0,1-1-1 0 0,-1 1 0 0 0,0-1 1 0 0,-1-1-1 0 0,0 1 0 0 0,0-1 1 0 0,-9 6-1 0 0,2-3 49 0 0,1-1 0 0 0,-2 0-1 0 0,1-1 1 0 0,-1-1 0 0 0,0 0-1 0 0,-20 5 1 0 0,24-9-1005 0 0,0 0 0 0 0,0 0 1 0 0,0-1-1 0 0,0 0 0 0 0,0-1 0 0 0,0 0 0 0 0,0-1 1 0 0,-14-3-1 0 0,22 4 409 0 0,-1-1-1 0 0,0 0 1 0 0,0 0 0 0 0,1 0 0 0 0,-1-1 0 0 0,1 1-1 0 0,-1-1 1 0 0,1 0 0 0 0,0 1 0 0 0,0-2 0 0 0,0 1-1 0 0,0 0 1 0 0,0-1 0 0 0,0 1 0 0 0,0-1 0 0 0,1 0-1 0 0,-1 0 1 0 0,1 0 0 0 0,0 0 0 0 0,0 0 0 0 0,0 0-1 0 0,0-1 1 0 0,1 1 0 0 0,-1-1 0 0 0,1 1 0 0 0,0-1-1 0 0,-1-4 1 0 0</inkml:trace>
</inkml:ink>
</file>

<file path=ppt/ink/ink2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9:49.3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142 126 1184 0 0,'-142'-17'15936'0'0,"152"9"-15593"0"0,-2 5-270 0 0,0 1-1 0 0,0 0 1 0 0,1 0 0 0 0,12 0 0 0 0,12-4 10 0 0,117-32-1654 0 0,-51 5-6439 0 0,-69 20 2085 0 0</inkml:trace>
</inkml:ink>
</file>

<file path=ppt/ink/ink2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9:49.6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36 1824 0 0,'23'-35'12889'0'0,"-14"62"-8598"0"0,-8-24-4085 0 0,23 230 7039 0 0,-31 114-7250 0 0,0-217-4759 0 0,7-104 923 0 0,5 33 1 0 0,0-43-789 0 0</inkml:trace>
</inkml:ink>
</file>

<file path=ppt/ink/ink2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9:49.8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516 47 2616 0 0,'31'-47'16715'0'0,"-31"51"-15775"0"0,-8 16 140 0 0,-1 0 0 0 0,0-1 0 0 0,-2 0 0 0 0,0 0 0 0 0,-22 27 0 0 0,10-13-460 0 0,-215 285 1817 0 0,79-111-7562 0 0,151-197 3870 0 0,-16 25-2759 0 0,10-10-4690 0 0</inkml:trace>
</inkml:ink>
</file>

<file path=ppt/ink/ink2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9:50.1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23 1988 0 0,'23'-23'18291'0'0,"-22"23"-18090"0"0,0 1 0 0 0,0-1 0 0 0,0 1 0 0 0,-1-1 0 0 0,1 1-1 0 0,0-1 1 0 0,0 1 0 0 0,0 0 0 0 0,0-1 0 0 0,-1 1 0 0 0,1 0 0 0 0,0 0 0 0 0,0 1-1 0 0,3 17 555 0 0,-2 1 0 0 0,-1 0-1 0 0,0 0 1 0 0,-1-1 0 0 0,-1 1-1 0 0,-1 0 1 0 0,-5 20-1 0 0,-39 138-268 0 0,39-157-397 0 0,-17 48-1761 0 0,10-30-2854 0 0,1 1-8894 0 0</inkml:trace>
</inkml:ink>
</file>

<file path=ppt/ink/ink2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9:50.7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321 103 2868 0 0,'17'-85'14692'0'0,"-16"84"-14110"0"0,8-14 928 0 0,-8 14-1212 0 0,10 1-99 0 0,0 1 1 0 0,0 0-1 0 0,0 1 0 0 0,0 0 1 0 0,12 4-1 0 0,-17-4-163 0 0,0 0 0 0 0,-1 0 0 0 0,1 1 0 0 0,-1 0-1 0 0,1 0 1 0 0,-1 0 0 0 0,0 1 0 0 0,-1-1 0 0 0,1 1-1 0 0,-1 0 1 0 0,7 7 0 0 0,-10-9-6 0 0,0 0 0 0 0,1 0 0 0 0,-1 1-1 0 0,0-1 1 0 0,0 0 0 0 0,0 0 0 0 0,0 1 0 0 0,0-1 0 0 0,-1 0 0 0 0,1 1-1 0 0,-1-1 1 0 0,1 1 0 0 0,-1-1 0 0 0,0 1 0 0 0,0-1 0 0 0,0 1 0 0 0,-1 2-1 0 0,0 0 19 0 0,0-1 0 0 0,0 1 0 0 0,-1-1 0 0 0,1 1 0 0 0,-1-1 0 0 0,-1 0 0 0 0,1 1 0 0 0,-4 4 0 0 0,-4 4 116 0 0,-1-1 0 0 0,0 0 0 0 0,0-1 0 0 0,-17 12 0 0 0,18-15-94 0 0,-64 47 3544 0 0,77-55-3571 0 0,10 0-4 0 0,3 0-24 0 0,-1 0 1 0 0,1 1-1 0 0,-1 0 0 0 0,1 1 1 0 0,-1 1-1 0 0,16 5 0 0 0,-19-3 216 0 0,0 0 0 0 0,0 1 0 0 0,-1 0 0 0 0,0 1-1 0 0,0 1 1 0 0,0 0 0 0 0,-1 0 0 0 0,-1 1-1 0 0,1 0 1 0 0,-1 0 0 0 0,8 13 0 0 0,-14-18-150 0 0,0 0 0 0 0,0 0 0 0 0,-1 0 0 0 0,0 0 1 0 0,0 0-1 0 0,0 1 0 0 0,0-1 0 0 0,0 1 0 0 0,-1-1 0 0 0,0 1 0 0 0,0-1 1 0 0,0 1-1 0 0,-1 0 0 0 0,0 0 0 0 0,0-1 0 0 0,0 1 0 0 0,0 0 1 0 0,0 0-1 0 0,-1-1 0 0 0,0 1 0 0 0,0 0 0 0 0,-1-1 0 0 0,1 1 0 0 0,-1-1 1 0 0,0 1-1 0 0,0-1 0 0 0,0 0 0 0 0,-1 0 0 0 0,0 0 0 0 0,1 0 1 0 0,-1 0-1 0 0,-1-1 0 0 0,-3 4 0 0 0,-3 2-283 0 0,0 0 0 0 0,-1-2 0 0 0,0 1 0 0 0,-1-1 0 0 0,0-1 0 0 0,0 0 0 0 0,0-1 0 0 0,0 0 0 0 0,-1-1 0 0 0,0 0 0 0 0,0-1 0 0 0,0 0 0 0 0,-25 1 0 0 0,-3-2-904 0 0,1-2-1 0 0,-1-1 1 0 0,-51-9 0 0 0,-33-12-10213 0 0,60 5-472 0 0</inkml:trace>
</inkml:ink>
</file>

<file path=ppt/ink/ink2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9:53.0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54 221 1100 0 0,'1'-2'1449'0'0,"18"-40"5546"0"0,-13 27-2836 0 0,-13 117-4131 0 0,2-54-9 0 0,5-46-8 0 0,-1 32 900 0 0,0 74-736 0 0,1 108-127 0 0,8 0 1684 0 0,-9-219-1638 0 0,-5-70-51 0 0,3 1 1 0 0,4-1-1 0 0,2 1 1 0 0,4-1-1 0 0,2 1 0 0 0,26-94 1 0 0,-25 132-63 0 0,1 0 0 0 0,26-50 0 0 0,-32 73 7 0 0,1 0 1 0 0,0 1-1 0 0,1 0 1 0 0,0 0-1 0 0,1 1 1 0 0,0 0-1 0 0,0 0 1 0 0,1 1-1 0 0,0 0 1 0 0,0 0-1 0 0,14-7 1 0 0,-19 12 11 0 0,0 2 1 0 0,0-1-1 0 0,0 0 1 0 0,0 1 0 0 0,0 0-1 0 0,0 0 1 0 0,1 0 0 0 0,-1 0-1 0 0,0 0 1 0 0,1 1 0 0 0,-1 0-1 0 0,0 0 1 0 0,1 0 0 0 0,-1 1-1 0 0,0 0 1 0 0,0-1-1 0 0,1 1 1 0 0,-1 1 0 0 0,0-1-1 0 0,0 0 1 0 0,0 1 0 0 0,0 0-1 0 0,-1 0 1 0 0,1 0 0 0 0,0 1-1 0 0,-1-1 1 0 0,1 1-1 0 0,-1 0 1 0 0,0 0 0 0 0,0 0-1 0 0,0 0 1 0 0,0 1 0 0 0,-1-1-1 0 0,1 1 1 0 0,-1-1 0 0 0,0 1-1 0 0,0 0 1 0 0,0 0 0 0 0,-1 0-1 0 0,1 0 1 0 0,-1 0-1 0 0,0 0 1 0 0,0 1 0 0 0,-1-1-1 0 0,1 0 1 0 0,-1 0 0 0 0,0 1-1 0 0,0-1 1 0 0,0 0 0 0 0,-2 9-1 0 0,-2 9 2 0 0,-2-1 0 0 0,0 0-1 0 0,-1 0 1 0 0,-1-1-1 0 0,-1 1 1 0 0,-1-2 0 0 0,-1 1-1 0 0,-16 21 1 0 0,3-9 2 0 0,-1 0 0 0 0,-1-2 0 0 0,-50 44 0 0 0,65-63-3 0 0,-1-1 0 0 0,0-1 0 0 0,-1 0 0 0 0,0 0 0 0 0,0-1-1 0 0,-1-1 1 0 0,0 0 0 0 0,0-1 0 0 0,-27 8 0 0 0,38-14-3 0 0,-1 0 6 0 0,-10 0-3 0 0,14 0-2 0 0,-1 0 1 0 0,1 0 0 0 0,-1 0-1 0 0,1 0 1 0 0,0 0-1 0 0,-1 0 1 0 0,1 0 0 0 0,-1 0-1 0 0,1 0 1 0 0,-1-1-1 0 0,1 1 1 0 0,-1 0 0 0 0,1 0-1 0 0,0-1 1 0 0,-1 1-1 0 0,1 0 1 0 0,-1 0 0 0 0,1-1-1 0 0,0 1 1 0 0,-1 0-1 0 0,1-1 1 0 0,0 1-1 0 0,0-1 1 0 0,-1 1 0 0 0,1 0-1 0 0,0-1 1 0 0,0 1-1 0 0,-1-1 1 0 0,1 1 0 0 0,0-1-1 0 0,1 0 1 0 0,-1 0-1 0 0,1 0 0 0 0,0 0 1 0 0,0 0-1 0 0,0 0 0 0 0,-1 0 1 0 0,1 1-1 0 0,0-1 0 0 0,0 0 1 0 0,0 1-1 0 0,0-1 1 0 0,0 1-1 0 0,0-1 0 0 0,1 1 1 0 0,-1-1-1 0 0,0 1 0 0 0,0 0 1 0 0,0-1-1 0 0,0 1 0 0 0,0 0 1 0 0,1 0-1 0 0,-1 0 1 0 0,0 0-1 0 0,0 0 0 0 0,0 0 1 0 0,1 0-1 0 0,-1 1 0 0 0,0-1 1 0 0,0 0-1 0 0,2 1 0 0 0,-1 0 4 0 0,12 3-4 0 0,0 0-1 0 0,0 1 1 0 0,0 1 0 0 0,-1 1 0 0 0,0 0-1 0 0,0 0 1 0 0,-1 1 0 0 0,0 1 0 0 0,20 18 0 0 0,4 9 43 0 0,49 63 0 0 0,-18-18-2971 0 0,-49-61-550 0 0,37 31 0 0 0,-32-34-1177 0 0</inkml:trace>
</inkml:ink>
</file>

<file path=ppt/ink/ink2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9:53.4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74 2512 0 0,'-16'-41'9778'0'0,"10"26"-7802"0"0,5 13-1530 0 0,1 2-397 0 0,0-1 0 0 0,0 1-1 0 0,0-1 1 0 0,0 0 0 0 0,0 1 0 0 0,0-1 0 0 0,0 1-1 0 0,0-1 1 0 0,1 0 0 0 0,-1 1 0 0 0,0-1 0 0 0,0 1 0 0 0,0-1-1 0 0,1 1 1 0 0,-1-1 0 0 0,0 0 0 0 0,1 1 0 0 0,-1-1-1 0 0,0 1 1 0 0,1 0 0 0 0,-1-1 0 0 0,1 1 0 0 0,-1-1-1 0 0,1 1 1 0 0,-1 0 0 0 0,1-1 0 0 0,0 0 0 0 0,0 1-13 0 0,1 0 1 0 0,-1 0 0 0 0,0 0-1 0 0,0 0 1 0 0,1 0 0 0 0,-1 0 0 0 0,0 0-1 0 0,0 0 1 0 0,1 0 0 0 0,-1 0-1 0 0,0 1 1 0 0,0-1 0 0 0,2 1-1 0 0,1 1 5 0 0,1 0 1 0 0,0 1-1 0 0,-1-1 0 0 0,0 1 0 0 0,1 0 0 0 0,5 6 0 0 0,-7-6 21 0 0,0 1 0 0 0,1 0-1 0 0,-1 0 1 0 0,-1 0 0 0 0,1 0 0 0 0,-1 0-1 0 0,1 1 1 0 0,-1-1 0 0 0,-1 1-1 0 0,1 0 1 0 0,-1 0 0 0 0,1-1 0 0 0,0 8-1 0 0,-2-4 85 0 0,1 1-1 0 0,-1-1 1 0 0,-1 1-1 0 0,0 0 0 0 0,0-1 1 0 0,0 0-1 0 0,-4 10 1 0 0,-3 6 360 0 0,-1 0 0 0 0,-2-1 0 0 0,0 0 0 0 0,-18 26 1 0 0,3-9 165 0 0,13-21-241 0 0,-20 37 0 0 0,33-55-428 0 0,-1-1-1 0 0,1 0 1 0 0,0 1 0 0 0,0-1 0 0 0,0 0 0 0 0,0 1-1 0 0,0-1 1 0 0,-1 0 0 0 0,1 1 0 0 0,0-1 0 0 0,0 0 0 0 0,0 1-1 0 0,0-1 1 0 0,0 0 0 0 0,0 1 0 0 0,0-1 0 0 0,0 1-1 0 0,0-1 1 0 0,0 0 0 0 0,0 1 0 0 0,0-1 0 0 0,1 0-1 0 0,-1 1 1 0 0,0-1 0 0 0,0 0 0 0 0,0 1 0 0 0,0-1-1 0 0,1 0 1 0 0,-1 1 0 0 0,0-1 0 0 0,0 0 0 0 0,1 0 0 0 0,-1 1-1 0 0,0-1 1 0 0,1 1 0 0 0,17 1 53 0 0,14-5-36 0 0,0-1-1 0 0,43-12 1 0 0,69-26-22 0 0,-49 13 5 0 0,-19 8-54 0 0,143-44-463 0 0,-208 61-788 0 0</inkml:trace>
</inkml:ink>
</file>

<file path=ppt/ink/ink2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9:54.7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96 1464 0 0,'49'-90'15283'0'0,"-45"87"-14404"0"0,-2 0-236 0 0,3 9-566 0 0,-3 2 192 0 0,1-1 0 0 0,-1 1 0 0 0,0 0 0 0 0,1 15 0 0 0,0-1 106 0 0,26 205 1730 0 0,-18-127-1688 0 0,-3-6-205 0 0,5 35-356 0 0,-9-105-1682 0 0,11 35 0 0 0,-4-33-1510 0 0,-1-10-2405 0 0</inkml:trace>
</inkml:ink>
</file>

<file path=ppt/ink/ink2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9:55.2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0 120 764 0 0,'26'-118'16244'0'0,"-26"117"-15826"0"0,18 115 3205 0 0,2 245-5042 0 0,-13-300-2142 0 0,1-22-3710 0 0</inkml:trace>
</inkml:ink>
</file>

<file path=ppt/ink/ink2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9:55.5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346 55 2028 0 0,'5'-19'4931'0'0,"-3"14"-3260"0"0,-1 1-1 0 0,1-1 1 0 0,-1 0 0 0 0,-1 1 0 0 0,1-8 0 0 0,-17 26 114 0 0,-74 109 1033 0 0,-46 68-1143 0 0,111-152-2972 0 0,2 2 1 0 0,2 0-1 0 0,-16 44 1 0 0,30-58-1980 0 0,5-10-2108 0 0</inkml:trace>
</inkml:ink>
</file>

<file path=ppt/ink/ink2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9:56.1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81 2836 0 0,'-2'-1'4777'0'0,"-32"-10"7296"0"0,34 11-12028 0 0,0 0 0 0 0,0-1 1 0 0,0 1-1 0 0,0 0 0 0 0,0 0 0 0 0,0 0 0 0 0,-1-1 0 0 0,1 1 0 0 0,0 0 0 0 0,0 0 0 0 0,0 0 0 0 0,0-1 0 0 0,0 1 0 0 0,0 0 0 0 0,1 0 0 0 0,-1 0 0 0 0,0-1 0 0 0,0 1 0 0 0,0 0 0 0 0,0 0 0 0 0,0 0 0 0 0,0-1 0 0 0,0 1 0 0 0,0 0 0 0 0,0 0 0 0 0,1 0 0 0 0,-1 0 0 0 0,0-1 1 0 0,0 1-1 0 0,0 0 0 0 0,0 0 0 0 0,0 0 0 0 0,1 0 0 0 0,-1 0 0 0 0,0 0 0 0 0,0-1 0 0 0,0 1 0 0 0,1 0 0 0 0,-1 0 0 0 0,0 0 0 0 0,0 0 0 0 0,0 0 0 0 0,1 0 0 0 0,-1 0 0 0 0,0 0 0 0 0,0 0 0 0 0,0 0 0 0 0,1 0 0 0 0,24-10 349 0 0,1 2-1 0 0,51-10 0 0 0,58 0-150 0 0,-90 12-208 0 0,-31 5 31 0 0,-1 1-1 0 0,1 0 0 0 0,18 3 1 0 0,-30-3 22 0 0,0 1 0 0 0,-1-1 0 0 0,1 1 1 0 0,-1 0-1 0 0,1 0 0 0 0,-1 0 0 0 0,1 0 0 0 0,-1 0 0 0 0,1 0 1 0 0,-1 0-1 0 0,0 0 0 0 0,0 0 0 0 0,0 1 0 0 0,1-1 0 0 0,-1 1 1 0 0,-1-1-1 0 0,1 0 0 0 0,0 1 0 0 0,0 0 0 0 0,0-1 0 0 0,-1 1 1 0 0,1-1-1 0 0,-1 1 0 0 0,1 0 0 0 0,-1 0 0 0 0,0-1 0 0 0,0 1 1 0 0,0 2-1 0 0,1 6 487 0 0,0-1 1 0 0,-1 1 0 0 0,-2 15 0 0 0,-8 36 286 0 0,-4 0 1 0 0,-26 76 0 0 0,-17 73 843 0 0,56-206-1706 0 0,-6 25 0 0 0,-6 35-5864 0 0,13-54 2501 0 0</inkml:trace>
</inkml:ink>
</file>

<file path=ppt/ink/ink2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9:57.5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50 1480 0 0,'30'-49'9618'0'0,"-29"48"-9545"0"0,-1 1 0 0 0,1 0-1 0 0,-1 0 1 0 0,1 0-1 0 0,-1 0 1 0 0,1 0 0 0 0,-1 0-1 0 0,1 0 1 0 0,-1 0 0 0 0,1 1-1 0 0,-1-1 1 0 0,1 0-1 0 0,-1 0 1 0 0,1 0 0 0 0,-1 0-1 0 0,1 1 1 0 0,-1-1 0 0 0,1 0-1 0 0,-1 0 1 0 0,0 1-1 0 0,1-1 1 0 0,-1 0 0 0 0,1 1-1 0 0,-1-1 1 0 0,0 1 0 0 0,1 0-1 0 0,6 33 1680 0 0,-1 0-1 0 0,1 45 1 0 0,-4 76 1013 0 0,-2-63-1437 0 0,4 57-24 0 0,0 119-75 0 0,-1-189-799 0 0,-4-77-388 0 0,0 0-9 0 0,0 6-20 0 0,0-5-89 0 0</inkml:trace>
</inkml:ink>
</file>

<file path=ppt/ink/ink2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9:58.4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117 161 1212 0 0,'2'-46'8038'0'0,"-2"29"-5408"0"0,-11 27-2340 0 0,6-3-192 0 0,1 0 1 0 0,1 0-1 0 0,-1 1 1 0 0,1-1-1 0 0,0 1 1 0 0,-2 11-1 0 0,-1 0 124 0 0,-50 183 1636 0 0,49-169-1607 0 0,2 0-1 0 0,1 1 1 0 0,1-1 0 0 0,3 43-1 0 0,1-68-200 0 0,0-1 0 0 0,0 1 0 0 0,0-1-1 0 0,1 1 1 0 0,0-1 0 0 0,0 0 0 0 0,1 1 0 0 0,0-1-1 0 0,1-1 1 0 0,-1 1 0 0 0,1 0 0 0 0,0-1 0 0 0,1 0-1 0 0,7 9 1 0 0,-7-11 11 0 0,0 1 0 0 0,1-1 0 0 0,-1 0 0 0 0,1-1 0 0 0,0 1-1 0 0,0-1 1 0 0,0 0 0 0 0,0 0 0 0 0,0-1 0 0 0,1 0 0 0 0,-1 0 0 0 0,1 0 0 0 0,0-1 0 0 0,-1 0 0 0 0,1-1-1 0 0,10 1 1 0 0,0-2 62 0 0,0 0 0 0 0,1-1 0 0 0,-1-1 0 0 0,0 0 0 0 0,0-2 0 0 0,-1 0-1 0 0,1 0 1 0 0,-1-2 0 0 0,0 0 0 0 0,-1-1 0 0 0,0 0 0 0 0,18-14 0 0 0,-22 14-32 0 0,0-1 1 0 0,0 0 0 0 0,-1 0 0 0 0,-1-1 0 0 0,1-1 0 0 0,-2 0 0 0 0,0 0 0 0 0,0 0 0 0 0,-1-1 0 0 0,0 0 0 0 0,-1-1 0 0 0,0 1 0 0 0,-1-1 0 0 0,-1-1 0 0 0,6-23 0 0 0,-7 15-28 0 0,-1 0 1 0 0,-1 0 0 0 0,0-1 0 0 0,-2 1 0 0 0,-1 0-1 0 0,0-1 1 0 0,-2 1 0 0 0,0 0 0 0 0,-9-23 0 0 0,8 30-52 0 0,-1 0 0 0 0,0 0 1 0 0,-1 0-1 0 0,-1 1 0 0 0,0 0 1 0 0,-1 1-1 0 0,-1 0 0 0 0,0 0 1 0 0,0 1-1 0 0,-2 0 0 0 0,1 1 1 0 0,-1 0-1 0 0,-19-12 0 0 0,22 17-137 0 0,-1 1-1 0 0,0 0 0 0 0,0 1 0 0 0,0 0 1 0 0,-1 0-1 0 0,1 1 0 0 0,-1 0 1 0 0,-12-1-1 0 0,18 4-179 0 0,0-1 0 0 0,0 1 0 0 0,0 0 0 0 0,0 1 0 0 0,1-1 0 0 0,-1 1 0 0 0,0 0 0 0 0,0 0 0 0 0,-5 2 0 0 0,7-1-75 0 0,0-1-1 0 0,1 0 1 0 0,-1 1 0 0 0,1 0 0 0 0,-1-1-1 0 0,1 1 1 0 0,0 0 0 0 0,0 0 0 0 0,0 0-1 0 0,0 0 1 0 0,0 1 0 0 0,0-1 0 0 0,1 1-1 0 0,-1-1 1 0 0,1 1 0 0 0,-2 3 0 0 0,0 4-3291 0 0</inkml:trace>
</inkml:ink>
</file>

<file path=ppt/ink/ink2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9:59.2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41 2532 0 0,'-14'17'13712'0'0,"11"-10"-12227"0"0,11-5-1234 0 0,0 0 0 0 0,0-1 1 0 0,1 0-1 0 0,-1 0 0 0 0,1-1 0 0 0,-1 0 1 0 0,0 0-1 0 0,14-3 0 0 0,-6 2-101 0 0,225-31 698 0 0,-138 16-70 0 0,-50 7 268 0 0,-51 9-923 0 0,1-1-49 0 0,7-1 6 0 0,-7 1-63 0 0,10-5-791 0 0</inkml:trace>
</inkml:ink>
</file>

<file path=ppt/ink/ink2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9:59.4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73 1596 0 0,'47'-73'17944'0'0,"-42"79"-17775"0"0,0 3 328 0 0,-1 0 0 0 0,0 0 0 0 0,-1 1 0 0 0,0-1 0 0 0,0 1 0 0 0,-1 0 0 0 0,-1-1 0 0 0,2 15 0 0 0,0-3-45 0 0,3 40-183 0 0,-3 0 0 0 0,-7 91 0 0 0,1-22-7470 0 0,5-101 2935 0 0,1-16-653 0 0</inkml:trace>
</inkml:ink>
</file>

<file path=ppt/ink/ink2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19:59.6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342 41 2920 0 0,'26'-41'16997'0'0,"-28"48"-16847"0"0,-3 6 1200 0 0,-1-1 1 0 0,-14 23 0 0 0,-41 48 341 0 0,55-76-1585 0 0,-62 75 212 0 0,-51 66 31 0 0,51-44-6037 0 0,65-99 4431 0 0,-6 12-458 0 0</inkml:trace>
</inkml:ink>
</file>

<file path=ppt/ink/ink2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0:00.1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81 3212 0 0,'-9'-23'10686'0'0,"9"23"-10681"0"0,-1-1 372 0 0,0-1-1 0 0,1 0 0 0 0,0 1 1 0 0,-1-1-1 0 0,1 0 1 0 0,0 1-1 0 0,0-1 1 0 0,0 1-1 0 0,0-1 1 0 0,0 0-1 0 0,0 0 1 0 0,0 1-1 0 0,0-1 1 0 0,1 1-1 0 0,-1-1 0 0 0,1-2 1 0 0,0 3-358 0 0,0 1 0 0 0,-1-1 0 0 0,1 0 0 0 0,0 0 0 0 0,-1 1 0 0 0,1-1 0 0 0,0 0 0 0 0,0 1 0 0 0,0-1 0 0 0,0 1 0 0 0,0-1 0 0 0,-1 1 0 0 0,1-1 1 0 0,2 1-1 0 0,9-5 79 0 0,1 2 1 0 0,0 0 0 0 0,0 0-1 0 0,0 1 1 0 0,0 1 0 0 0,1 0-1 0 0,-1 1 1 0 0,0 0 0 0 0,1 1-1 0 0,-1 0 1 0 0,0 1 0 0 0,17 5-1 0 0,-26-5 29 0 0,1 0 1 0 0,-1 0-1 0 0,1 0 0 0 0,-1 1 0 0 0,0-1 0 0 0,0 1 0 0 0,0 0 0 0 0,-1 0 0 0 0,1 1 1 0 0,-1-1-1 0 0,1 1 0 0 0,-1 0 0 0 0,0 0 0 0 0,-1 0 0 0 0,1 0 0 0 0,-1 0 0 0 0,1 0 1 0 0,-1 1-1 0 0,-1-1 0 0 0,1 1 0 0 0,-1-1 0 0 0,1 1 0 0 0,0 5 0 0 0,-1 5 423 0 0,1 1 0 0 0,-2-1 0 0 0,0 0 0 0 0,0 1 0 0 0,-2-1 0 0 0,-4 23 0 0 0,-28 88 1394 0 0,32-120-1889 0 0,-37 101 1176 0 0,7-26-2937 0 0,16-26-7121 0 0</inkml:trace>
</inkml:ink>
</file>

<file path=ppt/ink/ink2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0:01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202 209 1276 0 0,'17'-34'9271'0'0,"-17"32"-8304"0"0,0 2-932 0 0,0-1 0 0 0,0 1-1 0 0,0 0 1 0 0,0 0 0 0 0,0 0 0 0 0,0 0 0 0 0,0-1-1 0 0,0 1 1 0 0,0 0 0 0 0,0 0 0 0 0,0 0 0 0 0,0-1 0 0 0,0 1-1 0 0,0 0 1 0 0,0 0 0 0 0,0 0 0 0 0,0 0 0 0 0,0-1-1 0 0,0 1 1 0 0,0 0 0 0 0,-1 0 0 0 0,1 0 0 0 0,0 0 0 0 0,0 0-1 0 0,0-1 1 0 0,0 1 0 0 0,0 0 0 0 0,0 0 0 0 0,0 0-1 0 0,-1 0 1 0 0,1 0 0 0 0,0 0 0 0 0,0 0 0 0 0,0-1 0 0 0,0 1-1 0 0,-1 0 1 0 0,1 0 0 0 0,0 0 0 0 0,0 0 0 0 0,0 0-1 0 0,0 0 1 0 0,-1 0 0 0 0,1 0 0 0 0,-4 2 48 0 0,1-1 1 0 0,-1 1-1 0 0,1 0 0 0 0,-1 0 1 0 0,1 0-1 0 0,0 0 0 0 0,0 1 1 0 0,0-1-1 0 0,0 1 0 0 0,0 0 1 0 0,0 0-1 0 0,-3 5 0 0 0,-31 48 679 0 0,27-39-522 0 0,-9 11-11 0 0,3 1 1 0 0,0 1-1 0 0,2 1 0 0 0,1 0 1 0 0,1 0-1 0 0,2 1 1 0 0,-10 51-1 0 0,19-74-188 0 0,0 1 0 0 0,0-1 0 0 0,1 1 1 0 0,1-1-1 0 0,-1 1 0 0 0,1-1 0 0 0,1 1 0 0 0,0-1 0 0 0,4 13 0 0 0,-4-18-11 0 0,0 0 0 0 0,0 1 1 0 0,0-1-1 0 0,0 0 0 0 0,1 0 0 0 0,0 0 0 0 0,0 0 0 0 0,0-1 1 0 0,0 1-1 0 0,0-1 0 0 0,1 1 0 0 0,0-1 0 0 0,-1-1 1 0 0,1 1-1 0 0,0 0 0 0 0,0-1 0 0 0,1 0 0 0 0,-1 0 1 0 0,0 0-1 0 0,7 2 0 0 0,2-2 68 0 0,0 0 0 0 0,0 0 0 0 0,0-1 0 0 0,0-1 0 0 0,0 0 0 0 0,0 0 0 0 0,0-2 0 0 0,0 0 0 0 0,0 0 0 0 0,-1-1 0 0 0,1-1 0 0 0,18-7 0 0 0,-13 4 50 0 0,-1-1-1 0 0,0-1 1 0 0,0 0-1 0 0,-1-2 1 0 0,0 0 0 0 0,-1 0-1 0 0,27-28 1 0 0,-27 22-52 0 0,0-1-1 0 0,-2-1 1 0 0,0 0 0 0 0,-1-1 0 0 0,-1 0-1 0 0,-1-1 1 0 0,-1 0 0 0 0,7-23 0 0 0,-8 15-33 0 0,-1 0 1 0 0,-1-1-1 0 0,-1 1 1 0 0,-2-1-1 0 0,0-52 1 0 0,-4 67-45 0 0,0 0 0 0 0,-1 0 0 0 0,0 1 0 0 0,-1-1 0 0 0,-1 1 0 0 0,-8-21 0 0 0,10 30-64 0 0,0 1 0 0 0,0-1 0 0 0,0 1 0 0 0,-1 0 0 0 0,1 0 0 0 0,-1 0 0 0 0,0 0 0 0 0,0 0 0 0 0,0 1 0 0 0,-1-1 0 0 0,1 1 0 0 0,-1 0 0 0 0,0 0 0 0 0,0 0 0 0 0,0 1 0 0 0,0-1 0 0 0,-1 1 0 0 0,1 0 0 0 0,0 0 0 0 0,-1 1 0 0 0,0-1 0 0 0,-8-1 0 0 0,10 3-154 0 0,0 0 1 0 0,0 0 0 0 0,0 0 0 0 0,1 1 0 0 0,-1-1 0 0 0,0 1 0 0 0,0 0-1 0 0,0-1 1 0 0,1 1 0 0 0,-1 0 0 0 0,0 1 0 0 0,1-1 0 0 0,-1 0 0 0 0,1 1-1 0 0,-1 0 1 0 0,1-1 0 0 0,0 1 0 0 0,0 0 0 0 0,0 0 0 0 0,0 0 0 0 0,0 0-1 0 0,-3 5 1 0 0,3-4-323 0 0,0 0 0 0 0,0 1 0 0 0,0-1 0 0 0,1 0-1 0 0,0 0 1 0 0,-1 1 0 0 0,1-1 0 0 0,0 1 0 0 0,1-1-1 0 0,-1 1 1 0 0,0-1 0 0 0,1 1 0 0 0,0-1 0 0 0,0 1 0 0 0,0 0-1 0 0,0-1 1 0 0,2 5 0 0 0,4 9-3943 0 0</inkml:trace>
</inkml:ink>
</file>

<file path=ppt/ink/ink2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0:01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86 1408 0 0,'59'-70'12261'0'0,"-55"66"-11633"0"0,11-8 3788 0 0,-15 13-4350 0 0,1-1 1 0 0,0 0-1 0 0,-1 0 0 0 0,1 1 1 0 0,-1-1-1 0 0,1 0 0 0 0,-1 1 1 0 0,1-1-1 0 0,0 1 1 0 0,-1-1-1 0 0,0 0 0 0 0,1 1 1 0 0,-1-1-1 0 0,1 1 0 0 0,-1 0 1 0 0,0-1-1 0 0,1 1 0 0 0,-1-1 1 0 0,0 1-1 0 0,1-1 0 0 0,-1 1 1 0 0,0 0-1 0 0,0-1 0 0 0,0 1 1 0 0,1 0-1 0 0,-1-1 1 0 0,0 1-1 0 0,0 1 0 0 0,6 25 642 0 0,-2 1-1 0 0,0 0 0 0 0,-2 0 1 0 0,-1 1-1 0 0,-3 28 1 0 0,1-3-392 0 0,-3 33-357 0 0,-1 29-1767 0 0,6-103 700 0 0,0 1 1 0 0,0-1 0 0 0,2 1 0 0 0,-1-1 0 0 0,2 0-1 0 0,5 15 1 0 0,-8-26 599 0 0,0 1 1 0 0,0-1-1 0 0,0 0 0 0 0,1 0 1 0 0,-1 0-1 0 0,1 0 0 0 0,-1 0 1 0 0,1 0-1 0 0,0 0 0 0 0,0-1 1 0 0,0 1-1 0 0,0-1 0 0 0,0 1 1 0 0,0-1-1 0 0,3 2 0 0 0,8 1-4563 0 0</inkml:trace>
</inkml:ink>
</file>

<file path=ppt/ink/ink2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0:02.0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566 55 1428 0 0,'8'-12'2354'0'0,"16"-30"9726"0"0,-173 224-5963 0 0,-68 96-4448 0 0,194-249-1429 0 0,-109 156-259 0 0,109-147-4035 0 0,-25 56 0 0 0,42-72-2846 0 0</inkml:trace>
</inkml:ink>
</file>

<file path=ppt/ink/ink2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0:02.5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97 1648 0 0,'30'-35'13267'0'0,"-5"4"-2631"0"0,-16 27-10508 0 0,0 1 1 0 0,1-1-1 0 0,-1 1 1 0 0,1 1-1 0 0,-1 0 1 0 0,19-2-1 0 0,23-1-23 0 0,0 2-1 0 0,88 5 1 0 0,-134-2-69 0 0,-1 1 1 0 0,1-1-1 0 0,-1 1 0 0 0,0 0 1 0 0,1 1-1 0 0,-1-1 1 0 0,0 1-1 0 0,0 0 0 0 0,4 2 1 0 0,-6-2 72 0 0,0-1 0 0 0,0 1 1 0 0,0-1-1 0 0,0 1 0 0 0,0 0 1 0 0,0 0-1 0 0,-1 0 1 0 0,1 0-1 0 0,-1 0 0 0 0,0 0 1 0 0,1 0-1 0 0,-1 0 0 0 0,0 1 1 0 0,0-1-1 0 0,0 1 0 0 0,-1-1 1 0 0,1 0-1 0 0,0 5 0 0 0,0 10 89 0 0,0 0 0 0 0,-2 0 0 0 0,0 0 0 0 0,-1 0 0 0 0,0-1 0 0 0,-1 1 0 0 0,-1-1 0 0 0,-11 28 0 0 0,-7 11 668 0 0,-33 57 0 0 0,42-87-818 0 0,-113 204-48 0 0,119-218 0 0 0,1 1 0 0 0,0-3 0 0 0,1-1 0 0 0,2-1-77 0 0,2-6-560 0 0,-3 4-1169 0 0</inkml:trace>
</inkml:ink>
</file>

<file path=ppt/ink/ink2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0:02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6 4340 0 0,'-10'-6'16622'0'0</inkml:trace>
</inkml:ink>
</file>

<file path=ppt/ink/ink2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0:05.5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13 640 0 0,'6'-13'10421'0'0,"-7"20"-8271"0"0,-1 12-1491 0 0,-7 216 2937 0 0,3-125-3463 0 0,9 153 0 0 0,10-172-2848 0 0,0-32-4255 0 0,-9-42 1327 0 0</inkml:trace>
</inkml:ink>
</file>

<file path=ppt/ink/ink2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0:06.0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4 250 1676 0 0,'-1'-6'512'0'0,"0"0"0"0"0,0-1 0 0 0,1 1 0 0 0,-1 0 0 0 0,2-1 0 0 0,-1 1-1 0 0,1 0 1 0 0,0-1 0 0 0,0 1 0 0 0,1 0 0 0 0,0 0 0 0 0,0 0 0 0 0,5-11 0 0 0,-2 9-225 0 0,0 0 0 0 0,0 0 0 0 0,1 0 1 0 0,0 1-1 0 0,1 0 0 0 0,-1 1 1 0 0,1-1-1 0 0,13-8 0 0 0,-3 4-39 0 0,0 1-1 0 0,1 0 1 0 0,0 2-1 0 0,1 0 0 0 0,-1 1 1 0 0,2 0-1 0 0,-1 2 1 0 0,25-4-1 0 0,-37 8-170 0 0,0 0 0 0 0,0 1 0 0 0,0-1 0 0 0,0 1 0 0 0,1 1-1 0 0,-1-1 1 0 0,0 1 0 0 0,0 1 0 0 0,0-1 0 0 0,0 1 0 0 0,6 3 0 0 0,-10-4-37 0 0,0 1 1 0 0,0 0-1 0 0,0-1 1 0 0,0 1-1 0 0,-1 0 1 0 0,1 0-1 0 0,-1 1 1 0 0,0-1-1 0 0,1 0 0 0 0,-1 1 1 0 0,0 0-1 0 0,0-1 1 0 0,-1 1-1 0 0,1 0 1 0 0,-1 0-1 0 0,1 0 1 0 0,-1 0-1 0 0,0 0 1 0 0,0 0-1 0 0,0 0 1 0 0,0 0-1 0 0,-1 1 1 0 0,1-1-1 0 0,-1 0 1 0 0,0 7-1 0 0,-1 2 12 0 0,0 0 0 0 0,-1 0-1 0 0,0 0 1 0 0,-1 0 0 0 0,0-1-1 0 0,-1 1 1 0 0,-6 14 0 0 0,-44 74 95 0 0,49-90-130 0 0,-15 21 98 0 0,-1-1 0 0 0,-2-1-1 0 0,0-1 1 0 0,-2 0 0 0 0,-1-2-1 0 0,-47 35 1 0 0,70-59-62 0 0,0 0 0 0 0,0-1-1 0 0,0 1 1 0 0,-1-1 0 0 0,1 0 0 0 0,0 0 0 0 0,-1 0 0 0 0,1-1 0 0 0,-1 1-1 0 0,-6-1 1 0 0,8 0 33 0 0,2 0-86 0 0,0-1 0 0 0,0 1 1 0 0,1-1-1 0 0,-1 1 1 0 0,1-1-1 0 0,-1 1 0 0 0,0-1 1 0 0,1 1-1 0 0,-1-1 1 0 0,1 1-1 0 0,-1 0 0 0 0,1-1 1 0 0,-1 1-1 0 0,1 0 0 0 0,-1 0 1 0 0,1-1-1 0 0,-1 1 1 0 0,1 0-1 0 0,0 0 0 0 0,-1 0 1 0 0,1-1-1 0 0,-1 1 1 0 0,1 0-1 0 0,-1 0 0 0 0,1 0 1 0 0,0 0-1 0 0,-1 0 1 0 0,1 0-1 0 0,-1 1 0 0 0,1-1 1 0 0,0 0-1 0 0,-1 0 1 0 0,1 0-1 0 0,-1 0 0 0 0,1 1 1 0 0,0-1-1 0 0,25 11 2 0 0,-22-9 1 0 0,25 13 42 0 0,-1 1-1 0 0,-1 1 1 0 0,0 2 0 0 0,-2 0-1 0 0,0 2 1 0 0,41 44-1 0 0,26 46-2272 0 0,-11 5-5612 0 0,-64-89 2303 0 0</inkml:trace>
</inkml:ink>
</file>

<file path=ppt/ink/ink2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0:06.4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99 2680 0 0,'-1'-17'4294'0'0,"0"11"-3178"0"0,1 0 0 0 0,0 0 1 0 0,0 0-1 0 0,2-9 0 0 0,-2 13-1009 0 0,1 0 1 0 0,-1 0-1 0 0,1 0 0 0 0,0 0 0 0 0,0 1 0 0 0,0-1 0 0 0,0 0 0 0 0,0 0 0 0 0,0 1 0 0 0,0-1 0 0 0,0 1 0 0 0,1-1 0 0 0,-1 1 1 0 0,1-1-1 0 0,-1 1 0 0 0,1 0 0 0 0,-1 0 0 0 0,3-2 0 0 0,-1 2-47 0 0,0-1-1 0 0,0 1 0 0 0,0 0 1 0 0,1-1-1 0 0,-1 1 1 0 0,0 1-1 0 0,0-1 1 0 0,1 0-1 0 0,-1 1 1 0 0,0 0-1 0 0,0 0 1 0 0,1 0-1 0 0,-1 0 1 0 0,0 0-1 0 0,1 1 1 0 0,-1 0-1 0 0,0-1 1 0 0,0 1-1 0 0,1 0 1 0 0,-1 0-1 0 0,0 1 1 0 0,0-1-1 0 0,0 1 1 0 0,0 0-1 0 0,-1-1 1 0 0,1 1-1 0 0,2 3 1 0 0,0-1 72 0 0,-1 0 0 0 0,0 0-1 0 0,0 1 1 0 0,-1-1 0 0 0,1 1 0 0 0,-1 0 0 0 0,0 0 0 0 0,0 0 0 0 0,-1 1-1 0 0,0-1 1 0 0,1 1 0 0 0,-2-1 0 0 0,1 1 0 0 0,1 11 0 0 0,-2 3 301 0 0,0 0 1 0 0,-2-1 0 0 0,0 1 0 0 0,-1-1 0 0 0,-1 1-1 0 0,-1-1 1 0 0,-12 35 0 0 0,-62 129 2686 0 0,57-137-2303 0 0,-6 12-229 0 0,26-58-582 0 0,1 0-1 0 0,0 1 1 0 0,-1-1 0 0 0,1 1 0 0 0,0-1-1 0 0,-1 0 1 0 0,1 1 0 0 0,0-1-1 0 0,0 1 1 0 0,0-1 0 0 0,-1 1-1 0 0,1-1 1 0 0,0 1 0 0 0,0-1-1 0 0,0 1 1 0 0,0-1 0 0 0,0 1 0 0 0,0-1-1 0 0,0 1 1 0 0,0-1 0 0 0,0 1-1 0 0,0-1 1 0 0,0 1 0 0 0,0-1-1 0 0,1 1 1 0 0,-1-1 0 0 0,0 1-1 0 0,0-1 1 0 0,0 1 0 0 0,1-1-1 0 0,-1 1 1 0 0,0-1 0 0 0,1 0 0 0 0,-1 1-1 0 0,0-1 1 0 0,1 1 0 0 0,-1-1-1 0 0,0 0 1 0 0,1 1 0 0 0,-1-1-1 0 0,1 0 1 0 0,-1 0 0 0 0,1 1-1 0 0,-1-1 1 0 0,1 0 0 0 0,-1 0 0 0 0,0 0-1 0 0,1 1 1 0 0,-1-1 0 0 0,1 0-1 0 0,-1 0 1 0 0,2 0 0 0 0,1 0 9 0 0,0 1 0 0 0,0-1 0 0 0,0 0 0 0 0,0 0 0 0 0,0 0 0 0 0,6-1 0 0 0,13-6 25 0 0,0 0-1 0 0,-1-2 1 0 0,33-18 0 0 0,-16 9-16 0 0,35-19-481 0 0,-1-3 0 0 0,80-58-1 0 0,-61 26-4203 0 0,-8-6-5327 0 0,-58 50 1594 0 0</inkml:trace>
</inkml:ink>
</file>

<file path=ppt/ink/ink2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0:08.7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34 1000 0 0,'-2'1'6119'0'0,"-9"2"-4371"0"0,-19 11 11150 0 0,33-15-12785 0 0,128-19 301 0 0,-21 2-302 0 0,-55 6-93 0 0,-53 12-184 0 0</inkml:trace>
</inkml:ink>
</file>

<file path=ppt/ink/ink2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0:09.2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74 2176 0 0,'7'-74'15896'0'0,"-2"97"-14631"0"0,9 692 5013 0 0,-15-474-6025 0 0,1-187-1153 0 0,-6-63-2102 0 0,-3-10-4647 0 0,10 13 6140 0 0</inkml:trace>
</inkml:ink>
</file>

<file path=ppt/ink/ink2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0:09.6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230 1 932 0 0,'-207'193'23253'0'0,"197"-185"-22239"0"0,-1 1-62 0 0,11-9-915 0 0,0 1 0 0 0,0-1 0 0 0,-1 0-1 0 0,1 1 1 0 0,0-1 0 0 0,0 1 0 0 0,0-1 0 0 0,0 0 0 0 0,0 1 0 0 0,0-1-1 0 0,0 0 1 0 0,0 1 0 0 0,0-1 0 0 0,0 1 0 0 0,0-1 0 0 0,0 0-1 0 0,0 1 1 0 0,0-1 0 0 0,0 0 0 0 0,0 1 0 0 0,0-1 0 0 0,0 0-1 0 0,0 1 1 0 0,1-1 0 0 0,-1 1 0 0 0,0-1 0 0 0,0 0 0 0 0,0 0 0 0 0,1 1-1 0 0,-1-1 1 0 0,1 1-19 0 0,0-1 0 0 0,0 0 0 0 0,0 1 0 0 0,-1-1 0 0 0,1 0 0 0 0,0 0 0 0 0,0 0 0 0 0,0 1-1 0 0,0-1 1 0 0,0 0 0 0 0,0 0 0 0 0,0 0 0 0 0,0-1 0 0 0,0 1 0 0 0,0 0 0 0 0,1-1 0 0 0,-1 1 22 0 0,24-3 81 0 0,0-1 0 0 0,0-1 1 0 0,0-2-1 0 0,28-10 0 0 0,21-6-30 0 0,179-51 58 0 0,-86 24-160 0 0,-105 32-19 0 0,-60 18-21 0 0,20-9-1603 0 0</inkml:trace>
</inkml:ink>
</file>

<file path=ppt/ink/ink2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0:10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62 2316 0 0,'-3'1'1938'0'0,"-18"10"2100"0"0,9-4-642 0 0,0-1-1 0 0,-18 6 843 0 0,15-6-895 0 0,10-6-1779 0 0,14-6-1507 0 0,18-7 25 0 0,43-15-1 0 0,2 0-70 0 0,-24 13-4 0 0,-28 10-7 0 0,-18 4-17 0 0,2 0 66 0 0,0-1-1 0 0,0 1 1 0 0,1 0 0 0 0,-1 0 0 0 0,0 0 0 0 0,0 0-1 0 0,1 1 1 0 0,-1 0 0 0 0,0 0 0 0 0,6 0 0 0 0,-9 3 197 0 0,0 0 1 0 0,0 0 0 0 0,-1 0 0 0 0,1 0 0 0 0,-1 0 0 0 0,0 0-1 0 0,0 0 1 0 0,0 5 0 0 0,0 57 2267 0 0,-14 108-1 0 0,9-119-1999 0 0,-51 363-495 0 0,48-375-19 0 0,6-30 0 0 0,0-8-360 0 0,0-11-531 0 0,-1-6-1353 0 0,3-13-1046 0 0,2 1 0 0 0,0-1 0 0 0,2 1 0 0 0,8-30 0 0 0,-9 43 1354 0 0,7-34-6546 0 0</inkml:trace>
</inkml:ink>
</file>

<file path=ppt/ink/ink2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0:10.5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13 214 476 0 0,'6'-214'18762'0'0,"-5"243"-13595"0"0,5 91-2729 0 0,-24 289-704 0 0,13-345-1975 0 0,3 32-3339 0 0,3-64-1236 0 0,1-3-4863 0 0</inkml:trace>
</inkml:ink>
</file>

<file path=ppt/ink/ink2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0:11.0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47 203 1376 0 0,'-14'-31'4151'0'0,"7"16"-1624"0"0,1 0-1 0 0,0-1 0 0 0,-6-26 1 0 0,11 41-2441 0 0,1-1-1 0 0,0 0 1 0 0,0 1 0 0 0,0-1 0 0 0,0 0-1 0 0,0 0 1 0 0,0 1 0 0 0,1-1 0 0 0,-1 0 0 0 0,1 1-1 0 0,-1-1 1 0 0,1 0 0 0 0,-1 1 0 0 0,1-1-1 0 0,0 1 1 0 0,0-1 0 0 0,0 1 0 0 0,2-3 0 0 0,0 1 16 0 0,-1 0 1 0 0,1 0 0 0 0,1 1 0 0 0,-1-1 0 0 0,0 1 0 0 0,1 0 0 0 0,6-3 0 0 0,2 0 42 0 0,0 0 1 0 0,0 2 0 0 0,1-1 0 0 0,15-1-1 0 0,-11 2-22 0 0,1 2 0 0 0,0 0-1 0 0,33 3 1 0 0,-44-2-92 0 0,-1 1 0 0 0,1 0-1 0 0,-1 0 1 0 0,0 1 0 0 0,0 0 0 0 0,1 0-1 0 0,-1 0 1 0 0,-1 1 0 0 0,1 0 0 0 0,0 0-1 0 0,-1 0 1 0 0,1 1 0 0 0,-1 0 0 0 0,5 4-1 0 0,-8-5-13 0 0,0 0 0 0 0,0 0 0 0 0,0 0-1 0 0,0 0 1 0 0,-1 1 0 0 0,0-1-1 0 0,1 0 1 0 0,-1 1 0 0 0,0-1-1 0 0,-1 1 1 0 0,1-1 0 0 0,-1 1-1 0 0,1 0 1 0 0,-1-1 0 0 0,0 1-1 0 0,0-1 1 0 0,-1 1 0 0 0,1 0-1 0 0,-1-1 1 0 0,0 1 0 0 0,0-1-1 0 0,0 1 1 0 0,-2 3 0 0 0,-3 9 24 0 0,-1 0 0 0 0,-1 0 1 0 0,-14 19-1 0 0,21-32-36 0 0,-23 30 83 0 0,-1-2 1 0 0,-1 0-1 0 0,-46 41 1 0 0,34-35 469 0 0,37-36-474 0 0,1-1-69 0 0,-1 0 1 0 0,1 1-1 0 0,0-1 0 0 0,0 0 0 0 0,-1 0 0 0 0,1 1 1 0 0,0-1-1 0 0,0 0 0 0 0,-1 0 0 0 0,1 1 0 0 0,0-1 0 0 0,0 0 1 0 0,0 1-1 0 0,0-1 0 0 0,0 0 0 0 0,-1 1 0 0 0,1-1 1 0 0,0 0-1 0 0,0 1 0 0 0,0-1 0 0 0,0 0 0 0 0,0 1 0 0 0,0-1 1 0 0,0 0-1 0 0,0 1 0 0 0,6 3 156 0 0,0-1 1 0 0,0 0-1 0 0,0 0 1 0 0,8 2-1 0 0,15 7 132 0 0,-14-3-196 0 0,-1 0 0 0 0,0 0 0 0 0,0 2 0 0 0,-1-1 0 0 0,0 2 0 0 0,21 25 0 0 0,60 89-526 0 0,-62-80-587 0 0,35 43-3401 0 0,-16-35-4272 0 0,-31-38 1957 0 0</inkml:trace>
</inkml:ink>
</file>

<file path=ppt/ink/ink2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0:11.2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52 772 0 0,'0'-3'3302'0'0,"5"-45"14915"0"0,-1 55-17480 0 0,-1 1 0 0 0,0 0 1 0 0,0 0-1 0 0,0 0 1 0 0,-1 0-1 0 0,2 15 0 0 0,2 55 248 0 0,-5-50-588 0 0,3 100 75 0 0,-2-27-2663 0 0,6-1-6622 0 0,-4-83 2643 0 0</inkml:trace>
</inkml:ink>
</file>

<file path=ppt/ink/ink2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0:12.8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129 159 272 0 0,'-9'-17'1890'0'0,"-1"0"-1"0"0,0 1 1 0 0,-1 0 0 0 0,-26-29-1 0 0,3 5-1111 0 0,33 39-790 0 0,1 1-42 0 0,0-1 0 0 0,-1 1-1 0 0,1-1 1 0 0,0 1 0 0 0,0 0-1 0 0,0 0 1 0 0,0-1-1 0 0,0 1 1 0 0,-1 0 0 0 0,1-1-1 0 0,0 1 1 0 0,0 0 0 0 0,-1 0-1 0 0,1-1 1 0 0,0 1 0 0 0,0 0-1 0 0,-1 0 1 0 0,1-1-1 0 0,0 1 1 0 0,0 0 0 0 0,-1 0-1 0 0,1 0 1 0 0,0 0 0 0 0,-1 0-1 0 0,1-1 1 0 0,0 1 0 0 0,-1 0-1 0 0,1 0 1 0 0,0 0 0 0 0,-1 0-1 0 0,1 0 1 0 0,0 0-1 0 0,-1 0 1 0 0,1 0 0 0 0,-1 0-1 0 0,1 0 1 0 0,0 0 0 0 0,-1 1-1 0 0,1-1 1 0 0,0 0 0 0 0,-1 0-1 0 0,1 0 1 0 0,0 0 0 0 0,0 0-1 0 0,-1 1 1 0 0,1-1-1 0 0,0 0 1 0 0,-1 0 0 0 0,1 1-1 0 0,0-1 1 0 0,0 0 0 0 0,0 0-1 0 0,-1 1 1 0 0,1-1 0 0 0,0 0-1 0 0,0 0 1 0 0,0 1-1 0 0,-1-1 1 0 0,1 0 0 0 0,0 1-1 0 0,0-1 1 0 0,0 0 0 0 0,0 1-1 0 0,0 9-2672 0 0</inkml:trace>
</inkml:ink>
</file>

<file path=ppt/ink/ink2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0:14.1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121 236 432 0 0,'0'-3'822'0'0,"-1"-1"0"0"0,1 1 0 0 0,-1 0 0 0 0,1-1 0 0 0,-1 1-1 0 0,0 0 1 0 0,0 0 0 0 0,-1 0 0 0 0,1 0 0 0 0,-4-5 653 0 0,7 31 97 0 0,4 18-106 0 0,-3 0 0 0 0,-2 53 0 0 0,-12 82-302 0 0,10-155-1040 0 0,-30 234 397 0 0,30-251-491 0 0,0 1 0 0 0,0-1 1 0 0,0 1-1 0 0,-1-1 0 0 0,0 0 0 0 0,0 1 1 0 0,-3 4-1 0 0,4-8-9 0 0,0-1-18 0 0,0 0 0 0 0,0 0 0 0 0,0-1 0 0 0,0 1 0 0 0,0-1 0 0 0,0 1 0 0 0,0-1 0 0 0,0 0 0 0 0,0 1 0 0 0,0-1 0 0 0,0 0 0 0 0,0 1 0 0 0,0-1 0 0 0,0 0 0 0 0,1 0 0 0 0,-1 0 0 0 0,0 0 0 0 0,1 0 0 0 0,-1 0 0 0 0,1 0 0 0 0,-1 0 0 0 0,1 0 0 0 0,-1-1 0 0 0,-9-29 17 0 0,9 27-19 0 0,-8-34-5 0 0,1-1-1 0 0,2 0 1 0 0,0-50-1 0 0,5 23-4 0 0,10-76 0 0 0,-5 107 12 0 0,2-1 1 0 0,1 1-1 0 0,1 0 1 0 0,19-46-1 0 0,-21 66-6 0 0,1 0-1 0 0,0 1 1 0 0,1 0 0 0 0,0 0 0 0 0,1 1-1 0 0,1 0 1 0 0,0 0 0 0 0,0 1-1 0 0,2 0 1 0 0,-1 1 0 0 0,1 1-1 0 0,16-11 1 0 0,-23 18 1 0 0,-1 0 0 0 0,1 0 0 0 0,0 1 0 0 0,0 0 0 0 0,0 0-1 0 0,0 0 1 0 0,0 1 0 0 0,0-1 0 0 0,1 1 0 0 0,-1 0 0 0 0,0 1 0 0 0,1-1 0 0 0,-1 1 0 0 0,1 0 0 0 0,-1 1 0 0 0,0-1-1 0 0,1 1 1 0 0,-1 0 0 0 0,0 0 0 0 0,0 1 0 0 0,1 0 0 0 0,-1 0 0 0 0,0 0 0 0 0,-1 0 0 0 0,1 1 0 0 0,0-1 0 0 0,-1 1-1 0 0,1 1 1 0 0,-1-1 0 0 0,0 1 0 0 0,0-1 0 0 0,0 1 0 0 0,-1 0 0 0 0,1 0 0 0 0,-1 1 0 0 0,0-1 0 0 0,0 1 0 0 0,-1 0 0 0 0,1-1-1 0 0,-1 1 1 0 0,0 0 0 0 0,0 1 0 0 0,-1-1 0 0 0,2 7 0 0 0,-2 0 1 0 0,-1 0 1 0 0,0-1-1 0 0,-1 1 1 0 0,0 0-1 0 0,-1 0 0 0 0,0 0 1 0 0,-1-1-1 0 0,0 1 1 0 0,-1-1-1 0 0,0 0 1 0 0,-1 0-1 0 0,-9 16 0 0 0,4-11 0 0 0,0 0 0 0 0,0-1 0 0 0,-2 0 0 0 0,0 0 0 0 0,-1-2 0 0 0,0 0 0 0 0,-21 16 0 0 0,27-23 4 0 0,-1-1 1 0 0,0 0-1 0 0,0-1 1 0 0,0 0-1 0 0,0 0 1 0 0,-1-1-1 0 0,1 0 1 0 0,-1-1-1 0 0,0 0 0 0 0,0 0 1 0 0,-16 1-1 0 0,24-3-2 0 0,0 0-1 0 0,-1 0 1 0 0,1 0 0 0 0,0 0-1 0 0,0 0 1 0 0,0 0-1 0 0,0 0 1 0 0,0 0 0 0 0,0-1-1 0 0,0 1 1 0 0,-1 0-1 0 0,1-1 1 0 0,-2 0-1 0 0,-7-4-2 0 0,-20-10-21 0 0,22 3 11 0 0,5 6-2 0 0,3 6 13 0 0,0-1 0 0 0,0 1 1 0 0,0 0-1 0 0,0-1 0 0 0,0 1 0 0 0,0 0 0 0 0,0-1 1 0 0,0 1-1 0 0,0 0 0 0 0,0 0 0 0 0,0-1 1 0 0,0 1-1 0 0,0 0 0 0 0,0-1 0 0 0,0 1 0 0 0,0 0 1 0 0,0-1-1 0 0,1 1 0 0 0,-1 0 0 0 0,0-1 0 0 0,0 1 1 0 0,0 0-1 0 0,0 0 0 0 0,1-1 0 0 0,-1 1 0 0 0,0 0 1 0 0,0 0-1 0 0,0-1 0 0 0,1 1 0 0 0,-1 0 0 0 0,0 0 1 0 0,0 0-1 0 0,1 0 0 0 0,-1-1 0 0 0,0 1 1 0 0,1 0-1 0 0,13-4 5 0 0,-5 5 44 0 0,0 0 0 0 0,0 1 0 0 0,0 0 0 0 0,-1 0 0 0 0,1 1 0 0 0,0 0 1 0 0,-1 1-1 0 0,0-1 0 0 0,0 2 0 0 0,0-1 0 0 0,0 1 0 0 0,-1 0 0 0 0,11 10 0 0 0,10 10 71 0 0,46 54 0 0 0,-70-75-125 0 0,54 70-1063 0 0,-1-1-1980 0 0,-45-60 347 0 0,1 1-1 0 0,27 21 1 0 0,-29-26-1636 0 0</inkml:trace>
</inkml:ink>
</file>

<file path=ppt/ink/ink2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0:14.3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84 1332 0 0,'29'-81'16073'0'0,"-29"80"-15479"0"0,0 1-537 0 0,1 0 0 0 0,-1 0 0 0 0,0 0 0 0 0,0 1 0 0 0,0-1 0 0 0,0 0 0 0 0,0 0 0 0 0,1 0 0 0 0,-1 0-1 0 0,0 1 1 0 0,0-1 0 0 0,0 0 0 0 0,0 0 0 0 0,1 0 0 0 0,-1 0 0 0 0,0 0 0 0 0,0 0 0 0 0,0 0 0 0 0,1 1 0 0 0,-1-1 0 0 0,0 0 0 0 0,0 0 0 0 0,0 0 0 0 0,1 0 0 0 0,-1 0 0 0 0,0 0 0 0 0,0 0 0 0 0,1 0-1 0 0,-1 0 1 0 0,0 0 0 0 0,0 0 0 0 0,0-1 0 0 0,1 1 0 0 0,-1 0 0 0 0,0 0 0 0 0,0 0 0 0 0,0 0 0 0 0,1 0 0 0 0,-1 0 0 0 0,0 0 0 0 0,0 0 0 0 0,0-1 0 0 0,1 1 0 0 0,-1 0 0 0 0,0 0 0 0 0,0 0 0 0 0,0 0-1 0 0,0-1 1 0 0,0 1 0 0 0,0 0 0 0 0,1 0 0 0 0,-1 0 0 0 0,0-1 0 0 0,0 1 0 0 0,0 0 0 0 0,0 0 0 0 0,0-1 0 0 0,11 35 128 0 0,-1 0 0 0 0,-2 0 0 0 0,7 57 0 0 0,-9-50-1078 0 0,5 22-1159 0 0,4 30-2240 0 0,-8-31-1838 0 0,-3-27-141 0 0</inkml:trace>
</inkml:ink>
</file>

<file path=ppt/ink/ink2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0:15.2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73 185 2320 0 0,'-28'-70'11673'0'0,"24"81"-11148"0"0,1 1 1 0 0,0-1 0 0 0,1 1 0 0 0,0 0 0 0 0,1-1 0 0 0,0 1 0 0 0,1 20 0 0 0,0-6-134 0 0,0-21-357 0 0,-4 282 1227 0 0,7-194-1126 0 0,16 99 0 0 0,6-18 94 0 0,-24-171-133 0 0,-5-13-74 0 0,-13-50-87 0 0,3-1 0 0 0,-9-86 0 0 0,14 75 15 0 0,4 0 1 0 0,4-96-1 0 0,4 134 31 0 0,0-1 0 0 0,3 0 0 0 0,0 1 0 0 0,3 0 0 0 0,0 0 0 0 0,28-61 0 0 0,-32 85 4 0 0,0 0 0 0 0,1 0 0 0 0,0 1 0 0 0,0 0 0 0 0,1 0 0 0 0,1 0 0 0 0,-1 1 0 0 0,14-11 0 0 0,-18 16 10 0 0,1 0-1 0 0,-1 1 1 0 0,1 0 0 0 0,0 0 0 0 0,0 0-1 0 0,0 0 1 0 0,0 1 0 0 0,0-1-1 0 0,0 1 1 0 0,1 0 0 0 0,-1 0 0 0 0,0 1-1 0 0,0-1 1 0 0,1 1 0 0 0,-1 0-1 0 0,0 0 1 0 0,1 0 0 0 0,-1 1 0 0 0,0 0-1 0 0,1-1 1 0 0,-1 1 0 0 0,0 1-1 0 0,0-1 1 0 0,6 4 0 0 0,-4-3 3 0 0,0 2 0 0 0,0-1 1 0 0,0 1-1 0 0,-1-1 0 0 0,1 1 0 0 0,-1 1 0 0 0,0-1 1 0 0,-1 1-1 0 0,1 0 0 0 0,-1 0 0 0 0,0 0 1 0 0,0 1-1 0 0,-1 0 0 0 0,1-1 0 0 0,2 7 1 0 0,-3-2-1 0 0,0-1 1 0 0,0 0 0 0 0,-1 1 0 0 0,0-1 0 0 0,-1 1 0 0 0,0 0 0 0 0,0-1 0 0 0,-1 1 0 0 0,-2 14-1 0 0,-1-3 2 0 0,-1 1 0 0 0,-1-1-1 0 0,-1 0 1 0 0,-1 0 0 0 0,0 0-1 0 0,-2-1 1 0 0,-1 0 0 0 0,-16 26-1 0 0,20-36 3 0 0,-1 0 0 0 0,0 0-1 0 0,0-1 1 0 0,-1 0-1 0 0,0 0 1 0 0,0-1-1 0 0,-1 0 1 0 0,0-1 0 0 0,0 1-1 0 0,-1-2 1 0 0,0 0-1 0 0,-18 9 1 0 0,24-14-4 0 0,1-1 1 0 0,0 1-1 0 0,0-1 1 0 0,0 0-1 0 0,0 0 0 0 0,-1 0 1 0 0,1 0-1 0 0,0-1 1 0 0,0 1-1 0 0,0-1 0 0 0,0 0 1 0 0,-5-1-1 0 0,2-1-2 0 0,0 1 1 0 0,0-1-1 0 0,0 0 0 0 0,-10-7 0 0 0,14 9 1 0 0,1 0 1 0 0,0-1-1 0 0,-1 1 1 0 0,1-1-1 0 0,0 1 1 0 0,0-1-1 0 0,0 1 1 0 0,0-1-1 0 0,1 0 1 0 0,-1 1-1 0 0,0-1 0 0 0,1 0 1 0 0,-1 0-1 0 0,1 0 1 0 0,-1 0-1 0 0,1 1 1 0 0,0-1-1 0 0,0 0 1 0 0,0 0-1 0 0,0 0 1 0 0,0 0-1 0 0,0 0 1 0 0,1 0-1 0 0,-1 1 1 0 0,0-1-1 0 0,1 0 1 0 0,0 0-1 0 0,-1 0 0 0 0,1 1 1 0 0,0-1-1 0 0,0 0 1 0 0,0 1-1 0 0,1-2 1 0 0,0 1-3 0 0,0 1 0 0 0,0-1 0 0 0,0 1 0 0 0,0 0 0 0 0,0 0 1 0 0,0 0-1 0 0,0 0 0 0 0,1 0 0 0 0,-1 1 0 0 0,0-1 0 0 0,1 1 0 0 0,-1-1 0 0 0,0 1 1 0 0,1 0-1 0 0,-1 0 0 0 0,0 0 0 0 0,4 0 0 0 0,0 1 2 0 0,-1 1 0 0 0,1-1 1 0 0,-1 1-1 0 0,1 0 0 0 0,-1 0 0 0 0,0 0 0 0 0,6 4 0 0 0,4 3 6 0 0,-1 2 0 0 0,1 0-1 0 0,23 23 1 0 0,-8-2-71 0 0,-1 2 1 0 0,25 38-1 0 0,42 78-3089 0 0,-22-34-5365 0 0,-59-94 3106 0 0</inkml:trace>
</inkml:ink>
</file>

<file path=ppt/ink/ink2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0:17.1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32 148 580 0 0,'-3'-10'5019'0'0,"-15"-55"2729"0"0,18 63-7394 0 0,-1 0-255 0 0,1-1 0 0 0,1 1 0 0 0,-1 0 0 0 0,0-1 0 0 0,0 1 0 0 0,1 0 0 0 0,0-1 0 0 0,-1 1 0 0 0,3-4 0 0 0,-1 3-88 0 0,0 0-1 0 0,0 0 0 0 0,1 0 1 0 0,-1 0-1 0 0,1 0 1 0 0,0 0-1 0 0,0 1 0 0 0,0-1 1 0 0,0 1-1 0 0,1 0 1 0 0,-1 0-1 0 0,0 0 0 0 0,1 1 1 0 0,0-1-1 0 0,-1 1 0 0 0,1 0 1 0 0,0 0-1 0 0,0 0 1 0 0,-1 0-1 0 0,1 1 0 0 0,0-1 1 0 0,0 1-1 0 0,0 0 1 0 0,0 0-1 0 0,0 0 0 0 0,0 1 1 0 0,-1 0-1 0 0,1-1 0 0 0,0 1 1 0 0,0 1-1 0 0,-1-1 1 0 0,1 0-1 0 0,0 1 0 0 0,-1 0 1 0 0,0 0-1 0 0,1 0 0 0 0,-1 0 1 0 0,0 1-1 0 0,0-1 1 0 0,0 1-1 0 0,3 3 0 0 0,-2-1-6 0 0,0 0-1 0 0,0 0 0 0 0,0 1 0 0 0,-1-1 0 0 0,0 1 1 0 0,0 0-1 0 0,0 0 0 0 0,-1 0 0 0 0,0 0 0 0 0,0 1 1 0 0,2 10-1 0 0,-3-6 13 0 0,0 1 0 0 0,-1-1-1 0 0,0 0 1 0 0,-1 0 0 0 0,0 1 0 0 0,-3 13 0 0 0,-5 7 184 0 0,-1 1 0 0 0,-2-1 0 0 0,-23 46 0 0 0,-25 27 606 0 0,3-5 23 0 0,56-99-807 0 0,-8 24 240 0 0,9-25-258 0 0,0 1 0 0 0,0-1 0 0 0,0 0-1 0 0,0 1 1 0 0,0-1 0 0 0,0 1 0 0 0,0-1 0 0 0,0 1 0 0 0,0-1-1 0 0,0 1 1 0 0,0-1 0 0 0,1 0 0 0 0,-1 1 0 0 0,0-1 0 0 0,0 1 0 0 0,0-1-1 0 0,1 0 1 0 0,-1 1 0 0 0,0-1 0 0 0,1 1 0 0 0,-1-1 0 0 0,0 0-1 0 0,0 1 1 0 0,1-1 0 0 0,-1 0 0 0 0,1 0 0 0 0,-1 1 0 0 0,0-1 0 0 0,1 0-1 0 0,-1 0 1 0 0,1 0 0 0 0,-1 1 0 0 0,1-1 0 0 0,-1 0 0 0 0,0 0-1 0 0,1 0 1 0 0,-1 0 0 0 0,1 0 0 0 0,-1 0 0 0 0,1 0 0 0 0,-1 0 0 0 0,1 0-1 0 0,-1 0 1 0 0,1 0 0 0 0,-1 0 0 0 0,0 0 0 0 0,1-1 0 0 0,-1 1-1 0 0,1 0 1 0 0,-1 0 0 0 0,1 0 0 0 0,-1-1 0 0 0,1 1 0 0 0,79-23 24 0 0,89-38 0 0 0,-41 14-4370 0 0,-86 28-1533 0 0,-21 8 236 0 0</inkml:trace>
</inkml:ink>
</file>

<file path=ppt/ink/ink2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0:17.4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61 2084 0 0,'-1'-7'2777'0'0,"-12"-47"13080"0"0,12 67-15217 0 0,1-1 0 0 0,1 0-1 0 0,3 17 1 0 0,0-1-109 0 0,-2 118 679 0 0,-4-97-2947 0 0,7 56 0 0 0,3-68-1915 0 0,2-16-1565 0 0</inkml:trace>
</inkml:ink>
</file>

<file path=ppt/ink/ink2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0:17.7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310 119 2052 0 0,'26'-117'15696'0'0,"-26"115"-15197"0"0,-2 20 1301 0 0,-1 0 0 0 0,0 0 0 0 0,-9 22 0 0 0,-26 79-749 0 0,31-98-588 0 0,-220 558-348 0 0,199-507-4338 0 0,20-47-340 0 0,1 2-4344 0 0</inkml:trace>
</inkml:ink>
</file>

<file path=ppt/ink/ink2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0:18.0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60 828 0 0,'21'-59'21528'0'0,"-20"59"-21352"0"0,-1 0-107 0 0,1 0-1 0 0,-1 0 1 0 0,0 0-1 0 0,1 1 1 0 0,-1-1-1 0 0,0 0 1 0 0,0 0-1 0 0,1 0 1 0 0,-1 1-1 0 0,0-1 1 0 0,0 0-1 0 0,0 0 1 0 0,1 1-1 0 0,-1-1 1 0 0,0 0-1 0 0,0 0 1 0 0,0 1-1 0 0,0-1 1 0 0,0 0-1 0 0,0 1 1 0 0,1-1-1 0 0,-1 0 1 0 0,0 1-1 0 0,0-1 1 0 0,0 0-1 0 0,0 1 1 0 0,0-1-1 0 0,0 0 1 0 0,0 0-1 0 0,0 1 1 0 0,0-1-1 0 0,0 0 1 0 0,-1 1-1 0 0,1-1 1 0 0,0 0-1 0 0,0 1 1 0 0,0-1-1 0 0,0 1 1 0 0,-33 231 3708 0 0,-13 0-5183 0 0,37-173-2991 0 0,9-40 261 0 0</inkml:trace>
</inkml:ink>
</file>

<file path=ppt/ink/ink2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0:18.5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212 124 1200 0 0,'-30'-47'11684'0'0,"3"8"-4790"0"0,27 37-6579 0 0,0-1 54 0 0,0 2-357 0 0,0 1 0 0 0,0-1 0 0 0,0 1 0 0 0,0-1 0 0 0,0 1 0 0 0,0 0 0 0 0,0-1 0 0 0,0 1 0 0 0,0-1 0 0 0,0 1 0 0 0,0-1 0 0 0,1 1 0 0 0,-1-1 0 0 0,0 1 0 0 0,0 0 0 0 0,0-1 0 0 0,1 1 0 0 0,-1-1 0 0 0,0 1 0 0 0,0 0 0 0 0,1-1 0 0 0,0 0 0 0 0,5-2 33 0 0,1 0-1 0 0,0 0 1 0 0,0 0 0 0 0,0 1 0 0 0,0 0-1 0 0,0 0 1 0 0,1 1 0 0 0,-1-1 0 0 0,0 2-1 0 0,9-1 1 0 0,-11 1-38 0 0,0 0-1 0 0,0 0 0 0 0,0 1 1 0 0,0-1-1 0 0,0 1 1 0 0,-1 0-1 0 0,1 1 0 0 0,0-1 1 0 0,-1 1-1 0 0,1 0 0 0 0,-1 0 1 0 0,1 0-1 0 0,-1 1 0 0 0,0 0 1 0 0,0-1-1 0 0,7 7 1 0 0,-10-6-5 0 0,1-1 0 0 0,-1 0 0 0 0,0 0 0 0 0,0 1 0 0 0,0-1 0 0 0,0 1 0 0 0,0-1 0 0 0,0 1 0 0 0,-1-1 0 0 0,1 1 0 0 0,-1 0 0 0 0,1-1 0 0 0,-1 1 0 0 0,0 0 0 0 0,0-1 0 0 0,-1 1 0 0 0,1-1 0 0 0,0 1 0 0 0,-1 0 0 0 0,0-1 0 0 0,1 1 1 0 0,-1-1-1 0 0,0 1 0 0 0,0-1 0 0 0,-3 4 0 0 0,-2 7 4 0 0,-2 0 1 0 0,0-1-1 0 0,-12 14 0 0 0,18-22-5 0 0,-109 117 115 0 0,110-120-106 0 0,2 0-26 0 0,0 0 19 0 0,0 0-1 0 0,0 0 0 0 0,1-1 0 0 0,-1 1 1 0 0,0 0-1 0 0,1-1 0 0 0,-1 1 1 0 0,1-1-1 0 0,-1 0 0 0 0,1 1 0 0 0,-1-1 1 0 0,1 0-1 0 0,-1 0 0 0 0,1 0 1 0 0,-1 0-1 0 0,0 0 0 0 0,1 0 1 0 0,-1 0-1 0 0,2-1 0 0 0,36-2 67 0 0,-37 3-65 0 0,14 0 72 0 0,-1 1 0 0 0,0 1-1 0 0,1 0 1 0 0,-1 1 0 0 0,0 1-1 0 0,0 1 1 0 0,16 6 0 0 0,-21-7 238 0 0,-1 1 1 0 0,1 0 0 0 0,-1 0 0 0 0,0 1 0 0 0,0 1-1 0 0,-1-1 1 0 0,1 1 0 0 0,-2 1 0 0 0,1-1-1 0 0,10 15 1 0 0,-17-21-247 0 0,0 1 0 0 0,1 0 0 0 0,-1 0 0 0 0,0 0 0 0 0,-1 0 0 0 0,1 0 0 0 0,0 0 0 0 0,0 0 0 0 0,-1 0 0 0 0,1 0 0 0 0,-1 0 0 0 0,0 0 0 0 0,0 0 0 0 0,0 1 0 0 0,0-1 0 0 0,0 0 0 0 0,0 0-1 0 0,-1 4 1 0 0,0-3 151 0 0,0 1-1 0 0,-1-1 1 0 0,1 0-1 0 0,-1 0 1 0 0,0 0-1 0 0,0 0 1 0 0,0-1-1 0 0,0 1 1 0 0,0 0-1 0 0,-6 3 1 0 0,-1 2 340 0 0,0-1 1 0 0,-1-1-1 0 0,0 0 1 0 0,-1 0-1 0 0,-19 7 1 0 0,6-4-1291 0 0,0-2 1 0 0,-1-1-1 0 0,0 0 0 0 0,0-2 0 0 0,-48 1 1 0 0,36-5-742 0 0,-1-1 1 0 0,1-3 0 0 0,-50-10-1 0 0</inkml:trace>
</inkml:ink>
</file>

<file path=ppt/ink/ink2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0:19.9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90 1748 0 0,'2'-14'2542'0'0,"-2"-1"-1"0"0,1 1 0 0 0,-4-22 1 0 0,3 34-2141 0 0,-1-7 1142 0 0,4 48-440 0 0,0 1 1 0 0,-3-1-1 0 0,-5 44 0 0 0,1-5-695 0 0,5 117-1034 0 0,5-130-2508 0 0,3-1-3452 0 0,-5-41 657 0 0</inkml:trace>
</inkml:ink>
</file>

<file path=ppt/ink/ink2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0:23.0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159 200 1184 0 0,'4'-9'1167'0'0,"-1"0"1"0"0,0 0-1 0 0,-1-1 0 0 0,1 1 0 0 0,-2-1 0 0 0,1 1 0 0 0,-2-1 1 0 0,1 0-1 0 0,-1 0 0 0 0,-2-12 0 0 0,1 18-686 0 0,1 4-467 0 0,0 0 0 0 0,0 0 1 0 0,0-1-1 0 0,0 1 0 0 0,0 0 0 0 0,0 0 1 0 0,0 0-1 0 0,0-1 0 0 0,0 1 1 0 0,0 0-1 0 0,0 0 0 0 0,0-1 0 0 0,0 1 1 0 0,0 0-1 0 0,0 0 0 0 0,0 0 0 0 0,-1-1 1 0 0,1 1-1 0 0,0 0 0 0 0,0 0 1 0 0,0 0-1 0 0,0 0 0 0 0,0-1 0 0 0,-1 1 1 0 0,1 0-1 0 0,0 0 0 0 0,0 0 1 0 0,0 0-1 0 0,0 0 0 0 0,-1 0 0 0 0,1-1 1 0 0,0 1-1 0 0,0 0 0 0 0,0 0 1 0 0,-1 0-1 0 0,1 0 0 0 0,0 0 0 0 0,-1 0 1 0 0,-2 1 45 0 0,-1 1-1 0 0,1 0 1 0 0,0 0 0 0 0,0 0 0 0 0,0 0-1 0 0,0 0 1 0 0,0 1 0 0 0,0-1 0 0 0,0 1 0 0 0,1 0-1 0 0,-1-1 1 0 0,1 1 0 0 0,-3 5 0 0 0,-28 49 685 0 0,29-50-628 0 0,-15 32 348 0 0,2 0 0 0 0,-13 43 0 0 0,24-63-346 0 0,1 0 1 0 0,0 0-1 0 0,2 1 1 0 0,1 0-1 0 0,0-1 1 0 0,2 35-1 0 0,0-48-92 0 0,1-1 1 0 0,-1 1-1 0 0,1-1 1 0 0,0 1-1 0 0,1-1 1 0 0,-1 1-1 0 0,1-1 0 0 0,0 0 1 0 0,1 1-1 0 0,-1-1 1 0 0,1-1-1 0 0,0 1 0 0 0,0 0 1 0 0,1-1-1 0 0,-1 1 1 0 0,1-1-1 0 0,0 0 0 0 0,0 0 1 0 0,0 0-1 0 0,1-1 1 0 0,-1 0-1 0 0,1 0 0 0 0,0 0 1 0 0,0 0-1 0 0,0-1 1 0 0,0 1-1 0 0,0-1 0 0 0,1-1 1 0 0,-1 1-1 0 0,1-1 1 0 0,-1 0-1 0 0,1 0 1 0 0,-1 0-1 0 0,1-1 0 0 0,0 0 1 0 0,6-1-1 0 0,7 0-1 0 0,0-2 0 0 0,0 0 0 0 0,0-1 0 0 0,0-1 0 0 0,0-1 0 0 0,-1-1 0 0 0,0 0 0 0 0,0-1 0 0 0,-1-1 0 0 0,0-1 0 0 0,-1 0 0 0 0,0-1 0 0 0,0-1 0 0 0,-1-1 0 0 0,23-24 0 0 0,-24 22-13 0 0,-1-1-1 0 0,-1 0 1 0 0,0 0-1 0 0,-1-1 1 0 0,-1-1-1 0 0,0 0 1 0 0,-2 0-1 0 0,0-1 1 0 0,-1 0-1 0 0,-1 0 1 0 0,0-1-1 0 0,-2 0 1 0 0,0 0-1 0 0,-2 0 1 0 0,1-21-1 0 0,-3 33-11 0 0,0 1-1 0 0,0 0 0 0 0,-1 0 1 0 0,0 0-1 0 0,0 0 0 0 0,-1 0 1 0 0,0 0-1 0 0,0 1 0 0 0,0-1 1 0 0,-1 0-1 0 0,0 1 0 0 0,-1 0 1 0 0,1 0-1 0 0,-1 0 0 0 0,0 0 1 0 0,-1 0-1 0 0,1 1 0 0 0,-1 0 1 0 0,0 0-1 0 0,-1 0 0 0 0,1 0 1 0 0,-1 1-1 0 0,0 0 0 0 0,0 0 1 0 0,0 1-1 0 0,0 0 0 0 0,-1 0 1 0 0,1 0-1 0 0,-1 1 0 0 0,0 0 1 0 0,0 0-1 0 0,0 1 0 0 0,0-1 1 0 0,0 2-1 0 0,0-1 0 0 0,0 1 1 0 0,-9 0-1 0 0,6 1-116 0 0,0 0-1 0 0,-1 1 1 0 0,1 0 0 0 0,0 0-1 0 0,0 1 1 0 0,0 0 0 0 0,0 1-1 0 0,1 0 1 0 0,-1 0 0 0 0,1 1-1 0 0,0 1 1 0 0,0-1 0 0 0,1 2-1 0 0,0-1 1 0 0,-10 10 0 0 0,5-1-1226 0 0,0 0-1 0 0,1 0 1 0 0,1 1 0 0 0,0 0 0 0 0,1 1 0 0 0,1 0 0 0 0,-10 26-1 0 0,5-7-4288 0 0</inkml:trace>
</inkml:ink>
</file>

<file path=ppt/ink/ink2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0:24.8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71 80 0 0,'-20'-17'18659'0'0,"21"16"-18608"0"0,25 1-566 0 0,6 1 704 0 0,16-6-121 0 0,23-1 35 0 0,100-21-1 0 0,-82 15 1264 0 0,-86 11-1304 0 0,6-1 982 0 0</inkml:trace>
</inkml:ink>
</file>

<file path=ppt/ink/ink2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0:25.3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1 114 488 0 0,'13'-101'16568'0'0,"-12"99"-16230"0"0,1-2-160 0 0,-2 4-171 0 0,0 0 1 0 0,0 0-1 0 0,0-1 1 0 0,0 1-1 0 0,0 0 1 0 0,0 0 0 0 0,0-1-1 0 0,0 1 1 0 0,0 0-1 0 0,0 0 1 0 0,0 0-1 0 0,1-1 1 0 0,-1 1 0 0 0,0 0-1 0 0,0 0 1 0 0,0 0-1 0 0,0-1 1 0 0,0 1 0 0 0,1 0-1 0 0,-1 0 1 0 0,0 0-1 0 0,0 0 1 0 0,0-1-1 0 0,1 1 1 0 0,-1 0 0 0 0,0 0-1 0 0,0 0 1 0 0,0 0-1 0 0,1 0 1 0 0,-1 0-1 0 0,0 0 1 0 0,0 0 0 0 0,1 0-1 0 0,-1-1 1 0 0,0 1-1 0 0,28 0 390 0 0,-1 1-1 0 0,1 0 1 0 0,51 12-1 0 0,-14-3-82 0 0,-62-9-218 0 0,0 0-1 0 0,0-1 0 0 0,0 2 0 0 0,0-1 1 0 0,0 0-1 0 0,0 1 0 0 0,0-1 0 0 0,0 1 1 0 0,0 0-1 0 0,-1 0 0 0 0,1 0 0 0 0,-1 0 1 0 0,4 4-1 0 0,-3-2 110 0 0,0 0 0 0 0,-1 0 0 0 0,1 0 0 0 0,-1 0 0 0 0,0 0 0 0 0,0 1 0 0 0,0-1 0 0 0,0 1 0 0 0,-1-1 0 0 0,0 1 0 0 0,0 0 0 0 0,1 8 0 0 0,-1 2 451 0 0,0-1 1 0 0,-3 27-1 0 0,-12 53 921 0 0,-43 155 0 0 0,11-57-3455 0 0,43-179 940 0 0,1 1-1 0 0,0-1 1 0 0,1 21-1 0 0,6 1-3263 0 0,-3-31 2832 0 0,-1 0-1 0 0,1 0 0 0 0,-1 0 1 0 0,1 0-1 0 0,0-1 0 0 0,4 5 1 0 0</inkml:trace>
</inkml:ink>
</file>

<file path=ppt/ink/ink2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0:25.6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221 91 1288 0 0,'7'-31'6011'0'0,"0"-8"1757"0"0,-2 18-1709 0 0,-9 28-5099 0 0,-6 11 170 0 0,2 1 1 0 0,-12 37-1 0 0,6-18-603 0 0,-49 116 557 0 0,29-75-2240 0 0,-35 119 0 0 0,63-179-498 0 0,3-10 754 0 0,1-1-1 0 0,0 1 1 0 0,-2 16-1 0 0,4-22-232 0 0,-1 0 1 0 0,2-1-1 0 0,-1 1 0 0 0,0 0 0 0 0,1 0 0 0 0,-1 0 0 0 0,1-1 0 0 0,0 1 0 0 0,2 5 0 0 0</inkml:trace>
</inkml:ink>
</file>

<file path=ppt/ink/ink2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0:25.8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67 1508 0 0,'19'-66'15180'0'0,"-37"137"-10300"0"0,-19 70-5217 0 0,21-80-840 0 0,7-17-2175 0 0,7-25-459 0 0,0-10 138 0 0</inkml:trace>
</inkml:ink>
</file>

<file path=ppt/ink/ink2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0:26.4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166 151 2212 0 0,'1'-103'14693'0'0,"0"101"-14622"0"0,-1 1 0 0 0,1-1 0 0 0,-1 0 0 0 0,1 0 0 0 0,-1 1-1 0 0,1-1 1 0 0,0 1 0 0 0,0-1 0 0 0,0 1 0 0 0,0-1 0 0 0,0 1 0 0 0,0-1 0 0 0,0 1 0 0 0,0 0 0 0 0,1 0 0 0 0,-1 0 0 0 0,0-1 0 0 0,1 1 0 0 0,-1 0 0 0 0,4-1 0 0 0,32-11 544 0 0,-29 11-503 0 0,-4 1-81 0 0,1 1-1 0 0,0 0 0 0 0,0 0 0 0 0,-1 0 0 0 0,1 0 0 0 0,0 1 0 0 0,0-1 0 0 0,-1 1 1 0 0,1 1-1 0 0,8 2 0 0 0,-5-1 9 0 0,0 0-1 0 0,0 1 1 0 0,0 0 0 0 0,14 10 0 0 0,-18-11-15 0 0,0 0 1 0 0,0 1 0 0 0,-1-1-1 0 0,1 1 1 0 0,-1 0 0 0 0,0 0-1 0 0,0 0 1 0 0,-1 1-1 0 0,1-1 1 0 0,-1 1 0 0 0,0-1-1 0 0,0 1 1 0 0,0 0 0 0 0,-1 0-1 0 0,1-1 1 0 0,-1 1-1 0 0,0 9 1 0 0,0-7 1 0 0,-2-1-1 0 0,1 1 1 0 0,-1-1-1 0 0,0 1 1 0 0,0-1 0 0 0,-1 1-1 0 0,0-1 1 0 0,0 1-1 0 0,0-1 1 0 0,-1 0-1 0 0,0 0 1 0 0,0-1 0 0 0,-6 9-1 0 0,2-4 19 0 0,-1 0 0 0 0,0 0 0 0 0,-1 0-1 0 0,0-1 1 0 0,-18 14 0 0 0,25-22-37 0 0,5-2-19 0 0,26-9-1 0 0,-10 4 14 0 0,-12 3-2 0 0,0 1 0 0 0,0 0 0 0 0,0 0 1 0 0,0 1-1 0 0,0-1 0 0 0,1 2 0 0 0,-1-1 1 0 0,1 1-1 0 0,-1 0 0 0 0,0 1 1 0 0,1 0-1 0 0,8 2 0 0 0,-12-2-1 0 0,2 0 132 0 0,1 1 1 0 0,-1 0-1 0 0,1 1 1 0 0,-1 0-1 0 0,0 0 1 0 0,0 0-1 0 0,-1 1 1 0 0,1 0 0 0 0,-1 0-1 0 0,1 0 1 0 0,-1 0-1 0 0,0 1 1 0 0,-1 0-1 0 0,1 0 1 0 0,-1 1-1 0 0,0-1 1 0 0,-1 1-1 0 0,1 0 1 0 0,-1 0 0 0 0,3 8-1 0 0,-3-8 138 0 0,-1-1 0 0 0,0 1 0 0 0,-1-1-1 0 0,1 1 1 0 0,-1 0 0 0 0,-1 0 0 0 0,1-1 0 0 0,-1 1-1 0 0,0 0 1 0 0,0 0 0 0 0,0 0 0 0 0,-1 0 0 0 0,0-1-1 0 0,0 1 1 0 0,0 0 0 0 0,-1-1 0 0 0,0 1 0 0 0,0-1-1 0 0,-1 1 1 0 0,1-1 0 0 0,-1 0 0 0 0,0 0 0 0 0,-6 7-1 0 0,1-4-111 0 0,-1 0 0 0 0,-1 0 0 0 0,1 0 0 0 0,-1-1 0 0 0,-1-1 0 0 0,1 0 0 0 0,-1 0 0 0 0,0-1 0 0 0,0-1 0 0 0,0 1 0 0 0,-1-2 0 0 0,0 0 0 0 0,-18 3 0 0 0,-16 0-678 0 0,1-2-1 0 0,-54-2 1 0 0,85-2 165 0 0,-93 2-5639 0 0,37 3-6614 0 0</inkml:trace>
</inkml:ink>
</file>

<file path=ppt/ink/ink2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0:28.7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41 2360 0 0,'14'-40'11145'0'0,"-14"40"-11059"0"0,0 0 1 0 0,2 3 1302 0 0,-2-3-1302 0 0,1 0 0 0 0,-1 1 0 0 0,0-1-1 0 0,0 0 1 0 0,0 0 0 0 0,1 0 0 0 0,-1 0 0 0 0,0 0 0 0 0,0 0-1 0 0,1 0 1 0 0,-1 0 0 0 0,0 0 0 0 0,0 0 0 0 0,1 0-1 0 0,-1 0 1 0 0,0 0 0 0 0,0 0 0 0 0,1 0 0 0 0,-1 0-1 0 0,3-2 1303 0 0,-3 2-1302 0 0,0 0 0 0 0,0-1 0 0 0,1 1 0 0 0,2 29 958 0 0,6 65 196 0 0,-2 106 0 0 0,-11-132-1921 0 0,-1 3-1813 0 0,7 0-3893 0 0,1-57 2326 0 0</inkml:trace>
</inkml:ink>
</file>

<file path=ppt/ink/ink2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0:29.0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311 74 1516 0 0,'23'-74'17218'0'0,"-26"76"-16654"0"0,-8 11-58 0 0,-1 0 0 0 0,2 2-1 0 0,0-1 1 0 0,0 1 0 0 0,1 0-1 0 0,-8 21 1 0 0,-7 10-129 0 0,24-46-378 0 0,-152 281 816 0 0,96-156-4093 0 0,41-81-334 0 0,10-16-4273 0 0</inkml:trace>
</inkml:ink>
</file>

<file path=ppt/ink/ink2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0:29.3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39 1336 0 0,'1'-2'2814'0'0,"19"-35"9972"0"0,-20 38-12710 0 0,1 0 0 0 0,-1-1 0 0 0,1 1 0 0 0,-1-1 0 0 0,1 1 0 0 0,-1 0 0 0 0,1-1 0 0 0,-1 1 0 0 0,0 0 0 0 0,1-1-1 0 0,-1 1 1 0 0,0 0 0 0 0,0-1 0 0 0,0 1 0 0 0,1 0 0 0 0,-1 0 0 0 0,0-1 0 0 0,0 1 0 0 0,0 0 0 0 0,0 0 0 0 0,0-1 0 0 0,0 1 0 0 0,-1 0 0 0 0,1 1 0 0 0,-2 20 657 0 0,-2 0-106 0 0,-1 35-1 0 0,-2 17-236 0 0,-10 10-223 0 0,-5 27-252 0 0,13-37-3526 0 0,10-54 613 0 0</inkml:trace>
</inkml:ink>
</file>

<file path=ppt/ink/ink2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0:29.8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100 126 2752 0 0,'-9'-43'10010'0'0,"5"17"-6660"0"0,4 25-3323 0 0,0 0 49 0 0,0 0 0 0 0,0 0-1 0 0,0 0 1 0 0,1 0 0 0 0,-1-1 0 0 0,0 1 0 0 0,1 0 0 0 0,-1 0 0 0 0,1 0-1 0 0,0 0 1 0 0,-1 0 0 0 0,1 0 0 0 0,0 0 0 0 0,-1 0 0 0 0,1 1 0 0 0,0-1-1 0 0,1-1 1 0 0,15-12 322 0 0,-10 11-345 0 0,-1 0 1 0 0,1 0-1 0 0,-1 0 0 0 0,1 1 0 0 0,0-1 0 0 0,0 2 1 0 0,0-1-1 0 0,0 1 0 0 0,0 0 0 0 0,0 1 0 0 0,0-1 0 0 0,1 2 1 0 0,-1-1-1 0 0,0 1 0 0 0,0 0 0 0 0,0 0 0 0 0,0 1 1 0 0,0 0-1 0 0,0 0 0 0 0,11 6 0 0 0,-16-7-27 0 0,0 0 0 0 0,-1 0 1 0 0,1 1-1 0 0,-1-1 0 0 0,1 0 0 0 0,-1 1 0 0 0,0-1 1 0 0,1 1-1 0 0,-1 0 0 0 0,0-1 0 0 0,0 1 0 0 0,0 0 1 0 0,0 0-1 0 0,-1 0 0 0 0,1 0 0 0 0,0-1 0 0 0,-1 1 1 0 0,1 3-1 0 0,0-1 21 0 0,-1 1 0 0 0,0-1 1 0 0,0 0-1 0 0,-1 0 1 0 0,1 0-1 0 0,-1 0 0 0 0,0 0 1 0 0,-2 6-1 0 0,-2 4 59 0 0,-1-1 0 0 0,0-1-1 0 0,-1 1 1 0 0,-10 12 0 0 0,-12 15 155 0 0,-3-1 0 0 0,-36 36 0 0 0,66-74-202 0 0,2 2 31 0 0,0-3-84 0 0,0 0-1 0 0,0 0 0 0 0,0 1 1 0 0,0-1-1 0 0,0 0 0 0 0,0 0 0 0 0,0 1 1 0 0,-1-1-1 0 0,1 0 0 0 0,0 0 0 0 0,0 1 1 0 0,0-1-1 0 0,0 0 0 0 0,0 0 1 0 0,1 1-1 0 0,-1-1 0 0 0,0 0 0 0 0,0 0 1 0 0,0 1-1 0 0,0-1 0 0 0,0 0 1 0 0,0 0-1 0 0,0 1 0 0 0,0-1 0 0 0,1 0 1 0 0,-1 0-1 0 0,0 0 0 0 0,0 1 1 0 0,0-1-1 0 0,0 0 0 0 0,1 0 0 0 0,-1 0 1 0 0,0 0-1 0 0,1 1 0 0 0,55 3 698 0 0,-33-3-457 0 0,-1 0 0 0 0,1 2 1 0 0,0 1-1 0 0,26 7 0 0 0,-43-9-65 0 0,0 0-1 0 0,0 1 0 0 0,0 0 0 0 0,0 0 1 0 0,0 0-1 0 0,-1 1 0 0 0,1-1 1 0 0,-1 2-1 0 0,0-1 0 0 0,0 0 1 0 0,-1 1-1 0 0,1 0 0 0 0,-1 0 0 0 0,0 0 1 0 0,-1 0-1 0 0,1 1 0 0 0,-1 0 1 0 0,0-1-1 0 0,4 12 0 0 0,-6-14-7 0 0,0 1 0 0 0,0 0 0 0 0,0 0 0 0 0,0-1 0 0 0,-1 1-1 0 0,1 0 1 0 0,-1 0 0 0 0,0 0 0 0 0,0 0 0 0 0,-1-1 0 0 0,1 1 0 0 0,-1 0 0 0 0,0 0 0 0 0,0-1-1 0 0,0 1 1 0 0,-2 4 0 0 0,0-3-29 0 0,0 0 1 0 0,0 0-1 0 0,0 0 0 0 0,-1 0 0 0 0,0-1 0 0 0,0 1 0 0 0,0-1 0 0 0,0 0 1 0 0,-8 6-1 0 0,0-2-57 0 0,0-1 0 0 0,-1 0-1 0 0,0-1 1 0 0,0 0 0 0 0,0 0 0 0 0,-1-2 0 0 0,-25 6 0 0 0,20-7-701 0 0,1-1 1 0 0,-1 0-1 0 0,0-2 1 0 0,0 0-1 0 0,-34-5 1 0 0,5-7-5104 0 0,5-7-4932 0 0</inkml:trace>
</inkml:ink>
</file>

<file path=ppt/ink/ink2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0:34.4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18 258 720 0 0,'0'0'1537'0'0,"-4"-23"3743"0"0,-9-38 3668 0 0,13 60-8864 0 0,1 0 1 0 0,0 0 0 0 0,0 0-1 0 0,0 0 1 0 0,0 0-1 0 0,0 0 1 0 0,0 0-1 0 0,0 1 1 0 0,0-1 0 0 0,0 0-1 0 0,0 1 1 0 0,1-1-1 0 0,-1 1 1 0 0,0-1-1 0 0,0 1 1 0 0,0 0 0 0 0,1-1-1 0 0,-1 1 1 0 0,2 0-1 0 0,-1-1-60 0 0,483-129 2021 0 0,-446 119-1992 0 0,-17 4 137 0 0,31-4-1 0 0,-51 10-103 0 0,-1 1-72 0 0,-1 1 1 0 0,1-1-1 0 0,0 0 0 0 0,0 0 1 0 0,0 1-1 0 0,0-1 0 0 0,-1 0 0 0 0,1 1 1 0 0,0-1-1 0 0,0 1 0 0 0,0-1 0 0 0,-1 1 1 0 0,1 0-1 0 0,0-1 0 0 0,-1 1 0 0 0,1 0 1 0 0,-1-1-1 0 0,1 1 0 0 0,-1 0 1 0 0,1-1-1 0 0,-1 1 0 0 0,1 0 0 0 0,-1 0 1 0 0,0 0-1 0 0,1 0 0 0 0,-1-1 0 0 0,0 1 1 0 0,0 0-1 0 0,0 0 0 0 0,1 0 0 0 0,-1 0 1 0 0,0 0-1 0 0,0 0 0 0 0,-1 1 1 0 0,-1 40 555 0 0,1-32-430 0 0,-18 167 1111 0 0,-11 152-986 0 0,26-285-822 0 0,-1 44-2225 0 0,8-30-2282 0 0,2-39-1351 0 0</inkml:trace>
</inkml:ink>
</file>

<file path=ppt/ink/ink2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0:34.7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284 56 748 0 0,'20'-51'11063'0'0,"-20"47"-9537"0"0,-5 8-1119 0 0,-12 19 734 0 0,2-1 0 0 0,0 2 0 0 0,2 0 0 0 0,-17 41 0 0 0,7-15-535 0 0,-20 37-207 0 0,0-2-1250 0 0,-41 114 0 0 0,80-187-161 0 0,-7 27-1149 0 0,11-12-5545 0 0,3-14 2237 0 0</inkml:trace>
</inkml:ink>
</file>

<file path=ppt/ink/ink2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0:35.0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71 340 0 0,'9'-29'6112'0'0,"7"-12"5471"0"0,-26 212-5275 0 0,-34 81-5429 0 0,26-160-2158 0 0,13-32-4928 0 0,9-47 2396 0 0</inkml:trace>
</inkml:ink>
</file>

<file path=ppt/ink/ink2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0:35.5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71 696 0 0,'-3'-11'3877'0'0,"-16"-37"5186"0"0,22 45-8448 0 0,-3 3-585 0 0,0 0 0 0 0,0 0-1 0 0,0-1 1 0 0,0 1 0 0 0,0 0 0 0 0,0 0 0 0 0,0-1 0 0 0,1 1 0 0 0,-1 0 0 0 0,0 0 0 0 0,0-1 0 0 0,0 1-1 0 0,0 0 1 0 0,1 0 0 0 0,-1 0 0 0 0,0-1 0 0 0,0 1 0 0 0,1 0 0 0 0,-1 0 0 0 0,0 0 0 0 0,0 0 0 0 0,1 0 0 0 0,-1 0-1 0 0,0 0 1 0 0,0-1 0 0 0,1 1 0 0 0,-1 0 0 0 0,0 0 0 0 0,0 0 0 0 0,1 0 0 0 0,-1 0 0 0 0,0 0 0 0 0,1 0-1 0 0,-1 1 1 0 0,42-4 526 0 0,-1 2 0 0 0,0 1 0 0 0,51 8 0 0 0,-91-7-546 0 0,1-1 0 0 0,-1 0 0 0 0,1 0 1 0 0,0 1-1 0 0,-1-1 0 0 0,1 0 0 0 0,-1 1 0 0 0,1 0 0 0 0,-1-1 0 0 0,0 1 1 0 0,1 0-1 0 0,-1 0 0 0 0,0 0 0 0 0,1-1 0 0 0,-1 2 0 0 0,0-1 0 0 0,0 0 1 0 0,0 0-1 0 0,0 0 0 0 0,0 0 0 0 0,0 1 0 0 0,0-1 0 0 0,0 0 0 0 0,-1 1 1 0 0,1-1-1 0 0,0 1 0 0 0,-1-1 0 0 0,1 1 0 0 0,-1-1 0 0 0,0 1 1 0 0,1-1-1 0 0,-1 1 0 0 0,0-1 0 0 0,0 1 0 0 0,0-1 0 0 0,0 1 0 0 0,0 0 1 0 0,0-1-1 0 0,-1 1 0 0 0,1-1 0 0 0,0 1 0 0 0,-1-1 0 0 0,-1 4 0 0 0,-1 3 31 0 0,0 0-1 0 0,-1-1 1 0 0,1 1-1 0 0,-2-1 1 0 0,1 1-1 0 0,-8 8 0 0 0,4-7-6 0 0,-6 10 114 0 0,-1-2 0 0 0,-1 0 0 0 0,-24 20 0 0 0,38-35-26 0 0,-1 1-1 0 0,1-1 0 0 0,0 1 1 0 0,-1-1-1 0 0,1 1 0 0 0,0 0 1 0 0,1 0-1 0 0,-4 5 0 0 0,26-7 435 0 0,1-2-145 0 0,0 0 0 0 0,1 1 0 0 0,-1 1 0 0 0,42 7 0 0 0,-53-6-174 0 0,1 1 1 0 0,-1 1-1 0 0,0-1 0 0 0,0 2 0 0 0,0-1 0 0 0,0 2 1 0 0,-1-1-1 0 0,0 1 0 0 0,0 1 0 0 0,0 0 0 0 0,10 10 1 0 0,-18-15-72 0 0,1 1 0 0 0,-1-1 0 0 0,0 1-1 0 0,0 0 1 0 0,0-1 0 0 0,0 1 0 0 0,0 0 0 0 0,-1 0 0 0 0,1 0 0 0 0,-1 0 0 0 0,0 0 0 0 0,0 1 0 0 0,0-1 0 0 0,0 0 0 0 0,-1 0 0 0 0,1 1 0 0 0,-1-1 0 0 0,0 0 0 0 0,0 1 0 0 0,0-1 0 0 0,0 1 0 0 0,-1 3 0 0 0,0-3-40 0 0,-1-1 0 0 0,1 1 1 0 0,-1 0-1 0 0,0 0 1 0 0,0-1-1 0 0,0 1 1 0 0,-1-1-1 0 0,1 1 0 0 0,-1-1 1 0 0,0 0-1 0 0,0 0 1 0 0,0 0-1 0 0,0-1 1 0 0,0 1-1 0 0,-1-1 0 0 0,1 1 1 0 0,-6 1-1 0 0,-3 2-46 0 0,0-1 0 0 0,0 0 0 0 0,-1-1 1 0 0,1 0-1 0 0,-1-1 0 0 0,0 0 0 0 0,-26 1 0 0 0,-25-5-2257 0 0,0-5-4606 0 0,55 5 3426 0 0,1 0 2339 0 0</inkml:trace>
</inkml:ink>
</file>

<file path=ppt/ink/ink2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0:37.7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1 117 2220 0 0,'0'-30'14295'0'0,"0"29"-14248"0"0,0 0 0 0 0,1 1 0 0 0,-1-1 0 0 0,1 1 0 0 0,-1-1 0 0 0,1 1 0 0 0,-1-1 0 0 0,1 1 0 0 0,-1-1 0 0 0,1 1 0 0 0,-1-1 0 0 0,1 1 0 0 0,0 0 0 0 0,-1-1 0 0 0,1 1 0 0 0,0 0 1 0 0,-1 0-1 0 0,1-1 0 0 0,0 1 0 0 0,-1 0 0 0 0,1 0 0 0 0,0 0 0 0 0,0 0 0 0 0,1 0 0 0 0,37-7 173 0 0,0-1 0 0 0,44-15 1 0 0,13-3-735 0 0,-94 25 116 0 0,0 1 0 0 0,0-1 0 0 0,0 0 0 0 0,-1 0 0 0 0,1 0 0 0 0,0 0 0 0 0,0 0 0 0 0,-1 0 0 0 0,1-1 0 0 0,2-1 0 0 0</inkml:trace>
</inkml:ink>
</file>

<file path=ppt/ink/ink2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0: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46 48 0 0,'1'-3'2369'0'0,"16"-40"8572"0"0,-16 48-10372 0 0,0 1 0 0 0,-1-1 0 0 0,1 0 0 0 0,-1 9 0 0 0,17 192 5736 0 0,3 89-4769 0 0,-18-227-4622 0 0,-1-60 1584 0 0,0-1 0 0 0,1-1 0 0 0,4 15 0 0 0</inkml:trace>
</inkml:ink>
</file>

<file path=ppt/ink/ink2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0:38.2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363 68 1956 0 0,'35'-62'12744'0'0,"-33"57"-10369"0"0,-6 12-1419 0 0,-88 145 3773 0 0,-43 64-3380 0 0,114-185-1430 0 0,-66 100 75 0 0,36-40-4872 0 0,41-67 1744 0 0</inkml:trace>
</inkml:ink>
</file>

<file path=ppt/ink/ink2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0:38.5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54 148 0 0,'33'-53'15469'0'0,"-32"55"-15188"0"0,0 1 0 0 0,0-1 1 0 0,0 1-1 0 0,0 0 1 0 0,0 0-1 0 0,-1-1 0 0 0,1 1 1 0 0,-1 0-1 0 0,1 0 0 0 0,-1 4 1 0 0,-1 35 1216 0 0,0-33-1218 0 0,-4 58 273 0 0,-4 0-1 0 0,-22 93 1 0 0,30-160-571 0 0,-2 13-868 0 0,1-1 0 0 0,-3 21-1 0 0,6-12-2706 0 0,4-1-3779 0 0</inkml:trace>
</inkml:ink>
</file>

<file path=ppt/ink/ink2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0:39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2 217 152 0 0,'-1'-16'3363'0'0,"1"2"-976"0"0,0 1-1 0 0,1 0 1 0 0,4-25 0 0 0,-3 33-2145 0 0,-1-1 0 0 0,1 1 0 0 0,0 0 0 0 0,1 0 1 0 0,-1 0-1 0 0,1 1 0 0 0,0-1 0 0 0,1 0 0 0 0,-1 1 1 0 0,1 0-1 0 0,-1 0 0 0 0,9-7 0 0 0,-5 5-121 0 0,1 0 0 0 0,0 1 1 0 0,0 0-1 0 0,1 0 0 0 0,-1 0 0 0 0,1 1 0 0 0,0 0 0 0 0,0 1 0 0 0,0 0 1 0 0,1 1-1 0 0,-1 0 0 0 0,1 0 0 0 0,-1 1 0 0 0,1 0 0 0 0,0 0 1 0 0,12 2-1 0 0,-20-1-98 0 0,0 0 1 0 0,0 1-1 0 0,0-1 0 0 0,0 0 1 0 0,0 1-1 0 0,0 0 1 0 0,0-1-1 0 0,0 1 1 0 0,0 0-1 0 0,0 0 1 0 0,-1 0-1 0 0,1 0 1 0 0,0 0-1 0 0,-1 0 0 0 0,1 1 1 0 0,-1-1-1 0 0,1 1 1 0 0,-1-1-1 0 0,0 1 1 0 0,1-1-1 0 0,-1 1 1 0 0,0 0-1 0 0,0-1 0 0 0,0 1 1 0 0,0 0-1 0 0,-1 0 1 0 0,1 0-1 0 0,0 0 1 0 0,-1 0-1 0 0,1 0 1 0 0,-1 0-1 0 0,0 0 1 0 0,0 0-1 0 0,0 0 0 0 0,0 0 1 0 0,0 0-1 0 0,0 0 1 0 0,-1 3-1 0 0,0 5 77 0 0,0 0-1 0 0,-2-1 1 0 0,1 1-1 0 0,-1 0 1 0 0,-8 17-1 0 0,-53 84 317 0 0,63-109-380 0 0,1-2-34 0 0,0 0 0 0 0,0 0 0 0 0,0 0 0 0 0,0 0 0 0 0,-1 0 1 0 0,1 0-1 0 0,0 1 0 0 0,0-1 0 0 0,0 0 0 0 0,0 0 0 0 0,0 0 1 0 0,0 0-1 0 0,0 0 0 0 0,-1 0 0 0 0,1 1 0 0 0,0-1 1 0 0,0 0-1 0 0,0 0 0 0 0,0 0 0 0 0,0 0 0 0 0,0 1 0 0 0,0-1 1 0 0,0 0-1 0 0,0 0 0 0 0,0 0 0 0 0,0 0 0 0 0,0 1 0 0 0,0-1 1 0 0,0 0-1 0 0,0 0 0 0 0,0 0 0 0 0,0 0 0 0 0,0 1 0 0 0,0-1 1 0 0,0 0-1 0 0,0 0 0 0 0,0 0 0 0 0,0 0 0 0 0,1 1 1 0 0,-1-1-1 0 0,0 0 0 0 0,0 0 0 0 0,0 0 0 0 0,0 0 0 0 0,0 0 1 0 0,0 0-1 0 0,1 1 0 0 0,4 7 55 0 0,-4-7-57 0 0,0 0 22 0 0,3 0 16 0 0,57 5 360 0 0,-37-1-41 0 0,-1 0 1 0 0,1 1-1 0 0,37 16 0 0 0,-49-16-80 0 0,-1 0 1 0 0,1 0-1 0 0,-1 1 0 0 0,-1 0 0 0 0,0 1 1 0 0,0 0-1 0 0,0 1 0 0 0,12 14 0 0 0,-19-19-118 0 0,0-1 0 0 0,-1 0 0 0 0,1 1 0 0 0,-1-1 0 0 0,0 1 0 0 0,0 0-1 0 0,-1-1 1 0 0,1 1 0 0 0,-1 0 0 0 0,0 0 0 0 0,0 0 0 0 0,0 0 0 0 0,0 1 0 0 0,-1-1-1 0 0,0 0 1 0 0,0 0 0 0 0,0 0 0 0 0,0 0 0 0 0,0 1 0 0 0,-1-1 0 0 0,0 0 0 0 0,0 0 0 0 0,0 0-1 0 0,0 0 1 0 0,-4 7 0 0 0,1-5 117 0 0,0 1 0 0 0,0-1-1 0 0,-1 0 1 0 0,0 0 0 0 0,0 0-1 0 0,0 0 1 0 0,-1-1 0 0 0,1 0-1 0 0,-1 0 1 0 0,-1-1 0 0 0,1 0 0 0 0,-1 0-1 0 0,-9 4 1 0 0,-3 1-1122 0 0,-1-2 0 0 0,1-1 1 0 0,-1 0-1 0 0,0-2 0 0 0,-40 5 0 0 0,28-8-762 0 0,1 0 0 0 0,-1-3 0 0 0,-35-5-1 0 0,50 6-5430 0 0</inkml:trace>
</inkml:ink>
</file>

<file path=ppt/ink/ink2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0:49.8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77 684 0 0,'-3'0'959'0'0,"-26"3"2686"0"0,26-2-2791 0 0,-12-2 1135 0 0,14 2-1778 0 0,-1-1 1 0 0,1 0-1 0 0,-1 0 0 0 0,0 0 0 0 0,1 0 0 0 0,-1 0 0 0 0,1-1 1 0 0,-1 1-1 0 0,0 0 0 0 0,1-1 0 0 0,-1 1 0 0 0,1-1 0 0 0,-1 1 1 0 0,1-1-1 0 0,0 0 0 0 0,-1 0 0 0 0,1 1 0 0 0,0-1 0 0 0,-2-2 0 0 0,1 2 30 0 0,8-15 305 0 0,2 10-507 0 0,-1 0 1 0 0,2 0-1 0 0,-1 1 1 0 0,1 1 0 0 0,-1-1-1 0 0,1 1 1 0 0,1 1 0 0 0,-1-1-1 0 0,0 2 1 0 0,1-1 0 0 0,0 1-1 0 0,-1 1 1 0 0,1 0 0 0 0,0 0-1 0 0,16 1 1 0 0,-17 1-40 0 0,0-1 1 0 0,1 2 0 0 0,-1-1 0 0 0,0 1-1 0 0,1 1 1 0 0,-1 0 0 0 0,13 5-1 0 0,-17-5 7 0 0,0 0-1 0 0,0 0 0 0 0,0 0 0 0 0,0 0 0 0 0,-1 1 0 0 0,1 0 1 0 0,-1 0-1 0 0,0 0 0 0 0,0 1 0 0 0,0-1 0 0 0,-1 1 0 0 0,5 8 1 0 0,-4-5 97 0 0,-2-1 1 0 0,1 1 0 0 0,-1 0 0 0 0,0 0 0 0 0,-1 0 0 0 0,1 0 0 0 0,-2 1 0 0 0,1-1 0 0 0,-1 0 0 0 0,-1 0-1 0 0,1 1 1 0 0,-1-1 0 0 0,-1 0 0 0 0,0 0 0 0 0,0 0 0 0 0,-5 13 0 0 0,-6 11 673 0 0,-1 0-1 0 0,-28 46 1 0 0,33-64-471 0 0,-38 73 1139 0 0,47-87-1441 0 0,0 1 0 0 0,-1-1 0 0 0,1 0 0 0 0,0 1 0 0 0,0-1 0 0 0,0 1 0 0 0,0-1 0 0 0,0 0 1 0 0,-1 1-1 0 0,1-1 0 0 0,0 1 0 0 0,0-1 0 0 0,0 0 0 0 0,0 1 0 0 0,0-1 0 0 0,0 1 0 0 0,0-1 0 0 0,0 0 0 0 0,0 1 0 0 0,1-1 1 0 0,-1 1-1 0 0,0-1 0 0 0,0 0 0 0 0,0 1 0 0 0,0-1 0 0 0,0 0 0 0 0,1 1 0 0 0,-1-1 0 0 0,0 0 0 0 0,0 1 0 0 0,1-1 0 0 0,-1 0 1 0 0,0 1-1 0 0,1-1 0 0 0,-1 0 0 0 0,0 0 0 0 0,1 1 0 0 0,-1-1 0 0 0,0 0 0 0 0,1 0 0 0 0,-1 0 0 0 0,0 0 0 0 0,1 1 0 0 0,-1-1 0 0 0,1 0 1 0 0,-1 0-1 0 0,0 0 0 0 0,1 0 0 0 0,-1 0 0 0 0,1 0 0 0 0,-1 0 0 0 0,0 0 0 0 0,1 0 0 0 0,0 0 0 0 0,26-2 67 0 0,29-12-111 0 0,0-1 0 0 0,64-28 0 0 0,-44 15-416 0 0,184-66-3256 0 0,-89 26-4525 0 0,-130 50 3078 0 0</inkml:trace>
</inkml:ink>
</file>

<file path=ppt/ink/ink2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0:52.0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48 106 1352 0 0,'-3'-14'1880'0'0,"0"1"0"0"0,-2-1 0 0 0,1 1 0 0 0,-9-15 1 0 0,7 14-380 0 0,-1 5-828 0 0,3 13-107 0 0,2 13-328 0 0,3 84-1017 0 0,19 125-1 0 0,-7-176-2375 0 0,-7-32 573 0 0,-1 2-1449 0 0</inkml:trace>
</inkml:ink>
</file>

<file path=ppt/ink/ink2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0:52.4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0 128 616 0 0,'10'-32'4304'0'0,"-7"26"-3307"0"0,-1 0-1 0 0,0 0 1 0 0,0 0-1 0 0,-1 0 1 0 0,2-13-1 0 0,-3 19-970 0 0,0 0 1 0 0,0 0-1 0 0,0 0 1 0 0,0 0-1 0 0,0 0 1 0 0,1 0-1 0 0,-1 0 1 0 0,0 0-1 0 0,0 0 1 0 0,0 0-1 0 0,0 1 1 0 0,0-1-1 0 0,0 0 0 0 0,1 0 1 0 0,-1 0-1 0 0,0 0 1 0 0,0 0-1 0 0,0-1 1 0 0,0 1-1 0 0,0 0 1 0 0,0 0-1 0 0,1 0 1 0 0,-1 0-1 0 0,0 0 1 0 0,0 0-1 0 0,0 0 0 0 0,0 0 1 0 0,0 0-1 0 0,0 0 1 0 0,0 0-1 0 0,0 0 1 0 0,1 0-1 0 0,-1 0 1 0 0,0 0-1 0 0,0-1 1 0 0,0 1-1 0 0,0 0 1 0 0,0 0-1 0 0,0 0 0 0 0,0 0 1 0 0,0 0-1 0 0,5 15 612 0 0,-9 59 818 0 0,1-40-989 0 0,4 58-1 0 0,0-83-438 0 0,0 0 0 0 0,0 0 0 0 0,1 0 0 0 0,0 0 0 0 0,1 0 0 0 0,0 0 0 0 0,0-1 0 0 0,1 1 0 0 0,0-1 0 0 0,1 0 0 0 0,5 8 0 0 0,-8-13-18 0 0,1 0 0 0 0,0 0 0 0 0,-1 0 0 0 0,1-1 0 0 0,0 1 0 0 0,0-1 0 0 0,1 1 0 0 0,-1-1 0 0 0,0 0 0 0 0,1 0 0 0 0,0-1 0 0 0,-1 1 0 0 0,1-1 0 0 0,0 0 0 0 0,0 1 0 0 0,0-2 0 0 0,-1 1 0 0 0,1 0 0 0 0,0-1-1 0 0,0 0 1 0 0,0 0 0 0 0,0 0 0 0 0,0 0 0 0 0,0-1 0 0 0,0 0 0 0 0,0 1 0 0 0,0-1 0 0 0,0-1 0 0 0,-1 1 0 0 0,1 0 0 0 0,0-1 0 0 0,-1 0 0 0 0,6-3 0 0 0,-2 1 6 0 0,0-1 1 0 0,-1 0-1 0 0,1 0 1 0 0,-1 0-1 0 0,0-1 0 0 0,0 0 1 0 0,0 0-1 0 0,-1-1 1 0 0,0 1-1 0 0,0-1 1 0 0,-1 0-1 0 0,0 0 0 0 0,0-1 1 0 0,0 1-1 0 0,2-11 1 0 0,-2 1 3 0 0,-1 0-1 0 0,-1-1 1 0 0,0 1 0 0 0,-1-1-1 0 0,-3-32 1 0 0,1 40-12 0 0,0 0 0 0 0,-1 0 0 0 0,0 0 0 0 0,-1 0 0 0 0,0 0 0 0 0,0 0 0 0 0,-1 1 0 0 0,-1-1 0 0 0,1 1 0 0 0,-1 1 0 0 0,-9-13 0 0 0,12 19-18 0 0,0 0 0 0 0,0 0 0 0 0,0 1 0 0 0,0-1 0 0 0,0 1 0 0 0,0-1 0 0 0,-1 1 0 0 0,1 0 0 0 0,-1-1 0 0 0,1 1 0 0 0,0 1 0 0 0,-1-1-1 0 0,0 0 1 0 0,1 1 0 0 0,-1-1 0 0 0,1 1 0 0 0,-1 0 0 0 0,0-1 0 0 0,1 1 0 0 0,-1 1 0 0 0,0-1 0 0 0,1 0 0 0 0,-1 1 0 0 0,1-1-1 0 0,-1 1 1 0 0,-3 1 0 0 0,1 0-36 0 0,0 0-1 0 0,-1 1 0 0 0,1-1 1 0 0,0 1-1 0 0,0 0 1 0 0,0 0-1 0 0,1 1 0 0 0,-1 0 1 0 0,1 0-1 0 0,0 0 1 0 0,-5 6-1 0 0,4-3-452 0 0,0 0 0 0 0,1 0 0 0 0,0 0 0 0 0,0 1 0 0 0,-4 12 0 0 0,6-14-477 0 0,0-1 0 0 0,1 1-1 0 0,0 0 1 0 0,0 0 0 0 0,1 7 0 0 0,0 1-3127 0 0</inkml:trace>
</inkml:ink>
</file>

<file path=ppt/ink/ink2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0:52.7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200 27 964 0 0,'37'-26'10442'0'0,"-31"52"-7297"0"0,-7-3-2144 0 0,-1 1 0 0 0,-1-1-1 0 0,-11 41 1 0 0,-27 68-338 0 0,31-104-479 0 0,-27 78-387 0 0,-52 164 49 0 0,65-179-3600 0 0,5 1-3691 0 0,16-74 2004 0 0</inkml:trace>
</inkml:ink>
</file>

<file path=ppt/ink/ink2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0:52.9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62 168 0 0,'35'-62'16059'0'0,"-33"63"-15316"0"0,-2-1-708 0 0,0 0-1 0 0,1 0 1 0 0,-1 0-1 0 0,1 0 1 0 0,-1 0-1 0 0,0 0 1 0 0,1 0-1 0 0,-1 0 1 0 0,0 0-1 0 0,1 1 1 0 0,-1-1-1 0 0,0 0 1 0 0,1 0-1 0 0,-1 0 1 0 0,0 1-1 0 0,1-1 1 0 0,-1 0-1 0 0,0 0 1 0 0,0 0-1 0 0,1 1 1 0 0,-1-1-1 0 0,0 0 1 0 0,0 1-1 0 0,0-1 1 0 0,1 0-1 0 0,-1 1 1 0 0,0-1-1 0 0,-2 28 558 0 0,-1-1 0 0 0,-1 0-1 0 0,-9 28 1 0 0,-2 16-335 0 0,9-36-329 0 0,-9 59-1003 0 0,14-82-275 0 0,1 1-1 0 0,0-1 0 0 0,0 0 1 0 0,1 1-1 0 0,5 18 0 0 0,-2-19-2374 0 0,2 0-1455 0 0</inkml:trace>
</inkml:ink>
</file>

<file path=ppt/ink/ink2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0:53.4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136 215 2432 0 0,'2'-21'2138'0'0,"0"0"0"0"0,1 0 0 0 0,8-27-1 0 0,-9 42-1883 0 0,0 0-1 0 0,1 0 1 0 0,0 0-1 0 0,0 0 1 0 0,0 0-1 0 0,1 1 1 0 0,0-1-1 0 0,0 1 1 0 0,0 0-1 0 0,0 0 0 0 0,1 0 1 0 0,0 1-1 0 0,0 0 1 0 0,10-7-1 0 0,-12 9-186 0 0,0 0-1 0 0,0 0 1 0 0,0 1-1 0 0,0-1 1 0 0,0 0-1 0 0,1 1 1 0 0,-1 0 0 0 0,1 0-1 0 0,-1 0 1 0 0,0 0-1 0 0,1 1 1 0 0,0-1-1 0 0,-1 1 1 0 0,1 0-1 0 0,-1 0 1 0 0,1 0-1 0 0,3 1 1 0 0,-5 0-26 0 0,0-1 1 0 0,-1 1-1 0 0,1 0 1 0 0,-1-1-1 0 0,1 1 0 0 0,-1 0 1 0 0,1 0-1 0 0,-1 0 1 0 0,0 0-1 0 0,0 1 1 0 0,1-1-1 0 0,-1 0 0 0 0,0 1 1 0 0,0-1-1 0 0,0 0 1 0 0,0 1-1 0 0,0-1 1 0 0,-1 1-1 0 0,1-1 0 0 0,0 1 1 0 0,-1 0-1 0 0,1-1 1 0 0,-1 1-1 0 0,0 0 1 0 0,1 2-1 0 0,0 3 164 0 0,0-1-1 0 0,-1 1 1 0 0,0 0-1 0 0,-1 10 1 0 0,-1 0 80 0 0,-1-1 0 0 0,-1 0 0 0 0,0 0 0 0 0,-11 24 0 0 0,-32 59 395 0 0,31-68-517 0 0,-7 20 217 0 0,23-50-379 0 0,0-1 1 0 0,0 0-1 0 0,0 0 1 0 0,0 1-1 0 0,0-1 1 0 0,0 0-1 0 0,0 1 1 0 0,0-1-1 0 0,1 0 1 0 0,-1 0-1 0 0,0 1 1 0 0,0-1-1 0 0,0 0 1 0 0,0 1-1 0 0,0-1 1 0 0,0 0-1 0 0,1 0 1 0 0,-1 1-1 0 0,0-1 1 0 0,0 0-1 0 0,0 0 1 0 0,1 0-1 0 0,-1 1 1 0 0,0-1-1 0 0,0 0 1 0 0,1 0-1 0 0,-1 0 1 0 0,0 0-1 0 0,0 1 1 0 0,1-1-1 0 0,-1 0 1 0 0,0 0-1 0 0,0 0 1 0 0,1 0-1 0 0,-1 0 1 0 0,0 0-1 0 0,1 0 1 0 0,-1 0-1 0 0,0 0 1 0 0,1 0-1 0 0,-1 0 1 0 0,1 0-1 0 0,16 1 14 0 0,-8-2 6 0 0,23-3-10 0 0,-1 1 0 0 0,41 3 0 0 0,-62 1 32 0 0,0 0-1 0 0,1 0 1 0 0,-2 1 0 0 0,1 1-1 0 0,0 0 1 0 0,0 0-1 0 0,-1 1 1 0 0,0 0 0 0 0,0 1-1 0 0,0 0 1 0 0,11 8-1 0 0,-17-11 161 0 0,1 1 0 0 0,-1-1-1 0 0,-1 1 1 0 0,1 0 0 0 0,0 0 0 0 0,0 0-1 0 0,-1 1 1 0 0,0-1 0 0 0,0 0-1 0 0,0 1 1 0 0,0 0 0 0 0,0-1 0 0 0,-1 1-1 0 0,0 0 1 0 0,2 6 0 0 0,-2-5 121 0 0,-1 1 0 0 0,0 0 1 0 0,0-1-1 0 0,0 1 0 0 0,0-1 0 0 0,-1 1 1 0 0,0 0-1 0 0,0-1 0 0 0,-1 1 1 0 0,-1 5-1 0 0,-2 1 71 0 0,-1-1 0 0 0,0 1 1 0 0,0-1-1 0 0,-1 0 0 0 0,0-1 0 0 0,-1 0 1 0 0,-1 0-1 0 0,1 0 0 0 0,-11 8 0 0 0,-1-2-289 0 0,-1-1 0 0 0,-1 0 0 0 0,0-2 0 0 0,-1 0 0 0 0,0-2 0 0 0,-1-1 0 0 0,-42 13-1 0 0,41-16-573 0 0,0-1-1 0 0,0-2 0 0 0,-1 0 0 0 0,-35-1 0 0 0,18-5-4158 0 0,25-5 353 0 0</inkml:trace>
</inkml:ink>
</file>

<file path=ppt/ink/ink2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0:54.6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0 242 992 0 0,'10'-14'2029'0'0,"24"-30"5303"0"0,-31 56-5672 0 0,-4-2-1025 0 0,1 0 1 0 0,-1 0-1 0 0,-1 0 0 0 0,-3 13 1 0 0,0-1 27 0 0,-1 7-165 0 0,1 0 1 0 0,2 1-1 0 0,1-1 0 0 0,1 1 0 0 0,4 35 0 0 0,-2-57-465 0 0,0 1 0 0 0,0-1 0 0 0,1 0 0 0 0,1 0 1 0 0,-1 0-1 0 0,1-1 0 0 0,0 1 0 0 0,1-1 0 0 0,0 1 0 0 0,0-1 1 0 0,1 0-1 0 0,0-1 0 0 0,0 1 0 0 0,0-1 0 0 0,1 0 0 0 0,0 0 1 0 0,0 0-1 0 0,0-1 0 0 0,1 0 0 0 0,0-1 0 0 0,0 1 0 0 0,0-1 1 0 0,11 4-1 0 0,-2-2 12 0 0,1-1 1 0 0,-1-1-1 0 0,1-1 1 0 0,-1 0-1 0 0,1-1 1 0 0,0-1-1 0 0,0 0 0 0 0,0-2 1 0 0,26-3-1 0 0,-24 2 85 0 0,0-2 0 0 0,0 0 0 0 0,-1-1 0 0 0,1-1-1 0 0,-1-1 1 0 0,0 0 0 0 0,-1-1 0 0 0,19-12 0 0 0,-27 13-69 0 0,1 0 0 0 0,-1 0 0 0 0,-1-1 0 0 0,1 0 0 0 0,-1 0 0 0 0,-1-1 1 0 0,1 0-1 0 0,-2 0 0 0 0,1-1 0 0 0,-1 0 0 0 0,-1 0 0 0 0,7-17 0 0 0,-7 14-28 0 0,-1 0 0 0 0,-1-1-1 0 0,0 1 1 0 0,-1-1 0 0 0,0 0-1 0 0,-1 0 1 0 0,-1 0 0 0 0,0 0-1 0 0,-4-22 1 0 0,1 18-24 0 0,-1 0 0 0 0,-1 1 0 0 0,0-1 0 0 0,-1 1 0 0 0,-1 0 0 0 0,0 0-1 0 0,-2 1 1 0 0,0 0 0 0 0,0 1 0 0 0,-2 0 0 0 0,0 0 0 0 0,0 1 0 0 0,-2 1 0 0 0,1 0 0 0 0,-2 0 0 0 0,-16-12 0 0 0,20 18-132 0 0,-1 1 0 0 0,1 0-1 0 0,-1 0 1 0 0,0 1 0 0 0,-13-5 0 0 0,20 9-184 0 0,1 0-1 0 0,-1 0 1 0 0,0 0 0 0 0,1 1 0 0 0,-1-1 0 0 0,0 1 0 0 0,0 0 0 0 0,0 0 0 0 0,1 0 0 0 0,-1 1-1 0 0,0-1 1 0 0,1 1 0 0 0,-1 0 0 0 0,0 0 0 0 0,1 0 0 0 0,-1 0 0 0 0,1 1 0 0 0,-1 0 0 0 0,1-1 0 0 0,-4 4-1 0 0,1 7-2574 0 0</inkml:trace>
</inkml:ink>
</file>

<file path=ppt/ink/ink2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0:55.1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89 1116 0 0,'0'-2'2066'0'0,"-2"-62"8093"0"0,2 62-9486 0 0,-2-19 2120 0 0,2 147-395 0 0,3 223-1102 0 0,4-216-2698 0 0,7-45-6414 0 0,-11-77 4124 0 0</inkml:trace>
</inkml:ink>
</file>

<file path=ppt/ink/ink2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0:56.2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68 64 0 0,'5'-36'7983'0'0,"1"5"-259"0"0,-8 163-5852 0 0,0 68-816 0 0,5-144-2302 0 0,14 86-1 0 0,-2-84-2159 0 0,-13-53 2194 0 0,0 1-1 0 0,1-1 1 0 0,-1 0 0 0 0,7 9 0 0 0,1-4-3123 0 0</inkml:trace>
</inkml:ink>
</file>

<file path=ppt/ink/ink2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0:56.5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381 74 1976 0 0,'6'-18'3631'0'0,"-1"1"1"0"0,3-22 1516 0 0,-10 40-4966 0 0,-1 0-1 0 0,1 1 1 0 0,0-1 0 0 0,0 1-1 0 0,-1-1 1 0 0,1 1-1 0 0,0 0 1 0 0,1 0 0 0 0,-1 0-1 0 0,0 0 1 0 0,0 0-1 0 0,1 0 1 0 0,-1 0-1 0 0,-1 4 1 0 0,-3 3 296 0 0,-3 2-218 0 0,-159 202 2404 0 0,136-167-2724 0 0,1 2-1 0 0,-42 91 1 0 0,60-109-1447 0 0,-9 34-1 0 0,9 0-7271 0 0,11-50 2645 0 0</inkml:trace>
</inkml:ink>
</file>

<file path=ppt/ink/ink2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0:56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83 1172 0 0,'7'-19'3611'0'0,"-3"10"-1277"0"0,-1 0 0 0 0,0 0 0 0 0,0-1 0 0 0,2-17 0 0 0,7 47-346 0 0,-10 193 1229 0 0,-3-77-4084 0 0,11 0-7885 0 0,-8-126 4793 0 0</inkml:trace>
</inkml:ink>
</file>

<file path=ppt/ink/ink2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0:57.3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158 115 1056 0 0,'3'-15'2586'0'0,"1"-1"1"0"0,0 1-1 0 0,1 0 1 0 0,8-17-1 0 0,-12 31-2488 0 0,0-1 1 0 0,1 0-1 0 0,-1 1 0 0 0,1-1 0 0 0,-1 1 1 0 0,1-1-1 0 0,0 1 0 0 0,-1 0 1 0 0,1 0-1 0 0,0 0 0 0 0,0 0 1 0 0,0 0-1 0 0,0 0 0 0 0,0 0 0 0 0,0 1 1 0 0,0-1-1 0 0,0 1 0 0 0,4-1 1 0 0,35 1 633 0 0,-39 0-708 0 0,1 0 0 0 0,-1 1 0 0 0,0-1 1 0 0,0 1-1 0 0,0 0 0 0 0,0 0 1 0 0,0 0-1 0 0,0 0 0 0 0,-1 0 0 0 0,1 0 1 0 0,0 0-1 0 0,0 0 0 0 0,-1 1 1 0 0,1-1-1 0 0,-1 1 0 0 0,1-1 0 0 0,-1 1 1 0 0,1 0-1 0 0,1 3 0 0 0,-1-1 47 0 0,0 0-1 0 0,0 1 0 0 0,0-1 1 0 0,0 1-1 0 0,-1-1 0 0 0,2 10 1 0 0,-2-8-15 0 0,-1 0 1 0 0,0 0 0 0 0,0 0 0 0 0,0 0-1 0 0,-1 0 1 0 0,1 0 0 0 0,-1 0-1 0 0,-3 6 1 0 0,-19 46 242 0 0,-2 4 3 0 0,24-58-286 0 0,-2 2-3 0 0,3-5-3 0 0,15 2-1 0 0,-1-8-6 0 0,0 1 1 0 0,0 0-1 0 0,0 2 1 0 0,0-1-1 0 0,23 1 0 0 0,-24 1 2 0 0,-3 1-6 0 0,-1 0-1 0 0,1 0 1 0 0,0 1-1 0 0,0 1 0 0 0,-1-1 1 0 0,1 2-1 0 0,-1-1 1 0 0,1 1-1 0 0,-1 1 0 0 0,0-1 1 0 0,0 2-1 0 0,0-1 1 0 0,10 8-1 0 0,-15-9 93 0 0,0 1-1 0 0,0-1 0 0 0,0 0 1 0 0,-1 1-1 0 0,1 0 1 0 0,-1 0-1 0 0,0 0 0 0 0,0 0 1 0 0,-1 0-1 0 0,1 1 1 0 0,-1-1-1 0 0,0 1 1 0 0,0 0-1 0 0,0-1 0 0 0,-1 1 1 0 0,1 0-1 0 0,-1 0 1 0 0,0 0-1 0 0,-1 0 1 0 0,1 0-1 0 0,-1 0 0 0 0,0 0 1 0 0,-1 1-1 0 0,1-1 1 0 0,-1 0-1 0 0,0 0 1 0 0,-2 6-1 0 0,0-1 114 0 0,0-1 0 0 0,-1 0 0 0 0,0 0 0 0 0,0 0 0 0 0,-1-1 0 0 0,0 0 0 0 0,-1 0 0 0 0,0 0 0 0 0,0 0 0 0 0,-11 10 0 0 0,5-8-32 0 0,0-1 0 0 0,0 0 0 0 0,0 0 0 0 0,-1-1 0 0 0,-1-1 0 0 0,-17 7 0 0 0,4-4-643 0 0,-1-1 0 0 0,0-1 0 0 0,0-2-1 0 0,-1-1 1 0 0,0-1 0 0 0,-48 0 0 0 0,56-4-1870 0 0,-41-7 0 0 0,9-6-4537 0 0,22 1-568 0 0</inkml:trace>
</inkml:ink>
</file>

<file path=ppt/ink/ink2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0:58.0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60 2292 0 0,'2'-11'10856'0'0,"-2"10"-10752"0"0,0 0-1 0 0,0 0 1 0 0,0 0 0 0 0,1 0 0 0 0,-1 0-1 0 0,0 0 1 0 0,0 0 0 0 0,1 0 0 0 0,-1 0-1 0 0,1 0 1 0 0,-1 0 0 0 0,1 0 0 0 0,-1 0-1 0 0,1 0 1 0 0,0 1 0 0 0,-1-1 0 0 0,1 0-1 0 0,0 0 1 0 0,-1 1 0 0 0,1-1 0 0 0,0 0-1 0 0,0 1 1 0 0,0-1 0 0 0,0 1 0 0 0,0-1-1 0 0,1 0 1 0 0,31-7-78 0 0,-18 6 181 0 0,14-2-144 0 0,55-2 0 0 0,-16 2-3392 0 0,-66 4 2147 0 0,16-2-3776 0 0</inkml:trace>
</inkml:ink>
</file>

<file path=ppt/ink/ink2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0:58.3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98 1676 0 0,'2'-2'2093'0'0,"6"-10"526"0"0,1 2 1 0 0,14-14-1 0 0,-17 18-2303 0 0,1 1-1 0 0,-1 0 1 0 0,1 1-1 0 0,1-1 1 0 0,-1 1-1 0 0,0 1 1 0 0,1-1 0 0 0,0 1-1 0 0,11-3 1 0 0,-15 5-223 0 0,1 0 1 0 0,0 0-1 0 0,0 0 0 0 0,0 1 1 0 0,0-1-1 0 0,-1 1 1 0 0,1 0-1 0 0,0 1 1 0 0,0-1-1 0 0,0 1 1 0 0,0 0-1 0 0,-1 0 0 0 0,1 1 1 0 0,0-1-1 0 0,-1 1 1 0 0,1 0-1 0 0,-1 0 1 0 0,0 1-1 0 0,0-1 0 0 0,1 1 1 0 0,-2 0-1 0 0,1 0 1 0 0,0 0-1 0 0,-1 1 1 0 0,1-1-1 0 0,-1 1 1 0 0,0 0-1 0 0,0 0 0 0 0,0 0 1 0 0,-1 0-1 0 0,0 0 1 0 0,1 1-1 0 0,-2-1 1 0 0,1 1-1 0 0,0-1 0 0 0,-1 1 1 0 0,0 0-1 0 0,0 0 1 0 0,0-1-1 0 0,0 6 1 0 0,-1 4 188 0 0,-1 0 0 0 0,0 0 0 0 0,-1-1 0 0 0,0 1 0 0 0,-1-1 0 0 0,-8 22 0 0 0,-36 74 933 0 0,26-65-767 0 0,-58 107 876 0 0,78-151-1318 0 0,1 1-1 0 0,-1 0 0 0 0,1-1 0 0 0,-1 1 0 0 0,1-1 0 0 0,0 1 0 0 0,-1 0 0 0 0,1-1 0 0 0,0 1 0 0 0,0 0 0 0 0,-1-1 0 0 0,1 1 0 0 0,0 0 0 0 0,0 0 0 0 0,0-1 0 0 0,0 1 0 0 0,0 0 0 0 0,0 0 0 0 0,0-1 1 0 0,0 1-1 0 0,0 0 0 0 0,0 0 0 0 0,0-1 0 0 0,1 1 0 0 0,-1 0 0 0 0,0-1 0 0 0,0 1 0 0 0,1 0 0 0 0,-1-1 0 0 0,1 1 0 0 0,-1 0 0 0 0,0-1 0 0 0,1 1 0 0 0,-1-1 0 0 0,1 1 0 0 0,-1-1 0 0 0,1 1 0 0 0,0-1 1 0 0,-1 1-1 0 0,2 0 0 0 0,1 0-1 0 0,0-1 0 0 0,0 1 0 0 0,0 0 0 0 0,0-1 0 0 0,0 0 0 0 0,0 0 0 0 0,4 0 0 0 0,-4 0 5 0 0,34-1-559 0 0,-1-2 0 0 0,55-11-1 0 0,68-26-6354 0 0,-90 17 150 0 0,-33 10 646 0 0</inkml:trace>
</inkml:ink>
</file>

<file path=ppt/ink/ink2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0:58.6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325 27 2048 0 0,'-6'-11'6987'0'0,"-1"-4"-3024"0"0,7 15-3874 0 0,0 0 1 0 0,-1 0-1 0 0,1 0 1 0 0,0 0-1 0 0,0 0 0 0 0,0 0 1 0 0,-1 0-1 0 0,1 0 1 0 0,0 0-1 0 0,0 0 1 0 0,-1 0-1 0 0,1 0 1 0 0,0 0-1 0 0,0 0 0 0 0,-1 0 1 0 0,1 0-1 0 0,0 0 1 0 0,0 0-1 0 0,-1 0 1 0 0,1 0-1 0 0,0 0 1 0 0,0 0-1 0 0,-1 0 0 0 0,1 0 1 0 0,0 1 178 0 0,-1-1-178 0 0,-1 2 196 0 0,0 1 0 0 0,0 0 0 0 0,0-1 1 0 0,0 1-1 0 0,0 0 0 0 0,0 0 0 0 0,-1 4 1 0 0,-140 302 2310 0 0,131-283-2682 0 0,-73 164-845 0 0,70-150-2940 0 0,-12 49 0 0 0,24-73 38 0 0,1-1-1656 0 0</inkml:trace>
</inkml:ink>
</file>

<file path=ppt/ink/ink2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0:58.9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66 2788 0 0,'24'-57'10569'0'0,"-23"56"-10079"0"0,4-6 2479 0 0,-4 10-2838 0 0,1 0-1 0 0,-1 0 1 0 0,0 0-1 0 0,0 0 0 0 0,0 1 1 0 0,0-1-1 0 0,0 0 1 0 0,-1 1-1 0 0,1-1 1 0 0,-1 0-1 0 0,0 1 1 0 0,-1 4-1 0 0,-5 51 365 0 0,5-46-403 0 0,-33 153 319 0 0,18-100-3386 0 0,3 0-5690 0 0</inkml:trace>
</inkml:ink>
</file>

<file path=ppt/ink/ink2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0:59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355 135 1304 0 0,'1'-8'1085'0'0,"0"0"0"0"0,0 1 0 0 0,1-1 0 0 0,0 1 0 0 0,0 0 0 0 0,1 0 0 0 0,0 0 0 0 0,7-12 0 0 0,-7 14-797 0 0,1 0 0 0 0,-1 1 1 0 0,1-1-1 0 0,0 1 0 0 0,0 0 0 0 0,1 0 1 0 0,-1 1-1 0 0,1-1 0 0 0,0 1 0 0 0,0 0 1 0 0,9-4-1 0 0,-12 6-254 0 0,-1 1-1 0 0,0-1 1 0 0,1 0-1 0 0,0 1 1 0 0,-1-1-1 0 0,1 1 1 0 0,-1 0-1 0 0,1-1 1 0 0,0 1 0 0 0,-1 0-1 0 0,1 0 1 0 0,-1 0-1 0 0,1 0 1 0 0,0 0-1 0 0,-1 1 1 0 0,1-1-1 0 0,-1 0 1 0 0,1 1 0 0 0,0-1-1 0 0,-1 1 1 0 0,1-1-1 0 0,-1 1 1 0 0,0 0-1 0 0,1 0 1 0 0,-1 0 0 0 0,1 0-1 0 0,-1 0 1 0 0,0 0-1 0 0,0 0 1 0 0,0 0-1 0 0,0 0 1 0 0,1 0-1 0 0,-2 1 1 0 0,1-1 0 0 0,1 2-1 0 0,0 0 29 0 0,-1 0 0 0 0,1 1 1 0 0,-1-1-1 0 0,0 0 0 0 0,0 1 0 0 0,0-1 0 0 0,-1 0 0 0 0,1 1 0 0 0,-1-1 0 0 0,0 1 1 0 0,0-1-1 0 0,0 1 0 0 0,0-1 0 0 0,-2 7 0 0 0,-4 5 81 0 0,0 0-1 0 0,-1 0 1 0 0,0-1-1 0 0,-1 0 0 0 0,-1 0 1 0 0,0-1-1 0 0,-16 17 1 0 0,-5 9 523 0 0,20-26-233 0 0,9-12-401 0 0,1-1 1 0 0,-1 1-1 0 0,0-1 0 0 0,1 1 1 0 0,-1-1-1 0 0,1 1 0 0 0,-1 0 1 0 0,1-1-1 0 0,0 1 0 0 0,-1 0 1 0 0,1-1-1 0 0,-1 1 0 0 0,1 0 1 0 0,0 0-1 0 0,0-1 0 0 0,0 1 1 0 0,-1 1-1 0 0,3-2-16 0 0,0 1 1 0 0,0-1 0 0 0,0-1-1 0 0,0 1 1 0 0,0 0-1 0 0,0 0 1 0 0,0-1-1 0 0,0 0 1 0 0,0 1 0 0 0,3-2-1 0 0,3-1-12 0 0,1 1-1 0 0,-1 1 1 0 0,1-1-1 0 0,-1 1 1 0 0,1 1-1 0 0,0 0 1 0 0,-1 0-1 0 0,1 1 1 0 0,-1 0-1 0 0,1 0 1 0 0,0 1-1 0 0,9 3 1 0 0,-14-4 69 0 0,0 1 0 0 0,0-1 0 0 0,-1 1 0 0 0,1 0 0 0 0,-1 1 0 0 0,1-1 0 0 0,-1 1 0 0 0,0-1 0 0 0,0 1 0 0 0,0 0 0 0 0,0 0 0 0 0,0 0 1 0 0,-1 1-1 0 0,1-1 0 0 0,-1 1 0 0 0,0-1 0 0 0,0 1 0 0 0,0 0 0 0 0,0 0 0 0 0,-1-1 0 0 0,0 1 0 0 0,0 0 0 0 0,0 1 0 0 0,0-1 0 0 0,0 0 1 0 0,-1 0-1 0 0,0 8 0 0 0,-1-2 135 0 0,0-1 1 0 0,0 1-1 0 0,-1-1 1 0 0,-1 0-1 0 0,1 0 0 0 0,-1 0 1 0 0,-1 0-1 0 0,0 0 1 0 0,0-1-1 0 0,-1 1 1 0 0,0-1-1 0 0,0-1 1 0 0,-1 1-1 0 0,0-1 1 0 0,0 1-1 0 0,-10 7 1 0 0,-6 5 28 0 0,0-2 1 0 0,-2 0 0 0 0,0-2 0 0 0,-27 14 0 0 0,25-15-178 0 0,-1-2 0 0 0,-1-1 1 0 0,-55 16-1 0 0,64-24-812 0 0,0 0-1 0 0,-33 1 1 0 0,40-4-642 0 0,-1-2 1 0 0,0 1 0 0 0,0-2-1 0 0,-22-4 1 0 0,7-7-6248 0 0</inkml:trace>
</inkml:ink>
</file>

<file path=ppt/ink/ink2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1:02.7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20 656 0 0,'10'0'797'0'0,"20"1"10161"0"0,-21 0-7202 0 0,-9 0-3659 0 0,1 0-1 0 0,0-1 0 0 0,0 1 1 0 0,0 0-1 0 0,0-1 0 0 0,0 1 1 0 0,-1 0-1 0 0,1-1 0 0 0,0 1 1 0 0,0-1-1 0 0,0 0 0 0 0,1 1 1 0 0,-1-1-1 0 0,0 0 0 0 0,0 1 1 0 0,0-1-1 0 0,0 0 0 0 0,2 0 1 0 0,52 2 13 0 0,0-2 0 0 0,91-12 1 0 0,-85 6-3211 0 0,-57 6 2205 0 0,1-1 0 0 0,0 0 0 0 0,0 0-1 0 0,-1 0 1 0 0,1 0 0 0 0,-1-1 0 0 0,1 0-1 0 0,6-3 1 0 0</inkml:trace>
</inkml:ink>
</file>

<file path=ppt/ink/ink2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1:02.9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61 348 0 0,'3'-24'6010'0'0,"7"-12"3139"0"0,-10 36-9115 0 0,0-1 0 0 0,0 1 1 0 0,0 0-1 0 0,0 0 0 0 0,0 0 1 0 0,5 21 898 0 0,30 155 3027 0 0,-17-96-3390 0 0,9 107-1 0 0,-25-150-771 0 0,2 25-1632 0 0,-2-53 760 0 0,-1 0 1 0 0,1 0-1 0 0,0 1 0 0 0,5 10 0 0 0,-6-19 602 0 0,-1 0 0 0 0,1 0 1 0 0,0 0-1 0 0,8 8-3774 0 0</inkml:trace>
</inkml:ink>
</file>

<file path=ppt/ink/ink2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1:03.2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443 60 2504 0 0,'4'-8'2407'0'0,"0"0"0"0"0,-1 0 0 0 0,0-1 0 0 0,4-14-1 0 0,-7 20-1968 0 0,-2 5-193 0 0,-1 0-1 0 0,0 1 1 0 0,1-1-1 0 0,-1 1 1 0 0,1 0 0 0 0,0 0-1 0 0,0-1 1 0 0,0 1 0 0 0,-2 5-1 0 0,-1 0 209 0 0,-196 283 4713 0 0,160-234-5018 0 0,-76 115 871 0 0,51-51-4064 0 0,57-95-944 0 0</inkml:trace>
</inkml:ink>
</file>

<file path=ppt/ink/ink2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1:03.5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53 2260 0 0,'27'-46'12303'0'0,"-26"45"-11765"0"0,-1 0-450 0 0,0 1 0 0 0,0 0 0 0 0,0 0 0 0 0,0-1 0 0 0,0 1 0 0 0,0 0 0 0 0,1 0 0 0 0,-1-1 0 0 0,0 1 0 0 0,0 0-1 0 0,0 0 1 0 0,0-1 0 0 0,1 1 0 0 0,-1 0 0 0 0,0 0 0 0 0,0 0 0 0 0,1-1 0 0 0,-1 1 0 0 0,0 0 0 0 0,0 0 0 0 0,1 0 0 0 0,-1 0 0 0 0,0 0-1 0 0,0 0 1 0 0,1-1 0 0 0,-1 1 0 0 0,0 0 0 0 0,1 0 0 0 0,-1 0 0 0 0,3 3 209 0 0,-1 0 0 0 0,0 0 0 0 0,-1 1 0 0 0,1-1 0 0 0,0 0 0 0 0,-1 1 1 0 0,0-1-1 0 0,0 1 0 0 0,0-1 0 0 0,0 1 0 0 0,0 4 0 0 0,4 50 1286 0 0,-3-31-1061 0 0,1 163 784 0 0,-4-111-4530 0 0,1-78 2697 0 0,3 25-4150 0 0</inkml:trace>
</inkml:ink>
</file>

<file path=ppt/ink/ink2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1:04.1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122 152 104 0 0,'-23'-32'7327'0'0,"-19"-36"1"0"0,41 67-7280 0 0,1 0 0 0 0,-1 0 0 0 0,1 0 0 0 0,0-1 0 0 0,-1 1 0 0 0,1 0 0 0 0,0 0 0 0 0,0 0 0 0 0,0 0 0 0 0,0 0 0 0 0,0-1 0 0 0,0 1 0 0 0,0 0 0 0 0,0 0 0 0 0,1 0 0 0 0,-1 0 0 0 0,0 0 0 0 0,1 0 0 0 0,-1-1 0 0 0,1 1 0 0 0,-1 0 0 0 0,1 0 0 0 0,-1 0 0 0 0,1 0 0 0 0,0 1 0 0 0,-1-1 0 0 0,1 0 0 0 0,0 0 0 0 0,0 0 0 0 0,0 0 0 0 0,0 1 0 0 0,0-1 0 0 0,0 0 0 0 0,0 1 0 0 0,1-1 0 0 0,1-1 13 0 0,1-1 0 0 0,0 2 0 0 0,-1-1 0 0 0,1 0 0 0 0,0 1 0 0 0,0-1 0 0 0,0 1 0 0 0,6-1 0 0 0,-4 2-36 0 0,0 0 1 0 0,0 1-1 0 0,0-1 0 0 0,0 1 1 0 0,0 0-1 0 0,0 0 0 0 0,0 1 0 0 0,-1 0 1 0 0,1 0-1 0 0,0 0 0 0 0,-1 1 0 0 0,8 5 1 0 0,-10-7 50 0 0,0 1 0 0 0,0 0 0 0 0,-1 0 1 0 0,1 1-1 0 0,-1-1 0 0 0,1 0 0 0 0,-1 1 1 0 0,0-1-1 0 0,0 1 0 0 0,0 0 0 0 0,-1 0 1 0 0,1 0-1 0 0,-1 0 0 0 0,1 0 0 0 0,-1 0 1 0 0,0 0-1 0 0,0 0 0 0 0,0 1 0 0 0,-1-1 1 0 0,1 0-1 0 0,-1 0 0 0 0,1 1 0 0 0,-1-1 1 0 0,-1 0-1 0 0,1 5 0 0 0,-2 2 343 0 0,0-1 0 0 0,0 1 0 0 0,-1-1 0 0 0,0 0-1 0 0,-1 0 1 0 0,0 0 0 0 0,-1-1 0 0 0,-9 16 0 0 0,13-23-354 0 0,0 1-1 0 0,0-1 1 0 0,0 0 0 0 0,0 1 0 0 0,0-1 0 0 0,1 1-1 0 0,-1-1 1 0 0,1 1 0 0 0,-1-1 0 0 0,1 1-1 0 0,0-1 1 0 0,-1 1 0 0 0,1 0 0 0 0,0-1 0 0 0,0 1-1 0 0,0-1 1 0 0,1 4 0 0 0,-1-4-42 0 0,1 0-1 0 0,-1 0 1 0 0,1 0 0 0 0,0 0 0 0 0,-1 0-1 0 0,1 0 1 0 0,0 0 0 0 0,0 0 0 0 0,-1-1-1 0 0,1 1 1 0 0,0 0 0 0 0,0 0 0 0 0,0-1-1 0 0,0 1 1 0 0,0-1 0 0 0,0 1 0 0 0,0-1-1 0 0,1 1 1 0 0,-1-1 0 0 0,0 0 0 0 0,0 1-1 0 0,0-1 1 0 0,0 0 0 0 0,2 0 0 0 0,15 4 339 0 0,0 0 0 0 0,-1 2 0 0 0,0 0-1 0 0,0 0 1 0 0,0 2 0 0 0,-1 0 0 0 0,0 1 0 0 0,0 1 0 0 0,-1 0 0 0 0,18 16 0 0 0,-25-19-61 0 0,0 1 0 0 0,0 0-1 0 0,-1 1 1 0 0,0-1 0 0 0,-1 1-1 0 0,0 0 1 0 0,-1 1 0 0 0,6 12-1 0 0,-8-15-205 0 0,0 0-1 0 0,-1 1 1 0 0,0-1-1 0 0,-1 1 0 0 0,0 0 1 0 0,0-1-1 0 0,0 1 1 0 0,-1 0-1 0 0,0 0 1 0 0,-1-1-1 0 0,1 1 1 0 0,-4 12-1 0 0,2-13-94 0 0,0 0 0 0 0,-1 0 0 0 0,0 0 0 0 0,0 0 0 0 0,0-1 0 0 0,-1 1 0 0 0,0-1 0 0 0,0 0 0 0 0,-1 0 0 0 0,-9 10 0 0 0,5-8 0 0 0,0 0 0 0 0,-1-1 0 0 0,0 0 0 0 0,0-1 0 0 0,0 0 0 0 0,-15 6 0 0 0,5-4 0 0 0,-1-1 0 0 0,1-1 0 0 0,-2 0 0 0 0,1-2 0 0 0,0-1 0 0 0,-1 0 0 0 0,-24-1 0 0 0,20-2-2248 0 0,-31-4-1 0 0,50 3 1546 0 0,0 0-1 0 0,0 0 1 0 0,0-1-1 0 0,0 0 1 0 0,0-1 0 0 0,1 1-1 0 0,-1-1 1 0 0,1 0-1 0 0,-10-7 1 0 0</inkml:trace>
</inkml:ink>
</file>

<file path=ppt/ink/ink2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1:04.9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99 288 0 0,'-2'-16'6165'0'0,"2"14"-5421"0"0,0-4 281 0 0,0 1 1 0 0,0 0-1 0 0,1-1 1 0 0,-1 1 0 0 0,1 0-1 0 0,3-8 1 0 0,-3 11-915 0 0,0 0 0 0 0,0 0 0 0 0,0 0 0 0 0,0 0 0 0 0,0 0 0 0 0,1 0 0 0 0,-1 0 1 0 0,1 1-1 0 0,0-1 0 0 0,-1 1 0 0 0,1-1 0 0 0,0 1 0 0 0,0 0 0 0 0,0-1 0 0 0,0 1 1 0 0,0 0-1 0 0,0 0 0 0 0,0 1 0 0 0,0-1 0 0 0,0 0 0 0 0,4 0 0 0 0,1 0-65 0 0,1 0-1 0 0,-1 0 1 0 0,1 1-1 0 0,-1 0 1 0 0,0 0-1 0 0,1 1 1 0 0,-1 0-1 0 0,0 0 0 0 0,1 1 1 0 0,-1-1-1 0 0,0 2 1 0 0,0-1-1 0 0,0 1 1 0 0,-1 0-1 0 0,1 1 1 0 0,0-1-1 0 0,8 8 1 0 0,-11-8-10 0 0,1 1 1 0 0,-1-1-1 0 0,0 1 1 0 0,-1 0-1 0 0,1 0 1 0 0,-1 0-1 0 0,1 1 1 0 0,-1-1-1 0 0,0 1 1 0 0,-1 0-1 0 0,1 0 1 0 0,-1 0-1 0 0,0 0 1 0 0,0 0-1 0 0,-1 0 1 0 0,0 1-1 0 0,0-1 1 0 0,0 1-1 0 0,0-1 1 0 0,-1 0-1 0 0,0 1 1 0 0,0-1-1 0 0,0 1 1 0 0,-3 10-1 0 0,-3 4 355 0 0,-1 0 0 0 0,-1-1 0 0 0,-1 1 0 0 0,-1-2 0 0 0,-20 30 0 0 0,10-16-40 0 0,20-31-348 0 0,-1-1 0 0 0,1 1 0 0 0,0-1 0 0 0,0 1 0 0 0,-1-1 0 0 0,1 1 0 0 0,0-1 0 0 0,0 1 0 0 0,0-1 0 0 0,0 1 0 0 0,0 0 0 0 0,-1-1 0 0 0,1 1-1 0 0,0-1 1 0 0,0 1 0 0 0,0-1 0 0 0,1 1 0 0 0,-1-1 0 0 0,0 1 0 0 0,0 0 0 0 0,0-1 0 0 0,0 1 0 0 0,0-1 0 0 0,1 1 0 0 0,-1-1 0 0 0,0 1 0 0 0,1-1 0 0 0,-1 1 0 0 0,0-1 0 0 0,1 0 0 0 0,-1 1 0 0 0,0-1 0 0 0,1 1 0 0 0,-1-1 0 0 0,1 0 0 0 0,-1 1 0 0 0,0-1 0 0 0,1 0 0 0 0,-1 1 0 0 0,1-1 0 0 0,-1 0 0 0 0,1 0 0 0 0,0 0-1 0 0,-1 1 1 0 0,1-1 0 0 0,-1 0 0 0 0,1 0 0 0 0,-1 0 0 0 0,2 0 0 0 0,29 3-11 0 0,-28-3 14 0 0,41 1-1109 0 0,58-8 0 0 0,41-13-6091 0 0,-110 15 3289 0 0,1-4-1780 0 0</inkml:trace>
</inkml:ink>
</file>

<file path=ppt/ink/ink2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1:05.1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186 50 2104 0 0,'-2'-49'13710'0'0,"-6"57"-11924"0"0,-3 20-665 0 0,0 1 0 0 0,2 0 0 0 0,-9 54 0 0 0,-1 1-427 0 0,-17 48-145 0 0,-7 25-846 0 0,18-51-6354 0 0,24-103 5746 0 0,-1 8-535 0 0</inkml:trace>
</inkml:ink>
</file>

<file path=ppt/ink/ink2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1:05.4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51 1680 0 0,'0'-3'2426'0'0,"-1"-45"10678"0"0,0 50-12834 0 0,0 0 1 0 0,0 0-1 0 0,1 0 0 0 0,-1 0 0 0 0,1 0 0 0 0,-1 0 1 0 0,1 0-1 0 0,0 0 0 0 0,-1 4 0 0 0,1-6-241 0 0,-10 99 2501 0 0,-18 114-1350 0 0,25-196-1156 0 0,-9 44-1357 0 0,6-3-3704 0 0,6-57 4550 0 0,0 0 0 0 0,0 0 0 0 0,0 0 0 0 0,0 1-1 0 0,0-1 1 0 0,0 0 0 0 0,0 0 0 0 0,1 0 0 0 0,-1 0 0 0 0,6 10-3897 0 0</inkml:trace>
</inkml:ink>
</file>

<file path=ppt/ink/ink2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1:06.0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233 118 1100 0 0,'-12'-93'12613'0'0,"12"92"-12565"0"0,0 0 0 0 0,0 1 0 0 0,0-1 0 0 0,0 0 0 0 0,0 0 0 0 0,0 1 0 0 0,0-1 0 0 0,0 0 0 0 0,0 0 0 0 0,0 1 0 0 0,1-1 0 0 0,-1 0-1 0 0,0 1 1 0 0,0-1 0 0 0,1 0 0 0 0,-1 1 0 0 0,0-1 0 0 0,1 0 0 0 0,-1 1 0 0 0,1-1 0 0 0,-1 0 0 0 0,1 1 0 0 0,-1-1 0 0 0,1 1 0 0 0,-1-1 0 0 0,2 0 0 0 0,0 1 16 0 0,-1-1 1 0 0,1 0-1 0 0,0 0 1 0 0,0 1-1 0 0,0-1 1 0 0,0 1 0 0 0,-1-1-1 0 0,1 1 1 0 0,4 0-1 0 0,32 4 264 0 0,-31-2-277 0 0,0 1 0 0 0,-1-1 0 0 0,1 1 0 0 0,-1 0 0 0 0,1 0 0 0 0,-1 1 0 0 0,0 0 0 0 0,0 0 0 0 0,-1 1 0 0 0,1-1 0 0 0,-1 1-1 0 0,0 0 1 0 0,0 1 0 0 0,-1-1 0 0 0,0 1 0 0 0,0 0 0 0 0,0 0 0 0 0,0 0 0 0 0,-1 1 0 0 0,0-1 0 0 0,3 13 0 0 0,-4-11 87 0 0,0 0 0 0 0,-1 0 0 0 0,0 0 0 0 0,0 0 0 0 0,-1 0 1 0 0,0 0-1 0 0,-1 0 0 0 0,0 0 0 0 0,0 0 0 0 0,0 0 0 0 0,-1 0 0 0 0,0 0 1 0 0,-1-1-1 0 0,0 1 0 0 0,0-1 0 0 0,-1 1 0 0 0,1-1 0 0 0,-10 12 0 0 0,0-3 331 0 0,-1-1 0 0 0,0 0 0 0 0,-24 19 0 0 0,18-17 38 0 0,-7 4 429 0 0,25-20-478 0 0,6-2-381 0 0,15-2-80 0 0,1 0-1 0 0,0 1 0 0 0,0 1 1 0 0,0 1-1 0 0,30 4 1 0 0,-44-4 63 0 0,-1 1 0 0 0,0 0 0 0 0,-1 0 0 0 0,1 1 0 0 0,0-1 1 0 0,0 1-1 0 0,0 0 0 0 0,-1 1 0 0 0,1-1 0 0 0,-1 1 0 0 0,0 0 1 0 0,0 0-1 0 0,0 0 0 0 0,0 0 0 0 0,0 1 0 0 0,-1 0 0 0 0,0-1 0 0 0,1 1 1 0 0,-1 1-1 0 0,-1-1 0 0 0,1 0 0 0 0,-1 1 0 0 0,1-1 0 0 0,-1 1 0 0 0,-1 0 1 0 0,1 0-1 0 0,-1 0 0 0 0,2 5 0 0 0,-2-4 33 0 0,-1 0-1 0 0,1 0 1 0 0,-1-1-1 0 0,0 1 1 0 0,0 0-1 0 0,-1 0 1 0 0,0 0 0 0 0,0-1-1 0 0,0 1 1 0 0,-1 0-1 0 0,1-1 1 0 0,-1 1 0 0 0,-3 5-1 0 0,0-3 227 0 0,0 0 0 0 0,0 0 0 0 0,0-1 0 0 0,-1 0 0 0 0,0 0 0 0 0,-1 0 0 0 0,-12 10 0 0 0,5-7 82 0 0,0 0 1 0 0,-1-1 0 0 0,-1 0 0 0 0,0-1 0 0 0,0-1 0 0 0,0 0-1 0 0,-1-2 1 0 0,-22 6 0 0 0,18-7-1408 0 0,1-1 1 0 0,-1 0-1 0 0,1-2 1 0 0,-40-2-1 0 0,50 0 387 0 0,-1 0-1 0 0,0-1 0 0 0,1-1 1 0 0,0 0-1 0 0,0 0 0 0 0,0-1 1 0 0,0 0-1 0 0,0-1 0 0 0,1 0 1 0 0,-1 0-1 0 0,-9-8 0 0 0</inkml:trace>
</inkml:ink>
</file>

<file path=ppt/ink/ink2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1:06.1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15 3868 0 0,'0'0'3541'0'0,"-14"-6"103"0"0,1 3-3008 0 0,1-2-5024 0 0</inkml:trace>
</inkml:ink>
</file>

<file path=ppt/ink/ink2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1:14.3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428 22 1392 0 0,'0'0'3776'0'0,"-8"-8"-230"0"0,-26-5-1920 0 0,31 12-1548 0 0,0 2-16 0 0,-11 2-44 0 0,-1 1 1 0 0,1 1 0 0 0,0 0 0 0 0,0 1 0 0 0,1 1-1 0 0,0 0 1 0 0,0 1 0 0 0,1 0 0 0 0,-19 16 0 0 0,-3 6 13 0 0,-58 66 1 0 0,76-78-32 0 0,2 1 0 0 0,0 0 0 0 0,-18 35 1 0 0,28-47 13 0 0,0 0 1 0 0,1 0 0 0 0,0 1 0 0 0,1-1-1 0 0,0 0 1 0 0,0 1 0 0 0,0 0-1 0 0,1-1 1 0 0,0 1 0 0 0,0 0 0 0 0,1 0-1 0 0,0 0 1 0 0,1-1 0 0 0,2 15 0 0 0,-1-17-12 0 0,-1-1 1 0 0,1 1 0 0 0,0-1-1 0 0,0 0 1 0 0,1 0-1 0 0,-1 0 1 0 0,1 0 0 0 0,0 0-1 0 0,0-1 1 0 0,0 1-1 0 0,1-1 1 0 0,4 4 0 0 0,-1-2-101 0 0,1 0 0 0 0,-1 0 0 0 0,1-1 0 0 0,1 0 0 0 0,15 5 0 0 0,0-1-913 0 0,1-3 0 0 0,0 0 0 0 0,38 3 0 0 0,-35-6-925 0 0,0-1-150 0 0</inkml:trace>
</inkml:ink>
</file>

<file path=ppt/ink/ink2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1:14.6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37 84 0 0,'-30'-33'9531'0'0,"29"32"-9207"0"0,-4-2 362 0 0,3 8-665 0 0,1 0 0 0 0,-1 0 0 0 0,1 1 0 0 0,0-1 0 0 0,0 0 0 0 0,1 1 0 0 0,0-1 0 0 0,-1 0 0 0 0,2 1-1 0 0,0 8 1 0 0,0 15 12 0 0,-14 138 435 0 0,0 8-3325 0 0,11-139-668 0 0,1-20 955 0 0</inkml:trace>
</inkml:ink>
</file>

<file path=ppt/ink/ink2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1:15.2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9 195 1172 0 0,'-2'-8'922'0'0,"0"0"0"0"0,0-1 0 0 0,1 0 0 0 0,0 1 0 0 0,1-15 0 0 0,0 19-796 0 0,1 0 0 0 0,0 0 0 0 0,0 0-1 0 0,0 0 1 0 0,1 0 0 0 0,-1 0 0 0 0,1 0-1 0 0,0 0 1 0 0,0 1 0 0 0,0-1 0 0 0,1 1-1 0 0,-1-1 1 0 0,6-5 0 0 0,-1 2-60 0 0,1 0 0 0 0,0 1 0 0 0,0 0 0 0 0,1 0 0 0 0,0 1 1 0 0,0 0-1 0 0,0 0 0 0 0,0 1 0 0 0,1 0 0 0 0,0 1 0 0 0,0 0 0 0 0,18-3 0 0 0,-21 5-57 0 0,1 0 0 0 0,-1 0 0 0 0,0 1 0 0 0,1 0 0 0 0,-1 0 0 0 0,1 0 0 0 0,-1 1 0 0 0,1 1 0 0 0,-1-1 0 0 0,0 1 0 0 0,0 0 0 0 0,0 1 0 0 0,0 0 0 0 0,0 0 0 0 0,0 0 0 0 0,-1 1 0 0 0,0 0 0 0 0,9 6 0 0 0,-13-8-4 0 0,1 1 0 0 0,-1 0 0 0 0,1-1-1 0 0,-1 1 1 0 0,0 0 0 0 0,0 0 0 0 0,0 0 0 0 0,0 1 0 0 0,-1-1 0 0 0,1 0 0 0 0,-1 0 0 0 0,0 1 0 0 0,0-1-1 0 0,0 1 1 0 0,-1-1 0 0 0,1 1 0 0 0,-1 0 0 0 0,1-1 0 0 0,-1 1 0 0 0,-1 0 0 0 0,1-1 0 0 0,-1 7-1 0 0,-3 2 14 0 0,1 0-1 0 0,-1-1 0 0 0,-1 1 1 0 0,0-1-1 0 0,-9 14 1 0 0,-11 12 442 0 0,24-35-342 0 0,0-2-71 0 0,1 1 0 0 0,-1 0 0 0 0,0 0 0 0 0,1-1 0 0 0,-1 1 0 0 0,1 0 0 0 0,-1 0 0 0 0,1 0 0 0 0,-1 0 0 0 0,1 0 0 0 0,0 0 0 0 0,-1 0 0 0 0,1-1 0 0 0,0 1 0 0 0,0 0 0 0 0,0 0 0 0 0,-1 1 0 0 0,10-3-43 0 0,-1 1-1 0 0,0-1 1 0 0,0 1 0 0 0,0 0 0 0 0,0 1 0 0 0,0 0 0 0 0,1 1 0 0 0,-1-1 0 0 0,-1 1 0 0 0,1 1-1 0 0,0 0 1 0 0,0 0 0 0 0,-1 0 0 0 0,12 8 0 0 0,-11-6 10 0 0,1 0 0 0 0,-1 1 0 0 0,0 0 0 0 0,0 1-1 0 0,-1 0 1 0 0,0 0 0 0 0,0 0 0 0 0,-1 1 0 0 0,0 0 0 0 0,0 0 0 0 0,0 1 0 0 0,3 9-1 0 0,-7-12 111 0 0,1-1 0 0 0,-2 2 0 0 0,1-1 0 0 0,-1 0 0 0 0,0 0 0 0 0,0 0 0 0 0,0 1 0 0 0,-1-1 0 0 0,0 0 0 0 0,0 1 0 0 0,-3 11 0 0 0,1-8 129 0 0,-1-1 1 0 0,0 1-1 0 0,0-1 1 0 0,-1 1-1 0 0,-1-1 1 0 0,-10 17-1 0 0,5-12 58 0 0,-1 1 0 0 0,-1-2 0 0 0,0 1 0 0 0,-1-2 0 0 0,0 1 0 0 0,-1-2 1 0 0,0 0-1 0 0,-17 10 0 0 0,18-14-237 0 0,0 1 1 0 0,0-2 0 0 0,-1 0 0 0 0,0 0-1 0 0,0-2 1 0 0,0 1 0 0 0,-1-2-1 0 0,1 0 1 0 0,-1 0 0 0 0,0-2 0 0 0,-22 0-1 0 0,36-1-156 0 0,0 0 1 0 0,0 0-1 0 0,0 0 0 0 0,1 0 0 0 0,-1 0 0 0 0,0 0 0 0 0,0 0 0 0 0,0 0 1 0 0,1-1-1 0 0,-1 1 0 0 0,0 0 0 0 0,0-1 0 0 0,1 1 0 0 0,-1 0 0 0 0,0-1 1 0 0,1 1-1 0 0,-1-1 0 0 0,0 1 0 0 0,1-1 0 0 0,-1 0 0 0 0,1 1 0 0 0,-1-1 0 0 0,1 0 1 0 0,-1 1-1 0 0,1-1 0 0 0,-1 0 0 0 0,1 1 0 0 0,0-1 0 0 0,-1 0 0 0 0,1 0 1 0 0,0 0-1 0 0,0 1 0 0 0,-1-1 0 0 0,1 0 0 0 0,0 0 0 0 0,0 0 0 0 0,0 0 0 0 0,0 1 1 0 0,0-1-1 0 0,0 0 0 0 0,0 0 0 0 0,1 0 0 0 0,-1 1 0 0 0,0-2 0 0 0,1-2-871 0 0,1 0-1 0 0,-1 0 1 0 0,1 0-1 0 0,0 0 1 0 0,0 0 0 0 0,4-4-1 0 0,5-9-4616 0 0</inkml:trace>
</inkml:ink>
</file>

<file path=ppt/ink/ink2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1:15.8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49 1576 0 0,'0'-3'1568'0'0,"2"-7"-126"0"0,3-25 3468 0 0,11 52-3530 0 0,78 114 857 0 0,-36-46-1873 0 0,27 53 2 0 0,-48-76-2405 0 0,2-1-4405 0 0,-33-54 3488 0 0</inkml:trace>
</inkml:ink>
</file>

<file path=ppt/ink/ink2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1:16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298 58 1228 0 0,'-12'-48'6661'0'0,"12"46"-6153"0"0,0 1-488 0 0,0 1 1 0 0,0 0 0 0 0,0 0-1 0 0,0 0 1 0 0,0-1 0 0 0,0 1-1 0 0,0 0 1 0 0,0 0 0 0 0,0-1-1 0 0,0 1 1 0 0,0 0 0 0 0,0 0-1 0 0,0-1 1 0 0,0 1 0 0 0,0 0-1 0 0,0 0 1 0 0,0-1 0 0 0,0 1-1 0 0,-1 0 1 0 0,1 0 0 0 0,0 0-1 0 0,0-1 1 0 0,0 1 0 0 0,0 0-1 0 0,0 0 1 0 0,-1 0 0 0 0,1-1-1 0 0,0 1 1 0 0,0 0 0 0 0,0 0-1 0 0,-1 0 1 0 0,1 0 0 0 0,0 0-1 0 0,0 0 1 0 0,0-1 0 0 0,-1 1-1 0 0,1 0 1 0 0,-1 0 0 0 0,-8 6 637 0 0,-7 11 171 0 0,-29 44-279 0 0,3 3 1 0 0,2 1-1 0 0,-57 130 1 0 0,76-136-2420 0 0,12-19-2872 0 0,7-24 863 0 0</inkml:trace>
</inkml:ink>
</file>

<file path=ppt/ink/ink2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1:16.3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35 1704 0 0,'28'-29'8653'0'0,"-28"28"-8526"0"0,0 1 0 0 0,0 0 0 0 0,1-1 1 0 0,0-1 635 0 0,-1 2-636 0 0,1 0 0 0 0,-1 0 0 0 0,0-1 0 0 0,1 1 0 0 0,-1 0 0 0 0,0 0 1 0 0,1 0-1 0 0,-1 0 0 0 0,1-1 0 0 0,-1 1 0 0 0,0 0 0 0 0,1 0 1 0 0,-1 0-1 0 0,1 0 0 0 0,1 3 47 0 0,0-1 0 0 0,-1 1 0 0 0,1-1 0 0 0,-1 1 0 0 0,1 0 0 0 0,-1 0 1 0 0,0-1-1 0 0,0 1 0 0 0,0 0 0 0 0,-1 0 0 0 0,1 0 0 0 0,-1 0 0 0 0,0 0 0 0 0,1 4 0 0 0,-4 51 235 0 0,1-34-146 0 0,-4 52-59 0 0,-1 21-2836 0 0,9-34-4471 0 0,0-49 2219 0 0</inkml:trace>
</inkml:ink>
</file>

<file path=ppt/ink/ink2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1:16.8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5 211 556 0 0,'0'-2'529'0'0,"-2"-11"1336"0"0,1 0 0 0 0,0-1 0 0 0,2-17 0 0 0,0 26-1658 0 0,-1 0 1 0 0,2 1 0 0 0,-1-1 0 0 0,0 0 0 0 0,1 1 0 0 0,0 0-1 0 0,0-1 1 0 0,0 1 0 0 0,1 0 0 0 0,-1 0 0 0 0,1 0 0 0 0,6-7-1 0 0,-1 3-59 0 0,1 1 1 0 0,0 0-1 0 0,0 0 0 0 0,0 1 0 0 0,0 0 0 0 0,1 1 0 0 0,0 0 0 0 0,1 1 0 0 0,17-6 0 0 0,-22 8-125 0 0,-1 0 0 0 0,1 1 0 0 0,-1 0-1 0 0,1 0 1 0 0,0 0 0 0 0,0 1-1 0 0,0-1 1 0 0,-1 1 0 0 0,1 1 0 0 0,0-1-1 0 0,0 1 1 0 0,0 0 0 0 0,-1 1 0 0 0,1-1-1 0 0,-1 1 1 0 0,1 0 0 0 0,-1 0-1 0 0,0 1 1 0 0,1 0 0 0 0,5 4 0 0 0,-8-5-7 0 0,-1 1 1 0 0,1 0-1 0 0,0 0 1 0 0,-1 0 0 0 0,0 0-1 0 0,1 1 1 0 0,-1-1 0 0 0,-1 1-1 0 0,1-1 1 0 0,0 1 0 0 0,-1 0-1 0 0,0-1 1 0 0,0 1-1 0 0,0 0 1 0 0,0 0 0 0 0,-1 0-1 0 0,1 0 1 0 0,-1 0 0 0 0,0 0-1 0 0,0 0 1 0 0,0 0-1 0 0,-1 0 1 0 0,0-1 0 0 0,1 1-1 0 0,-1 0 1 0 0,-3 7 0 0 0,-3 8 61 0 0,-2 0 0 0 0,0-1 1 0 0,0 0-1 0 0,-13 17 1 0 0,7-12 18 0 0,-13 20 224 0 0,27-41-132 0 0,28-1-135 0 0,-17-1-25 0 0,1 0-1 0 0,-1 0 1 0 0,1 1-1 0 0,-1 0 1 0 0,1 1 0 0 0,-1 0-1 0 0,0 0 1 0 0,0 1-1 0 0,0 1 1 0 0,0 0-1 0 0,-1 0 1 0 0,17 11-1 0 0,-18-10 95 0 0,0 0-1 0 0,0 1 0 0 0,-1 0 1 0 0,0 0-1 0 0,0 1 0 0 0,-1 0 1 0 0,0 0-1 0 0,0 0 0 0 0,-1 1 1 0 0,0 0-1 0 0,0 0 1 0 0,0 0-1 0 0,-1 1 0 0 0,5 16 1 0 0,-7-19 58 0 0,-1-1 0 0 0,0 1 0 0 0,0 0 0 0 0,-1-1 0 0 0,0 1 0 0 0,0 0 1 0 0,0 0-1 0 0,-1-1 0 0 0,1 1 0 0 0,-1 0 0 0 0,-1-1 0 0 0,1 1 0 0 0,-3 6 0 0 0,0-5-9 0 0,0 1-1 0 0,0-1 0 0 0,0 1 1 0 0,-1-1-1 0 0,0-1 0 0 0,0 1 1 0 0,-1-1-1 0 0,-8 8 0 0 0,3-4-67 0 0,-1-1-1 0 0,-1 0 0 0 0,0-1 0 0 0,0 0 1 0 0,0-1-1 0 0,-1 0 0 0 0,0-1 0 0 0,-1-1 1 0 0,-21 5-1 0 0,25-8-532 0 0,0 0 0 0 0,0-1-1 0 0,0 0 1 0 0,0-1 0 0 0,0 0 0 0 0,-19-4-1 0 0,22 3-1236 0 0,0-1-1 0 0,0 0 0 0 0,1-1 0 0 0,-1 1 1 0 0,-13-9-1 0 0,5 1-4948 0 0</inkml:trace>
</inkml:ink>
</file>

<file path=ppt/ink/ink2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1:18.6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97 652 0 0,'2'-96'10447'0'0,"12"110"-8753"0"0,68 163 1892 0 0,-67-151-4231 0 0,1 0-1 0 0,2-1 1 0 0,0 0-1 0 0,30 30 1 0 0,-44-50-112 0 0,11 9-457 0 0,-1-8-3627 0 0,3-2 905 0 0</inkml:trace>
</inkml:ink>
</file>

<file path=ppt/ink/ink2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1:18.9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273 83 164 0 0,'2'-14'2239'0'0,"0"5"-789"0"0,-1 0 0 0 0,0 1 1 0 0,-1-1-1 0 0,0 0 0 0 0,-2-14 0 0 0,2 21-1125 0 0,-4 5-127 0 0,1-1 0 0 0,0 1-1 0 0,0 0 1 0 0,0-1 0 0 0,0 2-1 0 0,1-1 1 0 0,-1 0 0 0 0,1 0 0 0 0,-3 7-1 0 0,2-6 24 0 0,-44 71 658 0 0,3 1 1 0 0,-66 161-1 0 0,81-152-2882 0 0,18-26-5003 0 0,9-45 2154 0 0</inkml:trace>
</inkml:ink>
</file>

<file path=ppt/ink/ink2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1:19.1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 1492 0 0,'21'-12'6041'0'0,"-20"11"-5773"0"0,-1 1 1 0 0,1-1 0 0 0,0 0-1 0 0,0 1 1 0 0,-1 0 0 0 0,1-1 0 0 0,0 1-1 0 0,0-1 1 0 0,0 1 0 0 0,0 0-1 0 0,0 0 1 0 0,0-1 0 0 0,-1 1-1 0 0,3 0 1 0 0,-2 1-157 0 0,0 0 0 0 0,0 0 0 0 0,0 0 0 0 0,0 0 0 0 0,0 0 0 0 0,-1 0 0 0 0,1 1 0 0 0,0-1 0 0 0,-1 0 0 0 0,1 0 0 0 0,0 1 0 0 0,-1-1 0 0 0,0 0 0 0 0,1 1 0 0 0,-1-1 0 0 0,0 1 0 0 0,0-1 0 0 0,0 0 0 0 0,1 1 0 0 0,-2-1 0 0 0,1 1 0 0 0,0-1 0 0 0,0 0 0 0 0,-1 3 0 0 0,-13 113 1580 0 0,0 2-2016 0 0,13-101-1312 0 0,0 1 0 0 0,2-1 0 0 0,1 0 0 0 0,5 28 0 0 0,-1-24-3511 0 0</inkml:trace>
</inkml:ink>
</file>

<file path=ppt/ink/ink2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1:19.5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65 872 0 0,'26'-62'11111'0'0,"-25"62"-11056"0"0,-1-1 0 0 0,0 1 0 0 0,1 0 0 0 0,-1 0 0 0 0,1 0 0 0 0,-1-1 0 0 0,1 1 0 0 0,-1 0 0 0 0,1 0 0 0 0,-1 0-1 0 0,1 0 1 0 0,-1 0 0 0 0,1 0 0 0 0,-1 0 0 0 0,1 0 0 0 0,-1 0 0 0 0,1 0 0 0 0,-1 0 0 0 0,1 0 0 0 0,-1 0 0 0 0,1 0 0 0 0,-1 1 0 0 0,1-1 0 0 0,-1 0 0 0 0,1 0 0 0 0,-1 1 0 0 0,1-1 0 0 0,-1 0-1 0 0,1 0 1 0 0,-1 1 0 0 0,0-1 0 0 0,1 1 0 0 0,16 12 826 0 0,5 10-472 0 0,-1 1 0 0 0,-1 1 0 0 0,-1 1 0 0 0,19 35 0 0 0,7 9-300 0 0,-35-56-372 0 0,44 59-2368 0 0,-46-64 185 0 0,0 0-1 0 0,19 15 0 0 0,-16-17-1746 0 0</inkml:trace>
</inkml:ink>
</file>

<file path=ppt/ink/ink2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1:19.7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244 54 1884 0 0,'-4'-53'9022'0'0,"-13"69"-7161"0"0,-53 116 1778 0 0,-21 75-2493 0 0,82-186-1025 0 0,7-16-130 0 0,-35 91-435 0 0,34-86-414 0 0,0 1 1 0 0,1 0 0 0 0,0-1 0 0 0,0 1 0 0 0,1 0 0 0 0,1 0-1 0 0,0 13 1 0 0,2-11-2503 0 0</inkml:trace>
</inkml:ink>
</file>

<file path=ppt/ink/ink2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1:20.1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61 2636 0 0,'4'-16'5765'0'0,"-3"14"-5508"0"0,-1 0 0 0 0,1-1 1 0 0,0 1-1 0 0,0 0 0 0 0,0-1 1 0 0,1 1-1 0 0,-1 0 0 0 0,0 0 1 0 0,1 0-1 0 0,0 0 0 0 0,-1 0 0 0 0,1 1 1 0 0,0-1-1 0 0,0 0 0 0 0,0 1 1 0 0,0-1-1 0 0,0 1 0 0 0,0 0 1 0 0,0-1-1 0 0,0 1 0 0 0,1 0 0 0 0,-1 1 1 0 0,0-1-1 0 0,6-1 0 0 0,-1 1-174 0 0,1 1 0 0 0,0 0-1 0 0,0 0 1 0 0,0 0 0 0 0,-1 1-1 0 0,1 0 1 0 0,0 1 0 0 0,0 0-1 0 0,-1 0 1 0 0,1 0 0 0 0,-1 1-1 0 0,0 0 1 0 0,12 7 0 0 0,-14-7-16 0 0,-1 0 0 0 0,0 0 0 0 0,0 1 0 0 0,0-1 0 0 0,-1 1 0 0 0,1 0 0 0 0,-1-1 0 0 0,0 2 0 0 0,0-1 0 0 0,0 0 1 0 0,0 1-1 0 0,-1-1 0 0 0,1 1 0 0 0,-1 0 0 0 0,-1 0 0 0 0,1 0 0 0 0,-1 0 0 0 0,0 0 0 0 0,0 0 0 0 0,0 0 0 0 0,0 0 1 0 0,-1 10-1 0 0,-2 1 233 0 0,-1 0 1 0 0,0 0 0 0 0,-1 0 0 0 0,0 0-1 0 0,-1-1 1 0 0,-1 0 0 0 0,-1 0 0 0 0,-14 26 0 0 0,-11 9 934 0 0,-38 46 1 0 0,67-92-1165 0 0,-78 106 1357 0 0,80-110-1423 0 0,1 0-1 0 0,-1 1 1 0 0,1-1 0 0 0,0 0-1 0 0,0 1 1 0 0,-1-1 0 0 0,1 1-1 0 0,0-1 1 0 0,0 1 0 0 0,-1-1-1 0 0,1 1 1 0 0,0-1 0 0 0,0 1 0 0 0,0-1-1 0 0,0 1 1 0 0,0-1 0 0 0,0 1-1 0 0,0-1 1 0 0,0 1 0 0 0,0-1-1 0 0,0 1 1 0 0,0-1 0 0 0,0 1-1 0 0,0-1 1 0 0,0 0 0 0 0,0 1 0 0 0,0-1-1 0 0,1 1 1 0 0,-1-1 0 0 0,0 1-1 0 0,0-1 1 0 0,1 1 0 0 0,-1-1-1 0 0,0 0 1 0 0,0 1 0 0 0,1-1-1 0 0,-1 1 1 0 0,1-1 0 0 0,-1 0 0 0 0,0 1-1 0 0,1-1 1 0 0,-1 0 0 0 0,1 0-1 0 0,-1 1 1 0 0,0-1 0 0 0,1 0-1 0 0,-1 0 1 0 0,1 0 0 0 0,-1 0-1 0 0,1 1 1 0 0,-1-1 0 0 0,1 0 0 0 0,-1 0-1 0 0,1 0 1 0 0,0 0 0 0 0,36-3-137 0 0,1-2 1 0 0,-1-2-1 0 0,0-1 1 0 0,40-14 0 0 0,-19 5-903 0 0,109-31-3809 0 0,-58 12-4067 0 0,-77 25 2284 0 0</inkml:trace>
</inkml:ink>
</file>

<file path=ppt/ink/ink2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1:20.6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24 2340 0 0,'-5'-24'6329'0'0,"30"75"-552"0"0,72 96-4892 0 0,-77-120-1375 0 0,34 36 0 0 0,-47-55-462 0 0,1 0 0 0 0,1-1-1 0 0,-1 0 1 0 0,1 0 0 0 0,1-1-1 0 0,-1 0 1 0 0,1-1 0 0 0,14 7 0 0 0,-6-7-2425 0 0</inkml:trace>
</inkml:ink>
</file>

<file path=ppt/ink/ink2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1:20.8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308 53 1844 0 0,'-2'-53'9563'0'0,"-13"60"-8710"0"0,10-3-691 0 0,1 1 0 0 0,0-1 1 0 0,0 1-1 0 0,1 0 0 0 0,0 0 1 0 0,-1 0-1 0 0,1 0 0 0 0,1 0 0 0 0,-3 8 1 0 0,-1-1 53 0 0,-80 149 917 0 0,-58 128-3330 0 0,140-279 646 0 0,1 1 0 0 0,0 0 0 0 0,-3 18 0 0 0,4-13-2876 0 0</inkml:trace>
</inkml:ink>
</file>

<file path=ppt/ink/ink2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1:21.3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86 744 0 0,'6'-9'2616'0'0,"0"0"-1238"0"0,0 0 0 0 0,0 0 0 0 0,1 0 0 0 0,15-13 0 0 0,-19 20-1320 0 0,-1 0 0 0 0,1 0 1 0 0,-1 0-1 0 0,1 0 0 0 0,0 1 1 0 0,0 0-1 0 0,0-1 0 0 0,0 1 1 0 0,0 0-1 0 0,0 1 1 0 0,0-1-1 0 0,0 0 0 0 0,0 1 1 0 0,0 0-1 0 0,0-1 0 0 0,1 1 1 0 0,-1 0-1 0 0,0 1 0 0 0,0-1 1 0 0,0 1-1 0 0,0-1 0 0 0,5 3 1 0 0,-6-3-35 0 0,1 1 0 0 0,-1 0 1 0 0,0 0-1 0 0,0 0 0 0 0,0 1 0 0 0,0-1 1 0 0,0 0-1 0 0,0 1 0 0 0,0-1 0 0 0,-1 1 1 0 0,1 0-1 0 0,0-1 0 0 0,-1 1 1 0 0,1 0-1 0 0,-1 0 0 0 0,0 0 0 0 0,0 0 1 0 0,0 0-1 0 0,0 0 0 0 0,2 5 1 0 0,-2-3 28 0 0,-1 0 0 0 0,1 1 0 0 0,-1-1 0 0 0,1 0 0 0 0,-1 1 0 0 0,-1-1 0 0 0,1 0 1 0 0,0 1-1 0 0,-1-1 0 0 0,0 0 0 0 0,-3 7 0 0 0,-1 2 86 0 0,-1 0 0 0 0,0 0-1 0 0,-16 23 1 0 0,-6 12 356 0 0,27-47-454 0 0,0 7 51 0 0,1-8-90 0 0,0 0-1 0 0,0 0 0 0 0,0 1 0 0 0,0-1 1 0 0,0 0-1 0 0,0 0 0 0 0,0 0 1 0 0,0 1-1 0 0,0-1 0 0 0,0 0 1 0 0,0 0-1 0 0,0 0 0 0 0,0 0 0 0 0,0 1 1 0 0,0-1-1 0 0,0 0 0 0 0,0 0 1 0 0,0 0-1 0 0,0 0 0 0 0,0 1 1 0 0,0-1-1 0 0,1 0 0 0 0,-1 0 1 0 0,0 0-1 0 0,0 0 0 0 0,0 0 0 0 0,0 1 1 0 0,0-1-1 0 0,0 0 0 0 0,1 0 1 0 0,-1 0-1 0 0,0 0 0 0 0,0 0 1 0 0,0 0-1 0 0,0 0 0 0 0,1 0 0 0 0,-1 0 1 0 0,0 0-1 0 0,0 0 0 0 0,0 0 1 0 0,1 0-1 0 0,-1 0 0 0 0,0 0 1 0 0,0 0-1 0 0,0 0 0 0 0,0 0 0 0 0,1 0 1 0 0,-1 0-1 0 0,0 0 0 0 0,0 0 1 0 0,0 0-1 0 0,1 0 0 0 0,1 0-3 0 0,12 0 10 0 0,-2 1 13 0 0,-1-1 0 0 0,0 2 0 0 0,0-1 0 0 0,1 2-1 0 0,-1-1 1 0 0,0 1 0 0 0,-1 1 0 0 0,1 0 0 0 0,-1 1-1 0 0,1 0 1 0 0,-2 0 0 0 0,13 9 0 0 0,-18-11 122 0 0,1 1 1 0 0,0 0-1 0 0,-1 0 1 0 0,0 0-1 0 0,0 0 1 0 0,0 1-1 0 0,0 0 1 0 0,-1 0-1 0 0,1 0 1 0 0,-1 0-1 0 0,-1 0 1 0 0,1 1-1 0 0,-1-1 1 0 0,0 1-1 0 0,0 0 1 0 0,-1-1-1 0 0,1 1 1 0 0,-1 0-1 0 0,0 0 1 0 0,-1 0-1 0 0,0 0 0 0 0,0 0 1 0 0,0 0-1 0 0,-1 6 1 0 0,-1-3 81 0 0,-1 0 0 0 0,0-1 0 0 0,0 1 0 0 0,-1-1 0 0 0,0 0 0 0 0,0 0 0 0 0,-1 0 0 0 0,0-1 0 0 0,0 1 1 0 0,0-1-1 0 0,-1 0 0 0 0,-1-1 0 0 0,1 1 0 0 0,-1-1 0 0 0,-13 8 0 0 0,8-5-109 0 0,0-1-1 0 0,-1-1 1 0 0,1 0-1 0 0,-2-1 1 0 0,1 0 0 0 0,-1-1-1 0 0,0-1 1 0 0,-28 6 0 0 0,33-9-274 0 0,0-1 0 0 0,1 0 0 0 0,-1 0 0 0 0,1-1 0 0 0,-1 0 0 0 0,1 0 1 0 0,-17-5-1 0 0,22 5-191 0 0,0 0-1 0 0,0-1 1 0 0,0 1 0 0 0,0-1 0 0 0,1 1 0 0 0,-1-1 0 0 0,0 0 0 0 0,1 0 0 0 0,-1 0 0 0 0,-3-4 0 0 0,5 4-108 0 0,0 1 1 0 0,0-1-1 0 0,0 0 1 0 0,0 0 0 0 0,0 0-1 0 0,1 1 1 0 0,-1-1 0 0 0,0 0-1 0 0,1 0 1 0 0,-1 0 0 0 0,1 0-1 0 0,0 0 1 0 0,0 0 0 0 0,0 0-1 0 0,0 0 1 0 0,0 0 0 0 0,0 0-1 0 0,1-3 1 0 0,2-10-5863 0 0</inkml:trace>
</inkml:ink>
</file>

<file path=ppt/ink/ink2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1:21.8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51 788 0 0,'2'-50'10895'0'0,"1"50"-10764"0"0,-1 1 0 0 0,1 0 0 0 0,0-1 0 0 0,-1 1 0 0 0,1 0 0 0 0,0 0-1 0 0,-1 1 1 0 0,1-1 0 0 0,-1 0 0 0 0,0 1 0 0 0,1 0 0 0 0,-1-1 0 0 0,0 1 0 0 0,0 0 0 0 0,2 3 0 0 0,31 38 590 0 0,-27-32-563 0 0,40 53 254 0 0,19 24-743 0 0,-21-31-3145 0 0,-27-42-1207 0 0</inkml:trace>
</inkml:ink>
</file>

<file path=ppt/ink/ink2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1:22.0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271 73 852 0 0,'9'-64'9888'0'0,"-10"56"-8572"0"0,-40 111 2307 0 0,-14 33-2194 0 0,-20 12-704 0 0,-17 40-2524 0 0,89-181 971 0 0,-8 21-635 0 0,10-26 924 0 0,1-1 0 0 0,0 0 0 0 0,0 1 0 0 0,0-1 0 0 0,0 0 1 0 0,0 1-1 0 0,0-1 0 0 0,0 0 0 0 0,0 1 0 0 0,0-1 1 0 0,1 3-1 0 0</inkml:trace>
</inkml:ink>
</file>

<file path=ppt/ink/ink2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1:22.5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37 432 0 0,'29'-29'9932'0'0,"-28"28"-9765"0"0,-1 1-1 0 0,0-1 1 0 0,0 1-1 0 0,1 0 1 0 0,-1-1-1 0 0,0 1 1 0 0,1-1-1 0 0,-1 1 1 0 0,1 0-1 0 0,-1-1 1 0 0,0 1-1 0 0,1 0 1 0 0,-1-1-1 0 0,1 1 1 0 0,-1 0-1 0 0,1 0 1 0 0,-1 0-1 0 0,1-1 1 0 0,-1 1-1 0 0,1 0 1 0 0,0 0-1 0 0,0 2-9 0 0,0 1-1 0 0,0-1 0 0 0,-1 1 0 0 0,1-1 1 0 0,-1 1-1 0 0,1-1 0 0 0,-1 1 0 0 0,0-1 1 0 0,0 1-1 0 0,0 3 0 0 0,-5 37 729 0 0,2-19-587 0 0,3-17-264 0 0,0 0-1 0 0,0 1 1 0 0,0-1 0 0 0,1 0-1 0 0,0 0 1 0 0,0 0 0 0 0,1 0 0 0 0,0 0-1 0 0,0 0 1 0 0,1 0 0 0 0,4 10-1 0 0,-4-13-14 0 0,0 0-1 0 0,-1-1 0 0 0,1 1 0 0 0,0 0 0 0 0,1-1 1 0 0,-1 0-1 0 0,1 0 0 0 0,-1 0 0 0 0,1 0 0 0 0,0 0 0 0 0,0-1 1 0 0,0 0-1 0 0,0 0 0 0 0,1 0 0 0 0,-1 0 0 0 0,0 0 1 0 0,1-1-1 0 0,7 1 0 0 0,-7-1 73 0 0,1 0 1 0 0,0-1-1 0 0,0 0 1 0 0,-1 0-1 0 0,1-1 0 0 0,0 0 1 0 0,-1 0-1 0 0,1 0 0 0 0,-1 0 1 0 0,1-1-1 0 0,-1 0 1 0 0,1 0-1 0 0,-1-1 0 0 0,0 1 1 0 0,0-1-1 0 0,9-7 1 0 0,3-4 519 0 0,-1-1 0 0 0,0-1 0 0 0,16-19 0 0 0,3-4-92 0 0,-34 38-392 0 0,10 23 928 0 0,-8-3-639 0 0,-2 1-1 0 0,-1 0 0 0 0,0 0 1 0 0,-6 34-1 0 0,2-23-220 0 0,-8 79 261 0 0,-5 54-804 0 0,12-55-6776 0 0,8-84-1098 0 0</inkml:trace>
</inkml:ink>
</file>

<file path=ppt/ink/ink2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1:23.2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104 317 2072 0 0,'22'-52'9475'0'0,"-18"75"-8386"0"0,-5 1-401 0 0,-1-1 0 0 0,-1 0 0 0 0,-12 44 0 0 0,-29 67 161 0 0,32-100-684 0 0,-26 56 535 0 0,38-88-597 0 0,-2-4-74 0 0,0 1-28 0 0,1-1 1 0 0,0 0 0 0 0,0 1 0 0 0,0-1 0 0 0,0 0 0 0 0,0 0 0 0 0,0 0 0 0 0,0 0 0 0 0,1 0-1 0 0,-1 0 1 0 0,1 0 0 0 0,-1 0 0 0 0,1 0 0 0 0,0 0 0 0 0,0 0 0 0 0,0 0 0 0 0,0 0 0 0 0,0 0-1 0 0,1-4 1 0 0,7-46-25 0 0,-6 46 21 0 0,11-51-41 0 0,3 0 0 0 0,3 1 0 0 0,2 1 0 0 0,2 1-1 0 0,3 2 1 0 0,1 0 0 0 0,64-87 0 0 0,-87 134 42 0 0,0-1 1 0 0,0 1-1 0 0,0 0 0 0 0,1 1 1 0 0,0-1-1 0 0,0 1 0 0 0,0 0 1 0 0,1 0-1 0 0,-1 0 0 0 0,1 1 1 0 0,0 0-1 0 0,11-5 0 0 0,-15 8 5 0 0,0 0 0 0 0,0 0 0 0 0,0 0-1 0 0,1 0 1 0 0,-1 0 0 0 0,0 0 0 0 0,0 0 0 0 0,1 1 0 0 0,-1-1-1 0 0,0 1 1 0 0,0 0 0 0 0,0-1 0 0 0,0 1 0 0 0,0 0-1 0 0,0 0 1 0 0,0 0 0 0 0,0 1 0 0 0,0-1 0 0 0,0 0-1 0 0,-1 1 1 0 0,1-1 0 0 0,2 4 0 0 0,2 1 80 0 0,-1 0 1 0 0,0 1-1 0 0,0 0 0 0 0,6 10 1 0 0,-2 4 121 0 0,0 0 1 0 0,0 0-1 0 0,-2 1 1 0 0,-1 0-1 0 0,-1 0 1 0 0,-1 0-1 0 0,3 36 1 0 0,-8 164 307 0 0,-1-174-500 0 0,1-12-558 0 0,0 13-1557 0 0,-4-3-3585 0 0</inkml:trace>
</inkml:ink>
</file>

<file path=ppt/ink/ink2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1:23.4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32 1188 0 0,'-20'-8'5580'0'0,"-27"-15"1487"0"0,62 25-6779 0 0,141 19-1088 0 0,2-10-6905 0 0,-126-9 4491 0 0</inkml:trace>
</inkml:ink>
</file>

<file path=ppt/ink/ink2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1:23.6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1304 0 0,'12'2'2056'0'0,"-9"-2"-1624"0"0,0 0 0 0 0,1 0 0 0 0,-1 1 0 0 0,0-1 0 0 0,0 1-1 0 0,0 0 1 0 0,1 0 0 0 0,-1 0 0 0 0,0 0 0 0 0,0 1 0 0 0,-1-1 0 0 0,1 1-1 0 0,0 0 1 0 0,0 0 0 0 0,-1 0 0 0 0,1 0 0 0 0,-1 0 0 0 0,0 0-1 0 0,1 1 1 0 0,1 3 0 0 0,0 1-44 0 0,-1 0 0 0 0,0 0 0 0 0,-1 0 1 0 0,0 1-1 0 0,0 0 0 0 0,0-1 0 0 0,-1 1 0 0 0,0 0 0 0 0,0 8 0 0 0,-1 13 193 0 0,-4 31 0 0 0,3-47-432 0 0,-28 196-196 0 0,11-121-9314 0 0</inkml:trace>
</inkml:ink>
</file>

<file path=ppt/ink/ink2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1:24.2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278 331 1624 0 0,'-7'-6'1197'0'0,"-3"-4"2122"0"0,0-1 1 0 0,-10-14-1 0 0,20 25-3267 0 0,-1 0-1 0 0,1-1 1 0 0,0 1 0 0 0,0-1-1 0 0,0 1 1 0 0,-1-1 0 0 0,1 1-1 0 0,0 0 1 0 0,0-1-1 0 0,-1 1 1 0 0,1-1 0 0 0,0 1-1 0 0,-1 0 1 0 0,1-1 0 0 0,-1 1-1 0 0,1 0 1 0 0,0 0 0 0 0,-1-1-1 0 0,1 1 1 0 0,-1 0-1 0 0,1 0 1 0 0,-1 0 0 0 0,1 0-1 0 0,-1-1 1 0 0,1 1 0 0 0,-1 0-1 0 0,1 0 1 0 0,0 0 0 0 0,-1 0-1 0 0,1 0 1 0 0,-1 0-1 0 0,1 0 1 0 0,-1 0 0 0 0,1 0-1 0 0,-1 0 1 0 0,1 1 0 0 0,-1-1-1 0 0,1 0 1 0 0,-1 0-1 0 0,1 0 1 0 0,-1 1 0 0 0,1-1-1 0 0,0 0 1 0 0,-1 0 0 0 0,1 1-1 0 0,-1-1 1 0 0,1 0 0 0 0,0 1-1 0 0,-1-1 1 0 0,1 0-1 0 0,0 1 1 0 0,-1 0 0 0 0,-9 19 698 0 0,-21 80 1171 0 0,-83 241-227 0 0,96-290-1565 0 0,10-28 47 0 0,-12 29-1 0 0,20-52-174 0 0,0 0-1 0 0,0 1 1 0 0,0-1-1 0 0,0 0 1 0 0,0 0-1 0 0,0 0 1 0 0,0 0-1 0 0,0 0 1 0 0,0 1-1 0 0,0-1 1 0 0,0 0-1 0 0,0 0 1 0 0,0 0-1 0 0,0 0 1 0 0,0 1-1 0 0,0-1 1 0 0,-1 0-1 0 0,1 0 1 0 0,0 0-1 0 0,0 0 1 0 0,0 0 0 0 0,0 0-1 0 0,0 1 1 0 0,0-1-1 0 0,0 0 1 0 0,0 0-1 0 0,0 0 1 0 0,-1 0-1 0 0,1 0 1 0 0,0 0-1 0 0,0 0 1 0 0,0 0-1 0 0,0 1 1 0 0,0-1-1 0 0,0 0 1 0 0,-1 0-1 0 0,1 0 1 0 0,0 0-1 0 0,0 0 1 0 0,0 0-1 0 0,0 0 1 0 0,0 0-1 0 0,-1 0 1 0 0,1 0-1 0 0,0 0 1 0 0,0 0-1 0 0,0 0 1 0 0,0 0-1 0 0,-1 0 1 0 0,1 0-1 0 0,0 0 1 0 0,0 0-1 0 0,0 0 1 0 0,0 0-1 0 0,0-1 1 0 0,0 1-1 0 0,-1 0 1 0 0,1 0 0 0 0,0 0-1 0 0,0 0 1 0 0,0 0-1 0 0,0 0 1 0 0,0 0-1 0 0,-3-15 40 0 0,4-22 8 0 0,13-55-87 0 0,4 1 0 0 0,4 1 1 0 0,4 1-1 0 0,4 1 0 0 0,43-90 0 0 0,-70 172 37 0 0,40-80-43 0 0,-37 75 31 0 0,1-1-1 0 0,1 1 1 0 0,0 0-1 0 0,18-18 1 0 0,-24 27 9 0 0,0 0 1 0 0,0 0-1 0 0,0 0 0 0 0,1 1 1 0 0,-1-1-1 0 0,1 1 1 0 0,-1-1-1 0 0,1 1 0 0 0,-1 0 1 0 0,1 0-1 0 0,0 0 0 0 0,0 0 1 0 0,-1 0-1 0 0,1 1 1 0 0,0-1-1 0 0,0 1 0 0 0,0 0 1 0 0,0 0-1 0 0,3 0 0 0 0,-2 1 7 0 0,-1 0 0 0 0,1 0-1 0 0,-1 0 1 0 0,1 1-1 0 0,-1-1 1 0 0,1 1-1 0 0,-1 0 1 0 0,0 0-1 0 0,0 0 1 0 0,0 1-1 0 0,0-1 1 0 0,-1 1-1 0 0,1-1 1 0 0,4 7-1 0 0,4 6 14 0 0,-1 1 0 0 0,0 1-1 0 0,-1-1 1 0 0,0 2 0 0 0,-2-1-1 0 0,0 1 1 0 0,8 32-1 0 0,18 136 159 0 0,-32-178-162 0 0,14 221 216 0 0,-14-133-6788 0 0</inkml:trace>
</inkml:ink>
</file>

<file path=ppt/ink/ink2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1:24.4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72 2288 0 0,'-124'-46'14428'0'0,"124"46"-14405"0"0,0 0-1 0 0,-1 0 1 0 0,1 0 0 0 0,0 0 0 0 0,0 0 0 0 0,-1 0 0 0 0,1 0 0 0 0,0 0 0 0 0,0 0 0 0 0,0 0 0 0 0,-1 0 0 0 0,1 0 0 0 0,0 0 0 0 0,0 0 0 0 0,-1 0 0 0 0,1 0 0 0 0,0 0 0 0 0,0-1 0 0 0,0 1 0 0 0,-1 0 0 0 0,1 0 0 0 0,0 0 0 0 0,0 0 0 0 0,0-1 0 0 0,0 1 0 0 0,-1 0 0 0 0,1 0 0 0 0,0 0 0 0 0,0-1 0 0 0,0 1 0 0 0,0 0 0 0 0,0 0 0 0 0,0-1 0 0 0,0 1 0 0 0,0 0 0 0 0,0 0 0 0 0,0-1 0 0 0,0 1 0 0 0,0 0 0 0 0,10-5 229 0 0,18 0-168 0 0,195-6-1840 0 0,-74 14-5611 0 0,-131-3 5882 0 0,17 0-3474 0 0</inkml:trace>
</inkml:ink>
</file>

<file path=ppt/ink/ink2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1:24.8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0 584 0 0,'12'5'9680'0'0,"23"15"-4786"0"0,-26-15-4246 0 0,1 1-1 0 0,-1-1 0 0 0,0 2 0 0 0,12 10 0 0 0,-18-15-451 0 0,0 1 1 0 0,-1 0-1 0 0,0 0 1 0 0,1 0-1 0 0,-1 1 0 0 0,0-1 1 0 0,-1 1-1 0 0,1-1 0 0 0,-1 1 1 0 0,1-1-1 0 0,-1 1 0 0 0,0 0 1 0 0,0 0-1 0 0,-1 0 0 0 0,1-1 1 0 0,-1 9-1 0 0,0-4 279 0 0,-1 0 0 0 0,-1-1-1 0 0,1 1 1 0 0,-1 0 0 0 0,0-1 0 0 0,-1 1-1 0 0,0-1 1 0 0,0 0 0 0 0,-6 10 0 0 0,-7 9 1010 0 0,-20 25 0 0 0,23-33-873 0 0,-13 19 391 0 0,25-36-903 0 0,3 2 44 0 0,-2-3-142 0 0,0 1 0 0 0,0-1 0 0 0,0 0 1 0 0,1 0-1 0 0,-1 1 0 0 0,0-1 1 0 0,0 0-1 0 0,0 0 0 0 0,0 1 1 0 0,0-1-1 0 0,0 0 0 0 0,1 0 1 0 0,-1 1-1 0 0,0-1 0 0 0,0 0 1 0 0,0 0-1 0 0,0 0 0 0 0,1 1 1 0 0,-1-1-1 0 0,0 0 0 0 0,0 0 1 0 0,1 0-1 0 0,-1 0 0 0 0,0 0 0 0 0,0 0 1 0 0,1 1-1 0 0,-1-1 0 0 0,0 0 1 0 0,0 0-1 0 0,1 0 0 0 0,-1 0 1 0 0,0 0-1 0 0,0 0 0 0 0,1 0 1 0 0,-1 0-1 0 0,0 0 0 0 0,0 0 1 0 0,1 0-1 0 0,-1 0 0 0 0,0 0 1 0 0,1 0-1 0 0,-1-1 0 0 0,28-2-39 0 0,0-1-1 0 0,-1-1 1 0 0,35-12 0 0 0,85-35-2272 0 0,-88 30 497 0 0,65-25-3842 0 0,-4-3-4129 0 0,-60 22 486 0 0</inkml:trace>
</inkml:ink>
</file>

<file path=ppt/ink/ink2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1:28.3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60 156 1700 0 0,'-4'-3'961'0'0,"0"0"0"0"0,-1 0 0 0 0,1 1 0 0 0,0 0 0 0 0,-1 0 0 0 0,0 0 0 0 0,0 0 0 0 0,-5 0 0 0 0,8 1-716 0 0,0 0 582 0 0,-7-1 937 0 0,466-87-1270 0 0,-342 61-400 0 0,-111 27-423 0 0,13-4 53 0 0,-6-2-4297 0 0</inkml:trace>
</inkml:ink>
</file>

<file path=ppt/ink/ink2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1:28.5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35 1536 0 0,'0'-16'5627'0'0,"0"-3"-1057"0"0,1 30-1347 0 0,-1 35-1441 0 0,-37 261-1246 0 0,20-193-3932 0 0,3 1-3925 0 0,10-81 3168 0 0</inkml:trace>
</inkml:ink>
</file>

<file path=ppt/ink/ink2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1:29.3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65 136 1512 0 0,'-3'0'3088'0'0,"-44"0"6655"0"0,45 0-9155 0 0,1 0-512 0 0,1 0 0 0 0,-1 0 1 0 0,1 0-1 0 0,-1 0 0 0 0,1-1 0 0 0,-1 1 1 0 0,1 0-1 0 0,-1 0 0 0 0,1 0 1 0 0,-1 0-1 0 0,1-1 0 0 0,-1 1 1 0 0,1 0-1 0 0,-1 0 0 0 0,1-1 0 0 0,-1 1 1 0 0,1 0-1 0 0,-1-1 0 0 0,1 1 1 0 0,0-1-1 0 0,-1 1 0 0 0,1 0 0 0 0,0-1 1 0 0,-1 0-1 0 0,1 0-52 0 0,0 1 1 0 0,0-1-1 0 0,0 1 1 0 0,1-1-1 0 0,-1 0 1 0 0,0 1-1 0 0,0-1 1 0 0,1 1-1 0 0,-1-1 0 0 0,0 1 1 0 0,0-1-1 0 0,1 1 1 0 0,-1 0-1 0 0,1-1 1 0 0,-1 1-1 0 0,0-1 0 0 0,1 1 1 0 0,-1 0-1 0 0,1-1 1 0 0,-1 1-1 0 0,1 0 1 0 0,-1-1-1 0 0,1 1 1 0 0,-1 0-1 0 0,1 0 0 0 0,0 0 1 0 0,0-1-1 0 0,56-21 36 0 0,1 2-1 0 0,114-24 1 0 0,-79 23-927 0 0,-46 11-1703 0 0,-44 10 1889 0 0,9 0-1677 0 0,-9 0 1323 0 0</inkml:trace>
</inkml:ink>
</file>

<file path=ppt/ink/ink2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1:30.0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174 198 1680 0 0,'1'-8'1146'0'0,"0"-1"0"0"0,0 1 1 0 0,-1 0-1 0 0,-1 0 0 0 0,1 0 0 0 0,-1 0 0 0 0,0 0 1 0 0,-1 0-1 0 0,-4-12 0 0 0,6 18-798 0 0,0 0-151 0 0,0 1 1 0 0,0-1-1 0 0,0 0 1 0 0,0 1-1 0 0,-1-1 0 0 0,1 0 1 0 0,0 0-1 0 0,-1 1 1 0 0,1-1-1 0 0,-2-2 1 0 0,-1-7 1129 0 0,1-39 2590 0 0,2 48-3492 0 0,0-3-289 0 0,0-8 158 0 0,-1 21-134 0 0,-69 436-337 0 0,40-287-129 0 0,-13 190 1 0 0,40-282-1067 0 0,-1 13-1764 0 0,1-25-2669 0 0,1-8-2611 0 0</inkml:trace>
</inkml:ink>
</file>

<file path=ppt/ink/ink2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1:34.2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181 49 340 0 0,'4'-5'801'0'0,"1"1"0"0"0,-1-1 0 0 0,1 1 0 0 0,-1 0 0 0 0,10-5 0 0 0,-4 2-258 0 0,-8 6-482 0 0,-1 0 0 0 0,0 0 0 0 0,1 0 1 0 0,-1 0-1 0 0,1 0 0 0 0,-1 0 0 0 0,1 0 1 0 0,0 1-1 0 0,-1-1 0 0 0,1 1 0 0 0,0-1 1 0 0,-1 1-1 0 0,1 0 0 0 0,0 0 1 0 0,0-1-1 0 0,-1 1 0 0 0,1 0 0 0 0,2 1 1 0 0,-3-1-32 0 0,0 1 1 0 0,0-1 0 0 0,1 1 0 0 0,-1 0-1 0 0,0-1 1 0 0,0 1 0 0 0,0 0 0 0 0,0 0-1 0 0,0 0 1 0 0,0-1 0 0 0,0 1 0 0 0,-1 0 0 0 0,1 0-1 0 0,0 1 1 0 0,0-1 0 0 0,-1 0 0 0 0,1 0-1 0 0,0 2 1 0 0,1 2 24 0 0,-1 0 1 0 0,1 1-1 0 0,-1-1 1 0 0,0 0-1 0 0,-1 1 0 0 0,1-1 1 0 0,-1 0-1 0 0,0 1 0 0 0,-1 5 1 0 0,-3 8 6 0 0,0-1 0 0 0,-1 0 1 0 0,-1 0-1 0 0,-1 0 1 0 0,-14 26-1 0 0,-54 79 240 0 0,-75 74 331 0 0,149-196-621 0 0,0 0 1 0 0,0 0 0 0 0,0 0-1 0 0,0 0 1 0 0,0 0 0 0 0,0 1 0 0 0,0-1-1 0 0,1 0 1 0 0,-1 0 0 0 0,0 1 0 0 0,1-1-1 0 0,-1 0 1 0 0,1 1 0 0 0,0-1 0 0 0,-1 1-1 0 0,1-1 1 0 0,0 1 0 0 0,0-1-1 0 0,0 3 1 0 0,14-3 39 0 0,-6-1-29 0 0,0-1 0 0 0,0 1-1 0 0,-1-2 1 0 0,1 1 0 0 0,-1-1-1 0 0,9-4 1 0 0,-4 3 14 0 0,77-27-1062 0 0,-31 5-3212 0 0,-39 17 2101 0 0</inkml:trace>
</inkml:ink>
</file>

<file path=ppt/ink/ink2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1:34.5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87 1332 0 0,'-6'-70'9740'0'0,"2"53"-7816"0"0,0 22-69 0 0,2 26-231 0 0,3 15-873 0 0,-2 0 0 0 0,-9 69 0 0 0,-27 92-983 0 0,21-123-3927 0 0,1 1-3856 0 0,13-74 4097 0 0</inkml:trace>
</inkml:ink>
</file>

<file path=ppt/ink/ink2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1:34.7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310 57 1608 0 0,'7'-15'2374'0'0,"-5"11"-1435"0"0,0-1 0 0 0,0 1-1 0 0,0 0 1 0 0,-1-1 0 0 0,0 1 0 0 0,1-1 0 0 0,-1-5 0 0 0,3 14 1 0 0,-4-4-912 0 0,1 0 1 0 0,-1 0 0 0 0,0 0 0 0 0,0 1 0 0 0,1-1-1 0 0,-1 0 1 0 0,0 0 0 0 0,0 0 0 0 0,1 0 0 0 0,-1 1-1 0 0,0-1 1 0 0,0 0 0 0 0,0 0 0 0 0,1 0 0 0 0,-1 1-1 0 0,0-1 1 0 0,0 0 0 0 0,0 0 0 0 0,0 1-1 0 0,0-1 1 0 0,1 0 0 0 0,-1 0 0 0 0,0 1 0 0 0,0-1-1 0 0,0 0 1 0 0,0 1 0 0 0,0-1 0 0 0,0 0 0 0 0,0 0-1 0 0,0 1 1 0 0,0-1 0 0 0,0 0 0 0 0,0 1 0 0 0,0-1-1 0 0,0 0 1 0 0,-1 1 0 0 0,-6 31 835 0 0,-1 0 0 0 0,-3-1 0 0 0,0 0 0 0 0,-26 50-1 0 0,-79 115-670 0 0,48-86-1063 0 0,19-24-3384 0 0,30-53-845 0 0,7-15-284 0 0</inkml:trace>
</inkml:ink>
</file>

<file path=ppt/ink/ink2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1:34.9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0 110 1920 0 0,'9'-19'2069'0'0,"-1"-1"951"0"0,1 2 1 0 0,22-35 704 0 0,-26 56-3252 0 0,-5-3-456 0 0,1 0 0 0 0,-1 0 1 0 0,1 0-1 0 0,-1 0 0 0 0,1 0 0 0 0,-1 1 0 0 0,1-1 0 0 0,-1 0 0 0 0,0 0 1 0 0,1 0-1 0 0,-1 0 0 0 0,1 1 0 0 0,-1-1 0 0 0,0 0 0 0 0,1 0 0 0 0,-1 1 1 0 0,1-1-1 0 0,-1 0 0 0 0,0 1 0 0 0,0-1 0 0 0,1 1 0 0 0,-1-1 0 0 0,0 0 1 0 0,1 1-1 0 0,1 8 113 0 0,1 1 1 0 0,-1-1 0 0 0,-1 0 0 0 0,0 1 0 0 0,0-1-1 0 0,-1 1 1 0 0,-1 12 0 0 0,-11 73 37 0 0,6-58-262 0 0,-5 55-2650 0 0,5-30-3930 0 0,5-46 2719 0 0</inkml:trace>
</inkml:ink>
</file>

<file path=ppt/ink/ink2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1:35.5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64 231 1192 0 0,'2'-12'1652'0'0,"-1"-7"811"0"0,2 1 0 0 0,7-33 1 0 0,-8 45-2244 0 0,0 1 0 0 0,0-1 1 0 0,1 1-1 0 0,0-1 0 0 0,0 1 1 0 0,0 0-1 0 0,0 0 1 0 0,1 0-1 0 0,0 0 0 0 0,0 1 1 0 0,0 0-1 0 0,9-7 1 0 0,-2 3-68 0 0,0 1 0 0 0,0 0 1 0 0,1 1-1 0 0,0 0 0 0 0,0 1 1 0 0,1 0-1 0 0,-1 1 1 0 0,15-3-1 0 0,-23 6-136 0 0,1 0 0 0 0,0 1 0 0 0,-1-1 0 0 0,1 1 0 0 0,0-1 1 0 0,-1 1-1 0 0,1 1 0 0 0,0-1 0 0 0,-1 1 0 0 0,1 0 0 0 0,0 0 0 0 0,-1 0 0 0 0,1 0 0 0 0,-1 1 0 0 0,0 0 0 0 0,1 0 1 0 0,-1 0-1 0 0,0 1 0 0 0,0-1 0 0 0,0 1 0 0 0,-1 0 0 0 0,1 0 0 0 0,-1 0 0 0 0,1 0 0 0 0,4 8 0 0 0,-6-8-4 0 0,-1 0 0 0 0,0-1 0 0 0,0 1 0 0 0,0 0-1 0 0,0 0 1 0 0,0 0 0 0 0,-1 0 0 0 0,0 0 0 0 0,1 0-1 0 0,-1 0 1 0 0,0 0 0 0 0,0 0 0 0 0,-1 0 0 0 0,1 0-1 0 0,-1 0 1 0 0,1 0 0 0 0,-1 0 0 0 0,-1 4 0 0 0,-3 5 49 0 0,0 1 0 0 0,-11 18 0 0 0,15-30-59 0 0,-17 28 94 0 0,-1-1 0 0 0,-41 44 0 0 0,44-54-25 0 0,16-17-71 0 0,0-1 0 0 0,-1 0 0 0 0,1 0 0 0 0,0 0 0 0 0,0 1 0 0 0,0-1-1 0 0,-1 0 1 0 0,1 0 0 0 0,0 0 0 0 0,0 1 0 0 0,0-1 0 0 0,0 0 0 0 0,0 1 0 0 0,-1-1 0 0 0,1 0 0 0 0,0 0 0 0 0,0 1 0 0 0,0-1 0 0 0,0 0 0 0 0,0 0 0 0 0,0 1 0 0 0,0-1 0 0 0,0 0 0 0 0,0 1 0 0 0,0-1 0 0 0,0 0 0 0 0,0 0 0 0 0,0 1-1 0 0,0-1 1 0 0,0 0 0 0 0,1 1 0 0 0,-1-1 0 0 0,10 3 68 0 0,30-5 165 0 0,-11 0 44 0 0,-12 3-47 0 0,0 1 0 0 0,0 0 0 0 0,26 9 0 0 0,-39-11-83 0 0,-1 1 0 0 0,1 1 1 0 0,0-1-1 0 0,-1 0 0 0 0,1 1 1 0 0,0 0-1 0 0,-1 0 0 0 0,0 0 1 0 0,1 0-1 0 0,-1 0 0 0 0,0 1 0 0 0,0 0 1 0 0,-1-1-1 0 0,1 1 0 0 0,0 0 1 0 0,-1 0-1 0 0,0 1 0 0 0,0-1 1 0 0,0 0-1 0 0,0 1 0 0 0,0-1 1 0 0,2 8-1 0 0,-4-7 3 0 0,0-1 0 0 0,0 0 0 0 0,0 1 0 0 0,0-1 0 0 0,-1 0 0 0 0,0 1 0 0 0,1-1 0 0 0,-1 0 0 0 0,-1 0 0 0 0,1 1 0 0 0,0-1 0 0 0,-1 0 0 0 0,1 0 0 0 0,-1-1 0 0 0,0 1 0 0 0,0 0 0 0 0,-3 3 0 0 0,-5 4 181 0 0,1 0 0 0 0,-20 15 0 0 0,10-10-151 0 0,-1-1 0 0 0,-1-1 0 0 0,0-1-1 0 0,-1-1 1 0 0,0-1 0 0 0,-34 11 0 0 0,25-12-1207 0 0,-39 7 1 0 0,-31-5-7455 0 0,83-11 3406 0 0</inkml:trace>
</inkml:ink>
</file>

<file path=ppt/ink/ink2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1:36.2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0 107 1404 0 0,'7'-96'12116'0'0,"-6"85"-10900"0"0,5 21-841 0 0,3 24-49 0 0,-3 18 115 0 0,-2 1 0 0 0,-2-1 1 0 0,-7 60-1 0 0,-7-1-29 0 0,3-37-5596 0 0</inkml:trace>
</inkml:ink>
</file>

<file path=ppt/ink/ink2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1:36.6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90 1204 0 0,'0'-13'2783'0'0,"-1"-4"2705"0"0,1 17-5368 0 0,-1 1 0 0 0,0-1 0 0 0,1 1 0 0 0,-1-1 0 0 0,0 1 0 0 0,1-1 0 0 0,-1 1-1 0 0,1 0 1 0 0,-1-1 0 0 0,1 1 0 0 0,-1 0 0 0 0,1 0 0 0 0,-1-1 0 0 0,1 1 0 0 0,0 0 0 0 0,-1 0 0 0 0,1 0-1 0 0,0 0 1 0 0,0-1 0 0 0,0 2 0 0 0,-8 16 237 0 0,1 1 1 0 0,1-1-1 0 0,1 1 0 0 0,1 0 1 0 0,0 0-1 0 0,2 1 0 0 0,0-1 1 0 0,1 1-1 0 0,1-1 0 0 0,3 22 0 0 0,-3-36-324 0 0,1-1-1 0 0,0 1 1 0 0,1-1 0 0 0,-1 0-1 0 0,1 1 1 0 0,0-1-1 0 0,0 0 1 0 0,0 0-1 0 0,0 0 1 0 0,6 6-1 0 0,-6-8-7 0 0,0 0 0 0 0,0 0 0 0 0,0 0 0 0 0,1 0 0 0 0,-1-1 0 0 0,1 1 0 0 0,-1-1 0 0 0,1 0 0 0 0,0 1 0 0 0,-1-1 0 0 0,1-1 0 0 0,0 1 0 0 0,0 0 0 0 0,0-1 0 0 0,0 1 0 0 0,0-1 0 0 0,0 0 0 0 0,0 0 1 0 0,4 0-1 0 0,0-1 61 0 0,0 1 1 0 0,1-1 0 0 0,-1-1 0 0 0,0 1 0 0 0,0-1 0 0 0,0-1 0 0 0,-1 1 0 0 0,1-1 0 0 0,0 0-1 0 0,-1-1 1 0 0,0 1 0 0 0,0-1 0 0 0,0-1 0 0 0,0 1 0 0 0,-1-1 0 0 0,1 0 0 0 0,-1 0-1 0 0,0-1 1 0 0,-1 1 0 0 0,1-1 0 0 0,5-10 0 0 0,-4 4 39 0 0,-1 0-1 0 0,0 0 1 0 0,0-1-1 0 0,-1 1 1 0 0,-1-1-1 0 0,0 0 0 0 0,2-26 1 0 0,-4 31-74 0 0,0-1 0 0 0,-2 1 0 0 0,1-1 0 0 0,-1 1 0 0 0,0-1 0 0 0,0 1 0 0 0,-1 0 0 0 0,0-1 0 0 0,-1 1 0 0 0,0 0 0 0 0,0 1 0 0 0,-1-1 0 0 0,-7-11 0 0 0,8 15-73 0 0,1 1 0 0 0,-1 0 1 0 0,-1-1-1 0 0,1 1 1 0 0,0 1-1 0 0,-1-1 0 0 0,0 0 1 0 0,0 1-1 0 0,1 0 1 0 0,-1 0-1 0 0,0 0 0 0 0,-1 0 1 0 0,1 1-1 0 0,0-1 1 0 0,0 1-1 0 0,-1 0 0 0 0,1 1 1 0 0,-1-1-1 0 0,1 1 1 0 0,-1 0-1 0 0,1 0 0 0 0,-1 0 1 0 0,1 0-1 0 0,0 1 1 0 0,-1 0-1 0 0,1 0 1 0 0,0 0-1 0 0,-1 0 0 0 0,1 1 1 0 0,0 0-1 0 0,0 0 1 0 0,-5 3-1 0 0,5-3-362 0 0,1 0 0 0 0,-1 1 0 0 0,1 0 0 0 0,-1 0 0 0 0,1 0 0 0 0,0 0 0 0 0,0 1 1 0 0,0-1-1 0 0,-2 5 0 0 0,3-4-385 0 0,0-1 0 0 0,0 1 0 0 0,0 0 0 0 0,1 0 0 0 0,-1 0 0 0 0,1 0 0 0 0,0 0 0 0 0,1 0 0 0 0,-1 0 0 0 0,1 8 0 0 0</inkml:trace>
</inkml:ink>
</file>

<file path=ppt/ink/ink2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1:36.9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229 54 1836 0 0,'36'-54'11348'0'0,"-36"54"-11280"0"0,1 0 0 0 0,-1 0 0 0 0,0 1 0 0 0,1-1 1 0 0,-1 0-1 0 0,1 0 0 0 0,-1 0 0 0 0,0 0 0 0 0,1 1 0 0 0,-1-1 0 0 0,0 0 0 0 0,1 0 1 0 0,-1 1-1 0 0,0-1 0 0 0,1 0 0 0 0,-1 1 0 0 0,0-1 0 0 0,0 0 0 0 0,1 1 0 0 0,-1-1 1 0 0,0 0-1 0 0,0 1 0 0 0,0-1 0 0 0,1 0 0 0 0,-1 1 0 0 0,0-1 0 0 0,0 1 1 0 0,0-1-1 0 0,0 0 0 0 0,0 1 0 0 0,0-1 0 0 0,0 1 0 0 0,0-1 0 0 0,0 0 0 0 0,0 1 1 0 0,-1 19 1183 0 0,0-17-1045 0 0,-5 35 1022 0 0,-3 1-1 0 0,-15 45 0 0 0,-36 75-670 0 0,23-61-233 0 0,9-26-532 0 0,-41 125 617 0 0,44-97-2971 0 0,20-69-809 0 0,-2 40-1 0 0,7-55-753 0 0,3-1-1913 0 0</inkml:trace>
</inkml:ink>
</file>

<file path=ppt/ink/ink2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1:37.1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64 134 52 0 0,'37'-94'13063'0'0,"-25"63"-9578"0"0,-11 29-3101 0 0,3-4 970 0 0,-4 21-1125 0 0,-1 0 0 0 0,0 1 0 0 0,-1-1 0 0 0,-1 0-1 0 0,0 0 1 0 0,-9 24 0 0 0,7-25-156 0 0,-10 39-354 0 0,-34 119-266 0 0,36-114-3275 0 0,1 0-3729 0 0,11-45 2143 0 0</inkml:trace>
</inkml:ink>
</file>

<file path=ppt/ink/ink2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1:37.6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54 194 2684 0 0,'4'-14'1510'0'0,"1"0"0"0"0,1 0-1 0 0,0 0 1 0 0,1 1 0 0 0,1 0-1 0 0,16-22 1 0 0,-18 28-1282 0 0,0 0 0 0 0,1 0 0 0 0,0 1 0 0 0,0 0 0 0 0,0 0 0 0 0,1 0-1 0 0,-1 1 1 0 0,1 0 0 0 0,0 1 0 0 0,1 0 0 0 0,-1 0 0 0 0,10-2 0 0 0,-16 5-200 0 0,-1 1 1 0 0,1-1-1 0 0,0 1 1 0 0,0-1-1 0 0,-1 1 1 0 0,1 0-1 0 0,0-1 1 0 0,0 1-1 0 0,-1 0 1 0 0,1 0-1 0 0,0 1 1 0 0,0-1-1 0 0,0 0 1 0 0,-1 0-1 0 0,1 1 1 0 0,0-1-1 0 0,-1 1 1 0 0,1 0-1 0 0,0-1 0 0 0,-1 1 1 0 0,1 0-1 0 0,-1 0 1 0 0,1 0-1 0 0,-1 0 1 0 0,1 0-1 0 0,-1 1 1 0 0,0-1-1 0 0,0 0 1 0 0,1 0-1 0 0,-1 1 1 0 0,0-1-1 0 0,0 1 1 0 0,1 1-1 0 0,-1 1 65 0 0,0 0 0 0 0,1-1-1 0 0,-2 1 1 0 0,1 0 0 0 0,0 0-1 0 0,-1-1 1 0 0,1 1 0 0 0,-1 0 0 0 0,0 0-1 0 0,-1 0 1 0 0,1 0 0 0 0,-1-1-1 0 0,1 1 1 0 0,-2 4 0 0 0,-7 16 283 0 0,-1-1 1 0 0,-1 0-1 0 0,-1 0 1 0 0,-24 33 0 0 0,5-7 123 0 0,30-48-358 0 0,1 0-133 0 0,0-1 0 0 0,1 1 0 0 0,-1-1-1 0 0,0 1 1 0 0,1-1 0 0 0,-1 1 0 0 0,0-1-1 0 0,1 1 1 0 0,-1-1 0 0 0,1 1 0 0 0,-1-1-1 0 0,1 0 1 0 0,-1 1 0 0 0,0-1 0 0 0,1 0-1 0 0,-1 0 1 0 0,1 1 0 0 0,0-1 0 0 0,-1 0 0 0 0,1 0-1 0 0,32-8 201 0 0,34-3 0 0 0,-56 9-187 0 0,0 1 1 0 0,-1 1 0 0 0,1 0-1 0 0,0 1 1 0 0,-1 0 0 0 0,1 0-1 0 0,18 6 1 0 0,-24-6 101 0 0,1 1 1 0 0,-2 0-1 0 0,1 1 1 0 0,0-1-1 0 0,0 1 0 0 0,-1 0 1 0 0,1 0-1 0 0,-1 1 1 0 0,0-1-1 0 0,0 1 0 0 0,0 0 1 0 0,-1 0-1 0 0,1 0 1 0 0,-1 0-1 0 0,0 1 0 0 0,0-1 1 0 0,-1 1-1 0 0,1 0 1 0 0,-1 0-1 0 0,0 0 0 0 0,0 0 1 0 0,-1 0-1 0 0,0 0 1 0 0,0 1-1 0 0,0-1 0 0 0,0 0 1 0 0,-1 1-1 0 0,0 6 1 0 0,0-2 117 0 0,-1-1 1 0 0,0 1 0 0 0,-1-1-1 0 0,0 1 1 0 0,0-1 0 0 0,-1 0-1 0 0,0 0 1 0 0,-1 0 0 0 0,0 0 0 0 0,0 0-1 0 0,-1-1 1 0 0,0 0 0 0 0,0 0-1 0 0,-1 0 1 0 0,-8 8 0 0 0,0-3-233 0 0,0-1 0 0 0,-1-1 0 0 0,0-1 0 0 0,-1 0 1 0 0,0-1-1 0 0,-1 0 0 0 0,1-2 0 0 0,-30 10 0 0 0,22-10-1663 0 0,-50 8 0 0 0,51-12-1370 0 0,-1-1-1 0 0,-24-1 1 0 0,25-3-2789 0 0,2-3-3060 0 0</inkml:trace>
</inkml:ink>
</file>

<file path=ppt/ink/ink2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1:39.6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103 280 40 0 0,'-7'-46'27048'0'0,"5"46"-27220"0"0,1 0 170 0 0,-1 1-1 0 0,1-1 1 0 0,-1 1-1 0 0,1 0 1 0 0,0-1-1 0 0,-1 1 0 0 0,1 0 1 0 0,0 0-1 0 0,0 0 1 0 0,0 0-1 0 0,0 0 1 0 0,0 0-1 0 0,0 0 0 0 0,0 0 1 0 0,0 0-1 0 0,0 0 1 0 0,0 1-1 0 0,1-1 0 0 0,-1 0 1 0 0,0 1-1 0 0,1-1 1 0 0,-1 0-1 0 0,1 1 1 0 0,-1 2-1 0 0,-2 2-7 0 0,-9 18 7 0 0,2 0 1 0 0,0 0-1 0 0,1 1 1 0 0,1 0-1 0 0,-4 27 0 0 0,10-45-9 0 0,1 1-1 0 0,0-1 0 0 0,0 1 0 0 0,1-1 0 0 0,0 1 0 0 0,1-1 1 0 0,-1 1-1 0 0,1-1 0 0 0,3 11 0 0 0,-3-15 17 0 0,0-1-1 0 0,0 1 0 0 0,0 0 1 0 0,0 0-1 0 0,1-1 1 0 0,-1 1-1 0 0,1-1 1 0 0,0 1-1 0 0,0-1 1 0 0,0 0-1 0 0,0 0 0 0 0,0 0 1 0 0,0 0-1 0 0,1 0 1 0 0,-1 0-1 0 0,0-1 1 0 0,1 1-1 0 0,0-1 1 0 0,-1 1-1 0 0,1-1 0 0 0,0 0 1 0 0,0 0-1 0 0,0 0 1 0 0,-1-1-1 0 0,1 1 1 0 0,4 0-1 0 0,6-1-11 0 0,1 0 0 0 0,-1 0 0 0 0,0-1-1 0 0,0-1 1 0 0,0 0 0 0 0,0-1 0 0 0,-1-1 0 0 0,1 1 0 0 0,-1-2-1 0 0,23-11 1 0 0,-13 4-7 0 0,-1 0-1 0 0,0-2 0 0 0,-1 0 0 0 0,33-32 0 0 0,-40 33 5 0 0,-1 0 0 0 0,0-1-1 0 0,-1-1 1 0 0,-1 0 0 0 0,0 0-1 0 0,-1-1 1 0 0,0 0-1 0 0,10-31 1 0 0,-15 36 6 0 0,-1 1 1 0 0,0-1-1 0 0,-1 0 0 0 0,0 0 1 0 0,-1 0-1 0 0,0 0 0 0 0,-1 0 1 0 0,0 0-1 0 0,0 0 0 0 0,-1 0 0 0 0,-1 0 1 0 0,0 0-1 0 0,-1 1 0 0 0,0-1 1 0 0,-7-17-1 0 0,7 22-131 0 0,0 0-1 0 0,0 1 1 0 0,-1-1-1 0 0,0 1 1 0 0,0 0-1 0 0,0 0 1 0 0,-1 0 0 0 0,0 0-1 0 0,0 1 1 0 0,0 0-1 0 0,0 0 1 0 0,0 0-1 0 0,-1 1 1 0 0,0 0-1 0 0,0 0 1 0 0,0 0 0 0 0,0 0-1 0 0,0 1 1 0 0,-1 0-1 0 0,1 1 1 0 0,0 0-1 0 0,-1 0 1 0 0,-9-1 0 0 0,4 2-486 0 0,-1 0 0 0 0,1 1 1 0 0,0 1-1 0 0,0 0 1 0 0,0 0-1 0 0,0 1 0 0 0,0 1 1 0 0,0 0-1 0 0,1 0 1 0 0,-1 1-1 0 0,-19 13 0 0 0,0 3-3295 0 0,-56 52 0 0 0,46-37-1556 0 0</inkml:trace>
</inkml:ink>
</file>

<file path=ppt/ink/ink2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1:40.6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71 2744 0 0,'55'-25'5147'0'0,"-26"11"-1062"0"0,38-12 0 0 0,-64 25-3756 0 0,0 0 1 0 0,0 0 0 0 0,1 0 0 0 0,-1 1-1 0 0,1-1 1 0 0,-1 1 0 0 0,0 0-1 0 0,1 0 1 0 0,-1 0 0 0 0,1 0-1 0 0,4 1 1 0 0,-6 0-159 0 0,0 0 1 0 0,0 0-1 0 0,1 0 1 0 0,-1 1-1 0 0,0-1 0 0 0,0 1 1 0 0,-1-1-1 0 0,1 1 1 0 0,0-1-1 0 0,0 1 0 0 0,-1 0 1 0 0,1 0-1 0 0,-1 0 1 0 0,1 0-1 0 0,-1 0 0 0 0,1 3 1 0 0,4 6 309 0 0,-1 1 1 0 0,0 0 0 0 0,-1 0-1 0 0,4 23 1 0 0,5 54 285 0 0,-10-68-595 0 0,25 419 68 0 0,-15-163-4432 0 0,19-2-7943 0 0,-21-219 4348 0 0</inkml:trace>
</inkml:ink>
</file>

<file path=ppt/ink/ink2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1:54.5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15 1760 0 0,'-14'-4'5081'0'0,"-25"-3"830"0"0,37 6-5030 0 0,-1 1-99 0 0,-10-1-119 0 0,10 1 326 0 0,0-1-628 0 0,-7 1 160 0 0,17 1 576 0 0,19 4-467 0 0,185-1-267 0 0,-136-5-291 0 0,-72 1-69 0 0,1 0 3 0 0,45 0-44 0 0,-47 0-58 0 0,1 0-1011 0 0,2-1 1372 0 0</inkml:trace>
</inkml:ink>
</file>

<file path=ppt/ink/ink2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1:54.9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2 107 2252 0 0,'0'-14'5432'0'0,"0"11"-5085"0"0,-1 1 0 0 0,1 0 1 0 0,0 0-1 0 0,0 0 0 0 0,0 0 0 0 0,0 0 0 0 0,0 0 0 0 0,0 0 1 0 0,1-1-1 0 0,-1 1 0 0 0,1 0 0 0 0,0 0 0 0 0,-1 0 1 0 0,1 0-1 0 0,0 0 0 0 0,0 1 0 0 0,0-1 0 0 0,0 0 0 0 0,1 0 1 0 0,-1 1-1 0 0,0-1 0 0 0,1 0 0 0 0,2-1 0 0 0,2-1-99 0 0,0 0-1 0 0,0 1 0 0 0,1 0 0 0 0,-1 0 1 0 0,1 0-1 0 0,9-2 0 0 0,-1 1-104 0 0,0 0 1 0 0,-1 0-1 0 0,1 2 1 0 0,0 0-1 0 0,1 0 1 0 0,-1 1-1 0 0,0 1 1 0 0,0 1-1 0 0,0 0 1 0 0,0 1-1 0 0,24 6 0 0 0,-35-6-90 0 0,0 0-1 0 0,0 1 1 0 0,0-1-1 0 0,-1 0 0 0 0,1 1 1 0 0,-1 0-1 0 0,0 0 0 0 0,0 0 1 0 0,0 0-1 0 0,0 1 0 0 0,0-1 1 0 0,-1 1-1 0 0,1 0 0 0 0,-1 0 1 0 0,0-1-1 0 0,0 1 1 0 0,-1 1-1 0 0,1-1 0 0 0,-1 0 1 0 0,0 0-1 0 0,0 1 0 0 0,0-1 1 0 0,0 6-1 0 0,1 5 99 0 0,-1 1 0 0 0,-1 0 1 0 0,0-1-1 0 0,-1 1 0 0 0,-4 19 0 0 0,-11 33 534 0 0,-37 103-1 0 0,15-55-1301 0 0,8 3-3475 0 0,25-81 439 0 0,7-14-2599 0 0</inkml:trace>
</inkml:ink>
</file>

<file path=ppt/ink/ink2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1:55.1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311 97 20 0 0,'3'-22'6749'0'0,"0"-41"1"0"0,-3 62-6685 0 0,0 1 1 0 0,0 0 0 0 0,0-1 0 0 0,0 1 0 0 0,0 0 0 0 0,0-1 0 0 0,0 1 0 0 0,0 0 0 0 0,0-1-1 0 0,0 1 1 0 0,0 0 0 0 0,0-1 0 0 0,0 1 0 0 0,0 0 0 0 0,0-1 0 0 0,0 1 0 0 0,0 0-1 0 0,0-1 1 0 0,0 1 0 0 0,-1 0 0 0 0,1-1 0 0 0,0 1 0 0 0,0 0 0 0 0,0 0 0 0 0,-1-1-1 0 0,1 1 1 0 0,0 0 0 0 0,0 0 0 0 0,0-1 0 0 0,-1 1 0 0 0,1 0 0 0 0,0 0 0 0 0,-1 0 0 0 0,1-1-1 0 0,0 1 1 0 0,0 0 0 0 0,-1 0 0 0 0,1 0 0 0 0,0 0 0 0 0,-1 0 0 0 0,1 0 0 0 0,0 0-1 0 0,-1 0 1 0 0,1 0 0 0 0,0 0 0 0 0,-1 0 0 0 0,1 0 0 0 0,0 0 0 0 0,-1 0 0 0 0,1 0 0 0 0,0 0-1 0 0,-1 0 1 0 0,1 0 0 0 0,0 0 0 0 0,-1 0 0 0 0,1 1 0 0 0,0-1 0 0 0,-1 0 0 0 0,1 0-1 0 0,0 0 1 0 0,0 0 0 0 0,-1 1 0 0 0,1-1 0 0 0,0 0 0 0 0,0 0 0 0 0,-1 1 0 0 0,1-1 0 0 0,-16 16 1141 0 0,-1 6-256 0 0,2 0-1 0 0,1 1 0 0 0,-22 47 1 0 0,15-27-497 0 0,-109 240 157 0 0,87-156-5443 0 0,35-92 1078 0 0,5-11-2836 0 0</inkml:trace>
</inkml:ink>
</file>

<file path=ppt/ink/ink2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1:55.4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24 1584 0 0,'17'-23'18024'0'0,"-17"23"-17919"0"0,3 16 2386 0 0,-2 28-2247 0 0,-1-38 389 0 0,-7 127 489 0 0,-1-24-1734 0 0,10-37-3571 0 0,1-49-1272 0 0</inkml:trace>
</inkml:ink>
</file>

<file path=ppt/ink/ink2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1:56.0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1 186 496 0 0,'1'-44'9968'0'0,"5"6"-4949"0"0,-5 33-4770 0 0,1 1-1 0 0,0-1 1 0 0,0 1-1 0 0,0-1 1 0 0,1 1-1 0 0,-1 0 1 0 0,1 0-1 0 0,0 0 1 0 0,0 0-1 0 0,0 0 1 0 0,1 1-1 0 0,-1-1 1 0 0,1 1 0 0 0,5-4-1 0 0,0 2-113 0 0,-1 0 0 0 0,1 0 0 0 0,0 1 0 0 0,0 0 0 0 0,1 1 0 0 0,-1 0 0 0 0,1 0 0 0 0,-1 1 0 0 0,15-2 0 0 0,-19 3-105 0 0,-1 1 0 0 0,1 0 0 0 0,-1-1 0 0 0,1 1 0 0 0,-1 1 0 0 0,1-1-1 0 0,-1 1 1 0 0,0 0 0 0 0,1 0 0 0 0,-1 0 0 0 0,0 0 0 0 0,0 1 0 0 0,0 0 0 0 0,0 0 0 0 0,0 0-1 0 0,0 0 1 0 0,0 1 0 0 0,0-1 0 0 0,-1 1 0 0 0,0 0 0 0 0,1 0 0 0 0,-1 0 0 0 0,3 4 0 0 0,-4-3-3 0 0,-1-1 0 0 0,1 0 0 0 0,-1 1 0 0 0,1-1 0 0 0,-1 1 0 0 0,0 0 0 0 0,-1-1 0 0 0,1 1 0 0 0,0 0 0 0 0,-1 0 0 0 0,0-1 0 0 0,0 1 0 0 0,0 0 1 0 0,-1 0-1 0 0,1-1 0 0 0,-1 1 0 0 0,0 0 0 0 0,0-1 0 0 0,0 1 0 0 0,0-1 0 0 0,-3 5 0 0 0,-3 8 18 0 0,-2-1 0 0 0,0 0-1 0 0,-14 18 1 0 0,11-16-6 0 0,-37 44 700 0 0,48-59-248 0 0,7 0-422 0 0,0-1-1 0 0,0 1 1 0 0,0-1 0 0 0,0 0-1 0 0,0 0 1 0 0,1-1 0 0 0,-1 0-1 0 0,8-1 1 0 0,5 2 44 0 0,-8 1 61 0 0,0 1 0 0 0,-1 0 0 0 0,1 0 0 0 0,-1 1-1 0 0,1 1 1 0 0,-1-1 0 0 0,-1 2 0 0 0,1 0 0 0 0,-1 0 0 0 0,0 0 0 0 0,0 1 0 0 0,-1 0 0 0 0,0 1 0 0 0,0 0 0 0 0,-1 0 0 0 0,0 1-1 0 0,0 0 1 0 0,-1 0 0 0 0,5 11 0 0 0,-9-17-118 0 0,0 1 1 0 0,0 0-1 0 0,-1 0 0 0 0,0 0 1 0 0,1 0-1 0 0,-2 0 0 0 0,1 1 1 0 0,0-1-1 0 0,-1 0 0 0 0,0 0 0 0 0,0 0 1 0 0,0 1-1 0 0,-1-1 0 0 0,1 0 1 0 0,-1 0-1 0 0,-2 7 0 0 0,1-6 93 0 0,0 0 0 0 0,-1 0-1 0 0,1 0 1 0 0,-1 0 0 0 0,-1 0-1 0 0,1 0 1 0 0,-1-1 0 0 0,1 0 0 0 0,-1 0-1 0 0,0 0 1 0 0,-7 5 0 0 0,5-4-3 0 0,-1 0 1 0 0,-1-1 0 0 0,1 0 0 0 0,0 0-1 0 0,-1-1 1 0 0,0 1 0 0 0,0-2-1 0 0,0 1 1 0 0,0-1 0 0 0,0 0 0 0 0,0-1-1 0 0,-1 0 1 0 0,1 0 0 0 0,0-1 0 0 0,-1 0-1 0 0,-15-2 1 0 0,9-3-289 0 0,-1 0 0 0 0,1 0-1 0 0,-21-12 1 0 0,12 6-244 0 0,1-3-4502 0 0</inkml:trace>
</inkml:ink>
</file>

<file path=ppt/ink/ink2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1:56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68 4 0 0,'10'-68'18540'0'0,"-12"116"-16496"0"0,7 94 0 0 0,0-66-1640 0 0,-8 36 181 0 0,0-31-1507 0 0,5-28-3024 0 0,0-38 744 0 0</inkml:trace>
</inkml:ink>
</file>

<file path=ppt/ink/ink2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1:57.1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397 74 2212 0 0,'40'-74'15599'0'0,"-40"76"-15447"0"0,-1 0-1 0 0,1 0 1 0 0,-1 1-1 0 0,0-1 1 0 0,0 0-1 0 0,0-1 1 0 0,0 1-1 0 0,0 0 1 0 0,-2 2 0 0 0,1 0 120 0 0,-206 341 3584 0 0,36-66-6854 0 0,164-263 1710 0 0,-14 21-2745 0 0,7-18-3385 0 0</inkml:trace>
</inkml:ink>
</file>

<file path=ppt/ink/ink2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1:57.4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29 1216 0 0,'5'-4'1835'0'0,"0"0"0"0"0,0 0 0 0 0,0 1 0 0 0,7-5 0 0 0,-4 4 512 0 0,-2 3-564 0 0,-6 1-1701 0 0,0 0 0 0 0,1 0 0 0 0,-1 0-1 0 0,1 0 1 0 0,-1-1 0 0 0,0 1 0 0 0,1 0 0 0 0,-1 0-1 0 0,0 0 1 0 0,1 0 0 0 0,-1 0 0 0 0,1 1 0 0 0,-1-1 0 0 0,0 0-1 0 0,1 0 1 0 0,-1 0 0 0 0,0 0 0 0 0,1 0 0 0 0,-1 0-1 0 0,1 1 1 0 0,-1-1 0 0 0,0 0 0 0 0,0 0 0 0 0,1 1 0 0 0,-1-1-1 0 0,0 0 1 0 0,1 0 0 0 0,-1 1 0 0 0,0-1 0 0 0,0 0-1 0 0,1 1 1 0 0,-1-1 0 0 0,0 0 0 0 0,0 1 0 0 0,0-1 0 0 0,0 0-1 0 0,1 1 1 0 0,-1-1 0 0 0,0 1 0 0 0,0-1 0 0 0,0 0-1 0 0,0 1 1 0 0,0-1 0 0 0,0 0 0 0 0,0 1 0 0 0,0-1 0 0 0,0 1-1 0 0,2 14 913 0 0,0 0 0 0 0,-1 0 1 0 0,-1 1-1 0 0,-3 29 0 0 0,-14 66 318 0 0,13-88-1139 0 0,-3 17-66 0 0,-15 103-982 0 0,19-100-3698 0 0</inkml:trace>
</inkml:ink>
</file>

<file path=ppt/ink/ink2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1:57.9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1 174 1296 0 0,'1'-5'1151'0'0,"5"-13"1583"0"0,0 0 1 0 0,1 1-1 0 0,1 0 0 0 0,12-20 0 0 0,-17 32-2486 0 0,1 0-1 0 0,-1 1 1 0 0,1 0-1 0 0,0 0 1 0 0,0 0-1 0 0,1 0 1 0 0,-1 0 0 0 0,1 1-1 0 0,0 0 1 0 0,0 0-1 0 0,0 0 1 0 0,0 0-1 0 0,0 1 1 0 0,1 0-1 0 0,-1 0 1 0 0,1 1-1 0 0,-1-1 1 0 0,8 0-1 0 0,-8 2-179 0 0,0-1 0 0 0,-1 1 0 0 0,1 0 0 0 0,-1 0 0 0 0,1 0 0 0 0,0 1 0 0 0,-1 0 0 0 0,1 0-1 0 0,-1 0 1 0 0,1 0 0 0 0,-1 1 0 0 0,1-1 0 0 0,-1 1 0 0 0,0 0 0 0 0,0 1 0 0 0,0-1 0 0 0,0 1 0 0 0,-1 0 0 0 0,1-1 0 0 0,3 5-1 0 0,-4-4-28 0 0,-1 1 1 0 0,1-1-1 0 0,-1 0 0 0 0,0 1 0 0 0,0 0 0 0 0,0-1 0 0 0,-1 1 0 0 0,1 0 0 0 0,-1 0 0 0 0,0 0 0 0 0,0 0 0 0 0,0 0 0 0 0,-1 0 0 0 0,1 0 0 0 0,-1 0 0 0 0,0 0 0 0 0,0 0 0 0 0,-1 0 0 0 0,1 0 1 0 0,-1 0-1 0 0,0 0 0 0 0,0 0 0 0 0,-1 4 0 0 0,-4 11 55 0 0,-1-2 1 0 0,-1 1-1 0 0,-1-1 1 0 0,0 0-1 0 0,-1-1 1 0 0,0 0-1 0 0,-2 0 1 0 0,-22 24 0 0 0,32-39-52 0 0,-6 4 150 0 0,8-7-196 0 0,1-1 0 0 0,0 0-1 0 0,0 1 1 0 0,0-1 0 0 0,0 1-1 0 0,0 0 1 0 0,1-1 0 0 0,-1 1-1 0 0,1 0 1 0 0,0 0 0 0 0,-1 0-1 0 0,1 0 1 0 0,0 0 0 0 0,0 0-1 0 0,0 1 1 0 0,1-1 0 0 0,-1 0-1 0 0,3-1 1 0 0,6-4 14 0 0,0 1 1 0 0,20-8 0 0 0,-19 10 120 0 0,-1 0 0 0 0,1 1 0 0 0,0 1 1 0 0,0 0-1 0 0,1 1 0 0 0,-1 0 0 0 0,0 1 1 0 0,0 0-1 0 0,0 1 0 0 0,0 0 0 0 0,1 1 1 0 0,-1 1-1 0 0,-1 0 0 0 0,1 0 0 0 0,0 1 1 0 0,20 10-1 0 0,-21-8 75 0 0,0 0-1 0 0,0 0 1 0 0,-1 1-1 0 0,0 0 1 0 0,0 1-1 0 0,0 0 1 0 0,-1 0-1 0 0,-1 1 1 0 0,0 1-1 0 0,0-1 1 0 0,0 1-1 0 0,-1 1 1 0 0,-1-1-1 0 0,0 1 1 0 0,0 0-1 0 0,6 19 1 0 0,-10-23-140 0 0,-1 1 1 0 0,0-1-1 0 0,0 1 1 0 0,-1 0-1 0 0,0-1 1 0 0,0 1-1 0 0,0 0 1 0 0,-1-1-1 0 0,0 1 1 0 0,-1-1-1 0 0,0 1 1 0 0,0-1-1 0 0,0 1 1 0 0,-1-1-1 0 0,0 0 1 0 0,-1 0-1 0 0,1-1 1 0 0,-2 1-1 0 0,1-1 1 0 0,0 0-1 0 0,-10 10 1 0 0,3-5 48 0 0,1 0 0 0 0,-1-1 1 0 0,-1 0-1 0 0,0-1 0 0 0,0-1 1 0 0,-1 0-1 0 0,0 0 0 0 0,-1-1 0 0 0,1-1 1 0 0,-19 6-1 0 0,19-9-320 0 0,0 0 1 0 0,0-1-1 0 0,-1 0 0 0 0,0-1 1 0 0,1 0-1 0 0,-1-2 0 0 0,1 1 1 0 0,-1-2-1 0 0,1 1 0 0 0,-1-2 0 0 0,1 0 1 0 0,0 0-1 0 0,-13-6 0 0 0,24 8-236 0 0,-1-1-1 0 0,1 1 0 0 0,0 0 0 0 0,-1-1 1 0 0,1 1-1 0 0,0-1 0 0 0,0 0 0 0 0,0 1 1 0 0,1-1-1 0 0,-4-3 0 0 0,4 3-305 0 0,0-1 0 0 0,0 1-1 0 0,0 0 1 0 0,0 0 0 0 0,0-1 0 0 0,1 1-1 0 0,-1-1 1 0 0,1 1 0 0 0,-1 0 0 0 0,1-1 0 0 0,0 1-1 0 0,0-1 1 0 0,0 1 0 0 0,0-1 0 0 0,0 1-1 0 0,1-1 1 0 0,0-3 0 0 0,6-20-8485 0 0</inkml:trace>
</inkml:ink>
</file>

<file path=ppt/ink/ink2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1:59.0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85 268 0 0,'2'-34'7261'0'0,"-1"-16"4166"0"0,-2 52-10832 0 0,-2 6-262 0 0,1 1 0 0 0,0 0 0 0 0,0-1 0 0 0,0 1 0 0 0,1 12 0 0 0,-1 50 365 0 0,2-61-612 0 0,-19 239 633 0 0,11-175-4146 0 0,2 0-4558 0 0,5-65 4132 0 0</inkml:trace>
</inkml:ink>
</file>

<file path=ppt/ink/ink2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1:59.2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379 69 2460 0 0,'28'-58'10952'0'0,"-24"47"-7222"0"0,-16 27-2204 0 0,-57 89 377 0 0,-40 61-1289 0 0,80-126-776 0 0,-85 125-1631 0 0,44-52-9402 0 0,63-98 5564 0 0</inkml:trace>
</inkml:ink>
</file>

<file path=ppt/ink/ink2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1:59.4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60 436 0 0,'50'-60'17007'0'0,"-50"61"-16896"0"0,1-1 1 0 0,0 1-1 0 0,-1-1 1 0 0,1 1-1 0 0,0 0 1 0 0,-1-1-1 0 0,1 1 1 0 0,-1-1-1 0 0,1 1 0 0 0,-1 0 1 0 0,0 0-1 0 0,1-1 1 0 0,-1 1-1 0 0,0 0 1 0 0,1 0-1 0 0,-1 0 1 0 0,0-1-1 0 0,0 1 0 0 0,0 0 1 0 0,0 0-1 0 0,0 0 1 0 0,0 0-1 0 0,0-1 1 0 0,0 1-1 0 0,0 2 1 0 0,-7 41 969 0 0,-2 0 0 0 0,-24 73 0 0 0,4-17-3642 0 0,21-69-3040 0 0,-4 40 0 0 0</inkml:trace>
</inkml:ink>
</file>

<file path=ppt/ink/ink2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2:00.0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0 165 1044 0 0,'2'-8'1999'0'0,"1"-7"1222"0"0,1 0 0 0 0,0 0 0 0 0,9-21-1 0 0,-10 31-2971 0 0,-1 1 0 0 0,1 0 0 0 0,0 0 0 0 0,-1 0 0 0 0,2 0 0 0 0,-1 0 1 0 0,0 0-1 0 0,1 1 0 0 0,0 0 0 0 0,0 0 0 0 0,0 0 0 0 0,0 0 0 0 0,0 0 0 0 0,9-3 0 0 0,-4 2-166 0 0,1 1 0 0 0,-1 0 0 0 0,0 1 1 0 0,1 0-1 0 0,0 0 0 0 0,0 1 0 0 0,-1 0 1 0 0,1 1-1 0 0,0 0 0 0 0,14 2 0 0 0,-22-2-72 0 0,0 0 0 0 0,0 0 0 0 0,0 1 0 0 0,0-1 0 0 0,0 0 0 0 0,0 1-1 0 0,-1-1 1 0 0,1 1 0 0 0,0 0 0 0 0,0 0 0 0 0,-1-1 0 0 0,1 1 0 0 0,0 0 0 0 0,-1 1 0 0 0,1-1 0 0 0,-1 0-1 0 0,0 0 1 0 0,1 1 0 0 0,-1-1 0 0 0,0 1 0 0 0,0-1 0 0 0,1 1 0 0 0,-1-1 0 0 0,0 1 0 0 0,-1 0-1 0 0,1-1 1 0 0,0 1 0 0 0,0 0 0 0 0,-1 0 0 0 0,1 0 0 0 0,-1-1 0 0 0,0 1 0 0 0,1 0 0 0 0,-1 0 0 0 0,0 0-1 0 0,0 0 1 0 0,0 0 0 0 0,0 0 0 0 0,-1 0 0 0 0,1 0 0 0 0,0-1 0 0 0,-2 4 0 0 0,-2 6 18 0 0,0 0 0 0 0,0-1 0 0 0,-1 0 1 0 0,0 0-1 0 0,-11 14 0 0 0,-33 39 195 0 0,48-61-150 0 0,-4 3 648 0 0,5-4-366 0 0,4-6-457 0 0,-2 4 116 0 0,-1-1 0 0 0,1 1-1 0 0,0 0 1 0 0,0 0 0 0 0,0 0 0 0 0,1 0 0 0 0,-1 0-1 0 0,0 0 1 0 0,0 0 0 0 0,0 1 0 0 0,1-1-1 0 0,-1 1 1 0 0,0 0 0 0 0,1-1 0 0 0,-1 1 0 0 0,0 0-1 0 0,1 0 1 0 0,3 1 0 0 0,3 0 57 0 0,-1 0 0 0 0,1 1 1 0 0,10 3-1 0 0,-14-4 85 0 0,-1 1-1 0 0,0 0 0 0 0,0 0 1 0 0,1 0-1 0 0,-1 0 1 0 0,0 1-1 0 0,-1-1 1 0 0,1 1-1 0 0,0 0 1 0 0,-1 0-1 0 0,0 0 1 0 0,0 1-1 0 0,0-1 0 0 0,5 8 1 0 0,-6-8 17 0 0,-1 0 1 0 0,0 0-1 0 0,0 0 1 0 0,0 0-1 0 0,0 0 0 0 0,-1 0 1 0 0,1 1-1 0 0,-1-1 1 0 0,0 0-1 0 0,1 0 1 0 0,-1 0-1 0 0,-1 1 0 0 0,1-1 1 0 0,0 0-1 0 0,-1 0 1 0 0,0 0-1 0 0,0 0 1 0 0,0 0-1 0 0,0 0 0 0 0,0 0 1 0 0,-1 0-1 0 0,-1 3 1 0 0,-4 5 43 0 0,-1 0 1 0 0,0 0 0 0 0,0-1-1 0 0,-1-1 1 0 0,0 1-1 0 0,-1-1 1 0 0,0-1 0 0 0,-17 11-1 0 0,-9 4-114 0 0,-48 21 1 0 0,69-36-18 0 0,13-7-265 0 0,1 0 1 0 0,-1 0 0 0 0,0-1 0 0 0,1 1 0 0 0,-1 0-1 0 0,0-1 1 0 0,1 1 0 0 0,-1-1 0 0 0,0 0 0 0 0,0 1-1 0 0,1-1 1 0 0,-1 0 0 0 0,0 0 0 0 0,0 0 0 0 0,1 0-1 0 0,-1-1 1 0 0,0 1 0 0 0,0 0 0 0 0,1-1 0 0 0,-1 1-1 0 0,0-1 1 0 0,-1-1 0 0 0,2 2-178 0 0,0-1 0 0 0,0 0 0 0 0,1 0-1 0 0,-1 0 1 0 0,0 0 0 0 0,1 0 0 0 0,-1 0 0 0 0,0 0 0 0 0,1 0 0 0 0,-1 0 0 0 0,1 0 0 0 0,0 0-1 0 0,-1 0 1 0 0,1-1 0 0 0,0 1 0 0 0,0 0 0 0 0,0 0 0 0 0,-1 0 0 0 0,1 0 0 0 0,1-1 0 0 0,-1 1 0 0 0,0 0-1 0 0,0 0 1 0 0,0 0 0 0 0,1 0 0 0 0,-1-1 0 0 0,0 1 0 0 0,1 0 0 0 0,-1 0 0 0 0,1-1 0 0 0,5-12-5303 0 0</inkml:trace>
</inkml:ink>
</file>

<file path=ppt/ink/ink2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2:00.9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65 2484 0 0,'-8'-8'5449'0'0,"1"2"-2765"0"0,-7-8 2097 0 0,13 14-4688 0 0,1-1 0 0 0,0 1 0 0 0,-1-1 0 0 0,1 1 0 0 0,0-1 0 0 0,0 1 0 0 0,-1-1 0 0 0,1 1 0 0 0,0-1-1 0 0,0 1 1 0 0,-1-1 0 0 0,1 1 0 0 0,0-1 0 0 0,0 1 0 0 0,0-1 0 0 0,0 0 0 0 0,0 1 0 0 0,0-1 0 0 0,0 1 0 0 0,0-1 0 0 0,0 1 0 0 0,0-1 0 0 0,0 1 0 0 0,1-1 0 0 0,-1 0 0 0 0,0 0 0 0 0,1 0-8 0 0,2 0-26 0 0,89-12-60 0 0,-31 10-6756 0 0,-47 0 1676 0 0</inkml:trace>
</inkml:ink>
</file>

<file path=ppt/ink/ink2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2:01.2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66 1516 0 0,'1'-2'2092'0'0,"18"-40"6000"0"0,-18 40-7975 0 0,0 0 1 0 0,0 1-1 0 0,1-1 1 0 0,-1 1-1 0 0,0 0 1 0 0,1-1 0 0 0,-1 1-1 0 0,1 0 1 0 0,-1 0-1 0 0,1 0 1 0 0,0 0-1 0 0,-1 0 1 0 0,1 0-1 0 0,0 1 1 0 0,0-1-1 0 0,0 0 1 0 0,0 1-1 0 0,-1-1 1 0 0,1 1 0 0 0,0 0-1 0 0,0 0 1 0 0,4 0-1 0 0,0 0 31 0 0,0 0 1 0 0,0 0-1 0 0,1 1 0 0 0,-1 0 0 0 0,7 3 1 0 0,-3-2-10 0 0,-2 2-1 0 0,1-1 1 0 0,0 1 0 0 0,-1 1 0 0 0,1-1 0 0 0,-1 2 0 0 0,0-1-1 0 0,-1 1 1 0 0,1 0 0 0 0,-1 0 0 0 0,-1 1 0 0 0,11 12 0 0 0,-14-14-47 0 0,1 0 0 0 0,-1 0 1 0 0,0 0-1 0 0,-1 1 0 0 0,1-1 0 0 0,-1 1 1 0 0,0-1-1 0 0,0 1 0 0 0,-1 0 0 0 0,0 0 1 0 0,0 0-1 0 0,0-1 0 0 0,-1 1 1 0 0,1 0-1 0 0,-2 0 0 0 0,1 0 0 0 0,-1 0 1 0 0,1 0-1 0 0,-2 0 0 0 0,1 0 0 0 0,-3 7 1 0 0,-5 8 240 0 0,0 0-1 0 0,-1-1 1 0 0,-1 0 0 0 0,-1-1 0 0 0,-1 0 0 0 0,-1-1 0 0 0,-22 23 0 0 0,30-33-188 0 0,-1 0 1 0 0,-9 17-1 0 0,15-24-108 0 0,1 0-37 0 0,0-1 1 0 0,0 1-1 0 0,0-1 0 0 0,0 0 0 0 0,0 1 1 0 0,1-1-1 0 0,-1 0 0 0 0,0 1 0 0 0,0-1 1 0 0,0 1-1 0 0,1-1 0 0 0,-1 0 1 0 0,0 0-1 0 0,1 1 0 0 0,-1-1 0 0 0,0 0 1 0 0,0 0-1 0 0,1 1 0 0 0,-1-1 0 0 0,1 0 1 0 0,-1 0-1 0 0,0 0 0 0 0,1 1 1 0 0,-1-1-1 0 0,0 0 0 0 0,1 0 0 0 0,-1 0 1 0 0,1 0-1 0 0,-1 0 0 0 0,0 0 0 0 0,1 0 1 0 0,-1 0-1 0 0,1 0 0 0 0,0 0 1 0 0,18-1-117 0 0,23-7-2146 0 0,44-12 1 0 0,43-24-8053 0 0,-102 34 5397 0 0</inkml:trace>
</inkml:ink>
</file>

<file path=ppt/ink/ink2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2:01.5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284 44 2316 0 0,'3'-2'970'0'0,"-1"0"1"0"0,3-3 969 0 0,-3 3-970 0 0,0 0 1 0 0,0-1-1 0 0,-1 1 0 0 0,1-1 0 0 0,0 0 0 0 0,-1 1 1 0 0,0-1-1 0 0,0 0 0 0 0,1 0 0 0 0,0-5 2686 0 0,-14 30-2040 0 0,-118 270 2064 0 0,11-26-3642 0 0,85-175-2481 0 0,18-29-2973 0 0,16-41-1938 0 0</inkml:trace>
</inkml:ink>
</file>

<file path=ppt/ink/ink2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2:01.7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1 108 312 0 0,'93'-108'19586'0'0,"-88"114"-18806"0"0,-4-5-698 0 0,0-1 1 0 0,0 1-1 0 0,0 0 0 0 0,0 0 0 0 0,-1 0 1 0 0,1 0-1 0 0,0 0 0 0 0,-1 0 0 0 0,1 0 0 0 0,-1 0 1 0 0,1 0-1 0 0,-1 0 0 0 0,1 1 0 0 0,-1-1 1 0 0,0 0-1 0 0,0 0 0 0 0,1 0 0 0 0,-1 0 0 0 0,0 1 1 0 0,0-1-1 0 0,0 0 0 0 0,-1 2 0 0 0,1 24 315 0 0,-1 0-1 0 0,-2 0 0 0 0,0 0 0 0 0,-2 0 1 0 0,-13 41-1 0 0,-9 52-1389 0 0,26-110 183 0 0,-4 39-2918 0 0,9-19-6239 0 0</inkml:trace>
</inkml:ink>
</file>

<file path=ppt/ink/ink2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2:02.2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0 137 2276 0 0,'8'-14'2243'0'0,"1"0"1"0"0,0 1-1 0 0,1 0 0 0 0,15-16 1 0 0,-20 23-1816 0 0,1 1 1 0 0,0 0 0 0 0,0 0 0 0 0,1 0 0 0 0,0 1 0 0 0,-1 0-1 0 0,2 1 1 0 0,-1-1 0 0 0,0 1 0 0 0,12-3 0 0 0,-17 5-349 0 0,0 1 0 0 0,0-1 1 0 0,0 0-1 0 0,1 1 0 0 0,-1 0 1 0 0,0 0-1 0 0,1 0 0 0 0,-1 0 1 0 0,0 0-1 0 0,0 0 0 0 0,1 0 1 0 0,-1 1-1 0 0,0-1 0 0 0,0 1 1 0 0,1 0-1 0 0,-1 0 0 0 0,0 0 1 0 0,3 1-1 0 0,-4-1-20 0 0,1 1 0 0 0,-1-1 0 0 0,1 1-1 0 0,-1-1 1 0 0,0 1 0 0 0,0 0 0 0 0,0-1 0 0 0,0 1-1 0 0,0 0 1 0 0,0 0 0 0 0,0 0 0 0 0,-1 0 0 0 0,1 0 0 0 0,-1-1-1 0 0,1 1 1 0 0,-1 4 0 0 0,1 2 41 0 0,-1-1-1 0 0,-1 1 1 0 0,1 0-1 0 0,-1-1 1 0 0,-1 1-1 0 0,1-1 1 0 0,-1 1-1 0 0,-5 12 1 0 0,-51 84 256 0 0,57-102-379 0 0,3 1 0 0 0,-2-3 20 0 0,0 0 1 0 0,0 1 0 0 0,0-1-1 0 0,0 0 1 0 0,0 0 0 0 0,0 0-1 0 0,0 1 1 0 0,0-1 0 0 0,0 0-1 0 0,0 0 1 0 0,0 1 0 0 0,0-1 0 0 0,0 0-1 0 0,0 0 1 0 0,0 0 0 0 0,0 1-1 0 0,0-1 1 0 0,1 0 0 0 0,-1 0-1 0 0,0 0 1 0 0,0 1 0 0 0,0-1-1 0 0,0 0 1 0 0,1 0 0 0 0,-1 0-1 0 0,0 0 1 0 0,0 1 0 0 0,0-1-1 0 0,1 0 1 0 0,-1 0 0 0 0,0 0 0 0 0,0 0-1 0 0,1 0 1 0 0,-1 0 0 0 0,0 0-1 0 0,0 0 1 0 0,1 0 0 0 0,17 3-12 0 0,0-2 1 0 0,20 0-1 0 0,-24-2 5 0 0,1 1 1 0 0,0 1-1 0 0,-1 1 1 0 0,1 0-1 0 0,20 6 1 0 0,-25-5 189 0 0,0 1-1 0 0,-1 0 1 0 0,1 1-1 0 0,-1 0 1 0 0,0 0 0 0 0,0 1-1 0 0,-1 0 1 0 0,0 1-1 0 0,8 7 1 0 0,-13-11-113 0 0,-1 0 0 0 0,1 0 1 0 0,-1 0-1 0 0,0 0 0 0 0,0 0 1 0 0,0 0-1 0 0,0 0 0 0 0,-1 1 1 0 0,1-1-1 0 0,-1 1 0 0 0,0-1 0 0 0,0 1 1 0 0,0 0-1 0 0,0-1 0 0 0,-1 1 1 0 0,0 0-1 0 0,1 0 0 0 0,-1-1 1 0 0,-1 1-1 0 0,1 0 0 0 0,0-1 1 0 0,-1 1-1 0 0,0 0 0 0 0,0-1 0 0 0,0 1 1 0 0,0-1-1 0 0,-1 1 0 0 0,-2 5 1 0 0,-1-1 67 0 0,-1 1 1 0 0,-1-1 0 0 0,1 0-1 0 0,-1-1 1 0 0,0 1-1 0 0,-1-1 1 0 0,0-1 0 0 0,0 1-1 0 0,0-1 1 0 0,-1-1 0 0 0,0 0-1 0 0,0 0 1 0 0,-17 6 0 0 0,1-2-516 0 0,0 0 0 0 0,-1-3 0 0 0,0 0 0 0 0,-29 3 0 0 0,46-8-377 0 0,0-1-1 0 0,0 1 1 0 0,0-1-1 0 0,-15-3 1 0 0,21 3 247 0 0,0-1 0 0 0,0 0 0 0 0,0 0 0 0 0,0 0 0 0 0,0 0 0 0 0,1 0 0 0 0,-5-3 0 0 0,6 3-60 0 0,-1 0-1 0 0,1 0 1 0 0,-6-7-2843 0 0,6 6 2842 0 0,0 1 1 0 0,1-1-1 0 0,-1 1 1 0 0,-1-4 0 0 0</inkml:trace>
</inkml:ink>
</file>

<file path=ppt/ink/ink2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2:03.6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71 1176 0 0,'-17'-2'5013'0'0,"-25"0"-88"0"0,39 2-4561 0 0,6 1-170 0 0,22 2-84 0 0,1 0-1 0 0,0-2 1 0 0,-1-1 0 0 0,1-1-1 0 0,0-1 1 0 0,-1-1-1 0 0,1-1 1 0 0,-1-1-1 0 0,37-14 1 0 0,21-18 1863 0 0,-81 37-1805 0 0,-2-1-157 0 0,1 1 1 0 0,-1 0 0 0 0,0 0 0 0 0,1-1-1 0 0,-1 1 1 0 0,0 0 0 0 0,1 0-1 0 0,-1 0 1 0 0,0-1 0 0 0,1 1 0 0 0,-1 0-1 0 0,1 0 1 0 0,-1 0 0 0 0,0 0-1 0 0,1 0 1 0 0,-1 0 0 0 0,1 0 0 0 0,-1 0-1 0 0,0 0 1 0 0,1 0 0 0 0,-1 0 0 0 0,1 0-1 0 0,-1 0 1 0 0,0 0 0 0 0,1 1-1 0 0,-1-1 1 0 0,0 0 0 0 0,1 0 0 0 0,-1 0-1 0 0,0 0 1 0 0,1 1 0 0 0,-1-1-1 0 0,0 0 1 0 0,1 0 0 0 0,-1 1 0 0 0,0-1-1 0 0,0 0 1 0 0,1 1 0 0 0,-1-1-1 0 0,0 0 1 0 0,0 1 0 0 0,1-1 0 0 0,-1 0-1 0 0,0 1 1 0 0,0-1 0 0 0,0 0 0 0 0,0 1-1 0 0,0-1 1 0 0,0 1 0 0 0,0-1-1 0 0,1 1 1 0 0,-4 23 86 0 0,0-1 0 0 0,-1 1 0 0 0,-15 45 0 0 0,11-45-69 0 0,-64 253 95 0 0,47-156-3149 0 0,20-64-3185 0 0,4-40 1786 0 0</inkml:trace>
</inkml:ink>
</file>

<file path=ppt/ink/ink2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2:03.8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270 96 860 0 0,'40'-96'12152'0'0,"-51"105"-11631"0"0,-14 22-143 0 0,2 0 0 0 0,-22 37-1 0 0,12-16-196 0 0,-74 129-528 0 0,49-55-7751 0 0,51-108 4100 0 0</inkml:trace>
</inkml:ink>
</file>

<file path=ppt/ink/ink2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2:04.0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57 2712 0 0,'31'-57'12154'0'0,"-26"69"-11196"0"0,-11 21-475 0 0,0 0 0 0 0,-3-1 1 0 0,-19 50-1 0 0,14-45-1998 0 0,2 1 0 0 0,-8 44 0 0 0,16-42-5234 0 0,4-30 2690 0 0</inkml:trace>
</inkml:ink>
</file>

<file path=ppt/ink/ink2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2:04.6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1 107 920 0 0,'7'-14'2079'0'0,"1"1"1"0"0,0 0-1 0 0,1 0 1 0 0,0 1-1 0 0,16-16 1 0 0,-22 26-1974 0 0,0 0 0 0 0,0 1 1 0 0,0-1-1 0 0,0 1 0 0 0,0 0 1 0 0,1 0-1 0 0,-1 0 1 0 0,0 0-1 0 0,1 1 0 0 0,-1-1 1 0 0,0 1-1 0 0,1 0 0 0 0,-1 0 1 0 0,0 0-1 0 0,1 0 1 0 0,-1 1-1 0 0,0-1 0 0 0,1 1 1 0 0,4 1-1 0 0,-5-1-69 0 0,0 0 1 0 0,0 0-1 0 0,0 0 0 0 0,0 0 1 0 0,0 0-1 0 0,0 1 0 0 0,0 0 1 0 0,-1-1-1 0 0,1 1 0 0 0,0 0 0 0 0,-1 0 1 0 0,0 1-1 0 0,1-1 0 0 0,-1 0 1 0 0,0 1-1 0 0,0-1 0 0 0,0 1 1 0 0,0 0-1 0 0,2 5 0 0 0,-3-4-4 0 0,0 0-1 0 0,-1 0 0 0 0,1 0 1 0 0,-1 1-1 0 0,0-1 1 0 0,0 0-1 0 0,0 0 0 0 0,-1 0 1 0 0,1 0-1 0 0,-1 0 1 0 0,0 0-1 0 0,0 0 1 0 0,0 0-1 0 0,-1 0 0 0 0,0 0 1 0 0,-3 6-1 0 0,-4 4 30 0 0,0 0-1 0 0,-23 24 1 0 0,-6 10 105 0 0,30-37-152 0 0,8-11-13 0 0,-1 1-1 0 0,1-1 1 0 0,-1 0-1 0 0,1 0 1 0 0,0 1-1 0 0,-1-1 0 0 0,1 0 1 0 0,0 1-1 0 0,-1-1 1 0 0,1 1-1 0 0,0-1 1 0 0,0 0-1 0 0,-1 1 1 0 0,1-1-1 0 0,0 1 1 0 0,0-1-1 0 0,0 1 1 0 0,0-1-1 0 0,-1 1 1 0 0,1-1-1 0 0,0 0 1 0 0,0 1-1 0 0,0-1 1 0 0,0 1-1 0 0,0-1 1 0 0,0 1-1 0 0,0-1 1 0 0,0 1-1 0 0,1-1 1 0 0,-1 1-1 0 0,0-1 1 0 0,0 1-1 0 0,0-1 1 0 0,0 1-1 0 0,1 0 1 0 0,0 0 146 0 0,16-4 156 0 0,-2 0-102 0 0,1 1 0 0 0,-1 1 0 0 0,0 0 0 0 0,31 4 0 0 0,-38-2-115 0 0,-1 0-1 0 0,1 1 1 0 0,0 0-1 0 0,-1 1 1 0 0,0-1-1 0 0,0 2 0 0 0,1-1 1 0 0,-2 1-1 0 0,1 0 1 0 0,0 0-1 0 0,5 6 1 0 0,-11-10-41 0 0,1 1 0 0 0,-1 0 0 0 0,0 0 0 0 0,0 0 0 0 0,0 0 0 0 0,0 1 0 0 0,-1-1 0 0 0,1 0 0 0 0,0 0 1 0 0,0 0-1 0 0,-1 1 0 0 0,1-1 0 0 0,-1 0 0 0 0,1 1 0 0 0,-1-1 0 0 0,1 1 0 0 0,-1-1 0 0 0,0 0 0 0 0,0 1 0 0 0,0-1 0 0 0,0 3 0 0 0,0-2-5 0 0,-1 1-1 0 0,1-1 1 0 0,-1 0-1 0 0,0 1 1 0 0,0-1-1 0 0,0 0 1 0 0,0 0-1 0 0,0 0 1 0 0,-1 1-1 0 0,1-2 1 0 0,-3 4-1 0 0,-3 3 28 0 0,-1-2 0 0 0,1 1-1 0 0,-1-1 1 0 0,-15 9 0 0 0,13-9-406 0 0,0-1-1 0 0,0-1 1 0 0,-1 0 0 0 0,1-1 0 0 0,-1 0-1 0 0,0 0 1 0 0,-12 1 0 0 0,11-3-2401 0 0,0 0 1 0 0,0-1-1 0 0,-19-1 1 0 0,17-2-2778 0 0</inkml:trace>
</inkml:ink>
</file>

<file path=ppt/ink/ink2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2:05.9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77 2152 0 0,'-7'-24'7818'0'0,"-14"-6"-2059"0"0,20 29-5333 0 0,1 1-414 0 0,0 0-1 0 0,0-1 0 0 0,-1 1 1 0 0,1 0-1 0 0,0 0 0 0 0,0 0 1 0 0,0 0-1 0 0,0 0 0 0 0,0 0 1 0 0,0 0-1 0 0,-1 0 0 0 0,1 0 1 0 0,0 0-1 0 0,0 0 0 0 0,0-1 1 0 0,0 1-1 0 0,0 0 0 0 0,0 0 1 0 0,0 0-1 0 0,-1 0 0 0 0,1 0 1 0 0,0 0-1 0 0,0-1 0 0 0,0 1 1 0 0,0 0-1 0 0,0 0 0 0 0,0 0 1 0 0,0 0-1 0 0,0 0 0 0 0,0-1 1 0 0,0 1-1 0 0,0 0 0 0 0,0 0 1 0 0,0 0-1 0 0,0 0 0 0 0,0 0 1 0 0,0-1-1 0 0,0 1 0 0 0,0 0 1 0 0,0 0-1 0 0,0 0 0 0 0,0 0 1 0 0,1-1-1 0 0,-1 1-7 0 0,0 0 1 0 0,0-1-1 0 0,1 1 0 0 0,-1 0 1 0 0,0 0-1 0 0,1-1 0 0 0,-1 1 1 0 0,0 0-1 0 0,1 0 0 0 0,-1-1 1 0 0,0 1-1 0 0,1 0 1 0 0,-1 0-1 0 0,0 0 0 0 0,1 0 1 0 0,-1 0-1 0 0,1 0 0 0 0,-1 0 1 0 0,0 0-1 0 0,1 0 0 0 0,-1 0 1 0 0,1 0-1 0 0,-1 0 0 0 0,0 0 1 0 0,1 0-1 0 0,-1 0 0 0 0,1 0 1 0 0,-1 0-1 0 0,0 0 1 0 0,1 1-1 0 0,27 4 79 0 0,1-1 0 0 0,46 0 0 0 0,-72-4-84 0 0,1 0 16 0 0,29-2 15 0 0,-30 2-48 0 0,0 0-29 0 0,45-9-3586 0 0,-3-6-4217 0 0</inkml:trace>
</inkml:ink>
</file>

<file path=ppt/ink/ink2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2:06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67 848 0 0,'1'-2'2258'0'0,"25"-47"8774"0"0,-26 48-10409 0 0,1 1-549 0 0,-1-1-1 0 0,0 1 0 0 0,1 0 1 0 0,-1 0-1 0 0,1-1 0 0 0,-1 1 1 0 0,0 0-1 0 0,1-1 0 0 0,-1 1 1 0 0,0-1-1 0 0,1 1 0 0 0,-1-1 1 0 0,0 1-1 0 0,0 0 0 0 0,1-1 1 0 0,-1 1-1 0 0,0-1 0 0 0,0 1 1 0 0,0-1-1 0 0,0 1 0 0 0,0-1 1 0 0,1 1-1 0 0,-1-1 0 0 0,0 1 1 0 0,0-1-1 0 0,0 1 0 0 0,0-3 767 0 0,2 13-573 0 0,1 12-77 0 0,-2 1 1 0 0,0-1 0 0 0,-1 1 0 0 0,-2 0-1 0 0,0-1 1 0 0,-6 23 0 0 0,1 6-83 0 0,-14 70-1698 0 0,11-71-2024 0 0,2 0-4176 0 0</inkml:trace>
</inkml:ink>
</file>

<file path=ppt/ink/ink2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2:06.4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382 92 2148 0 0,'53'-91'14313'0'0,"-69"138"-12078"0"0,-176 298 242 0 0,82-157-3738 0 0,11 6-6251 0 0,89-170 3469 0 0,2-3-1910 0 0</inkml:trace>
</inkml:ink>
</file>

<file path=ppt/ink/ink2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2:06.7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59 952 0 0,'4'-12'3051'0'0,"0"1"0"0"0,1-1 0 0 0,7-12 1570 0 0,-12 30-4450 0 0,-1 0 1 0 0,0-1-1 0 0,-1 1 1 0 0,1-1-1 0 0,-1 1 1 0 0,0-1-1 0 0,-5 8 0 0 0,-4 14 48 0 0,-32 89 123 0 0,-1 1-2887 0 0,38-96-1046 0 0,-6 39-1 0 0,10-42-934 0 0</inkml:trace>
</inkml:ink>
</file>

<file path=ppt/ink/ink2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2:07.3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93 121 2616 0 0,'-3'-17'3440'0'0,"-4"-38"3666"0"0,7 54-7055 0 0,0-1 0 0 0,1 1 0 0 0,-1-1 0 0 0,1 0 0 0 0,-1 1-1 0 0,1-1 1 0 0,-1 1 0 0 0,1-1 0 0 0,0 1 0 0 0,0 0 0 0 0,-1-1 0 0 0,1 1 0 0 0,0 0 0 0 0,0-1 0 0 0,1 1 0 0 0,-1 0 0 0 0,0 0 0 0 0,0 0-1 0 0,1 0 1 0 0,-1 0 0 0 0,0 0 0 0 0,1 0 0 0 0,1 0 0 0 0,34-13 120 0 0,-32 13-118 0 0,3 0-41 0 0,-1 0-1 0 0,1 1 1 0 0,0 0-1 0 0,0 0 1 0 0,-1 1 0 0 0,1 0-1 0 0,0 0 1 0 0,-1 1-1 0 0,10 3 1 0 0,-14-4-7 0 0,0 0 0 0 0,0 0 0 0 0,-1 0 0 0 0,1 0 1 0 0,0 0-1 0 0,-1 1 0 0 0,1-1 0 0 0,-1 1 0 0 0,1 0 0 0 0,-1-1 0 0 0,0 1 0 0 0,1 0 0 0 0,-1 1 1 0 0,-1-1-1 0 0,1 0 0 0 0,0 1 0 0 0,0-1 0 0 0,-1 1 0 0 0,1-1 0 0 0,1 6 0 0 0,-2-5 4 0 0,0 1-1 0 0,-1-1 1 0 0,1 1-1 0 0,-1-1 1 0 0,0 1-1 0 0,0-1 0 0 0,0 1 1 0 0,0-1-1 0 0,-1 1 1 0 0,1-1-1 0 0,-1 1 1 0 0,0-1-1 0 0,0 1 1 0 0,0-1-1 0 0,-1 0 0 0 0,1 0 1 0 0,-3 4-1 0 0,-12 18 49 0 0,-1 0-1 0 0,-1-2 1 0 0,-1 0 0 0 0,-27 24-1 0 0,45-45-52 0 0,-1 2-67 0 0,11-7 8 0 0,-1 1 75 0 0,1 0 0 0 0,0 1 1 0 0,-1 0-1 0 0,1 0 0 0 0,0 1 0 0 0,0 0 0 0 0,0 1 0 0 0,-1 0 0 0 0,1 0 1 0 0,0 1-1 0 0,-1 0 0 0 0,15 6 0 0 0,-18-7 109 0 0,0 1 1 0 0,-1 0-1 0 0,1 0 1 0 0,-1 1-1 0 0,1-1 0 0 0,-1 1 1 0 0,0 0-1 0 0,0 0 0 0 0,0 0 1 0 0,0 0-1 0 0,-1 1 1 0 0,1 0-1 0 0,-1-1 0 0 0,0 1 1 0 0,0 1-1 0 0,-1-1 0 0 0,1 0 1 0 0,-1 1-1 0 0,0-1 1 0 0,0 1-1 0 0,0 0 0 0 0,0-1 1 0 0,-1 1-1 0 0,1 6 0 0 0,-2-5 33 0 0,0-1 0 0 0,-1 1 0 0 0,1 0 0 0 0,-1-1 0 0 0,-1 1 0 0 0,1 0 0 0 0,-1-1 0 0 0,0 0 0 0 0,0 1 0 0 0,-1-1 0 0 0,1 0 0 0 0,-1 0 0 0 0,0 0 0 0 0,-1 0 0 0 0,1-1 0 0 0,-1 0 0 0 0,0 1 0 0 0,0-1 0 0 0,-8 6-1 0 0,-4 3 70 0 0,-1-1-1 0 0,0-1 0 0 0,-1-1 0 0 0,-21 10 0 0 0,27-14-388 0 0,0-1 0 0 0,0 0 0 0 0,-1-1 0 0 0,0-1 0 0 0,1 0 0 0 0,-1 0 0 0 0,-1-1 0 0 0,1-1-1 0 0,0 0 1 0 0,-26-2 0 0 0,36 0-164 0 0,1 0 0 0 0,-1 1 0 0 0,1-1 0 0 0,-1 0 0 0 0,1 0 0 0 0,-1 0 0 0 0,1-1 0 0 0,0 1 0 0 0,0 0 0 0 0,0-1 0 0 0,0 0 0 0 0,-3-2 0 0 0,2 0-1351 0 0,1 2 836 0 0,1 0 0 0 0,-1 0 0 0 0,1 0 0 0 0,0-1 0 0 0,0 1 0 0 0,-1-3 1 0 0</inkml:trace>
</inkml:ink>
</file>

<file path=ppt/ink/ink2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2:09.1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25 120 2392 0 0,'-24'-42'11923'0'0,"30"42"-11820"0"0,-1-1 0 0 0,1 1 0 0 0,0 0 0 0 0,-1 0 0 0 0,10 1 0 0 0,19-1 232 0 0,0-2 0 0 0,-1-2 0 0 0,63-14 0 0 0,-2-10 1167 0 0,-47 8-1465 0 0,-38 15-2447 0 0</inkml:trace>
</inkml:ink>
</file>

<file path=ppt/ink/ink2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2:09.4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72 2156 0 0,'0'-3'2226'0'0,"4"-49"9021"0"0,-5 36-8611 0 0,4 52-1602 0 0,-1 0 1 0 0,-6 65-1 0 0,-19 98-2186 0 0,10-86-4193 0 0,11-91 2690 0 0,2-6-1977 0 0</inkml:trace>
</inkml:ink>
</file>

<file path=ppt/ink/ink2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2:09.7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374 95 2332 0 0,'61'-95'14525'0'0,"-63"106"-13698"0"0,-2 1-579 0 0,-1 0 0 0 0,0 0 0 0 0,-1-1 0 0 0,0 1 0 0 0,-15 18 1 0 0,3-3-36 0 0,-153 212 667 0 0,33-50-5449 0 0,111-151 1421 0 0,5-6-2620 0 0,13-19 1391 0 0</inkml:trace>
</inkml:ink>
</file>

<file path=ppt/ink/ink2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2:10.0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267 40 716 0 0,'9'-6'3032'0'0,"-1"-1"1"0"0,1 0-1 0 0,9-11 756 0 0,-12 17-1816 0 0,-6 4-381 0 0,-3 1-1830 0 0,-10 18 676 0 0,0-2 0 0 0,-27 30 0 0 0,8-10-228 0 0,-33 42 42 0 0,-14 18-440 0 0,32-30-2729 0 0,31-40 170 0 0,8-11-2798 0 0</inkml:trace>
</inkml:ink>
</file>

<file path=ppt/ink/ink2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2:10.8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181 67 2576 0 0,'31'-62'12257'0'0,"-30"60"-11868"0"0,8 1-118 0 0,-9 0-264 0 0,1 1 1 0 0,-1 0 0 0 0,1 0-1 0 0,-1 0 1 0 0,1 0-1 0 0,-1 0 1 0 0,1 0 0 0 0,-1-1-1 0 0,1 1 1 0 0,-1 0-1 0 0,1 1 1 0 0,-1-1 0 0 0,1 0-1 0 0,-1 0 1 0 0,1 0-1 0 0,-1 0 1 0 0,1 0-1 0 0,-1 0 1 0 0,1 1 0 0 0,-1-1-1 0 0,1 0 1 0 0,-1 0-1 0 0,1 1 1 0 0,-1-1 0 0 0,1 0-1 0 0,-1 1 1 0 0,0-1-1 0 0,1 0 1 0 0,-1 1 0 0 0,0-1-1 0 0,1 1 1 0 0,-1 0-1 0 0,8 9 31 0 0,-1 0-1 0 0,0 1 1 0 0,0 0-1 0 0,-2 0 1 0 0,1 1-1 0 0,-1 0 1 0 0,-1 0-1 0 0,3 14 1 0 0,8 13 2909 0 0,-15-38-2857 0 0,0-1-1 0 0,0 1 0 0 0,0-1 0 0 0,1 0 0 0 0,-1 1 0 0 0,0-1 1 0 0,0 1-1 0 0,1-1 0 0 0,-1 0 0 0 0,0 1 0 0 0,1-1 0 0 0,-1 0 0 0 0,0 0 1 0 0,1 1-1 0 0,-1-1 0 0 0,1 0 0 0 0,-1 0 0 0 0,0 1 0 0 0,1-1 1 0 0,-1 0-1 0 0,2 0 0 0 0,37-5-120 0 0,-35 5 19 0 0,1 0 0 0 0,-1 0 1 0 0,0 1-1 0 0,1-1 1 0 0,-1 1-1 0 0,1 0 0 0 0,-1 0 1 0 0,0 1-1 0 0,0-1 1 0 0,0 1-1 0 0,0 0 1 0 0,0 0-1 0 0,0 0 0 0 0,0 0 1 0 0,-1 1-1 0 0,1-1 1 0 0,-1 1-1 0 0,1 0 0 0 0,-1 0 1 0 0,4 6-1 0 0,-6-8 17 0 0,0 1 1 0 0,0-1-1 0 0,0 1 0 0 0,0-1 0 0 0,0 1 0 0 0,-1-1 1 0 0,1 1-1 0 0,0 0 0 0 0,-1-1 0 0 0,1 1 0 0 0,-1 0 1 0 0,0 0-1 0 0,0-1 0 0 0,0 1 0 0 0,1 0 0 0 0,-2 0 0 0 0,1-1 1 0 0,0 1-1 0 0,0 0 0 0 0,0 0 0 0 0,-1-1 0 0 0,1 1 1 0 0,-1 0-1 0 0,0-1 0 0 0,1 1 0 0 0,-1 0 0 0 0,0-1 1 0 0,-1 3-1 0 0,-3 4 36 0 0,0-1 0 0 0,0 1-1 0 0,-12 11 1 0 0,0-3 30 0 0,0 0 0 0 0,-2-2 0 0 0,0 0-1 0 0,-32 18 1 0 0,49-31-59 0 0,-16 14 71 0 0,12-12-77 0 0,4-2 39 0 0,6-1-107 0 0,10 0 44 0 0,-11 0-5 0 0,0 0 2 0 0,9-1-7 0 0,0 1 0 0 0,0 1 0 0 0,0 0 1 0 0,0 0-1 0 0,-1 1 0 0 0,1 1 0 0 0,18 6 0 0 0,-22-6 28 0 0,0 0 0 0 0,-1 0 0 0 0,1 1 0 0 0,-1 0 0 0 0,0 1 0 0 0,0 0-1 0 0,0 0 1 0 0,0 0 0 0 0,-1 1 0 0 0,0 0 0 0 0,9 12 0 0 0,-13-16 24 0 0,-1 0 0 0 0,1 0 0 0 0,-1 0 0 0 0,0 0 0 0 0,0 1 0 0 0,0-1 1 0 0,0 0-1 0 0,0 1 0 0 0,-1-1 0 0 0,1 1 0 0 0,-1-1 0 0 0,1 1 0 0 0,-1-1 0 0 0,0 1 0 0 0,0-1 0 0 0,0 1 0 0 0,0 0 0 0 0,-1-1 0 0 0,0 4 0 0 0,0-2 6 0 0,-1 0 0 0 0,0-1 0 0 0,0 1-1 0 0,0-1 1 0 0,0 1 0 0 0,0-1 0 0 0,-1 0 0 0 0,0 0 0 0 0,1 0 0 0 0,-1 0 0 0 0,-4 3 0 0 0,-4 2 20 0 0,0-1 0 0 0,0 0 1 0 0,-1 0-1 0 0,0-1 1 0 0,0-1-1 0 0,-19 7 0 0 0,4-5-258 0 0,0-1 0 0 0,0-1 0 0 0,-1-1-1 0 0,-36 0 1 0 0,39-4-1676 0 0,-39-5-1 0 0,46 2-1041 0 0,-1 0-1 0 0,-28-11 1 0 0,22 6-3454 0 0</inkml:trace>
</inkml:ink>
</file>

<file path=ppt/ink/ink2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2:13.2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41 644 0 0,'13'-25'6889'0'0,"-10"23"-6779"0"0,-1 0 0 0 0,0 1 1 0 0,1-1-1 0 0,-1 1 0 0 0,1 0 1 0 0,-1-1-1 0 0,1 1 0 0 0,0 0 1 0 0,0 1-1 0 0,-1-1 0 0 0,1 0 1 0 0,0 1-1 0 0,0 0 0 0 0,0 0 1 0 0,0-1-1 0 0,0 2 0 0 0,-1-1 1 0 0,1 0-1 0 0,0 0 0 0 0,3 2 1 0 0,-1 0-67 0 0,0 0 1 0 0,-1 0 0 0 0,0 1 0 0 0,1 0 0 0 0,-1 0 0 0 0,0 0 0 0 0,0 0 0 0 0,-1 1-1 0 0,1-1 1 0 0,-1 1 0 0 0,0 0 0 0 0,0 0 0 0 0,0 0 0 0 0,0 0 0 0 0,-1 1-1 0 0,1-1 1 0 0,-1 1 0 0 0,0 0 0 0 0,-1-1 0 0 0,1 1 0 0 0,-1 0 0 0 0,0 0 0 0 0,0 0-1 0 0,-1 0 1 0 0,1 0 0 0 0,-1 0 0 0 0,-1 7 0 0 0,0 2 109 0 0,0-1 1 0 0,-1 0-1 0 0,-1 0 1 0 0,-1 0-1 0 0,0 0 1 0 0,0 0 0 0 0,-1-1-1 0 0,-1 1 1 0 0,-10 16-1 0 0,7-14 17 0 0,0 0 109 0 0,0 0 0 0 0,-1 0 0 0 0,-17 17 0 0 0,26-30-265 0 0,-1-1 1 0 0,1 0 0 0 0,0 0-1 0 0,0 1 1 0 0,0-1-1 0 0,0 1 1 0 0,0-1-1 0 0,0 1 1 0 0,0-1 0 0 0,1 1-1 0 0,-1 0 1 0 0,0-1-1 0 0,1 1 1 0 0,-1 0-1 0 0,1-1 1 0 0,-1 4-1 0 0,1-4-12 0 0,1-1 0 0 0,-1 1 0 0 0,0 0-1 0 0,0-1 1 0 0,1 1 0 0 0,-1 0-1 0 0,0-1 1 0 0,1 1 0 0 0,-1 0 0 0 0,0-1-1 0 0,1 1 1 0 0,-1-1 0 0 0,1 1-1 0 0,-1-1 1 0 0,1 1 0 0 0,-1-1-1 0 0,1 1 1 0 0,0-1 0 0 0,-1 0 0 0 0,1 1-1 0 0,-1-1 1 0 0,1 0 0 0 0,0 1-1 0 0,-1-1 1 0 0,1 0 0 0 0,0 0 0 0 0,-1 0-1 0 0,1 0 1 0 0,0 1 0 0 0,0-1-1 0 0,-1 0 1 0 0,1 0 0 0 0,0 0 0 0 0,-1-1-1 0 0,2 1 1 0 0,20-2-198 0 0,0 0-1 0 0,-1-2 1 0 0,1-1 0 0 0,-1-1 0 0 0,28-11-1 0 0,8-1-971 0 0,61-20-4429 0 0,-78 24 1631 0 0</inkml:trace>
</inkml:ink>
</file>

<file path=ppt/ink/ink2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2:13.5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411 76 660 0 0,'27'-65'13648'0'0,"-27"63"-12927"0"0,3-6 2856 0 0,-19 40-2542 0 0,-18 50 0 0 0,4-7-628 0 0,-162 300 364 0 0,85-175-3667 0 0,70-123-1117 0 0,16-24-3525 0 0,17-39 2535 0 0</inkml:trace>
</inkml:ink>
</file>

<file path=ppt/ink/ink2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2:13.8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83 2484 0 0,'70'-82'14923'0'0,"-69"82"-14882"0"0,-1 0 0 0 0,1 0 0 0 0,0 1 0 0 0,-1-1-1 0 0,1 0 1 0 0,-1 0 0 0 0,1 1 0 0 0,-1-1 0 0 0,1 1 0 0 0,0-1 0 0 0,-1 0 0 0 0,0 1 0 0 0,1-1 0 0 0,-1 1 0 0 0,1-1 0 0 0,-1 1-1 0 0,1-1 1 0 0,-1 1 0 0 0,0 0 0 0 0,0-1 0 0 0,1 1 0 0 0,-1-1 0 0 0,0 1 0 0 0,0 0 0 0 0,1-1 0 0 0,-1 1 0 0 0,0 0-1 0 0,0-1 1 0 0,0 1 0 0 0,0 0 0 0 0,0 0 0 0 0,0 28 717 0 0,0-22-576 0 0,-3 36 14 0 0,-1-1 0 0 0,-3 0-1 0 0,-1 0 1 0 0,-18 53-1 0 0,10-35-1940 0 0,6-18-1855 0 0,5-15-3490 0 0</inkml:trace>
</inkml:ink>
</file>

<file path=ppt/ink/ink2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2:14.3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168 164 304 0 0,'3'-48'10419'0'0,"3"6"-5344"0"0,-6 41-5029 0 0,1-1 39 0 0,0 0 0 0 0,0-1-1 0 0,0 1 1 0 0,0 0 0 0 0,1 0-1 0 0,-1 0 1 0 0,1 0 0 0 0,0 0 0 0 0,-1 0-1 0 0,1 0 1 0 0,0 0 0 0 0,0 1-1 0 0,0-1 1 0 0,0 1 0 0 0,5-3 0 0 0,6-2-17 0 0,1-1 1 0 0,1 2-1 0 0,-1 0 1 0 0,1 1-1 0 0,0 0 1 0 0,26-2-1 0 0,-30 5-70 0 0,0 0-1 0 0,-1 1 1 0 0,1 0 0 0 0,0 1-1 0 0,-1 0 1 0 0,1 0-1 0 0,-1 1 1 0 0,1 1 0 0 0,-1 0-1 0 0,16 7 1 0 0,-25-10 18 0 0,1 1 0 0 0,0 0 0 0 0,-1 0 0 0 0,1 0-1 0 0,-1 0 1 0 0,1 0 0 0 0,-1 0 0 0 0,1 0 0 0 0,-1 0 0 0 0,0 0 0 0 0,0 1 0 0 0,0-1-1 0 0,1 1 1 0 0,-1-1 0 0 0,0 1 0 0 0,-1-1 0 0 0,1 1 0 0 0,0-1 0 0 0,0 1 0 0 0,-1 0 0 0 0,1 0-1 0 0,-1-1 1 0 0,1 1 0 0 0,-1 0 0 0 0,0 0 0 0 0,0-1 0 0 0,0 1 0 0 0,0 0 0 0 0,0 0 0 0 0,0 0-1 0 0,0-1 1 0 0,-1 1 0 0 0,1 0 0 0 0,-1 0 0 0 0,1-1 0 0 0,-1 1 0 0 0,1 0 0 0 0,-1-1 0 0 0,0 1-1 0 0,0-1 1 0 0,-2 4 0 0 0,-5 6 123 0 0,0 0 0 0 0,0-1 0 0 0,-1 0 0 0 0,-16 14 0 0 0,13-13-61 0 0,-15 11 124 0 0,-1 3 69 0 0,23-21-216 0 0,-5 7 103 0 0,10-11-155 0 0,0 0 0 0 0,0 1 0 0 0,0-1-1 0 0,0 0 1 0 0,0 1 0 0 0,0-1 0 0 0,0 0-1 0 0,0 0 1 0 0,0 1 0 0 0,0-1 0 0 0,0 0-1 0 0,0 1 1 0 0,0-1 0 0 0,0 0 0 0 0,0 0-1 0 0,1 1 1 0 0,-1-1 0 0 0,0 0 0 0 0,0 0-1 0 0,0 0 1 0 0,0 1 0 0 0,1-1 0 0 0,-1 0-1 0 0,0 0 1 0 0,0 0 0 0 0,0 1 0 0 0,1-1 0 0 0,-1 0-1 0 0,0 0 1 0 0,0 0 0 0 0,1 0 0 0 0,-1 0-1 0 0,0 1 1 0 0,1-1 0 0 0,-1 0 0 0 0,0 0-1 0 0,0 0 1 0 0,1 0 0 0 0,-1 0 0 0 0,0 0-1 0 0,1 0 1 0 0,-1 0 0 0 0,0 0 0 0 0,0 0-1 0 0,1 0 1 0 0,-1 0 0 0 0,0 0 0 0 0,1-1 0 0 0,18 4 290 0 0,0 1 1 0 0,0 1 0 0 0,-1 1 0 0 0,1 0 0 0 0,-1 1 0 0 0,-1 1 0 0 0,1 1 0 0 0,-2 0 0 0 0,1 2 0 0 0,-1-1 0 0 0,-1 2 0 0 0,27 25 0 0 0,-38-33-112 0 0,0 0 0 0 0,0 1 0 0 0,-1-1 0 0 0,1 1 0 0 0,-1 0 0 0 0,-1 0 0 0 0,1 0 0 0 0,0 0 0 0 0,-1 1 0 0 0,0-1 0 0 0,-1 1 0 0 0,1-1 0 0 0,0 7 0 0 0,-2-9-61 0 0,0 1 0 0 0,0-1-1 0 0,0 1 1 0 0,-1-1-1 0 0,0 0 1 0 0,1 1 0 0 0,-1-1-1 0 0,-1 0 1 0 0,1 1-1 0 0,0-1 1 0 0,-1 0-1 0 0,1 0 1 0 0,-1 0 0 0 0,0 0-1 0 0,0 0 1 0 0,0-1-1 0 0,-1 1 1 0 0,1-1 0 0 0,0 1-1 0 0,-1-1 1 0 0,0 0-1 0 0,-5 4 1 0 0,-5 2-49 0 0,-1-1 0 0 0,1 0 0 0 0,-1-1 0 0 0,0 0 0 0 0,-1-1 0 0 0,0-1 0 0 0,1 0 0 0 0,-1-1 0 0 0,0-1 0 0 0,-1 0 0 0 0,1-1 0 0 0,-24-1 0 0 0,-11-4-2017 0 0,0-1 1 0 0,-72-19-1 0 0,43 5-2700 0 0,28 4-2407 0 0,9-1-3007 0 0</inkml:trace>
</inkml:ink>
</file>

<file path=ppt/ink/ink2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2:14.6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7801 0 0,'0'0'19892'0'0</inkml:trace>
</inkml:ink>
</file>

<file path=ppt/ink/ink2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2:18.1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489 280 60 0 0,'-129'51'6685'0'0,"-125"71"0"0"0,232-110-5926 0 0,10-6-9 0 0,-1 1 0 0 0,1 1 0 0 0,1-1 0 0 0,-18 16 0 0 0,29-23-713 0 0,-1 1 0 0 0,1-1-1 0 0,-1 0 1 0 0,1 1 0 0 0,-1-1 0 0 0,1 1 0 0 0,0-1-1 0 0,-1 1 1 0 0,1-1 0 0 0,0 1 0 0 0,-1 0-1 0 0,1-1 1 0 0,0 1 0 0 0,-1-1 0 0 0,1 1 0 0 0,0 0-1 0 0,0-1 1 0 0,0 1 0 0 0,0 0 0 0 0,0-1 0 0 0,0 1-1 0 0,0 0 1 0 0,0-1 0 0 0,0 1 0 0 0,0 0 0 0 0,0-1-1 0 0,0 1 1 0 0,0-1 0 0 0,0 1 0 0 0,1 0 0 0 0,-1-1-1 0 0,0 1 1 0 0,0-1 0 0 0,1 1 0 0 0,-1 0-1 0 0,0-1 1 0 0,1 1 0 0 0,-1-1 0 0 0,1 1 0 0 0,-1-1-1 0 0,1 1 1 0 0,-1-1 0 0 0,1 1 0 0 0,24 10 510 0 0,-8-8-410 0 0,1-1-1 0 0,0 0 1 0 0,0-2 0 0 0,0 0-1 0 0,1-1 1 0 0,-1-1 0 0 0,18-4-1 0 0,3 0-24 0 0,402-54 552 0 0,5 0-337 0 0,1337-93 217 0 0,-626 101-332 0 0,53 18-23 0 0,-105 3-112 0 0,146-4 38 0 0,312-11 29 0 0,-1186 34-138 0 0,401-18 17 0 0,-66 8-10 0 0,-478 17-6 0 0,1296 2 73 0 0,-1407 4-62 0 0,681 22-34 0 0,-585-15 13 0 0,-149-6 3 0 0,1645 81-69 0 0,-1190-43-81 0 0,-351-31 154 0 0,-128-6-38 0 0,6-1 53 0 0,1 0-24 0 0,357 17 1659 0 0,123 4-1539 0 0,221-22-54 0 0,-65 0-9 0 0,2143 6 95 0 0,911-69-1507 0 0,-3150 46-114 0 0,-199-13-2782 0 0,-278 14 892 0 0,-41 0-3422 0 0,-47 8 926 0 0</inkml:trace>
</inkml:ink>
</file>

<file path=ppt/ink/ink2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2:19.9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44 96 0 0,'29'-38'10466'0'0,"-20"32"-6998"0"0,-8 8-3360 0 0,1 0 1 0 0,0 0-1 0 0,-1 0 1 0 0,1 0-1 0 0,-1 0 0 0 0,0 0 1 0 0,0 0-1 0 0,0 0 0 0 0,0 1 1 0 0,0-1-1 0 0,0 0 1 0 0,0 1-1 0 0,-1-1 0 0 0,1 5 1 0 0,7 47 707 0 0,-6-42-626 0 0,39 565 2778 0 0,-44-3-2343 0 0,3-559-613 0 0,-1 830 262 0 0,2-35-34 0 0,-20-217 379 0 0,-4 259-70 0 0,20 397 417 0 0,11-894-841 0 0,-1 550 810 0 0,-8-866-899 0 0,-18 599 1261 0 0,15-560-1184 0 0,-4 133-34 0 0,8-209-102 0 0,0 32 34 0 0,0-19-1 0 0,1 0 0 0 0,0 0 0 0 0,2 0 0 0 0,3 18 0 0 0,0 9-10 0 0,-3-15 0 0 0,3 16 33 0 0,-2 0 0 0 0,-3 77 0 0 0,-1-69 97 0 0,0-49-84 0 0,0-2-30 0 0,-1 1 0 0 0,1 0 0 0 0,0-1-1 0 0,0 1 1 0 0,-1-1 0 0 0,1 1 0 0 0,0-1 0 0 0,0 1 0 0 0,0-1 0 0 0,0 1-1 0 0,0 0 1 0 0,0-1 0 0 0,0 1 0 0 0,0-1 0 0 0,0 1 0 0 0,0 0 0 0 0,0-1 0 0 0,0 1-1 0 0,0-1 1 0 0,1 1 0 0 0,-1-1 0 0 0,0 1 0 0 0,1 0 0 0 0,2 9-911 0 0</inkml:trace>
</inkml:ink>
</file>

<file path=ppt/ink/ink2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2:21.9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79 115 128 0 0,'-10'-9'5989'0'0,"-23"-15"2416"0"0,33 24-8312 0 0,-1 0 0 0 0,1 0 0 0 0,-1 0 0 0 0,1 0 0 0 0,0 0 0 0 0,-1 0 0 0 0,1 0 0 0 0,-1-1 0 0 0,1 1 0 0 0,-1 0 0 0 0,1 0 0 0 0,0 0 0 0 0,-1-1 0 0 0,1 1 0 0 0,0 0 0 0 0,-1-1 0 0 0,1 1 0 0 0,0 0 0 0 0,-1 0 0 0 0,1-1 0 0 0,8-3-99 0 0,1 0 1 0 0,0 1-1 0 0,0 0 1 0 0,17-3-1 0 0,0-1-5 0 0,20-6-25 0 0,0 1-1 0 0,1 2 1 0 0,56-4 0 0 0,-99 13 20 0 0,-3 1 14 0 0,0 0 0 0 0,1 0 0 0 0,-1 0 0 0 0,0 0 0 0 0,0 0 0 0 0,0 0 1 0 0,0 0-1 0 0,0 0 0 0 0,0 0 0 0 0,0 1 0 0 0,0-1 0 0 0,0 0 0 0 0,1 1 0 0 0,-1-1 0 0 0,0 1 1 0 0,-1-1-1 0 0,1 1 0 0 0,1 0 0 0 0,0 0 3 0 0,-1-1-1 0 0,0 0 1 0 0,0 1 0 0 0,0-1-1 0 0,0 1 1 0 0,0 0 0 0 0,0-1 0 0 0,0 1-1 0 0,0 0 1 0 0,0 0 0 0 0,0-1-1 0 0,0 1 1 0 0,-1 0 0 0 0,1 0 0 0 0,0 0-1 0 0,-1 0 1 0 0,1 0 0 0 0,0 0-1 0 0,-1 0 1 0 0,1 0 0 0 0,-1 1 0 0 0,0-1-1 0 0,1 0 1 0 0,-1 0 0 0 0,0 0-1 0 0,0 0 1 0 0,1 1 0 0 0,-1-1-1 0 0,0 0 1 0 0,0 0 0 0 0,0 0 0 0 0,-1 1-1 0 0,1-1 1 0 0,0 0 0 0 0,0 0-1 0 0,-1 0 1 0 0,0 2 0 0 0,0 1 6 0 0,-3 11-3 0 0,-1-1 0 0 0,0 0 0 0 0,-1 0 0 0 0,-1 0 0 0 0,0-1 0 0 0,-1 1 0 0 0,-17 20 0 0 0,-75 79 27 0 0,98-111-30 0 0,-167 175 166 0 0,157-165-176 0 0,1 1 0 0 0,1 0 0 0 0,-15 24 0 0 0,25-36 9 0 0,-1-1 1 0 0,1 1-1 0 0,0-1 1 0 0,-1 1-1 0 0,1-1 1 0 0,0 1-1 0 0,0-1 1 0 0,0 1-1 0 0,-1-1 1 0 0,1 1-1 0 0,0 0 1 0 0,0-1-1 0 0,0 1 1 0 0,0-1-1 0 0,0 1 1 0 0,0 0 0 0 0,0-1-1 0 0,0 1 1 0 0,0-1-1 0 0,1 1 1 0 0,-1 0-1 0 0,0-1 1 0 0,0 1-1 0 0,0-1 1 0 0,1 1-1 0 0,-1-1 1 0 0,0 1-1 0 0,1-1 1 0 0,-1 1-1 0 0,0-1 1 0 0,1 1 0 0 0,-1-1-1 0 0,0 1 1 0 0,1-1-1 0 0,-1 0 1 0 0,1 1-1 0 0,-1-1 1 0 0,1 0-1 0 0,-1 1 1 0 0,1-1-1 0 0,0 0 1 0 0,-1 0-1 0 0,1 1 1 0 0,-1-1-1 0 0,1 0 1 0 0,-1 0-1 0 0,1 0 1 0 0,0 0 0 0 0,-1 0-1 0 0,1 0 1 0 0,-1 0-1 0 0,1 0 1 0 0,0 0-1 0 0,-1 0 1 0 0,1 0-1 0 0,0 0 1 0 0,35-4 15 0 0,24-11-719 0 0,109-43-1 0 0,50-43-7391 0 0,-169 76 3487 0 0</inkml:trace>
</inkml:ink>
</file>

<file path=ppt/ink/ink2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2:22.1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54 2392 0 0,'-3'-1'4121'0'0,"-24"-7"2484"0"0,-12-3-1941 0 0,38 10-4519 0 0,31-11-85 0 0,61-5-2831 0 0,-34 13-5978 0 0</inkml:trace>
</inkml:ink>
</file>

<file path=ppt/ink/ink2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2:22.3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25 1028 0 0,'-54'35'9145'0'0,"35"-21"-7138"0"0,17-13-1677 0 0,-3 2 41 0 0,5-3-363 0 0,0 0 0 0 0,0 0 1 0 0,0 0-1 0 0,0 0 0 0 0,0 0 0 0 0,0 0 1 0 0,0 0-1 0 0,0 0 0 0 0,0 0 1 0 0,1 0-1 0 0,-1 1 0 0 0,0-1 1 0 0,0 0-1 0 0,0 0 0 0 0,0 0 1 0 0,0 0-1 0 0,0 0 0 0 0,0 0 0 0 0,0 0 1 0 0,0 0-1 0 0,0 0 0 0 0,0 0 1 0 0,0 0-1 0 0,0 0 0 0 0,0 1 1 0 0,0-1-1 0 0,0 0 0 0 0,0 0 1 0 0,0 0-1 0 0,0 0 0 0 0,0 0 0 0 0,0 0 1 0 0,0 0-1 0 0,0 0 0 0 0,0 0 1 0 0,0 0-1 0 0,0 0 0 0 0,0 1 1 0 0,0-1-1 0 0,0 0 0 0 0,0 0 1 0 0,0 0-1 0 0,0 0 0 0 0,0 0 0 0 0,0 0 1 0 0,0 0-1 0 0,0 0 0 0 0,0 0 1 0 0,0 0-1 0 0,0 0 0 0 0,0 0 1 0 0,0 1-1 0 0,-1-1 0 0 0,1 0 1 0 0,0 0-1 0 0,0 0 0 0 0,0 0 0 0 0,0 0 1 0 0,0 0-1 0 0,0 0 0 0 0,0 0 1 0 0,0 0-1 0 0,0 0 0 0 0,0 0 1 0 0,0 0-1 0 0,-1 0 0 0 0,16 0-47 0 0,0-1 0 0 0,0-1 0 0 0,0 0 0 0 0,0-1 0 0 0,17-6 0 0 0,14-2-708 0 0,109-30-5634 0 0,-115 29 2710 0 0</inkml:trace>
</inkml:ink>
</file>

<file path=ppt/ink/ink2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2:22.6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351 49 820 0 0,'0'-2'753'0'0,"0"0"-1"0"0,-1-1 1 0 0,1 1-1 0 0,0-1 1 0 0,-1 1-1 0 0,1-1 1 0 0,-1 1-1 0 0,0-1 1 0 0,0 1-1 0 0,-2-4 1 0 0,2 4-452 0 0,0 1 1 0 0,0 0 0 0 0,0 0-1 0 0,0-1 1 0 0,0 1 0 0 0,0 0-1 0 0,0 0 1 0 0,-1 0-1 0 0,1 0 1 0 0,0 1 0 0 0,-1-1-1 0 0,1 0 1 0 0,-3-1 0 0 0,0 2-103 0 0,0-1 1 0 0,0 0-1 0 0,1 1 1 0 0,-1 0 0 0 0,0 0-1 0 0,0 0 1 0 0,1 0-1 0 0,-1 1 1 0 0,0-1 0 0 0,0 1-1 0 0,1 0 1 0 0,-1 0-1 0 0,-5 3 1 0 0,-8 3 86 0 0,1 1 0 0 0,-1 1 1 0 0,2 1-1 0 0,-1 0 0 0 0,2 1 0 0 0,-1 1 1 0 0,1 0-1 0 0,-13 16 0 0 0,12-11-177 0 0,1 0 0 0 0,1 1-1 0 0,0 0 1 0 0,1 1 0 0 0,1 0 0 0 0,-12 30-1 0 0,20-41-93 0 0,1 0 0 0 0,-1-1 0 0 0,1 1 0 0 0,1 0 0 0 0,0 0 0 0 0,0 1 0 0 0,0-1 0 0 0,1 0 0 0 0,0 0 0 0 0,1 0 0 0 0,0 0 0 0 0,0 1 0 0 0,3 9 0 0 0,-2-12-89 0 0,0 0 0 0 0,1-1 0 0 0,-1 1 1 0 0,1-1-1 0 0,0 0 0 0 0,1 1 1 0 0,-1-2-1 0 0,1 1 0 0 0,0 0 0 0 0,0-1 1 0 0,1 1-1 0 0,-1-1 0 0 0,1-1 1 0 0,0 1-1 0 0,0 0 0 0 0,0-1 0 0 0,0 0 1 0 0,9 3-1 0 0,-2-1-614 0 0,0-1 0 0 0,0-1 0 0 0,1 0 0 0 0,-1-1 0 0 0,24 2 0 0 0,29-6-5453 0 0,-32-2 553 0 0</inkml:trace>
</inkml:ink>
</file>

<file path=ppt/ink/ink2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2:22.8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21 112 0 0,'-14'-18'13672'0'0,"10"15"-12305"0"0,-1 8-976 0 0,0 0-1 0 0,0 0 1 0 0,0 0 0 0 0,1 1 0 0 0,0-1 0 0 0,0 1 0 0 0,0 0 0 0 0,1 1 0 0 0,-1-1 0 0 0,-3 12-1 0 0,-21 77 73 0 0,22-71-275 0 0,-17 89-317 0 0,16-64-2513 0 0,-2 5-6511 0 0</inkml:trace>
</inkml:ink>
</file>

<file path=ppt/ink/ink2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2:23.4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153 109 1684 0 0,'-4'-9'1964'0'0,"1"0"0"0"0,0-1 0 0 0,0 1 0 0 0,-1-16 0 0 0,4 24-1898 0 0,0-1 0 0 0,0 1 0 0 0,0-1-1 0 0,1 1 1 0 0,-1-1 0 0 0,0 1-1 0 0,1-1 1 0 0,-1 1 0 0 0,1 0 0 0 0,0-1-1 0 0,-1 1 1 0 0,1 0 0 0 0,0-1-1 0 0,0 1 1 0 0,0 0 0 0 0,0 0 0 0 0,0 0-1 0 0,0 0 1 0 0,0 0 0 0 0,0 0-1 0 0,1 0 1 0 0,-1 0 0 0 0,0 0 0 0 0,0 0-1 0 0,1 1 1 0 0,-1-1 0 0 0,3 0-1 0 0,2-2 44 0 0,0 1 0 0 0,-1 0 0 0 0,1 0 0 0 0,13-1 0 0 0,-8 2-27 0 0,1 0-1 0 0,-1 1 1 0 0,1 1-1 0 0,-1-1 1 0 0,14 4-1 0 0,-20-3-43 0 0,-1 0 0 0 0,1 0 0 0 0,-1 0 0 0 0,0 1 0 0 0,0 0-1 0 0,0 0 1 0 0,0 0 0 0 0,0 0 0 0 0,0 0 0 0 0,0 1 0 0 0,-1 0 0 0 0,1 0 0 0 0,-1 0-1 0 0,0 0 1 0 0,0 0 0 0 0,4 5 0 0 0,-6-5-10 0 0,0-1 1 0 0,0 1-1 0 0,0 0 0 0 0,0-1 1 0 0,0 1-1 0 0,-1 0 0 0 0,1 0 1 0 0,-1 0-1 0 0,0 0 0 0 0,0 0 1 0 0,0-1-1 0 0,0 1 0 0 0,0 0 1 0 0,-1 0-1 0 0,1 0 0 0 0,-1 0 1 0 0,0 0-1 0 0,0-1 1 0 0,0 1-1 0 0,0 0 0 0 0,0-1 1 0 0,0 1-1 0 0,-1-1 0 0 0,-3 5 1 0 0,-4 6 70 0 0,-1-1 0 0 0,0 0 0 0 0,-15 13 0 0 0,18-17-47 0 0,-32 28 106 0 0,23-20-195 0 0,14-15 21 0 0,3 0-7 0 0,-1 0 22 0 0,0 0 1 0 0,0 0-1 0 0,1-1 1 0 0,-1 1-1 0 0,0 0 1 0 0,1-1 0 0 0,-1 1-1 0 0,1 0 1 0 0,-1-1-1 0 0,1 1 1 0 0,-1-1-1 0 0,1 1 1 0 0,-1-1-1 0 0,1 1 1 0 0,-1-1-1 0 0,1 1 1 0 0,0-1-1 0 0,-1 1 1 0 0,1-1-1 0 0,0 0 1 0 0,0 1-1 0 0,-1-1 1 0 0,1 0 0 0 0,0 0-1 0 0,-1 0 1 0 0,1 1-1 0 0,1-1 1 0 0,10 0-10 0 0,12 3 21 0 0,41 9-1 0 0,-56-9 179 0 0,-1 0 0 0 0,0 0-1 0 0,0 0 1 0 0,0 1-1 0 0,0 0 1 0 0,0 1-1 0 0,-1-1 1 0 0,7 7-1 0 0,-13-10-110 0 0,1 1 0 0 0,-1-1 0 0 0,0 0 0 0 0,0 1-1 0 0,0-1 1 0 0,0 1 0 0 0,0 0 0 0 0,0-1 0 0 0,0 1-1 0 0,-1 0 1 0 0,1-1 0 0 0,-1 1 0 0 0,1 0 0 0 0,-1 0 0 0 0,0-1-1 0 0,1 1 1 0 0,-1 0 0 0 0,0 0 0 0 0,0 0 0 0 0,0-1-1 0 0,0 1 1 0 0,-1 0 0 0 0,1 0 0 0 0,0 0 0 0 0,-2 2 0 0 0,0 2 91 0 0,0-1 0 0 0,0 1 0 0 0,-1-1 0 0 0,0 0 0 0 0,0 0 0 0 0,-6 7 0 0 0,1-2-45 0 0,-1-1 1 0 0,-1 0-1 0 0,0 0 1 0 0,0-1-1 0 0,-1-1 1 0 0,0 0-1 0 0,0 0 1 0 0,-1-1 0 0 0,1 0-1 0 0,-21 6 1 0 0,13-6-91 0 0,1 0 0 0 0,-1-2 1 0 0,0 0-1 0 0,0-1 0 0 0,0-1 0 0 0,-32-1 1 0 0,41-1-264 0 0,1-1 0 0 0,-1-1 0 0 0,1 1 1 0 0,0-1-1 0 0,0-1 0 0 0,-14-5 0 0 0,21 7-7 0 0,0 1 1 0 0,0-1-1 0 0,0 0 0 0 0,0 0 0 0 0,1 0 0 0 0,-1 0 0 0 0,0-1 0 0 0,1 1 0 0 0,-1 0 0 0 0,1-1 0 0 0,-1 1 0 0 0,1-1 0 0 0,0 1 1 0 0,-1-1-1 0 0,1 0 0 0 0,0 0 0 0 0,0 1 0 0 0,0-1 0 0 0,0 0 0 0 0,1 0 0 0 0,-1 0 0 0 0,1 0 0 0 0,-1 0 0 0 0,1 0 1 0 0,-1 0-1 0 0,1 0 0 0 0,0 0 0 0 0,0 0 0 0 0,0 0 0 0 0,0 0 0 0 0,0 0 0 0 0,1 0 0 0 0,-1 0 0 0 0,1 0 0 0 0,1-4 0 0 0,5-14-3882 0 0,4-3-2038 0 0</inkml:trace>
</inkml:ink>
</file>

<file path=ppt/ink/ink2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2:23.6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28 3144 0 0,'34'-27'11345'0'0,"-32"27"-11093"0"0,0 1 0 0 0,1-1-1 0 0,-1 1 1 0 0,0 0-1 0 0,0 0 1 0 0,0 0 0 0 0,0 0-1 0 0,0 0 1 0 0,0 0-1 0 0,0 0 1 0 0,0 1 0 0 0,0-1-1 0 0,0 1 1 0 0,-1 0-1 0 0,3 2 1 0 0,26 34 1086 0 0,-17-20-910 0 0,129 166 884 0 0,-62-78-6519 0 0,-75-100 4276 0 0,2 1-645 0 0</inkml:trace>
</inkml:ink>
</file>

<file path=ppt/ink/ink2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2:23.9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332 43 2780 0 0,'-11'-34'8122'0'0,"8"25"-4749"0"0,0 11-2565 0 0,0 0-510 0 0,-1 1 0 0 0,1 1-1 0 0,-1-1 1 0 0,1 0-1 0 0,0 1 1 0 0,0 0-1 0 0,1 0 1 0 0,-1 0 0 0 0,-3 6-1 0 0,-19 47 781 0 0,9-19-578 0 0,-48 92 249 0 0,-77 168-490 0 0,116-225-2575 0 0,15-25-4195 0 0</inkml:trace>
</inkml:ink>
</file>

<file path=ppt/ink/ink2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2:24.1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54 400 0 0,'7'-54'15363'0'0,"-9"59"-15039"0"0,0 1-1 0 0,0-1 1 0 0,1 0 0 0 0,-1 1-1 0 0,1-1 1 0 0,0 11 0 0 0,-5 78 110 0 0,-7 78-884 0 0,-5-60-9093 0 0,15-98 3477 0 0</inkml:trace>
</inkml:ink>
</file>

<file path=ppt/ink/ink2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2:24.7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480 185 2028 0 0,'-18'-18'3236'0'0,"7"9"-1080"0"0,1-1 0 0 0,1-1 0 0 0,-16-20 0 0 0,24 29-2110 0 0,1 1 1 0 0,-1-1-1 0 0,1 1 0 0 0,-1 0 1 0 0,1-1-1 0 0,0 1 1 0 0,0-1-1 0 0,0 1 0 0 0,0-1 1 0 0,0 1-1 0 0,0-1 0 0 0,0 1 1 0 0,0-1-1 0 0,0 1 1 0 0,1-1-1 0 0,-1 1 0 0 0,0-1 1 0 0,1 1-1 0 0,0 0 0 0 0,-1-1 1 0 0,1 1-1 0 0,0 0 1 0 0,-1 0-1 0 0,1-1 0 0 0,0 1 1 0 0,0 0-1 0 0,0 0 0 0 0,0 0 1 0 0,0 0-1 0 0,0 0 1 0 0,3-1-1 0 0,1-3 25 0 0,1 1 0 0 0,0-1 1 0 0,1 1-1 0 0,11-5 0 0 0,-2 2 41 0 0,1 1-1 0 0,0 0 0 0 0,33-6 1 0 0,-44 11-74 0 0,0 0-1 0 0,0 0 1 0 0,1 0 0 0 0,-1 1-1 0 0,0 0 1 0 0,0 1 0 0 0,0-1-1 0 0,0 1 1 0 0,0 0 0 0 0,0 1-1 0 0,0-1 1 0 0,-1 1 0 0 0,1 0 0 0 0,0 1-1 0 0,5 3 1 0 0,-9-6 7 0 0,-1 1 0 0 0,0 0 0 0 0,0 0 0 0 0,1 1-1 0 0,-1-1 1 0 0,0 0 0 0 0,0 0 0 0 0,0 1 0 0 0,0-1 0 0 0,-1 0 0 0 0,1 1 0 0 0,0-1 0 0 0,0 1 0 0 0,-1-1 0 0 0,1 1 0 0 0,-1-1-1 0 0,1 1 1 0 0,-1-1 0 0 0,0 1 0 0 0,0 2 0 0 0,0 0 17 0 0,0-1-1 0 0,-1 1 0 0 0,1-1 1 0 0,-1 0-1 0 0,0 1 1 0 0,0-1-1 0 0,0 0 0 0 0,-1 0 1 0 0,-1 5-1 0 0,-4 3 113 0 0,0-1-1 0 0,-1 0 0 0 0,0 0 1 0 0,-12 11-1 0 0,-2-1 220 0 0,-1-1-1 0 0,0-2 0 0 0,-42 24 1 0 0,1-1 309 0 0,64-40-705 0 0,-1 0 1 0 0,0 0-1 0 0,0 1 1 0 0,1-1 0 0 0,-1 1-1 0 0,0-1 1 0 0,1 0 0 0 0,-1 1-1 0 0,1-1 1 0 0,-1 1-1 0 0,1-1 1 0 0,-1 1 0 0 0,1 0-1 0 0,-1-1 1 0 0,1 1-1 0 0,-1 0 1 0 0,1-1 0 0 0,0 1-1 0 0,-1 0 1 0 0,1-1 0 0 0,0 1-1 0 0,-1 0 1 0 0,1 0-1 0 0,0-1 1 0 0,0 1 0 0 0,0 0-1 0 0,0 0 1 0 0,0-1-1 0 0,0 1 1 0 0,0 0 0 0 0,0 0-1 0 0,0-1 1 0 0,0 1-1 0 0,0 0 1 0 0,1 0 0 0 0,-1-1-1 0 0,0 1 1 0 0,0 0 0 0 0,1-1-1 0 0,-1 1 1 0 0,1 0-1 0 0,-1-1 1 0 0,0 1 0 0 0,1 0-1 0 0,3 3-1 0 0,0-1 1 0 0,-1 0-1 0 0,1 0 0 0 0,0 0 0 0 0,8 3 0 0 0,0 2-16 0 0,-8-5 34 0 0,73 65 249 0 0,-68-58 42 0 0,0 0 1 0 0,-1 0-1 0 0,0 1 1 0 0,-1 0 0 0 0,12 22-1 0 0,-18-30-150 0 0,1 0 0 0 0,-1 0 0 0 0,0 1 0 0 0,0-1 0 0 0,0 1 0 0 0,0-1 1 0 0,0 1-1 0 0,-1-1 0 0 0,0 1 0 0 0,0 0 0 0 0,0-1 0 0 0,0 1 0 0 0,0-1 0 0 0,-1 1 0 0 0,1-1 0 0 0,-1 1 0 0 0,0-1 0 0 0,-2 5 0 0 0,0-4-52 0 0,1 1 0 0 0,-1-1 0 0 0,0 1 0 0 0,0-1 0 0 0,-1 0 0 0 0,1 0 0 0 0,-1-1 0 0 0,0 1 0 0 0,0-1 0 0 0,0 0 0 0 0,-6 3 0 0 0,-9 5-63 0 0,-1-2 1 0 0,0 0-1 0 0,-1-1 1 0 0,-38 8 0 0 0,15-6-1361 0 0,1-3 1 0 0,-73 4 0 0 0,-20-11-6157 0 0,96-3 1953 0 0,4-1-2933 0 0</inkml:trace>
</inkml:ink>
</file>

<file path=ppt/ink/ink2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2:25.2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158 44 16 0 0,'-2'0'2091'0'0,"-56"-3"6305"0"0,-6 1-3852 0 0,61 2-4144 0 0,-13 0 214 0 0,13 0-267 0 0,-9-2-88 0 0,30 0-480 0 0,-3 0-97 0 0,62-10-1960 0 0,14-3-4050 0 0,-58 10 1210 0 0</inkml:trace>
</inkml:ink>
</file>

<file path=ppt/ink/ink2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2:25.5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35 2584 0 0,'-76'41'10240'0'0,"27"-18"-6723"0"0,47-22-3346 0 0,-4 4 163 0 0,6-1-192 0 0,10-3-28 0 0,16-3-497 0 0,-1-2-1 0 0,1-1 1 0 0,45-15-1 0 0,-27 8-598 0 0,118-39-7017 0 0,-123 35 3816 0 0</inkml:trace>
</inkml:ink>
</file>

<file path=ppt/ink/ink2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2:25.7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51 131 2752 0 0,'-15'-6'7776'0'0,"9"5"-7268"0"0,-15-3 3519 0 0,21 4-3973 0 0,-1 0 1 0 0,1 0-1 0 0,0 0 1 0 0,-1 0-1 0 0,1-1 1 0 0,-1 1-1 0 0,1 0 1 0 0,0 0-1 0 0,-1 0 1 0 0,1 0-1 0 0,0-1 1 0 0,-1 1-1 0 0,1 0 1 0 0,0 0-1 0 0,-1-1 1 0 0,1 1-1 0 0,0 0 1 0 0,0-1-1 0 0,-1 1 0 0 0,1 0 1 0 0,0-1-1 0 0,0 1 1 0 0,0 0-1 0 0,0-1 1 0 0,-1 1-1 0 0,1 0 1 0 0,0-1-1 0 0,0 1 1 0 0,0-1-1 0 0,0 1 1 0 0,0 0-1 0 0,0-1 1 0 0,0 1-1 0 0,0-1 1 0 0,0 1-1 0 0,0 0 1 0 0,0-1-1 0 0,0 1 1 0 0,0-1-1 0 0,0 1 1 0 0,0 0-1 0 0,1-1 1 0 0,-1 0-47 0 0,1 0 0 0 0,0 1 0 0 0,0-1 0 0 0,0 0 0 0 0,0 1 0 0 0,0-1 0 0 0,-1 1 0 0 0,1-1 0 0 0,0 1 0 0 0,0-1 0 0 0,0 1 0 0 0,0 0 0 0 0,0 0 0 0 0,1-1 0 0 0,-1 1 0 0 0,1 0 0 0 0,1-1 13 0 0,175-57-516 0 0,-58 30-6482 0 0,-100 23 3685 0 0,-2-2-1103 0 0</inkml:trace>
</inkml:ink>
</file>

<file path=ppt/ink/ink2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2:26.2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167 58 1124 0 0,'-17'-25'11295'0'0,"9"9"-7401"0"0,8 16-3854 0 0,0-1 1 0 0,0 1-1 0 0,0-1 1 0 0,0 1-1 0 0,0-1 1 0 0,0 1-1 0 0,0-1 0 0 0,1 1 1 0 0,-1-1-1 0 0,0 1 1 0 0,1-1-1 0 0,-1 1 1 0 0,0-1-1 0 0,0 1 0 0 0,1-1 1 0 0,-1 1-1 0 0,1 0 1 0 0,-1-1-1 0 0,0 1 1 0 0,1-1-1 0 0,-1 1 0 0 0,1 0 1 0 0,-1 0-1 0 0,1-1 1 0 0,-1 1-1 0 0,1 0 1 0 0,-1 0-1 0 0,1 0 0 0 0,-1-1 1 0 0,1 1-1 0 0,0 0 1 0 0,-1 0-1 0 0,2 0 1 0 0,6-2 82 0 0,1 1 0 0 0,-1 0 0 0 0,1 1 0 0 0,-1 0 0 0 0,1 0 1 0 0,-1 0-1 0 0,1 1 0 0 0,-1 1 0 0 0,0-1 0 0 0,1 2 0 0 0,-1-1 1 0 0,0 1-1 0 0,0 0 0 0 0,10 6 0 0 0,-14-7-46 0 0,0 0 0 0 0,0 0 0 0 0,0 0 0 0 0,0 1 0 0 0,-1 0 0 0 0,1 0 0 0 0,-1 0 0 0 0,1 0 1 0 0,-1 1-1 0 0,0-1 0 0 0,-1 1 0 0 0,1-1 0 0 0,-1 1 0 0 0,1 0 0 0 0,-1 0 0 0 0,0 1 0 0 0,0-1 0 0 0,-1 0 0 0 0,1 0 0 0 0,-1 1 0 0 0,0-1 0 0 0,0 1 0 0 0,-1-1 0 0 0,1 1 0 0 0,-1 0 0 0 0,0-1 0 0 0,0 1 0 0 0,-2 8 0 0 0,-1-2-31 0 0,0 0 0 0 0,-1 0 0 0 0,0-1 0 0 0,-1 1-1 0 0,0-1 1 0 0,0 0 0 0 0,-14 19 0 0 0,-4 0 185 0 0,-31 29 0 0 0,7-7-114 0 0,42-46-118 0 0,-4 8-16 0 0,12-9 8 0 0,9-4 6 0 0,6-1-33 0 0,0 0 0 0 0,0 1 0 0 0,21 2 1 0 0,-32-1 22 0 0,1 1 0 0 0,0-1 0 0 0,-1 1 0 0 0,0 0 1 0 0,1 1-1 0 0,-1 0 0 0 0,0 0 0 0 0,0 0 0 0 0,-1 1 1 0 0,10 6-1 0 0,-14-8 45 0 0,1 0 0 0 0,-1 0 1 0 0,0 0-1 0 0,1 0 0 0 0,-1 1 0 0 0,0-1 1 0 0,0 1-1 0 0,-1 0 0 0 0,1-1 1 0 0,-1 1-1 0 0,1 0 0 0 0,-1 0 1 0 0,0 0-1 0 0,0 0 0 0 0,0 0 0 0 0,0 0 1 0 0,-1 0-1 0 0,1 5 0 0 0,-1-3 33 0 0,0 0 1 0 0,-1-1-1 0 0,0 1 0 0 0,1-1 0 0 0,-2 1 0 0 0,1-1 0 0 0,-1 1 0 0 0,1-1 0 0 0,-1 0 0 0 0,0 1 1 0 0,-4 5-1 0 0,-2 0 28 0 0,0 1 0 0 0,-1-1 0 0 0,0 0 0 0 0,0-1 0 0 0,-1 0 1 0 0,0 0-1 0 0,-23 13 0 0 0,14-11-24 0 0,0-2 0 0 0,-1 0-1 0 0,-39 12 1 0 0,49-18-523 0 0,0 0 0 0 0,0-1-1 0 0,0-1 1 0 0,-1 0 0 0 0,1 0-1 0 0,0-1 1 0 0,-1 0 0 0 0,1 0-1 0 0,0-1 1 0 0,-11-3-1 0 0,-5-7-3867 0 0,25 10 3933 0 0,0 0 0 0 0,0 0 0 0 0,1 0 0 0 0,-1 0 0 0 0,0 0 0 0 0,0 0-1 0 0,1 0 1 0 0,-1 0 0 0 0,0 0 0 0 0,1 0 0 0 0,-1 0 0 0 0,1-1 0 0 0,0 1 0 0 0,-1 0 0 0 0,1 0 0 0 0,0-1 0 0 0,0 1 0 0 0,0-2 0 0 0,-1-10-5311 0 0</inkml:trace>
</inkml:ink>
</file>

<file path=ppt/ink/ink2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2:26.5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66 156 0 0,'24'-35'11086'0'0,"-7"9"-5208"0"0,-11 24-4795 0 0,-2 0 418 0 0,5 8 372 0 0,-1 4-1481 0 0,0-1 0 0 0,-1 1-1 0 0,-1 1 1 0 0,1-1-1 0 0,-2 1 1 0 0,1 0 0 0 0,-2 0-1 0 0,1 1 1 0 0,3 19 0 0 0,-1-3-234 0 0,-2 1 1 0 0,-1-1 0 0 0,1 32-1 0 0,-4 69-780 0 0,0-44-2868 0 0,2 0-8003 0 0</inkml:trace>
</inkml:ink>
</file>

<file path=ppt/ink/ink2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2:26.7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478 48 1028 0 0,'4'-12'6432'0'0,"6"-24"8228"0"0,-14 42-13141 0 0,-53 94 2792 0 0,-41 42-3092 0 0,29-45-796 0 0,-4 6-353 0 0,-29 43 287 0 0,57-70-2926 0 0,7 4-3554 0 0,38-80 6000 0 0,-5 17-2602 0 0</inkml:trace>
</inkml:ink>
</file>

<file path=ppt/ink/ink2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2:27.1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173 57 2652 0 0,'0'-3'3311'0'0,"1"-3"-1654"0"0,-2-29 9729 0 0,-2 22-7661 0 0,-13 69-610 0 0,-22 94-975 0 0,-26 84-1031 0 0,62-229-1115 0 0,-27 88-819 0 0,13-30-3977 0 0,12-43 904 0 0</inkml:trace>
</inkml:ink>
</file>

<file path=ppt/ink/ink2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2:27.6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264 161 3144 0 0,'8'-42'10345'0'0,"-7"34"-9198"0"0,0 0 0 0 0,1-1 0 0 0,0 1 0 0 0,3-9 0 0 0,-3 14-1024 0 0,0 0 1 0 0,0-1-1 0 0,0 1 1 0 0,0 0-1 0 0,0 0 1 0 0,0 0-1 0 0,1 1 0 0 0,0-1 1 0 0,-1 0-1 0 0,1 1 1 0 0,0 0-1 0 0,0 0 0 0 0,4-2 1 0 0,1-1-30 0 0,1 1-1 0 0,0 0 1 0 0,-1 1 0 0 0,1 0-1 0 0,1 0 1 0 0,-1 1 0 0 0,16-2-1 0 0,-22 3-78 0 0,0 1 0 0 0,0 0 0 0 0,0 0 0 0 0,1 1 0 0 0,-1-1 0 0 0,0 1 0 0 0,0-1 0 0 0,0 1 0 0 0,0 0 0 0 0,0 0 0 0 0,5 3 0 0 0,-6-3 7 0 0,-1 0-1 0 0,1 0 1 0 0,0 1-1 0 0,-1-1 1 0 0,1 1 0 0 0,-1-1-1 0 0,0 1 1 0 0,1 0-1 0 0,-1-1 1 0 0,0 1 0 0 0,0 0-1 0 0,0 0 1 0 0,0 0-1 0 0,0 0 1 0 0,-1 0-1 0 0,1 0 1 0 0,0 0 0 0 0,-1 0-1 0 0,1 3 1 0 0,-1 1 52 0 0,0 0 1 0 0,0 1 0 0 0,-1-1-1 0 0,1 1 1 0 0,-1-1 0 0 0,-1 0 0 0 0,1 0-1 0 0,-1 0 1 0 0,0 0 0 0 0,-1 0-1 0 0,1 0 1 0 0,-6 8 0 0 0,-4 7 362 0 0,-27 34 0 0 0,13-25 328 0 0,-36 34 0 0 0,35-37-143 0 0,-5 6-5 0 0,31-32-376 0 0,3 0-310 0 0,36 2-62 0 0,-31-3 115 0 0,0 1 0 0 0,0-1 0 0 0,0 1 1 0 0,0 0-1 0 0,0 1 0 0 0,-1-1 0 0 0,1 1 1 0 0,7 4-1 0 0,-5-1 206 0 0,0 0 1 0 0,-1 1-1 0 0,1 1 0 0 0,-2-1 1 0 0,1 1-1 0 0,-1 1 0 0 0,0-1 1 0 0,0 1-1 0 0,-1 0 0 0 0,0 1 1 0 0,0 0-1 0 0,-1 0 0 0 0,0 0 1 0 0,-1 0-1 0 0,0 1 1 0 0,-1-1-1 0 0,0 1 0 0 0,0 0 1 0 0,-1 0-1 0 0,0 0 0 0 0,-1 1 1 0 0,0-1-1 0 0,0 0 0 0 0,-1 1 1 0 0,-1-1-1 0 0,0 0 1 0 0,0 0-1 0 0,-1 1 0 0 0,0-1 1 0 0,-7 17-1 0 0,4-13-186 0 0,-1-1 0 0 0,0 0 0 0 0,-1 0-1 0 0,0-1 1 0 0,-1 0 0 0 0,0 0 0 0 0,-1-1 0 0 0,-1 0 0 0 0,0-1-1 0 0,0 0 1 0 0,-1 0 0 0 0,-17 12 0 0 0,18-16-5 0 0,0 0 1 0 0,-1 0-1 0 0,1 0 1 0 0,-1-2-1 0 0,0 1 0 0 0,0-1 1 0 0,-1-1-1 0 0,1 0 0 0 0,-1-1 1 0 0,0 0-1 0 0,1 0 1 0 0,-1-2-1 0 0,0 1 0 0 0,0-1 1 0 0,-18-3-1 0 0,15 0-1808 0 0,-1 0-1 0 0,1-1 1 0 0,-22-8 0 0 0,32 10 1063 0 0,1 0 0 0 0,-1 0 0 0 0,1-1 0 0 0,0 1 0 0 0,0-1 0 0 0,0 0 0 0 0,0 0 1 0 0,1 0-1 0 0,-1-1 0 0 0,1 1 0 0 0,-1-1 0 0 0,1 0 0 0 0,0 0 0 0 0,1 0 0 0 0,-4-5 0 0 0</inkml:trace>
</inkml:ink>
</file>

<file path=ppt/ink/ink2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2:30.7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11 1252 0 0,'-15'8'11935'0'0,"13"-6"-11268"0"0,4-1-648 0 0,0 1 0 0 0,1-1 0 0 0,-1 0 0 0 0,1 0 0 0 0,0 0 0 0 0,-1-1 0 0 0,1 1 0 0 0,0-1 0 0 0,-1 1 0 0 0,1-1 0 0 0,0 0 0 0 0,0 0 0 0 0,3 0 0 0 0,47-4 74 0 0,-43 3-67 0 0,71-9 54 0 0,63-4 12 0 0,-144 14-92 0 0,1 0 1 0 0,-1-1 0 0 0,0 1-1 0 0,0 0 1 0 0,1 1 0 0 0,-1-1 0 0 0,0 0-1 0 0,0 0 1 0 0,1 0 0 0 0,-1 0-1 0 0,0 0 1 0 0,1 0 0 0 0,-1 0 0 0 0,0 0-1 0 0,0 0 1 0 0,1 0 0 0 0,-1 1-1 0 0,0-1 1 0 0,0 0 0 0 0,0 0 0 0 0,1 0-1 0 0,-1 1 1 0 0,0-1 0 0 0,0 0-1 0 0,0 0 1 0 0,1 0 0 0 0,-1 1 0 0 0,0-1-1 0 0,0 0 1 0 0,0 0 0 0 0,0 1-1 0 0,0-1 1 0 0,0 0 0 0 0,0 0-1 0 0,1 1 1 0 0,-4 13 16 0 0,-10 13 1 0 0,12-26-16 0 0,-44 73 9 0 0,29-51-8 0 0,2 1-1 0 0,0 0 1 0 0,-9 25-1 0 0,22-48 0 0 0,1 0-1 0 0,-1 1 1 0 0,0-1 0 0 0,1 0-1 0 0,-1 0 1 0 0,1 0 0 0 0,0 1-1 0 0,-1-1 1 0 0,1 0 0 0 0,0 0-1 0 0,0 1 1 0 0,0-1-1 0 0,0 0 1 0 0,0 1 0 0 0,0-1-1 0 0,0 0 1 0 0,0 0 0 0 0,1 1-1 0 0,-1-1 1 0 0,0 0 0 0 0,1 0-1 0 0,0 3 1 0 0,0-3 5 0 0,13 6 39 0 0,-12-6-43 0 0,22-3 9 0 0,6-3-1084 0 0,41-14 0 0 0,28-15-6258 0 0,-81 27 4608 0 0</inkml:trace>
</inkml:ink>
</file>

<file path=ppt/ink/ink2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2:31.0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177 4 764 0 0,'17'-4'15414'0'0,"-17"5"-15292"0"0,-2 28-321 0 0,-1-5 1614 0 0,8 14-513 0 0,0 0-1 0 0,19 62 1 0 0,-14-65-666 0 0,-1 2 0 0 0,6 69 0 0 0,-15-97-210 0 0,-1 1 0 0 0,0-1 0 0 0,0 0 0 0 0,-1 0 0 0 0,0 0 0 0 0,0 0 0 0 0,-1 0 0 0 0,-1-1 0 0 0,1 1 0 0 0,-1-1 0 0 0,-1 0 0 0 0,1 0 0 0 0,-2 0 0 0 0,1 0 0 0 0,-1-1 0 0 0,0 0 0 0 0,-10 9 0 0 0,11-11-294 0 0,-1-1-1 0 0,0 0 1 0 0,1 0 0 0 0,-1 0-1 0 0,0-1 1 0 0,-1 1 0 0 0,1-2-1 0 0,-1 1 1 0 0,1-1 0 0 0,-11 3-1 0 0,11-4-432 0 0,1-1 0 0 0,-1 1 0 0 0,0-1 0 0 0,0 0-1 0 0,1-1 1 0 0,-1 1 0 0 0,0-1 0 0 0,1 0 0 0 0,-1 0-1 0 0,1-1 1 0 0,-1 0 0 0 0,1 0 0 0 0,-10-5 0 0 0,-6-6-5524 0 0</inkml:trace>
</inkml:ink>
</file>

<file path=ppt/ink/ink2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2:31.1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0 205 976 0 0,'66'-168'12210'0'0,"-62"159"-11874"0"0,-3 6-402 0 0,0 1 0 0 0,0 0 0 0 0,0 0 1 0 0,0-1-1 0 0,0 1 0 0 0,1 0 1 0 0,-1 0-1 0 0,1 0 0 0 0,-1 0 1 0 0,1 0-1 0 0,2-2 0 0 0</inkml:trace>
</inkml:ink>
</file>

<file path=ppt/ink/ink2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2:31.8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210 77 964 0 0,'2'-6'1737'0'0,"-1"-1"0"0"0,0 1 0 0 0,0-1 0 0 0,0-7-1 0 0,-1 12-1447 0 0,0-1-1 0 0,0 1 1 0 0,-1 0-1 0 0,1 0 0 0 0,-1 0 1 0 0,1 0-1 0 0,-1 0 1 0 0,1 0-1 0 0,-1 0 0 0 0,0 0 1 0 0,0 0-1 0 0,0 1 0 0 0,0-1 1 0 0,-1 0-1 0 0,-1-2 1 0 0,2 3 60 0 0,-2 0-72 0 0,-1 1-233 0 0,1 0-1 0 0,0 0 1 0 0,-1 0 0 0 0,1 1 0 0 0,0-1 0 0 0,0 1 0 0 0,-1 0 0 0 0,1 0-1 0 0,0 0 1 0 0,0 0 0 0 0,0 1 0 0 0,0-1 0 0 0,0 1 0 0 0,0 0 0 0 0,1 0 0 0 0,-1 0-1 0 0,0 0 1 0 0,1 0 0 0 0,0 1 0 0 0,-4 4 0 0 0,-7 8 36 0 0,0 0 0 0 0,-12 22 0 0 0,21-30-41 0 0,-8 11-18 0 0,2 0 0 0 0,0 0 0 0 0,1 1 0 0 0,1 0 0 0 0,0 1 0 0 0,2 0 0 0 0,-5 23 0 0 0,10-35-17 0 0,0 0 0 0 0,0 0 0 0 0,1 0 0 0 0,0 0 0 0 0,0 0 1 0 0,1 0-1 0 0,0 0 0 0 0,1 0 0 0 0,3 10 0 0 0,-3-12-6 0 0,0-1 0 0 0,1 1-1 0 0,0-1 1 0 0,0 0 0 0 0,0 0 0 0 0,0 0 0 0 0,1-1 0 0 0,0 1-1 0 0,0-1 1 0 0,0 0 0 0 0,1 0 0 0 0,-1 0 0 0 0,1-1 0 0 0,5 4-1 0 0,-3-4-229 0 0,0 0 0 0 0,1 0-1 0 0,-1 0 1 0 0,0-1 0 0 0,1 0-1 0 0,0 0 1 0 0,-1-1-1 0 0,1 0 1 0 0,0-1 0 0 0,0 0-1 0 0,-1 0 1 0 0,1 0-1 0 0,0-1 1 0 0,12-3 0 0 0,-3 1-1089 0 0,-1-2 0 0 0,0 0 0 0 0,0-1 1 0 0,0 0-1 0 0,25-15 0 0 0,-22 9-1130 0 0</inkml:trace>
</inkml:ink>
</file>

<file path=ppt/ink/ink2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2:32.0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154 48 2212 0 0,'8'-14'3820'0'0,"11"-20"5711"0"0,-17 49-7888 0 0,3 35 138 0 0,-1 0 0 0 0,-6 81 0 0 0,0-109-1721 0 0,-1-2 0 0 0,-1 1 0 0 0,0 0 0 0 0,-2-1 0 0 0,0 0 0 0 0,-1 0 0 0 0,-2 0-1 0 0,0-1 1 0 0,-11 19 0 0 0,17-34-353 0 0,0-1 0 0 0,0 1 0 0 0,0-1 0 0 0,0 1 0 0 0,0-1 0 0 0,0 0 0 0 0,-1 0 0 0 0,0-1 0 0 0,0 1 0 0 0,-7 4 0 0 0,8-6-297 0 0,0 0 0 0 0,0 0 0 0 0,0 0 0 0 0,1 0 0 0 0,-1-1 0 0 0,0 1 0 0 0,0-1 0 0 0,0 0 0 0 0,0 0 0 0 0,0 0 0 0 0,0 0 0 0 0,0 0 0 0 0,0-1 0 0 0,0 1 0 0 0,1-1 0 0 0,-1 0 0 0 0,-5-1 0 0 0,-10-7-6311 0 0</inkml:trace>
</inkml:ink>
</file>

<file path=ppt/ink/ink2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2:32.2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1 153 2100 0 0,'22'-70'6276'0'0,"6"5"-3579"0"0,-12 48-2993 0 0</inkml:trace>
</inkml:ink>
</file>

<file path=ppt/ink/ink2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2:32.7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21 932 0 0,'-16'-16'10379'0'0,"9"12"-8649"0"0,6 5-1633 0 0,0 0 1 0 0,0 0 0 0 0,0 0-1 0 0,0 0 1 0 0,0 0 0 0 0,0 0-1 0 0,0 1 1 0 0,0-1 0 0 0,0 0-1 0 0,1 1 1 0 0,-1-1 0 0 0,0 0-1 0 0,1 1 1 0 0,-1-1 0 0 0,1 1-1 0 0,0-1 1 0 0,-1 1 0 0 0,1-1-1 0 0,0 3 1 0 0,-6 41 926 0 0,5-29-746 0 0,-20 130 399 0 0,-7 68-722 0 0,20-69-9689 0 0,9-130 4944 0 0</inkml:trace>
</inkml:ink>
</file>

<file path=ppt/ink/ink2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2:33.1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84 1576 0 0,'0'-70'9190'0'0,"0"70"-9140"0"0,0-1-1 0 0,0 1 0 0 0,-1-1 0 0 0,1 1 1 0 0,1-1-1 0 0,-1 1 0 0 0,0-1 0 0 0,0 1 1 0 0,0-1-1 0 0,0 1 0 0 0,0-1 0 0 0,0 1 0 0 0,0 0 1 0 0,1-1-1 0 0,-1 1 0 0 0,0-1 0 0 0,0 1 1 0 0,1-1-1 0 0,-1 1 0 0 0,0 0 0 0 0,1-1 1 0 0,-1 1-1 0 0,0 0 0 0 0,1-1 0 0 0,-1 1 1 0 0,1 0-1 0 0,-1-1 0 0 0,0 1 0 0 0,1 0 1 0 0,-1 0-1 0 0,1 0 0 0 0,-1-1 0 0 0,1 1 1 0 0,-1 0-1 0 0,1 0 0 0 0,-1 0 0 0 0,1 0 1 0 0,-1 0-1 0 0,1 0 0 0 0,-1 0 0 0 0,1 0 1 0 0,-1 0-1 0 0,1 0 0 0 0,-1 0 0 0 0,1 0 1 0 0,-1 0-1 0 0,1 0 0 0 0,-1 1 0 0 0,1-1 1 0 0,-1 0-1 0 0,0 0 0 0 0,1 1 0 0 0,-1-1 1 0 0,1 0-1 0 0,-1 0 0 0 0,1 1 0 0 0,23 16 414 0 0,14 20 113 0 0,-2 3 1 0 0,-1 1-1 0 0,-2 1 0 0 0,-3 2 1 0 0,43 77-1 0 0,-68-111-379 0 0,-1 1-1 0 0,0-1 1 0 0,-1 1-1 0 0,1-1 0 0 0,-2 1 1 0 0,0 0-1 0 0,0 0 1 0 0,-1 0-1 0 0,0 0 0 0 0,-1 0 1 0 0,-2 18-1 0 0,0-21-67 0 0,1 0-1 0 0,-2 0 0 0 0,1 0 0 0 0,-1 0 0 0 0,0 0 1 0 0,-1 0-1 0 0,0-1 0 0 0,0 0 0 0 0,0 0 0 0 0,-1 0 1 0 0,0 0-1 0 0,0-1 0 0 0,-1 0 0 0 0,0 0 0 0 0,-12 10 1 0 0,4-7-23 0 0,1 0 0 0 0,-1-1 0 0 0,0 0 0 0 0,-1-1 1 0 0,-17 6-1 0 0,-78 19-415 0 0,52-17-2012 0 0</inkml:trace>
</inkml:ink>
</file>

<file path=ppt/ink/ink2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2:33.4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24 600 0 0,'25'-23'15889'0'0,"-20"34"-14758"0"0,32 271 4355 0 0,-33-214-5234 0 0,-3 0 0 0 0,-10 84 0 0 0,7-135-191 0 0,0-1 0 0 0,-1 0 1 0 0,-9 26-1 0 0,11-39-326 0 0,0 1 0 0 0,-1 0-1 0 0,1-1 1 0 0,-1 1 0 0 0,0-1 0 0 0,0 0-1 0 0,0 1 1 0 0,-1-1 0 0 0,1 0-1 0 0,-1-1 1 0 0,0 1 0 0 0,1 0 0 0 0,-1-1-1 0 0,0 1 1 0 0,-1-1 0 0 0,1 0 0 0 0,0 0-1 0 0,-1 0 1 0 0,1-1 0 0 0,-7 3-1 0 0,8-4-242 0 0,-1 1-1 0 0,1-1 0 0 0,-1 0 1 0 0,1 0-1 0 0,0 0 1 0 0,-1 0-1 0 0,1 0 0 0 0,-1-1 1 0 0,1 1-1 0 0,0-1 0 0 0,-1 1 1 0 0,1-1-1 0 0,0 0 0 0 0,0 0 1 0 0,0 0-1 0 0,-1 0 0 0 0,1-1 1 0 0,-2-1-1 0 0,-18-13-5959 0 0</inkml:trace>
</inkml:ink>
</file>

<file path=ppt/ink/ink2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2:33.6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1 154 852 0 0,'3'-23'2980'0'0,"-1"6"-747"0"0,1 3-345 0 0,-1 1-340 0 0,0 2-352 0 0,-1 1-244 0 0,-1 0 416 0 0,4-7-488 0 0,-1 3-344 0 0,-1 2-488 0 0,0 0-836 0 0</inkml:trace>
</inkml:ink>
</file>

<file path=ppt/ink/ink2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2:34.7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291 35 1260 0 0,'-1'-2'861'0'0,"-1"0"-1"0"0,-5-6 2583 0 0,5 6-2582 0 0,-4-2-1 0 0,-7-3 1612 0 0,12 6-2328 0 0,0 0-1 0 0,0 0 1 0 0,0 1-1 0 0,0-1 1 0 0,0 0 0 0 0,0 1-1 0 0,0-1 1 0 0,0 1-1 0 0,0 0 1 0 0,-1-1 0 0 0,1 1-1 0 0,0 0 1 0 0,0 0 0 0 0,-2-1-1 0 0,2 1-88 0 0,0 0 0 0 0,1 0-1 0 0,-1-1 1 0 0,0 1 0 0 0,1 0 0 0 0,-1 0-1 0 0,0 0 1 0 0,1 0 0 0 0,-1 0 0 0 0,0 0 0 0 0,1 0-1 0 0,-1 0 1 0 0,0 0 0 0 0,1 0 0 0 0,-1 0-1 0 0,1 1 1 0 0,-1-1 0 0 0,0 0 0 0 0,1 0-1 0 0,-1 0 1 0 0,0 1 0 0 0,1-1 0 0 0,-1 1-1 0 0,1-1 1 0 0,-1 0 0 0 0,1 1 0 0 0,-1-1-1 0 0,1 1 1 0 0,-1 0 0 0 0,-6 415 4182 0 0,-19 214-3233 0 0,3-190-537 0 0,-9 203 136 0 0,8 221 496 0 0,-26 576 2685 0 0,5-372-1512 0 0,40-906-1969 0 0,-2 49 169 0 0,5-177-1175 0 0,1-54-4196 0 0,10-89-8540 0 0,-6 76 6229 0 0</inkml:trace>
</inkml:ink>
</file>

<file path=ppt/ink/ink2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2:35.8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18 452 0 0,'25'-18'21783'0'0,"-23"20"-21663"0"0,-1 0 0 0 0,0 0 0 0 0,1 0 0 0 0,-1 1-1 0 0,0-1 1 0 0,0 0 0 0 0,-1 1 0 0 0,1-1 0 0 0,0 0 0 0 0,-1 1 0 0 0,1 4 0 0 0,1 35 642 0 0,-1-22-524 0 0,3 432 2013 0 0,-29 0-867 0 0,23-422-1227 0 0,-30 1061 3993 0 0,52-550-3999 0 0,-18-479-151 0 0,7 77 0 0 0,-8-125 0 0 0,-1 7-345 0 0,0-20-158 0 0,1 7-603 0 0</inkml:trace>
</inkml:ink>
</file>

<file path=ppt/ink/ink2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2:37.0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279 1 1404 0 0,'0'0'1052'0'0,"-16"4"1670"0"0,-38 11 10610 0 0,54-13-13219 0 0,0 0 0 0 0,0 0 0 0 0,0 0 0 0 0,0 0 0 0 0,0 0 0 0 0,0 0 0 0 0,1 0 0 0 0,-1 0-1 0 0,1 0 1 0 0,1 3 0 0 0,-2-4-85 0 0,15 69 602 0 0,-3 0 0 0 0,-4 1 0 0 0,-2 0 0 0 0,-6 93-1 0 0,0-154-610 0 0,-8 101 324 0 0,7-98-238 0 0,-1-1 1 0 0,-1 0-1 0 0,0 0 1 0 0,-1 0-1 0 0,0 0 0 0 0,-10 19 1 0 0,13-29-85 0 0,-1 0 1 0 0,1 0-1 0 0,0 1 0 0 0,-1-1 1 0 0,0 0-1 0 0,1-1 0 0 0,-1 1 1 0 0,0 0-1 0 0,0 0 0 0 0,0-1 1 0 0,0 1-1 0 0,0-1 0 0 0,0 0 1 0 0,0 1-1 0 0,-1-1 0 0 0,1 0 1 0 0,0 0-1 0 0,-1-1 0 0 0,1 1 1 0 0,-1 0-1 0 0,-2 0 0 0 0,1-1-132 0 0,0-1 1 0 0,0 1-1 0 0,0 0 0 0 0,1-1 0 0 0,-1 0 0 0 0,0 0 0 0 0,0 0 0 0 0,0-1 0 0 0,1 1 0 0 0,-1-1 0 0 0,1 0 0 0 0,-5-3 0 0 0,-4-3-1375 0 0,1-1 0 0 0,0 0 0 0 0,0-1-1 0 0,1 0 1 0 0,0-1 0 0 0,-12-17 0 0 0,8 6-2712 0 0,-1-2-1853 0 0</inkml:trace>
</inkml:ink>
</file>

<file path=ppt/ink/ink2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2:37.2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79 143 3316 0 0,'-1'-13'2533'0'0,"-1"-3"-573"0"0,2 4-312 0 0,-2 0-344 0 0,1 2-164 0 0,-3 1-228 0 0,4 1 400 0 0,-5-8-480 0 0,2 1-612 0 0,-6 4-660 0 0,-3 1-1712 0 0,-12 3-3012 0 0,8 4 147 0 0</inkml:trace>
</inkml:ink>
</file>

<file path=ppt/ink/ink2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2:37.5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80 123 1200 0 0,'-10'-16'1040'0'0,"-1"4"-276"0"0,3-2-160 0 0,-1 4-156 0 0,2-2-96 0 0,-1 0-216 0 0,1 2-240 0 0,0-2-272 0 0,2 1-896 0 0,-2-2 884 0 0</inkml:trace>
</inkml:ink>
</file>

<file path=ppt/ink/ink2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3:00.4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12 696 0 0,'-3'0'5157'0'0,"-20"5"1600"0"0,14-1-6425 0 0,4 1-226 0 0,10-3-118 0 0,0-1 18 0 0,0 0-1 0 0,-1 0 1 0 0,1 0 0 0 0,0-1 0 0 0,0 0-1 0 0,0 0 1 0 0,6-1 0 0 0,306-13 65 0 0,-286 11-31 0 0,-28 3-48 0 0,-1-1 6 0 0,4 1-379 0 0,21-3 525 0 0,-8-6-7218 0 0</inkml:trace>
</inkml:ink>
</file>

<file path=ppt/ink/ink2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3:00.7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33 1976 0 0,'19'-32'13040'0'0,"-19"31"-12986"0"0,-3 18 523 0 0,-33 174 3849 0 0,4 100-3154 0 0,32-279-1330 0 0,-3 64-726 0 0,6-29-4647 0 0</inkml:trace>
</inkml:ink>
</file>

<file path=ppt/ink/ink2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3:04.4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84 1260 0 0,'0'0'7093'0'0,"-16"-5"-1337"0"0,20 3-4983 0 0,14-4-237 0 0,33-6-927 0 0,-40 10 591 0 0,203-47-42 0 0,-203 47-625 0 0,13-4 1144 0 0</inkml:trace>
</inkml:ink>
</file>

<file path=ppt/ink/ink2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3:04.6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48 2456 0 0,'27'-43'9708'0'0,"-22"41"-8291"0"0,-4 2-1363 0 0,-1-1-1 0 0,0 1 1 0 0,0 0 0 0 0,1 0-1 0 0,-1 0 1 0 0,0-1-1 0 0,0 1 1 0 0,1 0 0 0 0,-1 0-1 0 0,0 0 1 0 0,1 0 0 0 0,-1 0-1 0 0,0 0 1 0 0,1 0 0 0 0,-1-1-1 0 0,0 1 1 0 0,1 0 0 0 0,-1 0-1 0 0,0 0 1 0 0,1 0 0 0 0,-1 0-1 0 0,0 1 1 0 0,1-1 0 0 0,-1 0-1 0 0,0 0 1 0 0,1 0-1 0 0,-1 0 1 0 0,0 0 0 0 0,0 0-1 0 0,1 0 1 0 0,-1 1 0 0 0,0-1-1 0 0,1 0 1 0 0,-1 0 0 0 0,0 0-1 0 0,0 1 1 0 0,1-1 0 0 0,-1 0-1 0 0,0 0 1 0 0,0 1 0 0 0,0-1-1 0 0,1 0 1 0 0,-1 0 0 0 0,0 1-1 0 0,0-1 1 0 0,0 0-1 0 0,0 1 1 0 0,0-1 0 0 0,0 0-1 0 0,0 1 1 0 0,0-1 0 0 0,1 0-1 0 0,-1 1 1 0 0,0-1 0 0 0,0 0-1 0 0,0 1 1 0 0,-1-1 0 0 0,1 0-1 0 0,0 1 1 0 0,0-1 0 0 0,0 0-1 0 0,0 1 1 0 0,4 57 1887 0 0,-3 0 1 0 0,-7 71-1 0 0,-25 121-2862 0 0,5-61-5136 0 0,20-142 799 0 0,1-1-2887 0 0</inkml:trace>
</inkml:ink>
</file>

<file path=ppt/ink/ink2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1:38.6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12 388 0 0,'16'-11'21941'0'0,"-12"17"-21847"0"0,-1 0-1 0 0,1 0 1 0 0,-2 1-1 0 0,1-1 0 0 0,-1 1 1 0 0,3 13-1 0 0,7 48 638 0 0,-10-51-583 0 0,8 81 615 0 0,-4 138 1 0 0,-6-189-562 0 0,0-45-168 0 0,-2 14-57 0 0</inkml:trace>
</inkml:ink>
</file>

<file path=ppt/ink/ink2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1:40.3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198 368 376 0 0,'-41'-60'9552'0'0,"-1"4"-3982"0"0,41 55-5339 0 0,-1 1-205 0 0,1 0 1 0 0,-1 0 0 0 0,1 0-1 0 0,-1 0 1 0 0,1 0 0 0 0,-1 1 0 0 0,1-1-1 0 0,-1 1 1 0 0,1-1 0 0 0,-1 1-1 0 0,1-1 1 0 0,0 1 0 0 0,-1 0-1 0 0,1 0 1 0 0,0-1 0 0 0,0 1-1 0 0,-1 0 1 0 0,1 0 0 0 0,0 0-1 0 0,0 0 1 0 0,0 1 0 0 0,0-1-1 0 0,0 0 1 0 0,1 0 0 0 0,-1 1-1 0 0,0-1 1 0 0,0 0 0 0 0,1 1-1 0 0,-1 1 1 0 0,-1 0 16 0 0,-11 22 119 0 0,2 0 0 0 0,0 0 1 0 0,2 1-1 0 0,1 0 0 0 0,1 1 1 0 0,1 0-1 0 0,2 0 1 0 0,0 0-1 0 0,2 0 0 0 0,2 38 1 0 0,0-54-124 0 0,1 1 0 0 0,0-1 0 0 0,1 0 0 0 0,1 0 0 0 0,0-1 0 0 0,0 1 0 0 0,1 0 0 0 0,0-1 0 0 0,1 0 0 0 0,0 0 0 0 0,0 0 0 0 0,10 11 0 0 0,-11-15-3 0 0,1-1 0 0 0,0 0 0 0 0,0 0 0 0 0,0 0 1 0 0,1-1-1 0 0,0 1 0 0 0,0-1 0 0 0,0-1 0 0 0,0 1 0 0 0,0-1 0 0 0,1 0 1 0 0,0-1-1 0 0,-1 1 0 0 0,1-1 0 0 0,0 0 0 0 0,0-1 0 0 0,0 0 0 0 0,0 0 1 0 0,0-1-1 0 0,9 0 0 0 0,-3 0 11 0 0,1-2 0 0 0,0 0 0 0 0,0 0 0 0 0,-1-1 0 0 0,1-1 0 0 0,-1 0 0 0 0,0-1 0 0 0,0-1 0 0 0,-1 0 0 0 0,1 0 0 0 0,-1-1 0 0 0,-1-1 0 0 0,1 0 0 0 0,-1 0 0 0 0,12-14 0 0 0,-10 9-9 0 0,-2 0-1 0 0,1-1 1 0 0,-2-1-1 0 0,0 0 0 0 0,-1 0 1 0 0,0-1-1 0 0,-1 0 1 0 0,-1 0-1 0 0,-1-1 0 0 0,0 0 1 0 0,5-27-1 0 0,-6 11 39 0 0,-1 0 1 0 0,-1 0-1 0 0,-2 0 0 0 0,-1 0 0 0 0,-2-1 0 0 0,-1 1 0 0 0,-1 0 0 0 0,-16-53 1 0 0,16 70-32 0 0,-1 0 0 0 0,-1 1 0 0 0,-14-25 0 0 0,17 33-43 0 0,-1 1 0 0 0,0-1-1 0 0,-1 1 1 0 0,1 1 0 0 0,-1-1 0 0 0,0 1 0 0 0,0-1 0 0 0,-1 1 0 0 0,0 1-1 0 0,-9-7 1 0 0,12 10-64 0 0,1 0 1 0 0,0-1-1 0 0,-1 1 0 0 0,1 1 0 0 0,-1-1 0 0 0,1 0 0 0 0,-1 1 0 0 0,1-1 0 0 0,-1 1 0 0 0,0 0 1 0 0,1 0-1 0 0,-1 0 0 0 0,0 0 0 0 0,1 0 0 0 0,-1 0 0 0 0,1 1 0 0 0,-1 0 0 0 0,1-1 0 0 0,-1 1 1 0 0,1 0-1 0 0,-1 0 0 0 0,1 0 0 0 0,-1 0 0 0 0,1 1 0 0 0,0-1 0 0 0,0 1 0 0 0,0-1 0 0 0,0 1 1 0 0,0 0-1 0 0,0 0 0 0 0,0 0 0 0 0,1 0 0 0 0,-3 3 0 0 0,1-2-309 0 0,1 1 0 0 0,-1 1-1 0 0,1-1 1 0 0,0 0 0 0 0,0 1-1 0 0,1-1 1 0 0,-1 1 0 0 0,1 0-1 0 0,0-1 1 0 0,0 1 0 0 0,0 0-1 0 0,1 0 1 0 0,-1-1 0 0 0,1 1-1 0 0,1 0 1 0 0,-1 0 0 0 0,2 8-1 0 0,0-6-983 0 0,0 0-1 0 0,1-1 0 0 0,6 13 1 0 0,2-3-3742 0 0</inkml:trace>
</inkml:ink>
</file>

<file path=ppt/ink/ink2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3:09.0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9 96 0 0,'0'0'248'0'0,"-12"-4"152"0"0,-2 1-148 0 0,0 1-100 0 0,-6 2-80 0 0,-4 2-176 0 0,7 1-280 0 0,-8 3 132 0 0</inkml:trace>
</inkml:ink>
</file>

<file path=ppt/ink/ink2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3:16.5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677 78 1576 0 0,'1'-3'565'0'0,"0"0"-1"0"0,0 1 1 0 0,0-1-1 0 0,-1 1 0 0 0,1-1 1 0 0,-1 0-1 0 0,1 0 1 0 0,-1 1-1 0 0,0-1 1 0 0,0 0-1 0 0,-1 0 1 0 0,1 1-1 0 0,0-1 1 0 0,-1 0-1 0 0,0 1 1 0 0,1-1-1 0 0,-3-4 0 0 0,2 5-464 0 0,0 0-1 0 0,-1 1 1 0 0,1-1-1 0 0,-1 0 0 0 0,1 1 1 0 0,-1-1-1 0 0,0 1 0 0 0,1-1 1 0 0,-1 1-1 0 0,0 0 1 0 0,0 0-1 0 0,0-1 0 0 0,0 1 1 0 0,0 1-1 0 0,0-1 0 0 0,-1 0 1 0 0,1 1-1 0 0,0-1 0 0 0,0 1 1 0 0,0-1-1 0 0,-1 1 1 0 0,1 0-1 0 0,-4 0 0 0 0,-10 1-27 0 0,0 1 0 0 0,0 1 0 0 0,0 0 0 0 0,1 1 0 0 0,-1 1 0 0 0,1 0 0 0 0,0 1 0 0 0,1 1 0 0 0,-1 0 0 0 0,1 1 0 0 0,1 1 0 0 0,-18 13-1 0 0,-9 10-17 0 0,3 1 0 0 0,-59 66-1 0 0,-32 57 54 0 0,107-126-69 0 0,1 0-1 0 0,2 2 1 0 0,-22 49-1 0 0,37-74-16 0 0,0 1 0 0 0,1-1-1 0 0,0 1 1 0 0,0 0 0 0 0,1-1-1 0 0,0 1 1 0 0,0 0 0 0 0,1 0 0 0 0,0-1-1 0 0,0 1 1 0 0,1 0 0 0 0,0 0-1 0 0,4 14 1 0 0,-4-18-8 0 0,1 1 0 0 0,0-1 0 0 0,1 1 0 0 0,-1-1 0 0 0,1 0 0 0 0,-1 0 0 0 0,1 0 0 0 0,0 0 0 0 0,1 0 0 0 0,-1-1 0 0 0,1 1 0 0 0,0-1 0 0 0,-1 0 0 0 0,1 0 1 0 0,1-1-1 0 0,-1 1 0 0 0,0-1 0 0 0,1 0 0 0 0,-1 0 0 0 0,1 0 0 0 0,-1 0 0 0 0,1-1 0 0 0,6 1 0 0 0,2 1 10 0 0,1-1 0 0 0,0-1-1 0 0,0 0 1 0 0,0-1 0 0 0,0-1 0 0 0,19-2 0 0 0,-26 2-17 0 0,0-1 0 0 0,0 1 0 0 0,0-1 0 0 0,0-1 0 0 0,-1 1 0 0 0,1-1 0 0 0,-1 0 0 0 0,0 0 0 0 0,0-1-1 0 0,0 0 1 0 0,0 0 0 0 0,0-1 0 0 0,-1 1 0 0 0,8-9 0 0 0,-12 12-2 0 0,0-1-1 0 0,1 1 1 0 0,-1 0-1 0 0,0-1 1 0 0,0 1-1 0 0,0 0 1 0 0,0-1-1 0 0,-1 0 1 0 0,1 1 0 0 0,0-1-1 0 0,-1 1 1 0 0,1-1-1 0 0,-1 0 1 0 0,1 1-1 0 0,-1-1 1 0 0,0 0-1 0 0,1 0 1 0 0,-1 1-1 0 0,0-1 1 0 0,0 0-1 0 0,0 0 1 0 0,-1 1 0 0 0,1-1-1 0 0,0 0 1 0 0,-1 1-1 0 0,1-1 1 0 0,-1 0-1 0 0,1 1 1 0 0,-1-1-1 0 0,0 0 1 0 0,0 1-1 0 0,0-1 1 0 0,0 1-1 0 0,0 0 1 0 0,0-1-1 0 0,0 1 1 0 0,0 0 0 0 0,-1-1-1 0 0,1 1 1 0 0,-2-1-1 0 0,-2-1 5 0 0,1 0 1 0 0,-1 1-1 0 0,0 0 0 0 0,0 0 0 0 0,0 0 0 0 0,0 0 1 0 0,-1 1-1 0 0,1 0 0 0 0,0 0 0 0 0,-1 0 1 0 0,1 1-1 0 0,-1 0 0 0 0,-5 0 0 0 0,2 0-2 0 0,-11 1-7 0 0,0 1 0 0 0,0 1 1 0 0,1 0-1 0 0,-39 13 1 0 0,55-15-67 0 0,0 0-1 0 0,0 0 1 0 0,0 1 0 0 0,0-1-1 0 0,0 1 1 0 0,0-1 0 0 0,-3 4-1 0 0,-3 9-2603 0 0,8-10 1761 0 0,1 6-2211 0 0</inkml:trace>
</inkml:ink>
</file>

<file path=ppt/ink/ink2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3:20.9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463 16 748 0 0,'3'-16'13297'0'0,"-13"38"-13131"0"0,0 1-1 0 0,-26 38 1 0 0,10-18-64 0 0,-295 431 371 0 0,318-470-471 0 0,-51 67-2133 0 0,52-69 1413 0 0,-2 6-725 0 0</inkml:trace>
</inkml:ink>
</file>

<file path=ppt/ink/ink2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3:21.3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57 508 0 0,'48'-50'11584'0'0,"-38"44"-9252"0"0,-9 7-2229 0 0,0 0-1 0 0,0 1 1 0 0,0-1-1 0 0,0 0 1 0 0,0 1-1 0 0,0-1 1 0 0,-1 1 0 0 0,1-1-1 0 0,-1 1 1 0 0,1 0-1 0 0,-1-1 1 0 0,1 1-1 0 0,-1-1 1 0 0,0 1 0 0 0,0 0-1 0 0,0-1 1 0 0,0 1-1 0 0,0 0 1 0 0,0-1-1 0 0,0 1 1 0 0,-1 2-1 0 0,-10 45 747 0 0,9-38-655 0 0,-71 271 839 0 0,69-250-2841 0 0</inkml:trace>
</inkml:ink>
</file>

<file path=ppt/ink/ink2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3:21.9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142 110 2500 0 0,'-6'-24'6974'0'0,"5"22"-6645"0"0,0 0 1 0 0,1-1 0 0 0,-1 1 0 0 0,1 0 0 0 0,-1-1 0 0 0,1 1-1 0 0,0 0 1 0 0,0-1 0 0 0,0 1 0 0 0,0-1 0 0 0,0 1 0 0 0,0 0-1 0 0,1-1 1 0 0,-1 1 0 0 0,1 0 0 0 0,1-4 0 0 0,0 3-300 0 0,0 1 0 0 0,0-1 1 0 0,0 1-1 0 0,0 0 0 0 0,0 0 0 0 0,0 0 1 0 0,1 0-1 0 0,-1 0 0 0 0,1 0 0 0 0,-1 0 1 0 0,1 1-1 0 0,0 0 0 0 0,0-1 1 0 0,4 0-1 0 0,0-1-18 0 0,0 1 1 0 0,1 0 0 0 0,0 0-1 0 0,-1 0 1 0 0,1 1 0 0 0,0 1-1 0 0,0-1 1 0 0,-1 1-1 0 0,10 1 1 0 0,-15-1 1 0 0,0 1 0 0 0,1-1 0 0 0,-1 1 0 0 0,1-1 0 0 0,-1 1 0 0 0,0 0-1 0 0,0-1 1 0 0,1 1 0 0 0,-1 0 0 0 0,0 1 0 0 0,0-1 0 0 0,0 0 0 0 0,0 1 0 0 0,0-1 0 0 0,0 1 0 0 0,-1-1 0 0 0,1 1 0 0 0,0 0-1 0 0,-1 0 1 0 0,1 0 0 0 0,-1 0 0 0 0,0 0 0 0 0,1 0 0 0 0,-1 0 0 0 0,0 0 0 0 0,-1 1 0 0 0,1-1 0 0 0,0 0 0 0 0,-1 1 0 0 0,1-1-1 0 0,-1 0 1 0 0,1 1 0 0 0,-1-1 0 0 0,0 4 0 0 0,-2 10 261 0 0,0 0-1 0 0,-1 0 1 0 0,0-1-1 0 0,-2 1 1 0 0,0-1-1 0 0,0 0 1 0 0,-2 0 0 0 0,1-1-1 0 0,-14 20 1 0 0,19-32-242 0 0,0-1 0 0 0,0 0 0 0 0,1 0 0 0 0,-1 1 1 0 0,0-1-1 0 0,1 1 0 0 0,-1-1 0 0 0,1 1 0 0 0,-1-1 0 0 0,1 1 1 0 0,0-1-1 0 0,0 1 0 0 0,-1-1 0 0 0,1 4 0 0 0,1-4-31 0 0,-1 0 1 0 0,1-1-1 0 0,0 1 0 0 0,-1 0 0 0 0,1 0 0 0 0,0 0 1 0 0,0 0-1 0 0,-1-1 0 0 0,1 1 0 0 0,0 0 0 0 0,0-1 1 0 0,0 1-1 0 0,0-1 0 0 0,0 1 0 0 0,0-1 0 0 0,0 1 1 0 0,0-1-1 0 0,0 1 0 0 0,0-1 0 0 0,0 0 0 0 0,0 0 1 0 0,2 0-1 0 0,7 3 87 0 0,1 0 1 0 0,0 1 0 0 0,-1 0-1 0 0,0 0 1 0 0,1 1-1 0 0,-2 1 1 0 0,1-1-1 0 0,-1 2 1 0 0,0-1 0 0 0,0 1-1 0 0,-1 1 1 0 0,0-1-1 0 0,0 1 1 0 0,0 1 0 0 0,-1-1-1 0 0,-1 1 1 0 0,0 1-1 0 0,8 14 1 0 0,-11-19 99 0 0,-1 0 0 0 0,-1 0 0 0 0,1 0 0 0 0,-1 0 0 0 0,1 0 1 0 0,-1 0-1 0 0,-1 0 0 0 0,1 0 0 0 0,-1 1 0 0 0,0-1 0 0 0,0 0 0 0 0,0 0 0 0 0,-3 9 0 0 0,1-5 17 0 0,-1-1-1 0 0,0 1 0 0 0,0-1 1 0 0,-1 0-1 0 0,0 0 0 0 0,0 0 0 0 0,-8 10 1 0 0,-2-1 56 0 0,0 0 1 0 0,-1-2 0 0 0,-1 0-1 0 0,0 0 1 0 0,-33 21 0 0 0,41-31-208 0 0,0 0 0 0 0,0-1 1 0 0,0 0-1 0 0,0 0 0 0 0,-1-1 1 0 0,1 0-1 0 0,-1 0 0 0 0,0-1 1 0 0,0-1-1 0 0,0 1 0 0 0,-13-1 1 0 0,15-1-164 0 0,0 0 1 0 0,0-1-1 0 0,0 0 1 0 0,1 0-1 0 0,-1-1 1 0 0,0 0 0 0 0,0 0-1 0 0,1-1 1 0 0,-1 0-1 0 0,1 0 1 0 0,0 0-1 0 0,0-1 1 0 0,0 0-1 0 0,0 0 1 0 0,-6-6-1 0 0,-31-33-4974 0 0,16 14-6767 0 0</inkml:trace>
</inkml:ink>
</file>

<file path=ppt/ink/ink2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3:22.1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4760 0 0,'17'2'6531'0'0,"15"8"-336"0"0,-29-9-5501 0 0,-1-1-32 0 0,25 7 1580 0 0,-11-6-4060 0 0,-8-6 587 0 0</inkml:trace>
</inkml:ink>
</file>

<file path=ppt/ink/ink2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3:27.9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61 304 0 0,'-2'-16'5801'0'0,"-5"-28"4109"0"0,7 45-9891 0 0,-1 0 1 0 0,1 0-1 0 0,-1 0 1 0 0,1 0-1 0 0,0 0 1 0 0,-1 0-1 0 0,1 0 0 0 0,0 1 1 0 0,0-1-1 0 0,0 0 1 0 0,0 0-1 0 0,0 0 1 0 0,0 0-1 0 0,0 0 1 0 0,0 0-1 0 0,1 2 1 0 0,-1 4 53 0 0,-14 225 678 0 0,12-221-918 0 0,-7 79 397 0 0,7-31-5135 0 0</inkml:trace>
</inkml:ink>
</file>

<file path=ppt/ink/ink2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3:28.2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519 30 2364 0 0,'21'-30'13157'0'0,"-33"47"-12124"0"0,-69 94 1178 0 0,-66 85-479 0 0,86-120-1384 0 0,-102 116 83 0 0,114-134-953 0 0,23-17-4427 0 0,25-29 1917 0 0</inkml:trace>
</inkml:ink>
</file>

<file path=ppt/ink/ink2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3:28.5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33 2648 0 0,'4'-4'1618'0'0,"0"0"1"0"0,0 0-1 0 0,0 1 0 0 0,1-1 0 0 0,0 1 1 0 0,0 0-1 0 0,10-4 1224 0 0,-16 32-1991 0 0,-1 0 0 0 0,-1 0 0 0 0,-8 31 0 0 0,-27 74-507 0 0,8-29-894 0 0,30-99 331 0 0,-9 36-2524 0 0,7-14-6276 0 0</inkml:trace>
</inkml:ink>
</file>

<file path=ppt/ink/ink2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3:29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210 203 1808 0 0,'9'-36'6186'0'0,"-5"20"-4030"0"0,0 0-1 0 0,2 0 0 0 0,12-29 0 0 0,-14 39-2053 0 0,-1 1 0 0 0,1 0 1 0 0,-1 0-1 0 0,2 0 0 0 0,-1 0 0 0 0,0 1 1 0 0,1 0-1 0 0,0-1 0 0 0,0 2 1 0 0,0-1-1 0 0,0 1 0 0 0,1-1 0 0 0,-1 1 1 0 0,9-2-1 0 0,-11 3-94 0 0,1 1 0 0 0,-1 0 0 0 0,1 0 1 0 0,0 0-1 0 0,-1 0 0 0 0,1 1 0 0 0,0 0 0 0 0,0-1 0 0 0,-1 1 1 0 0,1 1-1 0 0,0-1 0 0 0,4 1 0 0 0,-6 0-2 0 0,0 0 0 0 0,0-1 0 0 0,0 1-1 0 0,0 0 1 0 0,1 0 0 0 0,-1 1 0 0 0,0-1 0 0 0,-1 0 0 0 0,1 1-1 0 0,0-1 1 0 0,0 1 0 0 0,0-1 0 0 0,-1 1 0 0 0,1 0 0 0 0,-1 0-1 0 0,0 0 1 0 0,1 0 0 0 0,-1 0 0 0 0,0 0 0 0 0,1 3 0 0 0,-1-2 17 0 0,0 0 0 0 0,-1-1 1 0 0,0 1-1 0 0,1 0 1 0 0,-1-1-1 0 0,0 1 0 0 0,0 0 1 0 0,0 0-1 0 0,-1-1 0 0 0,1 1 1 0 0,-1 0-1 0 0,0-1 1 0 0,1 1-1 0 0,-1-1 0 0 0,0 1 1 0 0,-2 3-1 0 0,-24 37 435 0 0,24-40-417 0 0,-44 62 2087 0 0,46-63-1913 0 0,-2 1-82 0 0,1-1-1 0 0,0 1 1 0 0,1 1 0 0 0,-1-1-1 0 0,0 0 1 0 0,0 4-1 0 0,41 11-82 0 0,-29-14-39 0 0,-1 0-1 0 0,0 0 1 0 0,0 1-1 0 0,15 10 1 0 0,-10-3-9 0 0,-1 0-1 0 0,0 0 1 0 0,0 1-1 0 0,-1 1 1 0 0,10 15-1 0 0,-19-25 32 0 0,-1 0 1 0 0,1 0-1 0 0,-1 1 0 0 0,0-1 0 0 0,0 1 0 0 0,0 0 0 0 0,-1-1 0 0 0,1 1 0 0 0,-1 0 0 0 0,-1 0 1 0 0,1 0-1 0 0,-1 0 0 0 0,1 0 0 0 0,-1 0 0 0 0,-1 0 0 0 0,1 0 0 0 0,-1 0 0 0 0,0-1 1 0 0,0 1-1 0 0,0 0 0 0 0,-1 0 0 0 0,1-1 0 0 0,-5 8 0 0 0,1-2 96 0 0,-1 0 0 0 0,-1-1 0 0 0,1 1 0 0 0,-2-2 0 0 0,1 1 0 0 0,-1-1 1 0 0,-1 0-1 0 0,1 0 0 0 0,-1-1 0 0 0,-1 0 0 0 0,1-1 0 0 0,-1 0 0 0 0,0-1 0 0 0,0 0 0 0 0,-1 0 0 0 0,-21 6 0 0 0,14-7-361 0 0,0 0 0 0 0,-1-2 0 0 0,1 0 0 0 0,-1-1-1 0 0,1 0 1 0 0,-1-2 0 0 0,0 0 0 0 0,1-1 0 0 0,-32-8 0 0 0,-15-9-4069 0 0,22 4-3557 0 0,17 4-904 0 0</inkml:trace>
</inkml:ink>
</file>

<file path=ppt/ink/ink2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3:30.8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1 340 0 0,'0'0'1528'0'0</inkml:trace>
</inkml:ink>
</file>

<file path=ppt/ink/ink2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3:33.9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397 68 808 0 0,'16'-26'7687'0'0,"-15"24"-7505"0"0,-1 1 1 0 0,1-1-1 0 0,-1 0 0 0 0,1 0 1 0 0,-1 0-1 0 0,0 0 1 0 0,0 0-1 0 0,0 1 0 0 0,0-1 1 0 0,-1 0-1 0 0,1 0 1 0 0,0 0-1 0 0,-1-1 0 0 0,0 1 30 0 0,-1 0-116 0 0,0 0 0 0 0,0 1 1 0 0,-1 0-1 0 0,1-1 0 0 0,0 1 1 0 0,-1 0-1 0 0,-3-1 0 0 0,-3 4-55 0 0,0 0 0 0 0,0 0 0 0 0,0 1 0 0 0,0 0-1 0 0,0 1 1 0 0,1 0 0 0 0,0 0 0 0 0,-12 9 0 0 0,-64 50 114 0 0,73-54-142 0 0,-23 19 44 0 0,2 0 0 0 0,-30 35 0 0 0,53-53-39 0 0,1 0-1 0 0,0 0 1 0 0,0 1 0 0 0,1 1-1 0 0,1-1 1 0 0,0 1 0 0 0,1 0-1 0 0,0 0 1 0 0,0 1 0 0 0,-5 25-1 0 0,10-33-8 0 0,-1 0-1 0 0,1 0 1 0 0,0 0 0 0 0,0 0-1 0 0,1 0 1 0 0,-1 0 0 0 0,1 0-1 0 0,0 0 1 0 0,1 0 0 0 0,-1 0-1 0 0,1-1 1 0 0,0 1-1 0 0,0 0 1 0 0,4 5 0 0 0,-2-4 0 0 0,0 0 1 0 0,1 0-1 0 0,0-1 1 0 0,0 0-1 0 0,0 0 0 0 0,1 0 1 0 0,-1-1-1 0 0,1 0 1 0 0,9 5-1 0 0,-6-4 43 0 0,-1-1 0 0 0,1 0 0 0 0,0-1 0 0 0,0 0 0 0 0,0 0 0 0 0,1-1 0 0 0,-1 0 0 0 0,1-1 0 0 0,-1 0 0 0 0,1 0 0 0 0,-1-1 0 0 0,1 0 0 0 0,-1-1 0 0 0,1 0 0 0 0,13-4 0 0 0,-17 3 28 0 0,0 0-1 0 0,-1-1 1 0 0,1 0-1 0 0,-1 0 1 0 0,0 0-1 0 0,0-1 1 0 0,0 0-1 0 0,-1 0 1 0 0,1 0-1 0 0,-1-1 1 0 0,7-8-1 0 0,-10 11-56 0 0,0 1 0 0 0,1-1-1 0 0,-1 1 1 0 0,0-1 0 0 0,-1 1-1 0 0,1-1 1 0 0,0 0 0 0 0,0 1 0 0 0,-1-1-1 0 0,1 0 1 0 0,-1 0 0 0 0,1 0-1 0 0,-1 1 1 0 0,0-1 0 0 0,0 0 0 0 0,0 0-1 0 0,0 0 1 0 0,0 0 0 0 0,0 1 0 0 0,0-1-1 0 0,-1 0 1 0 0,1 0 0 0 0,0 0-1 0 0,-1 1 1 0 0,0-1 0 0 0,1 0 0 0 0,-1 0-1 0 0,0 1 1 0 0,0-1 0 0 0,0 1 0 0 0,0-1-1 0 0,0 1 1 0 0,-1-1 0 0 0,1 1-1 0 0,0 0 1 0 0,-1 0 0 0 0,1-1 0 0 0,0 1-1 0 0,-1 0 1 0 0,0 0 0 0 0,-1-1-1 0 0,-4-1-1 0 0,1 1-1 0 0,-1-1 0 0 0,0 1 0 0 0,1 0 1 0 0,-1 1-1 0 0,0-1 0 0 0,0 2 0 0 0,0-1 1 0 0,0 1-1 0 0,0 0 0 0 0,0 0 0 0 0,-12 2 1 0 0,12-1-108 0 0,0 0 0 0 0,0 1 0 0 0,1 0 0 0 0,-1 0 1 0 0,1 0-1 0 0,-1 1 0 0 0,1-1 0 0 0,0 2 0 0 0,0-1 1 0 0,0 1-1 0 0,1 0 0 0 0,-1 0 0 0 0,-5 5 0 0 0,10-8-79 0 0,0 1 0 0 0,0-1 0 0 0,0 0 0 0 0,1 0-1 0 0,-1 1 1 0 0,0-1 0 0 0,0 1 0 0 0,1-1-1 0 0,-1 1 1 0 0,1-1 0 0 0,-1 1 0 0 0,1-1 0 0 0,0 1-1 0 0,0-1 1 0 0,0 1 0 0 0,-1-1 0 0 0,1 1-1 0 0,1 0 1 0 0,-1-1 0 0 0,0 4 0 0 0,1-4-272 0 0,0 1 1 0 0,-1 0-1 0 0,1 0 1 0 0,0-1-1 0 0,0 1 1 0 0,0-1-1 0 0,0 1 1 0 0,0-1-1 0 0,0 1 1 0 0,0-1-1 0 0,2 3 1 0 0,9 3-3362 0 0</inkml:trace>
</inkml:ink>
</file>

<file path=ppt/ink/ink2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3:34.2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397 22 640 0 0,'18'-7'4826'0'0,"9"-8"1190"0"0,-12 17-1881 0 0,-16 0-4079 0 0,1 0 0 0 0,-1 0 0 0 0,1-1 0 0 0,-1 1 0 0 0,0 0 0 0 0,0-1 0 0 0,0 1 0 0 0,0-1 0 0 0,0 1 0 0 0,0-1-1 0 0,-1 2 1 0 0,0 0 69 0 0,-331 493 1991 0 0,295-448-2117 0 0,-11 18-395 0 0,44-58-540 0 0,0 0 0 0 0,1 0 0 0 0,-5 14 1 0 0</inkml:trace>
</inkml:ink>
</file>

<file path=ppt/ink/ink2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3:34.9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65 2544 0 0,'36'-51'11510'0'0,"-35"50"-11363"0"0,-1 0 0 0 0,0 0-1 0 0,1 1 1 0 0,-1-1 0 0 0,1 0 0 0 0,-1 0-1 0 0,1 1 1 0 0,-1-1 0 0 0,1 0 0 0 0,-1 1 0 0 0,1-1-1 0 0,0 1 1 0 0,-1-1 0 0 0,1 0 0 0 0,1 0-1 0 0,-2 1-121 0 0,0 0-1 0 0,1 0 0 0 0,-1 0 0 0 0,0 0 0 0 0,0-1 0 0 0,0 1 1 0 0,1 0-1 0 0,-1 0 0 0 0,0 0 0 0 0,0 0 0 0 0,1 0 0 0 0,-1 0 0 0 0,0 0 1 0 0,0 0-1 0 0,1 0 0 0 0,-1 0 0 0 0,0 0 0 0 0,0 0 0 0 0,1 0 1 0 0,-1 0-1 0 0,0 0 0 0 0,0 0 0 0 0,1 0 0 0 0,-1 0 0 0 0,0 0 1 0 0,0 0-1 0 0,1 0 0 0 0,-1 0 0 0 0,0 0 0 0 0,0 1 0 0 0,0-1 1 0 0,1 0-1 0 0,-1 0 0 0 0,0 0 0 0 0,0 0 0 0 0,0 1 0 0 0,1-1 0 0 0,-1 0 1 0 0,0 0-1 0 0,0 0 0 0 0,0 1 0 0 0,0-1 0 0 0,0 0 0 0 0,1 0 1 0 0,-1 1-1 0 0,0-1 0 0 0,0 0 0 0 0,0 0 0 0 0,0 1 0 0 0,0-1 1 0 0,0 0-1 0 0,0 0 0 0 0,0 1 0 0 0,0-1 0 0 0,0 0 0 0 0,0 0 0 0 0,0 1 1 0 0,0-1-1 0 0,0 0 0 0 0,0 0 0 0 0,-1 1 0 0 0,1 19 129 0 0,0-18-82 0 0,0 31 2910 0 0,-3 18-2957 0 0,-3 0 0 0 0,-2 0 0 0 0,-17 59 0 0 0,7-33-18 0 0,5-21 10 0 0,-32 87-1 0 0,39-131-298 0 0,-4 13-439 0 0</inkml:trace>
</inkml:ink>
</file>

<file path=ppt/ink/ink2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3:35.4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360 155 1324 0 0,'-4'-47'6814'0'0,"4"42"-6272"0"0,0-1 0 0 0,1 0 0 0 0,0 0 0 0 0,0 0 0 0 0,2-6 1 0 0,-2 9-429 0 0,0-1 1 0 0,1 1-1 0 0,0-1 0 0 0,0 1 1 0 0,0 0-1 0 0,0 0 1 0 0,0 0-1 0 0,1 0 1 0 0,-1 0-1 0 0,1 0 1 0 0,0 1-1 0 0,0-1 1 0 0,0 1-1 0 0,0 0 1 0 0,0 0-1 0 0,0 0 1 0 0,1 0-1 0 0,-1 0 1 0 0,1 1-1 0 0,4-2 1 0 0,1 0-42 0 0,0 1 0 0 0,0 0 1 0 0,0 0-1 0 0,0 1 1 0 0,0 1-1 0 0,1-1 1 0 0,-1 1-1 0 0,0 1 0 0 0,0 0 1 0 0,17 3-1 0 0,-22-3-47 0 0,-1 0 1 0 0,1 0-1 0 0,-1 0 0 0 0,0 0 0 0 0,1 0 0 0 0,-1 1 0 0 0,0 0 0 0 0,0-1 1 0 0,0 1-1 0 0,0 0 0 0 0,0 0 0 0 0,-1 1 0 0 0,1-1 0 0 0,-1 1 0 0 0,1-1 1 0 0,-1 1-1 0 0,0 0 0 0 0,0 0 0 0 0,0 0 0 0 0,0 0 0 0 0,0 0 0 0 0,-1 0 1 0 0,0 1-1 0 0,1-1 0 0 0,-1 0 0 0 0,-1 1 0 0 0,1-1 0 0 0,0 1 0 0 0,-1-1 1 0 0,1 5-1 0 0,-2-3 59 0 0,1-1 0 0 0,-1 0 0 0 0,0 1 0 0 0,0-1 0 0 0,-1 0 0 0 0,1 1 0 0 0,-1-1 1 0 0,0 0-1 0 0,0 0 0 0 0,0 0 0 0 0,-1-1 0 0 0,-5 7 0 0 0,-4 5 371 0 0,-23 20 1 0 0,31-31-390 0 0,-70 65 852 0 0,73-69-912 0 0,0 1 1 0 0,1 0-1 0 0,-1 0 1 0 0,0 0-1 0 0,1 0 1 0 0,-1 0-1 0 0,1 0 1 0 0,-1 0-1 0 0,1 0 1 0 0,-1 0-1 0 0,1 0 1 0 0,0 1-1 0 0,-1-1 1 0 0,1 0-1 0 0,0 0 1 0 0,0 0-1 0 0,0 0 1 0 0,0 1-1 0 0,0-1 1 0 0,0 0-1 0 0,0 0 1 0 0,0 0-1 0 0,1 0 1 0 0,-1 0 0 0 0,0 1-1 0 0,1-1 1 0 0,-1 0-1 0 0,1 0 1 0 0,-1 0-1 0 0,1 0 1 0 0,-1 0-1 0 0,1 0 1 0 0,0 0-1 0 0,-1 0 1 0 0,1-1-1 0 0,1 2 1 0 0,5 5 11 0 0,-1-1 0 0 0,2 0 0 0 0,13 10 0 0 0,-4-3 4 0 0,-3 0-13 0 0,0 0 0 0 0,14 19 0 0 0,-25-29 70 0 0,0 1 0 0 0,-1 0 0 0 0,1 0 0 0 0,-1 0 0 0 0,0 1 0 0 0,0-1 0 0 0,0 0 0 0 0,0 1 0 0 0,-1-1 0 0 0,0 1 0 0 0,0 0 0 0 0,0-1 0 0 0,0 1 0 0 0,-1 8 0 0 0,0-9-2 0 0,-1-1-1 0 0,0 1 1 0 0,0 0-1 0 0,-1-1 0 0 0,1 1 1 0 0,-1-1-1 0 0,0 0 1 0 0,0 1-1 0 0,0-1 1 0 0,0 0-1 0 0,0 0 0 0 0,-1 0 1 0 0,1 0-1 0 0,-1-1 1 0 0,0 1-1 0 0,0-1 1 0 0,0 0-1 0 0,0 1 1 0 0,-6 2-1 0 0,-3 1 7 0 0,-1 1 0 0 0,0-1 0 0 0,-25 7 0 0 0,15-7-457 0 0,0-1-1 0 0,0-1 1 0 0,-1-1 0 0 0,1-1 0 0 0,-1-1-1 0 0,-42-4 1 0 0,23-2-3037 0 0,0-3 0 0 0,-74-21-1 0 0,52 8-3251 0 0</inkml:trace>
</inkml:ink>
</file>

<file path=ppt/ink/ink2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3:35.9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0 1896 0 0,'-12'4'7523'0'0,"11"-4"-7299"0"0,0 0 0 0 0,0 0 0 0 0,1 0 0 0 0,-1 1 1 0 0,0-1-1 0 0,0 0 0 0 0,0 0 0 0 0,0 1 0 0 0,0-1 0 0 0,1 0 0 0 0,-1 1 0 0 0,0-1 1 0 0,0 1-1 0 0,1-1 0 0 0,-1 1 0 0 0,0-1 0 0 0,1 1 0 0 0,-1-1 0 0 0,0 1 1 0 0,0 1-1 0 0,16 3 2151 0 0,36-2-1587 0 0,36-3-489 0 0,231-7-111 0 0,-315 7-689 0 0,12 0-1024 0 0</inkml:trace>
</inkml:ink>
</file>

<file path=ppt/ink/ink2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3:48.8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8 1296 0 0,'-14'9'13500'0'0,"21"-9"-12186"0"0,27-3-1273 0 0,-5 0 159 0 0,169-4 11 0 0,-196 7-212 0 0,2 0-26 0 0,0 0 101 0 0,23-4-2655 0 0</inkml:trace>
</inkml:ink>
</file>

<file path=ppt/ink/ink2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3:49.1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55 660 0 0,'34'-52'13962'0'0,"-34"52"-13910"0"0,1 1-1 0 0,-1-1 1 0 0,0 0 0 0 0,0 0-1 0 0,0 0 1 0 0,0 0 0 0 0,0 0 0 0 0,1 0-1 0 0,-1 1 1 0 0,0-1 0 0 0,0 0-1 0 0,0 0 1 0 0,1 0 0 0 0,-1 0-1 0 0,0 0 1 0 0,0 0 0 0 0,0 0 0 0 0,1 0-1 0 0,-1 0 1 0 0,0 0 0 0 0,0 0-1 0 0,0 0 1 0 0,1 0 0 0 0,-1 0-1 0 0,0 0 1 0 0,0 0 0 0 0,0 0 0 0 0,0 0-1 0 0,1 0 1 0 0,-1 0 0 0 0,0 0-1 0 0,0-1 1 0 0,0 1 0 0 0,1 0-1 0 0,-1 0 1 0 0,0 0 0 0 0,0 0-1 0 0,0 0 1 0 0,0 0 0 0 0,0-1 0 0 0,1 1-1 0 0,-1 0 1 0 0,0 0 0 0 0,0 0-1 0 0,0 0 1 0 0,0-1 0 0 0,0 1-1 0 0,0 0 1 0 0,0 0 0 0 0,0 0 0 0 0,0-1-1 0 0,0 1 1 0 0,0 0 0 0 0,0 0-1 0 0,9 15 1354 0 0,0 25-198 0 0,-1 0 0 0 0,2 57 0 0 0,1 9-745 0 0,-3-43-128 0 0,-2 80 0 0 0,-6-55-4161 0 0,0-35-2148 0 0</inkml:trace>
</inkml:ink>
</file>

<file path=ppt/ink/ink2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3:49.4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457 69 1656 0 0,'48'-69'16907'0'0,"-47"69"-16786"0"0,-1 1-50 0 0,0-1-1 0 0,0 1 1 0 0,0-1-1 0 0,0 1 1 0 0,1-1-1 0 0,-1 1 1 0 0,0 0-1 0 0,0-1 0 0 0,0 1 1 0 0,0-1-1 0 0,0 1 1 0 0,0-1-1 0 0,0 1 1 0 0,-1-1-1 0 0,1 1 1 0 0,0-1-1 0 0,0 1 1 0 0,0-1-1 0 0,0 1 1 0 0,-1-1-1 0 0,1 1 0 0 0,0-1 1 0 0,-1 1-1 0 0,1 0 1 0 0,-26 46 522 0 0,-2-1 0 0 0,-1-2 0 0 0,-44 51 0 0 0,32-43-448 0 0,-93 108 285 0 0,27-35-4718 0 0,41-38-6840 0 0</inkml:trace>
</inkml:ink>
</file>

<file path=ppt/ink/ink2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3:49.7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69 1188 0 0,'61'-68'14599'0'0,"-56"70"-14001"0"0,-4-2-582 0 0,-1 0 0 0 0,0 0 1 0 0,0 0-1 0 0,1 0 0 0 0,-1 0 1 0 0,0 0-1 0 0,0 0 0 0 0,1 0 1 0 0,-1 0-1 0 0,0 0 0 0 0,1 0 1 0 0,-1 0-1 0 0,0 0 1 0 0,0 0-1 0 0,1 1 0 0 0,-1-1 1 0 0,0 0-1 0 0,0 0 0 0 0,0 0 1 0 0,1 0-1 0 0,-1 1 0 0 0,0-1 1 0 0,0 0-1 0 0,0 0 0 0 0,1 0 1 0 0,-1 1-1 0 0,0-1 0 0 0,0 0 1 0 0,0 0-1 0 0,0 1 1 0 0,0-1-1 0 0,1 0 0 0 0,-23 387 1947 0 0,14-303-2688 0 0,2-29-3563 0 0,8-34-1666 0 0</inkml:trace>
</inkml:ink>
</file>

<file path=ppt/ink/ink2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3:50.4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185 142 420 0 0,'-32'-84'10764'0'0,"31"82"-10320"0"0,0 1-292 0 0,0 0-1 0 0,0 0 1 0 0,1-1-1 0 0,-1 1 0 0 0,0 0 1 0 0,1-1-1 0 0,-1 1 1 0 0,1-1-1 0 0,-1 1 1 0 0,1-1-1 0 0,0 1 0 0 0,-1-1 1 0 0,1 1-1 0 0,0-1 1 0 0,0 1-1 0 0,0-1 0 0 0,0 1 1 0 0,1-1-1 0 0,-1-1 1 0 0,7-1-126 0 0,1 0 1 0 0,-1 1-1 0 0,1 0 1 0 0,0 0-1 0 0,0 1 1 0 0,0 0 0 0 0,0 0-1 0 0,1 1 1 0 0,-1 0-1 0 0,0 0 1 0 0,14 2-1 0 0,-2 0-40 0 0,1 1-1 0 0,-1 0 0 0 0,33 10 1 0 0,-46-10 10 0 0,-1 0 0 0 0,0 0 0 0 0,-1 1 0 0 0,1 0 0 0 0,0 0 0 0 0,-1 0 0 0 0,1 1 1 0 0,-1-1-1 0 0,0 1 0 0 0,0 0 0 0 0,-1 1 0 0 0,6 5 0 0 0,-8-7 8 0 0,0-1-1 0 0,-1 1 1 0 0,1-1 0 0 0,-1 1-1 0 0,1 0 1 0 0,-1-1 0 0 0,0 1-1 0 0,0 0 1 0 0,0 0-1 0 0,-1 0 1 0 0,1 0 0 0 0,-1 0-1 0 0,1 0 1 0 0,-1 0 0 0 0,0 0-1 0 0,0 0 1 0 0,0 0 0 0 0,-1 0-1 0 0,1 0 1 0 0,-1 0 0 0 0,1 0-1 0 0,-1 0 1 0 0,0 0-1 0 0,0 0 1 0 0,-1 0 0 0 0,1-1-1 0 0,-2 4 1 0 0,-8 9 300 0 0,-1-1-1 0 0,0 1 1 0 0,-1-2 0 0 0,0 0-1 0 0,-1 0 1 0 0,-28 18 0 0 0,41-30-130 0 0,0-1-137 0 0,1 1-1 0 0,-1-1 1 0 0,1 0 0 0 0,0 0-1 0 0,-1 0 1 0 0,1 1 0 0 0,0-1-1 0 0,-1 0 1 0 0,1 0-1 0 0,0 1 1 0 0,-1-1 0 0 0,1 0-1 0 0,0 1 1 0 0,0-1-1 0 0,-1 0 1 0 0,1 1 0 0 0,0-1-1 0 0,0 0 1 0 0,-1 1 0 0 0,1-1-1 0 0,0 1 1 0 0,0-1-1 0 0,0 0 1 0 0,0 1 0 0 0,6 2-1 0 0,0-1 0 0 0,0 0 0 0 0,0-1 1 0 0,0 0-1 0 0,0 0 0 0 0,1 0 0 0 0,10 0 0 0 0,16 2 3 0 0,-20 0-41 0 0,0 0 0 0 0,0 1 0 0 0,0 1 0 0 0,0 0 0 0 0,-1 0 0 0 0,0 2 0 0 0,0-1 0 0 0,0 1 1 0 0,12 11-1 0 0,-15-11 81 0 0,-1 0 0 0 0,0 0 1 0 0,-1 1-1 0 0,1 0 0 0 0,-2 0 1 0 0,1 1-1 0 0,-1 0 1 0 0,0 0-1 0 0,-1 0 0 0 0,0 1 1 0 0,0 0-1 0 0,3 11 0 0 0,-7-18 59 0 0,-1 0-1 0 0,1 0 0 0 0,-1 0 1 0 0,1 1-1 0 0,-1-1 0 0 0,0 0 1 0 0,0 0-1 0 0,0 1 0 0 0,-1-1 0 0 0,1 0 1 0 0,-1 0-1 0 0,1 0 0 0 0,-1 1 1 0 0,0-1-1 0 0,-1 0 0 0 0,1 0 1 0 0,-2 3-1 0 0,-1-1 25 0 0,1 0 0 0 0,-1 0 1 0 0,0-1-1 0 0,0 0 0 0 0,0 0 1 0 0,-1 0-1 0 0,0 0 0 0 0,-9 5 1 0 0,-5 2 116 0 0,-2-1 1 0 0,1-1 0 0 0,-41 11 0 0 0,30-11-187 0 0,1-1 0 0 0,-1-2 1 0 0,-1-1-1 0 0,-60 1 0 0 0,67-7-1242 0 0,-44-7 0 0 0,-9-10-4092 0 0,28 3-2218 0 0,22 5-181 0 0</inkml:trace>
</inkml:ink>
</file>

<file path=ppt/ink/ink2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3:57.0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45 836 0 0,'-3'0'1944'0'0,"-41"-3"5111"0"0,41 3-6309 0 0,-26 0 3642 0 0,20 3-3987 0 0,12 1 86 0 0,-1-3-421 0 0,0 0 0 0 0,0 0 0 0 0,1 0 0 0 0,-1 0 0 0 0,0-1 0 0 0,1 1 0 0 0,-1-1 0 0 0,4 1 1 0 0,29 0 42 0 0,0-1 0 0 0,-1-3 0 0 0,1 0 0 0 0,41-10 0 0 0,16-12-4103 0 0,-68 13-1596 0 0</inkml:trace>
</inkml:ink>
</file>

<file path=ppt/ink/ink2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3:57.2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26 2056 0 0,'23'-22'14390'0'0,"-16"19"-13239"0"0,-7 3-925 0 0,1 1-1 0 0,0 0 1 0 0,-1 0 0 0 0,1 1 0 0 0,-1-1-1 0 0,1 0 1 0 0,-1 0 0 0 0,0 0 0 0 0,1 0-1 0 0,-1 0 1 0 0,0 0 0 0 0,0 0-1 0 0,0 1 1 0 0,0-1 0 0 0,0 0 0 0 0,0 0-1 0 0,0 0 1 0 0,0 2 0 0 0,0-2-172 0 0,-2 101 4238 0 0,0-29-4401 0 0,9 89 0 0 0,-6-152-812 0 0,1-1 1 0 0,-1 1 0 0 0,2-1 0 0 0,5 16 0 0 0,-5-20-648 0 0,0 1 0 0 0,0-1 0 0 0,0 0 0 0 0,0 0 0 0 0,5 5 0 0 0</inkml:trace>
</inkml:ink>
</file>

<file path=ppt/ink/ink2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3:57.7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1 1316 0 0,'-60'10'8828'0'0,"58"-10"-8090"0"0,1 0-563 0 0,0 0 0 0 0,0 0 0 0 0,0 0 0 0 0,0 0 0 0 0,0 0 0 0 0,0 0 0 0 0,0 0 0 0 0,0 0 0 0 0,0 0 0 0 0,0 0 0 0 0,0 1 0 0 0,0-1 0 0 0,0 0 1 0 0,0 1-1 0 0,0-1 0 0 0,1 0 0 0 0,-1 1 0 0 0,0 0 0 0 0,0-1 0 0 0,0 1 0 0 0,0-1 0 0 0,1 1 0 0 0,-1 0 0 0 0,0 0 0 0 0,1-1 0 0 0,-1 1 0 0 0,1 0 0 0 0,-1 0 1 0 0,0 0-1 0 0,1 0 0 0 0,0-1 0 0 0,-1 1 0 0 0,1 0 0 0 0,-1 1 0 0 0,5 0 26 0 0,-1 0 1 0 0,0-1-1 0 0,1 0 1 0 0,-1 0-1 0 0,1 0 1 0 0,-1 0-1 0 0,1-1 1 0 0,-1 1-1 0 0,8-1 1 0 0,-7 1-96 0 0,33 3-88 0 0,1-1 0 0 0,-1-2 0 0 0,1-1 0 0 0,0-3 0 0 0,38-6 0 0 0,-71 8-678 0 0,0-1-1 0 0,0 1 0 0 0,0-1 0 0 0,0 0 0 0 0,5-3 1 0 0,12-10-5993 0 0</inkml:trace>
</inkml:ink>
</file>

<file path=ppt/ink/ink2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3:58.0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13 2872 0 0,'21'-13'15917'0'0,"-29"142"-8196"0"0,4-51-5996 0 0,-1-4-1109 0 0,-5 104 520 0 0,11-59-4875 0 0,5-89 21 0 0</inkml:trace>
</inkml:ink>
</file>

<file path=ppt/ink/ink2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3:58.6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51 183 1132 0 0,'-3'-20'13077'0'0,"-2"28"-12572"0"0,1 0 0 0 0,0 1 0 0 0,0 0 0 0 0,1 0 0 0 0,0 0-1 0 0,1 0 1 0 0,0 0 0 0 0,-1 16 0 0 0,-4 9 186 0 0,4-19-511 0 0,0-1 0 0 0,1 2 0 0 0,0-1 0 0 0,1 0 0 0 0,1 0 0 0 0,0 0 0 0 0,5 25 0 0 0,-5-36-165 0 0,1 0-1 0 0,0 0 1 0 0,0 0 0 0 0,1 0 0 0 0,-1-1 0 0 0,1 1-1 0 0,-1 0 1 0 0,1-1 0 0 0,0 0 0 0 0,1 1 0 0 0,-1-1-1 0 0,0 0 1 0 0,1 0 0 0 0,0 0 0 0 0,0 0-1 0 0,0-1 1 0 0,0 1 0 0 0,0-1 0 0 0,0 0 0 0 0,1 0-1 0 0,-1 0 1 0 0,1 0 0 0 0,-1 0 0 0 0,1-1 0 0 0,0 0-1 0 0,0 0 1 0 0,0 0 0 0 0,-1 0 0 0 0,1 0-1 0 0,0-1 1 0 0,0 0 0 0 0,0 1 0 0 0,7-2 0 0 0,3 0-2 0 0,-1-1 1 0 0,1-1 0 0 0,-1 0 0 0 0,1-1 0 0 0,-1 0 0 0 0,0-1-1 0 0,-1 0 1 0 0,1-1 0 0 0,-1-1 0 0 0,0 0 0 0 0,-1 0 0 0 0,0-1-1 0 0,0-1 1 0 0,0 0 0 0 0,-1 0 0 0 0,-1-1 0 0 0,1 0 0 0 0,8-14-1 0 0,-6 8 28 0 0,-2 0-1 0 0,1 0 0 0 0,-2-1 0 0 0,-1 0 0 0 0,0-1 0 0 0,-1 0 0 0 0,0 0 0 0 0,-2-1 0 0 0,0 0 0 0 0,-2 1 1 0 0,0-2-1 0 0,1-29 0 0 0,-4 44-26 0 0,0-1 0 0 0,0 0 0 0 0,-1 1 0 0 0,0-1 0 0 0,0 1 0 0 0,0 0 0 0 0,-1-1 0 0 0,0 1 0 0 0,0 0 0 0 0,0 0 0 0 0,0 0-1 0 0,-1 0 1 0 0,0 0 0 0 0,-4-4 0 0 0,4 5-12 0 0,0 1 0 0 0,-1-1-1 0 0,1 1 1 0 0,-1 0 0 0 0,0 1-1 0 0,0-1 1 0 0,0 1-1 0 0,0 0 1 0 0,-1 0 0 0 0,1 0-1 0 0,-1 0 1 0 0,1 1 0 0 0,-1-1-1 0 0,1 1 1 0 0,-1 1-1 0 0,-8-2 1 0 0,2 2-178 0 0,-1 0-1 0 0,1 1 1 0 0,-1 0-1 0 0,1 1 1 0 0,-1 0-1 0 0,1 0 1 0 0,0 2-1 0 0,0-1 1 0 0,0 1 0 0 0,-13 7-1 0 0,-38 25-3279 0 0,6 6-3727 0 0,28-21-241 0 0</inkml:trace>
</inkml:ink>
</file>

<file path=ppt/ink/ink2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3:59.2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33 904 0 0,'26'-7'14690'0'0,"-26"7"-14642"0"0,0 0-1 0 0,1 0 1 0 0,-1 0 0 0 0,0 0-1 0 0,0 0 1 0 0,1 0 0 0 0,-1 0-1 0 0,0 0 1 0 0,0 0 0 0 0,1 0-1 0 0,-1 1 1 0 0,0-1-1 0 0,1 0 1 0 0,-1 0 0 0 0,0 0-1 0 0,0 0 1 0 0,0 0 0 0 0,1 0-1 0 0,-1 1 1 0 0,0-1 0 0 0,0 0-1 0 0,0 0 1 0 0,1 0 0 0 0,-1 1-1 0 0,0-1 1 0 0,0 0-1 0 0,0 0 1 0 0,0 1 0 0 0,1-1-1 0 0,-1 0 1 0 0,0 0 0 0 0,0 1-1 0 0,0-1 1 0 0,0 0 0 0 0,0 0-1 0 0,0 1 1 0 0,0 16 907 0 0,-10 26-148 0 0,6-29-392 0 0,-1 7-285 0 0,1 0 0 0 0,1 0 0 0 0,1 0 0 0 0,1 1-1 0 0,0-1 1 0 0,2 0 0 0 0,0 0 0 0 0,6 27-1 0 0,-4-38-108 0 0,-1 1 0 0 0,2-1 0 0 0,-1 1 0 0 0,1-1 0 0 0,1 0 0 0 0,0-1 0 0 0,0 1 0 0 0,1-1 0 0 0,1 0-1 0 0,-1 0 1 0 0,1-1 0 0 0,0 0 0 0 0,1 0 0 0 0,0-1 0 0 0,0 0 0 0 0,1 0 0 0 0,18 10 0 0 0,-17-11 54 0 0,1-1 1 0 0,0-1 0 0 0,0 0 0 0 0,0 0 0 0 0,1-1 0 0 0,0 0 0 0 0,-1-1 0 0 0,1-1-1 0 0,0 0 1 0 0,0 0 0 0 0,0-1 0 0 0,-1-1 0 0 0,1 0 0 0 0,0 0 0 0 0,0-1-1 0 0,-1-1 1 0 0,1 0 0 0 0,-1 0 0 0 0,0-1 0 0 0,0-1 0 0 0,0 0 0 0 0,0 0-1 0 0,-1-1 1 0 0,0-1 0 0 0,0 1 0 0 0,-1-2 0 0 0,0 1 0 0 0,0-1 0 0 0,0-1-1 0 0,-1 1 1 0 0,-1-1 0 0 0,0-1 0 0 0,0 0 0 0 0,0 0 0 0 0,-1 0 0 0 0,4-11 0 0 0,-4 9-6 0 0,-2 0 1 0 0,0 0 0 0 0,0 0 0 0 0,-1-1 0 0 0,0 1 0 0 0,-1-1 0 0 0,-1 0 0 0 0,0 0 0 0 0,-1 1 0 0 0,0-1-1 0 0,-1 0 1 0 0,-4-22 0 0 0,3 26-69 0 0,-1 0-1 0 0,0 0 0 0 0,0 0 1 0 0,-1 1-1 0 0,0-1 1 0 0,0 1-1 0 0,-1 0 0 0 0,0 1 1 0 0,-1-1-1 0 0,0 1 0 0 0,0 0 1 0 0,0 0-1 0 0,-1 1 1 0 0,0 0-1 0 0,0 0 0 0 0,-1 0 1 0 0,1 1-1 0 0,-13-6 1 0 0,7 5-338 0 0,1 1-1 0 0,-1 0 1 0 0,-1 0 0 0 0,1 2 0 0 0,0-1 0 0 0,-1 2 0 0 0,0 0 0 0 0,0 1 0 0 0,-23 0 0 0 0,-17 6-3646 0 0,0 9-3329 0 0,35-7-465 0 0</inkml:trace>
</inkml:ink>
</file>

<file path=ppt/ink/ink2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3:59.6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52 388 0 0,'-25'-14'15374'0'0,"56"18"-14686"0"0,-13-2-566 0 0,14-2-282 0 0,1-1 0 0 0,58-10 1 0 0,9-12-7688 0 0,-74 15 2005 0 0</inkml:trace>
</inkml:ink>
</file>

<file path=ppt/ink/ink2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3:59.8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164 23 1524 0 0,'17'-22'14733'0'0,"-25"32"-13243"0"0,-1 5-668 0 0,0 0 1 0 0,1 1-1 0 0,0 0 0 0 0,1 0 1 0 0,-5 23-1 0 0,-5 7-180 0 0,-46 145 280 0 0,31-61-7743 0 0,24-106-831 0 0</inkml:trace>
</inkml:ink>
</file>

<file path=ppt/ink/ink2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4:00.2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46 904 0 0,'5'-45'10485'0'0,"9"50"-8878"0"0,-6 0-1155 0 0,-1 1 0 0 0,0-1 0 0 0,-1 1 0 0 0,1 0 0 0 0,-1 1 0 0 0,8 9 0 0 0,9 11 236 0 0,8 4-63 0 0,-16-13-439 0 0,2-1-1 0 0,0-1 1 0 0,1 0 0 0 0,1-1-1 0 0,32 19 1 0 0,-47-32-157 0 0,0-1 0 0 0,0 1-1 0 0,1-1 1 0 0,-1 0 0 0 0,0 0 0 0 0,1 0 0 0 0,-1-1-1 0 0,0 1 1 0 0,1-1 0 0 0,-1 0 0 0 0,1 0 0 0 0,-1-1-1 0 0,1 1 1 0 0,-1-1 0 0 0,0 0 0 0 0,1 0 0 0 0,-1-1 0 0 0,0 1-1 0 0,0-1 1 0 0,0 0 0 0 0,0 0 0 0 0,0 0 0 0 0,6-6-1 0 0,6-4 44 0 0,-1-1 0 0 0,0-1 0 0 0,26-31 0 0 0,-23 24 46 0 0,7-9 184 0 0,-14 16-80 0 0,1 0-1 0 0,1 1 0 0 0,16-13 1 0 0,-28 25-207 0 0,0 0 0 0 0,1 0 1 0 0,-1 0-1 0 0,0 1 0 0 0,1-1 0 0 0,-1 1 1 0 0,0-1-1 0 0,1 1 0 0 0,-1 0 0 0 0,1-1 0 0 0,-1 1 1 0 0,1 0-1 0 0,-1 0 0 0 0,1 0 0 0 0,-1 0 1 0 0,1 0-1 0 0,-1 0 0 0 0,1 0 0 0 0,-1 1 0 0 0,0-1 1 0 0,1 1-1 0 0,-1-1 0 0 0,1 1 0 0 0,-1-1 1 0 0,0 1-1 0 0,1 0 0 0 0,-1 0 0 0 0,0-1 1 0 0,0 1-1 0 0,0 0 0 0 0,0 0 0 0 0,0 0 0 0 0,1 0 1 0 0,-2 0-1 0 0,1 1 0 0 0,0-1 0 0 0,0 0 1 0 0,1 2-1 0 0,2 3 120 0 0,0 1 0 0 0,0 0 0 0 0,0 0 0 0 0,-1 0-1 0 0,5 15 1 0 0,-2 2 140 0 0,-1 0-1 0 0,-1 0 0 0 0,1 44 0 0 0,-8 75-3414 0 0,1-105-167 0 0,3-20-2357 0 0</inkml:trace>
</inkml:ink>
</file>

<file path=ppt/ink/ink2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4:00.6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0 1264 0 0,'-15'19'8990'0'0,"-1"5"-3809"0"0,23-12-3060 0 0,0-9-1884 0 0,0 0 1 0 0,0 0 0 0 0,0 0 0 0 0,0-1 0 0 0,0-1-1 0 0,0 1 1 0 0,1-1 0 0 0,-1 0 0 0 0,1-1 0 0 0,8 0-1 0 0,81-7 287 0 0,-86 5-464 0 0,23-3-1588 0 0,42-12 0 0 0,-5-5-7266 0 0,-45 13 2293 0 0</inkml:trace>
</inkml:ink>
</file>

<file path=ppt/ink/ink2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4:00.8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 30 668 0 0,'13'-14'7258'0'0,"8"-1"1253"0"0,-20 17-8201 0 0,0 1 0 0 0,0-1 1 0 0,0 1-1 0 0,0-1 0 0 0,0 1 0 0 0,0 0 1 0 0,-1 0-1 0 0,1 0 0 0 0,-1-1 0 0 0,0 1 0 0 0,0 0 1 0 0,0 0-1 0 0,0 0 0 0 0,-1 5 0 0 0,-10 46 1692 0 0,8-45-1748 0 0,-15 50 884 0 0,-49 108-1 0 0,32-86-4007 0 0,5 1-5877 0 0</inkml:trace>
</inkml:ink>
</file>

<file path=ppt/ink/ink2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4:01.2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0 182 1304 0 0,'36'-81'17596'0'0,"-30"92"-16534"0"0,-1 1 0 0 0,7 19 0 0 0,-9-22-943 0 0,0 0 0 0 0,0 0 0 0 0,1 0 0 0 0,1-1 0 0 0,-1 1 1 0 0,2-1-1 0 0,7 11 0 0 0,-9-15-93 0 0,0 0 1 0 0,0 0-1 0 0,0 0 1 0 0,0 0-1 0 0,0-1 1 0 0,1 0-1 0 0,-1 0 1 0 0,1 0-1 0 0,0 0 1 0 0,0-1-1 0 0,0 0 1 0 0,0 0-1 0 0,1 0 1 0 0,-1-1 0 0 0,1 1-1 0 0,-1-1 1 0 0,0-1-1 0 0,1 1 1 0 0,0-1-1 0 0,-1 0 1 0 0,1 0-1 0 0,-1 0 1 0 0,1-1-1 0 0,-1 0 1 0 0,11-3-1 0 0,4-3-11 0 0,0-1-1 0 0,0-1 1 0 0,34-23-1 0 0,51-43-106 0 0,-23 15 74 0 0,-54 41-2 0 0,-7 4-23 0 0,1 0-1 0 0,40-18 1 0 0,-61 32 52 0 0,0 1 0 0 0,0-1 0 0 0,0 1 0 0 0,0 0 0 0 0,1-1 0 0 0,-1 1 0 0 0,0 0 0 0 0,0 0 0 0 0,1 0 0 0 0,-1 0 0 0 0,0 0 0 0 0,0 0 0 0 0,2 0 0 0 0,1 0 49 0 0,-2 1 16 0 0,0-1 0 0 0,0 0 0 0 0,0 1 1 0 0,-1-1-1 0 0,1 1 0 0 0,0 0 0 0 0,0-1 0 0 0,0 1 0 0 0,0 0 0 0 0,-1 0 0 0 0,1 0 0 0 0,0 0 0 0 0,-1 1 1 0 0,1-1-1 0 0,-1 0 0 0 0,2 2 0 0 0,-1-1 124 0 0,2 2 53 0 0,0 1 1 0 0,-1 0 0 0 0,1-1-1 0 0,-1 2 1 0 0,0-1 0 0 0,0 0 0 0 0,0 0-1 0 0,-1 1 1 0 0,3 7 0 0 0,12 57 1099 0 0,-11-45-1009 0 0,35 221 450 0 0,-35-163-6150 0 0,-4-1-7493 0 0</inkml:trace>
</inkml:ink>
</file>

<file path=ppt/ink/ink2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4:03.3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164 99 1220 0 0,'-29'-26'10060'0'0,"20"24"-9323"0"0,8 2-710 0 0,0 0 1 0 0,1 0-1 0 0,-1 0 1 0 0,0-1-1 0 0,0 1 0 0 0,0 0 1 0 0,1 0-1 0 0,-1 0 0 0 0,0 0 1 0 0,0 0-1 0 0,0 0 1 0 0,1 0-1 0 0,-1 1 0 0 0,0-1 1 0 0,0 0-1 0 0,1 0 1 0 0,-1 1-1 0 0,0-1 0 0 0,0 0 1 0 0,1 1-1 0 0,-1-1 0 0 0,0 1 1 0 0,1-1-1 0 0,-1 1 1 0 0,1-1-1 0 0,-1 1 0 0 0,0-1 1 0 0,1 1-1 0 0,-1 1 1 0 0,-12 13 232 0 0,2 1 0 0 0,0 0 0 0 0,1 1 0 0 0,0 0 0 0 0,2 0 0 0 0,0 1 0 0 0,1 0 0 0 0,0 1 1 0 0,-6 35-1 0 0,10-40-168 0 0,2-1 1 0 0,0 1-1 0 0,0-1 1 0 0,1 1-1 0 0,1-1 1 0 0,4 24-1 0 0,-3-28-39 0 0,0-1 0 0 0,1 1 0 0 0,0 0 0 0 0,1-1 0 0 0,-1 0 0 0 0,2 0 0 0 0,-1 0 0 0 0,1 0 0 0 0,0 0 0 0 0,11 11 0 0 0,-10-14-21 0 0,0 0 1 0 0,0 0 0 0 0,0-1 0 0 0,1 0 0 0 0,0 0 0 0 0,0 0 0 0 0,0-1 0 0 0,0 0 0 0 0,0 0 0 0 0,1-1 0 0 0,-1 0 0 0 0,1 0 0 0 0,0-1 0 0 0,0 0-1 0 0,-1 0 1 0 0,1-1 0 0 0,0 0 0 0 0,0 0 0 0 0,0-1 0 0 0,12-2 0 0 0,-5 0 79 0 0,0-1-1 0 0,-1 0 1 0 0,1-1-1 0 0,-1 0 1 0 0,0-1-1 0 0,-1 0 1 0 0,0-2-1 0 0,0 1 1 0 0,22-18-1 0 0,-23 14-23 0 0,-2 0-1 0 0,1 0 0 0 0,-2-1 0 0 0,1-1 1 0 0,-2 1-1 0 0,0-2 0 0 0,0 1 0 0 0,-1-1 1 0 0,-1 0-1 0 0,0 0 0 0 0,-1-1 0 0 0,-1 0 0 0 0,0 0 1 0 0,3-29-1 0 0,-6 33-39 0 0,0 0 0 0 0,-1-1 0 0 0,-1 1 0 0 0,0 0 0 0 0,0 0-1 0 0,-1 0 1 0 0,0 0 0 0 0,-1 0 0 0 0,-6-14 0 0 0,6 17-36 0 0,-1 1 0 0 0,0-1 0 0 0,-1 1 0 0 0,0 0 0 0 0,0 0 0 0 0,0 0 0 0 0,-1 1 0 0 0,0 0 0 0 0,0 0 0 0 0,-1 0 0 0 0,1 1 0 0 0,-1 0 0 0 0,-9-5 0 0 0,7 5-90 0 0,0 1-1 0 0,-1 0 1 0 0,1 0 0 0 0,-1 1 0 0 0,0 1-1 0 0,0-1 1 0 0,0 1 0 0 0,0 1 0 0 0,0 0-1 0 0,0 1 1 0 0,-1 0 0 0 0,1 0 0 0 0,0 1 0 0 0,0 0-1 0 0,-14 4 1 0 0,12-2-1098 0 0,0 1-1 0 0,-20 9 1 0 0,21-8-1272 0 0,0 2 0 0 0,-18 12 0 0 0,14-9-3455 0 0</inkml:trace>
</inkml:ink>
</file>

<file path=ppt/ink/ink2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4:04.0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150 161 764 0 0,'11'-23'7627'0'0,"-7"3"-674"0"0,-12 26-4190 0 0,-17 33-2246 0 0,1 3-361 0 0,2 1 1 0 0,3 1-1 0 0,-16 50 0 0 0,27-69-105 0 0,1 0 1 0 0,2 1-1 0 0,0 0 1 0 0,2 0-1 0 0,1 0 1 0 0,1 0-1 0 0,3 34 0 0 0,-1-52-32 0 0,0-1 0 0 0,1 1 0 0 0,0-1-1 0 0,0 1 1 0 0,0-1 0 0 0,1 0 0 0 0,0 0 0 0 0,1 0-1 0 0,0 0 1 0 0,0-1 0 0 0,0 1 0 0 0,1-1-1 0 0,-1 0 1 0 0,2 0 0 0 0,-1-1 0 0 0,1 0-1 0 0,-1 0 1 0 0,1 0 0 0 0,1 0 0 0 0,-1-1-1 0 0,1 0 1 0 0,-1-1 0 0 0,1 1 0 0 0,0-1-1 0 0,1 0 1 0 0,-1-1 0 0 0,0 0 0 0 0,1 0-1 0 0,-1-1 1 0 0,12 1 0 0 0,4 0 56 0 0,0-2 0 0 0,0 0 0 0 0,-1-2 0 0 0,1 0-1 0 0,-1-2 1 0 0,1 0 0 0 0,-1-2 0 0 0,0 0 0 0 0,-1-1 0 0 0,0-2 0 0 0,0 0 0 0 0,-1-1 0 0 0,0-1 0 0 0,0-1 0 0 0,-1 0 0 0 0,-1-2 0 0 0,0 0 0 0 0,-1-1-1 0 0,-1-1 1 0 0,20-23 0 0 0,-12 9 46 0 0,-1-1-1 0 0,-2-1 1 0 0,23-44-1 0 0,-33 54 60 0 0,-2-1 0 0 0,0 0 0 0 0,-1 0 0 0 0,-1-1 0 0 0,-2 1 0 0 0,5-34 1 0 0,-9 48-128 0 0,-1 0 1 0 0,0 0 0 0 0,0-1 0 0 0,0 1 0 0 0,-2 0 0 0 0,1 0 0 0 0,-1 0 0 0 0,0 0 0 0 0,-1 0 0 0 0,0 0 0 0 0,0 0 0 0 0,-1 1 0 0 0,-9-15 0 0 0,8 16-42 0 0,0 0 1 0 0,-1 1-1 0 0,1 0 1 0 0,-1 0-1 0 0,-1 0 0 0 0,1 1 1 0 0,-1 0-1 0 0,0 0 1 0 0,0 1-1 0 0,-1-1 1 0 0,1 2-1 0 0,-1-1 0 0 0,0 1 1 0 0,0 0-1 0 0,-11-2 1 0 0,0 1-143 0 0,0 1 1 0 0,-1 1 0 0 0,1 1 0 0 0,0 0 0 0 0,-1 2 0 0 0,1 0 0 0 0,-1 1-1 0 0,1 1 1 0 0,-25 6 0 0 0,22-2-1099 0 0,0 0 1 0 0,-37 19-1 0 0,39-16-1922 0 0,0 1 1 0 0,-32 26 0 0 0,31-18-4536 0 0</inkml:trace>
</inkml:ink>
</file>

<file path=ppt/ink/ink2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4:05.3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48 600 0 0,'-7'-16'16336'0'0,"37"10"-16183"0"0,-1 1 0 0 0,53-2 1 0 0,-11 2-733 0 0,-53 3-208 0 0,3 0-1986 0 0,-4 0-2437 0 0,0-1-433 0 0</inkml:trace>
</inkml:ink>
</file>

<file path=ppt/ink/ink2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4:05.7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159 81 556 0 0,'9'-16'5107'0'0,"0"-1"-1"0"0,9-31 1716 0 0,-23 52-6123 0 0,-9 15-116 0 0,-16 26-163 0 0,0 5 30 0 0,-25 59-1 0 0,44-83-385 0 0,1-1 0 0 0,1 1 0 0 0,2 0 0 0 0,-7 44 0 0 0,13-64-59 0 0,0-1 0 0 0,1 0 0 0 0,0 1 0 0 0,0-1 0 0 0,1 1 0 0 0,-1-1 0 0 0,1 0 1 0 0,1 0-1 0 0,-1 1 0 0 0,1-1 0 0 0,-1 0 0 0 0,1 0 0 0 0,1 0 0 0 0,-1-1 0 0 0,1 1 0 0 0,0 0 0 0 0,0-1 0 0 0,0 0 0 0 0,1 0 1 0 0,-1 0-1 0 0,1 0 0 0 0,0 0 0 0 0,0-1 0 0 0,0 1 0 0 0,1-1 0 0 0,-1 0 0 0 0,1-1 0 0 0,0 1 0 0 0,-1-1 0 0 0,1 0 0 0 0,1 0 1 0 0,8 2-1 0 0,-7-2-3 0 0,0-1 1 0 0,1 1 0 0 0,-1-1-1 0 0,0-1 1 0 0,1 1 0 0 0,-1-1 0 0 0,0 0-1 0 0,1-1 1 0 0,-1 0 0 0 0,0 0-1 0 0,0-1 1 0 0,1 0 0 0 0,-1 0-1 0 0,0 0 1 0 0,-1-1 0 0 0,1 0 0 0 0,0-1-1 0 0,-1 1 1 0 0,0-1 0 0 0,0-1-1 0 0,0 1 1 0 0,0-1 0 0 0,7-8 0 0 0,-9 9 2 0 0,-2 1-3 0 0,1 1 0 0 0,-1 0 0 0 0,0-1 0 0 0,-1 1 0 0 0,1-1-1 0 0,0 0 1 0 0,-1 1 0 0 0,1-1 0 0 0,-1 0 0 0 0,0 0 0 0 0,0 0 0 0 0,0 0 0 0 0,-1 0 0 0 0,2-6 0 0 0,-4-12 8 0 0,-1 16-8 0 0,1 3 0 0 0,-7-5-1 0 0,5 4-15 0 0,0 1 1 0 0,-1 0 0 0 0,0 0-1 0 0,1 1 1 0 0,-1-1-1 0 0,0 1 1 0 0,0 0-1 0 0,0 0 1 0 0,1 1 0 0 0,-1 0-1 0 0,0-1 1 0 0,0 2-1 0 0,-6 0 1 0 0,2 0-204 0 0,1 1 0 0 0,0 0-1 0 0,0 1 1 0 0,0 0 0 0 0,0 0 0 0 0,0 1 0 0 0,-8 5 0 0 0,-4 5-1879 0 0,-1 1 1 0 0,2 0-1 0 0,0 2 0 0 0,-21 24 1 0 0,16-15-3892 0 0</inkml:trace>
</inkml:ink>
</file>

<file path=ppt/ink/ink2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4:05.9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0 2528 0 0,'-18'11'2725'0'0,"7"-4"-470"0"0,-1 0 0 0 0,1 1 0 0 0,-12 13 1977 0 0,23-21-4207 0 0,0 0-1 0 0,0 0 1 0 0,0 0-1 0 0,0 1 1 0 0,0-1-1 0 0,0 0 1 0 0,0 0-1 0 0,0 0 1 0 0,0 0 0 0 0,0 1-1 0 0,0-1 1 0 0,0 0-1 0 0,0 0 1 0 0,0 0-1 0 0,0 1 1 0 0,0-1-1 0 0,0 0 1 0 0,1 0-1 0 0,-1 0 1 0 0,0 0 0 0 0,0 0-1 0 0,0 1 1 0 0,0-1-1 0 0,0 0 1 0 0,0 0-1 0 0,0 0 1 0 0,1 0-1 0 0,-1 0 1 0 0,0 1 0 0 0,0-1-1 0 0,0 0 1 0 0,0 0-1 0 0,1 0 1 0 0,-1 0-1 0 0,0 0 1 0 0,0 0-1 0 0,0 0 1 0 0,0 0-1 0 0,1 0 1 0 0,-1 0 0 0 0,0 0-1 0 0,0 0 1 0 0,1 0-1 0 0,27 2 426 0 0,1-1 1 0 0,-1-1-1 0 0,1-1 0 0 0,32-7 0 0 0,-4 2-243 0 0,104-7-124 0 0,-60 5-2154 0 0,-2-1-5303 0 0,-86 8 3960 0 0</inkml:trace>
</inkml:ink>
</file>

<file path=ppt/ink/ink2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4:06.1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0 364 0 0,'-36'31'10214'0'0,"32"-26"-9583"0"0,0-1-1 0 0,1 1 1 0 0,-1 0 0 0 0,1 0 0 0 0,0 0-1 0 0,0 0 1 0 0,0 1 0 0 0,1-1 0 0 0,-3 11 0 0 0,-4 21 993 0 0,3 1 0 0 0,0 0 1 0 0,1 39-1 0 0,-1 6-442 0 0,-31 227-76 0 0,36-296-1898 0 0,1 1-1 0 0,1 18 1 0 0,-1-28 24 0 0,1-1 0 0 0,0 1 0 0 0,0 0-1 0 0,0-1 1 0 0,1 1 0 0 0,2 4 0 0 0</inkml:trace>
</inkml:ink>
</file>

<file path=ppt/ink/ink2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4:06.6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149 119 1408 0 0,'3'-11'2562'0'0,"-1"2"-288"0"0,0-1 0 0 0,1 1 0 0 0,0-1 0 0 0,9-15 0 0 0,-10 22-2038 0 0,0 0 0 0 0,0 0 0 0 0,0 0 0 0 0,1 0 0 0 0,0 1 0 0 0,-1-1 1 0 0,1 1-1 0 0,0-1 0 0 0,0 1 0 0 0,0 0 0 0 0,0 0 0 0 0,1 1 0 0 0,-1-1 0 0 0,1 1 1 0 0,-1-1-1 0 0,7 0 0 0 0,-5 0-131 0 0,0 1-1 0 0,0 0 1 0 0,0 0 0 0 0,1 1 0 0 0,-1 0 0 0 0,0 0-1 0 0,1 0 1 0 0,-1 0 0 0 0,0 1 0 0 0,1 0 0 0 0,-1 0-1 0 0,5 2 1 0 0,-7-2-60 0 0,0 0-1 0 0,-1 1 0 0 0,1-1 1 0 0,0 1-1 0 0,-1-1 0 0 0,1 1 1 0 0,-1 0-1 0 0,0 0 1 0 0,0 0-1 0 0,0 0 0 0 0,0 1 1 0 0,0-1-1 0 0,0 0 0 0 0,0 1 1 0 0,-1-1-1 0 0,1 1 0 0 0,-1 0 1 0 0,0 0-1 0 0,0-1 1 0 0,0 1-1 0 0,0 0 0 0 0,1 6 1 0 0,-2-1 73 0 0,1 0 1 0 0,-1 0 0 0 0,0 0-1 0 0,0 0 1 0 0,-1 0 0 0 0,-1 0-1 0 0,-3 15 1 0 0,-1-6 210 0 0,0 1 0 0 0,-12 21 0 0 0,0 7 381 0 0,18-45-666 0 0,1 6-8 0 0,-1-7-33 0 0,0 1 0 0 0,0-1 0 0 0,0 1 0 0 0,0-1-1 0 0,0 1 1 0 0,0-1 0 0 0,0 1 0 0 0,0-1 0 0 0,0 1 0 0 0,0-1-1 0 0,1 1 1 0 0,-1 0 0 0 0,0-1 0 0 0,0 0 0 0 0,0 1 0 0 0,1-1-1 0 0,-1 1 1 0 0,0-1 0 0 0,1 1 0 0 0,-1-1 0 0 0,0 1 0 0 0,1-1-1 0 0,-1 0 1 0 0,1 1 0 0 0,-1-1 0 0 0,0 0 0 0 0,1 1 0 0 0,-1-1-1 0 0,2 0 1 0 0,44 25 9 0 0,-30-18 55 0 0,-1 1 1 0 0,1 1 0 0 0,-2 0 0 0 0,1 1 0 0 0,-1 0 0 0 0,24 25 0 0 0,-30-27 397 0 0,-2 0 1 0 0,1 1-1 0 0,-1-1 1 0 0,-1 2-1 0 0,1-1 1 0 0,5 14-1 0 0,-10-20-321 0 0,0-1 0 0 0,-1 1 0 0 0,1 0-1 0 0,0-1 1 0 0,-1 1 0 0 0,0 0 0 0 0,1-1 0 0 0,-1 1-1 0 0,0 0 1 0 0,0 0 0 0 0,-1-1 0 0 0,1 1-1 0 0,-1 0 1 0 0,1-1 0 0 0,-1 1 0 0 0,0-1 0 0 0,0 1-1 0 0,0 0 1 0 0,0-1 0 0 0,0 0 0 0 0,-1 1-1 0 0,1-1 1 0 0,-1 0 0 0 0,1 0 0 0 0,-1 0-1 0 0,0 0 1 0 0,0 0 0 0 0,0 0 0 0 0,0 0 0 0 0,-3 2-1 0 0,-6 2-141 0 0,1 0 0 0 0,-1-1 1 0 0,0 0-1 0 0,0-1 0 0 0,-1 0 0 0 0,1 0 0 0 0,-1-1 0 0 0,0-1 0 0 0,-18 2 0 0 0,-14-1-4 0 0,-52-3 0 0 0,92 0 2 0 0,-22 0-747 0 0,1-2 0 0 0,0 0 0 0 0,0-1 0 0 0,1-2 0 0 0,-34-9 0 0 0,55 12 143 0 0,0 1 0 0 0,0 0 0 0 0,0-1 0 0 0,0 0 0 0 0,0 1 1 0 0,1-1-1 0 0,-1 0 0 0 0,1-1 0 0 0,-1 1 0 0 0,-2-4 0 0 0,-4-18-8586 0 0</inkml:trace>
</inkml:ink>
</file>

<file path=ppt/ink/ink2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4:07.0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71 170 2284 0 0,'-57'-31'18882'0'0,"56"31"-18617"0"0,0 0-1 0 0,0-1 1 0 0,1 1 0 0 0,-1-1-1 0 0,0 1 1 0 0,0-1 0 0 0,0 0-1 0 0,0 1 1 0 0,0-1 0 0 0,1 0 0 0 0,-1 0-1 0 0,0 0 1 0 0,1 1 0 0 0,-2-3-1 0 0,15-4-149 0 0,0 1 0 0 0,1 1 0 0 0,0 0 0 0 0,23-5 0 0 0,64-8-17 0 0,-45 10-51 0 0,40-7-144 0 0,2 0-1640 0 0,-32 2-2428 0 0,-34 0-416 0 0,-13 0-1599 0 0</inkml:trace>
</inkml:ink>
</file>

<file path=ppt/ink/ink2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4:07.3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58 2724 0 0,'31'-58'22100'0'0,"-30"60"-21821"0"0,1 0-1 0 0,0-1 1 0 0,-1 1-1 0 0,1 0 1 0 0,-1 0-1 0 0,0 0 1 0 0,0 0-1 0 0,0 1 1 0 0,0-1-1 0 0,0 0 1 0 0,0 0-1 0 0,0 1 1 0 0,-1-1 0 0 0,1 5-1 0 0,6 44 1195 0 0,-6-35-1034 0 0,7 68 280 0 0,-5 87 0 0 0,-10-1-6550 0 0,5-144 3759 0 0,-2 34-3449 0 0,-2-22-2686 0 0,-1-16-110 0 0</inkml:trace>
</inkml:ink>
</file>

<file path=ppt/ink/ink2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4:07.6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275 145 2240 0 0,'-237'49'21502'0'0,"200"-39"-15301"0"0,53-13-5509 0 0,142-28 719 0 0,71-13-828 0 0,378-46-445 0 0,-388 54-8158 0 0,-252 64-6097 0 0</inkml:trace>
</inkml:ink>
</file>

<file path=ppt/ink/ink2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4:07.9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167 1 2224 0 0,'-19'7'4148'0'0,"5"-3"25"0"0,0 2 0 0 0,-21 10 0 0 0,33-14-3913 0 0,0 0-1 0 0,0 0 0 0 0,0 0 1 0 0,0 1-1 0 0,1-1 1 0 0,-1 0-1 0 0,1 0 1 0 0,0 1-1 0 0,-1-1 1 0 0,1 1-1 0 0,0 0 1 0 0,0-1-1 0 0,1 1 1 0 0,-1 0-1 0 0,0-1 0 0 0,1 1 1 0 0,0 3-1 0 0,-4 58 1896 0 0,4-43-1585 0 0,-19 260 2446 0 0,-11-95-4747 0 0,25-158-540 0 0,0-3-2898 0 0</inkml:trace>
</inkml:ink>
</file>

<file path=ppt/ink/ink2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4:08.5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166 137 2488 0 0,'-9'-29'5597'0'0,"3"14"-1940"0"0,2 0 0 0 0,-4-22 0 0 0,8 36-3596 0 0,0 0 0 0 0,0 1 0 0 0,0-1-1 0 0,1 0 1 0 0,-1 0 0 0 0,0 0 0 0 0,0 0-1 0 0,1 0 1 0 0,-1 0 0 0 0,1 0 0 0 0,-1 0-1 0 0,1 0 1 0 0,-1 1 0 0 0,1-1 0 0 0,-1 0 0 0 0,1 0-1 0 0,0 1 1 0 0,0-1 0 0 0,-1 0 0 0 0,1 1-1 0 0,0-1 1 0 0,1 0 0 0 0,18-10 379 0 0,-13 8-361 0 0,0 1-1 0 0,0 1 1 0 0,0-1 0 0 0,0 1-1 0 0,0 0 1 0 0,0 1 0 0 0,0 0 0 0 0,0 0-1 0 0,9 1 1 0 0,-11-1-67 0 0,-1 1 1 0 0,1 0-1 0 0,0 0 1 0 0,-1 0-1 0 0,1 0 1 0 0,-1 1-1 0 0,1 0 1 0 0,-1 0-1 0 0,1 0 1 0 0,-1 0-1 0 0,0 1 1 0 0,0 0-1 0 0,-1-1 1 0 0,1 2-1 0 0,3 2 1 0 0,-5-3-5 0 0,0-1-1 0 0,0 1 1 0 0,-1-1 0 0 0,1 1 0 0 0,-1 0 0 0 0,0 0 0 0 0,1 0-1 0 0,-1 0 1 0 0,0 0 0 0 0,-1 0 0 0 0,1 0 0 0 0,-1 0 0 0 0,1 0 0 0 0,-1 6-1 0 0,-1-3 9 0 0,1 0 0 0 0,-1-1 0 0 0,0 1 0 0 0,-1-1 0 0 0,0 1 0 0 0,0-1 0 0 0,-4 9 0 0 0,-4 4 71 0 0,-1 0 0 0 0,-1-1 1 0 0,-20 24-1 0 0,22-30-12 0 0,-31 42 774 0 0,36-46-711 0 0,5-7-117 0 0,0 1 1 0 0,-1-1 0 0 0,1 0 0 0 0,0 0 0 0 0,0 1 0 0 0,-1-1 0 0 0,1 0 0 0 0,0 0 0 0 0,0 1 0 0 0,0-1 0 0 0,0 0 0 0 0,0 1 0 0 0,-1-1 0 0 0,1 0 0 0 0,0 1 0 0 0,0-1 0 0 0,0 0 0 0 0,0 1 0 0 0,0-1 0 0 0,0 0 0 0 0,0 1-1 0 0,0-1 1 0 0,0 0 0 0 0,0 1 0 0 0,0-1 0 0 0,0 0 0 0 0,1 1 0 0 0,-1-1 0 0 0,0 0 0 0 0,0 0 0 0 0,0 1 0 0 0,0-1 0 0 0,1 1 0 0 0,-1 0 173 0 0,3 0 48 0 0,22 1 429 0 0,0 0 8 0 0,37 8 0 0 0,-54-8-597 0 0,0 0 1 0 0,-1 0 0 0 0,1 1 0 0 0,-1 0 0 0 0,1 1-1 0 0,-1 0 1 0 0,0 0 0 0 0,-1 0 0 0 0,8 6 0 0 0,-8-4 80 0 0,1 1 1 0 0,-1 0 0 0 0,-1 0-1 0 0,1 0 1 0 0,-1 0 0 0 0,0 1-1 0 0,-1 0 1 0 0,0 0 0 0 0,0 0 0 0 0,-1 0-1 0 0,0 1 1 0 0,0 0 0 0 0,-1-1-1 0 0,0 1 1 0 0,1 14 0 0 0,-3-17-55 0 0,1 1 1 0 0,-1-1-1 0 0,-1 1 1 0 0,1 0-1 0 0,-1-1 1 0 0,0 1-1 0 0,-1-1 1 0 0,1 0-1 0 0,-1 1 1 0 0,-1-1-1 0 0,1 0 1 0 0,-1 0-1 0 0,0 0 1 0 0,0 0-1 0 0,-1-1 1 0 0,0 0-1 0 0,0 1 1 0 0,0-1-1 0 0,-1 0 1 0 0,1-1-1 0 0,-1 1 1 0 0,-6 3-1 0 0,1-1-110 0 0,0-2 0 0 0,-1 1 0 0 0,1-1 0 0 0,-1-1 0 0 0,-1 0 0 0 0,1 0 0 0 0,0-1 0 0 0,-1 0 0 0 0,-20 1 0 0 0,7-1 0 0 0,17-3 0 0 0,-24-2 0 0 0,6 1 0 0 0,0-1 0 0 0,-43-10 0 0 0,50 8 0 0 0,1 0 0 0 0,2-2 0 0 0,9 3-111 0 0,-19-7-3302 0 0</inkml:trace>
</inkml:ink>
</file>

<file path=ppt/ink/ink2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4:09.9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35 2212 0 0,'0'0'7226'0'0,"-2"0"-6143"0"0,-21 5 7529 0 0,37 0-8122 0 0,65-1-188 0 0,0-3 0 0 0,84-11 0 0 0,-113 7-197 0 0,-47 3-128 0 0,-1-1-265 0 0,-1 1 1 0 0,1 0-1 0 0,0-1 1 0 0,0 1-1 0 0,-1-1 1 0 0,1 1-1 0 0,0-1 1 0 0,-1 0-1 0 0,1 0 1 0 0,-1 0-1 0 0,3-1 1 0 0,17-26-8827 0 0</inkml:trace>
</inkml:ink>
</file>

<file path=ppt/ink/ink2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4:10.1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53 1700 0 0,'1'-2'2210'0'0,"19"-48"13509"0"0,-16 118-14084 0 0,-10 126 1 0 0,1-117-1372 0 0,-3 112-1060 0 0,7-127-3207 0 0,0 1-5075 0 0</inkml:trace>
</inkml:ink>
</file>

<file path=ppt/ink/ink2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4:10.6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36 124 2408 0 0,'-36'-48'11141'0'0,"37"50"-11013"0"0,1 0 0 0 0,-1 0-1 0 0,1 0 1 0 0,0 0 0 0 0,-1 0-1 0 0,1 0 1 0 0,0-1 0 0 0,0 1 0 0 0,4 2-1 0 0,-4-3 42 0 0,64 48 897 0 0,3-3 1 0 0,103 52-1 0 0,-170-97-1042 0 0,-1 0 0 0 0,1 0-1 0 0,0-1 1 0 0,-1 1-1 0 0,1 0 1 0 0,0-1-1 0 0,0 1 1 0 0,0-1 0 0 0,0 0-1 0 0,-1 1 1 0 0,1-1-1 0 0,0 0 1 0 0,0 0 0 0 0,0 0-1 0 0,0-1 1 0 0,0 1-1 0 0,0 0 1 0 0,1-1 0 0 0,-1-1-12 0 0,1 1 0 0 0,-1 0 0 0 0,0-1 0 0 0,0 1 0 0 0,0-1 1 0 0,0 0-1 0 0,-1 0 0 0 0,1 0 0 0 0,0 0 0 0 0,-1 0 1 0 0,1 0-1 0 0,-1 0 0 0 0,1-3 0 0 0,14-27 3 0 0,-1-1-1 0 0,15-51 1 0 0,-4 8-72 0 0,-24 68 49 0 0,-1 6 7 0 0,-1 0-1 0 0,1 0 1 0 0,-1 1-1 0 0,1-1 1 0 0,0 0-1 0 0,-1 0 1 0 0,1 1-1 0 0,0-1 1 0 0,0 1-1 0 0,1-1 1 0 0,-1 0-1 0 0,0 1 0 0 0,0 0 1 0 0,1-1-1 0 0,-1 1 1 0 0,1 0-1 0 0,-1 0 1 0 0,1 0-1 0 0,2-2 1 0 0,-3 3 7 0 0,0-1 0 0 0,0 1 1 0 0,1 0-1 0 0,-1-1 0 0 0,0 1 1 0 0,0 0-1 0 0,0 0 0 0 0,1 0 1 0 0,-1 0-1 0 0,0 0 0 0 0,0 0 1 0 0,1 0-1 0 0,-1 0 0 0 0,0 0 1 0 0,0 1-1 0 0,1-1 0 0 0,-1 0 1 0 0,0 1-1 0 0,0-1 0 0 0,0 1 1 0 0,0-1-1 0 0,0 1 0 0 0,0 0 1 0 0,0-1-1 0 0,0 1 1 0 0,0 0-1 0 0,0 0 0 0 0,1 1 1 0 0,22 25 607 0 0,-16-13-361 0 0,-1 1 0 0 0,0 0 0 0 0,-1 0 0 0 0,-1 1 0 0 0,-1 0 0 0 0,0 0 0 0 0,0 0-1 0 0,-2 0 1 0 0,1 18 0 0 0,-2 18 140 0 0,-7 79 0 0 0,0-89-198 0 0,-19 73-1 0 0,0-5-5637 0 0,25-88-3234 0 0</inkml:trace>
</inkml:ink>
</file>

<file path=ppt/ink/ink2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4:10.9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54 171 448 0 0,'-3'-2'3104'0'0,"-41"-27"8523"0"0,42 28-10918 0 0,2 1-653 0 0,0 0 0 0 0,-1 0 1 0 0,1 0-1 0 0,0-1 0 0 0,0 1 0 0 0,-1 0 0 0 0,1 0 1 0 0,0 0-1 0 0,0 0 0 0 0,-1 0 0 0 0,1-1 0 0 0,0 1 1 0 0,0 0-1 0 0,0 0 0 0 0,0 0 0 0 0,-1-1 0 0 0,1 1 0 0 0,0 0 1 0 0,0 0-1 0 0,0-1 0 0 0,0 1 0 0 0,0 0 0 0 0,-1 0 1 0 0,1-1-1 0 0,0 1 0 0 0,0 0 0 0 0,0 0 0 0 0,0-1 1 0 0,0 1-1 0 0,0 0 0 0 0,0-1 0 0 0,0 1 0 0 0,0 0 0 0 0,0 0 1 0 0,0-1-1 0 0,0 1 0 0 0,0 0 0 0 0,0 0 0 0 0,1-1 1 0 0,-1 1-1 0 0,0 0 0 0 0,0 0 0 0 0,0-1 0 0 0,0 1 0 0 0,19-6 1180 0 0,117-12-985 0 0,177-48-1 0 0,-257 47-2891 0 0,-52 17 1859 0 0,0 0-1 0 0,0 0 0 0 0,0 0 0 0 0,0-1 1 0 0,-1 1-1 0 0,5-4 0 0 0</inkml:trace>
</inkml:ink>
</file>

<file path=ppt/ink/ink2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4:11.1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37 1132 0 0,'-55'-31'14063'0'0,"55"30"-13800"0"0,-1 1 1 0 0,0-1-1 0 0,0 1 0 0 0,0-1 0 0 0,0 1 0 0 0,1-1 0 0 0,-1 1 0 0 0,0 0 0 0 0,0-1 0 0 0,0 1 0 0 0,0 0 0 0 0,0 0 0 0 0,-1-1 0 0 0,1 3-122 0 0,0 0-1 0 0,1-1 1 0 0,-1 1-1 0 0,1 0 1 0 0,-1 0-1 0 0,1 0 1 0 0,0 0-1 0 0,-1-1 1 0 0,1 1-1 0 0,0 0 1 0 0,0 0-1 0 0,1 0 1 0 0,-1 0-1 0 0,0 0 1 0 0,1 1-1 0 0,7 43 601 0 0,-5-31-459 0 0,3 34 192 0 0,0 87 1 0 0,-4-43-2451 0 0,7-2-4939 0 0,-4-72 2204 0 0</inkml:trace>
</inkml:ink>
</file>

<file path=ppt/ink/ink2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4:11.5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476 132 1080 0 0,'-2'-18'4111'0'0,"-6"-33"-1"0"0,7 47-3683 0 0,0 0 0 0 0,0 0 0 0 0,0 0-1 0 0,0 1 1 0 0,-1-1 0 0 0,1 0 0 0 0,-1 1-1 0 0,0-1 1 0 0,0 1 0 0 0,-1-1 0 0 0,1 1-1 0 0,-1 0 1 0 0,1 0 0 0 0,-5-4 0 0 0,4 6-195 0 0,0 0 1 0 0,0 0-1 0 0,0 0 1 0 0,-1 1-1 0 0,1-1 1 0 0,0 1-1 0 0,0 0 1 0 0,0 0-1 0 0,0 0 1 0 0,0 0-1 0 0,-1 0 1 0 0,1 1-1 0 0,0-1 0 0 0,0 1 1 0 0,0 0-1 0 0,0 0 1 0 0,0 0-1 0 0,-4 2 1 0 0,-6 4 105 0 0,0 1-1 0 0,1 0 1 0 0,0 1 0 0 0,0 0 0 0 0,0 1-1 0 0,1 0 1 0 0,1 0 0 0 0,-17 23 0 0 0,5-3 39 0 0,1 0 1 0 0,-23 48-1 0 0,30-50-227 0 0,2 1-1 0 0,0 0 1 0 0,-13 55 0 0 0,22-69-115 0 0,0 0-1 0 0,1 0 1 0 0,0 0 0 0 0,2 1 0 0 0,0-1 0 0 0,0 1 0 0 0,1-1 0 0 0,1 0 0 0 0,7 27 0 0 0,-6-36-25 0 0,-1 1 0 0 0,1-1 0 0 0,1 1 0 0 0,-1-1 0 0 0,1 0 0 0 0,0 0 0 0 0,1 0 0 0 0,0-1 0 0 0,-1 0 0 0 0,2 0 0 0 0,-1 0 0 0 0,0 0 0 0 0,1-1 0 0 0,0 0 0 0 0,0 0 0 0 0,0 0 0 0 0,1-1 0 0 0,-1 0 0 0 0,1 0 0 0 0,0-1 0 0 0,13 3 0 0 0,-15-4-7 0 0,0-1 0 0 0,1 0 0 0 0,-1-1 0 0 0,0 1-1 0 0,1-1 1 0 0,-1 0 0 0 0,0 0 0 0 0,0-1 0 0 0,1 1-1 0 0,-1-1 1 0 0,0 0 0 0 0,-1-1 0 0 0,1 1 0 0 0,0-1-1 0 0,-1 0 1 0 0,1 0 0 0 0,-1 0 0 0 0,0-1 0 0 0,0 0 0 0 0,0 1-1 0 0,-1-1 1 0 0,1-1 0 0 0,-1 1 0 0 0,0 0 0 0 0,0-1-1 0 0,-1 0 1 0 0,1 0 0 0 0,-1 1 0 0 0,0-1 0 0 0,0-1-1 0 0,-1 1 1 0 0,2-7 0 0 0,-3 10-6 0 0,0-1 0 0 0,0 1 0 0 0,0-1 0 0 0,0 1-1 0 0,-1-1 1 0 0,1 1 0 0 0,-1 0 0 0 0,1-1 0 0 0,-1 1 0 0 0,0-1 0 0 0,0 1 0 0 0,0 0-1 0 0,0 0 1 0 0,0 0 0 0 0,-1-1 0 0 0,1 1 0 0 0,-3-1 0 0 0,1-1-46 0 0,-1 1 1 0 0,1 0-1 0 0,-1 0 1 0 0,0 0-1 0 0,0 0 1 0 0,0 1 0 0 0,-1-1-1 0 0,-5-1 1 0 0,-2-1-397 0 0,-1 2 0 0 0,1-1 0 0 0,-1 1 1 0 0,0 1-1 0 0,-20-1 0 0 0,17 3-578 0 0,0 1-1 0 0,1 0 1 0 0,-1 1 0 0 0,1 1-1 0 0,-17 4 1 0 0,-37 17-6666 0 0,41-12 1530 0 0</inkml:trace>
</inkml:ink>
</file>

<file path=ppt/ink/ink2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4:12.8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118 252 720 0 0,'-24'-14'9072'0'0,"-48"-17"798"0"0,51 21-4252 0 0,21 8-5574 0 0,0 1 0 0 0,1 0 0 0 0,-1 0-1 0 0,1 0 1 0 0,-1 0 0 0 0,1 0 0 0 0,-1 0 0 0 0,1 0-1 0 0,-1 0 1 0 0,1 0 0 0 0,0 1 0 0 0,-1-1 0 0 0,1 0-1 0 0,0 0 1 0 0,0 0 0 0 0,0 1 0 0 0,0-1-1 0 0,0 1 1 0 0,0-1 0 0 0,0 0 0 0 0,0 1 0 0 0,0 0-1 0 0,0-1 1 0 0,1 0 0 0 0,33-13 188 0 0,-31 13-165 0 0,76-24 225 0 0,97-17 0 0 0,86-1-197 0 0,13-2-91 0 0,-240 39-1259 0 0</inkml:trace>
</inkml:ink>
</file>

<file path=ppt/ink/ink2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4:13.1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0 3080 0 0,'-2'2'2199'0'0,"-1"0"-1388"0"0,0 1-1 0 0,0-1 1 0 0,0 1-1 0 0,0 0 1 0 0,0 1-1 0 0,1-1 1 0 0,-1 0-1 0 0,1 1 1 0 0,-3 6-1 0 0,2-4-13 0 0,1 0 0 0 0,-1 0-1 0 0,2 1 1 0 0,-1-1-1 0 0,-1 11 1 0 0,2 6 456 0 0,1 0 0 0 0,4 39 1 0 0,-1-12-199 0 0,1 51-36 0 0,-2 219-672 0 0,-3-310-817 0 0,-2 57-2876 0 0,4-23-7105 0 0</inkml:trace>
</inkml:ink>
</file>

<file path=ppt/ink/ink2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4:13.7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32 174 2212 0 0,'-9'-25'3912'0'0,"4"11"-971"0"0,0 0 0 0 0,1-1 0 0 0,-5-27 0 0 0,9 39-2823 0 0,0 1 0 0 0,1 0 1 0 0,-1-1-1 0 0,1 1 0 0 0,-1 0 0 0 0,1 0 1 0 0,0-1-1 0 0,-1 1 0 0 0,1 0 1 0 0,1 0-1 0 0,-1 0 0 0 0,0 0 0 0 0,0 0 1 0 0,1 0-1 0 0,-1 0 0 0 0,1 0 1 0 0,-1 1-1 0 0,1-1 0 0 0,0 1 1 0 0,0-1-1 0 0,0 1 0 0 0,0 0 0 0 0,0-1 1 0 0,0 1-1 0 0,0 0 0 0 0,0 0 1 0 0,0 0-1 0 0,1 1 0 0 0,1-2 1 0 0,5 0 8 0 0,-1 0 0 0 0,1 0 1 0 0,0 0-1 0 0,-1 1 0 0 0,1 0 1 0 0,12 1-1 0 0,-11 0-68 0 0,-1 1 1 0 0,1 0-1 0 0,-1 1 0 0 0,0 0 0 0 0,1 1 1 0 0,-1 0-1 0 0,0 0 0 0 0,-1 1 1 0 0,1 0-1 0 0,15 10 0 0 0,-21-12-39 0 0,0 1-1 0 0,0-1 1 0 0,0 1-1 0 0,0 0 1 0 0,0 0-1 0 0,-1 0 0 0 0,1 0 1 0 0,-1 0-1 0 0,0 0 1 0 0,0 1-1 0 0,0-1 1 0 0,0 1-1 0 0,-1 0 1 0 0,0 0-1 0 0,1-1 1 0 0,-1 1-1 0 0,0 0 1 0 0,-1 0-1 0 0,1 0 1 0 0,-1 0-1 0 0,0 0 1 0 0,0 0-1 0 0,0 0 0 0 0,0 0 1 0 0,-1 0-1 0 0,0 0 1 0 0,0 0-1 0 0,-1 5 1 0 0,-3 3 49 0 0,0 1 0 0 0,0-1 0 0 0,-2 0 1 0 0,1-1-1 0 0,-1 0 0 0 0,-1 0 0 0 0,-13 15 0 0 0,-3 0 363 0 0,-40 34 0 0 0,52-46 195 0 0,12-14-616 0 0,0 0-1 0 0,0 0 1 0 0,0 0 0 0 0,0 0 0 0 0,0 1 0 0 0,0-1 0 0 0,0 0 0 0 0,0 0 0 0 0,0 0-1 0 0,0 1 1 0 0,0-1 0 0 0,0 0 0 0 0,0 0 0 0 0,0 0 0 0 0,0 1 0 0 0,0-1 0 0 0,0 0-1 0 0,0 0 1 0 0,0 0 0 0 0,0 0 0 0 0,0 1 0 0 0,0-1 0 0 0,1 0 0 0 0,-1 0 0 0 0,0 0-1 0 0,0 0 1 0 0,0 1 0 0 0,0-1 0 0 0,0 0 0 0 0,1 0 0 0 0,-1 0 0 0 0,0 0 0 0 0,0 0-1 0 0,0 0 1 0 0,0 0 0 0 0,1 0 0 0 0,-1 1 0 0 0,0-1 0 0 0,0 0 0 0 0,31 0 378 0 0,-15-1-390 0 0,-3 1 64 0 0,-1 1-1 0 0,1 0 1 0 0,0 1 0 0 0,-1 1 0 0 0,1 0 0 0 0,-1 0 0 0 0,0 1-1 0 0,0 1 1 0 0,0 0 0 0 0,0 0 0 0 0,-1 2 0 0 0,0-1-1 0 0,0 1 1 0 0,-1 1 0 0 0,0 0 0 0 0,0 0 0 0 0,-1 1 0 0 0,0 0-1 0 0,0 1 1 0 0,-1 0 0 0 0,8 14 0 0 0,1 3 396 0 0,-1 1 0 0 0,23 59-1 0 0,-34-75-205 0 0,-1 1-1 0 0,-1 0 0 0 0,0 0 1 0 0,0 0-1 0 0,-1 1 0 0 0,-1-1 1 0 0,0 0-1 0 0,-1 1 0 0 0,-3 23 1 0 0,2-33-227 0 0,0 0 0 0 0,0 0 0 0 0,0 0 0 0 0,0-1 0 0 0,-1 1 1 0 0,0 0-1 0 0,1-1 0 0 0,-1 0 0 0 0,-1 1 0 0 0,1-1 1 0 0,0 0-1 0 0,-1 0 0 0 0,1 0 0 0 0,-1 0 0 0 0,0-1 0 0 0,0 1 1 0 0,0-1-1 0 0,0 1 0 0 0,-1-1 0 0 0,1 0 0 0 0,-1-1 1 0 0,1 1-1 0 0,-1 0 0 0 0,0-1 0 0 0,-7 2 0 0 0,3-1 10 0 0,-1-1 0 0 0,0 0-1 0 0,1-1 1 0 0,-1 1 0 0 0,0-2 0 0 0,1 1-1 0 0,-1-1 1 0 0,0 0 0 0 0,1-1-1 0 0,-15-5 1 0 0,-11-4-1453 0 0,0-1 0 0 0,1-2-1 0 0,1-2 1 0 0,0-1 0 0 0,-32-23 0 0 0,50 27-1955 0 0</inkml:trace>
</inkml:ink>
</file>

<file path=ppt/ink/ink2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4:14.5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58 2472 0 0,'0'0'1892'0'0,"2"-26"6677"0"0,-2 25-8482 0 0,0 0 0 0 0,1 0 0 0 0,-1 0 0 0 0,1 0 0 0 0,-1 0 0 0 0,1 0 1 0 0,-1 0-1 0 0,1 0 0 0 0,0 0 0 0 0,-1 0 0 0 0,1 1 0 0 0,0-1 0 0 0,0 0 1 0 0,-1 0-1 0 0,1 1 0 0 0,0-1 0 0 0,0 0 0 0 0,0 1 0 0 0,0-1 1 0 0,0 1-1 0 0,0 0 0 0 0,0-1 0 0 0,0 1 0 0 0,0 0 0 0 0,0-1 0 0 0,0 1 1 0 0,0 0-1 0 0,0 0 0 0 0,0 0 0 0 0,0 0 0 0 0,2 0 0 0 0,48-1 202 0 0,-35 2-78 0 0,50-1 86 0 0,172-7 306 0 0,-161 4-389 0 0,-74 3-194 0 0,-1-1-9 0 0,10 0 1 0 0,-9 1-4 0 0,5 0 760 0 0</inkml:trace>
</inkml:ink>
</file>

<file path=ppt/ink/ink2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4:14.8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 57 1276 0 0,'38'-47'8915'0'0,"-37"46"-8578"0"0,0 0-248 0 0,-1 1 1 0 0,0-1-1 0 0,1 0 1 0 0,-1 1 0 0 0,1-1-1 0 0,-1 1 1 0 0,1-1-1 0 0,-1 1 1 0 0,1-1-1 0 0,-1 1 1 0 0,1-1 0 0 0,-1 1-1 0 0,1 0 1 0 0,0-1-1 0 0,-1 1 1 0 0,2-1-1 0 0,-1 3 41 0 0,1 1 0 0 0,-1-1 1 0 0,-1 1-1 0 0,1-1 0 0 0,0 1 0 0 0,-1-1 0 0 0,1 1 0 0 0,-1 0 0 0 0,0-1 0 0 0,1 1 0 0 0,-1-1 0 0 0,-1 1 0 0 0,0 5 0 0 0,-7 41 1063 0 0,5-37-930 0 0,-83 285 1828 0 0,11-52-5067 0 0,57-169-4121 0 0,14-57 2156 0 0</inkml:trace>
</inkml:ink>
</file>

<file path=ppt/ink/ink2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4:15.4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85 20 0 0,'3'-84'12490'0'0,"14"98"-10693"0"0,39 84 1068 0 0,-18-32-2258 0 0,64 89 0 0 0,-39-73-374 0 0,-63-82-230 0 0,1 1 1 0 0,-1 0-1 0 0,0-1 1 0 0,1 1-1 0 0,0-1 0 0 0,-1 1 1 0 0,1-1-1 0 0,-1 1 1 0 0,1 0-1 0 0,0-1 0 0 0,-1 0 1 0 0,1 1-1 0 0,0-1 1 0 0,-1 1-1 0 0,1-1 0 0 0,0 0 1 0 0,-1 0-1 0 0,1 1 1 0 0,0-1-1 0 0,0 0 0 0 0,0 0 1 0 0,-1 0-1 0 0,1 0 1 0 0,0 0-1 0 0,0 0 0 0 0,0 0 1 0 0,-1 0-1 0 0,1 0 1 0 0,0 0-1 0 0,0-1 1 0 0,-1 1-1 0 0,1 0 0 0 0,0 0 1 0 0,0-1-1 0 0,-1 1 1 0 0,1 0-1 0 0,0-1 0 0 0,-1 1 1 0 0,1-1-1 0 0,0 1 1 0 0,-1-1-1 0 0,1 1 0 0 0,-1-1 1 0 0,1 0-1 0 0,-1 1 1 0 0,1-2-1 0 0,3-3 0 0 0,1 0 0 0 0,-2-1 0 0 0,1 0 0 0 0,3-7 0 0 0,-4 7 9 0 0,18-36-20 0 0,17-53 0 0 0,11-21-58 0 0,-35 84 43 0 0,-11 24 21 0 0,0 1 0 0 0,0-1 0 0 0,0 1 1 0 0,1-1-1 0 0,1 1 0 0 0,-1 0 0 0 0,1 1 0 0 0,0-1 0 0 0,7-6 0 0 0,-8 10-2 0 0,-4 3 3 0 0,1-1 1 0 0,-1 1 0 0 0,1-1 0 0 0,-1 1 0 0 0,1 0-1 0 0,0-1 1 0 0,-1 1 0 0 0,1 0 0 0 0,0-1 0 0 0,-1 1-1 0 0,1 0 1 0 0,0 0 0 0 0,-1 0 0 0 0,1-1-1 0 0,0 1 1 0 0,-1 0 0 0 0,1 0 0 0 0,0 0 0 0 0,0 0-1 0 0,-1 0 1 0 0,2 1 0 0 0,28 4 9 0 0,-21 3 4 0 0,-5-3-2 0 0,0 1 29 0 0,1 0-1 0 0,-1-1 0 0 0,0 2 1 0 0,-1-1-1 0 0,1 0 0 0 0,-1 1 0 0 0,0-1 1 0 0,-1 1-1 0 0,0 0 0 0 0,0 0 1 0 0,2 10-1 0 0,-1 1 63 0 0,-1 1 0 0 0,-1-1 0 0 0,-1 24 0 0 0,-4-8 48 0 0,-1-1 1 0 0,-14 52-1 0 0,-5 27-3379 0 0,24-111 3038 0 0,0 20-1844 0 0,0-20 1739 0 0,0 0 0 0 0,0-1 0 0 0,0 1 0 0 0,0 0 0 0 0,0 0 0 0 0,1 0 0 0 0,-1-1 0 0 0,0 1 0 0 0,0 0 0 0 0,1 0 0 0 0,-1-1 0 0 0,1 1 0 0 0,8 6-3552 0 0,5-2-634 0 0</inkml:trace>
</inkml:ink>
</file>

<file path=ppt/ink/ink2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4:15.6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0 108 200 0 0,'1'-3'2636'0'0,"16"-37"9473"0"0,-10 31-9552 0 0,39 10-1169 0 0,-5 2-1109 0 0,0-4-91 0 0,73-11 0 0 0,-90 8-1314 0 0,0-2 1 0 0,27-9-1 0 0,-26 4-1685 0 0,-10 1-2213 0 0</inkml:trace>
</inkml:ink>
</file>

<file path=ppt/ink/ink2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4:15.8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7 2520 0 0,'-3'-1'1819'0'0,"1"0"-1525"0"0,-2 0 406 0 0,0 0 0 0 0,1 0-1 0 0,-1 0 1 0 0,0 1 0 0 0,0-1-1 0 0,0 1 1 0 0,-6 0-1 0 0,9 0-569 0 0,0 1 0 0 0,0-1-1 0 0,0 1 1 0 0,0-1-1 0 0,0 1 1 0 0,0-1-1 0 0,0 1 1 0 0,0 0 0 0 0,0-1-1 0 0,0 1 1 0 0,0 0-1 0 0,0 0 1 0 0,1-1-1 0 0,-1 1 1 0 0,0 0 0 0 0,1 0-1 0 0,-1 0 1 0 0,0 0-1 0 0,1 0 1 0 0,-1 0-1 0 0,1 0 1 0 0,-1 0 0 0 0,1 0-1 0 0,0 1 1 0 0,0-1-1 0 0,-1 0 1 0 0,1 0-1 0 0,0 0 1 0 0,0 0 0 0 0,0 0-1 0 0,0 2 1 0 0,-1 43 1473 0 0,2 0 0 0 0,11 69-1 0 0,-1-4-1221 0 0,1 9-1833 0 0,-9-102-316 0 0,0 0 0 0 0,9 23 1 0 0,-5-24-2397 0 0</inkml:trace>
</inkml:ink>
</file>

<file path=ppt/ink/ink2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4:16.1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0 150 1052 0 0,'67'-141'15214'0'0,"-67"141"-15148"0"0,0-1 0 0 0,0 1 0 0 0,0 0 0 0 0,0-1 0 0 0,0 1 1 0 0,0 0-1 0 0,0-1 0 0 0,0 1 0 0 0,0 0 0 0 0,0-1 0 0 0,1 1 0 0 0,-1 0 0 0 0,0-1 0 0 0,0 1 0 0 0,0 0 0 0 0,1-1 0 0 0,-1 1 0 0 0,0 0 0 0 0,0 0 0 0 0,1-1 0 0 0,-1 1 0 0 0,0 0 1 0 0,1 0-1 0 0,-1 0 0 0 0,0-1 0 0 0,1 1 0 0 0,-1 0 0 0 0,0 0 0 0 0,1 0 0 0 0,-1 0 0 0 0,0 0 0 0 0,1 0 0 0 0,-1 0 0 0 0,0-1 0 0 0,1 1 0 0 0,0 1 0 0 0,7 11 1530 0 0,0 23 108 0 0,-2 42 412 0 0,-6 120 0 0 0,-10-60-1949 0 0,-3-1-3898 0 0,3-43-2009 0 0,4-62-1694 0 0</inkml:trace>
</inkml:ink>
</file>

<file path=ppt/ink/ink2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4:16.4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43 496 0 0,'-55'2'10906'0'0,"11"0"-2789"0"0,41-2-7401 0 0,34-6 2697 0 0,71-9-2599 0 0,238-9 69 0 0,1 22-1409 0 0,-225 2-583 0 0,-107 0 49 0 0,0 1 0 0 0,-1 0 0 0 0,1 0 0 0 0,0 0 0 0 0,10 4 0 0 0,-18-4 933 0 0,-1-1 1 0 0,0 0 0 0 0,1 1 0 0 0,-1-1 0 0 0,0 0-1 0 0,1 0 1 0 0,-1 1 0 0 0,0-1 0 0 0,0 1 0 0 0,1-1-1 0 0,-1 0 1 0 0,0 1 0 0 0,0-1 0 0 0,0 0-1 0 0,1 1 1 0 0,-1-1 0 0 0,0 1 0 0 0,0-1 0 0 0,0 1-1 0 0,0-1 1 0 0,0 0 0 0 0,0 1 0 0 0,0-1 0 0 0,0 1-1 0 0,0 0 1 0 0</inkml:trace>
</inkml:ink>
</file>

<file path=ppt/ink/ink2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4:16.7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0 668 0 0,'-15'3'7629'0'0,"8"-1"-6285"0"0,5-1-710 0 0,-1 0 0 0 0,1 0 0 0 0,-1 0 0 0 0,1 0 0 0 0,0 0 0 0 0,-1 0 0 0 0,1 0 0 0 0,0 1 0 0 0,-2 1 0 0 0,3-1-422 0 0,1 0 0 0 0,-1-1 1 0 0,1 1-1 0 0,0 0 0 0 0,0 0 0 0 0,0-1 0 0 0,0 1 1 0 0,0 0-1 0 0,1 0 0 0 0,-1-1 0 0 0,0 1 1 0 0,2 3-1 0 0,-2-3-127 0 0,6 70 2906 0 0,-4 103 0 0 0,-9-64-2615 0 0,-29 145-1 0 0,34-247-812 0 0,-9 56-2404 0 0,5-25-6074 0 0</inkml:trace>
</inkml:ink>
</file>

<file path=ppt/ink/ink2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4:17.2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279 175 364 0 0,'12'-133'16708'0'0,"-11"124"-15711"0"0,0 7-787 0 0,-1 0 1 0 0,0 0-1 0 0,1-1 1 0 0,-1 1-1 0 0,1 0 0 0 0,0 0 1 0 0,0 0-1 0 0,2-4 0 0 0,-2 5-169 0 0,0 0-1 0 0,0 0 0 0 0,0 1 0 0 0,0-1 1 0 0,1 0-1 0 0,-1 0 0 0 0,0 1 0 0 0,0-1 0 0 0,1 1 1 0 0,-1-1-1 0 0,0 1 0 0 0,1 0 0 0 0,-1-1 1 0 0,0 1-1 0 0,1 0 0 0 0,-1 0 0 0 0,2 0 1 0 0,10-1 43 0 0,0 1 1 0 0,0 1-1 0 0,0 0 1 0 0,0 1-1 0 0,22 5 1 0 0,-29-5-69 0 0,0 0-1 0 0,0 0 1 0 0,-1 0 0 0 0,1 1-1 0 0,0-1 1 0 0,-1 1 0 0 0,1 1-1 0 0,-1-1 1 0 0,0 1-1 0 0,0 0 1 0 0,-1 0 0 0 0,1 0-1 0 0,-1 1 1 0 0,7 9 0 0 0,-10-11 7 0 0,1 0 1 0 0,-1 0 0 0 0,0 1 0 0 0,0-1 0 0 0,0 1 0 0 0,0-1-1 0 0,-1 1 1 0 0,0-1 0 0 0,1 1 0 0 0,-1-1 0 0 0,-1 1 0 0 0,1-1-1 0 0,0 1 1 0 0,-1-1 0 0 0,0 1 0 0 0,0-1 0 0 0,0 1 0 0 0,0-1-1 0 0,0 0 1 0 0,-1 1 0 0 0,1-1 0 0 0,-1 0 0 0 0,0 0-1 0 0,-4 5 1 0 0,-4 6 307 0 0,-1-1-1 0 0,0-1 1 0 0,-23 21-1 0 0,-1-5 1325 0 0,-48 29 0 0 0,55-39-514 0 0,28-17-1119 0 0,-1-1 0 0 0,1 0 0 0 0,0 0 1 0 0,-1 0-1 0 0,1 0 0 0 0,0 1 1 0 0,0-1-1 0 0,-1 0 0 0 0,1 0 0 0 0,0 0 1 0 0,-1 1-1 0 0,1-1 0 0 0,0 0 0 0 0,0 1 1 0 0,0-1-1 0 0,-1 0 0 0 0,1 0 1 0 0,0 1-1 0 0,0-1 0 0 0,0 0 0 0 0,0 1 1 0 0,-1-1-1 0 0,1 1 0 0 0,0-1 1 0 0,0 0-1 0 0,0 1 0 0 0,0-1 0 0 0,0 0 1 0 0,0 1-1 0 0,0-1 0 0 0,0 0 0 0 0,0 1 1 0 0,0-1-1 0 0,0 1 0 0 0,1-1 1 0 0,11 9 503 0 0,19-1 239 0 0,-31-8-751 0 0,30 7 550 0 0,0 1 0 0 0,-1 2 0 0 0,0 1 0 0 0,50 26 0 0 0,-54-24-559 0 0,-1 1-1 0 0,0 1 0 0 0,-1 0 0 0 0,0 2 1 0 0,-1 1-1 0 0,-1 1 0 0 0,-1 1 0 0 0,-1 0 1 0 0,28 39-1 0 0,-46-57-4 0 0,1 1 0 0 0,0-1 0 0 0,-1 1 0 0 0,1 0 0 0 0,-1 0 0 0 0,0-1 0 0 0,0 1 0 0 0,0 0 0 0 0,-1 0 0 0 0,1 0 0 0 0,0 0 0 0 0,-1 0 0 0 0,0 0 0 0 0,0 1 0 0 0,0-1 0 0 0,0 0 0 0 0,0 0 0 0 0,-1 0 0 0 0,0 3 0 0 0,-1-2 0 0 0,0-1 0 0 0,1 1 0 0 0,-1 0 0 0 0,-1-1 0 0 0,1 0 0 0 0,0 0 0 0 0,-1 0 0 0 0,0 0 0 0 0,1 0 0 0 0,-1 0 0 0 0,-1 0 0 0 0,-5 3 0 0 0,-3 1 0 0 0,0 0 0 0 0,-1-1 0 0 0,1-1 0 0 0,-1 0 0 0 0,-1-1 0 0 0,1 0 0 0 0,-18 2 0 0 0,2-2-540 0 0,0-1 1 0 0,1-2-1 0 0,-1-1 0 0 0,0-1 1 0 0,0-2-1 0 0,1 0 1 0 0,-50-14-1 0 0,39 5-652 0 0,1-2-1 0 0,0-1 1 0 0,2-2 0 0 0,-68-42 0 0 0,43 21-9069 0 0,34 19 437 0 0</inkml:trace>
</inkml:ink>
</file>

<file path=ppt/ink/ink2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4:31.2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30 1280 0 0,'0'0'1708'0'0,"-2"-9"116"0"0,4 0-1188 0 0,0-3-3680 0 0</inkml:trace>
</inkml:ink>
</file>

<file path=ppt/ink/ink2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4:32.9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15 696 0 0,'0'0'1158'0'0,"-2"0"-143"0"0,-30-1 5719 0 0,25 2-6204 0 0,10 0-382 0 0,7 2-51 0 0,0-1 0 0 0,1-1 0 0 0,-1 0 0 0 0,1 0 0 0 0,16-1 0 0 0,59-9 116 0 0,-17 1-114 0 0,-41 6-80 0 0,85-2 54 0 0,-99 4-70 0 0,-1 1-1 0 0,0 1 1 0 0,0 0 0 0 0,0 1 0 0 0,0 0 0 0 0,17 7 0 0 0,-28-9-2 0 0,1 0 0 0 0,-1 0-1 0 0,0 0 1 0 0,0 0 0 0 0,0 0 0 0 0,-1 0 0 0 0,1 1-1 0 0,0-1 1 0 0,0 1 0 0 0,-1-1 0 0 0,1 1 0 0 0,-1 0-1 0 0,1 0 1 0 0,-1-1 0 0 0,0 1 0 0 0,0 0-1 0 0,0 0 1 0 0,0 0 0 0 0,0 0 0 0 0,1 4 0 0 0,-1-3 1 0 0,-1 0 0 0 0,0 1 0 0 0,0-1 0 0 0,0 0 0 0 0,0 1 0 0 0,-1-1 1 0 0,1 0-1 0 0,-1 1 0 0 0,0-1 0 0 0,0 0 0 0 0,0 0 0 0 0,-2 5 0 0 0,-4 6 2 0 0,-1-1-1 0 0,-1 1 1 0 0,0-1 0 0 0,-18 18-1 0 0,-25 26 12 0 0,-61 50 0 0 0,-68 43 729 0 0,106-89-218 0 0,54-45-399 0 0,14-11-82 0 0,0 0-1 0 0,0 0 1 0 0,1 1-1 0 0,-1 0 0 0 0,1 0 1 0 0,1 0-1 0 0,-1 1 1 0 0,1 0-1 0 0,-7 12 1 0 0,11-18-36 0 0,1 0 0 0 0,0 0 0 0 0,0 0 1 0 0,-1 0-1 0 0,1 0 0 0 0,0 0 0 0 0,0 0 1 0 0,0 0-1 0 0,0 0 0 0 0,0 0 0 0 0,0 0 1 0 0,0 0-1 0 0,1 0 0 0 0,-1 0 0 0 0,0 0 1 0 0,0 0-1 0 0,1 0 0 0 0,-1 0 0 0 0,1 0 1 0 0,-1 0-1 0 0,1 0 0 0 0,-1 0 0 0 0,1 0 1 0 0,0 0-1 0 0,-1-1 0 0 0,1 1 1 0 0,0 0-1 0 0,-1-1 0 0 0,1 1 0 0 0,0 0 1 0 0,0-1-1 0 0,0 1 0 0 0,0-1 0 0 0,0 1 1 0 0,0-1-1 0 0,1 1 0 0 0,3 1 5 0 0,1 0 0 0 0,-1 0 0 0 0,0-1 0 0 0,1 1 0 0 0,5-1 0 0 0,55 4 39 0 0,-1-4 1 0 0,1-2-1 0 0,66-10 0 0 0,-97 7-30 0 0,118-15-1817 0 0,-52-4-3836 0 0,-61 10 1575 0 0</inkml:trace>
</inkml:ink>
</file>

<file path=ppt/ink/ink2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4:33.2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98 612 0 0,'-20'-8'6531'0'0,"-37"-12"-1"0"0,28 11-3313 0 0,27 9-2813 0 0,72-4-241 0 0,134-24 0 0 0,-113 13-3370 0 0,0 3-4193 0 0,-75 11 2791 0 0</inkml:trace>
</inkml:ink>
</file>

<file path=ppt/ink/ink2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4:33.4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134 0 1988 0 0,'-14'8'1282'0'0,"-101"64"9831"0"0,115-72-11085 0 0,0 0-1 0 0,-1 0 0 0 0,1 0 0 0 0,0 1 0 0 0,0-1 0 0 0,-1 0 1 0 0,1 0-1 0 0,0 1 0 0 0,-1-1 0 0 0,1 0 0 0 0,0 1 1 0 0,0-1-1 0 0,0 0 0 0 0,-1 1 0 0 0,1-1 0 0 0,0 0 1 0 0,0 1-1 0 0,0-1 0 0 0,0 0 0 0 0,0 1 0 0 0,0-1 1 0 0,0 1-1 0 0,0-1 0 0 0,0 0 0 0 0,0 1 0 0 0,0-1 1 0 0,0 1-1 0 0,0-1 0 0 0,0 0 0 0 0,0 1 0 0 0,0-1 1 0 0,0 0-1 0 0,0 1 0 0 0,0-1 0 0 0,0 1 0 0 0,1-1 1 0 0,-1 0-1 0 0,0 1 0 0 0,0-1 0 0 0,0 0 0 0 0,1 0 1 0 0,-1 1-1 0 0,0-1 0 0 0,1 0 0 0 0,-1 1 0 0 0,0-1 1 0 0,0 0-1 0 0,1 0 0 0 0,-1 0 0 0 0,1 1 0 0 0,-1-1 1 0 0,0 0-1 0 0,1 0 0 0 0,-1 0 0 0 0,0 0 0 0 0,1 0 1 0 0,-1 0-1 0 0,0 0 0 0 0,1 0 0 0 0,-1 1 0 0 0,1-2 0 0 0,32-1-333 0 0,-1-2 0 0 0,0-1 0 0 0,44-14 0 0 0,-18 5-1338 0 0,52-12-4118 0 0,-54 14 727 0 0</inkml:trace>
</inkml:ink>
</file>

<file path=ppt/ink/ink2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4:33.9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221 84 240 0 0,'0'-3'2089'0'0,"0"-1"-1324"0"0,-3-39 5701 0 0,2 41-6293 0 0,1 1-1 0 0,0-1 0 0 0,-1 0 0 0 0,0 0 0 0 0,1 0 0 0 0,-1 0 0 0 0,0 1 0 0 0,0-1 0 0 0,0 0 0 0 0,0 1 0 0 0,0-1 0 0 0,0 1 0 0 0,0-1 0 0 0,-1 1 1 0 0,1 0-1 0 0,0-1 0 0 0,-1 1 0 0 0,-3-2 0 0 0,4 2 155 0 0,-2 1-65 0 0,0 0-196 0 0,0 0-1 0 0,0 0 0 0 0,1 0 1 0 0,-1 0-1 0 0,0 1 0 0 0,0 0 0 0 0,0-1 1 0 0,0 1-1 0 0,1 0 0 0 0,-1 0 1 0 0,0 0-1 0 0,1 1 0 0 0,-4 2 1 0 0,-1 0 80 0 0,1 1 1 0 0,0 0-1 0 0,1 0 1 0 0,-11 11-1 0 0,6-2 34 0 0,0 0 0 0 0,1 0 0 0 0,0 1 0 0 0,-7 17 0 0 0,4-6 61 0 0,2 0-1 0 0,1 1 1 0 0,1 0-1 0 0,-4 29 1 0 0,10-48-219 0 0,1 0 0 0 0,0 1 1 0 0,0-1-1 0 0,1 0 0 0 0,0 1 1 0 0,1-1-1 0 0,0 0 1 0 0,0 1-1 0 0,1-1 0 0 0,0 0 1 0 0,0 0-1 0 0,1 0 0 0 0,0 0 1 0 0,0-1-1 0 0,1 1 1 0 0,0-1-1 0 0,0 0 0 0 0,6 8 1 0 0,-5-10-83 0 0,1-1 0 0 0,-1 0 1 0 0,1 1-1 0 0,0-2 1 0 0,-1 1-1 0 0,2-1 0 0 0,-1 0 1 0 0,0 0-1 0 0,1-1 0 0 0,-1 1 1 0 0,1-2-1 0 0,0 1 1 0 0,10 1-1 0 0,9 0-962 0 0,-1-1 1 0 0,32-2-1 0 0,-26-2-2344 0 0,51-10 0 0 0,-42 4-1192 0 0</inkml:trace>
</inkml:ink>
</file>

<file path=ppt/ink/ink2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4:34.1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134 14 1768 0 0,'-10'-14'10038'0'0,"10"15"-9927"0"0,-18 27 2117 0 0,-2 14-1644 0 0,2 0-1 0 0,-21 77 1 0 0,29-79-2861 0 0,-7 63 0 0 0,15-63-3401 0 0</inkml:trace>
</inkml:ink>
</file>

<file path=ppt/ink/ink2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4:34.7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1 120 616 0 0,'0'-6'643'0'0,"2"0"1"0"0,-1-1-1 0 0,1 1 1 0 0,-1 0-1 0 0,2 0 1 0 0,-1 0-1 0 0,1 0 0 0 0,0 1 1 0 0,0-1-1 0 0,0 1 1 0 0,1-1-1 0 0,0 1 1 0 0,5-6-1 0 0,-5 8-533 0 0,1-1 0 0 0,-1 1 0 0 0,1 0 0 0 0,-1 0 0 0 0,1 0 0 0 0,0 1 0 0 0,0 0 0 0 0,0 0 1 0 0,0 0-1 0 0,0 0 0 0 0,1 1 0 0 0,-1 0 0 0 0,1 0 0 0 0,-1 1 0 0 0,0-1 0 0 0,7 1 0 0 0,-6 0-52 0 0,0 1-1 0 0,1-1 1 0 0,-1 1 0 0 0,0 1-1 0 0,0-1 1 0 0,0 1 0 0 0,1 0-1 0 0,-2 0 1 0 0,1 1-1 0 0,0 0 1 0 0,0 0 0 0 0,-1 0-1 0 0,0 0 1 0 0,1 1 0 0 0,6 7-1 0 0,-9-8 28 0 0,0 0 0 0 0,0 0 1 0 0,-1 0-1 0 0,0 1 0 0 0,1-1 0 0 0,-1 1 0 0 0,-1-1 0 0 0,1 1 0 0 0,0 0 0 0 0,-1 0 0 0 0,0 0 1 0 0,0 0-1 0 0,0 0 0 0 0,0 0 0 0 0,0 0 0 0 0,-1 0 0 0 0,0 0 0 0 0,0 0 0 0 0,0 0 0 0 0,-1 0 0 0 0,1 0 1 0 0,-1 0-1 0 0,0 0 0 0 0,0 0 0 0 0,-2 5 0 0 0,-45 93 1743 0 0,48-100-1737 0 0,-2 6 213 0 0,29-16-235 0 0,-20 7-65 0 0,1-1 0 0 0,-1 1 0 0 0,0 0 0 0 0,1 0 0 0 0,-1 1 0 0 0,1 0 0 0 0,-1 0-1 0 0,1 1 1 0 0,-1 0 0 0 0,0 0 0 0 0,1 1 0 0 0,-1 0 0 0 0,8 3 0 0 0,-2-1 31 0 0,-1 1 1 0 0,0 0-1 0 0,0 1 0 0 0,-1 0 1 0 0,0 1-1 0 0,0 0 0 0 0,0 0 1 0 0,17 17-1 0 0,-25-21 85 0 0,0 1-1 0 0,0-1 1 0 0,0 1-1 0 0,0 0 1 0 0,-1 0-1 0 0,1 0 1 0 0,-1 0-1 0 0,0 0 1 0 0,0 1-1 0 0,-1-1 1 0 0,1 1-1 0 0,-1-1 1 0 0,0 1-1 0 0,0-1 1 0 0,-1 1-1 0 0,1 0 1 0 0,-1-1-1 0 0,0 1 1 0 0,0 0-1 0 0,-1-1 1 0 0,1 1-1 0 0,-1 0 1 0 0,0-1-1 0 0,0 1 1 0 0,-1-1-1 0 0,1 1 1 0 0,-5 6-1 0 0,1 0 55 0 0,-1-1 0 0 0,-1 0 0 0 0,0-1 0 0 0,0 0 0 0 0,-1 0 0 0 0,0 0 0 0 0,-1-1 0 0 0,0 0 0 0 0,0-1 0 0 0,0 0 0 0 0,-1 0 0 0 0,0-1 0 0 0,0 0 0 0 0,-1-1 0 0 0,0 0 0 0 0,0-1 0 0 0,-14 4 0 0 0,1-2-63 0 0,-1 0 0 0 0,1-2 1 0 0,-1-1-1 0 0,0-1 0 0 0,0-1 0 0 0,0-1 1 0 0,-29-4-1 0 0,50 4-343 0 0,0 0 0 0 0,0-1 0 0 0,0 0 0 0 0,0 0 0 0 0,0 0 0 0 0,0 0 0 0 0,1-1 0 0 0,-1 1 0 0 0,0-1 0 0 0,1 0 0 0 0,-1 0 0 0 0,-3-4 0 0 0,6 6 102 0 0,1-1-1 0 0,-1 0 0 0 0,1 1 0 0 0,-1-1 0 0 0,1 0 1 0 0,0 0-1 0 0,0 0 0 0 0,-1 1 0 0 0,1-1 0 0 0,0 0 1 0 0,0 0-1 0 0,0 0 0 0 0,0 0 0 0 0,0 1 0 0 0,0-1 1 0 0,0 0-1 0 0,0 0 0 0 0,0 0 0 0 0,0 0 0 0 0,1 1 1 0 0,-1-1-1 0 0,0 0 0 0 0,1 0 0 0 0,-1 0 1 0 0,0 1-1 0 0,1-1 0 0 0,-1 0 0 0 0,2 0 0 0 0,13-19-2696 0 0,19-16-3889 0 0,-12 16 809 0 0</inkml:trace>
</inkml:ink>
</file>

<file path=ppt/ink/ink2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4:35.1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61 2684 0 0,'-60'-60'14688'0'0,"61"63"-14471"0"0,1 0 1 0 0,-1 0-1 0 0,1 0 0 0 0,0-1 0 0 0,0 1 0 0 0,0 0 1 0 0,0-1-1 0 0,1 0 0 0 0,-1 1 0 0 0,1-1 1 0 0,2 2-1 0 0,4 5 221 0 0,52 55 648 0 0,122 135 751 0 0,-70-58-4125 0 0,-109-136 1950 0 0,29 38-3083 0 0,-8-21-1867 0 0</inkml:trace>
</inkml:ink>
</file>

<file path=ppt/ink/ink2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4:35.3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445 92 1784 0 0,'-4'-83'12503'0'0,"4"83"-12408"0"0,1 0 0 0 0,-1-1 0 0 0,0 1 0 0 0,0 0 0 0 0,0 0 0 0 0,0-1 0 0 0,0 1 0 0 0,0 0 0 0 0,0-1 0 0 0,0 1 0 0 0,-1 0 0 0 0,1-1 0 0 0,0 1 0 0 0,0 0 0 0 0,0 0 0 0 0,0-1 0 0 0,0 1 0 0 0,0 0 0 0 0,-1 0 0 0 0,1-1 0 0 0,0 1 0 0 0,0 0 0 0 0,0-1 95 0 0,-1 1-95 0 0,1 0 0 0 0,0 0 0 0 0,0 0 0 0 0,-1-1 0 0 0,1 1 0 0 0,0 0 0 0 0,-1 0 0 0 0,1 0 0 0 0,-1 0 0 0 0,-10 4 1119 0 0,-9 13-147 0 0,-14 20 367 0 0,-58 78 1 0 0,-16 52-786 0 0,-3 31-740 0 0,97-169-1365 0 0,-13 49 0 0 0,21-59-608 0 0,2 1 0 0 0,0-1-1 0 0,-1 32 1 0 0,6-33-1972 0 0,3-2-1675 0 0</inkml:trace>
</inkml:ink>
</file>

<file path=ppt/ink/ink2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4:35.6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40 2664 0 0,'5'-12'5407'0'0,"-4"9"-4420"0"0,0 0 1 0 0,0 0-1 0 0,10-15 6727 0 0,-12 48-6127 0 0,-2 0-1 0 0,-8 34 1 0 0,4-29-1210 0 0,0 3-403 0 0,-23 149 673 0 0,13-63-5800 0 0,15-97 1724 0 0</inkml:trace>
</inkml:ink>
</file>

<file path=ppt/ink/ink2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4:36.1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73 129 2728 0 0,'-10'-61'10321'0'0,"10"60"-10241"0"0,0-1 0 0 0,0 1 0 0 0,1 0 0 0 0,-1-1 0 0 0,1 1 0 0 0,-1-1 0 0 0,1 1 0 0 0,0 0 0 0 0,-1-1 0 0 0,1 1 0 0 0,0 0 0 0 0,0 0 0 0 0,0 0 0 0 0,0-1 0 0 0,0 1 0 0 0,0 0 0 0 0,0 0 0 0 0,0 0 0 0 0,0 1 0 0 0,2-2 0 0 0,24-14 658 0 0,-13 11-490 0 0,0 0 0 0 0,0 1-1 0 0,1 0 1 0 0,16-1 0 0 0,-22 4-181 0 0,0 0 0 0 0,0 1 1 0 0,-1 0-1 0 0,1 0 0 0 0,0 1 1 0 0,0 0-1 0 0,-1 1 0 0 0,12 3 1 0 0,-17-4 11 0 0,1 0 0 0 0,-1 0 0 0 0,0 1 0 0 0,0-1 0 0 0,0 1 0 0 0,0 0 0 0 0,0 0 0 0 0,0 0 0 0 0,0 0 0 0 0,-1 0 0 0 0,1 1 0 0 0,-1 0 0 0 0,0-1 1 0 0,1 1-1 0 0,-1 0 0 0 0,0 0 0 0 0,-1 0 0 0 0,1 0 0 0 0,0 0 0 0 0,-1 0 0 0 0,0 1 0 0 0,0-1 0 0 0,0 0 0 0 0,0 1 0 0 0,0-1 0 0 0,-1 1 0 0 0,0-1 0 0 0,1 1 1 0 0,-1-1-1 0 0,0 1 0 0 0,-1-1 0 0 0,1 1 0 0 0,-1-1 0 0 0,1 1 0 0 0,-3 3 0 0 0,0 6 82 0 0,-1-1 0 0 0,-1 0 0 0 0,0 0 0 0 0,-1 0 0 0 0,0-1 0 0 0,-1 1 0 0 0,0-2 0 0 0,-10 13 0 0 0,-3 1 72 0 0,-2 4 216 0 0,-48 46 1 0 0,69-74-447 0 0,1 1 0 0 0,-1-1 0 0 0,0 1 1 0 0,0-1-1 0 0,0 1 0 0 0,1-1 0 0 0,-1 1 0 0 0,0 0 1 0 0,1 0-1 0 0,-1-1 0 0 0,1 1 0 0 0,-1 0 0 0 0,1 0 1 0 0,-1-1-1 0 0,1 1 0 0 0,-1 0 0 0 0,1 0 0 0 0,0 0 1 0 0,-1 0-1 0 0,1 0 0 0 0,0 0 0 0 0,0 0 0 0 0,0 0 1 0 0,1 0-3 0 0,0 0 1 0 0,0-1-1 0 0,0 1 1 0 0,1-1-1 0 0,-1 0 1 0 0,0 1-1 0 0,0-1 1 0 0,1 0-1 0 0,-1 0 1 0 0,0 0 0 0 0,1 0-1 0 0,-1 0 1 0 0,0 0-1 0 0,0 0 1 0 0,1 0-1 0 0,-1-1 1 0 0,3 0-1 0 0,13-2 4 0 0,0 1 0 0 0,0 0-1 0 0,0 2 1 0 0,0 0 0 0 0,1 1-1 0 0,-1 0 1 0 0,20 5 0 0 0,-24-2 45 0 0,0 1 0 0 0,0 0 0 0 0,-1 0 0 0 0,21 14 1 0 0,-29-16 142 0 0,1-1 1 0 0,-1 1 0 0 0,0 0-1 0 0,-1 0 1 0 0,1 1-1 0 0,-1-1 1 0 0,1 1 0 0 0,-1 0-1 0 0,0-1 1 0 0,0 1 0 0 0,-1 1-1 0 0,1-1 1 0 0,-1 0 0 0 0,0 1-1 0 0,0-1 1 0 0,2 8 0 0 0,-4-8 27 0 0,0 1 0 0 0,0-1 1 0 0,-1 1-1 0 0,0-1 0 0 0,1 0 1 0 0,-1 1-1 0 0,-1-1 0 0 0,1 0 1 0 0,-1 0-1 0 0,0 0 0 0 0,0 0 1 0 0,0 0-1 0 0,0 0 0 0 0,-1 0 0 0 0,1-1 1 0 0,-1 1-1 0 0,0-1 0 0 0,0 1 1 0 0,-6 4-1 0 0,-5 4 135 0 0,0-1-1 0 0,0 0 1 0 0,-25 13-1 0 0,17-12-141 0 0,0 0-1 0 0,-1-2 0 0 0,0 0 0 0 0,-47 11 1 0 0,54-17-454 0 0,0-2 0 0 0,0 0 0 0 0,-19-1 0 0 0,18-1-1169 0 0,1-1 0 0 0,0-1 0 0 0,-23-6-1 0 0,15 1-4868 0 0</inkml:trace>
</inkml:ink>
</file>

<file path=ppt/ink/ink2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4:38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285 479 932 0 0,'7'-14'1868'0'0,"-1"0"-1"0"0,-1 0 1 0 0,5-19-1 0 0,-8 29-1633 0 0,-1-1 0 0 0,0 1 0 0 0,-1-1-1 0 0,1 0 1 0 0,-1 0 0 0 0,0 1 0 0 0,0-1 0 0 0,0 0-1 0 0,-1 1 1 0 0,0-1 0 0 0,0 0 0 0 0,0 1 0 0 0,0-1-1 0 0,-3-5 1 0 0,3 9-211 0 0,0 0 0 0 0,1 0-1 0 0,-1 0 1 0 0,0 0 0 0 0,0 0 0 0 0,0 0-1 0 0,0 0 1 0 0,0 0 0 0 0,0 0 0 0 0,0 1-1 0 0,0-1 1 0 0,0 0 0 0 0,0 1 0 0 0,0-1-1 0 0,-1 1 1 0 0,1-1 0 0 0,0 1 0 0 0,0-1-1 0 0,-1 1 1 0 0,1 0 0 0 0,0 0 0 0 0,0 0-1 0 0,-1 0 1 0 0,1 0 0 0 0,0 0 0 0 0,-1 0-1 0 0,1 0 1 0 0,0 0 0 0 0,-2 1 0 0 0,-1 0-10 0 0,-1 0 1 0 0,1 1 0 0 0,-1 0 0 0 0,1-1-1 0 0,0 2 1 0 0,-8 4 0 0 0,-1 3-14 0 0,-1 1 0 0 0,1 1-1 0 0,1 1 1 0 0,0-1 0 0 0,1 2 0 0 0,-12 17 0 0 0,-51 93-12 0 0,74-124 11 0 0,-13 25-16 0 0,-19 49-1 0 0,28-62 23 0 0,0 0 0 0 0,1 0-1 0 0,1 0 1 0 0,0 1 0 0 0,0-1-1 0 0,1 20 1 0 0,1-29-5 0 0,0-1 0 0 0,0 1 0 0 0,0 0 0 0 0,0-1 0 0 0,1 1 0 0 0,-1 0 0 0 0,1-1 0 0 0,0 1 0 0 0,0-1 0 0 0,0 1 0 0 0,0-1 0 0 0,0 0 0 0 0,1 1 0 0 0,-1-1 0 0 0,1 0 0 0 0,-1 0 0 0 0,1 0 0 0 0,0 0 0 0 0,0 0 0 0 0,0 0 0 0 0,0-1 0 0 0,0 1 0 0 0,0-1 0 0 0,0 1 0 0 0,1-1 0 0 0,-1 0 0 0 0,5 2 0 0 0,-2-2 1 0 0,1 0 1 0 0,-1 0-1 0 0,0 0 1 0 0,1-1-1 0 0,-1 0 1 0 0,1 0 0 0 0,-1-1-1 0 0,1 1 1 0 0,-1-1-1 0 0,1 0 1 0 0,-1-1-1 0 0,8-3 1 0 0,2-1 3 0 0,-1 0 0 0 0,0-2 0 0 0,-1 1 0 0 0,0-2 0 0 0,0 0 0 0 0,-1-1 0 0 0,0 0 0 0 0,-1 0 1 0 0,0-1-1 0 0,0-1 0 0 0,-1 0 0 0 0,-1 0 0 0 0,16-27 0 0 0,1-11 76 0 0,-1-2 1 0 0,25-79-1 0 0,-30 76 24 0 0,-5 12-72 0 0,-14 41-35 0 0,-2 4-54 0 0,-9 22 19 0 0,2 0-1 0 0,1 0 1 0 0,1 0 0 0 0,-3 36-1 0 0,5-39 21 0 0,2-7 14 0 0,0 1 0 0 0,1-1 0 0 0,0 1 0 0 0,2 0 1 0 0,-1 0-1 0 0,2-1 0 0 0,0 1 0 0 0,1-1 1 0 0,4 15-1 0 0,-5-22-3 0 0,1-1 0 0 0,-1 1 1 0 0,1-1-1 0 0,0 0 0 0 0,1 0 0 0 0,0-1 1 0 0,0 1-1 0 0,0-1 0 0 0,0 0 0 0 0,1 0 1 0 0,0 0-1 0 0,0 0 0 0 0,0-1 0 0 0,0 0 1 0 0,1 0-1 0 0,0 0 0 0 0,0-1 0 0 0,0 0 1 0 0,0 0-1 0 0,0-1 0 0 0,12 4 1 0 0,-8-3-33 0 0,1-1 1 0 0,0 0 0 0 0,0-1-1 0 0,0 0 1 0 0,0-1 0 0 0,0 0-1 0 0,0-1 1 0 0,0 0 0 0 0,0 0 0 0 0,0-1-1 0 0,20-7 1 0 0,-18 4 1 0 0,0-1 0 0 0,-1 0 0 0 0,0-1 0 0 0,0-1 0 0 0,-1 1 0 0 0,0-2 0 0 0,0 1 0 0 0,14-17 0 0 0,-4 0 25 0 0,-1 0-1 0 0,-1-1 0 0 0,-2-2 1 0 0,-1 1-1 0 0,-1-2 1 0 0,-1 0-1 0 0,15-45 0 0 0,-8 0 233 0 0,-3-1 0 0 0,11-94-1 0 0,-15 81 1179 0 0,-14 73-1186 0 0,-5 20 180 0 0,-8 21 436 0 0,-17 61 207 0 0,3 1 0 0 0,5 2-1 0 0,-21 176 1 0 0,41-239-954 0 0,2 42-1 0 0,1-58-65 0 0,0-1-1 0 0,1 1 1 0 0,0 0 0 0 0,1-1-1 0 0,0 0 1 0 0,8 18 0 0 0,-10-25-80 0 0,1 0 1 0 0,0 0-1 0 0,-1 0 0 0 0,1-1 1 0 0,0 1-1 0 0,0-1 0 0 0,1 0 1 0 0,-1 1-1 0 0,0-1 1 0 0,1 0-1 0 0,-1 0 0 0 0,1-1 1 0 0,0 1-1 0 0,-1 0 1 0 0,1-1-1 0 0,0 0 0 0 0,0 0 1 0 0,0 0-1 0 0,0 0 0 0 0,0 0 1 0 0,1 0-1 0 0,-1-1 1 0 0,5 1-1 0 0,-3-1-642 0 0,0 0-1 0 0,1-1 1 0 0,-1 0 0 0 0,1 0 0 0 0,-1 0-1 0 0,0 0 1 0 0,0-1 0 0 0,0 0 0 0 0,0 0-1 0 0,0 0 1 0 0,0-1 0 0 0,0 0 0 0 0,4-3-1 0 0,7-8-5250 0 0</inkml:trace>
</inkml:ink>
</file>

<file path=ppt/ink/ink2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4:38.7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156 85 184 0 0,'-146'-16'14407'0'0,"142"16"-13811"0"0,-2 0 413 0 0,8-1-371 0 0,18-4-141 0 0,32-6-277 0 0,211-25-1048 0 0,-86 22-8242 0 0,-140 12 3821 0 0</inkml:trace>
</inkml:ink>
</file>

<file path=ppt/ink/ink2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4:39.3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14 111 1320 0 0,'-2'-2'427'0'0,"0"-1"1"0"0,1 0-1 0 0,-1 1 1 0 0,1-1-1 0 0,0 0 0 0 0,0 0 1 0 0,0 0-1 0 0,0 0 0 0 0,1 0 1 0 0,-1 0-1 0 0,1 0 1 0 0,-1 0-1 0 0,1 0 0 0 0,0 0 1 0 0,1-5-1 0 0,-1 6-322 0 0,1-1 0 0 0,0 1-1 0 0,-1 0 1 0 0,1 0 0 0 0,0 0 0 0 0,0 0 0 0 0,0 1-1 0 0,1-1 1 0 0,-1 0 0 0 0,0 0 0 0 0,1 1 0 0 0,-1-1-1 0 0,1 1 1 0 0,-1-1 0 0 0,1 1 0 0 0,0-1 0 0 0,0 1-1 0 0,-1 0 1 0 0,1 0 0 0 0,0 0 0 0 0,0 0-1 0 0,4-1 1 0 0,0 0 65 0 0,1 0 0 0 0,0 0-1 0 0,-1 1 1 0 0,1 0-1 0 0,0 0 1 0 0,0 1 0 0 0,-1 0-1 0 0,1 0 1 0 0,0 0 0 0 0,0 1-1 0 0,-1 0 1 0 0,1 1-1 0 0,0-1 1 0 0,-1 1 0 0 0,0 0-1 0 0,1 1 1 0 0,-1-1 0 0 0,0 1-1 0 0,0 1 1 0 0,7 4 0 0 0,-7-3-25 0 0,0 0 1 0 0,0 0-1 0 0,0 0 1 0 0,-1 1 0 0 0,0 0-1 0 0,0 0 1 0 0,0 0 0 0 0,-1 1-1 0 0,0-1 1 0 0,-1 1 0 0 0,1 0-1 0 0,-1 0 1 0 0,0 0 0 0 0,-1 1-1 0 0,0-1 1 0 0,0 1 0 0 0,1 10-1 0 0,-2-4-8 0 0,-1 0 0 0 0,-1 0 0 0 0,0 0 1 0 0,0 0-1 0 0,-2-1 0 0 0,0 1 0 0 0,0 0 0 0 0,-1-1 0 0 0,-11 24 0 0 0,-6 5 225 0 0,-40 61 0 0 0,60-101-350 0 0,-8 11 46 0 0,12-18 26 0 0,16-23 23 0 0,179-204-97 0 0,-156 187-7 0 0,2-1 12 0 0,-24 26-4 0 0,-1-1 0 0 0,0 0 0 0 0,20-33 0 0 0,-38 54-11 0 0,-1-1 0 0 0,1 0-1 0 0,-1 1 1 0 0,1-1-1 0 0,-1 1 1 0 0,0-1 0 0 0,1 0-1 0 0,-1 0 1 0 0,0 1-1 0 0,0-1 1 0 0,1 0 0 0 0,-1 1-1 0 0,0-1 1 0 0,0 0-1 0 0,0 0 1 0 0,0 1 0 0 0,0-1-1 0 0,0 0 1 0 0,0-1-1 0 0,0 2 1 0 0,-1 0-1 0 0,1 0 1 0 0,0-1-1 0 0,-1 1 1 0 0,1 0-1 0 0,0 0 1 0 0,-1 0-1 0 0,1 0 1 0 0,-1 0 0 0 0,1-1-1 0 0,0 1 1 0 0,-1 0-1 0 0,1 0 1 0 0,0 0-1 0 0,-1 0 1 0 0,1 0-1 0 0,-1 0 1 0 0,1 0-1 0 0,0 0 1 0 0,-1 1-1 0 0,1-1 1 0 0,-1 0-1 0 0,1 0 1 0 0,0 0-1 0 0,-1 0 1 0 0,-3 2-3 0 0,0-1 0 0 0,0 1 0 0 0,1 0 1 0 0,-1 0-1 0 0,-6 5 0 0 0,-3 5 4 0 0,0 0-1 0 0,0 2 1 0 0,1-1 0 0 0,1 1-1 0 0,0 1 1 0 0,-16 29 0 0 0,23-36-1 0 0,1 0 1 0 0,0 1-1 0 0,0-1 1 0 0,0 1-1 0 0,1 0 0 0 0,-2 17 1 0 0,4-21-1 0 0,-1 1 0 0 0,2-1 0 0 0,-1 1 1 0 0,1-1-1 0 0,-1 1 0 0 0,2-1 0 0 0,-1 1 0 0 0,0-1 0 0 0,1 0 1 0 0,0 0-1 0 0,1 0 0 0 0,2 6 0 0 0,0-5-54 0 0,-1 1 1 0 0,2-1-1 0 0,-1 0 0 0 0,1-1 1 0 0,0 1-1 0 0,0-1 1 0 0,0 0-1 0 0,1-1 0 0 0,-1 1 1 0 0,1-1-1 0 0,13 5 0 0 0,1 0-1073 0 0,0-2 1 0 0,41 10-1 0 0,-37-12-1505 0 0,0-1 1 0 0,33 0-1 0 0,-27-3-2198 0 0</inkml:trace>
</inkml:ink>
</file>

<file path=ppt/ink/ink2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4:39.5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154 10 2376 0 0,'-1'-9'10437'0'0,"-3"17"-9809"0"0,0 0-1 0 0,1 0 1 0 0,0 0 0 0 0,0 1-1 0 0,0 0 1 0 0,-1 12-1 0 0,0-4-79 0 0,-51 176 1781 0 0,-9 36-5321 0 0,59-202 68 0 0,5-10-2257 0 0</inkml:trace>
</inkml:ink>
</file>

<file path=ppt/ink/ink2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4:40.0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60 356 0 0,'-3'0'2054'0'0,"-43"-1"4486"0"0,44 0-5547 0 0,-30 2 7231 0 0,61-9-8077 0 0,1 1 0 0 0,0 2 0 0 0,33-3-1 0 0,7-1-103 0 0,-24 1-225 0 0,34-5-1789 0 0,-28 13-2754 0 0,-37 2 1223 0 0</inkml:trace>
</inkml:ink>
</file>

<file path=ppt/ink/ink2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4:40.2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56 2188 0 0,'-46'33'12159'0'0,"46"-33"-12109"0"0,0 0-1 0 0,-1 0 0 0 0,1 0 1 0 0,0 1-1 0 0,0-1 1 0 0,0 0-1 0 0,0 0 0 0 0,0 0 1 0 0,0 1-1 0 0,-1-1 0 0 0,1 0 1 0 0,0 0-1 0 0,0 1 1 0 0,0-1-1 0 0,0 0 0 0 0,0 0 1 0 0,0 1-1 0 0,0-1 0 0 0,0 0 1 0 0,0 0-1 0 0,0 1 1 0 0,0-1-1 0 0,0 0 0 0 0,0 0 1 0 0,0 1-1 0 0,0-1 0 0 0,0 0 1 0 0,0 0-1 0 0,1 1 1 0 0,-1-1-1 0 0,0 0 0 0 0,0 0 1 0 0,0 0-1 0 0,0 1 0 0 0,0-1 1 0 0,1 0-1 0 0,-1 0 0 0 0,38 0 209 0 0,-1-1 0 0 0,1-2 0 0 0,58-14 0 0 0,-40 8-556 0 0,-22 3-143 0 0,128-21-2923 0 0,-55 6-2136 0 0,-46 9 252 0 0</inkml:trace>
</inkml:ink>
</file>

<file path=ppt/ink/ink2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4:40.7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65 2000 0 0,'-1'-2'1454'0'0,"-1"1"-1305"0"0,1 0-1 0 0,0 0 1 0 0,0 0 0 0 0,0-1 0 0 0,0 1 0 0 0,1 0 0 0 0,-1 0 0 0 0,0-1 0 0 0,0 1 0 0 0,1 0 0 0 0,-1-1 0 0 0,1 1 0 0 0,-1-1-1 0 0,1 1 1 0 0,0-1 0 0 0,0 1 0 0 0,-1-1 0 0 0,1 1 0 0 0,0-1 0 0 0,0 1 0 0 0,0-1 0 0 0,1 1 0 0 0,-1-1 0 0 0,0 1 0 0 0,0-1-1 0 0,1 1 1 0 0,-1-1 0 0 0,1 1 0 0 0,-1 0 0 0 0,1-1 0 0 0,0 1 0 0 0,0 0 0 0 0,0-1 0 0 0,-1 1 0 0 0,1 0 0 0 0,0 0 0 0 0,0 0-1 0 0,1 0 1 0 0,-1 0 0 0 0,0 0 0 0 0,0 0 0 0 0,0 0 0 0 0,1 0 0 0 0,-1 1 0 0 0,0-1 0 0 0,1 0 0 0 0,-1 1 0 0 0,1-1 0 0 0,-1 1-1 0 0,2-1 1 0 0,1 0-53 0 0,0 1 0 0 0,0 0 0 0 0,-1-1 0 0 0,1 1 0 0 0,0 1 0 0 0,0-1 0 0 0,0 0 0 0 0,0 1 0 0 0,-1 0 0 0 0,1 0 0 0 0,0 0 0 0 0,-1 0 0 0 0,1 1 0 0 0,-1-1 0 0 0,1 1 0 0 0,-1 0 0 0 0,0 0 0 0 0,0 0 0 0 0,1 0 0 0 0,-1 1 0 0 0,-1-1 0 0 0,1 1 0 0 0,0 0 0 0 0,-1 0 0 0 0,1 0 0 0 0,-1 0 0 0 0,0 0 0 0 0,2 4 0 0 0,-1 0 67 0 0,1 0 0 0 0,-1 1 0 0 0,0-1-1 0 0,-1 0 1 0 0,0 1 0 0 0,0 0 0 0 0,-1-1 0 0 0,1 1-1 0 0,-2 0 1 0 0,1 0 0 0 0,-1 0 0 0 0,0 0 0 0 0,-2 10-1 0 0,-6 13 477 0 0,-1 0 0 0 0,-1-1 0 0 0,-2 0 0 0 0,-21 39-1 0 0,-1 4 204 0 0,33-72-833 0 0,1 0 0 0 0,0-1-1 0 0,-1 1 1 0 0,1 0 0 0 0,0-1 0 0 0,-1 1-1 0 0,1 0 1 0 0,0 0 0 0 0,0-1-1 0 0,0 1 1 0 0,0 0 0 0 0,0 0 0 0 0,0-1-1 0 0,0 1 1 0 0,0 0 0 0 0,0 0 0 0 0,0 0-1 0 0,0-1 1 0 0,0 1 0 0 0,0 0 0 0 0,1 0-1 0 0,-1-1 1 0 0,0 1 0 0 0,1 0-1 0 0,-1-1 1 0 0,0 1 0 0 0,1 0 0 0 0,-1-1-1 0 0,1 1 1 0 0,-1 0 0 0 0,1-1 0 0 0,-1 1-1 0 0,1-1 1 0 0,0 1 0 0 0,-1-1-1 0 0,1 1 1 0 0,0-1 0 0 0,-1 0 0 0 0,1 1-1 0 0,0-1 1 0 0,3 2 8 0 0,0-1 1 0 0,0-1-1 0 0,-1 1 0 0 0,1 0 0 0 0,0-1 0 0 0,4 0 1 0 0,-6 0-17 0 0,17 0-4 0 0,1-1 1 0 0,0-1 0 0 0,-1 0 0 0 0,1-2 0 0 0,19-6 0 0 0,93-36-2039 0 0,-111 38 1346 0 0,37-16-4332 0 0,65-36-1 0 0,-81 36-391 0 0</inkml:trace>
</inkml:ink>
</file>

<file path=ppt/ink/ink2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4:40.9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37 976 0 0,'7'-37'17620'0'0,"-7"56"-14739"0"0,-3 56-667 0 0,-14 77 0 0 0,2-24-4222 0 0,11 1-5634 0 0,9-89 428 0 0</inkml:trace>
</inkml:ink>
</file>

<file path=ppt/ink/ink2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4:41.2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576 30 2596 0 0,'22'-30'15814'0'0,"-31"42"-12933"0"0,-110 145 4023 0 0,-67 73-4955 0 0,24-31-1664 0 0,94-107-2115 0 0,58-77 107 0 0,1 0 0 0 0,1 1 0 0 0,0 0 0 0 0,-7 23 0 0 0,11-15-6971 0 0</inkml:trace>
</inkml:ink>
</file>

<file path=ppt/ink/ink2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4:41.4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86 1484 0 0,'44'-81'18907'0'0,"-35"76"-15627"0"0,-8 19-2559 0 0,0-1 0 0 0,-1 1 0 0 0,0-1 0 0 0,-5 22 0 0 0,-14 57 263 0 0,12-60-549 0 0,-14 43 138 0 0,-43 106 0 0 0,37-110-4936 0 0,2-1-6013 0 0</inkml:trace>
</inkml:ink>
</file>

<file path=ppt/ink/ink2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4:42.0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112 189 1516 0 0,'7'-18'3515'0'0,"1"1"-1"0"0,0-1 0 0 0,20-29 1 0 0,-22 40-3064 0 0,-1 1 1 0 0,1-1-1 0 0,0 1 0 0 0,1 0 1 0 0,-1 0-1 0 0,1 1 1 0 0,1 0-1 0 0,-1 0 0 0 0,1 1 1 0 0,14-7-1 0 0,-13 7-270 0 0,-1 0 0 0 0,1 1 0 0 0,0 1 0 0 0,0-1 0 0 0,-1 2 1 0 0,2-1-1 0 0,-1 1 0 0 0,16 0 0 0 0,-23 1-142 0 0,-1 0 0 0 0,0 0 0 0 0,0 0 0 0 0,1 1 0 0 0,-1-1 1 0 0,0 0-1 0 0,1 1 0 0 0,-1-1 0 0 0,0 1 0 0 0,0-1 0 0 0,0 1 1 0 0,1-1-1 0 0,-1 1 0 0 0,0 0 0 0 0,0 0 0 0 0,0 0 0 0 0,0 0 1 0 0,0-1-1 0 0,0 1 0 0 0,0 0 0 0 0,-1 1 0 0 0,1-1 0 0 0,0 0 1 0 0,-1 0-1 0 0,1 0 0 0 0,0 0 0 0 0,-1 0 0 0 0,1 1 0 0 0,-1-1 0 0 0,0 0 1 0 0,1 1-1 0 0,-1-1 0 0 0,0 0 0 0 0,0 0 0 0 0,0 1 0 0 0,0-1 1 0 0,0 0-1 0 0,0 1 0 0 0,0-1 0 0 0,-1 3 0 0 0,0 1 116 0 0,0 0-1 0 0,0 0 0 0 0,-1 0 0 0 0,1-1 1 0 0,-1 1-1 0 0,0 0 0 0 0,-1-1 1 0 0,-3 7-1 0 0,-16 16 234 0 0,0-2-1 0 0,-1 0 1 0 0,-33 26 0 0 0,-82 55 499 0 0,136-105-821 0 0,2 0-62 0 0,0-1 1 0 0,0 1 0 0 0,0-1 0 0 0,0 0 0 0 0,0 1-1 0 0,0-1 1 0 0,0 1 0 0 0,0-1 0 0 0,0 0 0 0 0,0 1-1 0 0,0-1 1 0 0,1 0 0 0 0,-1 1 0 0 0,0-1 0 0 0,0 0-1 0 0,0 1 1 0 0,1-1 0 0 0,-1 0 0 0 0,0 1 0 0 0,1-1-1 0 0,-1 0 1 0 0,0 0 0 0 0,0 1 0 0 0,1-1 0 0 0,-1 0-1 0 0,0 0 1 0 0,1 1 0 0 0,-1-1 0 0 0,1 0 0 0 0,18 4 58 0 0,28-7-16 0 0,-43 3-37 0 0,29-3 55 0 0,53 2 0 0 0,-73 1-2 0 0,0 2 1 0 0,0-1-1 0 0,-1 2 1 0 0,1 0-1 0 0,0 0 1 0 0,-1 1-1 0 0,14 7 1 0 0,-20-9 46 0 0,-1 1 1 0 0,0 0-1 0 0,0 0 1 0 0,0 1-1 0 0,0-1 1 0 0,0 1-1 0 0,-1 0 0 0 0,0 0 1 0 0,1 1-1 0 0,-2 0 1 0 0,1-1-1 0 0,0 1 1 0 0,-1 0-1 0 0,0 1 1 0 0,0-1-1 0 0,-1 0 1 0 0,1 1-1 0 0,-1 0 1 0 0,0-1-1 0 0,-1 1 1 0 0,0 0-1 0 0,1 0 1 0 0,-2 0-1 0 0,1 0 1 0 0,-1 0-1 0 0,0 0 1 0 0,0 0-1 0 0,-1 0 1 0 0,1 0-1 0 0,-1 0 1 0 0,-1 0-1 0 0,1 0 1 0 0,-1 0-1 0 0,0-1 1 0 0,0 1-1 0 0,-1 0 0 0 0,-4 6 1 0 0,2-3-112 0 0,-1-1 0 0 0,0 1 0 0 0,-1-1 0 0 0,0-1 0 0 0,0 1 0 0 0,-1-1 0 0 0,0-1 0 0 0,0 1 1 0 0,0-1-1 0 0,-1-1 0 0 0,0 1 0 0 0,0-1 0 0 0,0-1 0 0 0,-1 0 0 0 0,0 0 0 0 0,0-1 0 0 0,0 0 0 0 0,0-1 0 0 0,-18 2 0 0 0,11-2-49 0 0,-1-1 0 0 0,1-1 0 0 0,0 0 0 0 0,-1-1-1 0 0,1-1 1 0 0,0-1 0 0 0,0-1 0 0 0,0 0 0 0 0,1-1 0 0 0,-1 0-1 0 0,-18-10 1 0 0,30 12-713 0 0,0 0-1 0 0,-1 0 0 0 0,1 0 1 0 0,1-1-1 0 0,-1 0 0 0 0,0 1 0 0 0,-4-7 1 0 0,7 8 25 0 0,1 0 0 0 0,-1 0-1 0 0,1-1 1 0 0,-1 1 0 0 0,1 0 0 0 0,0-1 0 0 0,0 1 0 0 0,0-1 0 0 0,0 1 0 0 0,0-1-1 0 0,1 0 1 0 0,-1 1 0 0 0,1-1 0 0 0,0 0 0 0 0,-1 1 0 0 0,1-1 0 0 0,0 0 0 0 0,1-4-1 0 0</inkml:trace>
</inkml:ink>
</file>

<file path=ppt/ink/ink2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4:42.2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670 34 3268 0 0,'11'-8'2345'0'0,"7"-9"1986"0"0,-18 17-4122 0 0,0-1 0 0 0,4-3 1673 0 0,-4 3-1673 0 0,1 1 0 0 0,-1 0 0 0 0,1-1 0 0 0,-1 1 0 0 0,1 0 0 0 0,-1-1 1 0 0,1 1-1 0 0,-1 0 0 0 0,1 0 0 0 0,0 0 0 0 0,-1 0 0 0 0,1-1 0 0 0,-1 1 0 0 0,1 0 0 0 0,0 0 0 0 0,-1 0 0 0 0,1 0 0 0 0,0 0 0 0 0,-1 0 1 0 0,1 1-1 0 0,-1-1 0 0 0,1 0 0 0 0,0 0 0 0 0,-1 0 0 0 0,1 1 0 0 0,-1-1 0 0 0,5 3 1673 0 0,-5-2-1673 0 0,0-1 0 0 0,1 1 0 0 0,-1-1 0 0 0,1 2 0 0 0,2 10 835 0 0,-5-3-554 0 0,-1 1 0 0 0,0-1-1 0 0,0 0 1 0 0,-1 0 0 0 0,0-1 0 0 0,0 1-1 0 0,-8 9 1 0 0,-43 54 460 0 0,39-52-630 0 0,-83 92-165 0 0,-136 120 1 0 0,102-105-3899 0 0,100-94 1908 0 0,-25 24-2632 0 0,17-25-2615 0 0,18-19-746 0 0</inkml:trace>
</inkml:ink>
</file>

<file path=ppt/ink/ink2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4:43.0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1 155 760 0 0,'0'-7'573'0'0,"0"0"1"0"0,0 0-1 0 0,1 1 0 0 0,0-1 0 0 0,1 1 0 0 0,-1-1 1 0 0,1 1-1 0 0,1-1 0 0 0,-1 1 0 0 0,1 0 1 0 0,0 0-1 0 0,0 0 0 0 0,1 1 0 0 0,0-1 0 0 0,6-6 1 0 0,-6 8-477 0 0,0 0-1 0 0,0 1 1 0 0,0-1 0 0 0,1 1 0 0 0,0 0 0 0 0,-1 1 0 0 0,1-1-1 0 0,0 1 1 0 0,0 0 0 0 0,0 0 0 0 0,1 0 0 0 0,-1 1 0 0 0,0 0-1 0 0,1 0 1 0 0,-1 0 0 0 0,0 1 0 0 0,1 0 0 0 0,-1 0 0 0 0,9 1-1 0 0,-4 0-17 0 0,0 1-1 0 0,1 1 0 0 0,-1-1 0 0 0,0 2 0 0 0,0-1 0 0 0,0 1 0 0 0,-1 1 0 0 0,1 0 0 0 0,-1 0 0 0 0,0 1 1 0 0,-1 0-1 0 0,0 1 0 0 0,1-1 0 0 0,-2 2 0 0 0,14 15 0 0 0,-13-14 21 0 0,-2 0 1 0 0,0 1-1 0 0,0-1 1 0 0,0 1-1 0 0,-1 1 0 0 0,-1-1 1 0 0,0 1-1 0 0,0-1 0 0 0,-1 1 1 0 0,0 0-1 0 0,-1 0 1 0 0,0 1-1 0 0,-1-1 0 0 0,0 20 1 0 0,-3-4 291 0 0,-2-1 0 0 0,-7 35 1 0 0,11-61-385 0 0,-1 0-1 0 0,1 1 1 0 0,0-1 0 0 0,0 0 0 0 0,0 0-1 0 0,0 0 1 0 0,0 0 0 0 0,0 1 0 0 0,0-1-1 0 0,0 0 1 0 0,-1 0 0 0 0,1 0 0 0 0,0 1-1 0 0,0-1 1 0 0,0 0 0 0 0,0 0 0 0 0,0 0-1 0 0,0 1 1 0 0,0-1 0 0 0,0 0 0 0 0,0 0-1 0 0,0 0 1 0 0,1 0 0 0 0,-1 1 0 0 0,0-1-1 0 0,0 0 1 0 0,0 0 0 0 0,0 0 0 0 0,0 1-1 0 0,0-1 1 0 0,0 0 0 0 0,0 0 0 0 0,0 0-1 0 0,1 0 1 0 0,-1 1 0 0 0,0-1 0 0 0,0 0-1 0 0,0 0 1 0 0,1 0 0 0 0,7-6 90 0 0,16-21-115 0 0,-16 16 57 0 0,137-150 109 0 0,-4 7-57 0 0,-130 142-88 0 0,-9 10-5 0 0,8-16-1 0 0,-8 11-31 0 0,-11 10 19 0 0,-12 12 17 0 0,7 1-14 0 0,1 0 0 0 0,1 0 0 0 0,0 2 0 0 0,-9 19-1 0 0,17-29 10 0 0,0 0-1 0 0,0 0 0 0 0,1 0 0 0 0,1 1 1 0 0,-1-1-1 0 0,1 1 0 0 0,1-1 0 0 0,-1 1 1 0 0,1 0-1 0 0,1 0 0 0 0,0 0 0 0 0,1 10 0 0 0,0-13 4 0 0,1-1 0 0 0,-1 1 0 0 0,1-1 0 0 0,0 1 0 0 0,1-1 0 0 0,0 0 0 0 0,-1 0 0 0 0,1 0 0 0 0,1-1 0 0 0,-1 1 0 0 0,1-1 0 0 0,0 1 0 0 0,0-1 0 0 0,0 0 0 0 0,0-1 0 0 0,1 1 0 0 0,0-1 0 0 0,-1 0 0 0 0,1 0 0 0 0,0 0 0 0 0,1-1-1 0 0,-1 0 1 0 0,0 0 0 0 0,10 3 0 0 0,4-1-654 0 0,1 0 0 0 0,-1-1 0 0 0,1 0 0 0 0,0-2 0 0 0,37-2 0 0 0,9-7-4587 0 0,-33 1 560 0 0</inkml:trace>
</inkml:ink>
</file>

<file path=ppt/ink/ink2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4:43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 26 2440 0 0,'-12'-24'13179'0'0,"12"23"-13005"0"0,5 2-133 0 0,-1 0-1 0 0,0 0 1 0 0,0 1 0 0 0,0-1 0 0 0,0 1 0 0 0,0 0 0 0 0,-1 0 0 0 0,1 1-1 0 0,0-1 1 0 0,-1 1 0 0 0,0-1 0 0 0,1 1 0 0 0,-1 0 0 0 0,-1 1 0 0 0,1-1-1 0 0,0 0 1 0 0,-1 1 0 0 0,1 0 0 0 0,-1-1 0 0 0,3 7 0 0 0,-3-3 82 0 0,1 0 0 0 0,-1-1 0 0 0,0 1 0 0 0,0 0 0 0 0,-1 0 0 0 0,0 0 0 0 0,0 0 0 0 0,-1 0 0 0 0,0 0 0 0 0,0 0 0 0 0,0 1 0 0 0,-3 8 0 0 0,-2 6 369 0 0,-2 0 0 0 0,0-1 0 0 0,-2 1-1 0 0,0-2 1 0 0,-19 31 0 0 0,-71 92 2017 0 0,62-92-1577 0 0,37-51-924 0 0,0 0 0 0 0,0 1 0 0 0,-1-1 0 0 0,1 0 0 0 0,0 0 0 0 0,0 1-1 0 0,-1-1 1 0 0,1 0 0 0 0,0 0 0 0 0,0 1 0 0 0,0-1 0 0 0,0 0 0 0 0,0 1 0 0 0,0-1 0 0 0,-1 0-1 0 0,1 1 1 0 0,0-1 0 0 0,0 0 0 0 0,0 1 0 0 0,0-1 0 0 0,0 0 0 0 0,0 1 0 0 0,0-1 0 0 0,0 0-1 0 0,0 1 1 0 0,0-1 0 0 0,1 0 0 0 0,-1 0 0 0 0,0 1 0 0 0,0-1 0 0 0,0 0 0 0 0,0 1 0 0 0,0-1-1 0 0,1 0 1 0 0,-1 1 0 0 0,0-1 0 0 0,0 0 0 0 0,0 0 0 0 0,1 1 0 0 0,-1-1 0 0 0,0 0-1 0 0,18 4 87 0 0,22-9-7 0 0,13-7-1617 0 0,89-35-1 0 0,47-35-8749 0 0,-156 68 7449 0 0,17-8-3747 0 0</inkml:trace>
</inkml:ink>
</file>

<file path=ppt/ink/ink2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4:43.6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77 1176 0 0,'-15'-24'10927'0'0,"5"9"-6480"0"0,10 14-4418 0 0,-1 1 1 0 0,1 0-1 0 0,0-1 1 0 0,0 1-1 0 0,0 0 0 0 0,0 0 1 0 0,0-1-1 0 0,0 1 0 0 0,0 0 1 0 0,0-1-1 0 0,0 1 1 0 0,0 0-1 0 0,0-1 0 0 0,0 1 1 0 0,0 0-1 0 0,0-1 0 0 0,0 1 1 0 0,0 0-1 0 0,0 0 1 0 0,0-1-1 0 0,1 1 0 0 0,-1 0 1 0 0,0-1-1 0 0,0 1 0 0 0,0 0 1 0 0,0 0-1 0 0,1-1 1 0 0,-1 1-1 0 0,0 0 0 0 0,0 0 1 0 0,0 0-1 0 0,1-1 0 0 0,-1 1 1 0 0,0 0-1 0 0,0 0 1 0 0,1 0-1 0 0,-1 0 0 0 0,0 0 1 0 0,1-1-1 0 0,-1 1 0 0 0,0 0 1 0 0,1 0-1 0 0,-1 0 1 0 0,0 0-1 0 0,0 0 0 0 0,1 0 1 0 0,-1 0-1 0 0,0 0 0 0 0,1 0 1 0 0,-1 0-1 0 0,0 0 1 0 0,1 0-1 0 0,-1 0 0 0 0,1 1 1 0 0,51-4-316 0 0,60-11 0 0 0,-51 6-5440 0 0,-51 6 1857 0 0</inkml:trace>
</inkml:ink>
</file>

<file path=ppt/ink/ink2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4:43.8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4 608 0 0,'-5'2'1085'0'0,"-60"26"7226"0"0,58-24-7462 0 0,0 0 0 0 0,1 0-1 0 0,0 0 1 0 0,-1 1-1 0 0,1 0 1 0 0,-9 9 0 0 0,13-12-388 0 0,3-1-429 0 0,-1-1 0 0 0,0 1 0 0 0,0 0 0 0 0,0-1 1 0 0,0 1-1 0 0,0-1 0 0 0,1 1 0 0 0,-1-1 0 0 0,0 1 0 0 0,1 0 0 0 0,-1-1 0 0 0,0 1 0 0 0,1-1 0 0 0,-1 1 0 0 0,0-1 0 0 0,1 0 0 0 0,-1 1 0 0 0,1-1 0 0 0,-1 1 1 0 0,1-1-1 0 0,-1 0 0 0 0,1 1 0 0 0,-1-1 0 0 0,1 0 0 0 0,-1 0 0 0 0,1 1 0 0 0,0-1 0 0 0,-1 0 0 0 0,1 0 0 0 0,-1 0 0 0 0,1 0 0 0 0,0 0 0 0 0,-1 0 1 0 0,2 0-1 0 0,24-1 249 0 0,-25 1-275 0 0,60-11-1568 0 0,117-39-1 0 0,-147 40 465 0 0,22-6-1222 0 0</inkml:trace>
</inkml:ink>
</file>

<file path=ppt/ink/ink2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4:44.2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77 700 0 0,'-51'-76'21551'0'0,"52"75"-21498"0"0,-6 11 1335 0 0,3 53 1742 0 0,2-34-2268 0 0,-6 43 0 0 0,-40 109 640 0 0,9-47-2457 0 0,22-43-3525 0 0,14-54 351 0 0,1-35 3482 0 0,1 0 1 0 0,-1 0 0 0 0,0 0 0 0 0,1 0-1 0 0,-1 0 1 0 0,1 0 0 0 0,0 0-1 0 0,-1 0 1 0 0,1 0 0 0 0,0-1-1 0 0,0 1 1 0 0,0 0 0 0 0,0-1 0 0 0,1 1-1 0 0,2 2 1 0 0</inkml:trace>
</inkml:ink>
</file>

<file path=ppt/ink/ink2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4:44.6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109 156 2908 0 0,'17'-71'13549'0'0,"-34"84"-10250"0"0,0 12-2173 0 0,1 0-1 0 0,1 1 1 0 0,1 0 0 0 0,-16 45-1 0 0,26-62-1075 0 0,1 0-1 0 0,1 1 0 0 0,-1-1 1 0 0,2 1-1 0 0,-1-1 1 0 0,1 1-1 0 0,1 0 1 0 0,0-1-1 0 0,0 1 0 0 0,1 0 1 0 0,0 0-1 0 0,0-1 1 0 0,1 1-1 0 0,1-1 0 0 0,0 1 1 0 0,0-1-1 0 0,0 0 1 0 0,6 9-1 0 0,-6-13-27 0 0,1 0 0 0 0,-1-1 0 0 0,1 1-1 0 0,0-1 1 0 0,0 0 0 0 0,0 0 0 0 0,0 0 0 0 0,1 0 0 0 0,-1-1-1 0 0,1 0 1 0 0,0 0 0 0 0,10 5 0 0 0,-6-6-4 0 0,-1 1 0 0 0,0-1 1 0 0,0 0-1 0 0,1 0 0 0 0,-1-1 1 0 0,1-1-1 0 0,0 1 0 0 0,8-2 0 0 0,0 0 4 0 0,0-1-1 0 0,0-2 0 0 0,0 1 0 0 0,0-2 0 0 0,-1 0 0 0 0,0-1 0 0 0,0-1 1 0 0,18-10-1 0 0,-1-2-20 0 0,0-3-1 0 0,44-36 1 0 0,-60 43 33 0 0,0-1 1 0 0,-1-1-1 0 0,-1 0 0 0 0,0-1 1 0 0,18-31-1 0 0,-30 44-26 0 0,0 0 0 0 0,0 0 0 0 0,-1-1 0 0 0,0 1 0 0 0,0-1 0 0 0,0 1 0 0 0,-1-1 0 0 0,0 0 0 0 0,0 0 0 0 0,0 1 0 0 0,-1-1 0 0 0,0 0 0 0 0,0 0 0 0 0,0 0 0 0 0,-1 1 0 0 0,0-1 0 0 0,0 0 0 0 0,0 0 0 0 0,-1 1 1 0 0,0-1-1 0 0,0 1 0 0 0,-3-6 0 0 0,1 4-6 0 0,-1-1 1 0 0,0 1 0 0 0,0 0-1 0 0,-1 1 1 0 0,0 0 0 0 0,0-1 0 0 0,0 2-1 0 0,-1-1 1 0 0,0 1 0 0 0,0 0-1 0 0,-1 0 1 0 0,1 1 0 0 0,-1 0-1 0 0,-9-3 1 0 0,0 1-228 0 0,1 2 1 0 0,-1 0-1 0 0,1 0 0 0 0,-1 2 0 0 0,0 0 0 0 0,0 1 1 0 0,0 1-1 0 0,0 0 0 0 0,0 1 0 0 0,0 1 0 0 0,0 1 1 0 0,-23 6-1 0 0,18-3-1132 0 0,1 2 0 0 0,0 0 0 0 0,-31 17 1 0 0,34-15-1201 0 0,1 1 1 0 0,0 1 0 0 0,-29 26 0 0 0,28-18-3861 0 0</inkml:trace>
</inkml:ink>
</file>

<file path=ppt/ink/ink2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4:45.0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146 281 2512 0 0,'-146'19'14368'0'0,"177"-14"-12268"0"0,571-72 1664 0 0,-403 39-3241 0 0,19-1-176 0 0,640-109 0 0 0,-813 129-677 0 0,33-8-1330 0 0,-32 0-3433 0 0</inkml:trace>
</inkml:ink>
</file>

<file path=ppt/ink/ink2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4:45.3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289 7 684 0 0,'-22'-3'7315'0'0,"11"1"-4843"0"0,0 1 0 0 0,0 0-1 0 0,-21 1 1 0 0,31 1-2318 0 0,-1-1-1 0 0,1 1 0 0 0,0 0 0 0 0,0 0 0 0 0,-1 0 1 0 0,1-1-1 0 0,0 1 0 0 0,0 0 0 0 0,0 1 1 0 0,0-1-1 0 0,0 0 0 0 0,0 0 0 0 0,1 0 0 0 0,-1 1 1 0 0,0-1-1 0 0,0 0 0 0 0,1 0 0 0 0,-1 1 1 0 0,1-1-1 0 0,-1 1 0 0 0,1-1 0 0 0,0 1 0 0 0,-1 1 1 0 0,0 3 218 0 0,-51 212 6206 0 0,30-109-4915 0 0,-9 37-617 0 0,-18 75 498 0 0,24-117-1640 0 0</inkml:trace>
</inkml:ink>
</file>

<file path=ppt/ink/ink2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4:45.9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323 109 2700 0 0,'3'-43'8865'0'0,"1"-6"-2227"0"0,-4 47-6241 0 0,2-2 90 0 0,-2 4-457 0 0,0 0 0 0 0,0-1 0 0 0,0 1 0 0 0,0 0 0 0 0,0-1 1 0 0,0 1-1 0 0,0 0 0 0 0,0-1 0 0 0,0 1 0 0 0,0 0 0 0 0,0-1 0 0 0,0 1 0 0 0,1 0 0 0 0,-1 0 0 0 0,0-1 0 0 0,0 1 0 0 0,0 0 1 0 0,1-1-1 0 0,-1 1 0 0 0,0 0 0 0 0,0 0 0 0 0,1-1 0 0 0,-1 1 0 0 0,0 0 0 0 0,1 0 0 0 0,2-1 50 0 0,0 0-1 0 0,0 1 1 0 0,0-1-1 0 0,1 1 0 0 0,-1 0 1 0 0,0 0-1 0 0,0 0 1 0 0,1 0-1 0 0,-1 1 1 0 0,0-1-1 0 0,0 1 1 0 0,0 0-1 0 0,0 0 1 0 0,0 0-1 0 0,0 0 0 0 0,0 1 1 0 0,0-1-1 0 0,0 1 1 0 0,-1 0-1 0 0,1-1 1 0 0,0 1-1 0 0,-1 1 1 0 0,5 3-1 0 0,-4-3-41 0 0,0 0 1 0 0,0 0-1 0 0,0 0 1 0 0,-1 0-1 0 0,1 1 0 0 0,-1-1 1 0 0,0 1-1 0 0,0-1 0 0 0,0 1 1 0 0,-1 0-1 0 0,1 0 0 0 0,-1 0 1 0 0,0 0-1 0 0,0 0 1 0 0,0 0-1 0 0,0 0 0 0 0,-1 0 1 0 0,1 1-1 0 0,-2 3 0 0 0,-1 3 31 0 0,-1-1 0 0 0,-1-1 1 0 0,0 1-1 0 0,0 0 0 0 0,-1-1 0 0 0,0 0 0 0 0,0 0 0 0 0,-1-1 0 0 0,-10 12 0 0 0,6-7 46 0 0,0 1 0 0 0,-7 16 0 0 0,16-29-46 0 0,1 0-33 0 0,0 0 0 0 0,1 1 0 0 0,-1-1 0 0 0,1 0 0 0 0,-1 0 0 0 0,1-1 0 0 0,0 1 0 0 0,-1 0 0 0 0,1 0 0 0 0,0 0 0 0 0,0 0 0 0 0,0 0 0 0 0,-1-1 0 0 0,1 1 0 0 0,0 0 0 0 0,0-1 0 0 0,0 1 0 0 0,0-1 0 0 0,0 1 0 0 0,0-1 0 0 0,0 1 0 0 0,0-1 0 0 0,2 1 0 0 0,34 9 477 0 0,-22-7-321 0 0,0 1-1 0 0,0 1 0 0 0,-1 0 1 0 0,0 1-1 0 0,0 0 0 0 0,18 12 0 0 0,-29-16-124 0 0,0 1-1 0 0,0-1 0 0 0,-1 1 1 0 0,1 0-1 0 0,-1 0 0 0 0,1 0 0 0 0,-1 0 1 0 0,0 0-1 0 0,0 0 0 0 0,-1 1 1 0 0,1-1-1 0 0,-1 1 0 0 0,1-1 0 0 0,-1 1 1 0 0,1 7-1 0 0,-2-6 153 0 0,1 1 1 0 0,-1-1-1 0 0,-1 1 1 0 0,1-1-1 0 0,-1 1 1 0 0,0-1-1 0 0,0 1 0 0 0,-1-1 1 0 0,-3 10-1 0 0,-2 0 231 0 0,-1-1 0 0 0,0 0-1 0 0,-1 0 1 0 0,-1 0 0 0 0,0-1-1 0 0,-15 14 1 0 0,7-9-450 0 0,0-1 0 0 0,-2-1 0 0 0,0 0 0 0 0,-27 15 0 0 0,34-24 0 0 0,0 0 0 0 0,0 0 0 0 0,0-2 0 0 0,-1 1 0 0 0,0-2 0 0 0,0 0 0 0 0,-1-1 0 0 0,-24 3 0 0 0,31-6-218 0 0,0 0 0 0 0,0 0 1 0 0,1-1-1 0 0,-1-1 0 0 0,0 1 0 0 0,1-1 0 0 0,-1 0 1 0 0,1-1-1 0 0,-1 0 0 0 0,1 0 0 0 0,0-1 0 0 0,0 1 0 0 0,1-2 1 0 0,-1 1-1 0 0,1-1 0 0 0,0 0 0 0 0,0 0 0 0 0,-9-11 1 0 0,8 8-268 0 0,1 0 0 0 0,0-1 0 0 0,0 0 1 0 0,1 0-1 0 0,0 0 0 0 0,0-1 0 0 0,1 1 1 0 0,1-1-1 0 0,-1 0 0 0 0,2-1 0 0 0,-1 1 1 0 0,1 0-1 0 0,0-17 0 0 0,2 2-6981 0 0</inkml:trace>
</inkml:ink>
</file>

<file path=ppt/ink/ink2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4:46.2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 0 7437 0 0,'0'0'15177'0'0,"-10"10"-14437"0"0,-1-4-316 0 0,-3-1-676 0 0,-3 0-656 0 0,-5 0-848 0 0,-9 0-708 0 0,-2-1-3377 0 0,-8-4-4312 0 0</inkml:trace>
</inkml:ink>
</file>

<file path=ppt/ink/ink2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4:55.2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45 205 196 0 0,'-10'-6'7695'0'0,"9"6"-7612"0"0,1-1 0 0 0,0 1 0 0 0,0 0 1 0 0,-1 0-1 0 0,1-1 0 0 0,0 1 0 0 0,-1 0 0 0 0,1 0 1 0 0,0 0-1 0 0,-1 0 0 0 0,1 0 0 0 0,-1 0 1 0 0,1 0-1 0 0,0 0 0 0 0,-1-1 0 0 0,1 1 0 0 0,0 0 1 0 0,-1 1-1 0 0,1-1 0 0 0,-1 0 0 0 0,1 0 1 0 0,0 0-1 0 0,-1 0 0 0 0,1 0 0 0 0,0 0 0 0 0,-1 0 1 0 0,1 0-1 0 0,0 1 0 0 0,-1-1 0 0 0,1 0 0 0 0,0 0 1 0 0,-1 0-1 0 0,1 1 0 0 0,0-1 0 0 0,0 0 1 0 0,-1 1-1 0 0,1-1 0 0 0,0 1-53 0 0,0-1 1 0 0,0 1-1 0 0,0-1 0 0 0,0 1 0 0 0,0-1 0 0 0,0 1 1 0 0,1-1-1 0 0,-1 0 0 0 0,0 1 0 0 0,0-1 1 0 0,0 1-1 0 0,1-1 0 0 0,-1 1 0 0 0,0-1 1 0 0,1 0-1 0 0,-1 1 0 0 0,0-1 0 0 0,1 0 1 0 0,-1 1-1 0 0,0-1 0 0 0,1 0 0 0 0,-1 1 1 0 0,1-1-1 0 0,-1 0 0 0 0,1 1 0 0 0,15 8 521 0 0,-6-7-461 0 0,0 0-1 0 0,1-1 0 0 0,-1 0 0 0 0,0 0 0 0 0,1-1 0 0 0,-1-1 0 0 0,1 0 0 0 0,-1 0 1 0 0,0-1-1 0 0,18-5 0 0 0,7-4 12 0 0,60-26 0 0 0,-80 30-94 0 0,63-32 40 0 0,-70 35-41 0 0,-1-1-1 0 0,0 0 1 0 0,-1 0 0 0 0,1-1 0 0 0,-1 0 0 0 0,0 0 0 0 0,10-14 0 0 0,-15 19-4 0 0,0 0 0 0 0,0 0-1 0 0,-1-1 1 0 0,1 1 0 0 0,0 0 0 0 0,0-1-1 0 0,-1 1 1 0 0,1-1 0 0 0,-1 1 0 0 0,1-1 0 0 0,-1 1-1 0 0,1-1 1 0 0,-1 1 0 0 0,0-1 0 0 0,0 1 0 0 0,0-1-1 0 0,0 0 1 0 0,0 1 0 0 0,0-1 0 0 0,0 1 0 0 0,-1-1-1 0 0,1 1 1 0 0,-1-1 0 0 0,1 1 0 0 0,-1-1 0 0 0,1 1-1 0 0,-1-1 1 0 0,0 1 0 0 0,0-1 0 0 0,-1-1 0 0 0,0 1-5 0 0,0 0 0 0 0,0 1 0 0 0,0-1 0 0 0,-1 1 0 0 0,1 0 1 0 0,0 0-1 0 0,-1-1 0 0 0,1 1 0 0 0,0 1 0 0 0,-1-1 0 0 0,1 0 1 0 0,-1 1-1 0 0,1-1 0 0 0,-1 1 0 0 0,0 0 0 0 0,1-1 0 0 0,-4 2 1 0 0,-2 0-9 0 0,0 0-1 0 0,0 1 1 0 0,0 0 0 0 0,0 0 0 0 0,0 1 0 0 0,1 0 0 0 0,-1 0 0 0 0,1 1 0 0 0,0 0 0 0 0,-9 7 0 0 0,-9 7-6 0 0,-30 29-1 0 0,46-39 18 0 0,-24 22 12 0 0,-42 50 1 0 0,65-67-10 0 0,0-1 1 0 0,1 1-1 0 0,1 1 0 0 0,0 0 0 0 0,1 0 1 0 0,0 0-1 0 0,-7 27 0 0 0,13-39-1 0 0,0 1-1 0 0,0 0 1 0 0,1 1 0 0 0,-1-1-1 0 0,1 0 1 0 0,0 0-1 0 0,0 0 1 0 0,0 0 0 0 0,0 0-1 0 0,0 0 1 0 0,1 0-1 0 0,-1 0 1 0 0,1 0 0 0 0,0 0-1 0 0,0 0 1 0 0,0 0-1 0 0,0 0 1 0 0,1 0-1 0 0,-1 0 1 0 0,1-1 0 0 0,0 1-1 0 0,0-1 1 0 0,0 1-1 0 0,0-1 1 0 0,3 3 0 0 0,0-1 1 0 0,0-1 0 0 0,1 0 0 0 0,-1 0 0 0 0,1 0 1 0 0,-1-1-1 0 0,1 1 0 0 0,0-1 0 0 0,0-1 0 0 0,0 1 0 0 0,0-1 1 0 0,1 0-1 0 0,5 0 0 0 0,36 0-6 0 0,0-3-1 0 0,0-1 1 0 0,79-16 0 0 0,-88 10-77 0 0,-37 8 54 0 0,-6 2-58 0 0,-12 2 83 0 0,-1 2 1 0 0,1 0 0 0 0,0 1-1 0 0,0 0 1 0 0,0 1 0 0 0,-27 18-1 0 0,-85 67 190 0 0,95-66-55 0 0,-43 45 1 0 0,66-60-75 0 0,-1 1-1 0 0,2 0 1 0 0,0 1 0 0 0,0 0-1 0 0,1 0 1 0 0,1 1 0 0 0,-8 19-1 0 0,13-29-46 0 0,1 0 0 0 0,0 1 0 0 0,0-1 0 0 0,0 0-1 0 0,0 1 1 0 0,1-1 0 0 0,0 1 0 0 0,0-1 0 0 0,0 1-1 0 0,0-1 1 0 0,1 1 0 0 0,0-1 0 0 0,0 0 0 0 0,0 1 0 0 0,0-1-1 0 0,3 5 1 0 0,-3-6-7 0 0,1 0 0 0 0,0 0 0 0 0,0 0 0 0 0,0-1 1 0 0,1 1-1 0 0,-1-1 0 0 0,0 1 0 0 0,1-1 0 0 0,0 0 0 0 0,-1 0 0 0 0,1 0 0 0 0,0 0 0 0 0,0 0 0 0 0,0-1 0 0 0,0 1 0 0 0,0-1 0 0 0,1 0 0 0 0,-1 0 0 0 0,0 0 1 0 0,1-1-1 0 0,5 1 0 0 0,15 1-69 0 0,0-1 1 0 0,0-1-1 0 0,42-6 0 0 0,72-20-2064 0 0,-101 18 1160 0 0,53-15-3763 0 0,-46 10 472 0 0</inkml:trace>
</inkml:ink>
</file>

<file path=ppt/ink/ink2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4:55.7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51 660 0 0,'-39'-10'5519'0'0,"-54"-22"-1"0"0,91 31-4993 0 0,4 0-372 0 0,0 0-100 0 0,0 0-1 0 0,-1 0 0 0 0,1 0 0 0 0,0 1 1 0 0,-1-1-1 0 0,1 1 0 0 0,0-1 0 0 0,0 1 1 0 0,0-1-1 0 0,0 1 0 0 0,-1 0 0 0 0,4 0 1 0 0,4 1 16 0 0,1 0 1 0 0,-1 0 0 0 0,0 1 0 0 0,1 1 0 0 0,-1-1 0 0 0,0 2 0 0 0,0-1 0 0 0,-1 1 0 0 0,1 0 0 0 0,-1 1 0 0 0,0 0 0 0 0,0 0-1 0 0,14 13 1 0 0,-18-14-43 0 0,0 0 0 0 0,0 0-1 0 0,0 1 1 0 0,-1-1-1 0 0,1 1 1 0 0,-1 0-1 0 0,0 0 1 0 0,-1 0 0 0 0,1 0-1 0 0,-1 1 1 0 0,0-1-1 0 0,-1 0 1 0 0,1 1 0 0 0,-1 0-1 0 0,0-1 1 0 0,0 1-1 0 0,-1 0 1 0 0,0-1 0 0 0,0 1-1 0 0,0 0 1 0 0,-1-1-1 0 0,1 1 1 0 0,-2 0-1 0 0,0 5 1 0 0,-6 9 194 0 0,0-1 0 0 0,-1 1-1 0 0,-1-2 1 0 0,-1 1 0 0 0,-19 24 0 0 0,-13 24 1482 0 0,42-65-1514 0 0,2-5-176 0 0,0 0 0 0 0,0 0 0 0 0,1 1 0 0 0,-1-1 0 0 0,1 1 0 0 0,-1-1 0 0 0,1 1 0 0 0,0-1 0 0 0,0 1 0 0 0,4-3 0 0 0,-1-1-1 0 0,207-210-78 0 0,-130 135 66 0 0,-76 73-14 0 0,-15 11 14 0 0,-15 13 20 0 0,12-3 53 0 0,0 0 1 0 0,1 1-1 0 0,0 1 0 0 0,1-1 0 0 0,0 1 0 0 0,1 1 1 0 0,1 0-1 0 0,1 0 0 0 0,0 1 0 0 0,1 0 0 0 0,-5 23 0 0 0,10-35-51 0 0,1 0-1 0 0,-1 0 1 0 0,1 0-1 0 0,0 0 1 0 0,1 0-1 0 0,-1 0 0 0 0,1 0 1 0 0,0 0-1 0 0,0 0 1 0 0,0 0-1 0 0,1 0 1 0 0,0-1-1 0 0,0 1 1 0 0,0 0-1 0 0,0-1 0 0 0,1 0 1 0 0,0 1-1 0 0,0-1 1 0 0,4 5-1 0 0,-2-5-19 0 0,-1 0-1 0 0,1 0 0 0 0,0-1 1 0 0,0 1-1 0 0,0-1 1 0 0,1 0-1 0 0,-1 0 0 0 0,1-1 1 0 0,0 0-1 0 0,-1 0 1 0 0,1 0-1 0 0,0-1 1 0 0,0 0-1 0 0,0 0 0 0 0,11 1 1 0 0,0-2-534 0 0,1-1 0 0 0,-1 0-1 0 0,1-2 1 0 0,-1 0 0 0 0,17-5 0 0 0,-12 2-1653 0 0,0-2 0 0 0,-1-1 0 0 0,27-14 0 0 0,-16 4-2818 0 0</inkml:trace>
</inkml:ink>
</file>

<file path=ppt/ink/ink2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4:55.9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64 2084 0 0,'-2'-2'2540'0'0,"-51"-27"13545"0"0,53 28-15882 0 0,-17-7 2478 0 0,17 8-2796 0 0,0 0 0 0 0,-1 0 1 0 0,1 0-1 0 0,-1 0 0 0 0,1 0 1 0 0,-1-1-1 0 0,1 1 0 0 0,0 0 0 0 0,-1 0 1 0 0,1-1-1 0 0,0 1 0 0 0,-1 0 1 0 0,1 0-1 0 0,0-1 0 0 0,-1 1 1 0 0,1 0-1 0 0,0-1 0 0 0,-1 1 1 0 0,1 0-1 0 0,0-1 0 0 0,0 1 0 0 0,-1-1 1 0 0,1 1-1 0 0,0 0 0 0 0,0-1 1 0 0,0 1-1 0 0,0-1 0 0 0,0 1 1 0 0,0-1-1 0 0,-1 0 0 0 0,9-3-1431 0 0,16-5-8088 0 0</inkml:trace>
</inkml:ink>
</file>

<file path=ppt/ink/ink2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4:56.4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240 128 3040 0 0,'-2'-3'998'0'0,"-1"-1"1"0"0,1 0-1 0 0,1 0 0 0 0,-1 0 0 0 0,1 0 0 0 0,-1 0 0 0 0,1 0 0 0 0,0 0 0 0 0,0 0 1 0 0,1 0-1 0 0,-1-9 0 0 0,2 10-812 0 0,-1 0 0 0 0,1 0-1 0 0,-1 1 1 0 0,1-1 0 0 0,0 0 0 0 0,0 0 0 0 0,1 0 0 0 0,-1 1 0 0 0,1-1 0 0 0,-1 0 0 0 0,1 1-1 0 0,0-1 1 0 0,0 1 0 0 0,0 0 0 0 0,0 0 0 0 0,0 0 0 0 0,4-3 0 0 0,-4 3-127 0 0,1-1 1 0 0,0 1 0 0 0,0 0-1 0 0,1 0 1 0 0,-1 0-1 0 0,0 0 1 0 0,1 1 0 0 0,-1 0-1 0 0,1-1 1 0 0,-1 1-1 0 0,1 0 1 0 0,0 1 0 0 0,-1-1-1 0 0,1 1 1 0 0,0-1 0 0 0,-1 1-1 0 0,1 0 1 0 0,0 1-1 0 0,0-1 1 0 0,-1 1 0 0 0,1-1-1 0 0,0 1 1 0 0,-1 0-1 0 0,1 0 1 0 0,-1 1 0 0 0,1-1-1 0 0,-1 1 1 0 0,0 0-1 0 0,1 0 1 0 0,-1 0 0 0 0,3 2-1 0 0,-1 0-29 0 0,-1 0 0 0 0,0 1 1 0 0,1-1-1 0 0,-1 1 0 0 0,-1 0 0 0 0,1 0 0 0 0,-1 0 0 0 0,0 1 0 0 0,0-1 0 0 0,0 1 0 0 0,-1-1 0 0 0,0 1 0 0 0,0 0 0 0 0,0 0 0 0 0,-1 0 0 0 0,0 0 0 0 0,0 0 1 0 0,0 8-1 0 0,-2 11 85 0 0,-2-1 1 0 0,-1 1-1 0 0,0 0 1 0 0,-2-1-1 0 0,-1 0 1 0 0,-1 0 0 0 0,-1-1-1 0 0,0 0 1 0 0,-23 37-1 0 0,-7 3 435 0 0,-3-2 1 0 0,-49 55-1 0 0,-51 51 851 0 0,125-142-1213 0 0,17-25-167 0 0,-1 1 0 0 0,1 0 1 0 0,-1 0-1 0 0,1 0 0 0 0,0 0 0 0 0,0 0 0 0 0,-1 0 1 0 0,1 0-1 0 0,0 0 0 0 0,0 0 0 0 0,0 0 1 0 0,0-1-1 0 0,0 1 0 0 0,0 0 0 0 0,0 0 0 0 0,0 0 1 0 0,1 0-1 0 0,-1 0 0 0 0,0 0 0 0 0,0 0 0 0 0,1 0 1 0 0,-1 0-1 0 0,1 0 0 0 0,0 1 0 0 0,0-1 1 0 0,0-1 0 0 0,1 1-1 0 0,-1 0 1 0 0,0-1-1 0 0,0 1 1 0 0,0-1 0 0 0,1 1-1 0 0,-1-1 1 0 0,0 0-1 0 0,1 1 1 0 0,-1-1 0 0 0,0 0-1 0 0,1 0 1 0 0,-1 0-1 0 0,3 0 1 0 0,20-3 84 0 0,-22 3-100 0 0,38-5-343 0 0,1-2-1 0 0,-1-2 1 0 0,70-26 0 0 0,-102 33 22 0 0,95-39-7880 0 0,-82 32 5273 0 0</inkml:trace>
</inkml:ink>
</file>

<file path=ppt/ink/ink2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4:56.6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1 135 436 0 0,'7'-103'23210'0'0,"-8"101"-23066"0"0,1 1 1 0 0,-1-1-1 0 0,1 1 0 0 0,0-1 1 0 0,0 1-1 0 0,-1-1 0 0 0,1 0 0 0 0,0 1 1 0 0,1-1-1 0 0,-1 1 0 0 0,0-3 1 0 0,1-6-2574 0 0</inkml:trace>
</inkml:ink>
</file>

<file path=ppt/ink/ink2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4:56.8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0 1792 0 0,'-10'52'13496'0'0,"3"-13"-6559"0"0,6-37-6569 0 0,-1 2 1216 0 0</inkml:trace>
</inkml:ink>
</file>

<file path=ppt/ink/ink2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4:57.8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506 181 432 0 0,'0'0'14032'0'0,"2"-1"-13833"0"0,8-3-81 0 0,0-1-1 0 0,0-1 0 0 0,-1 0 0 0 0,0 0 0 0 0,12-11 0 0 0,40-42 149 0 0,-58 56-252 0 0,-1 1-1 0 0,1-1 1 0 0,-1 0 0 0 0,1 0-1 0 0,-1 0 1 0 0,0 0 0 0 0,0 0-1 0 0,0-1 1 0 0,-1 1 0 0 0,1-1-1 0 0,-1 1 1 0 0,0-1 0 0 0,0 1-1 0 0,0-1 1 0 0,0 0 0 0 0,-1 1-1 0 0,1-6 1 0 0,-1 9-15 0 0,-1-1-1 0 0,1 0 1 0 0,0 0 0 0 0,-1 1 0 0 0,1-1-1 0 0,-1 0 1 0 0,1 1 0 0 0,-1-1-1 0 0,1 1 1 0 0,-1-1 0 0 0,1 0-1 0 0,-1 1 1 0 0,0-1 0 0 0,1 1-1 0 0,-1 0 1 0 0,0-1 0 0 0,0 1-1 0 0,1-1 1 0 0,-1 1 0 0 0,0 0-1 0 0,0 0 1 0 0,1-1 0 0 0,-1 1 0 0 0,0 0-1 0 0,0 0 1 0 0,0 0 0 0 0,1 0-1 0 0,-1 0 1 0 0,0 0 0 0 0,0 0-1 0 0,-1 0 1 0 0,-25 4-16 0 0,7 3 11 0 0,0 2-1 0 0,1 0 0 0 0,0 1 1 0 0,-28 20-1 0 0,-66 57 14 0 0,108-82-7 0 0,-84 74-37 0 0,81-70 32 0 0,0 0 0 0 0,0 1 0 0 0,1-1 0 0 0,0 2 0 0 0,0-1 0 0 0,1 1 0 0 0,-7 17-1 0 0,12-24 7 0 0,0 0-1 0 0,1 0 1 0 0,-1 0-1 0 0,1 0 1 0 0,0 0-1 0 0,0 1 1 0 0,0-1-1 0 0,0 0 1 0 0,1 0-1 0 0,0 0 1 0 0,0 0 0 0 0,0 0-1 0 0,0 0 1 0 0,0 0-1 0 0,1 0 1 0 0,0 0-1 0 0,0-1 1 0 0,0 1-1 0 0,0-1 1 0 0,1 1-1 0 0,-1-1 1 0 0,1 0-1 0 0,4 4 1 0 0,7 8 6 0 0,1-2 1 0 0,1 0 0 0 0,24 16-1 0 0,-33-24-6 0 0,12 8 22 0 0,4 3 6 0 0,23 19 0 0 0,-41-30-22 0 0,1 0 0 0 0,-1 0 0 0 0,0 1 0 0 0,0 0-1 0 0,-1 0 1 0 0,0 0 0 0 0,0 0 0 0 0,0 1 0 0 0,2 6 0 0 0,-4-8 30 0 0,-1 1 1 0 0,0-1 0 0 0,-1 0-1 0 0,1 0 1 0 0,-1 1 0 0 0,0-1-1 0 0,0 0 1 0 0,-1 1 0 0 0,1-1 0 0 0,-1 0-1 0 0,-1 1 1 0 0,1-1 0 0 0,-1 0-1 0 0,1 0 1 0 0,-1 0 0 0 0,-1 0-1 0 0,1-1 1 0 0,-1 1 0 0 0,-5 6-1 0 0,0 1 170 0 0,-1-1 0 0 0,0 0-1 0 0,-1 0 1 0 0,0-1 0 0 0,-24 18-1 0 0,20-18-96 0 0,0-1 1 0 0,-1 0-1 0 0,-1-1 0 0 0,1-1 0 0 0,-1-1 0 0 0,0 0 1 0 0,-1-1-1 0 0,0-1 0 0 0,1 0 0 0 0,-1-1 0 0 0,0-1 0 0 0,-1-1 1 0 0,1 0-1 0 0,0-1 0 0 0,0-1 0 0 0,0-1 0 0 0,0 0 0 0 0,0-1 1 0 0,-19-6-1 0 0,34 8-144 0 0,0 1 0 0 0,1-1 1 0 0,-1 1-1 0 0,1-1 0 0 0,-1 0 0 0 0,0 0 1 0 0,1 1-1 0 0,-1-1 0 0 0,1 0 0 0 0,0 0 1 0 0,-1-1-1 0 0,1 1 0 0 0,0 0 1 0 0,-1 0-1 0 0,1-1 0 0 0,0 1 0 0 0,0 0 1 0 0,0-1-1 0 0,0 1 0 0 0,1-1 0 0 0,-1 0 1 0 0,0 1-1 0 0,0-3 0 0 0,1 2-96 0 0,0 0 1 0 0,0 1-1 0 0,0-1 0 0 0,0 0 1 0 0,0 0-1 0 0,1 0 0 0 0,-1 0 1 0 0,1 1-1 0 0,-1-1 0 0 0,1 0 1 0 0,0 0-1 0 0,-1 1 0 0 0,1-1 1 0 0,0 0-1 0 0,0 1 0 0 0,0-1 1 0 0,1 1-1 0 0,-1-1 0 0 0,0 1 1 0 0,0 0-1 0 0,1 0 0 0 0,1-2 0 0 0,13-10-2375 0 0,2 1-1 0 0,36-19 0 0 0,-35 20 223 0 0,12-6-1826 0 0</inkml:trace>
</inkml:ink>
</file>

<file path=ppt/ink/ink2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4:58.4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48 418 1384 0 0,'9'-6'2397'0'0,"9"-3"3616"0"0,-17 14-4002 0 0,-8 11-1100 0 0,-5 4-176 0 0,2 2-1 0 0,0-1 1 0 0,1 1-1 0 0,-7 32 0 0 0,12-40-625 0 0,1 0 0 0 0,1 0 0 0 0,1 0 0 0 0,-1 0 0 0 0,2 0 0 0 0,0 0 0 0 0,1 0 0 0 0,4 24 0 0 0,-4-33-91 0 0,0-1 1 0 0,1 1 0 0 0,-1-1-1 0 0,1 1 1 0 0,0-1-1 0 0,0 1 1 0 0,1-1-1 0 0,-1 0 1 0 0,1 0-1 0 0,0-1 1 0 0,0 1-1 0 0,0 0 1 0 0,0-1-1 0 0,1 0 1 0 0,0 1-1 0 0,-1-2 1 0 0,1 1-1 0 0,0 0 1 0 0,0-1-1 0 0,1 1 1 0 0,-1-1 0 0 0,5 1-1 0 0,-3-1 0 0 0,1-1-1 0 0,-1 0 1 0 0,0 0 0 0 0,0 0-1 0 0,1-1 1 0 0,-1 0 0 0 0,0 0-1 0 0,1-1 1 0 0,-1 1-1 0 0,0-1 1 0 0,0-1 0 0 0,1 1-1 0 0,-1-1 1 0 0,0 0 0 0 0,-1-1-1 0 0,9-3 1 0 0,-9 2-9 0 0,1 1 0 0 0,0-1 1 0 0,-1 0-1 0 0,0 0 0 0 0,0-1 0 0 0,0 1 1 0 0,-1-1-1 0 0,1 0 0 0 0,-1 0 0 0 0,0-1 1 0 0,6-10-1 0 0,-6 7-7 0 0,0 0-1 0 0,0-1 1 0 0,-1 1 0 0 0,0-1 0 0 0,-1 0 0 0 0,0 0 0 0 0,1-13-1 0 0,-3 8-5 0 0,1 1 0 0 0,-2-1-1 0 0,0 1 1 0 0,-1 0-1 0 0,0-1 1 0 0,-1 1 0 0 0,-1 0-1 0 0,0 1 1 0 0,0-1-1 0 0,-2 0 1 0 0,-8-14 0 0 0,13 25 2 0 0,-1-1 1 0 0,0 1-1 0 0,-1 0 0 0 0,1 0 1 0 0,0 0-1 0 0,-1 0 1 0 0,0 0-1 0 0,0 1 1 0 0,0-1-1 0 0,0 1 0 0 0,0 0 1 0 0,0 0-1 0 0,0 0 1 0 0,-6-2-1 0 0,5 3 1 0 0,1 0 0 0 0,0 1-1 0 0,-1-1 1 0 0,1 1 0 0 0,-1 0 0 0 0,1 0-1 0 0,0 0 1 0 0,-1 0 0 0 0,1 1 0 0 0,0-1-1 0 0,-1 1 1 0 0,1 0 0 0 0,0 0 0 0 0,0 0-1 0 0,-1 0 1 0 0,1 1 0 0 0,-3 1 0 0 0,-4 4-26 0 0,-1-1 0 0 0,1 1 0 0 0,0 1 0 0 0,1 0 1 0 0,0 0-1 0 0,0 1 0 0 0,1 0 0 0 0,0 1 0 0 0,-12 19 1 0 0,16-23 0 0 0,1 0 0 0 0,0 1 1 0 0,0-1-1 0 0,1 1 1 0 0,-1 0-1 0 0,1 0 0 0 0,1 0 1 0 0,-2 8-1 0 0,3-10 12 0 0,0-1-1 0 0,0 1 1 0 0,0-1 0 0 0,1 1-1 0 0,-1-1 1 0 0,1 1-1 0 0,0-1 1 0 0,0 0 0 0 0,1 1-1 0 0,-1-1 1 0 0,1 0-1 0 0,0 0 1 0 0,4 7 0 0 0,-2-7-140 0 0,-1 0 1 0 0,1 0 0 0 0,0-1 0 0 0,-1 0 0 0 0,2 1 0 0 0,-1-1 0 0 0,0-1 0 0 0,1 1 0 0 0,-1-1 0 0 0,1 1-1 0 0,0-1 1 0 0,-1-1 0 0 0,1 1 0 0 0,0-1 0 0 0,0 1 0 0 0,0-1 0 0 0,0-1 0 0 0,1 1 0 0 0,5-1 0 0 0,7 0-331 0 0,0 0 0 0 0,-1-2 0 0 0,1 0 0 0 0,23-5 0 0 0,-15 0 314 0 0,0-1 0 0 0,-1-1 0 0 0,1-1 1 0 0,-2-1-1 0 0,0-2 0 0 0,0 0 0 0 0,-1-1 0 0 0,-1-2 1 0 0,0 0-1 0 0,-1-1 0 0 0,-1-1 0 0 0,-1-1 0 0 0,0-1 0 0 0,-2-1 1 0 0,0 0-1 0 0,-1-1 0 0 0,-1-1 0 0 0,12-27 0 0 0,-1-10 1125 0 0,-2-1-1 0 0,23-98 0 0 0,-27 86 772 0 0,-48 196-1010 0 0,-17 186 1 0 0,44-295-733 0 0,-7 128 243 0 0,8-125-723 0 0,1-1 0 0 0,1 1 1 0 0,0-1-1 0 0,1 1 0 0 0,1-1 0 0 0,8 23 1 0 0,-10-36 42 0 0,-1 0 1 0 0,1 1-1 0 0,-1-1 1 0 0,1 0-1 0 0,0 0 1 0 0,0 0 0 0 0,0 0-1 0 0,0 0 1 0 0,1-1-1 0 0,-1 1 1 0 0,1-1-1 0 0,3 3 1 0 0,7 0-2738 0 0</inkml:trace>
</inkml:ink>
</file>

<file path=ppt/ink/ink2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4:59.0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1 148 2156 0 0,'33'-65'7416'0'0,"-32"63"-6790"0"0,-1 2-575 0 0,1 0 1 0 0,0 0-1 0 0,-1 0 1 0 0,1 0-1 0 0,-1 0 1 0 0,1 1-1 0 0,-1-1 1 0 0,1 0-1 0 0,-1 0 1 0 0,1 0-1 0 0,-1 1 1 0 0,1-1 0 0 0,-1 0-1 0 0,1 0 1 0 0,-1 1-1 0 0,0-1 1 0 0,1 0-1 0 0,-1 1 1 0 0,1-1-1 0 0,-1 1 1 0 0,0-1-1 0 0,0 1 1 0 0,1 0-1 0 0,29 148 2749 0 0,-4-8-1835 0 0,-26-140-950 0 0,0 0 0 0 0,1 0-1 0 0,-1 0 1 0 0,0 1-1 0 0,0-1 1 0 0,1 0 0 0 0,-1 0-1 0 0,0 0 1 0 0,1 0-1 0 0,0 0 1 0 0,-1 0-1 0 0,1 0 1 0 0,-1 0 0 0 0,1 0-1 0 0,0 0 1 0 0,0 0-1 0 0,0 0 1 0 0,-1 0 0 0 0,1 0-1 0 0,0-1 1 0 0,0 1-1 0 0,0 0 1 0 0,0-1 0 0 0,0 1-1 0 0,0-1 1 0 0,1 1-1 0 0,-1-1 1 0 0,2 1 0 0 0,-1-1-10 0 0,0-1 0 0 0,-1 1 1 0 0,1-1-1 0 0,0 1 0 0 0,0-1 1 0 0,0 0-1 0 0,-1 1 1 0 0,1-1-1 0 0,0 0 0 0 0,-1 0 1 0 0,1-1-1 0 0,-1 1 1 0 0,1 0-1 0 0,-1 0 0 0 0,0-1 1 0 0,2-1-1 0 0,12-16-26 0 0,-1 1 1 0 0,-1-2-1 0 0,16-30 0 0 0,-17 26-14 0 0,2 2 0 0 0,22-30-1 0 0,-34 49 28 0 0,1 0-1 0 0,0-1 1 0 0,0 1-1 0 0,0 0 0 0 0,0 1 1 0 0,0-1-1 0 0,1 0 0 0 0,-1 1 1 0 0,1 0-1 0 0,-1 0 1 0 0,1 0-1 0 0,7-3 0 0 0,-5 4 7 0 0,-1 0 0 0 0,1-1-1 0 0,-1 2 1 0 0,1-1 0 0 0,-1 1-1 0 0,1-1 1 0 0,-1 1 0 0 0,1 1-1 0 0,-1-1 1 0 0,1 1 0 0 0,-1 0-1 0 0,1 1 1 0 0,5 1 0 0 0,-1 0 12 0 0,33 10-9 0 0,-9-3 29 0 0,0-1-1 0 0,57 8 1 0 0,-81-16-22 0 0,-1 0 0 0 0,0-1 1 0 0,0 0-1 0 0,0-1 0 0 0,0 0 1 0 0,1 0-1 0 0,-1-1 1 0 0,0 0-1 0 0,-1-1 0 0 0,1 1 1 0 0,0-2-1 0 0,-1 1 1 0 0,1-1-1 0 0,-1-1 0 0 0,8-5 1 0 0,-11 6-10 0 0,0 0 1 0 0,-1-1 0 0 0,0 1 0 0 0,0-1-1 0 0,0 0 1 0 0,0 0 0 0 0,-1-1-1 0 0,1 1 1 0 0,-2-1 0 0 0,1 0 0 0 0,3-8-1 0 0,-5 10 0 0 0,1-1 0 0 0,-1 1 0 0 0,0-1 0 0 0,-1 1 0 0 0,1-1 0 0 0,-1 0 0 0 0,1 1 0 0 0,-1-1 0 0 0,-1 0 0 0 0,1 1-1 0 0,-1-1 1 0 0,1 1 0 0 0,-2-1 0 0 0,1 1 0 0 0,-3-9 0 0 0,3 12 3 0 0,1 1 0 0 0,-1-1 0 0 0,0 0 1 0 0,1 0-1 0 0,-1 0 0 0 0,0 0 0 0 0,0 1 0 0 0,1-1 0 0 0,-1 0 0 0 0,0 1 0 0 0,0-1 0 0 0,0 1 1 0 0,0-1-1 0 0,0 1 0 0 0,0-1 0 0 0,0 1 0 0 0,0-1 0 0 0,0 1 0 0 0,0 0 0 0 0,0 0 0 0 0,0 0 0 0 0,-1-1 1 0 0,1 1-1 0 0,0 0 0 0 0,0 0 0 0 0,0 1 0 0 0,0-1 0 0 0,0 0 0 0 0,0 0 0 0 0,0 0 0 0 0,0 1 1 0 0,0-1-1 0 0,0 1 0 0 0,0-1 0 0 0,0 0 0 0 0,0 1 0 0 0,-2 1 0 0 0,-4 2 53 0 0,-1 0 0 0 0,1 1-1 0 0,-10 9 1 0 0,12-10 10 0 0,-16 14 91 0 0,1 0 0 0 0,0 1 0 0 0,1 2 0 0 0,2 0-1 0 0,0 0 1 0 0,1 2 0 0 0,1 0 0 0 0,-23 49 0 0 0,36-67-135 0 0,0-1 1 0 0,0 1-1 0 0,1-1 0 0 0,0 1 1 0 0,0-1-1 0 0,0 1 0 0 0,0 0 1 0 0,1 0-1 0 0,0-1 0 0 0,0 1 1 0 0,0 0-1 0 0,0-1 0 0 0,1 1 1 0 0,0 0-1 0 0,3 8 0 0 0,-3-9-5 0 0,1-1-1 0 0,0 0 0 0 0,0 0 0 0 0,0 0 1 0 0,0 0-1 0 0,0-1 0 0 0,1 1 0 0 0,0-1 1 0 0,-1 1-1 0 0,1-1 0 0 0,0 0 1 0 0,0 0-1 0 0,0 0 0 0 0,0 0 0 0 0,0-1 1 0 0,1 1-1 0 0,-1-1 0 0 0,0 0 0 0 0,1 0 1 0 0,-1 0-1 0 0,6 1 0 0 0,10 0-129 0 0,-1 0 0 0 0,1-1-1 0 0,0 0 1 0 0,-1-2-1 0 0,1 0 1 0 0,29-7 0 0 0,31-12-2613 0 0,-5-7-3372 0 0,-35 11 91 0 0</inkml:trace>
</inkml:ink>
</file>

<file path=ppt/ink/ink2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4:59.6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52 693 1624 0 0,'-5'4'563'0'0,"1"1"0"0"0,-1 0 1 0 0,1 0-1 0 0,0 0 0 0 0,0 1 0 0 0,0-1 0 0 0,1 1 0 0 0,0 0 1 0 0,0 0-1 0 0,1 0 0 0 0,-1 1 0 0 0,-1 7 0 0 0,3-11-411 0 0,0 1 0 0 0,1-1 0 0 0,-1 1 0 0 0,1-1 0 0 0,-1 1 0 0 0,1-1 0 0 0,0 1 0 0 0,0-1 0 0 0,1 1 1 0 0,-1-1-1 0 0,1 1 0 0 0,0-1 0 0 0,0 1 0 0 0,0-1 0 0 0,0 1 0 0 0,0-1 0 0 0,1 0 0 0 0,-1 0 0 0 0,1 0 0 0 0,0 0 0 0 0,0 0 0 0 0,0 0 0 0 0,1 0 0 0 0,3 3 0 0 0,-3-4-96 0 0,1 0 1 0 0,-1 0-1 0 0,1-1 0 0 0,0 1 1 0 0,-1-1-1 0 0,1 0 0 0 0,0 0 1 0 0,0 0-1 0 0,0 0 1 0 0,-1-1-1 0 0,1 1 0 0 0,0-1 1 0 0,0 0-1 0 0,0 0 0 0 0,0-1 1 0 0,7-1-1 0 0,4-1 17 0 0,0-1 0 0 0,26-9 0 0 0,-24 6-57 0 0,-1 0 1 0 0,-1-1-1 0 0,0-1 1 0 0,0-1-1 0 0,0 0 1 0 0,-1 0-1 0 0,18-19 1 0 0,-14 10-27 0 0,-1-1 0 0 0,0 0 0 0 0,-2-1 0 0 0,19-33 0 0 0,-7-1-32 0 0,-2-1-1 0 0,-2 0 1 0 0,23-91-1 0 0,-5-24 97 0 0,-21 85-56 0 0,-11 33-111 0 0,-9 51 74 0 0,-8 26-43 0 0,-8 45 57 0 0,-15 134 1 0 0,30-195 25 0 0,-3 34 105 0 0,2 68 0 0 0,2-93-214 0 0,2 1-1 0 0,0-1 1 0 0,1 0-1 0 0,1 0 1 0 0,0 0-1 0 0,13 28 1 0 0,-15-40-149 0 0,1 0 0 0 0,0 0 0 0 0,0 0 0 0 0,0 0 0 0 0,1 0-1 0 0,0 0 1 0 0,0-1 0 0 0,0 0 0 0 0,5 4 0 0 0,-6-6-255 0 0,1 1 0 0 0,-1-1 0 0 0,0 0 1 0 0,1-1-1 0 0,-1 1 0 0 0,1-1 0 0 0,0 1 0 0 0,7 0 0 0 0,7 1-2964 0 0</inkml:trace>
</inkml:ink>
</file>

<file path=ppt/ink/ink2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00.2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36 192 660 0 0,'0'-4'358'0'0,"9"-52"4120"0"0,22-73-1 0 0,-30 127-4265 0 0,-1 4 37 0 0,-3 46 586 0 0,-15 82 0 0 0,6-58-519 0 0,-19 189 644 0 0,24-195-748 0 0,2-10 240 0 0,5-54-340 0 0,2-2-109 0 0,-1 0 0 0 0,1-1 0 0 0,-1 1 1 0 0,1-1-1 0 0,-1 1 0 0 0,1-1 0 0 0,-1 0 0 0 0,0 1 0 0 0,1-1 0 0 0,-1 0 1 0 0,0 0-1 0 0,1 0 0 0 0,-1 0 0 0 0,0 0 0 0 0,0-1 0 0 0,1 0 0 0 0,19-27-38 0 0,-14 18 17 0 0,16-22-17 0 0,39-48-25 0 0,-54 70 46 0 0,1 2 0 0 0,1-1-1 0 0,0 1 1 0 0,0 1 0 0 0,18-11 0 0 0,-25 17 8 0 0,0 0 0 0 0,0 0 1 0 0,1 1-1 0 0,-1-1 0 0 0,0 1 0 0 0,1 0 1 0 0,0 0-1 0 0,-1 0 0 0 0,1 0 0 0 0,-1 1 1 0 0,1 0-1 0 0,0-1 0 0 0,-1 1 0 0 0,8 1 1 0 0,-9 0 7 0 0,1 0 1 0 0,-1 0-1 0 0,1 0 1 0 0,-1 0-1 0 0,0 0 1 0 0,0 0-1 0 0,0 1 1 0 0,1-1-1 0 0,-1 1 1 0 0,-1 0-1 0 0,1-1 1 0 0,0 1-1 0 0,0 0 1 0 0,-1 0-1 0 0,1 0 1 0 0,-1 0-1 0 0,1 0 1 0 0,-1 1-1 0 0,0-1 1 0 0,0 0-1 0 0,0 1 1 0 0,1 2-1 0 0,2 9 44 0 0,-1-1-1 0 0,-1 1 0 0 0,0 0 0 0 0,0 24 1 0 0,-2-26 0 0 0,0 0 1 0 0,1-1-1 0 0,1 1 0 0 0,0 0 1 0 0,0 0-1 0 0,9 21 1 0 0,-9-30-38 0 0,-1 0 0 0 0,1 0 1 0 0,0 0-1 0 0,0-1 0 0 0,1 1 1 0 0,-1-1-1 0 0,0 0 0 0 0,1 0 1 0 0,-1 0-1 0 0,1 0 1 0 0,0 0-1 0 0,0 0 0 0 0,0-1 1 0 0,-1 1-1 0 0,2-1 0 0 0,-1 0 1 0 0,0 0-1 0 0,0 0 0 0 0,0 0 1 0 0,0 0-1 0 0,1-1 0 0 0,-1 0 1 0 0,0 0-1 0 0,1 1 0 0 0,-1-2 1 0 0,6 0-1 0 0,7 0-13 0 0,-1-2 0 0 0,1 0 0 0 0,0-1 0 0 0,16-7 0 0 0,-10 3 0 0 0,0-2-1 0 0,-1-1 0 0 0,0 0 0 0 0,-1-1 0 0 0,0-2 0 0 0,-1 0 0 0 0,0-1 1 0 0,-2 0-1 0 0,0-2 0 0 0,0 0 0 0 0,-2-1 0 0 0,0-1 0 0 0,-1 0 0 0 0,-1-1 1 0 0,0 0-1 0 0,-2-1 0 0 0,10-26 0 0 0,-19 43 3 0 0,0 0 0 0 0,-1-1 0 0 0,0 1 0 0 0,0-1 0 0 0,0 1 0 0 0,0-6 0 0 0,-1 9 4 0 0,0-1 0 0 0,0 1 0 0 0,0 0 0 0 0,0-1 0 0 0,0 1 0 0 0,0 0 0 0 0,-1-1 0 0 0,1 1 0 0 0,-1 0 0 0 0,1 0 1 0 0,-1-1-1 0 0,1 1 0 0 0,-1 0 0 0 0,0 0 0 0 0,0 0 0 0 0,1 0 0 0 0,-1 0 0 0 0,0 0 0 0 0,0 0 0 0 0,0 0 0 0 0,0 0 0 0 0,0 0 0 0 0,-1 0 0 0 0,1 1 2 0 0,0-1 0 0 0,0 1-1 0 0,0 0 1 0 0,0-1-1 0 0,0 1 1 0 0,0 0 0 0 0,0 0-1 0 0,1 0 1 0 0,-1 0-1 0 0,0 0 1 0 0,0 0 0 0 0,0 0-1 0 0,0 0 1 0 0,0 1-1 0 0,0-1 1 0 0,0 0 0 0 0,0 0-1 0 0,1 1 1 0 0,-1-1-1 0 0,0 0 1 0 0,0 1 0 0 0,-1 0-1 0 0,-17 13 74 0 0,16-11-47 0 0,-6 5 26 0 0,1 0 0 0 0,0 0 0 0 0,1 1-1 0 0,-1 0 1 0 0,2 0 0 0 0,-1 1 0 0 0,2-1-1 0 0,-1 2 1 0 0,1-1 0 0 0,1 0 0 0 0,0 1-1 0 0,0 0 1 0 0,-3 19 0 0 0,5-21-7 0 0,0 0 0 0 0,1 0-1 0 0,0 0 1 0 0,1 0 0 0 0,0-1 0 0 0,1 1 0 0 0,-1 0 0 0 0,2 0 0 0 0,-1 0 0 0 0,1 0-1 0 0,1-1 1 0 0,0 1 0 0 0,0-1 0 0 0,0 0 0 0 0,1 0 0 0 0,0 0 0 0 0,11 14 0 0 0,-11-17-36 0 0,0-1 1 0 0,1 0 0 0 0,0 0 0 0 0,0 0 0 0 0,0-1 0 0 0,0 1 0 0 0,1-1 0 0 0,-1-1 0 0 0,1 1 0 0 0,0-1-1 0 0,0 0 1 0 0,0 0 0 0 0,0-1 0 0 0,0 1 0 0 0,0-1 0 0 0,0-1 0 0 0,0 1 0 0 0,0-1 0 0 0,1 0 0 0 0,10-2 0 0 0,-2 0-523 0 0,-1 0 0 0 0,0-2 1 0 0,0 1-1 0 0,0-2 1 0 0,0 1-1 0 0,-1-2 1 0 0,24-13-1 0 0,-29 14-612 0 0,0-1-1 0 0,0 0 1 0 0,-1 0-1 0 0,9-10 1 0 0,7-8-3621 0 0</inkml:trace>
</inkml:ink>
</file>

<file path=ppt/ink/ink2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00.4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304 210 1184 0 0,'-301'40'14677'0'0,"301"-40"-14653"0"0,0-1 1 0 0,0 1-1 0 0,0 0 0 0 0,-1 0 0 0 0,1 0 0 0 0,0 0 0 0 0,0-1 0 0 0,0 1 0 0 0,0 0 0 0 0,0 0 0 0 0,-1 0 0 0 0,1-1 0 0 0,0 1 0 0 0,0 0 0 0 0,0 0 0 0 0,0-1 0 0 0,0 1 0 0 0,0 0 0 0 0,0 0 0 0 0,0 0 0 0 0,0-1 0 0 0,0 1 0 0 0,0 0 1 0 0,0 0-1 0 0,0-1 0 0 0,0 1 0 0 0,0 0 0 0 0,0 0 0 0 0,0-1 0 0 0,1 1 0 0 0,1-2 26 0 0,1 0 0 0 0,0 0 0 0 0,0 0 1 0 0,0 1-1 0 0,0-1 0 0 0,0 1 0 0 0,6-2 0 0 0,3-2 29 0 0,283-92-339 0 0,7 23-4963 0 0,-183 47 1127 0 0,-17 3-1008 0 0</inkml:trace>
</inkml:ink>
</file>

<file path=ppt/ink/ink2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01.0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597 409 488 0 0,'-5'-18'1057'0'0,"0"-1"0"0"0,1 0 0 0 0,1 0 0 0 0,0 0 0 0 0,1-29 0 0 0,4 1 392 0 0,9-50 0 0 0,5-25 2030 0 0,-63 359-1356 0 0,25-134-1697 0 0,-135 749 1297 0 0,122-599-1383 0 0,-1 355 0 0 0,36-522-253 0 0,15 125-1 0 0,-13-201-81 0 0,0 0 0 0 0,0-1 0 0 0,0 1 0 0 0,1 0 0 0 0,1-1 0 0 0,0 0 0 0 0,7 14 0 0 0,-9-21-5 0 0,-1 1 0 0 0,1-1 1 0 0,0 0-1 0 0,0 0 0 0 0,0 0 0 0 0,0 0 1 0 0,0 0-1 0 0,0-1 0 0 0,0 1 0 0 0,1 0 1 0 0,-1-1-1 0 0,1 0 0 0 0,-1 0 1 0 0,1 0-1 0 0,-1 0 0 0 0,1 0 0 0 0,0 0 1 0 0,-1 0-1 0 0,1-1 0 0 0,0 1 0 0 0,-1-1 1 0 0,1 0-1 0 0,0 0 0 0 0,0 0 0 0 0,0 0 1 0 0,-1-1-1 0 0,1 1 0 0 0,0-1 1 0 0,-1 0-1 0 0,1 1 0 0 0,2-2 0 0 0,7-3-4 0 0,-1 0 0 0 0,0-1-1 0 0,0 0 1 0 0,-1-1-1 0 0,0 0 1 0 0,0 0-1 0 0,0-1 1 0 0,-1-1 0 0 0,0 0-1 0 0,9-12 1 0 0,-5 5-17 0 0,0-2 0 0 0,-1 0 0 0 0,-1 0 0 0 0,0-1 0 0 0,7-21 0 0 0,-11 25 5 0 0,-2-1 1 0 0,0 0-1 0 0,0 0 0 0 0,-2 0 0 0 0,0 0 0 0 0,-1-1 0 0 0,0 1 0 0 0,-2-1 0 0 0,0 0 1 0 0,0 1-1 0 0,-2-1 0 0 0,0 0 0 0 0,-1 1 0 0 0,-1 0 0 0 0,0 0 0 0 0,-1 0 0 0 0,-1 0 0 0 0,0 1 1 0 0,-1 0-1 0 0,-1 0 0 0 0,-12-18 0 0 0,0 5-7 0 0,-1 1 0 0 0,-2 0 0 0 0,-1 2 0 0 0,0 0 0 0 0,-53-38 0 0 0,-152-85-28 0 0,88 62 52 0 0,138 84-4 0 0,0 0 1 0 0,0 0-1 0 0,0 0 0 0 0,1 0 1 0 0,-1 0-1 0 0,1-1 1 0 0,-1 0-1 0 0,1 1 0 0 0,0-1 1 0 0,0 0-1 0 0,0 0 0 0 0,-2-5 1 0 0,3 6-2 0 0,1 0-1 0 0,-1 0 1 0 0,1-1-1 0 0,0 1 1 0 0,0 0 0 0 0,0 0-1 0 0,0-1 1 0 0,0 1 0 0 0,0 0-1 0 0,1 0 1 0 0,-1 0 0 0 0,1-1-1 0 0,-1 1 1 0 0,1 0 0 0 0,0 0-1 0 0,0 0 1 0 0,0 0 0 0 0,0 0-1 0 0,0 0 1 0 0,2-3 0 0 0,8-9-310 0 0,0 0 0 0 0,1 1 1 0 0,0 0-1 0 0,1 0 0 0 0,22-15 1 0 0,79-48-2846 0 0,-77 53 1682 0 0,10-8-2070 0 0,0 1-1528 0 0</inkml:trace>
</inkml:ink>
</file>

<file path=ppt/ink/ink2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01.4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173 57 1536 0 0,'2'-7'937'0'0,"-1"4"-423"0"0,0 1 1 0 0,0-1-1 0 0,0 1 1 0 0,-1-1-1 0 0,1 0 1 0 0,-1 0-1 0 0,0 1 1 0 0,0-1-1 0 0,0 0 1 0 0,0 0-1 0 0,0 0 1 0 0,0 1-1 0 0,-1-1 1 0 0,0 0-1 0 0,-1-4 1 0 0,1 5 94 0 0,-13 3 363 0 0,11 0-888 0 0,0 0 0 0 0,1 0 0 0 0,-1 1 0 0 0,0-1 0 0 0,1 1 0 0 0,-1-1 0 0 0,1 1 0 0 0,0 0 0 0 0,-1 0 0 0 0,1 0 0 0 0,-2 2 0 0 0,-21 28 384 0 0,19-24-365 0 0,-10 14 83 0 0,1 0 0 0 0,1 0 0 0 0,-14 33 0 0 0,24-45-148 0 0,0 0 0 0 0,0 0-1 0 0,1 1 1 0 0,0-1 0 0 0,1 1 0 0 0,0 0-1 0 0,1-1 1 0 0,0 1 0 0 0,1 0-1 0 0,1 20 1 0 0,0-27-26 0 0,-1 0-1 0 0,1 0 1 0 0,0-1 0 0 0,0 1-1 0 0,0 0 1 0 0,1-1-1 0 0,-1 1 1 0 0,1 0 0 0 0,0-1-1 0 0,0 0 1 0 0,0 1-1 0 0,0-1 1 0 0,1 0 0 0 0,-1 0-1 0 0,1 0 1 0 0,0-1 0 0 0,-1 1-1 0 0,1-1 1 0 0,1 1-1 0 0,-1-1 1 0 0,0 0 0 0 0,1 0-1 0 0,-1 0 1 0 0,1-1-1 0 0,-1 1 1 0 0,1-1 0 0 0,0 0-1 0 0,-1 0 1 0 0,1 0 0 0 0,0 0-1 0 0,0-1 1 0 0,0 0-1 0 0,0 0 1 0 0,7 0 0 0 0,-3-1-5 0 0,0 0 0 0 0,0 0 0 0 0,0-1 0 0 0,-1 0 0 0 0,1-1 0 0 0,0 1 0 0 0,-1-1 0 0 0,0-1 0 0 0,0 1 0 0 0,0-1 0 0 0,0-1-1 0 0,0 1 1 0 0,-1-1 0 0 0,0 0 0 0 0,0-1 0 0 0,7-8 0 0 0,-7 6-9 0 0,0-1 0 0 0,0-1-1 0 0,-1 1 1 0 0,-1-1-1 0 0,1 0 1 0 0,-1 0-1 0 0,-1 0 1 0 0,0-1 0 0 0,-1 1-1 0 0,0-1 1 0 0,1-17-1 0 0,-2 18 0 0 0,-1 1 0 0 0,0-1 0 0 0,-1 0-1 0 0,0 0 1 0 0,0 1 0 0 0,-1-1 0 0 0,0 1 0 0 0,-1-1-1 0 0,0 1 1 0 0,-1 0 0 0 0,0 0 0 0 0,0 0 0 0 0,-6-8-1 0 0,7 13 3 0 0,0 0 0 0 0,-1 0 1 0 0,1 1-1 0 0,-1 0 0 0 0,0 0 0 0 0,0 0 0 0 0,0 0 0 0 0,0 0 0 0 0,0 1 0 0 0,0 0 0 0 0,-1 0 0 0 0,1 0 0 0 0,-1 0 0 0 0,0 1 0 0 0,0 0 0 0 0,1 0 0 0 0,-1 0 0 0 0,0 0 0 0 0,0 1 0 0 0,0 0 0 0 0,0 0 0 0 0,0 0 0 0 0,1 0 0 0 0,-1 1 0 0 0,-9 2 0 0 0,9-2-9 0 0,0 1 0 0 0,1-1 0 0 0,-1 1-1 0 0,1 0 1 0 0,-1 0 0 0 0,1 0-1 0 0,-1 0 1 0 0,1 1 0 0 0,0 0 0 0 0,0 0-1 0 0,0 0 1 0 0,1 0 0 0 0,-1 1 0 0 0,1-1-1 0 0,0 1 1 0 0,0 0 0 0 0,0 0 0 0 0,0 0-1 0 0,1 1 1 0 0,-1-1 0 0 0,1 0-1 0 0,0 1 1 0 0,1 0 0 0 0,-1-1 0 0 0,-1 10-1 0 0,3-11-84 0 0,0-1 0 0 0,0 1 0 0 0,0-1 0 0 0,0 1 0 0 0,0 0-1 0 0,0-1 1 0 0,1 1 0 0 0,-1 0 0 0 0,1-1 0 0 0,0 1-1 0 0,0-1 1 0 0,0 0 0 0 0,0 1 0 0 0,0-1 0 0 0,1 0 0 0 0,-1 1-1 0 0,0-1 1 0 0,1 0 0 0 0,0 0 0 0 0,0 0 0 0 0,-1 0 0 0 0,1-1-1 0 0,3 3 1 0 0,-1-1-429 0 0,0-1-1 0 0,0 1 1 0 0,1-1-1 0 0,-1 0 0 0 0,1 0 1 0 0,-1-1-1 0 0,1 1 1 0 0,0-1-1 0 0,0 0 1 0 0,-1 0-1 0 0,9 0 1 0 0,11-1-3677 0 0</inkml:trace>
</inkml:ink>
</file>

<file path=ppt/ink/ink2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01.7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0 162 1940 0 0,'27'-59'4265'0'0,"-16"33"-761"0"0,29-49 0 0 0,-39 73-2834 0 0,0 4-585 0 0,0-1-1 0 0,0 1 0 0 0,0 0 0 0 0,-1-1 1 0 0,1 1-1 0 0,-1 0 0 0 0,1 0 0 0 0,-1 0 0 0 0,1-1 1 0 0,-1 1-1 0 0,0 0 0 0 0,0 0 0 0 0,0 2 1 0 0,-4 86 1045 0 0,-19 107 1 0 0,-3 37-683 0 0,25-206-453 0 0,-1 75-931 0 0,3-90-99 0 0,0-1 1 0 0,1 0-1 0 0,6 17 0 0 0,2-9-4601 0 0</inkml:trace>
</inkml:ink>
</file>

<file path=ppt/ink/ink2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01.9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16 155 1376 0 0,'45'-155'13898'0'0,"-44"160"-13686"0"0,0 0-1 0 0,-1 0 1 0 0,1 0 0 0 0,-1 0 0 0 0,0 0-1 0 0,-1 0 1 0 0,1 0 0 0 0,-1 0-1 0 0,-1 5 1 0 0,-1 7 137 0 0,-21 160 849 0 0,-3 20-490 0 0,22-145-2466 0 0,5 93-1 0 0,5-105-1112 0 0,3-14-2004 0 0,-1-10-1104 0 0</inkml:trace>
</inkml:ink>
</file>

<file path=ppt/ink/ink2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02.2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62 1260 0 0,'0'-1'449'0'0,"11"-40"7845"0"0,-8 24-2817 0 0,-5 23-4704 0 0,-5 10-311 0 0,2 1-1 0 0,0-1 0 0 0,1 1 0 0 0,0 1 0 0 0,-1 24 1 0 0,4-33-423 0 0,1-1 1 0 0,0 0 0 0 0,0 1 0 0 0,1-1 0 0 0,0 0-1 0 0,1 1 1 0 0,0-1 0 0 0,0 0 0 0 0,0 0 0 0 0,1 0-1 0 0,0 0 1 0 0,1-1 0 0 0,5 10 0 0 0,-6-14-36 0 0,-1 0 0 0 0,0 0 0 0 0,1 0-1 0 0,-1 0 1 0 0,1-1 0 0 0,0 1 0 0 0,0-1 0 0 0,0 0 0 0 0,0 0 0 0 0,0 0 0 0 0,0 0 0 0 0,1-1 0 0 0,-1 1 0 0 0,1-1 0 0 0,-1 0-1 0 0,1 0 1 0 0,-1 0 0 0 0,1 0 0 0 0,0-1 0 0 0,-1 1 0 0 0,1-1 0 0 0,0 0 0 0 0,0 0 0 0 0,-1 0 0 0 0,1-1 0 0 0,0 1-1 0 0,-1-1 1 0 0,1 0 0 0 0,0 0 0 0 0,-1-1 0 0 0,1 1 0 0 0,-1 0 0 0 0,0-1 0 0 0,0 0 0 0 0,1 0 0 0 0,-1 0 0 0 0,0 0 0 0 0,0-1-1 0 0,-1 1 1 0 0,1-1 0 0 0,0 1 0 0 0,-1-1 0 0 0,0 0 0 0 0,0 0 0 0 0,4-6 0 0 0,-1 0-8 0 0,0-1 1 0 0,0 0-1 0 0,-1-1 0 0 0,-1 1 1 0 0,1-1-1 0 0,-2 1 0 0 0,1-1 1 0 0,-2 0-1 0 0,2-20 1 0 0,-3 25 1 0 0,0 0-1 0 0,0 0 1 0 0,0 1 0 0 0,-1-1 0 0 0,1 0 0 0 0,-2 1 0 0 0,1-1 0 0 0,0 0 0 0 0,-1 1-1 0 0,0 0 1 0 0,-1-1 0 0 0,1 1 0 0 0,-1 0 0 0 0,0 0 0 0 0,0 0 0 0 0,0 1 0 0 0,-1-1 0 0 0,0 1-1 0 0,0 0 1 0 0,-7-7 0 0 0,7 9-2 0 0,0 1-1 0 0,0-1 1 0 0,0 1 0 0 0,0 0 0 0 0,0 0-1 0 0,0 0 1 0 0,0 0 0 0 0,0 1-1 0 0,0 0 1 0 0,0-1 0 0 0,0 1-1 0 0,0 1 1 0 0,0-1 0 0 0,0 1-1 0 0,0 0 1 0 0,0 0 0 0 0,0 0-1 0 0,0 0 1 0 0,0 0 0 0 0,-4 3-1 0 0,1 0-155 0 0,0 0 0 0 0,0 0-1 0 0,0 0 1 0 0,1 1-1 0 0,-1 0 1 0 0,1 0-1 0 0,1 1 1 0 0,-1-1 0 0 0,1 1-1 0 0,0 1 1 0 0,-7 10-1 0 0,8-10-401 0 0,0 0-1 0 0,1 0 0 0 0,0 0 1 0 0,0 0-1 0 0,-2 9 1 0 0,4-10-339 0 0,0-1 1 0 0,0 1 0 0 0,0-1 0 0 0,1 1 0 0 0,0 0 0 0 0,0-1 0 0 0,2 9 0 0 0,1-1-3781 0 0</inkml:trace>
</inkml:ink>
</file>

<file path=ppt/ink/ink2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02.8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9 122 1648 0 0,'16'-43'12637'0'0,"-19"61"-11990"0"0,-5 13 153 0 0,-3 39 0 0 0,9-59-731 0 0,1 0 1 0 0,1 0-1 0 0,0 0 1 0 0,1-1-1 0 0,0 1 1 0 0,1 0-1 0 0,3 15 1 0 0,-4-24-68 0 0,-1 0 0 0 0,1 0 0 0 0,0 0 0 0 0,-1 0 1 0 0,1-1-1 0 0,0 1 0 0 0,0 0 0 0 0,0 0 0 0 0,0-1 1 0 0,0 1-1 0 0,1 0 0 0 0,-1-1 0 0 0,0 1 0 0 0,1-1 0 0 0,-1 0 1 0 0,1 0-1 0 0,0 1 0 0 0,-1-1 0 0 0,1 0 0 0 0,0 0 1 0 0,0 0-1 0 0,-1-1 0 0 0,1 1 0 0 0,0 0 0 0 0,0-1 1 0 0,0 1-1 0 0,0-1 0 0 0,0 0 0 0 0,0 1 0 0 0,0-1 1 0 0,0 0-1 0 0,0 0 0 0 0,0 0 0 0 0,0-1 0 0 0,0 1 1 0 0,0 0-1 0 0,0-1 0 0 0,0 1 0 0 0,0-1 0 0 0,0 0 0 0 0,2-1 1 0 0,4-1-46 0 0,-1-1 0 0 0,0 0 1 0 0,-1 0-1 0 0,1-1 1 0 0,-1 0-1 0 0,0 0 0 0 0,0-1 1 0 0,0 1-1 0 0,5-8 1 0 0,11-18-85 0 0,28-53 1 0 0,-20 31 433 0 0,-29 51-273 0 0,8 11 27 0 0,-6 20-8 0 0,-1-5-1 0 0,8 35 1 0 0,-9-54-33 0 0,1 1-1 0 0,-1 0 1 0 0,2 0 0 0 0,-1-1 0 0 0,0 1-1 0 0,1-1 1 0 0,0 0 0 0 0,0 0-1 0 0,1 0 1 0 0,-1 0 0 0 0,6 5 0 0 0,-5-7-12 0 0,-1-1 1 0 0,0 0 0 0 0,1 0 0 0 0,-1 0 0 0 0,1 0-1 0 0,0-1 1 0 0,-1 1 0 0 0,1-1 0 0 0,0 0 0 0 0,0 0 0 0 0,0-1-1 0 0,0 1 1 0 0,0-1 0 0 0,0 0 0 0 0,0 0 0 0 0,0 0-1 0 0,0 0 1 0 0,0-1 0 0 0,0 0 0 0 0,0 1 0 0 0,0-1 0 0 0,4-2-1 0 0,2-1-8 0 0,1 0 0 0 0,-1-1 0 0 0,-1 1 0 0 0,1-2 0 0 0,-1 0 0 0 0,17-13 0 0 0,-16 10-4 0 0,-1-1 0 0 0,0 0-1 0 0,-1 0 1 0 0,0-1 0 0 0,-1 0 0 0 0,0-1 0 0 0,-1 1 0 0 0,0-1 0 0 0,0-1 0 0 0,-2 1 0 0 0,1-1 0 0 0,-2 1 0 0 0,0-1 0 0 0,0-1 0 0 0,-1 1 0 0 0,-1 0 0 0 0,0-26 0 0 0,-1 38-13 0 0,0 0-1 0 0,0 0 1 0 0,0 0-1 0 0,0 0 1 0 0,0 0-1 0 0,0 0 1 0 0,0 1 0 0 0,0-1-1 0 0,0 0 1 0 0,0 0-1 0 0,0 0 1 0 0,-1 0-1 0 0,1 0 1 0 0,0 1 0 0 0,-1-1-1 0 0,1 0 1 0 0,-1 0-1 0 0,1 1 1 0 0,-1-1-1 0 0,1 0 1 0 0,-1 0 0 0 0,0 1-1 0 0,1-1 1 0 0,-1 1-1 0 0,0-1 1 0 0,1 1-1 0 0,-1-1 1 0 0,0 1 0 0 0,0-1-1 0 0,1 1 1 0 0,-1-1-1 0 0,0 1 1 0 0,0 0-1 0 0,0 0 1 0 0,0-1 0 0 0,1 1-1 0 0,-1 0 1 0 0,0 0-1 0 0,0 0 1 0 0,0 0-1 0 0,0 0 1 0 0,-1 0 0 0 0,1 0-53 0 0,1 1 0 0 0,-1-1 1 0 0,1 0-1 0 0,0 1 1 0 0,-1-1-1 0 0,1 0 0 0 0,-1 1 1 0 0,1-1-1 0 0,0 0 1 0 0,-1 1-1 0 0,1-1 0 0 0,0 1 1 0 0,-1-1-1 0 0,1 1 1 0 0,0-1-1 0 0,0 1 0 0 0,0-1 1 0 0,-1 1-1 0 0,1-1 1 0 0,0 1-1 0 0,0-1 0 0 0,0 1 1 0 0,0-1-1 0 0,0 1 1 0 0,0 0-1 0 0,0-1 0 0 0,0 1 1 0 0,0-1-1 0 0,0 1 1 0 0,0-1-1 0 0,0 1 0 0 0,1-1 1 0 0,-1 1-1 0 0,0-1 1 0 0,0 1-1 0 0,1 0 0 0 0,6 17-1998 0 0,-5-17 1522 0 0,-1 1 0 0 0,1-1 1 0 0,-1 1-1 0 0,1-1 0 0 0,-1 1 0 0 0,1-1 1 0 0,0 0-1 0 0,0 0 0 0 0,0 0 0 0 0,2 1 1 0 0,8 3-3082 0 0</inkml:trace>
</inkml:ink>
</file>

<file path=ppt/ink/ink2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03.0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19 1892 0 0,'22'-13'9796'0'0,"-21"12"-9556"0"0,0 1 0 0 0,0-1 0 0 0,-1 1 0 0 0,1-1 0 0 0,0 1 0 0 0,0 0 0 0 0,0-1 0 0 0,-1 1 0 0 0,1-1 0 0 0,0 1 0 0 0,0 0 0 0 0,0 0 0 0 0,0 0 0 0 0,0 0-1 0 0,0-1 1 0 0,-1 1 0 0 0,1 0 0 0 0,0 0 0 0 0,0 1 0 0 0,0-1 0 0 0,0 0 0 0 0,0 0 0 0 0,0 0 0 0 0,0 1 0 0 0,0 0-162 0 0,0 0-1 0 0,0 0 1 0 0,-1 0-1 0 0,1 1 1 0 0,0-1 0 0 0,-1 0-1 0 0,0 0 1 0 0,1 1-1 0 0,-1-1 1 0 0,0 0-1 0 0,1 0 1 0 0,-1 1-1 0 0,0-1 1 0 0,0 0-1 0 0,0 1 1 0 0,0-1-1 0 0,0 0 1 0 0,-1 3-1 0 0,-15 121 1987 0 0,2-24-3264 0 0,10-35-5400 0 0</inkml:trace>
</inkml:ink>
</file>

<file path=ppt/ink/ink2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03.4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0 106 432 0 0,'2'-2'2631'0'0,"3"-4"-1046"0"0,-4 5-1237 0 0,-1 0 0 0 0,1 0 0 0 0,0 0 0 0 0,-1 0 0 0 0,1 0 0 0 0,0 0 1 0 0,0 1-1 0 0,-1-1 0 0 0,1 0 0 0 0,0 0 0 0 0,0 1 0 0 0,0-1 0 0 0,0 0 0 0 0,0 1 0 0 0,0-1 0 0 0,0 1 1 0 0,0-1-1 0 0,0 1 0 0 0,0 0 0 0 0,0 0 0 0 0,0-1 0 0 0,0 1 0 0 0,1 0 0 0 0,-1 0 0 0 0,0 0 0 0 0,0 0 1 0 0,2 0-1 0 0,-2 2-167 0 0,0 0 0 0 0,0 0 1 0 0,0 1-1 0 0,0-1 1 0 0,-1 0-1 0 0,1 0 1 0 0,-1 1-1 0 0,1-1 0 0 0,-1 0 1 0 0,0 1-1 0 0,0-1 1 0 0,0 0-1 0 0,0 4 1 0 0,0-4-9 0 0,-2 34 1052 0 0,-12 67-1 0 0,6-52-612 0 0,8-49-535 0 0,0-4-225 0 0,0-9 37 0 0,2 1 1 0 0,0 0-1 0 0,0 0 1 0 0,0 0-1 0 0,2 0 1 0 0,-1 0-1 0 0,1 0 1 0 0,0 1-1 0 0,1 0 1 0 0,0 0-1 0 0,9-12 1 0 0,1 1-8 0 0,1 0 0 0 0,1 1 0 0 0,31-27 0 0 0,-37 36 90 0 0,1 1 0 0 0,0 1 0 0 0,0 0 0 0 0,1 0 1 0 0,0 1-1 0 0,0 1 0 0 0,27-9 0 0 0,-35 14 24 0 0,0-1 1 0 0,0 2-1 0 0,-1-1 0 0 0,1 1 1 0 0,0-1-1 0 0,0 1 0 0 0,0 0 1 0 0,-1 1-1 0 0,1-1 0 0 0,0 1 1 0 0,0 0-1 0 0,4 2 0 0 0,-5-1 11 0 0,-1-1 1 0 0,1 1-1 0 0,-1 0 0 0 0,0 0 0 0 0,0 1 0 0 0,0-1 0 0 0,0 1 1 0 0,0-1-1 0 0,0 1 0 0 0,-1 0 0 0 0,1 0 0 0 0,-1 0 0 0 0,0 1 1 0 0,0-1-1 0 0,0 0 0 0 0,0 1 0 0 0,1 3 0 0 0,0 3 23 0 0,-1 0-1 0 0,0 1 1 0 0,0-1-1 0 0,-1 0 1 0 0,0 1-1 0 0,-1-1 1 0 0,0 1-1 0 0,0-1 1 0 0,-1 0-1 0 0,-5 20 1 0 0,3-10-2061 0 0,-1 30 0 0 0,4-48 1536 0 0,0-1 1 0 0,0 1 0 0 0,1 0-1 0 0,-1 0 1 0 0,0 0 0 0 0,1 0-1 0 0,-1-1 1 0 0,1 1 0 0 0,-1 0 0 0 0,1 0-1 0 0,0-1 1 0 0,0 1 0 0 0,0-1-1 0 0,2 3 1 0 0,7 2-4108 0 0</inkml:trace>
</inkml:ink>
</file>

<file path=ppt/ink/ink2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03.9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966 50 2176 0 0,'2'-2'457'0'0,"-1"0"1"0"0,1 0-1 0 0,-1 0 0 0 0,0-1 0 0 0,0 1 1 0 0,0 0-1 0 0,0-1 0 0 0,0 1 0 0 0,0 0 1 0 0,-1-1-1 0 0,1 1 0 0 0,-1-1 0 0 0,1 0 1 0 0,-1 1-1 0 0,0-4 0 0 0,-1 5-353 0 0,1 0-1 0 0,-1 1 0 0 0,1-1 1 0 0,-1 0-1 0 0,0 1 0 0 0,0-1 1 0 0,1 1-1 0 0,-1-1 0 0 0,0 1 1 0 0,0 0-1 0 0,1-1 1 0 0,-1 1-1 0 0,0 0 0 0 0,0-1 1 0 0,0 1-1 0 0,0 0 0 0 0,0 0 1 0 0,1 0-1 0 0,-1 0 0 0 0,0 0 1 0 0,0 0-1 0 0,0 0 1 0 0,0 0-1 0 0,0 0 0 0 0,0 0 1 0 0,1 1-1 0 0,-1-1 0 0 0,0 0 1 0 0,0 0-1 0 0,-1 2 0 0 0,-28 6 1050 0 0,9 1-814 0 0,-1 0 0 0 0,2 2 0 0 0,-1 0 0 0 0,1 2 0 0 0,1 0 0 0 0,0 1-1 0 0,1 0 1 0 0,1 2 0 0 0,0 0 0 0 0,-15 19 0 0 0,30-33-318 0 0,1 0 0 0 0,-1 1 0 0 0,1-1 1 0 0,0 0-1 0 0,-1 1 0 0 0,1-1 0 0 0,0 1 0 0 0,1-1 0 0 0,-1 1 0 0 0,0-1 1 0 0,1 1-1 0 0,-1-1 0 0 0,1 1 0 0 0,0 0 0 0 0,0-1 0 0 0,0 1 0 0 0,0 0 1 0 0,1 4-1 0 0,-1-6-9 0 0,1 1 0 0 0,0 0 0 0 0,0-1 0 0 0,0 0 0 0 0,0 1 0 0 0,0-1 0 0 0,0 1 0 0 0,0-1 0 0 0,0 0 0 0 0,0 0 0 0 0,1 0 0 0 0,-1 0 0 0 0,1 0 0 0 0,-1 0 0 0 0,1 0 0 0 0,-1 0 0 0 0,1 0 0 0 0,-1-1 0 0 0,1 1 0 0 0,0 0 0 0 0,-1-1 0 0 0,1 0 0 0 0,0 1 0 0 0,-1-1 0 0 0,1 0 0 0 0,0 0 0 0 0,0 0 0 0 0,3 0 0 0 0,7-2 0 0 0,0 0-1 0 0,0-1 1 0 0,0 0 0 0 0,0-1 0 0 0,0 0-1 0 0,-1-1 1 0 0,1 0 0 0 0,13-9 0 0 0,8-3-17 0 0,-29 15-20 0 0,0 0-1 0 0,0 0 0 0 0,-1 1 1 0 0,1 0-1 0 0,0 0 1 0 0,0 0-1 0 0,8-1 0 0 0,-11 2 24 0 0,0 0 0 0 0,0 0 0 0 0,0 1 0 0 0,0-1-1 0 0,0 1 1 0 0,1-1 0 0 0,-1 0 0 0 0,0 1 0 0 0,0 0 0 0 0,0-1-1 0 0,-1 1 1 0 0,1-1 0 0 0,0 1 0 0 0,0 0 0 0 0,0 0 0 0 0,0 0-1 0 0,-1-1 1 0 0,1 1 0 0 0,0 0 0 0 0,-1 0 0 0 0,1 0 0 0 0,0 0-1 0 0,-1 0 1 0 0,0 0 0 0 0,1 0 0 0 0,-1 1 0 0 0,1-1 0 0 0,-1 0-1 0 0,0 0 1 0 0,0 0 0 0 0,0 0 0 0 0,0 0 0 0 0,0 2 0 0 0,1 8 108 0 0,0 0 0 0 0,-1 0 0 0 0,0 0 0 0 0,-1 0 0 0 0,0 0 0 0 0,-5 18 1 0 0,-22 64 898 0 0,22-75-854 0 0,-33 94 1359 0 0,-93 187 1 0 0,101-242-781 0 0,-2-1 1 0 0,-3-2-1 0 0,-2-1 1 0 0,-83 87-1 0 0,109-127-494 0 0,-1-1 0 0 0,0-1 0 0 0,-1 0 0 0 0,0-1-1 0 0,-1-1 1 0 0,0 0 0 0 0,-1-1 0 0 0,-26 10 0 0 0,34-15-254 0 0,0-1 1 0 0,0 0-1 0 0,0-1 1 0 0,0 1 0 0 0,0-1-1 0 0,-1-1 1 0 0,1 0 0 0 0,0 0-1 0 0,-1-1 1 0 0,1 0 0 0 0,0 0-1 0 0,0-1 1 0 0,0 0-1 0 0,0 0 1 0 0,0-1 0 0 0,0 0-1 0 0,1 0 1 0 0,-1-1 0 0 0,-13-9-1 0 0,11 6-496 0 0,1-1 0 0 0,0 0-1 0 0,0-1 1 0 0,1 0-1 0 0,0 0 1 0 0,0-1 0 0 0,1 0-1 0 0,1 0 1 0 0,-1-1 0 0 0,-4-11-1 0 0,1-2-2342 0 0,1-1 0 0 0,1 0 0 0 0,-8-41-1 0 0,6 10-6148 0 0</inkml:trace>
</inkml:ink>
</file>

<file path=ppt/ink/ink2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04.0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82 2976 0 0,'-12'-11'2485'0'0,"1"1"-433"0"0,3 3 24 0 0,-1 0 932 0 0,-3-5-988 0 0,2 2-744 0 0,1 1-467 0 0,1 1-501 0 0,2 1-640 0 0</inkml:trace>
</inkml:ink>
</file>

<file path=ppt/ink/ink2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05.1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256 52 1980 0 0,'17'-51'9642'0'0,"-49"158"-7351"0"0,-69 154-1 0 0,-13 39-781 0 0,112-293-1472 0 0,-5 15 55 0 0,1-1 0 0 0,-3 28 0 0 0,8-44-71 0 0,1 0 1 0 0,-1 0-1 0 0,1 0 0 0 0,0 0 1 0 0,1 1-1 0 0,-1-1 0 0 0,1 0 1 0 0,0 0-1 0 0,0 0 0 0 0,0 0 1 0 0,1 0-1 0 0,0 0 0 0 0,0-1 1 0 0,0 1-1 0 0,5 6 0 0 0,-4-8-5 0 0,0 1-1 0 0,1-1 1 0 0,-1-1-1 0 0,1 1 0 0 0,-1 0 1 0 0,1-1-1 0 0,0 0 0 0 0,0 0 1 0 0,0 0-1 0 0,1-1 1 0 0,-1 1-1 0 0,0-1 0 0 0,1 0 1 0 0,-1 0-1 0 0,0 0 1 0 0,9 0-1 0 0,8-1 25 0 0,-1 0 1 0 0,27-3-1 0 0,-34 2-19 0 0,10-1 126 0 0,-1-2 1 0 0,39-9 0 0 0,-50 9-862 0 0,0 0 0 0 0,17-9 0 0 0,-22 10-739 0 0,0-1 0 0 0,0 0 1 0 0,-1 0-1 0 0,1-1 0 0 0,6-6 0 0 0</inkml:trace>
</inkml:ink>
</file>

<file path=ppt/ink/ink2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05.6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83 164 0 0,'-3'-24'9614'0'0,"-2"-5"-3571"0"0,4 27-5635 0 0,-6-25 1120 0 0,-12 123 598 0 0,-64 373 84 0 0,76-427-2284 0 0,5-21-1884 0 0,-10 37-1 0 0,11-57 1611 0 0,-4 11-1639 0 0</inkml:trace>
</inkml:ink>
</file>

<file path=ppt/ink/ink2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05.9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91 1236 0 0,'0'-6'814'0'0,"1"-1"0"0"0,0 0 1 0 0,1 1-1 0 0,-1-1 0 0 0,1 1 0 0 0,6-13 0 0 0,-7 17-693 0 0,1 0 0 0 0,-1 0 0 0 0,1-1 0 0 0,-1 1 0 0 0,1 1 0 0 0,0-1 0 0 0,0 0 0 0 0,0 0 0 0 0,0 1 0 0 0,0-1 0 0 0,1 1 0 0 0,-1-1 0 0 0,0 1 0 0 0,1 0 0 0 0,-1 0 0 0 0,1 0 0 0 0,-1 0 0 0 0,1 1 0 0 0,-1-1 0 0 0,1 1 0 0 0,2-1 0 0 0,8 0 5 0 0,0 1 0 0 0,0 0 0 0 0,0 1 0 0 0,0 1 0 0 0,-1-1 0 0 0,1 2 0 0 0,0 0 0 0 0,-1 1 0 0 0,19 7 0 0 0,-24-8-59 0 0,0 0 0 0 0,0 1 0 0 0,0 0 0 0 0,0 0 0 0 0,-1 0 0 0 0,0 1 0 0 0,0-1 0 0 0,0 1 0 0 0,0 1 0 0 0,-1-1 0 0 0,0 1 0 0 0,0 0 0 0 0,-1 1 0 0 0,1-1 0 0 0,-2 1 0 0 0,1-1 0 0 0,4 11 0 0 0,-7-11 74 0 0,0 1-1 0 0,0-1 1 0 0,-1 0 0 0 0,0 1-1 0 0,0-1 1 0 0,0 1 0 0 0,-1-1-1 0 0,0 1 1 0 0,0-1 0 0 0,0 0-1 0 0,-1 1 1 0 0,0-1-1 0 0,-1 0 1 0 0,1 0 0 0 0,-1-1-1 0 0,0 1 1 0 0,0 0 0 0 0,-8 8-1 0 0,0 2 68 0 0,-2 0 0 0 0,0-2 0 0 0,-1 1-1 0 0,-29 22 1 0 0,11-14-825 0 0,-54 28 0 0 0,57-35-3639 0 0</inkml:trace>
</inkml:ink>
</file>

<file path=ppt/ink/ink2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06.1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50 2104 0 0,'79'-49'12517'0'0,"-77"48"-11950"0"0,-1 1-437 0 0,0 1 0 0 0,0-1 0 0 0,0 1-1 0 0,0-1 1 0 0,0 0 0 0 0,0 1 0 0 0,0 0 0 0 0,0-1-1 0 0,0 1 1 0 0,0-1 0 0 0,0 1 0 0 0,-1 0 0 0 0,1 0-1 0 0,0 0 1 0 0,0-1 0 0 0,-1 1 0 0 0,1 0 0 0 0,0 0 0 0 0,-1 0-1 0 0,1 0 1 0 0,-1 0 0 0 0,0 0 0 0 0,1 0 0 0 0,-1 0-1 0 0,0 1 1 0 0,1-1 0 0 0,-1 2 0 0 0,5 35 1353 0 0,-4-34-1213 0 0,2 75 1213 0 0,-3 0-1 0 0,-12 97 1 0 0,-37 154-1230 0 0,47-318-220 0 0,-12 86-2131 0 0,9-56-1743 0 0,0-2-5004 0 0</inkml:trace>
</inkml:ink>
</file>

<file path=ppt/ink/ink2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06.4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106 125 328 0 0,'-1'-18'2683'0'0,"1"8"-1357"0"0,0 1 0 0 0,0 0 0 0 0,2-11 0 0 0,-2 18-1179 0 0,1-1-1 0 0,-1 1 0 0 0,1 0 0 0 0,0 0 0 0 0,-1 0 0 0 0,1-1 1 0 0,0 1-1 0 0,1 0 0 0 0,-1 0 0 0 0,0 0 0 0 0,0 0 0 0 0,1 1 1 0 0,-1-1-1 0 0,1 0 0 0 0,0 1 0 0 0,0-1 0 0 0,2-1 0 0 0,2-1-50 0 0,1 1-1 0 0,0 0 1 0 0,0 1-1 0 0,0-1 1 0 0,0 1-1 0 0,0 1 1 0 0,0 0-1 0 0,1-1 1 0 0,-1 2-1 0 0,1-1 1 0 0,-1 1-1 0 0,0 1 1 0 0,12 1-1 0 0,9 2 21 0 0,-1 2-1 0 0,31 11 0 0 0,-49-15-66 0 0,-1 1 0 0 0,1 0-1 0 0,-1 1 1 0 0,0 0 0 0 0,0 0 0 0 0,-1 1-1 0 0,1 0 1 0 0,-1 0 0 0 0,9 9 0 0 0,-13-11 34 0 0,-1 0 0 0 0,1 0 0 0 0,-1 0-1 0 0,0 0 1 0 0,0 0 0 0 0,0 0 0 0 0,-1 1 0 0 0,1-1 0 0 0,-1 0 0 0 0,0 1 0 0 0,0-1 0 0 0,0 1 0 0 0,0 0 0 0 0,0-1 0 0 0,-1 1 0 0 0,0 0 0 0 0,0-1 0 0 0,0 1 0 0 0,0 0 0 0 0,0-1 0 0 0,-1 1 0 0 0,0 0 0 0 0,1-1-1 0 0,-2 1 1 0 0,0 3 0 0 0,-3 4 71 0 0,-1 0-1 0 0,1 0 0 0 0,-2 0 0 0 0,0-1 0 0 0,0 0 1 0 0,-1-1-1 0 0,0 1 0 0 0,0-1 0 0 0,-1-1 0 0 0,-10 8 1 0 0,-12 8 148 0 0,-62 34 1 0 0,-36 7 165 0 0,23-14-3731 0 0,94-40 1011 0 0</inkml:trace>
</inkml:ink>
</file>

<file path=ppt/ink/ink2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07.1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57 2244 0 0,'-19'-15'8711'0'0,"19"15"-8655"0"0,0 0 0 0 0,0 0 0 0 0,-1 0-1 0 0,1 0 1 0 0,0-1 0 0 0,0 1 0 0 0,0 0 0 0 0,0 0 0 0 0,-1 0-1 0 0,1 0 1 0 0,0 0 0 0 0,0 0 0 0 0,0-1 0 0 0,0 1 0 0 0,-1 0 0 0 0,1 0-1 0 0,0 0 1 0 0,0 0 0 0 0,0-1 0 0 0,0 1 0 0 0,0 0 0 0 0,0 0 0 0 0,0 0-1 0 0,0 0 1 0 0,0-1 0 0 0,-1 1 0 0 0,1 0 0 0 0,0 0 0 0 0,0-1-1 0 0,0 1 1 0 0,0 0 0 0 0,0 0 0 0 0,0 0 0 0 0,0-1 0 0 0,0 1 0 0 0,1 0-1 0 0,-1 0 1 0 0,0 0 0 0 0,0-1 0 0 0,9 0 488 0 0,18 7-360 0 0,-11 1-57 0 0,0 0 0 0 0,-1 1 0 0 0,0 1 0 0 0,0 0 1 0 0,-1 2-1 0 0,0-1 0 0 0,-1 1 0 0 0,0 1 0 0 0,17 22 1 0 0,-25-28 0 0 0,0 1 1 0 0,0 0-1 0 0,-1 1 1 0 0,0-1 0 0 0,0 1-1 0 0,-1 0 1 0 0,0-1-1 0 0,0 2 1 0 0,2 12 0 0 0,-4-15 13 0 0,-1 0 1 0 0,0 0-1 0 0,0 0 1 0 0,0 0-1 0 0,0 0 1 0 0,-1 0-1 0 0,0 0 1 0 0,-1 0-1 0 0,1-1 1 0 0,-1 1-1 0 0,0 0 1 0 0,0 0-1 0 0,-1-1 1 0 0,-5 9-1 0 0,6-11-88 0 0,0 0-1 0 0,0 0 1 0 0,0 0-1 0 0,0 0 0 0 0,-1-1 1 0 0,0 1-1 0 0,1 0 1 0 0,-1-1-1 0 0,0 0 0 0 0,0 0 1 0 0,0 0-1 0 0,-1 0 1 0 0,1 0-1 0 0,0-1 0 0 0,-1 1 1 0 0,1-1-1 0 0,-1 0 1 0 0,1 0-1 0 0,-5 1 0 0 0,7-2-49 0 0,0 0-1 0 0,0 0 0 0 0,0 0 0 0 0,1 0 0 0 0,-1 0 0 0 0,0-1 1 0 0,0 1-1 0 0,0 0 0 0 0,0 0 0 0 0,1 0 0 0 0,-1-1 0 0 0,0 1 0 0 0,0-1 1 0 0,0 1-1 0 0,1 0 0 0 0,-1-1 0 0 0,0 1 0 0 0,1-1 0 0 0,-1 0 1 0 0,0 1-1 0 0,1-1 0 0 0,-1 1 0 0 0,1-1 0 0 0,-1 0 0 0 0,1 1 0 0 0,-1-1 1 0 0,1 0-1 0 0,0 0 0 0 0,-1 1 0 0 0,1-1 0 0 0,0 0 0 0 0,-1-1 1 0 0,1 0-4 0 0,-1 0 0 0 0,1 0 0 0 0,-1 0 0 0 0,1 0 0 0 0,0 0 0 0 0,0 0 0 0 0,0-1 0 0 0,0 1 0 0 0,0 0 0 0 0,0 0 0 0 0,1-2 0 0 0,3-6-12 0 0,0 1 0 0 0,1-1 0 0 0,0 1 0 0 0,1 0 0 0 0,-1 1 0 0 0,2-1 0 0 0,-1 1-1 0 0,1 0 1 0 0,1 1 0 0 0,-1-1 0 0 0,1 2 0 0 0,15-11 0 0 0,-5 5-26 0 0,2 0 0 0 0,-1 1 1 0 0,1 2-1 0 0,41-15 0 0 0,-54 22 18 0 0,0 0-1 0 0,0 0 1 0 0,0 1-1 0 0,0-1 1 0 0,1 2 0 0 0,-1-1-1 0 0,0 1 1 0 0,1 0-1 0 0,9 2 1 0 0,-15-2 18 0 0,1 1 1 0 0,-1 0-1 0 0,1 0 1 0 0,-1 0-1 0 0,1 0 1 0 0,-1 0-1 0 0,0 0 1 0 0,0 0-1 0 0,1 1 1 0 0,-1-1-1 0 0,0 1 1 0 0,0 0-1 0 0,-1 0 1 0 0,1-1-1 0 0,0 1 0 0 0,0 0 1 0 0,-1 1-1 0 0,1-1 1 0 0,-1 0-1 0 0,0 0 1 0 0,0 1-1 0 0,0-1 1 0 0,0 0-1 0 0,0 1 1 0 0,0-1-1 0 0,-1 1 1 0 0,1-1-1 0 0,-1 1 1 0 0,1 3-1 0 0,-1 4 16 0 0,-1 0 1 0 0,1 0-1 0 0,-2 1 0 0 0,1-1 0 0 0,-1 0 1 0 0,-5 14-1 0 0,-5 26 15 0 0,11-41-31 0 0,0-5 13 0 0,1-1 1 0 0,-1 0 0 0 0,1 1 0 0 0,0-1 0 0 0,0 1 0 0 0,0-1 0 0 0,1 6 0 0 0,0-8-9 0 0,-1 0 1 0 0,1 0 0 0 0,-1 0 0 0 0,1 0 0 0 0,-1 0 0 0 0,1 0 0 0 0,0 0 0 0 0,0 0 0 0 0,-1-1 0 0 0,1 1 0 0 0,0 0 0 0 0,0 0 0 0 0,0-1 0 0 0,0 1 0 0 0,0-1 0 0 0,0 1 0 0 0,0-1 0 0 0,0 1 0 0 0,0-1 0 0 0,0 1 0 0 0,0-1-1 0 0,0 0 1 0 0,0 0 0 0 0,0 0 0 0 0,1 0 0 0 0,-1 1 0 0 0,0-1 0 0 0,1-1 0 0 0,10 1 12 0 0,-1 0 0 0 0,0-1 0 0 0,1-1 0 0 0,-1 0 0 0 0,0-1 0 0 0,0 0 0 0 0,-1 0 0 0 0,1-1 0 0 0,0 0 0 0 0,11-8 0 0 0,-2 1-2 0 0,-2-1-1 0 0,0 0 1 0 0,0-2-1 0 0,20-19 1 0 0,-29 24-13 0 0,0-1 0 0 0,0 0 0 0 0,-1-1 0 0 0,0 0 0 0 0,-1 0 0 0 0,0-1 0 0 0,-1 0 0 0 0,-1 0 1 0 0,1 0-1 0 0,4-19 0 0 0,-9 27-4 0 0,0 0 1 0 0,0 0 0 0 0,0-1-1 0 0,-1 1 1 0 0,0 0 0 0 0,1-1 0 0 0,-1 1-1 0 0,-1 0 1 0 0,1-1 0 0 0,-1 1-1 0 0,0-1 1 0 0,0 1 0 0 0,0 0 0 0 0,0 0-1 0 0,-1 0 1 0 0,1 0 0 0 0,-1 0-1 0 0,0 0 1 0 0,-1 0 0 0 0,1 0 0 0 0,-1 1-1 0 0,1-1 1 0 0,-1 1 0 0 0,0 0-1 0 0,0 0 1 0 0,-1 0 0 0 0,1 0 0 0 0,0 0-1 0 0,-1 1 1 0 0,0 0 0 0 0,0-1-1 0 0,0 1 1 0 0,0 1 0 0 0,-5-3-1 0 0,-1 1 6 0 0,0 0-1 0 0,1 1 0 0 0,-1 0 0 0 0,0 1 0 0 0,0 0 1 0 0,0 0-1 0 0,0 1 0 0 0,0 0 0 0 0,-11 2 0 0 0,14-1-56 0 0,0 0-1 0 0,0 0 1 0 0,0 1-1 0 0,0 0 1 0 0,0 0 0 0 0,1 1-1 0 0,-1 0 1 0 0,1 0-1 0 0,0 1 1 0 0,-1-1-1 0 0,2 1 1 0 0,-1 0-1 0 0,-8 8 1 0 0,13-11-44 0 0,0 0 0 0 0,0 0 0 0 0,0 0 0 0 0,0 0 0 0 0,0 1-1 0 0,0-1 1 0 0,1 0 0 0 0,-1 0 0 0 0,0 1 0 0 0,1-1 0 0 0,-1 0 0 0 0,0 1 0 0 0,1-1 0 0 0,0 1 0 0 0,-1-1 0 0 0,1 1 0 0 0,0-1 0 0 0,0 0 0 0 0,0 1 0 0 0,0-1 0 0 0,0 1 0 0 0,0-1 0 0 0,0 1 0 0 0,0-1 0 0 0,1 1 0 0 0,0 1 0 0 0,0-1-311 0 0,0 0 1 0 0,0-1-1 0 0,1 1 1 0 0,-1-1 0 0 0,1 1-1 0 0,-1-1 1 0 0,1 0-1 0 0,-1 1 1 0 0,1-1-1 0 0,0 0 1 0 0,-1 0 0 0 0,1 0-1 0 0,0 0 1 0 0,0 0-1 0 0,0-1 1 0 0,0 1 0 0 0,0-1-1 0 0,3 1 1 0 0,12 3-5741 0 0</inkml:trace>
</inkml:ink>
</file>

<file path=ppt/ink/ink2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07.5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220 76 2664 0 0,'-4'-75'10269'0'0,"-9"100"-8177"0"0,0 22-379 0 0,-14 95-1 0 0,15-63-1173 0 0,-39 239 487 0 0,49-306-995 0 0,1 1 85 0 0,-1 1 1 0 0,-1-1-1 0 0,-6 20 1 0 0,8-32-64 0 0,1-1-55 0 0,-1 0 1 0 0,1 0 0 0 0,0-1 0 0 0,-1 1-1 0 0,1 0 1 0 0,0 0 0 0 0,-1 0 0 0 0,1-1-1 0 0,-1 1 1 0 0,1 0 0 0 0,0-1 0 0 0,0 1-1 0 0,-1 0 1 0 0,1-1 0 0 0,0 1 0 0 0,-1 0-1 0 0,1-1 1 0 0,0 1 0 0 0,0 0 0 0 0,0-1 0 0 0,0 1-1 0 0,-1-1 1 0 0,1 1 0 0 0,0-1 0 0 0,0 1-1 0 0,0 0 1 0 0,0-1 0 0 0,0 1 0 0 0,0-1-1 0 0,0 1 1 0 0,0-1 0 0 0,0 1 0 0 0,0 0-1 0 0,0-1 1 0 0,1 0 0 0 0,2-17-57 0 0,-1 11 32 0 0,0 1 0 0 0,1 0 0 0 0,0 0 0 0 0,0 0 0 0 0,0 0-1 0 0,1 1 1 0 0,0-1 0 0 0,0 1 0 0 0,0 0 0 0 0,1 0 0 0 0,0 0 0 0 0,0 1 0 0 0,0-1 0 0 0,0 1 0 0 0,1 1 0 0 0,-1-1 0 0 0,1 1 0 0 0,0 0 0 0 0,0 0 0 0 0,1 1-1 0 0,-1-1 1 0 0,9-1 0 0 0,-6 2 10 0 0,1 0-1 0 0,0 0 1 0 0,0 1 0 0 0,-1 0-1 0 0,1 1 1 0 0,0 0-1 0 0,0 1 1 0 0,0 0-1 0 0,0 0 1 0 0,-1 1 0 0 0,1 0-1 0 0,-1 1 1 0 0,1 0-1 0 0,13 7 1 0 0,-18-7 32 0 0,0-1-1 0 0,0 1 1 0 0,-1 0 0 0 0,1 1 0 0 0,-1-1-1 0 0,0 1 1 0 0,0 0 0 0 0,0 0 0 0 0,-1 0-1 0 0,1 1 1 0 0,-1-1 0 0 0,0 1 0 0 0,0-1 0 0 0,-1 1-1 0 0,1 0 1 0 0,2 9 0 0 0,-4-10 39 0 0,-1 0 0 0 0,1 0 1 0 0,-1 0-1 0 0,1 1 0 0 0,-1-1 0 0 0,0 0 1 0 0,-1 0-1 0 0,1 1 0 0 0,-1-1 0 0 0,0 0 1 0 0,0 0-1 0 0,0 0 0 0 0,0 0 0 0 0,-1 0 1 0 0,1 0-1 0 0,-1 0 0 0 0,0-1 0 0 0,-1 1 1 0 0,1-1-1 0 0,0 1 0 0 0,-1-1 0 0 0,-4 4 1 0 0,-1 1 51 0 0,0-1 0 0 0,-1-1 1 0 0,1 1-1 0 0,-1-1 1 0 0,-1-1-1 0 0,1 0 1 0 0,-1 0-1 0 0,0-1 1 0 0,0 0-1 0 0,-1-1 0 0 0,-19 4 1 0 0,-1-1 23 0 0,0-2 0 0 0,-58-1 0 0 0,32-7-577 0 0,54 4 205 0 0,0-1-1 0 0,0 1 1 0 0,0-1 0 0 0,0 0-1 0 0,0 0 1 0 0,0 0-1 0 0,0 0 1 0 0,0 0 0 0 0,1-1-1 0 0,-1 1 1 0 0,1-1 0 0 0,-1 0-1 0 0,1 0 1 0 0,-1 0-1 0 0,1 0 1 0 0,-2-2 0 0 0,3 2-229 0 0,1-1 0 0 0,-1 1 0 0 0,1 0 0 0 0,0 0 0 0 0,0 0 0 0 0,0-1 1 0 0,0 1-1 0 0,0 0 0 0 0,0 0 0 0 0,0-1 0 0 0,1 1 0 0 0,-1 0 0 0 0,1 0 1 0 0,0 0-1 0 0,0 0 0 0 0,0 0 0 0 0,0 0 0 0 0,2-3 0 0 0,9-18-6486 0 0</inkml:trace>
</inkml:ink>
</file>

<file path=ppt/ink/ink2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07.8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166 32 556 0 0,'39'-31'9536'0'0,"-35"33"-7923"0"0,-4-2-1574 0 0,0 0 0 0 0,1 0 0 0 0,-1 0 0 0 0,0 0-1 0 0,0 0 1 0 0,1 0 0 0 0,-1 0 0 0 0,0 0 0 0 0,0 0 0 0 0,0 0 0 0 0,1 0 0 0 0,-1 0 0 0 0,0 0-1 0 0,0 0 1 0 0,0 1 0 0 0,1-1 0 0 0,-1 0 0 0 0,0 0 0 0 0,0 0 0 0 0,0 0 0 0 0,1 0 0 0 0,-1 1 0 0 0,0-1-1 0 0,0 0 1 0 0,0 0 0 0 0,0 0 0 0 0,0 0 0 0 0,0 1 0 0 0,1-1 0 0 0,-1 0 0 0 0,0 0 0 0 0,0 0-1 0 0,0 1 1 0 0,0-1 0 0 0,0 0 0 0 0,0 0 0 0 0,0 1 0 0 0,0-1 0 0 0,0 0 0 0 0,0 0 0 0 0,0 0 0 0 0,0 1-1 0 0,0-1 1 0 0,0 0 0 0 0,-30 104 5201 0 0,-25 56-2328 0 0,13-39-1991 0 0,42-120-923 0 0,-70 239 410 0 0,53-134-3936 0 0,18-71 81 0 0,7-14-3478 0 0</inkml:trace>
</inkml:ink>
</file>

<file path=ppt/ink/ink2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08.1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97 229 828 0 0,'38'-27'11554'0'0,"-37"26"-10917"0"0,11-4 1302 0 0,15 6-1193 0 0,-17 0-632 0 0,0-1 0 0 0,1 0-1 0 0,-1 0 1 0 0,1-1 0 0 0,-1 0 0 0 0,1-1 0 0 0,-1 0 0 0 0,11-5 0 0 0,-18 6-112 0 0,-1 0 1 0 0,1-1-1 0 0,-1 1 1 0 0,0-1-1 0 0,0 1 1 0 0,0-1-1 0 0,0 0 0 0 0,0 0 1 0 0,0 0-1 0 0,0 0 1 0 0,0-1-1 0 0,-1 1 1 0 0,1 0-1 0 0,-1-1 0 0 0,0 1 1 0 0,1-1-1 0 0,0-2 1 0 0,-1 0 3 0 0,0 1 0 0 0,0-1-1 0 0,-1 1 1 0 0,1-1 0 0 0,-1 1 0 0 0,0-1 0 0 0,0 0 0 0 0,0 1 0 0 0,-3-10 0 0 0,2 9-2 0 0,0 0-1 0 0,0-1 1 0 0,-1 1 0 0 0,0 0 0 0 0,0 0 0 0 0,-1 1 0 0 0,1-1 0 0 0,-1 0 0 0 0,0 1 0 0 0,0-1-1 0 0,0 1 1 0 0,-1 0 0 0 0,0 0 0 0 0,1 0 0 0 0,-1 1 0 0 0,-1 0 0 0 0,1-1 0 0 0,-6-2 0 0 0,5 4 25 0 0,0 1 1 0 0,1 0 0 0 0,-1 0 0 0 0,0 1-1 0 0,0-1 1 0 0,0 1 0 0 0,0 0 0 0 0,0 0-1 0 0,0 1 1 0 0,0-1 0 0 0,0 1 0 0 0,0 0 0 0 0,1 1-1 0 0,-1-1 1 0 0,0 1 0 0 0,1 0 0 0 0,-1 0-1 0 0,1 0 1 0 0,0 1 0 0 0,-1-1 0 0 0,-4 5-1 0 0,-4 3 97 0 0,1 0 0 0 0,0 1-1 0 0,0 0 1 0 0,1 1 0 0 0,-12 16-1 0 0,15-16-18 0 0,0-1-1 0 0,0 1 0 0 0,1 0 0 0 0,1 1 0 0 0,0-1 1 0 0,1 1-1 0 0,-6 22 0 0 0,10-31-89 0 0,0 1 0 0 0,0-1 0 0 0,1 0 0 0 0,-1 0 0 0 0,1 1 0 0 0,0-1 0 0 0,0 0 0 0 0,1 1 0 0 0,-1-1 0 0 0,1 0 0 0 0,0 1 0 0 0,0-1 0 0 0,0 0 0 0 0,1 0 0 0 0,-1 0 0 0 0,1 0 0 0 0,0 0 0 0 0,0 0 0 0 0,1-1 0 0 0,-1 1 0 0 0,1-1 0 0 0,0 1 0 0 0,0-1 0 0 0,0 0 0 0 0,0 0 0 0 0,0 0 0 0 0,1-1-1 0 0,4 4 1 0 0,1-2-351 0 0,-1 1 0 0 0,1-1-1 0 0,1-1 1 0 0,-1 1 0 0 0,0-2-1 0 0,1 1 1 0 0,0-1 0 0 0,-1-1-1 0 0,13 1 1 0 0,-6-2-1447 0 0,0 0-1 0 0,0-1 1 0 0,0 0-1 0 0,29-8 1 0 0,-10-1-3221 0 0</inkml:trace>
</inkml:ink>
</file>

<file path=ppt/ink/ink2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08.7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150 95 536 0 0,'19'-40'12080'0'0,"-23"69"-9593"0"0,-14 34-998 0 0,-4 0 0 0 0,-39 81 0 0 0,59-140-1424 0 0,0 1-1 0 0,0-1 0 0 0,0 0 0 0 0,-1 0 0 0 0,0 0 0 0 0,1 0 0 0 0,-1 0 0 0 0,-1 0 0 0 0,1-1 1 0 0,0 0-1 0 0,-1 1 0 0 0,-6 3 0 0 0,9-7-59 0 0,1 0 0 0 0,-1 1-1 0 0,1-1 1 0 0,-1 0 0 0 0,1 0 0 0 0,-1 0 0 0 0,1 0 0 0 0,-1-1 0 0 0,1 1 0 0 0,-1 0-1 0 0,1 0 1 0 0,-1 0 0 0 0,1 0 0 0 0,-1 0 0 0 0,1-1 0 0 0,-1 1 0 0 0,1 0 0 0 0,0 0-1 0 0,-1-1 1 0 0,1 1 0 0 0,-1 0 0 0 0,1-1 0 0 0,0 1 0 0 0,-1 0 0 0 0,1-1 0 0 0,0 1-1 0 0,-1-1 1 0 0,1 1 0 0 0,0 0 0 0 0,-1-1 0 0 0,1 1 0 0 0,0-1 0 0 0,0 1-1 0 0,0-1 1 0 0,0 1 0 0 0,-1-1 0 0 0,-4-19 36 0 0,5 11-43 0 0,0 0-1 0 0,1 0 1 0 0,1 0 0 0 0,-1 0 0 0 0,1 0 0 0 0,1 0 0 0 0,0 1 0 0 0,0-1 0 0 0,1 1 0 0 0,0 0 0 0 0,0 0 0 0 0,1 0 0 0 0,0 0 0 0 0,0 1 0 0 0,8-9 0 0 0,-6 8-21 0 0,1 0-1 0 0,-1 0 1 0 0,1 1 0 0 0,0 0 0 0 0,1 1-1 0 0,0 0 1 0 0,0 0 0 0 0,0 0-1 0 0,0 2 1 0 0,1-1 0 0 0,0 1-1 0 0,18-5 1 0 0,-23 8 13 0 0,1 0 1 0 0,-1 1-1 0 0,0-1 0 0 0,0 1 0 0 0,1 0 0 0 0,-1 1 0 0 0,0-1 1 0 0,1 1-1 0 0,-1 0 0 0 0,0 0 0 0 0,0 1 0 0 0,0-1 0 0 0,0 1 1 0 0,0 1-1 0 0,0-1 0 0 0,-1 0 0 0 0,1 1 0 0 0,-1 0 0 0 0,1 0 1 0 0,-1 1-1 0 0,0-1 0 0 0,0 1 0 0 0,3 4 0 0 0,-3-3 17 0 0,0 0 0 0 0,0 0 0 0 0,-1 1 0 0 0,0-1 0 0 0,0 1 0 0 0,-1 0 0 0 0,0-1 0 0 0,0 1 0 0 0,0 0 0 0 0,0 0 0 0 0,-1 1 0 0 0,0-1 0 0 0,-1 0 0 0 0,1 0 0 0 0,-1 0 0 0 0,0 1 0 0 0,-1-1 0 0 0,-1 11 1 0 0,2-16-1 0 0,-1 1 0 0 0,1-1 0 0 0,0 0 0 0 0,0 0 0 0 0,-1 0 0 0 0,1 0 0 0 0,-1 0 0 0 0,1 0 1 0 0,0 0-1 0 0,-1-1 0 0 0,0 1 0 0 0,1 0 0 0 0,-1 0 0 0 0,0 0 0 0 0,1 0 0 0 0,-1-1 0 0 0,0 1 1 0 0,-1 1-1 0 0,1-2-2 0 0,0 0 0 0 0,1 0 1 0 0,-1 1-1 0 0,0-1 0 0 0,0 0 0 0 0,1 0 1 0 0,-1 0-1 0 0,0 0 0 0 0,0 0 1 0 0,1 0-1 0 0,-1 0 0 0 0,0 0 1 0 0,0-1-1 0 0,1 1 0 0 0,-1 0 1 0 0,0 0-1 0 0,-1-1 0 0 0,1 0-3 0 0,1-1-1 0 0,-1 1 1 0 0,0 0-1 0 0,1-1 1 0 0,-1 1 0 0 0,1 0-1 0 0,0-1 1 0 0,-1 1-1 0 0,1-1 1 0 0,0 1-1 0 0,0 0 1 0 0,0-1 0 0 0,0 1-1 0 0,0-1 1 0 0,0 1-1 0 0,0-1 1 0 0,1-1-1 0 0,-1 0-3 0 0,2-9-3 0 0,0 0 0 0 0,1 0 0 0 0,0 0 0 0 0,0 0 0 0 0,2 1 0 0 0,-1-1 0 0 0,2 1 0 0 0,-1 0 0 0 0,1 1 0 0 0,1-1 0 0 0,13-15 0 0 0,-4 7-21 0 0,1 0 0 0 0,0 2 0 0 0,2 0 0 0 0,34-25 0 0 0,-44 36-8 0 0,0 1 1 0 0,0 0 0 0 0,1 1 0 0 0,-1 0-1 0 0,1 0 1 0 0,15-3 0 0 0,-23 7 31 0 0,0-1 0 0 0,0 1-1 0 0,0 0 1 0 0,0-1 0 0 0,0 1 0 0 0,0 0 0 0 0,1 0 0 0 0,-1 0-1 0 0,0 1 1 0 0,0-1 0 0 0,0 0 0 0 0,0 1 0 0 0,0 0 0 0 0,0-1 0 0 0,0 1-1 0 0,0 0 1 0 0,-1 0 0 0 0,1 0 0 0 0,0 0 0 0 0,0 0 0 0 0,0 0 0 0 0,-1 1-1 0 0,1-1 1 0 0,-1 0 0 0 0,1 1 0 0 0,-1-1 0 0 0,0 1 0 0 0,1 0 0 0 0,-1-1-1 0 0,0 1 1 0 0,0 0 0 0 0,0 0 0 0 0,0 2 0 0 0,2 2 62 0 0,-1 0 1 0 0,0 1 0 0 0,-1-1-1 0 0,1 0 1 0 0,-1 1-1 0 0,-1-1 1 0 0,1 1-1 0 0,-1 12 1 0 0,-4 5 177 0 0,0 0 0 0 0,-2 0 0 0 0,-1-1 0 0 0,-9 23 0 0 0,-8 29 273 0 0,23-74-499 0 0,1 0 1 0 0,0-1-1 0 0,-1 1 1 0 0,1 0-1 0 0,0 0 1 0 0,0-1-1 0 0,0 1 1 0 0,0 0-1 0 0,0 0 1 0 0,0-1-1 0 0,0 1 1 0 0,0 0-1 0 0,0 0 1 0 0,0 0 0 0 0,0-1-1 0 0,0 1 1 0 0,1 0-1 0 0,-1-1 1 0 0,0 1-1 0 0,0 0 1 0 0,1 0-1 0 0,-1-1 1 0 0,1 1-1 0 0,-1 0 1 0 0,0-1-1 0 0,1 1 1 0 0,-1-1-1 0 0,1 1 1 0 0,0-1-1 0 0,-1 1 1 0 0,2 0-1 0 0,0 0-29 0 0,0-1 0 0 0,0 1 0 0 0,0 0 0 0 0,0-1 0 0 0,0 0 0 0 0,0 0 0 0 0,0 1 0 0 0,1-1 0 0 0,-1 0 0 0 0,0-1-1 0 0,3 1 1 0 0,9-3-598 0 0,0 0 1 0 0,21-9-1 0 0,-34 12 549 0 0,35-15-3667 0 0,-1-1 0 0 0,53-32 1 0 0,-43 19-3144 0 0</inkml:trace>
</inkml:ink>
</file>

<file path=ppt/ink/ink2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09.5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257 83 1692 0 0,'0'-4'469'0'0,"1"-12"2533"0"0,1 0-1 0 0,8-31 627 0 0,-7 67-1221 0 0,-4 17-1143 0 0,-2-1-1 0 0,-2 0 1 0 0,-13 53 0 0 0,-40 105-174 0 0,34-118-665 0 0,-117 336 409 0 0,140-410-865 0 0,0 0-1 0 0,1 0 0 0 0,-1 0 0 0 0,0 0 0 0 0,-1-1 1 0 0,1 1-1 0 0,0 0 0 0 0,0 0 0 0 0,-1-1 1 0 0,-2 3-1 0 0,4-4 23 0 0,0 0 0 0 0,0 0 0 0 0,0 1 0 0 0,0-1 0 0 0,-1 0 0 0 0,1 0 1 0 0,0 0-1 0 0,0 0 0 0 0,0 0 0 0 0,0 0 0 0 0,0 0 0 0 0,-1 0 0 0 0,1 0 0 0 0,0 0 0 0 0,0 0 1 0 0,0 0-1 0 0,0 0 0 0 0,-1 0 0 0 0,1 0 0 0 0,0 0 0 0 0,0 0 0 0 0,0 0 0 0 0,0 0 1 0 0,-1 0-1 0 0,1 0 0 0 0,0 0 0 0 0,0 0 0 0 0,0 0 0 0 0,0 0 0 0 0,0-1 0 0 0,-1 1 0 0 0,1 0 1 0 0,0 0-1 0 0,0 0 0 0 0,0 0 0 0 0,0 0 0 0 0,0 0 0 0 0,0-1 0 0 0,0 1 0 0 0,0 0 0 0 0,-1 0 1 0 0,0-16-192 0 0,3-1 118 0 0,1 1 1 0 0,0-1-1 0 0,1 1 0 0 0,1 0 0 0 0,1 0 1 0 0,14-30-1 0 0,-9 26 38 0 0,1 1 0 0 0,0-1 0 0 0,2 2 0 0 0,25-28 0 0 0,-24 31 19 0 0,1 1-1 0 0,0 0 0 0 0,1 1 1 0 0,1 1-1 0 0,0 1 1 0 0,27-13-1 0 0,-36 19 17 0 0,0 1 0 0 0,0 1 0 0 0,0 0-1 0 0,1 0 1 0 0,-1 1 0 0 0,1 0 0 0 0,0 0 0 0 0,0 1 0 0 0,-1 0 0 0 0,1 1-1 0 0,0 0 1 0 0,0 1 0 0 0,0 0 0 0 0,0 1 0 0 0,18 5 0 0 0,-24-6 16 0 0,1 1 0 0 0,-1-1 0 0 0,-1 1 0 0 0,1 1 0 0 0,0-1 0 0 0,0 0 0 0 0,-1 1 0 0 0,0 0 0 0 0,1 0 0 0 0,-1 0 0 0 0,0 0-1 0 0,0 0 1 0 0,-1 1 0 0 0,1-1 0 0 0,-1 1 0 0 0,1 0 0 0 0,1 4 0 0 0,-2-3 45 0 0,-1 1 0 0 0,1-1 0 0 0,-1 1 0 0 0,0 0 0 0 0,0-1-1 0 0,-1 1 1 0 0,0 0 0 0 0,0-1 0 0 0,0 1 0 0 0,-1 0 0 0 0,-2 10 0 0 0,0-4 78 0 0,-1 0 0 0 0,0 0 1 0 0,-1 0-1 0 0,-1 0 1 0 0,0-1-1 0 0,0 0 0 0 0,-1 0 1 0 0,0 0-1 0 0,-1-1 1 0 0,-18 18-1 0 0,10-13 3 0 0,-1-2 0 0 0,0-1 0 0 0,-1 0 0 0 0,0-1 1 0 0,-1 0-1 0 0,-33 12 0 0 0,40-18-179 0 0,-1-1-1 0 0,-1 0 1 0 0,1-1 0 0 0,0 0-1 0 0,-1-2 1 0 0,0 1 0 0 0,1-1-1 0 0,-1-1 1 0 0,0-1 0 0 0,1 0-1 0 0,-20-4 1 0 0,31 5-127 0 0,-1-1 0 0 0,1 1-1 0 0,0-1 1 0 0,0 0 0 0 0,0 0 0 0 0,0 0 0 0 0,-1 0-1 0 0,1 0 1 0 0,1 0 0 0 0,-1 0 0 0 0,0-1-1 0 0,0 1 1 0 0,0-1 0 0 0,1 1 0 0 0,-1-1 0 0 0,1 0-1 0 0,-2-2 1 0 0,2 2-96 0 0,0 0 0 0 0,1 1 0 0 0,-1-1 0 0 0,1 0 0 0 0,0 1 0 0 0,-1-1 0 0 0,1 0 1 0 0,0 0-1 0 0,0 1 0 0 0,0-1 0 0 0,0 0 0 0 0,1 0 0 0 0,-1 1 0 0 0,0-1 0 0 0,1 0 0 0 0,-1 0 0 0 0,1 1 0 0 0,0-1 0 0 0,-1 1 0 0 0,1-1 0 0 0,0 1 0 0 0,0-1 0 0 0,2-2 0 0 0,9-13-3828 0 0,6-3-1951 0 0</inkml:trace>
</inkml:ink>
</file>

<file path=ppt/ink/ink2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09.9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686 14 348 0 0,'63'-14'8882'0'0,"-62"14"-8786"0"0,-1 0 0 0 0,1 0 0 0 0,-1 0 0 0 0,1 0 1 0 0,0 0-1 0 0,-1 1 0 0 0,1-1 0 0 0,0 0 1 0 0,-1 0-1 0 0,1 0 0 0 0,-1 1 0 0 0,1-1 1 0 0,0 0-1 0 0,-1 1 0 0 0,1-1 0 0 0,-1 1 1 0 0,1-1-1 0 0,-1 0 0 0 0,0 1 0 0 0,1-1 1 0 0,-1 1-1 0 0,1-1 0 0 0,-1 1 0 0 0,0 0 0 0 0,1-1 1 0 0,-1 1-1 0 0,0-1 0 0 0,0 1 0 0 0,1 0 1 0 0,-1-1-1 0 0,0 2 0 0 0,3 20 1424 0 0,-3 12-44 0 0,-2-10-906 0 0,2 1 0 0 0,1-1 0 0 0,1 0 0 0 0,10 44 0 0 0,-11-63-539 0 0,1 1 0 0 0,0-1 0 0 0,0 0 0 0 0,0 1-1 0 0,1-1 1 0 0,0 0 0 0 0,0-1 0 0 0,0 1 0 0 0,0 0 0 0 0,1-1-1 0 0,-1 0 1 0 0,1 0 0 0 0,1 0 0 0 0,-1 0 0 0 0,0 0 0 0 0,1-1-1 0 0,0 0 1 0 0,0 0 0 0 0,0 0 0 0 0,0-1 0 0 0,0 0 0 0 0,0 0-1 0 0,1 0 1 0 0,-1 0 0 0 0,1-1 0 0 0,7 1 0 0 0,-6-1-13 0 0,1-1 1 0 0,-1 0-1 0 0,1 0 1 0 0,-1-1-1 0 0,1 0 1 0 0,-1 0-1 0 0,1-1 0 0 0,-1 0 1 0 0,0 0-1 0 0,0-1 1 0 0,0 0-1 0 0,0 0 1 0 0,0 0-1 0 0,0-1 1 0 0,-1 0-1 0 0,0-1 1 0 0,0 1-1 0 0,0-1 1 0 0,0 0-1 0 0,-1-1 0 0 0,6-6 1 0 0,10-14 55 0 0,-2-1 0 0 0,0 0 0 0 0,23-47 0 0 0,-22 38 234 0 0,6-9 239 0 0,-25 43-512 0 0,0 3-28 0 0,0 0 1 0 0,-1 0-1 0 0,0 0 0 0 0,1 0 1 0 0,-1 0-1 0 0,0 0 1 0 0,1 0-1 0 0,-1 0 0 0 0,0 0 1 0 0,0 1-1 0 0,0-1 1 0 0,0 0-1 0 0,0 0 0 0 0,0 0 1 0 0,0 0-1 0 0,0 0 1 0 0,0 0-1 0 0,-1 0 0 0 0,0 1 1 0 0,-38 182 471 0 0,-8-3 0 0 0,-8-2 0 0 0,-98 217 0 0 0,8-88 1076 0 0,111-247-765 0 0,-2-1-1 0 0,-82 101 0 0 0,97-136-433 0 0,-1-2 1 0 0,-1 0-1 0 0,-2-2 0 0 0,0 0 1 0 0,-1-2-1 0 0,-52 30 0 0 0,63-42-204 0 0,-1 0 0 0 0,1-1 0 0 0,-1 0 0 0 0,0-2 0 0 0,0 0 0 0 0,-25 3 0 0 0,29-6-81 0 0,0 0-1 0 0,0-2 1 0 0,0 1 0 0 0,0-1-1 0 0,0-1 1 0 0,0 0 0 0 0,0-1 0 0 0,0 0-1 0 0,-19-9 1 0 0,26 11-76 0 0,0-2 0 0 0,1 1-1 0 0,-1-1 1 0 0,1 1 0 0 0,0-1 0 0 0,-1 0-1 0 0,2-1 1 0 0,-1 1 0 0 0,0-1 0 0 0,0 1-1 0 0,1-1 1 0 0,0-1 0 0 0,0 1 0 0 0,0 0-1 0 0,0-1 1 0 0,1 1 0 0 0,0-1-1 0 0,0 0 1 0 0,0 1 0 0 0,-1-7 0 0 0,2 3-116 0 0,-1 0 0 0 0,2 0 0 0 0,0-1 0 0 0,0 1 0 0 0,0 0 0 0 0,1 0 0 0 0,0 0 0 0 0,0 0 0 0 0,1 0 0 0 0,0 0 0 0 0,1 0 0 0 0,4-9 0 0 0,5-8-475 0 0,1 0 1 0 0,1 1-1 0 0,1 0 1 0 0,1 2-1 0 0,2 0 1 0 0,0 0-1 0 0,22-19 1 0 0,156-124-9198 0 0,-161 137 6543 0 0,28-21-5688 0 0</inkml:trace>
</inkml:ink>
</file>

<file path=ppt/ink/ink2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10.6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134 112 1772 0 0,'4'-84'11665'0'0,"-5"89"-11429"0"0,0-1 0 0 0,0 0-1 0 0,0 1 1 0 0,-1-1-1 0 0,-2 6 1 0 0,0 2 212 0 0,-41 106 1383 0 0,26-75-1549 0 0,3 2 0 0 0,1-1 0 0 0,-12 69 0 0 0,27-110-278 0 0,-1 0 0 0 0,1-1 0 0 0,0 1 1 0 0,-1 0-1 0 0,1-1 0 0 0,1 1 0 0 0,-1-1 1 0 0,0 1-1 0 0,1 0 0 0 0,-1-1 0 0 0,1 1 1 0 0,0-1-1 0 0,0 1 0 0 0,0-1 0 0 0,0 1 1 0 0,0-1-1 0 0,0 0 0 0 0,1 0 0 0 0,-1 0 0 0 0,1 1 1 0 0,0-1-1 0 0,-1 0 0 0 0,1-1 0 0 0,4 4 1 0 0,-3-3-5 0 0,1 0 0 0 0,-1-1 1 0 0,1 1-1 0 0,0-1 1 0 0,-1 0-1 0 0,1 0 0 0 0,0 0 1 0 0,0 0-1 0 0,0-1 1 0 0,0 0-1 0 0,0 0 0 0 0,-1 0 1 0 0,1 0-1 0 0,0 0 1 0 0,0-1-1 0 0,6-1 0 0 0,2-1-17 0 0,0-1 0 0 0,-1 0-1 0 0,1-1 1 0 0,-1 0 0 0 0,0-1 0 0 0,0 0-1 0 0,17-13 1 0 0,-12 6 14 0 0,-1-1 0 0 0,-1 0 1 0 0,0 0-1 0 0,14-20 0 0 0,1-9 43 0 0,-1-1-1 0 0,37-84 1 0 0,3-20 113 0 0,-67 146-93 0 0,-2 5-100 0 0,-55 137-180 0 0,-4 9-296 0 0,53-125 410 0 0,0 0 0 0 0,2 0 0 0 0,0 1 1 0 0,-1 35-1 0 0,5-54-186 0 0,1-1 1 0 0,0 1-1 0 0,1-1 1 0 0,-1 0-1 0 0,1 1 0 0 0,0-1 1 0 0,1 1-1 0 0,-1-1 1 0 0,4 8-1 0 0,-3-10-94 0 0,-1-1 0 0 0,1 1-1 0 0,0-1 1 0 0,0 1 0 0 0,0-1 0 0 0,0 0 0 0 0,0 0-1 0 0,0 0 1 0 0,1 0 0 0 0,-1 0 0 0 0,1 0 0 0 0,-1-1-1 0 0,1 1 1 0 0,0-1 0 0 0,-1 0 0 0 0,1 1 0 0 0,0-1 0 0 0,4 0-1 0 0,8 3-4200 0 0</inkml:trace>
</inkml:ink>
</file>

<file path=ppt/ink/ink2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10.9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160 154 208 0 0,'30'-36'5574'0'0,"41"-64"-1"0"0,-71 100-5517 0 0,0-1 0 0 0,1 1 0 0 0,-1 0 1 0 0,0-1-1 0 0,1 1 0 0 0,-1-1 0 0 0,0 1 0 0 0,0-1 0 0 0,1 1 0 0 0,-1-1 1 0 0,0 1-1 0 0,0-1 0 0 0,0 1 0 0 0,0-1 0 0 0,0 1 0 0 0,0-1 0 0 0,0 1 1 0 0,0-1-1 0 0,0 1 0 0 0,0-1 0 0 0,0 1 0 0 0,0-1 0 0 0,0 1 1 0 0,0-1-1 0 0,0 1 0 0 0,0-1 0 0 0,-1 1 0 0 0,1-2 0 0 0,-1 2-20 0 0,0-1-1 0 0,1 1 1 0 0,-1 0-1 0 0,0-1 1 0 0,0 1-1 0 0,1 0 1 0 0,-1 0-1 0 0,0-1 1 0 0,0 1-1 0 0,0 0 1 0 0,1 0-1 0 0,-1 0 1 0 0,0 0-1 0 0,0 0 1 0 0,0 0-1 0 0,-1 0 1 0 0,-3 1 1 0 0,0 0 0 0 0,0 0 0 0 0,0 0 1 0 0,1 1-1 0 0,-7 2 0 0 0,1 1 11 0 0,3-2-25 0 0,-1 0 0 0 0,1 1-1 0 0,0 0 1 0 0,0 0 0 0 0,0 1 0 0 0,1-1 0 0 0,-1 2-1 0 0,1-1 1 0 0,0 1 0 0 0,-9 11 0 0 0,14-14-18 0 0,0-1 1 0 0,0 0-1 0 0,1 1 1 0 0,-1-1-1 0 0,0 1 1 0 0,1-1-1 0 0,0 1 1 0 0,0-1-1 0 0,0 1 1 0 0,0-1-1 0 0,0 0 1 0 0,0 1-1 0 0,1-1 1 0 0,-1 1-1 0 0,1-1 1 0 0,-1 1-1 0 0,3 4 1 0 0,1 0 7 0 0,-1 1 0 0 0,1 0 1 0 0,8 10-1 0 0,-2-3 183 0 0,0-1-1 0 0,-1 1 0 0 0,-1 1 0 0 0,0 0 0 0 0,10 29 1 0 0,-17-41-42 0 0,0 0 0 0 0,0 0 0 0 0,0 0 0 0 0,-1 0 0 0 0,1 0 1 0 0,-1 0-1 0 0,0 0 0 0 0,0 0 0 0 0,-1 0 0 0 0,1 0 1 0 0,-1 0-1 0 0,1 0 0 0 0,-1 0 0 0 0,-1 0 0 0 0,1-1 1 0 0,0 1-1 0 0,-1 0 0 0 0,0 0 0 0 0,0-1 0 0 0,0 1 0 0 0,0-1 1 0 0,-1 0-1 0 0,1 0 0 0 0,-1 0 0 0 0,0 0 0 0 0,0 0 1 0 0,0 0-1 0 0,0-1 0 0 0,0 0 0 0 0,-1 1 0 0 0,-3 1 1 0 0,0-1-31 0 0,0 1 1 0 0,-1-1-1 0 0,1-1 1 0 0,0 0-1 0 0,-1 0 1 0 0,0 0-1 0 0,0-1 1 0 0,-12 1-1 0 0,16-2-254 0 0,0 1-1 0 0,1-1 0 0 0,-1-1 1 0 0,0 1-1 0 0,1 0 0 0 0,-1-1 1 0 0,0 0-1 0 0,1 0 0 0 0,-1 0 1 0 0,1 0-1 0 0,-1 0 1 0 0,1-1-1 0 0,0 0 0 0 0,0 0 1 0 0,-1 1-1 0 0,1-2 0 0 0,1 1 1 0 0,-1 0-1 0 0,-5-6 0 0 0,7 7-114 0 0,0-1 1 0 0,0 0-1 0 0,1 1 0 0 0,-1-1 0 0 0,0 0 0 0 0,1 0 0 0 0,-1 0 0 0 0,1 0 0 0 0,0 1 0 0 0,-1-1 1 0 0,1 0-1 0 0,0 0 0 0 0,0 0 0 0 0,0 0 0 0 0,1 0 0 0 0,-1 0 0 0 0,0 0 0 0 0,1 1 0 0 0,-1-1 0 0 0,1 0 1 0 0,-1 0-1 0 0,3-2 0 0 0,1-4-1287 0 0,0 0 0 0 0,1 0 0 0 0,8-10 1 0 0,5-4-3180 0 0</inkml:trace>
</inkml:ink>
</file>

<file path=ppt/ink/ink2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11.1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33 1904 0 0,'78'-33'11632'0'0,"-78"33"-11580"0"0,1 0 1 0 0,-1 0-1 0 0,1 0 1 0 0,-1 0-1 0 0,1 1 0 0 0,-1-1 1 0 0,1 0-1 0 0,-1 0 1 0 0,0 0-1 0 0,1 1 1 0 0,-1-1-1 0 0,1 0 0 0 0,-1 0 1 0 0,1 1-1 0 0,-1-1 1 0 0,0 0-1 0 0,1 1 1 0 0,-1-1-1 0 0,0 0 0 0 0,1 1 1 0 0,-1-1-1 0 0,0 1 1 0 0,1-1-1 0 0,-1 1 1 0 0,0-1-1 0 0,0 1 0 0 0,0-1 1 0 0,1 0-1 0 0,-1 1 1 0 0,0-1-1 0 0,0 1 1 0 0,0-1-1 0 0,0 1 0 0 0,0-1 1 0 0,0 1-1 0 0,0-1 1 0 0,0 1-1 0 0,0 0 1 0 0,2 22 1148 0 0,-4 10-450 0 0,-2 0 0 0 0,-1-1 0 0 0,-15 54-1 0 0,-3 13-266 0 0,16-56-401 0 0,3-16-2071 0 0,-13 47 1 0 0,18-64-619 0 0</inkml:trace>
</inkml:ink>
</file>

<file path=ppt/ink/ink2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11.3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98 2248 0 0,'-13'-98'8399'0'0,"28"114"-8329"0"0,29 46-5057 0 0,-31-43 1661 0 0</inkml:trace>
</inkml:ink>
</file>

<file path=ppt/ink/ink2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11.7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213 1 1904 0 0,'2'5'670'0'0,"0"0"0"0"0,0 1 0 0 0,-1-1 1 0 0,0 1-1 0 0,0-1 0 0 0,0 1 0 0 0,-1-1 0 0 0,0 1 0 0 0,0-1 0 0 0,0 1 0 0 0,-1 0 0 0 0,-2 10 0 0 0,-3 8 941 0 0,-15 37-1 0 0,13-39-825 0 0,-15 40 776 0 0,-3 0 0 0 0,-63 107 0 0 0,85-163-1146 0 0,0-1 1 0 0,-1 1-1 0 0,0-1 0 0 0,-7 6 1 0 0,10-9-159 0 0,-2-4 28 0 0,4 2-279 0 0,-1 0 0 0 0,1 1-1 0 0,0-1 1 0 0,-1 0 0 0 0,1 0 0 0 0,0 0-1 0 0,-1 0 1 0 0,1-1 0 0 0,0 1-1 0 0,-1 0 1 0 0,1 0 0 0 0,0 0-1 0 0,0 0 1 0 0,-1 0 0 0 0,1 0-1 0 0,0 0 1 0 0,-1 0 0 0 0,1-1 0 0 0,0 1-1 0 0,0 0 1 0 0,-1 0 0 0 0,1 0-1 0 0,0-1 1 0 0,0 1 0 0 0,-1 0-1 0 0,1 0 1 0 0,0-1 0 0 0,0 1 0 0 0,0 0-1 0 0,0 0 1 0 0,-1-1 0 0 0,1 1-1 0 0,0-5 23 0 0,-1 0-1 0 0,1 0 0 0 0,1 1 1 0 0,-1-1-1 0 0,1 0 0 0 0,-1 0 1 0 0,1 1-1 0 0,0-1 0 0 0,1 0 0 0 0,-1 1 1 0 0,1-1-1 0 0,3-4 0 0 0,32-56 103 0 0,-32 57-120 0 0,15-23 45 0 0,2 1-1 0 0,0 1 1 0 0,2 1-1 0 0,39-34 1 0 0,-45 46-66 0 0,2 0 0 0 0,0 1 0 0 0,0 2 0 0 0,1 0 1 0 0,1 1-1 0 0,0 1 0 0 0,37-13 0 0 0,-54 22-4 0 0,0 1-1 0 0,0-1 1 0 0,1 1-1 0 0,-1 0 1 0 0,0 1 0 0 0,1-1-1 0 0,-1 1 1 0 0,0 0-1 0 0,1 0 1 0 0,-1 1 0 0 0,0 0-1 0 0,0 0 1 0 0,1 0-1 0 0,6 3 1 0 0,-8-2-1 0 0,-1-1 0 0 0,0 1 0 0 0,0 1 0 0 0,0-1 0 0 0,0 0 0 0 0,0 1 0 0 0,0 0-1 0 0,0-1 1 0 0,-1 1 0 0 0,0 0 0 0 0,1 0 0 0 0,-1 1 0 0 0,0-1 0 0 0,-1 0 0 0 0,1 1 0 0 0,0-1 0 0 0,-1 1 0 0 0,0 0 0 0 0,0-1 0 0 0,0 1-1 0 0,0 4 1 0 0,3 22-35 0 0,-2 1 0 0 0,-1-1-1 0 0,-4 48 1 0 0,0 3-3657 0 0,7-57 469 0 0,-3-23 2987 0 0,-1-1-1 0 0,0 1 1 0 0,1 0-1 0 0,-1-1 1 0 0,0 1-1 0 0,1 0 1 0 0,-1-1 0 0 0,1 1-1 0 0,-1 0 1 0 0,2 0-506 0 0,-1 0 506 0 0,-1-1-1 0 0,1 0 1 0 0,0 1-1 0 0,-1-1 1 0 0,1 1-1 0 0,0-1 1 0 0,0 0-1 0 0,-1 0 1 0 0,1 1 0 0 0,0-1-1 0 0,0 0 1 0 0,-1 0-1 0 0,1 0 1 0 0,0 0-1 0 0,0 0 1 0 0,0 0-1 0 0,-1 0 1 0 0,1 0-1 0 0,1 0 1 0 0,18-5-4068 0 0</inkml:trace>
</inkml:ink>
</file>

<file path=ppt/ink/ink2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12.3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979 152 216 0 0,'36'-38'3542'0'0,"41"-47"6041"0"0,-76 84-9422 0 0,0 0 1 0 0,0 0-1 0 0,0-1 0 0 0,0 1 1 0 0,0 0-1 0 0,0 0 1 0 0,-1-1-1 0 0,1 1 1 0 0,0 0-1 0 0,-1-1 1 0 0,1 1-1 0 0,-1 0 1 0 0,0-1-1 0 0,1-1 1 0 0,-1 2-125 0 0,0 1 0 0 0,0 0 1 0 0,-1-1-1 0 0,1 1 0 0 0,0-1 1 0 0,0 1-1 0 0,0 0 0 0 0,-1-1 1 0 0,1 1-1 0 0,0 0 0 0 0,0-1 1 0 0,-1 1-1 0 0,1 0 0 0 0,0 0 0 0 0,-1-1 1 0 0,1 1-1 0 0,0 0 0 0 0,-1 0 1 0 0,1 0-1 0 0,0-1 0 0 0,-1 1 1 0 0,1 0-1 0 0,-1 0 0 0 0,1 0 1 0 0,0 0-1 0 0,-1 0 0 0 0,1 0 1 0 0,-1 0-1 0 0,1 0 0 0 0,-1 0 0 0 0,-4 0 71 0 0,0 0-1 0 0,1 1 0 0 0,-1-1 0 0 0,0 1 0 0 0,1 0 0 0 0,-9 3 0 0 0,-32 16 114 0 0,0 1 0 0 0,2 2 0 0 0,0 2 0 0 0,1 2 0 0 0,2 2 0 0 0,-37 34 0 0 0,74-60-218 0 0,-39 37 61 0 0,39-36-52 0 0,0-1-1 0 0,0 1 1 0 0,1 0-1 0 0,-1 0 1 0 0,1 0-1 0 0,0 0 1 0 0,0 0-1 0 0,0 0 1 0 0,1 0-1 0 0,-2 6 1 0 0,3-9-9 0 0,0 0 0 0 0,0 0 0 0 0,0 0 0 0 0,0 0 0 0 0,1 0 0 0 0,-1 0-1 0 0,0 0 1 0 0,0 0 0 0 0,1 0 0 0 0,-1 0 0 0 0,0 0 0 0 0,1 0 0 0 0,-1 0 0 0 0,1-1 0 0 0,-1 1 0 0 0,1 0 0 0 0,0 0 0 0 0,-1-1 0 0 0,1 1 0 0 0,0 0 0 0 0,0-1 0 0 0,-1 1 0 0 0,1 0 0 0 0,0-1 0 0 0,0 1 0 0 0,0-1 0 0 0,0 1 0 0 0,-1-1-1 0 0,1 0 1 0 0,0 1 0 0 0,0-1 0 0 0,0 0 0 0 0,1 0 0 0 0,2 1 6 0 0,0 0 1 0 0,0 0-1 0 0,0 0 0 0 0,0-1 0 0 0,0 0 0 0 0,5 0 0 0 0,3-2 31 0 0,0-1-1 0 0,0 0 1 0 0,0 0-1 0 0,-1-1 0 0 0,1-1 1 0 0,-1 0-1 0 0,0-1 0 0 0,-1 0 1 0 0,18-13-1 0 0,6-8 62 0 0,42-43 1 0 0,-48 43-46 0 0,56-57-4 0 0,-83 84-53 0 0,-1-1-1 0 0,1 1 1 0 0,-1-1-1 0 0,0 1 0 0 0,1-1 1 0 0,-1 1-1 0 0,1 0 1 0 0,-1-1-1 0 0,1 1 1 0 0,0 0-1 0 0,-1-1 1 0 0,1 1-1 0 0,-1 0 0 0 0,1 0 1 0 0,0 0-1 0 0,-1-1 1 0 0,1 1-1 0 0,-1 0 1 0 0,2 0-1 0 0,4 7 37 0 0,-6 19 162 0 0,-13 36 286 0 0,-30 82 1 0 0,-32 58 649 0 0,60-165-942 0 0,-380 845 5523 0 0,370-836-4932 0 0,-2-1-1 0 0,-47 61 1 0 0,62-92-606 0 0,0 0 0 0 0,-1-1 0 0 0,0 0 1 0 0,-1-1-1 0 0,0-1 0 0 0,-1 0 0 0 0,-1-1 0 0 0,1 0 0 0 0,-2-2 0 0 0,-27 12 0 0 0,36-17-176 0 0,0-1 0 0 0,0 0 0 0 0,-1 0 0 0 0,1-1 0 0 0,-1 0 0 0 0,1-1 0 0 0,-1 0 0 0 0,1 0 0 0 0,-1-1 0 0 0,1 0 0 0 0,-1 0 0 0 0,1-1 0 0 0,-1 0 0 0 0,-13-6 0 0 0,17 6 0 0 0,0 0 0 0 0,1-1 0 0 0,-1 0 0 0 0,0 0 0 0 0,1 0 0 0 0,0 0 0 0 0,0-1 0 0 0,0 0 0 0 0,0 0 0 0 0,0 0 0 0 0,1 0 0 0 0,-1-1 0 0 0,1 1 0 0 0,1-1 0 0 0,-1 0 0 0 0,1 0 0 0 0,-1 0 0 0 0,1 0 0 0 0,1 0 0 0 0,-1 0 0 0 0,1 0 0 0 0,0-1 0 0 0,-1-8 0 0 0,2 1 0 0 0,0 1 0 0 0,1-1 0 0 0,1 1 0 0 0,0 0 0 0 0,1-1 0 0 0,0 1 0 0 0,1 0 0 0 0,0 1 0 0 0,1-1 0 0 0,0 1 0 0 0,0-1 0 0 0,2 2 0 0 0,12-19 0 0 0,4-1 0 0 0,1 1 0 0 0,2 1 0 0 0,35-31 0 0 0,4 5-74 0 0,2 3-1 0 0,2 2 1 0 0,135-70 0 0 0,246-74-857 0 0,-321 149-3077 0 0,246-52-1 0 0,-272 79-2878 0 0,142-4-1 0 0,-173 19-455 0 0</inkml:trace>
</inkml:ink>
</file>

<file path=ppt/ink/ink2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12.4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252 124 932 0 0,'-26'-17'3072'0'0,"2"-1"-831"0"0,0 1-561 0 0,0 0-676 0 0,1 3-660 0 0,-1 1-532 0 0,0 4-544 0 0,2 4-680 0 0,-7-4-753 0 0,-2 4-207 0 0</inkml:trace>
</inkml:ink>
</file>

<file path=ppt/ink/ink2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14.7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60 1412 0 0,'-14'-60'13245'0'0,"14"60"-13197"0"0,-1 1-1 0 0,0-1 0 0 0,1 0 0 0 0,-1 1 1 0 0,1-1-1 0 0,-1 0 0 0 0,1 1 0 0 0,-1-1 0 0 0,1 1 1 0 0,-1-1-1 0 0,1 1 0 0 0,-1-1 0 0 0,1 1 1 0 0,-1-1-1 0 0,1 1 0 0 0,0-1 0 0 0,-1 1 1 0 0,1 0-1 0 0,0-1 0 0 0,-1 1 0 0 0,1 0 1 0 0,0-1-1 0 0,0 1 0 0 0,0 0 0 0 0,0-1 0 0 0,0 1 1 0 0,-1 1-1 0 0,-1 25 353 0 0,2-21-246 0 0,-13 180 1048 0 0,-7 73-714 0 0,8-150-401 0 0,-8 98-559 0 0,11-69-3892 0 0,10-99-1314 0 0</inkml:trace>
</inkml:ink>
</file>

<file path=ppt/ink/ink2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15.3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6 105 848 0 0,'-2'-15'1860'0'0,"1"7"-902"0"0,0 0 1 0 0,0 0-1 0 0,1 0 1 0 0,0 0-1 0 0,1-1 1 0 0,1-8 0 0 0,-2 16-898 0 0,1-1 1 0 0,0 1-1 0 0,0 0 1 0 0,0-1 0 0 0,1 1-1 0 0,-1 0 1 0 0,0 0 0 0 0,0 0-1 0 0,1 0 1 0 0,-1 0 0 0 0,0 0-1 0 0,1 0 1 0 0,-1 0-1 0 0,1 0 1 0 0,-1 1 0 0 0,1-1-1 0 0,0 1 1 0 0,-1-1 0 0 0,1 1-1 0 0,-1-1 1 0 0,4 1 0 0 0,34-3 555 0 0,-22 3-516 0 0,1 2 0 0 0,-1 0 0 0 0,1 1 1 0 0,-1 1-1 0 0,0 0 0 0 0,0 1 0 0 0,-1 1 0 0 0,0 1 0 0 0,0 0 0 0 0,0 1 1 0 0,-1 1-1 0 0,0 0 0 0 0,-1 1 0 0 0,0 1 0 0 0,20 20 0 0 0,-29-27-84 0 0,-1 1 1 0 0,0 0-1 0 0,-1 0 0 0 0,0 0 0 0 0,1 1 1 0 0,-1 0-1 0 0,-1-1 0 0 0,1 1 0 0 0,-1 0 1 0 0,0 0-1 0 0,-1 0 0 0 0,1 0 0 0 0,0 12 1 0 0,-2-9 40 0 0,0-1 0 0 0,-1 0 0 0 0,0 0 0 0 0,0 0 0 0 0,-1 0 0 0 0,0 0 1 0 0,0 0-1 0 0,-1-1 0 0 0,-6 13 0 0 0,1-4 84 0 0,-1-1 1 0 0,-1-1 0 0 0,-1 0-1 0 0,0 0 1 0 0,0-1 0 0 0,-1 0-1 0 0,-1-1 1 0 0,0-1-1 0 0,-18 13 1 0 0,13-12 4 0 0,1 0 142 0 0,0-1 0 0 0,-24 12-1 0 0,39-22-209 0 0,17-10-18 0 0,-4 8-59 0 0,1 0 0 0 0,-1 0 0 0 0,1 1 0 0 0,0 1 1 0 0,-1 0-1 0 0,1 1 0 0 0,-1 0 0 0 0,1 1 0 0 0,-1 0 0 0 0,0 0 1 0 0,0 1-1 0 0,-1 1 0 0 0,1 0 0 0 0,-1 0 0 0 0,0 1 0 0 0,0 1 0 0 0,-1 0 1 0 0,0 0-1 0 0,9 8 0 0 0,-11-8 73 0 0,0 0 1 0 0,0 0-1 0 0,0 0 1 0 0,-1 1-1 0 0,0 0 1 0 0,-1 0-1 0 0,0 0 0 0 0,0 1 1 0 0,-1 0-1 0 0,0 0 1 0 0,0 0-1 0 0,-1 0 1 0 0,0 0-1 0 0,-1 1 0 0 0,0 0 1 0 0,0-1-1 0 0,-1 1 1 0 0,-1 0-1 0 0,1 0 1 0 0,-2 0-1 0 0,1-1 0 0 0,-1 1 1 0 0,-3 12-1 0 0,-1-7 181 0 0,0 0 0 0 0,-1 0 0 0 0,0-1 0 0 0,-1 0 0 0 0,-1 0 0 0 0,-1 0 0 0 0,0-1 0 0 0,0-1 0 0 0,-1 1 0 0 0,-1-1 1 0 0,-20 17-1 0 0,25-23-157 0 0,-1-1 1 0 0,0 1-1 0 0,-1-2 1 0 0,1 1-1 0 0,-1-1 1 0 0,0 0-1 0 0,0 0 1 0 0,0-1-1 0 0,0 0 1 0 0,-1-1 0 0 0,0 0-1 0 0,1 0 1 0 0,-1-1-1 0 0,0 0 1 0 0,0 0-1 0 0,1-1 1 0 0,-1 0-1 0 0,0-1 1 0 0,0 0 0 0 0,1 0-1 0 0,-1-1 1 0 0,-12-4-1 0 0,17 4-104 0 0,0 1-1 0 0,-1-2 1 0 0,1 1 0 0 0,1 0-1 0 0,-1-1 1 0 0,0 1 0 0 0,1-1-1 0 0,-1 0 1 0 0,1 0-1 0 0,0-1 1 0 0,0 1 0 0 0,0-1-1 0 0,0 1 1 0 0,1-1 0 0 0,-1 0-1 0 0,1 0 1 0 0,0 0-1 0 0,-2-7 1 0 0,2 6-368 0 0,1 0 0 0 0,-1-1 0 0 0,1 1 0 0 0,1 0 0 0 0,-1-1 0 0 0,1 1 0 0 0,-1-1 0 0 0,2-9 0 0 0,0 14 161 0 0,-1 0 1 0 0,0 0 0 0 0,1 0 0 0 0,-1 0 0 0 0,0 0 0 0 0,1 0 0 0 0,-1 0 0 0 0,1 0 0 0 0,0 0 0 0 0,-1 0 0 0 0,1 1-1 0 0,0-1 1 0 0,-1 0 0 0 0,1 0 0 0 0,0 1 0 0 0,0-1 0 0 0,0 0 0 0 0,0 1 0 0 0,0-1 0 0 0,1 0 0 0 0,23-8-8120 0 0,-9 5 3332 0 0</inkml:trace>
</inkml:ink>
</file>

<file path=ppt/ink/ink2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15.6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71 892 0 0,'20'-55'16355'0'0,"-19"51"-15141"0"0,2-8 862 0 0,-3 23-1506 0 0,-10 69-241 0 0,5-47-323 0 0,1 1 0 0 0,1 0 0 0 0,2-1 1 0 0,7 67-1 0 0,-6-97-151 0 0,1 0 1 0 0,0 0-1 0 0,0 0 1 0 0,0 0-1 0 0,0 0 1 0 0,0 0-1 0 0,1-1 1 0 0,-1 1-1 0 0,1 0 1 0 0,0 0-1 0 0,0-1 1 0 0,0 1-1 0 0,0-1 1 0 0,0 0-1 0 0,0 0 1 0 0,1 0-1 0 0,4 3 1 0 0,-5-3-320 0 0,0-1 1 0 0,1 0 0 0 0,-1 0-1 0 0,0 0 1 0 0,1-1-1 0 0,-1 1 1 0 0,1-1-1 0 0,-1 1 1 0 0,1-1-1 0 0,0 0 1 0 0,-1 0 0 0 0,1 0-1 0 0,-1 0 1 0 0,1 0-1 0 0,-1-1 1 0 0,1 1-1 0 0,-1-1 1 0 0,1 0 0 0 0,-1 0-1 0 0,1 0 1 0 0,-1 0-1 0 0,3-1 1 0 0</inkml:trace>
</inkml:ink>
</file>

<file path=ppt/ink/ink2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15.8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14 808 0 0,'-14'-7'1792'0'0,"4"4"-548"0"0,-2-1 557 0 0,-9 6-1149 0 0,11 3-200 0 0,0 4-8 0 0,1-1-180 0 0,0 4 32 0 0,3 2-152 0 0,0 5-64 0 0,1 0-272 0 0,2 1-148 0 0,1 3-168 0 0,2-3-200 0 0,2 6-1249 0 0,-1-2 89 0 0</inkml:trace>
</inkml:ink>
</file>

<file path=ppt/ink/ink2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16.4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506 102 2108 0 0,'3'-2'748'0'0,"1"0"-1"0"0,0-1 0 0 0,-1 1 1 0 0,0 0-1 0 0,1-1 1 0 0,-1 0-1 0 0,0 0 0 0 0,0 0 1 0 0,-1 0-1 0 0,1 0 1 0 0,3-6-1 0 0,-5 7-371 0 0,1 0-1 0 0,-1-1 1 0 0,0 1 0 0 0,0-1-1 0 0,0 1 1 0 0,0-1 0 0 0,0 0-1 0 0,0 1 1 0 0,-1-1 0 0 0,1 0-1 0 0,-1 0 1 0 0,0 1 0 0 0,0-1-1 0 0,0 0 1 0 0,0 0 0 0 0,0 1-1 0 0,-2-6 1 0 0,2 7-342 0 0,-1 1-1 0 0,1-1 1 0 0,0 0 0 0 0,-1 1 0 0 0,1-1-1 0 0,-1 0 1 0 0,1 1 0 0 0,-1-1 0 0 0,1 1-1 0 0,-1-1 1 0 0,1 0 0 0 0,-1 1 0 0 0,0 0-1 0 0,1-1 1 0 0,-1 1 0 0 0,0-1 0 0 0,1 1-1 0 0,-1 0 1 0 0,0-1 0 0 0,1 1 0 0 0,-1 0-1 0 0,0 0 1 0 0,0 0 0 0 0,0-1 0 0 0,1 1-1 0 0,-1 0 1 0 0,0 0 0 0 0,0 0 0 0 0,0 0-1 0 0,1 0 1 0 0,-1 1 0 0 0,-1-1 0 0 0,-23 8 126 0 0,23-8-122 0 0,-13 8 14 0 0,0 0-1 0 0,0 0 1 0 0,1 2-1 0 0,0 0 1 0 0,1 0 0 0 0,-16 17-1 0 0,4-2 14 0 0,-42 56-1 0 0,64-77-58 0 0,-10 13 15 0 0,-17 32-1 0 0,28-45-19 0 0,0 0 0 0 0,0 1 0 0 0,0 0 0 0 0,0-1 0 0 0,1 1 0 0 0,-1 0 0 0 0,1 0 0 0 0,1 0 0 0 0,-1-1 0 0 0,1 1 0 0 0,0 0 0 0 0,0 0 0 0 0,1 7 0 0 0,-1-11 0 0 0,0 1 0 0 0,1-1 0 0 0,-1 1 0 0 0,1-1 0 0 0,-1 1 0 0 0,1-1 0 0 0,0 0 0 0 0,0 1 0 0 0,0-1 0 0 0,0 0 0 0 0,-1 1 0 0 0,2-1 0 0 0,-1 0 0 0 0,0 0 0 0 0,0 0 1 0 0,0 0-1 0 0,0 0 0 0 0,1 0 0 0 0,-1 0 0 0 0,3 0 0 0 0,-1 1-1 0 0,0-1 0 0 0,0-1-1 0 0,0 1 1 0 0,1 0 0 0 0,-1-1 0 0 0,0 1 0 0 0,0-1 0 0 0,1 0 0 0 0,4-1 0 0 0,4 0-4 0 0,-1-2 1 0 0,1 1-1 0 0,0-2 1 0 0,15-5 0 0 0,-14 3-1 0 0,1 0 1 0 0,-1-1-1 0 0,-1 0 1 0 0,1-1-1 0 0,-1 0 1 0 0,0-1-1 0 0,-1-1 1 0 0,0 1-1 0 0,-1-2 1 0 0,0 0-1 0 0,-1 0 1 0 0,0 0-1 0 0,0-1 1 0 0,-1-1-1 0 0,-1 1 1 0 0,0-1-1 0 0,-1 0 1 0 0,5-17-1 0 0,20-56-46 0 0,-31 85 25 0 0,0 26-44 0 0,-49 424 248 0 0,14-99 22 0 0,-25-5 359 0 0,49-302-204 0 0,-1 0 1 0 0,-29 65 0 0 0,34-92-70 0 0,-1 0 0 0 0,-1-1 0 0 0,-1 0 0 0 0,0-1 0 0 0,0 0 1 0 0,-2 0-1 0 0,1-1 0 0 0,-2 0 0 0 0,-20 16 0 0 0,28-26-171 0 0,0 0 0 0 0,1 0 0 0 0,-1 0 0 0 0,0-1-1 0 0,0 1 1 0 0,-1-1 0 0 0,1-1 0 0 0,0 1 0 0 0,-1-1-1 0 0,1 0 1 0 0,-1 0 0 0 0,1 0 0 0 0,-1-1 0 0 0,0 0 0 0 0,-5 0-1 0 0,4-1-16 0 0,0-1 0 0 0,0 1 0 0 0,0-1 0 0 0,0 0 0 0 0,0-1 0 0 0,0 0 0 0 0,1 0 0 0 0,0 0 0 0 0,-1-1 0 0 0,-9-7 0 0 0,8 4-43 0 0,0 0 1 0 0,0-1-1 0 0,0 0 1 0 0,1 0 0 0 0,1 0-1 0 0,-1-1 1 0 0,1 0-1 0 0,1 0 1 0 0,-1-1-1 0 0,2 1 1 0 0,-1-1-1 0 0,1 0 1 0 0,1-1-1 0 0,0 1 1 0 0,-3-18 0 0 0,5 8-39 0 0,1-1 1 0 0,1 1 0 0 0,1 0 0 0 0,0 0 0 0 0,2 1 0 0 0,0-1-1 0 0,1 1 1 0 0,1-1 0 0 0,1 2 0 0 0,1-1 0 0 0,13-23 0 0 0,3 0-376 0 0,1 2 1 0 0,3 1 0 0 0,53-59 0 0 0,-32 46-2183 0 0,109-88 1 0 0,-82 83-1849 0 0,1 3-3422 0 0,-50 33 462 0 0</inkml:trace>
</inkml:ink>
</file>

<file path=ppt/ink/ink2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16.6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11 107 1812 0 0,'-10'-21'15281'0'0,"9"14"-12692"0"0,4 4-2500 0 0,1 1 0 0 0,-1-1-1 0 0,1 1 1 0 0,-1 0-1 0 0,1 0 1 0 0,0 1-1 0 0,-1-1 1 0 0,1 1 0 0 0,7-2-1 0 0,45-7-100 0 0,-17 4-726 0 0,26-6-1792 0 0,32-9-6125 0 0,-68 13 2426 0 0</inkml:trace>
</inkml:ink>
</file>

<file path=ppt/ink/ink2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16.8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149 43 2792 0 0,'13'-43'14028'0'0,"-16"66"-10416"0"0,-64 286 63 0 0,20-106-3587 0 0,34-144-1026 0 0,-6 35-2308 0 0,6-32-7603 0 0</inkml:trace>
</inkml:ink>
</file>

<file path=ppt/ink/ink2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17.3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0 373 244 0 0,'19'-112'12356'0'0,"-19"112"-12280"0"0,0-1 0 0 0,0 1 1 0 0,0-1-1 0 0,0 1 0 0 0,0-1 0 0 0,0 0 1 0 0,0 1-1 0 0,0-1 0 0 0,1 1 1 0 0,-1-1-1 0 0,0 1 0 0 0,0-1 0 0 0,1 1 1 0 0,-1-1-1 0 0,0 1 0 0 0,1-1 0 0 0,-1 1 1 0 0,0-1-1 0 0,1 1 0 0 0,-1 0 0 0 0,1-1 1 0 0,-1 1-1 0 0,1 0 0 0 0,-1-1 1 0 0,1 1-1 0 0,-1 0 0 0 0,1-1 0 0 0,-1 1 1 0 0,1 0-1 0 0,0 0 0 0 0,0 0 26 0 0,1 0 0 0 0,-1 0 0 0 0,0 0 0 0 0,1 1 0 0 0,-1-1 0 0 0,0 1 0 0 0,0-1 0 0 0,1 1-1 0 0,-1-1 1 0 0,0 1 0 0 0,0 0 0 0 0,2 1 0 0 0,33 32 1038 0 0,-33-30-934 0 0,69 81 846 0 0,17 16-565 0 0,-87-99-481 0 0,0 0 0 0 0,0 0 0 0 0,0 0 0 0 0,0-1 1 0 0,0 1-1 0 0,0-1 0 0 0,0 0 0 0 0,1 1 0 0 0,-1-1 0 0 0,0 0 0 0 0,1 0 1 0 0,-1-1-1 0 0,1 1 0 0 0,0 0 0 0 0,-1-1 0 0 0,1 0 0 0 0,-1 1 1 0 0,1-1-1 0 0,4 0 0 0 0,-2-1-4 0 0,-1 0 0 0 0,0-1-1 0 0,0 1 1 0 0,0-1 0 0 0,0 1 0 0 0,-1-1 0 0 0,1 0-1 0 0,0-1 1 0 0,-1 1 0 0 0,1 0 0 0 0,3-5 0 0 0,6-5-13 0 0,-1-2 1 0 0,0 1-1 0 0,-1-2 1 0 0,14-24-1 0 0,29-51-36 0 0,29-45 9 0 0,-63 106 21 0 0,1 0 0 0 0,36-36 0 0 0,-54 62 12 0 0,1 0 0 0 0,-1-1-1 0 0,1 2 1 0 0,0-1-1 0 0,-1 0 1 0 0,1 1-1 0 0,1-1 1 0 0,-1 1-1 0 0,0 0 1 0 0,0 1-1 0 0,8-3 1 0 0,-10 4 3 0 0,0 0 1 0 0,1 0 0 0 0,-1 0-1 0 0,0 0 1 0 0,1 0-1 0 0,-1 0 1 0 0,0 0-1 0 0,1 1 1 0 0,-1-1-1 0 0,0 1 1 0 0,0 0-1 0 0,0 0 1 0 0,0 0-1 0 0,1 0 1 0 0,-1 0-1 0 0,0 0 1 0 0,-1 0-1 0 0,1 1 1 0 0,0-1-1 0 0,0 1 1 0 0,-1-1-1 0 0,1 1 1 0 0,0 0-1 0 0,-1 0 1 0 0,2 3-1 0 0,2 3 53 0 0,0 0-1 0 0,-1 0 1 0 0,0 1-1 0 0,-1 0 1 0 0,0 0-1 0 0,0 0 1 0 0,-1 0-1 0 0,0 0 0 0 0,-1 1 1 0 0,0-1-1 0 0,0 12 1 0 0,-1 12 429 0 0,-8 60 0 0 0,-3-27 318 0 0,-25 88 0 0 0,-33 63 223 0 0,58-185-941 0 0,7-21-93 0 0,3-9-28 0 0,1-1 0 0 0,-1 1 0 0 0,0 0 0 0 0,1-1 0 0 0,-1 1-1 0 0,1 0 1 0 0,0-1 0 0 0,-1 1 0 0 0,1 0 0 0 0,0 0 0 0 0,0 0 0 0 0,0-1-1 0 0,0 1 1 0 0,1 0 0 0 0,0 3 0 0 0,-1-5-60 0 0,1 1-1 0 0,0-1 1 0 0,-1 1 0 0 0,1-1-1 0 0,0 0 1 0 0,-1 1-1 0 0,1-1 1 0 0,0 0 0 0 0,-1 0-1 0 0,1 1 1 0 0,0-1 0 0 0,0 0-1 0 0,-1 0 1 0 0,1 0 0 0 0,0 0-1 0 0,0 0 1 0 0,-1 0-1 0 0,1 0 1 0 0,0 0 0 0 0,0 0-1 0 0,-1-1 1 0 0,1 1 0 0 0,0 0-1 0 0,1-1 1 0 0,17-4-1478 0 0,-18 5 1536 0 0,14-5-3127 0 0,-1-1 0 0 0,21-10 1 0 0,-9 3-3380 0 0</inkml:trace>
</inkml:ink>
</file>

<file path=ppt/ink/ink2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20.0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59 1860 0 0,'23'-48'7444'0'0,"-22"46"-6955"0"0,5-7 872 0 0,-5 17-1314 0 0,1 0 1 0 0,-2-1 0 0 0,1 1-1 0 0,-1 0 1 0 0,-1 0 0 0 0,1-1-1 0 0,-3 9 1 0 0,0 16 31 0 0,-43 469 701 0 0,41-473-658 0 0,-2 20 2089 0 0,8-48-2174 0 0,-1 0 0 0 0,0 1 1 0 0,0-1-1 0 0,0 0 0 0 0,0 1 1 0 0,0-1-1 0 0,0 0 0 0 0,0 0 1 0 0,0 1-1 0 0,0-1 1 0 0,0 0-1 0 0,0 1 0 0 0,0-1 1 0 0,0 0-1 0 0,0 1 0 0 0,0-1 1 0 0,0 0-1 0 0,0 0 0 0 0,0 1 1 0 0,0-1-1 0 0,0 0 0 0 0,-1 1 1 0 0,1-1-1 0 0,0 0 0 0 0,0 0 1 0 0,0 1-1 0 0,0-1 1 0 0,-1 0-1 0 0,1 0 0 0 0,0 1 1 0 0,0-1-1 0 0,-1 0 0 0 0,1 0 1 0 0,0 0-1 0 0,0 0 0 0 0,-1 1 1 0 0,1-1-1 0 0,0 0 0 0 0,0 0 1 0 0,-1 0-1 0 0,1 0 0 0 0,0 0 1 0 0,-1 0-1 0 0,1 0 1 0 0,0 0-1 0 0,-1 0 0 0 0,1 0 1 0 0,0 0-1 0 0,0 0 0 0 0,-1 0 1 0 0,1 0-1 0 0,0 0 0 0 0,-1 0 1 0 0,1 0-1 0 0,0 0 0 0 0,-1 0 1 0 0,0-1-4 0 0,0 0 0 0 0,0 1-1 0 0,0-1 1 0 0,1 0 0 0 0,-1 0 0 0 0,0 1 0 0 0,0-1 0 0 0,1 0 0 0 0,-1 0 0 0 0,0 0 0 0 0,1 0 0 0 0,-1 0 0 0 0,1 0-1 0 0,-1 0 1 0 0,0-2 0 0 0,-1-13 30 0 0,0 0 0 0 0,0 0 0 0 0,2 0-1 0 0,0 0 1 0 0,1 0 0 0 0,4-26 0 0 0,4-2-101 0 0,15-48 0 0 0,-14 60-13 0 0,21-46 0 0 0,-27 69 17 0 0,1 1 0 0 0,0-1 0 0 0,0 1 0 0 0,0 0 0 0 0,1 0 0 0 0,1 0 1 0 0,-1 1-1 0 0,1 0 0 0 0,14-11 0 0 0,-19 16 19 0 0,1 1 1 0 0,-1-1 0 0 0,1 1 0 0 0,0-1 0 0 0,-1 1-1 0 0,1 0 1 0 0,0 0 0 0 0,0 1 0 0 0,0-1 0 0 0,0 0 0 0 0,0 1-1 0 0,0 0 1 0 0,0-1 0 0 0,0 1 0 0 0,0 1 0 0 0,-1-1-1 0 0,1 0 1 0 0,3 1 0 0 0,-1 1-27 0 0,-1-1 0 0 0,0 1-1 0 0,0 0 1 0 0,0 0 0 0 0,0 0-1 0 0,-1 1 1 0 0,1-1 0 0 0,-1 1-1 0 0,1 0 1 0 0,5 6 0 0 0,0 2-135 0 0,-1 0 1 0 0,0 1-1 0 0,0 0 1 0 0,-2 0-1 0 0,1 1 1 0 0,6 19-1 0 0,-7-13-82 0 0,-1-1 1 0 0,0 0-1 0 0,-2 1 0 0 0,0 0 0 0 0,-1 0 0 0 0,-1 0 1 0 0,-1 0-1 0 0,-2 25 0 0 0,2-44 253 0 0,0 0 1 0 0,0 1-1 0 0,0-1 0 0 0,0 0 0 0 0,0 1 0 0 0,0-1 1 0 0,0 0-1 0 0,0 1 0 0 0,0-1 0 0 0,0 0 1 0 0,-1 1-1 0 0,1-1 0 0 0,0 0 0 0 0,0 0 0 0 0,0 1 1 0 0,0-1-1 0 0,0 0 0 0 0,-1 1 0 0 0,1-1 0 0 0,0 0 1 0 0,0 0-1 0 0,-1 1 0 0 0,1-1 0 0 0,0 0 1 0 0,0 0-1 0 0,-1 0 0 0 0,1 0 0 0 0,0 1 0 0 0,-1-1 1 0 0,1 0 0 0 0,0 0 0 0 0,-1-1 0 0 0,1 1 0 0 0,0 0 1 0 0,0 0-1 0 0,-1 0 0 0 0,1-1 0 0 0,0 1 0 0 0,0 0 1 0 0,-1 0-1 0 0,1-1 0 0 0,0 1 0 0 0,0 0 0 0 0,0-1 1 0 0,-1 1-1 0 0,1 0 0 0 0,0-1 0 0 0,0 1 0 0 0,0 0 1 0 0,0-1-1 0 0,0 1 0 0 0,0 0 0 0 0,0-1 0 0 0,0 1 1 0 0,0 0-1 0 0,0-1 0 0 0,0 0 0 0 0,-1-15-33 0 0,1-1 0 0 0,1 0 0 0 0,0 0 0 0 0,1 1-1 0 0,1-1 1 0 0,1 1 0 0 0,0-1 0 0 0,1 1 0 0 0,10-21 0 0 0,-7 20 25 0 0,0 0 0 0 0,1 0 0 0 0,1 1 0 0 0,1 0 0 0 0,0 1 0 0 0,1 0 0 0 0,1 1 0 0 0,17-16-1 0 0,-26 27 12 0 0,0-1-1 0 0,1 1 0 0 0,-1 0 0 0 0,1 0 0 0 0,0 0 0 0 0,-1 1 0 0 0,1 0 0 0 0,0 0 0 0 0,1 0 0 0 0,-1 0 0 0 0,0 1 0 0 0,0 0 0 0 0,1 0 0 0 0,-1 1 0 0 0,0-1 0 0 0,1 1 0 0 0,10 1 0 0 0,-11 0 1 0 0,-1 0 0 0 0,1 1 1 0 0,0-1-1 0 0,0 1 0 0 0,-1 0 0 0 0,1 0 0 0 0,-1 1 0 0 0,0 0 0 0 0,0-1 0 0 0,1 1 0 0 0,-2 1 0 0 0,1-1 0 0 0,0 0 1 0 0,-1 1-1 0 0,0 0 0 0 0,1 0 0 0 0,-1 0 0 0 0,-1 0 0 0 0,4 7 0 0 0,0 1 25 0 0,0 0 1 0 0,-1 1-1 0 0,-1 0 0 0 0,0 0 0 0 0,-1 0 0 0 0,0 1 0 0 0,-1-1 1 0 0,-1 0-1 0 0,0 1 0 0 0,-1 0 0 0 0,-1 16 0 0 0,-5 15-70 0 0,-1 0 0 0 0,-14 46 0 0 0,-3 8-1679 0 0,23-94 1194 0 0,0 7-157 0 0,2-2-3238 0 0,2 0 581 0 0</inkml:trace>
</inkml:ink>
</file>

<file path=ppt/ink/ink2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20.4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186 97 2012 0 0,'-8'-8'4744'0'0,"6"8"-4465"0"0,-1 0-153 0 0,0 1-1 0 0,0 0 0 0 0,0 0 1 0 0,0 0-1 0 0,1 0 1 0 0,-1 0-1 0 0,0 1 0 0 0,0-1 1 0 0,1 1-1 0 0,-1 0 0 0 0,1-1 1 0 0,0 1-1 0 0,-1 0 0 0 0,1 1 1 0 0,0-1-1 0 0,0 0 1 0 0,0 1-1 0 0,0-1 0 0 0,1 1 1 0 0,-1-1-1 0 0,1 1 0 0 0,-1 0 1 0 0,1 0-1 0 0,0 0 0 0 0,0 0 1 0 0,1-1-1 0 0,-1 1 1 0 0,0 1-1 0 0,1-1 0 0 0,0 0 1 0 0,-1 0-1 0 0,2 4 0 0 0,-1-5-116 0 0,1-1-1 0 0,-1 0 0 0 0,1 1 0 0 0,0-1 0 0 0,-1 1 0 0 0,1-1 0 0 0,0 0 1 0 0,0 0-1 0 0,0 0 0 0 0,0 1 0 0 0,0-1 0 0 0,0 0 0 0 0,1 0 1 0 0,-1 0-1 0 0,0 0 0 0 0,0-1 0 0 0,1 1 0 0 0,-1 0 0 0 0,0-1 1 0 0,1 1-1 0 0,-1 0 0 0 0,1-1 0 0 0,-1 0 0 0 0,2 1 0 0 0,36 5 4 0 0,-29-6-11 0 0,0 0 0 0 0,0 0 1 0 0,0-1-1 0 0,0 0 0 0 0,0-1 0 0 0,0 0 1 0 0,0-1-1 0 0,-1 0 0 0 0,15-7 0 0 0,-21 9-1 0 0,0-1-1 0 0,0 1 0 0 0,0-1 0 0 0,0 0 1 0 0,0 0-1 0 0,-1 0 0 0 0,1 0 1 0 0,-1-1-1 0 0,1 1 0 0 0,-1 0 0 0 0,0-1 1 0 0,0 0-1 0 0,0 0 0 0 0,0 0 0 0 0,-1 1 1 0 0,1-1-1 0 0,-1-1 0 0 0,0 1 1 0 0,0 0-1 0 0,0 0 0 0 0,0 0 0 0 0,0-1 1 0 0,-1 1-1 0 0,1 0 0 0 0,-1-1 0 0 0,0 1 1 0 0,0-1-1 0 0,0 1 0 0 0,-1 0 1 0 0,1-1-1 0 0,-1 1 0 0 0,-1-4 0 0 0,1 3-1 0 0,-1-1 0 0 0,0 0 0 0 0,0 1 0 0 0,0 0-1 0 0,-1-1 1 0 0,0 1 0 0 0,0 0 0 0 0,0 1 0 0 0,0-1 0 0 0,0 0-1 0 0,-1 1 1 0 0,0 0 0 0 0,1-1 0 0 0,-1 2 0 0 0,0-1-1 0 0,-1 0 1 0 0,1 1 0 0 0,0 0 0 0 0,-1 0 0 0 0,0 0 0 0 0,-9-2-1 0 0,11 3 3 0 0,-1 1 0 0 0,0 0 0 0 0,0 0 0 0 0,1 0-1 0 0,-1 1 1 0 0,0-1 0 0 0,1 1 0 0 0,-1 0 0 0 0,0 0 0 0 0,1 0-1 0 0,-1 1 1 0 0,1-1 0 0 0,-7 4 0 0 0,0 1-17 0 0,0 0-1 0 0,-18 16 1 0 0,13-8 45 0 0,0 1 1 0 0,2 0 0 0 0,-1 1 0 0 0,2 1 0 0 0,0 0-1 0 0,1 1 1 0 0,-14 30 0 0 0,18-34-6 0 0,1 1 1 0 0,1-1-1 0 0,1 1 0 0 0,0 0 1 0 0,0 0-1 0 0,2 0 0 0 0,0 1 0 0 0,1-1 1 0 0,0 1-1 0 0,3 29 0 0 0,-1-39-64 0 0,1 0-1 0 0,-1 0 1 0 0,1 0-1 0 0,0 0 1 0 0,0 0 0 0 0,0-1-1 0 0,1 1 1 0 0,0-1-1 0 0,0 1 1 0 0,1-1-1 0 0,-1 0 1 0 0,1 0-1 0 0,0 0 1 0 0,0-1-1 0 0,1 0 1 0 0,0 0-1 0 0,-1 0 1 0 0,1 0-1 0 0,1-1 1 0 0,-1 1-1 0 0,0-1 1 0 0,1-1-1 0 0,-1 1 1 0 0,12 3-1 0 0,0-2-643 0 0,1 0 0 0 0,0-1-1 0 0,0 0 1 0 0,0-2 0 0 0,0 0-1 0 0,0-1 1 0 0,23-3-1 0 0,6-2-2150 0 0</inkml:trace>
</inkml:ink>
</file>

<file path=ppt/ink/ink2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20.7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215 214 1104 0 0,'-34'-205'8566'0'0,"34"205"-8556"0"0,0 0 0 0 0,0-1 0 0 0,0 1 1 0 0,0 0-1 0 0,0 0 0 0 0,0-1 1 0 0,0 1-1 0 0,0 0 0 0 0,0-1 0 0 0,0 1 1 0 0,0 0-1 0 0,0 0 0 0 0,0-1 1 0 0,0 1-1 0 0,0 0 0 0 0,0-1 0 0 0,-1 1 1 0 0,1 0-1 0 0,0 0 0 0 0,0-1 1 0 0,0 1-1 0 0,0 0 0 0 0,-1 0 0 0 0,1 0 1 0 0,0-1-1 0 0,0 1 0 0 0,-1 0 1 0 0,1 0-1 0 0,0 0 0 0 0,0 0 0 0 0,-1-1 1 0 0,1 1-1 0 0,0 0 0 0 0,0 0 0 0 0,-1 0 1 0 0,1 0-1 0 0,0 0 0 0 0,-1 0 1 0 0,1 0-1 0 0,0 0 0 0 0,-1 0 0 0 0,1 0 1 0 0,0 0-1 0 0,0 0 0 0 0,-1 0 1 0 0,1 0-1 0 0,0 0 0 0 0,-1 0 0 0 0,1 0 1 0 0,0 0-1 0 0,0 1 0 0 0,-1-1 1 0 0,1 0-1 0 0,0 0 0 0 0,0 0 0 0 0,-1 0 1 0 0,1 1-1 0 0,0-1 0 0 0,-12 14 206 0 0,2 11-118 0 0,1 1 0 0 0,1-1 0 0 0,1 1 0 0 0,-4 36 0 0 0,2-13-30 0 0,-91 567 656 0 0,97-578-778 0 0,2 56-1 0 0,2-78-1262 0 0,1 1 0 0 0,1-1 1 0 0,6 21-1 0 0,-1-16-2677 0 0</inkml:trace>
</inkml:ink>
</file>

<file path=ppt/ink/ink2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21.2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205 100 2104 0 0,'-4'-19'1534'0'0,"0"-1"1015"0"0,-12-35 0 0 0,16 54-2528 0 0,0 1 0 0 0,0 0 0 0 0,0-1 1 0 0,0 1-1 0 0,0 0 0 0 0,0 0 0 0 0,-1-1 0 0 0,1 1 0 0 0,0 0 0 0 0,0 0 0 0 0,0 0 0 0 0,0-1 0 0 0,-1 1 1 0 0,1 0-1 0 0,0 0 0 0 0,0 0 0 0 0,0-1 0 0 0,-1 1 0 0 0,1 0 0 0 0,0 0 0 0 0,0 0 0 0 0,0 0 0 0 0,-1 0 1 0 0,1-1-1 0 0,0 1 0 0 0,-1 0 0 0 0,1 0 0 0 0,0 0 0 0 0,0 0 0 0 0,-1 0 0 0 0,1 0 0 0 0,0 0 0 0 0,0 0 1 0 0,-1 0-1 0 0,1 0 0 0 0,0 0 0 0 0,-1 0 0 0 0,1 0 0 0 0,0 0 0 0 0,0 0 0 0 0,-1 1 0 0 0,1-1 0 0 0,0 0 1 0 0,0 0-1 0 0,-1 0 0 0 0,1 0 0 0 0,0 0 0 0 0,0 1 0 0 0,0-1 0 0 0,-1 0 0 0 0,1 0 0 0 0,0 0 0 0 0,0 1 1 0 0,-9 10 224 0 0,9-11-235 0 0,-7 14 153 0 0,1 0 1 0 0,1 0-1 0 0,0 0 1 0 0,1 1-1 0 0,0 0 1 0 0,-2 18-1 0 0,-1 7 106 0 0,-86 520 1744 0 0,71-361-1671 0 0,22-199-340 0 0,0 1-1 0 0,-1 0 0 0 0,1 0 1 0 0,0-1-1 0 0,0 1 1 0 0,0 0-1 0 0,0 0 0 0 0,0-1 1 0 0,0 1-1 0 0,0 0 1 0 0,0 0-1 0 0,0 0 0 0 0,0-1 1 0 0,0 1-1 0 0,1 0 1 0 0,-1 0-1 0 0,0-1 0 0 0,0 1 1 0 0,2 1-1 0 0,-2-2 0 0 0,1 0 0 0 0,-1 0-1 0 0,1 0 1 0 0,-1 0 0 0 0,0 0 0 0 0,1-1 0 0 0,-1 1-1 0 0,1 0 1 0 0,-1 0 0 0 0,1 0 0 0 0,-1-1-1 0 0,1 1 1 0 0,-1 0 0 0 0,0 0 0 0 0,1-1 0 0 0,-1 1-1 0 0,0 0 1 0 0,1-1 0 0 0,-1 1 0 0 0,0-1-1 0 0,1 0 1 0 0,19-28-43 0 0,26-63-171 0 0,24-46 17 0 0,-53 110 168 0 0,1 0 1 0 0,35-41 0 0 0,-49 63 22 0 0,1 1 1 0 0,0 1 0 0 0,0-1 0 0 0,1 1 0 0 0,-1 0 0 0 0,1 0 0 0 0,0 0 0 0 0,0 1 0 0 0,0 0-1 0 0,1 0 1 0 0,6-2 0 0 0,-11 5 6 0 0,0 0 0 0 0,0-1-1 0 0,0 1 1 0 0,0 0 0 0 0,0 0 0 0 0,0 1-1 0 0,0-1 1 0 0,-1 0 0 0 0,1 1 0 0 0,0-1-1 0 0,0 1 1 0 0,0 0 0 0 0,0-1 0 0 0,0 1-1 0 0,-1 0 1 0 0,1 0 0 0 0,0 0 0 0 0,-1 1-1 0 0,1-1 1 0 0,-1 0 0 0 0,1 0-1 0 0,1 3 1 0 0,0-1 9 0 0,1 1 0 0 0,-1 0 1 0 0,0 0-1 0 0,-1 0 0 0 0,1 0 0 0 0,-1 0 0 0 0,4 8 0 0 0,-2 8 75 0 0,1-1-1 0 0,-2 1 1 0 0,-1 0-1 0 0,0 0 1 0 0,-2 0-1 0 0,0 0 1 0 0,-4 27-1 0 0,2-24-529 0 0,0-1 0 0 0,2 1 0 0 0,1-1 0 0 0,0 1 0 0 0,8 35 0 0 0,-7-51-405 0 0,0 0 0 0 0,1-1 1 0 0,-1 1-1 0 0,1-1 0 0 0,1 1 0 0 0,6 9 1 0 0,2-3-2442 0 0</inkml:trace>
</inkml:ink>
</file>

<file path=ppt/ink/ink2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21.5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70 198 920 0 0,'-2'-21'2466'0'0,"2"10"-1080"0"0,-1 0 1 0 0,-1 0 0 0 0,0 0 0 0 0,0 0 0 0 0,-7-17-1 0 0,8 26-647 0 0,0 2-684 0 0,-1 1-1 0 0,0-1 0 0 0,1 1 1 0 0,-1-1-1 0 0,0 1 1 0 0,1 0-1 0 0,-1 0 0 0 0,1 0 1 0 0,-1 0-1 0 0,1 0 1 0 0,0 0-1 0 0,-1 0 0 0 0,1 0 1 0 0,0 0-1 0 0,0 1 1 0 0,0-1-1 0 0,0 0 0 0 0,0 1 1 0 0,0-1-1 0 0,0 1 1 0 0,0-1-1 0 0,1 1 0 0 0,-1 0 1 0 0,0 1-1 0 0,-12 43 560 0 0,13-45-605 0 0,-3 11 80 0 0,2 0 0 0 0,-1 1 0 0 0,2-1 0 0 0,0 1 1 0 0,0-1-1 0 0,1 1 0 0 0,0-1 0 0 0,2 1 0 0 0,4 16 0 0 0,-6-24-65 0 0,1 1-1 0 0,0 0 1 0 0,0-1 0 0 0,1 1-1 0 0,0-1 1 0 0,0 0-1 0 0,0 0 1 0 0,1 0-1 0 0,-1 0 1 0 0,1 0 0 0 0,0-1-1 0 0,1 0 1 0 0,-1 0-1 0 0,1 0 1 0 0,0 0 0 0 0,0-1-1 0 0,0 0 1 0 0,0 0-1 0 0,0 0 1 0 0,1-1 0 0 0,6 3-1 0 0,-5-3-13 0 0,-1 0-1 0 0,1-1 1 0 0,-1 0 0 0 0,1 0-1 0 0,-1 0 1 0 0,1-1 0 0 0,0 0-1 0 0,-1-1 1 0 0,1 1 0 0 0,0-1-1 0 0,-1 0 1 0 0,1-1 0 0 0,-1 0-1 0 0,0 0 1 0 0,1 0 0 0 0,-1-1-1 0 0,0 0 1 0 0,0 0-1 0 0,-1 0 1 0 0,1-1 0 0 0,-1 0-1 0 0,1 0 1 0 0,-1 0 0 0 0,0-1-1 0 0,-1 1 1 0 0,1-1 0 0 0,-1-1-1 0 0,0 1 1 0 0,0 0 0 0 0,-1-1-1 0 0,1 0 1 0 0,-1 0 0 0 0,-1 0-1 0 0,1 0 1 0 0,-1 0 0 0 0,0-1-1 0 0,1-6 1 0 0,0-2-9 0 0,0 0 1 0 0,-1-1 0 0 0,-1 1-1 0 0,0 0 1 0 0,-1-1 0 0 0,-1 1 0 0 0,-5-30-1 0 0,5 38 2 0 0,-1-1 0 0 0,0 1 1 0 0,-1 0-1 0 0,1-1 0 0 0,-1 1 0 0 0,0 0 0 0 0,-1 1 0 0 0,0-1 0 0 0,0 1 0 0 0,0-1 0 0 0,-1 1 0 0 0,0 0 1 0 0,0 1-1 0 0,-1-1 0 0 0,0 1 0 0 0,1 0 0 0 0,-13-7 0 0 0,13 10-44 0 0,-1-1 1 0 0,0 1-1 0 0,1 0 0 0 0,-1 1 0 0 0,0 0 0 0 0,0 0 1 0 0,0 0-1 0 0,0 0 0 0 0,0 1 0 0 0,0 0 1 0 0,0 0-1 0 0,0 1 0 0 0,1 0 0 0 0,-12 2 0 0 0,12-2-211 0 0,-1 1 0 0 0,1 0 0 0 0,0 0 0 0 0,0 0 0 0 0,0 0 0 0 0,0 1 0 0 0,0 0 0 0 0,1 0 0 0 0,-1 0 0 0 0,1 0 0 0 0,0 1 0 0 0,0 0 0 0 0,0 0 0 0 0,0 0 0 0 0,0 0 0 0 0,-2 5 0 0 0,5-6-145 0 0,0-1 0 0 0,0 0 0 0 0,0 0 0 0 0,1 1 0 0 0,-1-1 0 0 0,1 0 0 0 0,-1 1 0 0 0,1-1 0 0 0,0 1 0 0 0,0-1 0 0 0,0 0 0 0 0,0 1 0 0 0,1 3 1 0 0,3 5-3021 0 0</inkml:trace>
</inkml:ink>
</file>

<file path=ppt/ink/ink2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22.1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327 910 1892 0 0,'2'-6'1425'0'0,"-2"4"-1201"0"0,1 1 0 0 0,0-1 0 0 0,-1 1 0 0 0,1-1-1 0 0,-1 1 1 0 0,0-1 0 0 0,1 1 0 0 0,-1-1 0 0 0,0 1 0 0 0,0-1-1 0 0,0 1 1 0 0,0-1 0 0 0,0 0 0 0 0,0 1 0 0 0,-1-1-1 0 0,1 1 1 0 0,0-1 0 0 0,-1 1 0 0 0,1-1 0 0 0,-1 1-1 0 0,0 0 1 0 0,1-1 0 0 0,-1 1 0 0 0,0-1 0 0 0,0 1 0 0 0,0 0-1 0 0,-1-1 1 0 0,1 1-153 0 0,0 0 0 0 0,0 0 0 0 0,0 1 0 0 0,0-1 0 0 0,0 1 0 0 0,-1-1 0 0 0,1 1-1 0 0,0-1 1 0 0,0 1 0 0 0,0 0 0 0 0,-1 0 0 0 0,1-1 0 0 0,0 1 0 0 0,0 0 0 0 0,-1 0 0 0 0,1 0 0 0 0,0 1-1 0 0,-3-1 1 0 0,-21 6 432 0 0,11 1-345 0 0,0 0-1 0 0,0 1 1 0 0,0 0-1 0 0,1 1 1 0 0,1 1-1 0 0,0 0 1 0 0,0 1-1 0 0,-12 13 1 0 0,2 1 109 0 0,2 1 0 0 0,-33 54 0 0 0,43-63-183 0 0,1 0 0 0 0,-10 28 0 0 0,17-39-58 0 0,0 1 0 0 0,0 0 0 0 0,0-1 0 0 0,1 1 0 0 0,0 0 0 0 0,1 0 0 0 0,-1 0 0 0 0,1 0 0 0 0,1 0 0 0 0,1 10 0 0 0,-2-14-18 0 0,1-1-1 0 0,0 1 1 0 0,0-1-1 0 0,0 0 0 0 0,0 1 1 0 0,0-1-1 0 0,1 0 1 0 0,-1 0-1 0 0,1 0 0 0 0,-1 0 1 0 0,1 0-1 0 0,0 0 1 0 0,0 0-1 0 0,0 0 1 0 0,0-1-1 0 0,0 1 0 0 0,0-1 1 0 0,0 0-1 0 0,1 1 1 0 0,-1-1-1 0 0,0 0 0 0 0,1 0 1 0 0,-1-1-1 0 0,1 1 1 0 0,-1 0-1 0 0,1-1 1 0 0,0 0-1 0 0,-1 1 0 0 0,1-1 1 0 0,-1 0-1 0 0,1 0 1 0 0,-1 0-1 0 0,5-1 0 0 0,4-1-1 0 0,1 0-1 0 0,-1 0 0 0 0,0-1 0 0 0,1 0 0 0 0,-1-1 0 0 0,12-6 0 0 0,0-2-35 0 0,-1-1-1 0 0,0 0 1 0 0,-1-1 0 0 0,-1-2-1 0 0,34-32 1 0 0,-28 21-8 0 0,-2 0-1 0 0,-1-2 1 0 0,28-46 0 0 0,-14 8-20 0 0,-3-2 0 0 0,-3-1 0 0 0,28-92 1 0 0,-39 99 13 0 0,-2-2 1 0 0,-3 1 0 0 0,-3-2 0 0 0,6-113 0 0 0,-18 176 37 0 0,0-19-28 0 0,0-1 0 0 0,-5-33-1 0 0,4 51 31 0 0,0 1-1 0 0,1-1 0 0 0,-1 1 0 0 0,-1 0 0 0 0,1-1 1 0 0,-1 1-1 0 0,1 0 0 0 0,-1 0 0 0 0,-1 0 0 0 0,1 0 1 0 0,0 0-1 0 0,-1 0 0 0 0,0 1 0 0 0,0-1 1 0 0,0 1-1 0 0,0 0 0 0 0,-1 0 0 0 0,1 0 0 0 0,-5-3 1 0 0,4 4 8 0 0,1 1 1 0 0,-1 0-1 0 0,0 0 1 0 0,1 1 0 0 0,-1-1-1 0 0,0 1 1 0 0,0-1-1 0 0,1 1 1 0 0,-1 0 0 0 0,0 1-1 0 0,0-1 1 0 0,1 1-1 0 0,-1-1 1 0 0,0 1 0 0 0,1 0-1 0 0,-1 1 1 0 0,1-1-1 0 0,-1 0 1 0 0,1 1 0 0 0,0 0-1 0 0,-1 0 1 0 0,-5 5-1 0 0,-2 1 16 0 0,-1 2 0 0 0,1 0 1 0 0,1 0-1 0 0,-15 19 0 0 0,8-6-4 0 0,1 1-1 0 0,1 0 1 0 0,1 1 0 0 0,1 1 0 0 0,-12 34 0 0 0,10-15 52 0 0,2 2 0 0 0,-11 65-1 0 0,17-65 25 0 0,2 1 0 0 0,3 0 0 0 0,3 60 0 0 0,2-77-31 0 0,0-1 0 0 0,2 0 0 0 0,1-1 0 0 0,2 1 1 0 0,1-1-1 0 0,16 36 0 0 0,-21-56-76 0 0,1 0 0 0 0,0 0 1 0 0,1 0-1 0 0,0-1 1 0 0,0 0-1 0 0,1 0 0 0 0,0-1 1 0 0,8 7-1 0 0,-10-10-304 0 0,1 0-1 0 0,0 0 1 0 0,-1 0 0 0 0,1-1-1 0 0,9 4 1 0 0,-10-5-383 0 0,1-1 1 0 0,-1 1-1 0 0,0-1 1 0 0,1 0-1 0 0,-1-1 1 0 0,0 1-1 0 0,9-1 1 0 0,6-3-4028 0 0</inkml:trace>
</inkml:ink>
</file>

<file path=ppt/ink/ink2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22.3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190 73 1636 0 0,'-44'4'2490'0'0,"15"-2"313"0"0,-1 1 0 0 0,-55 15 0 0 0,84-18-2369 0 0,73-3 321 0 0,97-16 0 0 0,-59 4-764 0 0,109-9-1486 0 0,29-4-4587 0 0,-151 18 1593 0 0</inkml:trace>
</inkml:ink>
</file>

<file path=ppt/ink/ink2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22.6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5657 0 0,'80'10'11819'0'0,"-15"-2"-6731"0"0,-38-3-4343 0 0,-24-4-1262 0 0</inkml:trace>
</inkml:ink>
</file>

<file path=ppt/ink/ink2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26.4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18 238 1920 0 0,'-7'-81'4820'0'0,"-3"-63"-554"0"0,10 143-4259 0 0,0 1-1 0 0,0-1 1 0 0,0 1-1 0 0,0-1 1 0 0,0 1-1 0 0,0-1 1 0 0,0 1-1 0 0,0-1 1 0 0,0 1-1 0 0,1 0 1 0 0,-1-1 0 0 0,0 1-1 0 0,0-1 1 0 0,0 1-1 0 0,1-1 1 0 0,-1 1-1 0 0,0 0 1 0 0,0-1-1 0 0,1 1 1 0 0,-1 0-1 0 0,0-1 1 0 0,1 1-1 0 0,-1 0 1 0 0,1-1-1 0 0,-1 1 1 0 0,0 0-1 0 0,1 0 1 0 0,-1 0-1 0 0,1-1 1 0 0,-1 1-1 0 0,1 0 1 0 0,-1 0-1 0 0,0 0 1 0 0,1 0-1 0 0,-1 0 1 0 0,1 0-1 0 0,-1 0 1 0 0,1 0-1 0 0,0 0 1 0 0,14 3 55 0 0,-14-3-65 0 0,3 2 12 0 0,0 0-1 0 0,0 0 0 0 0,0 1 1 0 0,0-1-1 0 0,0 1 0 0 0,0 0 1 0 0,0 1-1 0 0,-1-1 0 0 0,0 0 1 0 0,6 8-1 0 0,25 43 86 0 0,-31-49-85 0 0,10 21 1 0 0,-1 0 0 0 0,-1 1 0 0 0,-1 0-1 0 0,-2 0 1 0 0,-1 1 0 0 0,6 44 0 0 0,-7-22 147 0 0,-3 0 0 0 0,-6 96-1 0 0,0-123 849 0 0,3-20-411 0 0,-1-5-472 0 0,0-7-77 0 0,-1 0 1 0 0,1 0 0 0 0,1 1-1 0 0,-1-1 1 0 0,1 0 0 0 0,2-10-1 0 0,9-57 38 0 0,-9 68-73 0 0,6-37-25 0 0,28-84 1 0 0,-29 110 8 0 0,0 1 1 0 0,2 1-1 0 0,0-1 1 0 0,0 1-1 0 0,2 1 1 0 0,0 0-1 0 0,16-17 1 0 0,-25 31 6 0 0,0 0 1 0 0,0-1-1 0 0,1 1 0 0 0,-1 1 1 0 0,1-1-1 0 0,0 0 1 0 0,-1 1-1 0 0,1-1 0 0 0,0 1 1 0 0,0 0-1 0 0,0 0 0 0 0,0 0 1 0 0,0 0-1 0 0,0 0 0 0 0,0 1 1 0 0,1-1-1 0 0,-1 1 1 0 0,0 0-1 0 0,0 0 0 0 0,0 0 1 0 0,0 1-1 0 0,0-1 0 0 0,1 1 1 0 0,-1-1-1 0 0,0 1 0 0 0,0 0 1 0 0,0 0-1 0 0,0 0 1 0 0,-1 1-1 0 0,1-1 0 0 0,0 1 1 0 0,0 0-1 0 0,-1 0 0 0 0,1-1 1 0 0,-1 2-1 0 0,0-1 0 0 0,1 0 1 0 0,-1 0-1 0 0,0 1 1 0 0,0-1-1 0 0,1 4 0 0 0,9 13 11 0 0,-2 0 0 0 0,-1 1 0 0 0,0-1-1 0 0,-2 2 1 0 0,0-1 0 0 0,-1 1 0 0 0,6 40 0 0 0,-5-2 168 0 0,-1 93 1 0 0,-6-149 47 0 0,4-17-162 0 0,5-24-72 0 0,2 0 1 0 0,1 1 0 0 0,2 0-1 0 0,2 2 1 0 0,1-1 0 0 0,2 2-1 0 0,39-55 1 0 0,-55 84 2 0 0,1 0 1 0 0,0 1-1 0 0,1 0 1 0 0,-1-1-1 0 0,1 2 0 0 0,0-1 1 0 0,-1 0-1 0 0,2 1 1 0 0,6-4-1 0 0,-10 7 3 0 0,0-1 1 0 0,0 0-1 0 0,0 1 1 0 0,0-1-1 0 0,0 1 1 0 0,0 0-1 0 0,0 0 1 0 0,0 0-1 0 0,0 0 0 0 0,0 0 1 0 0,0 0-1 0 0,0 0 1 0 0,0 0-1 0 0,0 1 1 0 0,0-1-1 0 0,0 1 0 0 0,0 0 1 0 0,0-1-1 0 0,0 1 1 0 0,-1 0-1 0 0,1 0 1 0 0,0 0-1 0 0,0 0 1 0 0,-1 1-1 0 0,1-1 0 0 0,-1 0 1 0 0,1 1-1 0 0,-1-1 1 0 0,0 1-1 0 0,1-1 1 0 0,0 4-1 0 0,4 3 7 0 0,-2 0 0 0 0,1 1 0 0 0,-1 0 0 0 0,0 0 0 0 0,-1 0 0 0 0,0 0 0 0 0,0 0-1 0 0,-1 1 1 0 0,1 16 0 0 0,0 11 8 0 0,-3 46 1 0 0,0-41-11 0 0,-4 23 21 0 0,1 20-33 0 0,3-75 14 0 0,1 0 0 0 0,0 0 0 0 0,1 0 1 0 0,-1 0-1 0 0,2-1 0 0 0,3 11 0 0 0,-5-18-3 0 0,1 1 0 0 0,-1-1-1 0 0,1 1 1 0 0,0-1 0 0 0,0 0-1 0 0,0 0 1 0 0,0 1 0 0 0,0-1 0 0 0,0-1-1 0 0,0 1 1 0 0,1 0 0 0 0,-1 0 0 0 0,1-1-1 0 0,-1 0 1 0 0,1 1 0 0 0,0-1 0 0 0,0 0-1 0 0,-1 0 1 0 0,1-1 0 0 0,0 1-1 0 0,0 0 1 0 0,0-1 0 0 0,0 0 0 0 0,0 0-1 0 0,0 0 1 0 0,5 0 0 0 0,7-1-187 0 0,0-1 0 0 0,-1 0 0 0 0,28-8 0 0 0,-21 3-690 0 0,-1 0-1 0 0,22-11 1 0 0,11-10-3711 0 0,-17 9-223 0 0</inkml:trace>
</inkml:ink>
</file>

<file path=ppt/ink/ink2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30.3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295 150 80 0 0,'25'-41'7446'0'0,"-20"30"-6245"0"0,0 0 1 0 0,-1-1 0 0 0,5-21-1 0 0,-12 9 113 0 0,3 23-1284 0 0,0 0 0 0 0,0 0-1 0 0,0 0 1 0 0,-1 1 0 0 0,1-1 0 0 0,0 0 0 0 0,-1 0 0 0 0,1 0-1 0 0,0 0 1 0 0,-1 1 0 0 0,0-1 0 0 0,1 0 0 0 0,-1 0 0 0 0,1 1-1 0 0,-1-1 1 0 0,0 1 0 0 0,1-1 0 0 0,-1 0 0 0 0,0 1 0 0 0,0-1-1 0 0,1 1 1 0 0,-1 0 0 0 0,-2-1 0 0 0,-4 1-1 0 0,-1 0 0 0 0,0 1 0 0 0,1 0 0 0 0,-1 0 0 0 0,0 1 0 0 0,1 0 0 0 0,-1 0 0 0 0,1 1 0 0 0,0 0 0 0 0,0 0 0 0 0,0 1-1 0 0,1 0 1 0 0,-1 0 0 0 0,1 0 0 0 0,0 1 0 0 0,-11 11 0 0 0,-1 1-13 0 0,1 1-1 0 0,1 1 0 0 0,0 1 0 0 0,-13 23 1 0 0,8-9 2 0 0,-20 43 0 0 0,34-61-15 0 0,1 1 1 0 0,0 0 0 0 0,1 0-1 0 0,1 0 1 0 0,-3 21 0 0 0,6-33-2 0 0,1-1 0 0 0,-1 1 1 0 0,1 0-1 0 0,0-1 1 0 0,1 1-1 0 0,-1 0 0 0 0,1 0 1 0 0,0-1-1 0 0,0 1 0 0 0,0-1 1 0 0,1 1-1 0 0,0-1 1 0 0,0 0-1 0 0,0 1 0 0 0,0-1 1 0 0,1 0-1 0 0,-1 0 0 0 0,1 0 1 0 0,0-1-1 0 0,0 1 1 0 0,0-1-1 0 0,1 0 0 0 0,-1 0 1 0 0,8 5-1 0 0,-5-4 4 0 0,1-1-1 0 0,-1 0 1 0 0,0-1-1 0 0,1 0 1 0 0,0 0-1 0 0,-1 0 1 0 0,1-1 0 0 0,0 1-1 0 0,0-2 1 0 0,0 1-1 0 0,0-1 1 0 0,0 0-1 0 0,0-1 1 0 0,0 1 0 0 0,0-1-1 0 0,8-3 1 0 0,-5 1 8 0 0,0 0 0 0 0,1 0-1 0 0,-1-1 1 0 0,-1-1 0 0 0,1 1 0 0 0,-1-2 0 0 0,0 1 0 0 0,0-1 0 0 0,0-1 0 0 0,-1 0 0 0 0,0 0 0 0 0,10-11-1 0 0,-10 7 9 0 0,1-1-1 0 0,-2 1 1 0 0,0-1-1 0 0,0-1 0 0 0,-1 0 1 0 0,0 0-1 0 0,-1 0 1 0 0,6-27-1 0 0,-5 13 510 0 0,0 0 0 0 0,2-52 0 0 0,-8 76-407 0 0,0 4-122 0 0,-1-1 1 0 0,1 0-1 0 0,0 0 1 0 0,-1 1-1 0 0,1-1 1 0 0,-1 0 0 0 0,1 1-1 0 0,0-1 1 0 0,-1 1-1 0 0,1-1 1 0 0,0 0-1 0 0,-1 1 1 0 0,1-1-1 0 0,0 1 1 0 0,0-1-1 0 0,-1 1 1 0 0,1-1-1 0 0,0 1 1 0 0,0-1-1 0 0,0 1 1 0 0,0-1-1 0 0,-1 1 1 0 0,1-1-1 0 0,0 1 1 0 0,0 0-1 0 0,-4 20 11 0 0,3-15-6 0 0,-4 27 9 0 0,2 1-1 0 0,2-1 1 0 0,3 53-1 0 0,-1-69-19 0 0,0 3-423 0 0,1-1-1 0 0,7 30 0 0 0,-7-40-313 0 0,0-1 0 0 0,1 0 0 0 0,0 0-1 0 0,0 0 1 0 0,1 0 0 0 0,0-1 0 0 0,1 1-1 0 0,5 6 1 0 0,-2-6-2315 0 0</inkml:trace>
</inkml:ink>
</file>

<file path=ppt/ink/ink2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30.9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1 179 1660 0 0,'4'-31'3650'0'0,"-3"23"-2879"0"0,0-1 1 0 0,0 1 0 0 0,1 0-1 0 0,0-1 1 0 0,6-11 0 0 0,-7 17-680 0 0,0 1 0 0 0,1 0 1 0 0,-1-1-1 0 0,1 1 0 0 0,0 0 0 0 0,-1 0 1 0 0,1 0-1 0 0,0 0 0 0 0,0 1 0 0 0,0-1 1 0 0,1 0-1 0 0,-1 1 0 0 0,0-1 0 0 0,1 1 1 0 0,-1 0-1 0 0,1 0 0 0 0,-1 0 0 0 0,1 0 1 0 0,-1 1-1 0 0,1-1 0 0 0,0 0 1 0 0,3 1-1 0 0,0-1 51 0 0,0 1 1 0 0,1-1-1 0 0,-1 2 0 0 0,0-1 1 0 0,1 1-1 0 0,-1 0 0 0 0,0 0 1 0 0,0 0-1 0 0,0 1 1 0 0,0 0-1 0 0,0 0 0 0 0,0 1 1 0 0,10 6-1 0 0,-8-4-11 0 0,-1 1-1 0 0,0-1 0 0 0,0 1 1 0 0,0 1-1 0 0,-1 0 1 0 0,0 0-1 0 0,-1 0 1 0 0,1 0-1 0 0,4 9 1 0 0,-4-4 38 0 0,0-1 0 0 0,-1 2 0 0 0,0-1 1 0 0,0 0-1 0 0,-2 1 0 0 0,1 0 0 0 0,-2 0 1 0 0,1 0-1 0 0,-2 0 0 0 0,0 1 0 0 0,-1-1 0 0 0,0 0 1 0 0,-3 19-1 0 0,-2-6 241 0 0,-1-1 0 0 0,-1 0 1 0 0,-2 0-1 0 0,0-1 0 0 0,-18 33 1 0 0,18-46 21 0 0,3-11-157 0 0,5 0-269 0 0,1-1 0 0 0,-1 0 0 0 0,1 0 0 0 0,-1 0 0 0 0,1 0 0 0 0,0 0 0 0 0,-1 1 0 0 0,1-1 0 0 0,0 0 0 0 0,0 0 0 0 0,0 0 0 0 0,0 0 0 0 0,0 0 0 0 0,0 0 0 0 0,0 0 0 0 0,0 0-1 0 0,0 0 1 0 0,0 0 0 0 0,0-1 0 0 0,3-8 0 0 0,-1 0 0 0 0,2 0 0 0 0,-1 0 1 0 0,1 1-1 0 0,9-16 0 0 0,32-45-25 0 0,-32 51 19 0 0,82-113-56 0 0,34-51 38 0 0,-128 181 15 0 0,2-2-14 0 0,-1 0 0 0 0,0 0 0 0 0,0 0 0 0 0,0 0 0 0 0,0 0 0 0 0,1-6 0 0 0,-3 8-18 0 0,-2 3 23 0 0,-1-1 1 0 0,1 1 0 0 0,-1-1 0 0 0,1 1 0 0 0,0 0-1 0 0,-1 0 1 0 0,1 0 0 0 0,0 0 0 0 0,-1 1 0 0 0,1-1-1 0 0,0 1 1 0 0,0-1 0 0 0,0 1 0 0 0,-3 3 0 0 0,-25 31 2 0 0,23-28 3 0 0,-12 18 4 0 0,0 0-1 0 0,-29 57 1 0 0,42-72 6 0 0,2-1 1 0 0,-1 1 0 0 0,1 0-1 0 0,1 0 1 0 0,0 1-1 0 0,1-1 1 0 0,0 1 0 0 0,1 0-1 0 0,0-1 1 0 0,0 1-1 0 0,3 19 1 0 0,-1-27-1 0 0,0 0 0 0 0,0 0 1 0 0,0 0-1 0 0,1 0 0 0 0,-1 0 0 0 0,1-1 1 0 0,0 1-1 0 0,0-1 0 0 0,1 1 0 0 0,-1-1 1 0 0,1 0-1 0 0,-1 1 0 0 0,1-1 0 0 0,0-1 1 0 0,0 1-1 0 0,0 0 0 0 0,1-1 0 0 0,-1 0 1 0 0,1 1-1 0 0,-1-1 0 0 0,1-1 0 0 0,0 1 1 0 0,0 0-1 0 0,0-1 0 0 0,5 1 1 0 0,11 3 4 0 0,1-1 1 0 0,-1-2 0 0 0,41 2-1 0 0,-16-2 28 0 0,26 1 103 0 0,-67-3-128 0 0,-1 0 5 0 0,11 0-18 0 0,-11 0-53 0 0,16-4-934 0 0,42-22-13094 0 0,-46 20 10431 0 0</inkml:trace>
</inkml:ink>
</file>

<file path=ppt/ink/ink2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31.5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64 104 924 0 0,'-8'-14'5545'0'0,"0"1"-1"0"0,-15-18 1 0 0,11 15-456 0 0,8 12-3652 0 0,-5-5 1449 0 0,9 9-2865 0 0,0 0 0 0 0,0-1 0 0 0,0 1-1 0 0,0 0 1 0 0,0-1 0 0 0,0 1 0 0 0,0 0 0 0 0,0 0-1 0 0,0-1 1 0 0,0 1 0 0 0,1 0 0 0 0,-1 0 0 0 0,0-1-1 0 0,0 1 1 0 0,0 0 0 0 0,0 0 0 0 0,0-1 0 0 0,1 1-1 0 0,-1 0 1 0 0,0 0 0 0 0,0 0 0 0 0,0-1 0 0 0,1 1-1 0 0,-1 0 1 0 0,0 0 0 0 0,0 0 0 0 0,1 0 0 0 0,-1 0-1 0 0,0-1 1 0 0,0 1 0 0 0,1 0 0 0 0,-1 0 0 0 0,0 0-1 0 0,0 0 1 0 0,1 0 0 0 0,-1 0 0 0 0,0 0 0 0 0,1 0-1 0 0,-1 0 1 0 0,0 0 0 0 0,0 0 0 0 0,1 0 0 0 0,-1 0-1 0 0,0 0 1 0 0,0 0 0 0 0,1 1 0 0 0,-1-1 0 0 0,413-10 571 0 0,-393 10-578 0 0,-10 0-31 0 0,29 2-117 0 0,-37-2 129 0 0,-1 0 0 0 0,1 1 1 0 0,-1-1-1 0 0,1 1 1 0 0,-1-1-1 0 0,0 1 1 0 0,1 0-1 0 0,-1-1 1 0 0,1 1-1 0 0,-1 0 0 0 0,0 0 1 0 0,0 0-1 0 0,0 0 1 0 0,1 0-1 0 0,-1 0 1 0 0,0 0-1 0 0,0 0 1 0 0,0 1-1 0 0,-1-1 0 0 0,2 2 1 0 0,-2 0-5 0 0,1 0-1 0 0,-2 0 1 0 0,1-1 0 0 0,0 1-1 0 0,0 0 1 0 0,-1 0-1 0 0,0-1 1 0 0,1 1 0 0 0,-1 0-1 0 0,0-1 1 0 0,0 1 0 0 0,0-1-1 0 0,-1 1 1 0 0,1-1 0 0 0,-1 0-1 0 0,-2 4 1 0 0,1-1-1 0 0,-13 18 49 0 0,0 0 1 0 0,-1-1-1 0 0,-38 37 0 0 0,-71 51 174 0 0,85-76-67 0 0,-146 135 748 0 0,186-169-884 0 0,1 1 0 0 0,-1 0 0 0 0,0-1 0 0 0,0 1 0 0 0,0 0 0 0 0,1 0 0 0 0,-1 0 0 0 0,0 0 0 0 0,1 0 0 0 0,-1 0 1 0 0,1 0-1 0 0,-1 0 0 0 0,1 0 0 0 0,-1 0 0 0 0,1 0 0 0 0,0 0 0 0 0,-1 0 0 0 0,1 0 0 0 0,0 0 0 0 0,0 0 0 0 0,0 1 0 0 0,0 1 1 0 0,1-2 2 0 0,-1 0 0 0 0,1 0 1 0 0,-1 0-1 0 0,1-1 0 0 0,0 1 1 0 0,0 0-1 0 0,-1 0 0 0 0,1 0 1 0 0,0-1-1 0 0,0 1 0 0 0,0 0 1 0 0,0-1-1 0 0,0 1 1 0 0,0-1-1 0 0,0 1 0 0 0,0-1 1 0 0,0 0-1 0 0,2 1 0 0 0,6 1 49 0 0,0 0 1 0 0,0 0-1 0 0,19-1 0 0 0,59-2 114 0 0,139-20-1 0 0,-193 17-149 0 0,212-26 367 0 0,-242 29-394 0 0,6-2 105 0 0,-4 1-974 0 0,-20 0-1319 0 0,-57-5-6774 0 0,-82-18 0 0 0,94 11 1176 0 0</inkml:trace>
</inkml:ink>
</file>

<file path=ppt/ink/ink2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35.0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0 1588 0 0,'-8'9'3794'0'0,"2"-3"-1394"0"0,1 0-1 0 0,0 0 0 0 0,-8 14 1158 0 0,12-20-3494 0 0,1 0 0 0 0,0 0 0 0 0,0 0 0 0 0,-1 0 0 0 0,1 0 0 0 0,0 0-1 0 0,0 0 1 0 0,0 1 0 0 0,-1-1 0 0 0,1 0 0 0 0,0 0 0 0 0,0 0-1 0 0,0 0 1 0 0,-1 0 0 0 0,1 1 0 0 0,0-1 0 0 0,0 0 0 0 0,0 0-1 0 0,0 0 1 0 0,0 1 0 0 0,-1-1 0 0 0,1 0 0 0 0,0 0 0 0 0,0 0-1 0 0,0 1 1 0 0,0-1 0 0 0,0 0 0 0 0,0 0 0 0 0,0 1 0 0 0,0-1 0 0 0,0 1-1 0 0,14 0 100 0 0,0 0 0 0 0,1 0 0 0 0,-1-1 0 0 0,1-1 0 0 0,-1-1 0 0 0,15-2-1 0 0,-3 0-84 0 0,13-1-70 0 0,121-11-1258 0 0,-128 15-1684 0 0,42 4 0 0 0,-45 2-2350 0 0</inkml:trace>
</inkml:ink>
</file>

<file path=ppt/ink/ink2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35.2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171 53 1904 0 0,'-14'5'1373'0'0,"-142"39"15501"0"0,173-46-16695 0 0,-1 0 1 0 0,1 0-1 0 0,18-6 1 0 0,4-1-106 0 0,272-35-3882 0 0,-114 19-5124 0 0,-132 15 3133 0 0</inkml:trace>
</inkml:ink>
</file>

<file path=ppt/ink/ink2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36.0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53 108 1800 0 0,'-4'-9'1621'0'0,"-10"-32"4559"0"0,13 38-5941 0 0,1-1 0 0 0,-1 1 0 0 0,1 0-1 0 0,0 0 1 0 0,0-1 0 0 0,0 1 0 0 0,0 0 0 0 0,1 0 0 0 0,-1 0 0 0 0,2-6-1 0 0,-1 8-201 0 0,0 0 0 0 0,-1 0 0 0 0,1 0 0 0 0,0 0 0 0 0,0 0 0 0 0,0 0 0 0 0,-1 0 1 0 0,1 0-1 0 0,0 1 0 0 0,0-1 0 0 0,0 0 0 0 0,1 0 0 0 0,-1 1 0 0 0,0-1 0 0 0,0 1 0 0 0,0-1 0 0 0,0 1 0 0 0,1-1 0 0 0,-1 1 0 0 0,0 0 0 0 0,0-1 0 0 0,2 1 0 0 0,25-1 244 0 0,-21 2-253 0 0,0 1 0 0 0,0 0-1 0 0,0 0 1 0 0,0 0 0 0 0,0 1-1 0 0,-1 0 1 0 0,1 1 0 0 0,-1-1 0 0 0,0 1-1 0 0,0 0 1 0 0,0 1 0 0 0,-1-1-1 0 0,0 1 1 0 0,0 0 0 0 0,0 0 0 0 0,0 1-1 0 0,-1 0 1 0 0,7 10 0 0 0,-6-8-7 0 0,-2-1 0 0 0,1 1 0 0 0,-1 0 1 0 0,0 0-1 0 0,0 0 0 0 0,-1 0 1 0 0,0 0-1 0 0,0 1 0 0 0,-1-1 0 0 0,-1 0 1 0 0,1 1-1 0 0,-1-1 0 0 0,0 1 0 0 0,-1-1 1 0 0,-2 13-1 0 0,-1-8 2 0 0,0 0-1 0 0,-1-1 1 0 0,-1 1-1 0 0,1-1 1 0 0,-2 0 0 0 0,0 0-1 0 0,0-1 1 0 0,-1 0 0 0 0,-1 0-1 0 0,-11 11 1 0 0,-4 0 614 0 0,0 0 0 0 0,-2-2 0 0 0,-27 18 0 0 0,51-37-190 0 0,35-2-367 0 0,-22 0-70 0 0,1 1-1 0 0,0 1 1 0 0,0 0-1 0 0,0 1 1 0 0,-1 0 0 0 0,1 1-1 0 0,-1 0 1 0 0,21 9-1 0 0,-15-5 45 0 0,-1 1 0 0 0,1 1 0 0 0,-2 1 0 0 0,26 20 0 0 0,-35-25 48 0 0,-1-1 1 0 0,0 1-1 0 0,0 0 1 0 0,-1 0-1 0 0,0 1 1 0 0,1-1-1 0 0,-2 1 1 0 0,1 0-1 0 0,-1 0 1 0 0,0 0 0 0 0,0 1-1 0 0,-1-1 1 0 0,1 1-1 0 0,0 7 1 0 0,-2-8 50 0 0,0 0 0 0 0,-1-1 1 0 0,0 1-1 0 0,0 0 1 0 0,-1-1-1 0 0,1 1 0 0 0,-1-1 1 0 0,-1 1-1 0 0,1-1 1 0 0,-1 1-1 0 0,0-1 0 0 0,0 0 1 0 0,0 1-1 0 0,-1-1 1 0 0,0 0-1 0 0,0-1 0 0 0,-5 8 1 0 0,0-3-8 0 0,0-1 1 0 0,0 0 0 0 0,-1 0-1 0 0,0-1 1 0 0,0 0-1 0 0,0 0 1 0 0,-1-1 0 0 0,0-1-1 0 0,0 1 1 0 0,-1-2-1 0 0,0 1 1 0 0,1-2 0 0 0,-1 1-1 0 0,-1-1 1 0 0,1-1-1 0 0,0 0 1 0 0,-1-1 0 0 0,1 0-1 0 0,-1-1 1 0 0,1 0-1 0 0,-1 0 1 0 0,1-1 0 0 0,-1-1-1 0 0,1 0 1 0 0,0-1-1 0 0,-11-4 1 0 0,20 7-227 0 0,1 0 0 0 0,0-1 0 0 0,-1 0 0 0 0,1 1 0 0 0,0-1 1 0 0,0 0-1 0 0,-1 1 0 0 0,1-1 0 0 0,0 0 0 0 0,0 0 0 0 0,0 0 0 0 0,0 0 0 0 0,0 0 0 0 0,0 0 0 0 0,1 0 0 0 0,-1-1 0 0 0,0 1 0 0 0,0 0 1 0 0,1 0-1 0 0,-1 0 0 0 0,0-3 0 0 0,1 2-135 0 0,-1-1 0 0 0,1 1 0 0 0,0 0 1 0 0,0 0-1 0 0,1 0 0 0 0,-1-1 0 0 0,0 1 0 0 0,1 0 0 0 0,-1 0 1 0 0,1 0-1 0 0,0 0 0 0 0,1-3 0 0 0,3-4-1031 0 0,0 0-1 0 0,0 1 1 0 0,1 0-1 0 0,12-13 0 0 0,22-22-5743 0 0,-17 19 1003 0 0</inkml:trace>
</inkml:ink>
</file>

<file path=ppt/ink/ink2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36.5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66 2392 0 0,'29'-58'10916'0'0,"-29"57"-10838"0"0,1 0 1 0 0,0 1 0 0 0,-1-1-1 0 0,1 1 1 0 0,0-1-1 0 0,0 1 1 0 0,0-1-1 0 0,0 1 1 0 0,0-1 0 0 0,-1 1-1 0 0,1 0 1 0 0,0-1-1 0 0,0 1 1 0 0,0 0-1 0 0,0 0 1 0 0,0 0 0 0 0,0 0-1 0 0,0 0 1 0 0,0 0-1 0 0,0 0 1 0 0,1 0-1 0 0,22 4 669 0 0,-12 0-566 0 0,-1 1 0 0 0,1-1 1 0 0,-1 2-1 0 0,0 0 0 0 0,0 0 1 0 0,0 1-1 0 0,-1 1 0 0 0,0-1 0 0 0,9 10 1 0 0,-7-5-87 0 0,-1 0 0 0 0,0 1 0 0 0,0 0-1 0 0,-2 1 1 0 0,1 0 0 0 0,8 19 0 0 0,-14-26 26 0 0,-2-1-1 0 0,1 1 0 0 0,-1 0 1 0 0,0 0-1 0 0,0 0 0 0 0,-1 0 1 0 0,0 0-1 0 0,0 0 0 0 0,-1 0 1 0 0,1 1-1 0 0,-2-1 0 0 0,1 0 1 0 0,-1 0-1 0 0,0 0 0 0 0,-1 0 1 0 0,1 0-1 0 0,-6 13 1 0 0,3-13 69 0 0,1 0 1 0 0,-1 0-1 0 0,-1 0 1 0 0,1-1 0 0 0,-1 1-1 0 0,0-1 1 0 0,-12 10-1 0 0,15-15-118 0 0,2-1-67 0 0,-1 0 1 0 0,1 0-1 0 0,-1 0 1 0 0,1 0 0 0 0,-1 0-1 0 0,1 0 1 0 0,-1 0-1 0 0,1-1 1 0 0,-1 1-1 0 0,1 0 1 0 0,-1 0 0 0 0,1-1-1 0 0,-1 1 1 0 0,1 0-1 0 0,0 0 1 0 0,-1-1-1 0 0,1 1 1 0 0,-1-1 0 0 0,1 1-1 0 0,0 0 1 0 0,-1-1-1 0 0,2-6 7 0 0,0 0-1 0 0,0 1 1 0 0,0-1-1 0 0,1 1 1 0 0,0 0 0 0 0,0 0-1 0 0,1-1 1 0 0,-1 1-1 0 0,6-8 1 0 0,38-54 3 0 0,-29 45-12 0 0,14-21-11 0 0,65-97 21 0 0,-95 140-11 0 0,12-20-108 0 0,-13 19 25 0 0,-8 12 43 0 0,-1 2 31 0 0,1 1-1 0 0,0-1 0 0 0,1 1 1 0 0,1 1-1 0 0,0 0 1 0 0,-7 24-1 0 0,10-29 6 0 0,1 1 0 0 0,0-1 0 0 0,1 1 0 0 0,0-1-1 0 0,0 1 1 0 0,1-1 0 0 0,0 1 0 0 0,1 0 0 0 0,0-1 0 0 0,0 1 0 0 0,4 12 0 0 0,0-12-55 0 0,-1 0 0 0 0,2 0 0 0 0,-1-1 0 0 0,1 0 1 0 0,0 0-1 0 0,1-1 0 0 0,0 1 0 0 0,1-1 0 0 0,-1-1 0 0 0,2 0 1 0 0,-1 0-1 0 0,18 11 0 0 0,-12-9-858 0 0,1-1 0 0 0,0 0 0 0 0,0-1 1 0 0,1-1-1 0 0,0 0 0 0 0,0-2 0 0 0,27 6 0 0 0,5-8-5245 0 0,-24-4 799 0 0</inkml:trace>
</inkml:ink>
</file>

<file path=ppt/ink/ink2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36.7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68 2012 0 0,'2'-5'1921'0'0,"0"0"1"0"0,0 0-1 0 0,0 0 0 0 0,-1 0 0 0 0,2-9 0 0 0,4-14 5663 0 0,-2 65-3706 0 0,-8 21-2900 0 0,1-24-503 0 0,-2 55-13 0 0,1-28-465 0 0,1-19-2764 0 0,1-7-2374 0 0,1 1-3408 0 0</inkml:trace>
</inkml:ink>
</file>

<file path=ppt/ink/ink2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36.9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1 184 2320 0 0,'2'-17'5541'0'0,"-1"12"-3872"0"0,0 0 0 0 0,-1 1-1 0 0,2-1 1 0 0,-1 1-1 0 0,3-8 1 0 0,-2 10-1459 0 0,-1 0 1 0 0,0 0-1 0 0,0 0 1 0 0,1 0-1 0 0,-1 0 1 0 0,1 1-1 0 0,0-1 1 0 0,0 1-1 0 0,-1-1 0 0 0,1 1 1 0 0,0 0-1 0 0,0 0 1 0 0,0 0-1 0 0,0 0 1 0 0,0 0-1 0 0,3-1 1 0 0,58-16 681 0 0,1 3 0 0 0,81-10 0 0 0,-90 17-717 0 0,-7 1-489 0 0,51-9-1822 0 0,-37-1-6157 0 0</inkml:trace>
</inkml:ink>
</file>

<file path=ppt/ink/ink2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37.1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33 524 0 0,'-59'-33'15863'0'0,"58"34"-15659"0"0,0 0-1 0 0,0 0 1 0 0,1 0 0 0 0,-1 0 0 0 0,0 0-1 0 0,0 0 1 0 0,1 0 0 0 0,-1 0 0 0 0,1 1-1 0 0,-1-1 1 0 0,1 0 0 0 0,-1 0 0 0 0,1 1-1 0 0,0-1 1 0 0,0 0 0 0 0,-1 0 0 0 0,1 1 0 0 0,0-1-1 0 0,0 0 1 0 0,0 0 0 0 0,0 1 0 0 0,1-1-1 0 0,-1 0 1 0 0,0 1 0 0 0,1-1 0 0 0,-1 1-1 0 0,13 44 1815 0 0,-8-30-1265 0 0,7 37 441 0 0,9 93 1 0 0,-11-13-2537 0 0,-4-55-1969 0 0,1-26-1111 0 0,6-20-3235 0 0</inkml:trace>
</inkml:ink>
</file>

<file path=ppt/ink/ink2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37.5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18 107 3332 0 0,'3'-16'2507'0'0,"-2"9"-1165"0"0,0 0-1 0 0,1-1 1 0 0,0 1-1 0 0,0 0 1 0 0,5-10 0 0 0,-5 15-1118 0 0,-1-1 0 0 0,1 1 0 0 0,0 0 0 0 0,0-1 0 0 0,0 1 0 0 0,0 0 1 0 0,1 0-1 0 0,-1 1 0 0 0,0-1 0 0 0,1 0 0 0 0,-1 1 0 0 0,1-1 0 0 0,0 1 0 0 0,-1 0 1 0 0,1 0-1 0 0,0 0 0 0 0,4-1 0 0 0,4 0-3 0 0,0 0-1 0 0,0 1 1 0 0,0 0-1 0 0,0 1 1 0 0,0 1-1 0 0,0-1 1 0 0,0 2-1 0 0,0-1 1 0 0,0 2-1 0 0,-1-1 1 0 0,17 7-1 0 0,-14-4-132 0 0,1 1 0 0 0,-1 0 0 0 0,-1 1 0 0 0,1 0 0 0 0,-1 1-1 0 0,0 0 1 0 0,-1 1 0 0 0,14 14 0 0 0,-22-20-44 0 0,1 1 1 0 0,-1 0-1 0 0,0 0 0 0 0,0 0 1 0 0,-1 1-1 0 0,1-1 0 0 0,-1 1 1 0 0,0-1-1 0 0,0 1 0 0 0,0 0 1 0 0,-1 0-1 0 0,1 0 0 0 0,-1 0 0 0 0,0 8 1 0 0,-1-7 67 0 0,0 1 0 0 0,-1 0 0 0 0,1-1 0 0 0,-2 1 0 0 0,1-1 0 0 0,-1 1 0 0 0,0-1 0 0 0,0 0 0 0 0,-6 12 0 0 0,-3 0 289 0 0,-1 0 0 0 0,0-1-1 0 0,-1-1 1 0 0,-1 0-1 0 0,-31 28 1 0 0,-130 91 1374 0 0,119-95-1253 0 0,47-34-475 0 0,-9 7 81 0 0,18-13-123 0 0,0 1 1 0 0,-1-1 0 0 0,1 0-1 0 0,-1 1 1 0 0,1-1-1 0 0,0 1 1 0 0,0-1-1 0 0,-1 0 1 0 0,1 1 0 0 0,0-1-1 0 0,0 1 1 0 0,0-1-1 0 0,-1 1 1 0 0,1-1-1 0 0,0 1 1 0 0,0-1-1 0 0,0 1 1 0 0,0-1 0 0 0,0 1-1 0 0,0-1 1 0 0,0 1-1 0 0,0-1 1 0 0,0 1-1 0 0,0-1 1 0 0,0 1-1 0 0,0-1 1 0 0,0 1 0 0 0,1-1-1 0 0,-1 1 1 0 0,0-1-1 0 0,0 0 1 0 0,1 1-1 0 0,-1 0 1 0 0,5 0 37 0 0,58 0-186 0 0,1-4-1 0 0,113-19 1 0 0,-103 12-798 0 0,171-26-5321 0 0,-82 10-4181 0 0,-106 16 2670 0 0</inkml:trace>
</inkml:ink>
</file>

<file path=ppt/ink/ink2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38.0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63 2236 0 0,'-91'-62'16700'0'0,"107"62"-15600"0"0,-8 2-908 0 0,1 1-1 0 0,-1 0 1 0 0,0 1 0 0 0,0 0 0 0 0,0 0-1 0 0,-1 1 1 0 0,0 0 0 0 0,0 0 0 0 0,7 7-1 0 0,-10-9-117 0 0,4 4 32 0 0,0-1 0 0 0,-1 1-1 0 0,0 1 1 0 0,0-1 0 0 0,-1 1 0 0 0,0 0-1 0 0,0 0 1 0 0,-1 1 0 0 0,0 0-1 0 0,0 0 1 0 0,-1 0 0 0 0,6 20 0 0 0,-8-22-49 0 0,-1 0 1 0 0,0 0-1 0 0,0 0 1 0 0,-1 0 0 0 0,0 0-1 0 0,0 1 1 0 0,-1-1-1 0 0,0 0 1 0 0,0 0 0 0 0,0 0-1 0 0,-1 0 1 0 0,0 0 0 0 0,-1 0-1 0 0,1 0 1 0 0,-1-1-1 0 0,-1 1 1 0 0,1-1 0 0 0,-9 11-1 0 0,-2 1 123 0 0,0 0-1 0 0,-1-2 1 0 0,-21 19-1 0 0,34-34-32 0 0,2-1-144 0 0,0 0-1 0 0,-1 0 1 0 0,1 0 0 0 0,0 0 0 0 0,-1 0-1 0 0,1 0 1 0 0,0 0 0 0 0,0 0 0 0 0,-1 0-1 0 0,1 0 1 0 0,0-1 0 0 0,0 1 0 0 0,-1 0-1 0 0,1 0 1 0 0,0 0 0 0 0,0 0-1 0 0,-1 0 1 0 0,1-1 0 0 0,0 1 0 0 0,0 0-1 0 0,0 0 1 0 0,-1 0 0 0 0,1-1 0 0 0,0 1-1 0 0,0 0 1 0 0,0 0 0 0 0,0 0 0 0 0,0-1-1 0 0,0 1 1 0 0,-1 0 0 0 0,1 0-1 0 0,0-1 1 0 0,0 1 0 0 0,0 0 0 0 0,0-1-1 0 0,0 1 1 0 0,0 0 0 0 0,0 0 0 0 0,0-1-1 0 0,0 1 1 0 0,0 0 0 0 0,0 0 0 0 0,0-1-1 0 0,0 1 1 0 0,0 0 0 0 0,0-1 0 0 0,1 1-1 0 0,-1 0 1 0 0,0 0 0 0 0,0-1-1 0 0,0 1 1 0 0,0 0 0 0 0,0 0 0 0 0,1 0-1 0 0,-1-1 1 0 0,0 1 0 0 0,0 0 0 0 0,11-16 53 0 0,-11 16-56 0 0,47-53 93 0 0,90-79-1 0 0,-56 58-69 0 0,37-41-82 0 0,-117 114 14 0 0,-24 10-82 0 0,6 2 113 0 0,-1 2-1 0 0,2 0 1 0 0,0 1-1 0 0,-24 26 1 0 0,31-30 4 0 0,1 0 0 0 0,0 0-1 0 0,1 1 1 0 0,0 0 0 0 0,1 0 0 0 0,0 0 0 0 0,1 1 0 0 0,-7 23 0 0 0,10-28-75 0 0,1 1 0 0 0,1-1 0 0 0,0 1 1 0 0,0-1-1 0 0,0 1 0 0 0,1-1 0 0 0,0 1 0 0 0,0-1 1 0 0,1 0-1 0 0,0 1 0 0 0,0-1 0 0 0,1 0 1 0 0,0 0-1 0 0,0 0 0 0 0,1-1 0 0 0,-1 1 0 0 0,1-1 1 0 0,1 0-1 0 0,-1 0 0 0 0,1 0 0 0 0,10 9 1 0 0,-4-5-1063 0 0,1 1 1 0 0,0-1-1 0 0,26 16 1 0 0,-23-18-1185 0 0,0 0-1 0 0,1-1 1 0 0,17 6 0 0 0,-4-5-4879 0 0</inkml:trace>
</inkml:ink>
</file>

<file path=ppt/ink/ink2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38.5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164 103 976 0 0,'-31'-32'9119'0'0,"-3"-4"1186"0"0,18 12-6209 0 0,16 23-4079 0 0,0 1 1 0 0,0 0 0 0 0,0-1 0 0 0,0 1 0 0 0,0 0 0 0 0,0 0 0 0 0,0-1-1 0 0,0 1 1 0 0,0 0 0 0 0,0-1 0 0 0,0 1 0 0 0,0 0 0 0 0,0 0 0 0 0,0-1-1 0 0,0 1 1 0 0,0 0 0 0 0,0 0 0 0 0,1-1 0 0 0,-1 1 0 0 0,0 0 0 0 0,0 0-1 0 0,0-1 1 0 0,1 1 0 0 0,-1 0 0 0 0,0 0 0 0 0,0 0 0 0 0,0-1 0 0 0,1 1-1 0 0,-1 0 1 0 0,0 0 0 0 0,0 0 0 0 0,1 0 0 0 0,-1 0 0 0 0,0 0-1 0 0,1-1 1 0 0,-1 1 0 0 0,0 0 0 0 0,0 0 0 0 0,1 0 0 0 0,-1 0 0 0 0,0 0-1 0 0,1 0 1 0 0,-1 0 0 0 0,20-2 248 0 0,-5 2-219 0 0,0 1 0 0 0,1 1 0 0 0,-1 0 0 0 0,0 1 0 0 0,0 0 0 0 0,-1 2 0 0 0,27 10 0 0 0,-36-13-45 0 0,0 1 1 0 0,-1-1-1 0 0,0 1 1 0 0,1 0-1 0 0,-1 0 0 0 0,0 1 1 0 0,0-1-1 0 0,-1 1 1 0 0,1 0-1 0 0,-1 0 1 0 0,5 8-1 0 0,-6-8 7 0 0,0 0 0 0 0,-1 0 0 0 0,1 0-1 0 0,-1 0 1 0 0,0 0 0 0 0,-1 0 0 0 0,1 0 0 0 0,-1 0-1 0 0,1 0 1 0 0,-1 1 0 0 0,0-1 0 0 0,-1 0 0 0 0,1 0-1 0 0,-1 0 1 0 0,0 0 0 0 0,-2 8 0 0 0,-1-1 43 0 0,-1 0 0 0 0,0 0 1 0 0,-1 0-1 0 0,0-1 0 0 0,0 0 1 0 0,-1 0-1 0 0,0 0 1 0 0,-1-1-1 0 0,0 0 0 0 0,-17 14 1 0 0,-8 3 902 0 0,-63 39 1 0 0,48-34 300 0 0,0 1 124 0 0,46-31-1237 0 0,21 2-27 0 0,4-1-81 0 0,0-1 0 0 0,0-1 0 0 0,26-4 0 0 0,-10 2-41 0 0,520-34 24 0 0,-543 35-70 0 0,181-21-3254 0 0,-170 15-321 0 0,-9 1-2598 0 0</inkml:trace>
</inkml:ink>
</file>

<file path=ppt/ink/ink2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40.7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220 171 1264 0 0,'5'-26'2893'0'0,"-1"10"-1412"0"0,-1-1-1 0 0,1-23 0 0 0,-4 36-1361 0 0,0 0 0 0 0,0 1 0 0 0,0-1 1 0 0,-1 0-1 0 0,1 1 0 0 0,-1-1 0 0 0,0 0 0 0 0,0 1 0 0 0,0-1 0 0 0,-1 1 0 0 0,1 0 0 0 0,-1-1 0 0 0,0 1 0 0 0,0 0 0 0 0,0 0 0 0 0,-3-4 0 0 0,3 6-101 0 0,-1 0-1 0 0,1-1 1 0 0,0 1 0 0 0,-1 1-1 0 0,1-1 1 0 0,0 0-1 0 0,-1 1 1 0 0,1-1-1 0 0,-1 1 1 0 0,1-1 0 0 0,-1 1-1 0 0,1 0 1 0 0,-1 0-1 0 0,1 0 1 0 0,-1 1 0 0 0,1-1-1 0 0,-1 1 1 0 0,1-1-1 0 0,0 1 1 0 0,-1 0-1 0 0,-3 1 1 0 0,-6 4 2 0 0,-1 0 0 0 0,1 1 0 0 0,0 1 0 0 0,1-1 0 0 0,0 2 0 0 0,0 0 0 0 0,-11 12 0 0 0,16-16-14 0 0,1 1 0 0 0,1-1 0 0 0,-1 1 0 0 0,1 0 0 0 0,0 0 0 0 0,0 1 0 0 0,0-1 0 0 0,1 1 0 0 0,0 0 0 0 0,1 0 0 0 0,-1 0 0 0 0,1 0 0 0 0,1 0 0 0 0,-1 1 0 0 0,1 8 0 0 0,1-13-4 0 0,0-1 0 0 0,0 1 0 0 0,1 0 0 0 0,-1-1 0 0 0,1 1 0 0 0,0-1 0 0 0,0 1 0 0 0,0 0 0 0 0,0-1 0 0 0,0 0 0 0 0,0 1 0 0 0,1-1 0 0 0,-1 0 0 0 0,1 0 0 0 0,0 0 0 0 0,-1 0 0 0 0,1 0 0 0 0,0 0 0 0 0,0 0 0 0 0,0 0 0 0 0,1-1 0 0 0,-1 1 0 0 0,0-1 0 0 0,1 0 0 0 0,-1 0 0 0 0,1 0 0 0 0,-1 0 0 0 0,5 1 0 0 0,8 2 10 0 0,0 0 0 0 0,0-2 0 0 0,30 2 0 0 0,-19-1 19 0 0,5 0 53 0 0,64 10 11 0 0,-86-11-13 0 0,1 1 0 0 0,-1 0 1 0 0,0 0-1 0 0,0 1 0 0 0,0 0 0 0 0,0 0 0 0 0,12 10 0 0 0,-18-12 8 0 0,-1-1-1 0 0,0 1 0 0 0,0 0 1 0 0,0 0-1 0 0,0 0 0 0 0,0 1 0 0 0,0-1 1 0 0,-1 0-1 0 0,1 1 0 0 0,-1-1 0 0 0,0 1 1 0 0,1 0-1 0 0,-1-1 0 0 0,0 1 0 0 0,-1 0 1 0 0,1 0-1 0 0,0 3 0 0 0,0-1 40 0 0,-1-1 0 0 0,-1 1 0 0 0,1 0 0 0 0,0-1 0 0 0,-1 1 0 0 0,0-1 0 0 0,0 1 0 0 0,-1-1-1 0 0,-2 9 1 0 0,-4 1 160 0 0,1-1-1 0 0,-2 1 1 0 0,1-1-1 0 0,-2-1 1 0 0,-12 14 0 0 0,8-12 32 0 0,1-1 0 0 0,-2 0 0 0 0,0-1 0 0 0,-32 19-1 0 0,38-25-196 0 0,-1-1 0 0 0,0 0-1 0 0,-1 0 1 0 0,1-1 0 0 0,-1-1-1 0 0,1 0 1 0 0,-1 0 0 0 0,0-1-1 0 0,-19 1 1 0 0,27-3-108 0 0,0 0 0 0 0,0 0 1 0 0,0 0-1 0 0,0 0 0 0 0,0-1 0 0 0,0 1 0 0 0,0-1 1 0 0,0 0-1 0 0,0 0 0 0 0,0 0 0 0 0,0 0 0 0 0,0 0 0 0 0,0-1 1 0 0,1 1-1 0 0,-1-1 0 0 0,0 0 0 0 0,1 0 0 0 0,-3-2 0 0 0,4 2-48 0 0,0 0-1 0 0,-1 0 0 0 0,1 0 0 0 0,0-1 1 0 0,1 1-1 0 0,-1 0 0 0 0,0-1 0 0 0,1 1 0 0 0,-1 0 1 0 0,1-1-1 0 0,0 1 0 0 0,0 0 0 0 0,0-1 1 0 0,0 1-1 0 0,0-1 0 0 0,0 1 0 0 0,1 0 0 0 0,-1-1 1 0 0,1 1-1 0 0,0 0 0 0 0,0-1 0 0 0,1-2 0 0 0,2-5-498 0 0,1 0 0 0 0,0 0 0 0 0,1 1 0 0 0,0 0 0 0 0,0 0-1 0 0,11-11 1 0 0,26-25-4737 0 0,-29 32 2683 0 0,5-6-2700 0 0</inkml:trace>
</inkml:ink>
</file>

<file path=ppt/ink/ink2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40.9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30 2804 0 0,'28'-19'10154'0'0,"-18"13"-7889"0"0,-4 1-1473 0 0</inkml:trace>
</inkml:ink>
</file>

<file path=ppt/ink/ink2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41.2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51 2012 0 0,'0'-3'2165'0'0,"-4"-42"7265"0"0,4 43-8854 0 0,-6 12 1778 0 0,-1 49-383 0 0,2 1 0 0 0,5 119 0 0 0,1-131-1677 0 0,2 62 304 0 0,21 151 1 0 0,-23-256-639 0 0,0 0-1 0 0,0 0 1 0 0,0 0-1 0 0,1 0 1 0 0,-1-1 0 0 0,1 1-1 0 0,0-1 1 0 0,1 1 0 0 0,-1-1-1 0 0,1 0 1 0 0,0 0 0 0 0,0 0-1 0 0,0 0 1 0 0,6 5-1 0 0,-8-8-63 0 0,1 0-1 0 0,0 0 1 0 0,0-1-1 0 0,0 1 1 0 0,-1 0-1 0 0,1-1 1 0 0,0 0-1 0 0,0 1 0 0 0,0-1 1 0 0,0 0-1 0 0,0 0 1 0 0,0 0-1 0 0,0 0 1 0 0,-1 0-1 0 0,1-1 0 0 0,0 1 1 0 0,0-1-1 0 0,0 1 1 0 0,0-1-1 0 0,-1 1 1 0 0,1-1-1 0 0,2-1 0 0 0,35-21-3123 0 0,-39 23 3210 0 0,10-7-1410 0 0,-2 0 1 0 0,1-1 0 0 0,-1 0 0 0 0,0-1-1 0 0,-1 0 1 0 0,7-10 0 0 0,0-1-3862 0 0</inkml:trace>
</inkml:ink>
</file>

<file path=ppt/ink/ink2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41.4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79 2328 0 0,'-72'-21'12799'0'0,"70"20"-12145"0"0,-9-5 641 0 0,14 3-1223 0 0,-1 1 0 0 0,1 0 0 0 0,-1 0 0 0 0,1 0 0 0 0,0 0 1 0 0,0 0-1 0 0,0 1 0 0 0,0-1 0 0 0,0 1 0 0 0,0 0 0 0 0,7-2 1 0 0,44-8-102 0 0,-31 6-298 0 0,1 1-1454 0 0,44-2 0 0 0,-5 4-4718 0 0,-36 2 1378 0 0</inkml:trace>
</inkml:ink>
</file>

<file path=ppt/ink/ink2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41.6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1 592 0 0,'40'24'17330'0'0,"-26"-17"-13930"0"0,-7-6-3520 0 0,2 2-1623 0 0</inkml:trace>
</inkml:ink>
</file>

<file path=ppt/ink/ink2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42.2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1 170 1392 0 0,'2'-14'2137'0'0,"0"1"-1"0"0,2-1 1 0 0,7-19 0 0 0,-9 28-1938 0 0,0 0 1 0 0,1 1-1 0 0,0-1 1 0 0,0 0-1 0 0,0 1 1 0 0,1-1-1 0 0,-1 1 1 0 0,1 0 0 0 0,0 0-1 0 0,0 1 1 0 0,9-7-1 0 0,-4 5-86 0 0,1 0 0 0 0,0 0 1 0 0,0 1-1 0 0,0 0 0 0 0,0 0 0 0 0,1 2 0 0 0,-1-1 1 0 0,1 1-1 0 0,0 1 0 0 0,0 0 0 0 0,-1 0 0 0 0,1 1 0 0 0,0 0 1 0 0,0 1-1 0 0,0 1 0 0 0,20 4 0 0 0,-20-3-85 0 0,1 1-1 0 0,-1 0 0 0 0,0 1 1 0 0,0 0-1 0 0,0 0 1 0 0,-1 2-1 0 0,1-1 1 0 0,-2 1-1 0 0,1 0 0 0 0,-1 1 1 0 0,0 0-1 0 0,0 1 1 0 0,-1 0-1 0 0,0 0 1 0 0,7 12-1 0 0,-11-13 46 0 0,1-1-1 0 0,-2 1 1 0 0,1 0 0 0 0,-1 0-1 0 0,0 0 1 0 0,-1 0 0 0 0,0 0-1 0 0,0 1 1 0 0,-1-1-1 0 0,0 1 1 0 0,0-1 0 0 0,-1 10-1 0 0,-1-6 109 0 0,-1 1 0 0 0,0 0 0 0 0,-1-1 0 0 0,0 1 0 0 0,-1-1-1 0 0,0 0 1 0 0,-7 14 0 0 0,-10 10 520 0 0,0 0-1 0 0,-3-2 1 0 0,-49 57-1 0 0,54-69-389 0 0,-69 78 692 0 0,87-100-996 0 0,1 1 1 0 0,-1-1-1 0 0,0 1 1 0 0,1-1 0 0 0,-1 1-1 0 0,1-1 1 0 0,-1 1-1 0 0,1-1 1 0 0,-1 1 0 0 0,1-1-1 0 0,-1 1 1 0 0,1 0-1 0 0,-1-1 1 0 0,1 1-1 0 0,0 0 1 0 0,0 0 0 0 0,-1-1-1 0 0,1 1 1 0 0,0 0-1 0 0,0 0 1 0 0,0-1 0 0 0,0 1-1 0 0,0 0 1 0 0,0 0-1 0 0,0-1 1 0 0,0 1 0 0 0,0 1-1 0 0,1-1-1 0 0,0-1 0 0 0,-1 1 0 0 0,1 0-1 0 0,0-1 1 0 0,0 1 0 0 0,0-1 0 0 0,0 0 0 0 0,0 1-1 0 0,0-1 1 0 0,0 0 0 0 0,0 1 0 0 0,-1-1 0 0 0,1 0-1 0 0,0 0 1 0 0,0 0 0 0 0,0 0 0 0 0,2 0 0 0 0,44-5 48 0 0,-47 5-54 0 0,339-75-2007 0 0,-119 10-8369 0 0,-177 51 3589 0 0</inkml:trace>
</inkml:ink>
</file>

<file path=ppt/ink/ink2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42.7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78 101 508 0 0,'-77'-72'13940'0'0,"93"70"-13393"0"0,-10 2-468 0 0,1 1-1 0 0,-1 0 1 0 0,0 1-1 0 0,0-1 1 0 0,0 1-1 0 0,0 0 0 0 0,0 1 1 0 0,-1 0-1 0 0,9 4 1 0 0,2 3 71 0 0,26 22-1 0 0,-36-27-98 0 0,0 0-1 0 0,-1 0 1 0 0,0 0-1 0 0,0 1 1 0 0,0 0-1 0 0,-1 0 1 0 0,0 0-1 0 0,0 0 0 0 0,-1 1 1 0 0,0-1-1 0 0,0 1 1 0 0,3 9-1 0 0,-5-11 29 0 0,0 1 0 0 0,0-1 0 0 0,-1 1 0 0 0,1-1 0 0 0,-1 1 0 0 0,-1 0 0 0 0,1-1 0 0 0,-1 1 0 0 0,0-1-1 0 0,0 1 1 0 0,0-1 0 0 0,-1 0 0 0 0,0 1 0 0 0,0-1 0 0 0,-1 0 0 0 0,-5 9 0 0 0,-7 8 240 0 0,-1-1 1 0 0,0-1-1 0 0,-23 20 0 0 0,38-38-272 0 0,1-4-47 0 0,0 1 7 0 0,0-1-1 0 0,1 1 1 0 0,-1-1-1 0 0,0 1 1 0 0,1-1-1 0 0,-1 1 1 0 0,1-1-1 0 0,-1 1 1 0 0,1 0 0 0 0,1-3-1 0 0,20-21-11 0 0,0 0 0 0 0,49-39 0 0 0,-12 11-23 0 0,-32 28 20 0 0,-16 16 10 0 0,1-1 0 0 0,-2 0-1 0 0,1-1 1 0 0,-2 0 0 0 0,1-1 0 0 0,-2 0 0 0 0,1 0-1 0 0,-2-1 1 0 0,0 0 0 0 0,9-22 0 0 0,-16 34-2 0 0,1 1 0 0 0,-1-1 0 0 0,0 0-1 0 0,1 0 1 0 0,-1 0 0 0 0,0 1 0 0 0,0-1 0 0 0,1 0 0 0 0,-1 0 0 0 0,0 0 0 0 0,0 1 0 0 0,0-1 0 0 0,0 0 0 0 0,0 0 0 0 0,0 0 0 0 0,-1 0 0 0 0,1 1-1 0 0,0-1 1 0 0,0 0 0 0 0,0 0 0 0 0,-1 0 0 0 0,1 1 0 0 0,-1-2 0 0 0,0 1 0 0 0,0 1 0 0 0,1 0 0 0 0,-1 0 0 0 0,0-1 0 0 0,1 1-1 0 0,-1 0 1 0 0,0 0 0 0 0,0 0 0 0 0,1 0 0 0 0,-1 0 0 0 0,0 0 0 0 0,0 0 0 0 0,1 0 0 0 0,-1 0 0 0 0,0 0 0 0 0,0 0-1 0 0,1 0 1 0 0,-1 1 0 0 0,0-1 0 0 0,0 1 0 0 0,-4 0 1 0 0,0 2-1 0 0,0-1 1 0 0,1 1 0 0 0,-1-1-1 0 0,-6 6 1 0 0,6-2-7 0 0,-1-1 1 0 0,1 1-1 0 0,0 0 1 0 0,0 0-1 0 0,0 1 1 0 0,1 0-1 0 0,0-1 1 0 0,1 1 0 0 0,0 0-1 0 0,0 1 1 0 0,0-1-1 0 0,-3 14 1 0 0,5-11 60 0 0,0 0 1 0 0,0 0 0 0 0,1 0-1 0 0,0 0 1 0 0,0 0 0 0 0,1 0 0 0 0,1 0-1 0 0,5 19 1 0 0,0-9-426 0 0,0-1-1 0 0,2 0 1 0 0,0-1 0 0 0,1 0 0 0 0,1 0-1 0 0,0-1 1 0 0,2 0 0 0 0,0-1 0 0 0,16 16-1 0 0,-22-26-727 0 0,-1-1-1 0 0,1 1 0 0 0,0-1 0 0 0,0 0 0 0 0,1-1 0 0 0,11 6 0 0 0,-1-3-4974 0 0</inkml:trace>
</inkml:ink>
</file>

<file path=ppt/ink/ink2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42.9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47 1752 0 0,'0'-15'7115'0'0,"0"-6"-1543"0"0,0 19-4722 0 0,1-6 2574 0 0,2 16-3151 0 0,0 1 0 0 0,-1 0 0 0 0,0-1 0 0 0,-1 1 0 0 0,2 18 0 0 0,-4 52 128 0 0,-1-33-222 0 0,2-17-474 0 0,2 74-1229 0 0,8-35-8095 0 0</inkml:trace>
</inkml:ink>
</file>

<file path=ppt/ink/ink2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43.1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24 166 1700 0 0,'-24'-79'16824'0'0,"24"78"-16757"0"0,0 0 0 0 0,0 0 0 0 0,0-1 0 0 0,0 1 0 0 0,0 0 0 0 0,1 0 0 0 0,-1 0 0 0 0,0-1 0 0 0,1 1 0 0 0,-1 0 0 0 0,1 0 0 0 0,-1 0 0 0 0,1 0 0 0 0,-1 0 0 0 0,1 0 0 0 0,0 0 0 0 0,-1 0 0 0 0,1 0 0 0 0,0 0 0 0 0,0 0 0 0 0,0 1 0 0 0,0-1 0 0 0,0 0 0 0 0,0 0 0 0 0,0 1 0 0 0,0-1 0 0 0,0 1 0 0 0,2-1 0 0 0,30-12 449 0 0,13 1-255 0 0,0 3 1 0 0,84-6 0 0 0,-35 9-4229 0 0,-36 3-2166 0 0</inkml:trace>
</inkml:ink>
</file>

<file path=ppt/ink/ink2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43.3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49 1116 0 0,'-50'-36'12269'0'0,"49"35"-11873"0"0,0-1 1 0 0,0 1 0 0 0,0 0 0 0 0,-1 0 0 0 0,1 0 0 0 0,0 0 0 0 0,-1 1 0 0 0,1-1-1 0 0,-1 0 1 0 0,1 1 0 0 0,-1-1 0 0 0,1 1 0 0 0,-4-1 0 0 0,5 1-327 0 0,-1 0 1 0 0,1 0-1 0 0,0 0 0 0 0,-1 0 1 0 0,1 1-1 0 0,0-1 0 0 0,-1 0 1 0 0,1 0-1 0 0,0 0 1 0 0,-1 1-1 0 0,1-1 0 0 0,0 0 1 0 0,0 1-1 0 0,-1-1 0 0 0,1 0 1 0 0,0 1-1 0 0,0-1 1 0 0,0 0-1 0 0,-1 1 0 0 0,1-1 1 0 0,0 0-1 0 0,0 1 0 0 0,0-1 1 0 0,0 1-1 0 0,0-1 1 0 0,0 0-1 0 0,0 1 0 0 0,0-1 1 0 0,0 1-1 0 0,0-1 0 0 0,0 0 1 0 0,0 2-1 0 0,1 6 131 0 0,0 0 0 0 0,1 1 0 0 0,4 13 0 0 0,-3-12 429 0 0,44 204 807 0 0,-20-69-3520 0 0,-25-131 899 0 0,2-1 1 0 0,-1 1-1 0 0,9 18 1 0 0,13 12-6700 0 0,-12-27 853 0 0</inkml:trace>
</inkml:ink>
</file>

<file path=ppt/ink/ink2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43.8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1 114 184 0 0,'1'-7'1980'0'0,"1"-1"-70"0"0,0 0-1 0 0,1 0 1 0 0,6-14-1 0 0,-8 19-1671 0 0,0 1-1 0 0,0 0 0 0 0,1 0 1 0 0,-1 1-1 0 0,1-1 0 0 0,-1 0 0 0 0,1 0 1 0 0,0 1-1 0 0,-1-1 0 0 0,1 1 1 0 0,0-1-1 0 0,0 1 0 0 0,0 0 1 0 0,0 0-1 0 0,0 0 0 0 0,0 0 1 0 0,1 0-1 0 0,-1 0 0 0 0,5-1 1 0 0,-2 2-83 0 0,1-1 0 0 0,0 1 0 0 0,-1 0 0 0 0,1 0 0 0 0,0 1 0 0 0,-1 0 1 0 0,1 0-1 0 0,0 0 0 0 0,-1 0 0 0 0,1 1 0 0 0,-1 0 0 0 0,0 0 0 0 0,0 1 0 0 0,9 4 1 0 0,-11-4-91 0 0,0-1 0 0 0,0 1 0 0 0,1-1 0 0 0,-2 1 0 0 0,1 0 0 0 0,0 0 0 0 0,-1 1 0 0 0,1-1 1 0 0,-1 0-1 0 0,0 1 0 0 0,0 0 0 0 0,0-1 0 0 0,0 1 0 0 0,-1 0 0 0 0,0 0 0 0 0,0 0 0 0 0,0 0 1 0 0,0 0-1 0 0,0 0 0 0 0,-1 0 0 0 0,0 0 0 0 0,0 6 0 0 0,-1 2 40 0 0,-1-1 0 0 0,0 1 0 0 0,-1-1 0 0 0,0 1 0 0 0,-1-1 0 0 0,0 0 0 0 0,-1 0 0 0 0,0-1 0 0 0,-1 1 0 0 0,0-1 0 0 0,0 0 0 0 0,-9 9 0 0 0,-8 8 180 0 0,0-1-1 0 0,-47 38 1 0 0,68-62-258 0 0,3-4-28 0 0,0 1 0 0 0,-1-1-1 0 0,1 1 1 0 0,0-1 0 0 0,1 1-1 0 0,-1 0 1 0 0,0 0 0 0 0,0 0 0 0 0,0 0-1 0 0,3-2 1 0 0,-2 1-5 0 0,273-197-512 0 0,-84 67 341 0 0,-147 90 160 0 0,-43 42 17 0 0,-1 0 1 0 0,0 0-1 0 0,0-1 0 0 0,1 1 0 0 0,-1 0 0 0 0,0 0 1 0 0,0 0-1 0 0,0-1 0 0 0,1 1 0 0 0,-1 0 1 0 0,0 0-1 0 0,0-1 0 0 0,0 1 0 0 0,1 0 0 0 0,-1 0 1 0 0,0-1-1 0 0,0 1 0 0 0,0 0 0 0 0,0-1 0 0 0,0 1 1 0 0,0 0-1 0 0,0 0 0 0 0,0-1 0 0 0,0 1 1 0 0,0 0-1 0 0,0-1 0 0 0,0 1 0 0 0,0 0 0 0 0,0-1 1 0 0,0 1-1 0 0,0 0 0 0 0,0 0 0 0 0,0-1 0 0 0,0 1 1 0 0,0 0-1 0 0,0-1 0 0 0,-1 1 0 0 0,1 0 1 0 0,0 0-1 0 0,0-1 0 0 0,0 1 0 0 0,0 0 0 0 0,-1 0 1 0 0,1-1-1 0 0,0 1 0 0 0,0 0 0 0 0,-1 0 0 0 0,1 0 1 0 0,0 0-1 0 0,0-1 0 0 0,-1 1 0 0 0,1 0 1 0 0,0 0-1 0 0,-1 0 0 0 0,1 0 0 0 0,0 0 0 0 0,0 0 1 0 0,-1 0-1 0 0,1 0 0 0 0,0 0 0 0 0,-1 0 0 0 0,1 0 1 0 0,-19-2 58 0 0,12 4-24 0 0,0 1 0 0 0,1-1-1 0 0,-1 1 1 0 0,1 0-1 0 0,0 0 1 0 0,0 1-1 0 0,0 0 1 0 0,1 0-1 0 0,-1 0 1 0 0,-7 9-1 0 0,-3 3 172 0 0,-25 35 0 0 0,35-43-175 0 0,1-1 0 0 0,0 1-1 0 0,1 0 1 0 0,0 0 0 0 0,0 1 0 0 0,1-1-1 0 0,0 1 1 0 0,1 0 0 0 0,-1 0 0 0 0,2 0 0 0 0,-1 0-1 0 0,1 12 1 0 0,1-15-26 0 0,0-1 0 0 0,1 1 0 0 0,-1-1 0 0 0,1 0 0 0 0,0 1 0 0 0,1-1 0 0 0,0 0 0 0 0,-1 0 0 0 0,2 0 0 0 0,-1 0 0 0 0,0 0 0 0 0,1 0 0 0 0,0-1 0 0 0,0 1 1 0 0,1-1-1 0 0,-1 0 0 0 0,1 0 0 0 0,0 0 0 0 0,0 0 0 0 0,0-1 0 0 0,9 6 0 0 0,2 0-537 0 0,2 0 1 0 0,-1-2 0 0 0,1 0-1 0 0,0-1 1 0 0,0 0 0 0 0,20 3 0 0 0,-6-4-3717 0 0,35 3 0 0 0,-30-6-2396 0 0</inkml:trace>
</inkml:ink>
</file>

<file path=ppt/ink/ink2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44.2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66 2504 0 0,'-14'-14'5342'0'0,"-12"-12"2824"0"0,11 9-4937 0 0,15 17-3206 0 0,1-1 0 0 0,-1 1-1 0 0,0-1 1 0 0,0 1 0 0 0,0-1 0 0 0,1 1 0 0 0,-1-1-1 0 0,0 1 1 0 0,0 0 0 0 0,1-1 0 0 0,-1 1 0 0 0,1-1-1 0 0,-1 1 1 0 0,0 0 0 0 0,1 0 0 0 0,-1-1-1 0 0,1 1 1 0 0,-1 0 0 0 0,0-1 0 0 0,1 1 0 0 0,-1 0-1 0 0,1 0 1 0 0,-1 0 0 0 0,1 0 0 0 0,-1 0-1 0 0,1-1 1 0 0,-1 1 0 0 0,1 0 0 0 0,-1 0 0 0 0,1 0-1 0 0,-1 0 1 0 0,1 0 0 0 0,-1 0 0 0 0,1 1 0 0 0,-1-1-1 0 0,1 0 1 0 0,-1 0 0 0 0,1 0 0 0 0,-1 0-1 0 0,1 0 1 0 0,-1 1 0 0 0,1-1 0 0 0,23 9 74 0 0,-20-7-80 0 0,0 0 0 0 0,0 0 0 0 0,0 0 0 0 0,0 1 0 0 0,0 0 0 0 0,-1 0 0 0 0,1 0 0 0 0,-1 0-1 0 0,0 0 1 0 0,0 1 0 0 0,0-1 0 0 0,0 1 0 0 0,-1 0 0 0 0,1 0 0 0 0,-1 0 0 0 0,2 5 0 0 0,-2-3 25 0 0,0 0 1 0 0,-1 1-1 0 0,0-1 0 0 0,0 0 1 0 0,-1 0-1 0 0,1 1 0 0 0,-1-1 1 0 0,-1 0-1 0 0,1 1 0 0 0,-3 9 1 0 0,-2 2 139 0 0,0 0 1 0 0,-2 0 0 0 0,0 0 0 0 0,-1 0-1 0 0,0-1 1 0 0,-19 25 0 0 0,-61 82 1005 0 0,87-122-1138 0 0,1-1-46 0 0,1-1 1 0 0,-1 1 0 0 0,1-1-1 0 0,-1 1 1 0 0,0 0-1 0 0,1-1 1 0 0,-1 1-1 0 0,1-1 1 0 0,0 0-1 0 0,-1 1 1 0 0,1-1 0 0 0,-1 1-1 0 0,1-1 1 0 0,0 0-1 0 0,-1 0 1 0 0,1 1-1 0 0,-1-1 1 0 0,1 0 0 0 0,1 0-1 0 0,30-5-629 0 0,0-2-1 0 0,-1-2 1 0 0,0-1-1 0 0,39-18 1 0 0,-37 15-372 0 0,68-27-3102 0 0,-32 11-1401 0 0,-1-1-2053 0 0</inkml:trace>
</inkml:ink>
</file>

<file path=ppt/ink/ink2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44.5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291 59 2536 0 0,'24'-58'18441'0'0,"-24"59"-18313"0"0,1-1 0 0 0,-1 1 0 0 0,0 0 0 0 0,1 0 0 0 0,-1 0 0 0 0,0 0 0 0 0,0-1 0 0 0,0 1 0 0 0,0 0 0 0 0,0 0-1 0 0,1 0 1 0 0,-2 0 0 0 0,1 0 0 0 0,0-1 0 0 0,0 2 0 0 0,-18 24 576 0 0,-1-1 0 0 0,-1-1 0 0 0,-1-1 0 0 0,-1-1-1 0 0,0-1 1 0 0,-28 20 0 0 0,27-24-501 0 0,0 1 1 0 0,2 1-1 0 0,0 1 0 0 0,-19 25 0 0 0,38-43-176 0 0,0 0 0 0 0,0 1-1 0 0,1-1 1 0 0,-1 1-1 0 0,1 0 1 0 0,0-1 0 0 0,0 1-1 0 0,0 0 1 0 0,0 0-1 0 0,0 0 1 0 0,1-1 0 0 0,-1 1-1 0 0,1 5 1 0 0,0-6-8 0 0,1 0 1 0 0,-1 0 0 0 0,0 0 0 0 0,1 0-1 0 0,0 0 1 0 0,0-1 0 0 0,-1 1-1 0 0,1 0 1 0 0,0-1 0 0 0,0 1-1 0 0,0 0 1 0 0,1-1 0 0 0,-1 1-1 0 0,0-1 1 0 0,1 0 0 0 0,-1 1 0 0 0,1-1-1 0 0,-1 0 1 0 0,1 0 0 0 0,-1 0-1 0 0,1 0 1 0 0,2 1 0 0 0,14 6 39 0 0,-1 0 0 0 0,1-2 0 0 0,0 0 0 0 0,1-1-1 0 0,20 3 1 0 0,98 8-295 0 0,-51-8-1429 0 0,-61-5 374 0 0,15 2-2883 0 0,-4 3-4954 0 0</inkml:trace>
</inkml:ink>
</file>

<file path=ppt/ink/ink2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44.7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 0 2228 0 0,'-114'24'14821'0'0,"113"-24"-14656"0"0,0 0 0 0 0,-1 0 0 0 0,1 0 0 0 0,0 1 0 0 0,0-1 0 0 0,0 0 0 0 0,0 1 0 0 0,0-1 0 0 0,0 1 0 0 0,0 0 1 0 0,1-1-1 0 0,-1 1 0 0 0,0 0 0 0 0,-1 0 0 0 0,2 0-116 0 0,0-1 1 0 0,0 0 0 0 0,-1 1 0 0 0,1-1-1 0 0,0 0 1 0 0,0 0 0 0 0,0 1-1 0 0,0-1 1 0 0,0 0 0 0 0,0 1-1 0 0,0-1 1 0 0,0 1 0 0 0,0-1-1 0 0,0 0 1 0 0,0 1 0 0 0,0-1 0 0 0,0 0-1 0 0,0 0 1 0 0,0 1 0 0 0,1-1-1 0 0,-1 0 1 0 0,0 1 0 0 0,0-1-1 0 0,0 0 1 0 0,0 1 0 0 0,1-1-1 0 0,-1 1 1 0 0,2 0 57 0 0,0 1 0 0 0,0 0 0 0 0,0 0 0 0 0,0-1 0 0 0,0 0 0 0 0,0 1-1 0 0,4 1 1 0 0,16 4-104 0 0,1 0 0 0 0,-1-2 0 0 0,1-1 0 0 0,0 0 0 0 0,38 0 0 0 0,-42-3-388 0 0,98 3-3846 0 0,-40-8-2970 0 0,-32 0-367 0 0</inkml:trace>
</inkml:ink>
</file>

<file path=ppt/ink/ink2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45.2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229 133 2484 0 0,'-1'-7'1110'0'0,"2"1"0"0"0,-1-1 0 0 0,1 0 0 0 0,0 1 0 0 0,0-1 0 0 0,0 1 0 0 0,1 0 0 0 0,0-1 0 0 0,1 1 0 0 0,-1 0 0 0 0,6-9 0 0 0,-5 11-902 0 0,0 0 0 0 0,0 1 1 0 0,1-1-1 0 0,-1 1 0 0 0,1 0 0 0 0,-1 0 0 0 0,1 1 0 0 0,0-1 0 0 0,0 1 0 0 0,0 0 1 0 0,0 0-1 0 0,1 0 0 0 0,-1 0 0 0 0,1 1 0 0 0,-1-1 0 0 0,1 1 0 0 0,6 0 0 0 0,-3 0-134 0 0,-1 0 0 0 0,1 1-1 0 0,0 0 1 0 0,0 0-1 0 0,0 1 1 0 0,-1 0-1 0 0,1 0 1 0 0,0 1-1 0 0,-1 0 1 0 0,1 0 0 0 0,-1 1-1 0 0,0 0 1 0 0,10 6-1 0 0,-14-7-49 0 0,1 0-1 0 0,-1 0 1 0 0,0 0 0 0 0,0 1-1 0 0,0-1 1 0 0,-1 1-1 0 0,1 0 1 0 0,-1 0 0 0 0,1 0-1 0 0,-1 0 1 0 0,0 0-1 0 0,0 0 1 0 0,0 1-1 0 0,-1-1 1 0 0,1 1 0 0 0,-1-1-1 0 0,0 1 1 0 0,1-1-1 0 0,-2 1 1 0 0,1 0 0 0 0,0 0-1 0 0,-1-1 1 0 0,0 1-1 0 0,0 0 1 0 0,0 0 0 0 0,0 0-1 0 0,-1-1 1 0 0,1 1-1 0 0,-2 4 1 0 0,-2 4 96 0 0,0 0 1 0 0,-1-1-1 0 0,-1 0 0 0 0,1 1 1 0 0,-2-2-1 0 0,1 1 1 0 0,-2-1-1 0 0,1 0 0 0 0,-1-1 1 0 0,-12 11-1 0 0,-11 9 776 0 0,-55 39 0 0 0,-126 65 2872 0 0,142-92-2207 0 0,69-40-1554 0 0,1-1 1 0 0,0 0-1 0 0,0 0 0 0 0,-1 0 1 0 0,1 0-1 0 0,0 0 1 0 0,-1 0-1 0 0,1 1 1 0 0,0-1-1 0 0,0 0 0 0 0,-1 0 1 0 0,1 0-1 0 0,0 1 1 0 0,0-1-1 0 0,-1 0 0 0 0,1 0 1 0 0,0 1-1 0 0,0-1 1 0 0,0 0-1 0 0,0 1 1 0 0,-1-1-1 0 0,1 0 0 0 0,0 0 1 0 0,0 1-1 0 0,0-1 1 0 0,0 0-1 0 0,0 1 1 0 0,0-1-1 0 0,0 0 0 0 0,0 1 1 0 0,0-1-1 0 0,0 0 1 0 0,0 1-1 0 0,0-1 0 0 0,0 0 1 0 0,0 1-1 0 0,0-1 1 0 0,0 0-1 0 0,0 1 1 0 0,0-1-1 0 0,1 0 0 0 0,-1 1 1 0 0,0-1-1 0 0,0 0 1 0 0,0 0-1 0 0,0 1 1 0 0,1-1-1 0 0,-1 0 0 0 0,0 0 1 0 0,0 1-1 0 0,1-1 1 0 0,-1 0-1 0 0,0 0 0 0 0,0 0 1 0 0,1 0-1 0 0,-1 1 1 0 0,0-1-1 0 0,1 0 1 0 0,-1 0-1 0 0,0 0 0 0 0,1 0 1 0 0,-1 0-1 0 0,0 0 1 0 0,1 0-1 0 0,-1 0 1 0 0,1 0-1 0 0,22 7 154 0 0,43-3-67 0 0,0-3 0 0 0,124-14 0 0 0,-127 8-86 0 0,161-18-133 0 0,-77 2-3992 0 0,-135 18 3218 0 0</inkml:trace>
</inkml:ink>
</file>

<file path=ppt/ink/ink2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46.2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193 60 1360 0 0,'-2'-1'2080'0'0,"-5"-3"-278"0"0,1 0-1 0 0,0-1 0 0 0,0 0 1 0 0,1 0-1 0 0,-7-7 1 0 0,11 11-1442 0 0,11-13 353 0 0,-5 12-681 0 0,1 1-1 0 0,-1-1 1 0 0,1 1-1 0 0,0 0 1 0 0,0 0 0 0 0,-1 0-1 0 0,1 1 1 0 0,0 0-1 0 0,0 0 1 0 0,0 1 0 0 0,0 0-1 0 0,-1 0 1 0 0,1 0-1 0 0,0 0 1 0 0,-1 1 0 0 0,1 0-1 0 0,-1 0 1 0 0,1 1-1 0 0,-1-1 1 0 0,0 1 0 0 0,0 0-1 0 0,8 7 1 0 0,-9-7-23 0 0,0 0 0 0 0,0 0 0 0 0,0 0 1 0 0,-1 1-1 0 0,1 0 0 0 0,-1-1 0 0 0,0 1 0 0 0,0 0 1 0 0,0 1-1 0 0,-1-1 0 0 0,1 0 0 0 0,-1 1 1 0 0,0-1-1 0 0,0 1 0 0 0,-1 0 0 0 0,0 0 0 0 0,1-1 1 0 0,-1 1-1 0 0,-1 0 0 0 0,1 0 0 0 0,-1 0 1 0 0,0 0-1 0 0,0 0 0 0 0,0 0 0 0 0,-1 0 0 0 0,0 0 1 0 0,-1 6-1 0 0,-2-2 27 0 0,1-1 1 0 0,-1 0-1 0 0,-1 0 0 0 0,0 0 1 0 0,0-1-1 0 0,0 1 0 0 0,-11 9 1 0 0,-4 3 182 0 0,-25 19 1 0 0,-10 8 713 0 0,46-39-713 0 0,8-8-214 0 0,1 0 0 0 0,0 0 0 0 0,-1 0 0 0 0,1 1 0 0 0,-1-1 0 0 0,1 0 0 0 0,0 0-1 0 0,-1 0 1 0 0,1 1 0 0 0,0-1 0 0 0,-1 0 0 0 0,1 1 0 0 0,0-1 0 0 0,-1 0 0 0 0,1 1 0 0 0,0-1-1 0 0,0 0 1 0 0,0 1 0 0 0,-1-1 0 0 0,1 0 0 0 0,0 1 0 0 0,0-1 0 0 0,0 1 0 0 0,0-1 0 0 0,0 0-1 0 0,-1 1 1 0 0,1-1 0 0 0,0 1 0 0 0,0-1 0 0 0,0 1 0 0 0,0-1 0 0 0,0 0 0 0 0,0 1 0 0 0,1-1-1 0 0,-1 1 1 0 0,0-1 0 0 0,0 1 0 0 0,0-1 0 0 0,0 0 0 0 0,0 1 0 0 0,1 0 0 0 0,2 0 0 0 0,0 0 0 0 0,0 0 1 0 0,0 0-1 0 0,0 0 0 0 0,0 0 0 0 0,0 0 1 0 0,0-1-1 0 0,1 0 0 0 0,-1 0 1 0 0,0 1-1 0 0,4-2 0 0 0,4 2 2 0 0,16 2 12 0 0,0 1 0 0 0,0 2 0 0 0,-1 0 0 0 0,0 2 0 0 0,0 1-1 0 0,26 13 1 0 0,-49-21 25 0 0,-1 0 0 0 0,0 0 0 0 0,0 1 0 0 0,1-1 0 0 0,-1 0 0 0 0,0 1 0 0 0,0-1 0 0 0,0 1 0 0 0,-1 0 0 0 0,1 0 0 0 0,0 0 0 0 0,-1 0 0 0 0,1 0 0 0 0,-1 0 1 0 0,0 0-1 0 0,1 0 0 0 0,-1 0 0 0 0,0 1 0 0 0,0-1 0 0 0,0 4 0 0 0,0-4 44 0 0,-1 1 1 0 0,0 0-1 0 0,-1 0 1 0 0,1 0 0 0 0,0 0-1 0 0,-1-1 1 0 0,0 1 0 0 0,1 0-1 0 0,-1-1 1 0 0,0 1 0 0 0,-1 0-1 0 0,1-1 1 0 0,0 1-1 0 0,-1-1 1 0 0,-1 3 0 0 0,-4 4 176 0 0,-1 0 0 0 0,1-1 0 0 0,-1-1 0 0 0,-1 1 0 0 0,0-1 0 0 0,1-1 0 0 0,-21 12 0 0 0,8-8-37 0 0,-1 0-1 0 0,-1-1 1 0 0,1-1-1 0 0,-2-1 1 0 0,1-1 0 0 0,-1-1-1 0 0,1-1 1 0 0,-1-1-1 0 0,0-1 1 0 0,0-1-1 0 0,-41-5 1 0 0,62 4-320 0 0,1 0-1 0 0,-1-1 1 0 0,1 1-1 0 0,-1-1 1 0 0,0 0 0 0 0,1 0-1 0 0,-1 0 1 0 0,1 0-1 0 0,-1 0 1 0 0,1 0-1 0 0,0-1 1 0 0,0 1 0 0 0,-3-3-1 0 0,4 3-9 0 0,1 1 0 0 0,-1-1 0 0 0,1 0-1 0 0,0 1 1 0 0,-1-1 0 0 0,1 1 0 0 0,0-1-1 0 0,-1 0 1 0 0,1 1 0 0 0,0-1 0 0 0,0 0-1 0 0,0 1 1 0 0,0-1 0 0 0,0 0 0 0 0,0 1-1 0 0,0-1 1 0 0,0 0 0 0 0,0 1 0 0 0,0-1-1 0 0,0-1 1 0 0,1 0-102 0 0,-1 1-1 0 0,1-1 1 0 0,0 1 0 0 0,0-1-1 0 0,-1 1 1 0 0,1 0-1 0 0,0-1 1 0 0,0 1 0 0 0,1 0-1 0 0,-1 0 1 0 0,0 0 0 0 0,2-2-1 0 0,39-25-6308 0 0,-20 16 1838 0 0,-1-3-1597 0 0</inkml:trace>
</inkml:ink>
</file>

<file path=ppt/ink/ink2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46.7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82 1408 0 0,'14'-13'7407'0'0,"-12"11"-6481"0"0,1 1 0 0 0,2-1-1 0 0,5 4-594 0 0,0 1 0 0 0,0 0 1 0 0,0 1-1 0 0,0 0 0 0 0,-1 1 0 0 0,1 0 0 0 0,-1 0 0 0 0,13 11 0 0 0,-15-11-213 0 0,0 1 0 0 0,0 0 0 0 0,0 0-1 0 0,-1 1 1 0 0,0 0 0 0 0,0 0 0 0 0,-1 0 0 0 0,0 1 0 0 0,0 0 0 0 0,6 14 0 0 0,-9-18-42 0 0,-1 0 1 0 0,0 0 0 0 0,0 0-1 0 0,-1 0 1 0 0,1 1-1 0 0,-1-1 1 0 0,0 0 0 0 0,0 1-1 0 0,-1-1 1 0 0,1 0-1 0 0,-1 0 1 0 0,0 1-1 0 0,0-1 1 0 0,0 0 0 0 0,0 0-1 0 0,-4 6 1 0 0,2-4 108 0 0,0 0 1 0 0,-1 0 0 0 0,0-1 0 0 0,0 1-1 0 0,-1-1 1 0 0,0 0 0 0 0,1 0-1 0 0,-2-1 1 0 0,-6 6 0 0 0,11-9-158 0 0,0-1 0 0 0,0 1 0 0 0,-1 0 0 0 0,1-1 0 0 0,0 1 0 0 0,0-1 0 0 0,0 0 0 0 0,0 1 1 0 0,-1-1-1 0 0,1 0 0 0 0,0 0 0 0 0,0 0 0 0 0,-1 0 0 0 0,1 0 0 0 0,0 0 0 0 0,0 0 0 0 0,-1 0 0 0 0,1 0 1 0 0,0 0-1 0 0,0-1 0 0 0,-3 0 0 0 0,3 0-45 0 0,0 1 22 0 0,1-1-1 0 0,-1 1 1 0 0,0 0 0 0 0,1-1-1 0 0,-1 0 1 0 0,1 1 0 0 0,0-1-1 0 0,-1 1 1 0 0,1-1 0 0 0,-1 1 0 0 0,1-1-1 0 0,0 0 1 0 0,-1 1 0 0 0,1-1-1 0 0,0 0 1 0 0,0 0 0 0 0,0 1-1 0 0,0-1 1 0 0,-1 0 0 0 0,1 1-1 0 0,0-1 1 0 0,0 0 0 0 0,0 0-1 0 0,0 1 1 0 0,1-1 0 0 0,-1 0-1 0 0,0 1 1 0 0,0-1 0 0 0,0 0-1 0 0,0 1 1 0 0,1-1 0 0 0,0-1-1 0 0,8-22 9 0 0,0 8-27 0 0,1 0 1 0 0,1 1-1 0 0,1 0 1 0 0,24-25-1 0 0,64-47-30 0 0,-29 27 26 0 0,-53 46 15 0 0,14-13-4 0 0,-32 27 10 0 0,-5 2 11 0 0,1 0 0 0 0,0 1-1 0 0,0 0 1 0 0,1 0 0 0 0,-1 0 0 0 0,0 0 0 0 0,1 0-1 0 0,0 1 1 0 0,0 0 0 0 0,-5 7 0 0 0,-3 3 129 0 0,4-5-44 0 0,0 0-1 0 0,0 0 1 0 0,1 0 0 0 0,0 1 0 0 0,1 0-1 0 0,0 0 1 0 0,1 1 0 0 0,0-1 0 0 0,-5 20-1 0 0,8-25-80 0 0,0 0 0 0 0,1 1 0 0 0,-1-1 0 0 0,1 0 0 0 0,0 1 0 0 0,0-1-1 0 0,1 1 1 0 0,0-1 0 0 0,0 0 0 0 0,0 1 0 0 0,0-1 0 0 0,1 0-1 0 0,0 0 1 0 0,0 0 0 0 0,1 0 0 0 0,-1 0 0 0 0,1-1 0 0 0,0 1 0 0 0,0-1-1 0 0,0 1 1 0 0,1-1 0 0 0,4 4 0 0 0,3 1-112 0 0,1 0 0 0 0,0-1 0 0 0,0 0 0 0 0,1-1 0 0 0,0 0 0 0 0,0-1-1 0 0,0-1 1 0 0,24 7 0 0 0,-13-6-1496 0 0,0-1-1 0 0,1 0 0 0 0,0-2 0 0 0,31 0 0 0 0,-32-4-2530 0 0,-2-2-1905 0 0</inkml:trace>
</inkml:ink>
</file>

<file path=ppt/ink/ink2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46.9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44 2892 0 0,'-20'-43'15627'0'0,"20"70"-12861"0"0,11 139 1114 0 0,2 23-3935 0 0,-11-176-523 0 0,0-1 1 0 0,1 0-1 0 0,6 17 1 0 0,6 0-3152 0 0,5-6-5056 0 0</inkml:trace>
</inkml:ink>
</file>

<file path=ppt/ink/ink2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47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0 195 400 0 0,'4'-61'16540'0'0,"0"39"-13069"0"0,-3 21-3368 0 0,-1 0 0 0 0,1-1 0 0 0,0 1 0 0 0,0 0 0 0 0,-1-1 0 0 0,1 1 0 0 0,0 0 0 0 0,0 0 0 0 0,1 0 0 0 0,-1 0 0 0 0,0 0 0 0 0,0 0 0 0 0,0 0 0 0 0,1 0 0 0 0,-1 0 0 0 0,3-1 0 0 0,23-8 371 0 0,-22 9-316 0 0,59-17 319 0 0,2 3-1 0 0,68-7 1 0 0,-20 8-3002 0 0,-29 4-2931 0 0,-77 10 2843 0 0,0-1 1824 0 0</inkml:trace>
</inkml:ink>
</file>

<file path=ppt/ink/ink2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47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41 1588 0 0,'-43'-41'17176'0'0,"39"44"-15874"0"0,4-3-1268 0 0,0 0-1 0 0,-1 0 1 0 0,1 0-1 0 0,0 0 1 0 0,0 0-1 0 0,-1 0 1 0 0,1 0-1 0 0,0 0 1 0 0,0 0-1 0 0,0 0 1 0 0,-1 1 0 0 0,1-1-1 0 0,0 0 1 0 0,0 0-1 0 0,-1 0 1 0 0,1 0-1 0 0,0 0 1 0 0,0 1-1 0 0,0-1 1 0 0,0 0-1 0 0,-1 0 1 0 0,1 0-1 0 0,0 0 1 0 0,0 1 0 0 0,0-1-1 0 0,0 0 1 0 0,0 0-1 0 0,0 1 1 0 0,0-1-1 0 0,-1 0 1 0 0,1 0-1 0 0,0 1 1 0 0,0-1-1 0 0,0 0 1 0 0,0 0 0 0 0,0 0-1 0 0,0 1 1 0 0,0-1-1 0 0,0 0 1 0 0,0 1-1 0 0,6 42 1471 0 0,-2 1 0 0 0,-2 0 0 0 0,-3 47-1 0 0,-1-47-2398 0 0,2 0-1 0 0,1 0 0 0 0,11 57 1 0 0,-12-101 879 0 0,12 42-4024 0 0,-11-39 2895 0 0,14 17-6865 0 0</inkml:trace>
</inkml:ink>
</file>

<file path=ppt/ink/ink2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47.9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86 872 0 0,'23'-86'16205'0'0,"-18"100"-14536"0"0,-5 5-1166 0 0,1 1-1 0 0,1 0 0 0 0,1 0 0 0 0,1 0 0 0 0,7 23 0 0 0,-9-35-454 0 0,1-1-1 0 0,0 1 1 0 0,0-1 0 0 0,1 0-1 0 0,-1 0 1 0 0,2 0 0 0 0,-1-1-1 0 0,1 0 1 0 0,0 1-1 0 0,0-2 1 0 0,0 1 0 0 0,1 0-1 0 0,0-1 1 0 0,0 0-1 0 0,1-1 1 0 0,10 7 0 0 0,-10-8-32 0 0,0 0 1 0 0,0 0 0 0 0,0-1-1 0 0,0 0 1 0 0,1 0-1 0 0,-1 0 1 0 0,1-1-1 0 0,-1 0 1 0 0,1-1 0 0 0,13 0-1 0 0,-15-1-16 0 0,0 0-1 0 0,-1-1 0 0 0,1 1 0 0 0,0-1 1 0 0,-1 0-1 0 0,1-1 0 0 0,-1 1 0 0 0,0-1 1 0 0,0 0-1 0 0,0-1 0 0 0,0 1 0 0 0,0-1 1 0 0,-1 0-1 0 0,6-6 0 0 0,6-11 31 0 0,0 0 1 0 0,-2 0-1 0 0,-1-2 0 0 0,19-42 0 0 0,-15 31-15 0 0,-16 32 95 0 0,1 4 69 0 0,-1 1-73 0 0,1 0 0 0 0,0 0-1 0 0,-1 0 1 0 0,0 0-1 0 0,1 0 1 0 0,-1 0 0 0 0,0 0-1 0 0,-1 1 1 0 0,1-1 0 0 0,-1 0-1 0 0,1 1 1 0 0,-1-1-1 0 0,0 6 1 0 0,-6 52 861 0 0,2-34-694 0 0,-19 129 442 0 0,1-15-1278 0 0,16-47-4004 0 0,9-57 179 0 0,4-14-3271 0 0</inkml:trace>
</inkml:ink>
</file>

<file path=ppt/ink/ink2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48.3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0 175 1008 0 0,'2'-9'2076'0'0,"-1"2"-511"0"0,1-1 0 0 0,0 1-1 0 0,0 1 1 0 0,0-1 0 0 0,6-11-1 0 0,-6 16-1351 0 0,-1 0 0 0 0,1 0 0 0 0,0 0 0 0 0,0 0 0 0 0,0 0-1 0 0,0 0 1 0 0,0 0 0 0 0,0 0 0 0 0,1 1 0 0 0,-1-1 0 0 0,1 1-1 0 0,-1 0 1 0 0,1 0 0 0 0,-1 0 0 0 0,1 0 0 0 0,0 0 0 0 0,-1 0-1 0 0,5 0 1 0 0,1 0-52 0 0,0 1 0 0 0,0 0-1 0 0,0 0 1 0 0,-1 1 0 0 0,1 0-1 0 0,0 0 1 0 0,0 1 0 0 0,-1 0 0 0 0,1 0-1 0 0,-1 0 1 0 0,1 1 0 0 0,9 6-1 0 0,-11-6-99 0 0,0 0 0 0 0,0 1-1 0 0,0 0 1 0 0,0 0-1 0 0,-1 0 1 0 0,0 1 0 0 0,0 0-1 0 0,0 0 1 0 0,0 0-1 0 0,-1 1 1 0 0,0 0 0 0 0,0-1-1 0 0,0 1 1 0 0,3 8-1 0 0,-6-9 3 0 0,0-1-1 0 0,0 1 0 0 0,0-1 0 0 0,0 1 1 0 0,-1-1-1 0 0,0 1 0 0 0,0-1 0 0 0,0 1 1 0 0,0-1-1 0 0,-1 1 0 0 0,0-1 0 0 0,0 1 1 0 0,0-1-1 0 0,0 0 0 0 0,-1 1 0 0 0,0-1 1 0 0,0 0-1 0 0,0 0 0 0 0,0 0 0 0 0,-1 0 1 0 0,1 0-1 0 0,-6 4 0 0 0,-1 3 159 0 0,0-1 1 0 0,-1-1-1 0 0,0 0 0 0 0,-1 0 0 0 0,0-1 0 0 0,-12 7 1 0 0,21-15-205 0 0,0 1 1 0 0,0 0-1 0 0,0-1 1 0 0,0 1-1 0 0,0-1 1 0 0,0 0-1 0 0,0 0 1 0 0,0 1 0 0 0,0-1-1 0 0,-3-1 1 0 0,4 1-16 0 0,1 0 1 0 0,-1 0 0 0 0,1 0 0 0 0,-1 0 0 0 0,0 0 0 0 0,1 0 0 0 0,-1 0 0 0 0,1 0-1 0 0,-1 0 1 0 0,1-1 0 0 0,-1 1 0 0 0,1 0 0 0 0,-1 0 0 0 0,1 0 0 0 0,-1-1 0 0 0,1 1-1 0 0,0 0 1 0 0,-1-1 0 0 0,1 1 0 0 0,-1 0 0 0 0,1-1 0 0 0,0 1 0 0 0,-1-1 0 0 0,1 1-1 0 0,0-1 1 0 0,-1 1 0 0 0,1 0 0 0 0,0-1 0 0 0,0 1 0 0 0,-1-1 0 0 0,1 1 0 0 0,0-1-1 0 0,0 1 1 0 0,0-1 0 0 0,0 0 0 0 0,0 1 0 0 0,0-1 0 0 0,0 1 0 0 0,0-1 0 0 0,0 1-1 0 0,0-1 1 0 0,0 1 0 0 0,0-2 0 0 0,4-9-4 0 0,1 0 1 0 0,0 0-1 0 0,1 0 1 0 0,0 1-1 0 0,1-1 0 0 0,0 2 1 0 0,0-1-1 0 0,11-10 1 0 0,80-71-145 0 0,-55 54 95 0 0,53-51-36 0 0,-95 87 80 0 0,0 0 1 0 0,-1 0-1 0 0,1 0 1 0 0,0 0-1 0 0,0 0 0 0 0,-1 0 1 0 0,1 0-1 0 0,-1 0 0 0 0,1 0 1 0 0,-1 0-1 0 0,1 0 1 0 0,-1 0-1 0 0,0 0 0 0 0,1 0 1 0 0,-1-2-1 0 0,0 3 5 0 0,0-1 0 0 0,0 1 0 0 0,0 0-1 0 0,0-1 1 0 0,0 1 0 0 0,0-1 0 0 0,0 1 0 0 0,-1 0 0 0 0,1-1-1 0 0,0 1 1 0 0,0 0 0 0 0,0-1 0 0 0,0 1 0 0 0,0 0 0 0 0,-1 0-1 0 0,1-1 1 0 0,0 1 0 0 0,0 0 0 0 0,-1-1 0 0 0,1 1 0 0 0,0 0 0 0 0,0 0-1 0 0,-1 0 1 0 0,1-1 0 0 0,0 1 0 0 0,-1 0 0 0 0,1 0 0 0 0,0 0-1 0 0,-1 0 1 0 0,1 0 0 0 0,0-1 0 0 0,-1 1 0 0 0,1 0 0 0 0,0 0-1 0 0,-1 0 1 0 0,1 0 0 0 0,0 0 0 0 0,-1 0 0 0 0,1 0 0 0 0,-1 0-1 0 0,1 0 1 0 0,0 0 0 0 0,-1 1 0 0 0,1-1 0 0 0,0 0 0 0 0,-1 0-1 0 0,1 0 1 0 0,0 0 0 0 0,-1 0 0 0 0,1 1 0 0 0,0-1 0 0 0,0 0-1 0 0,-1 1 1 0 0,-10 3-5 0 0,1 2 0 0 0,0-1-1 0 0,0 1 1 0 0,1 1 0 0 0,0 0-1 0 0,0 0 1 0 0,0 0-1 0 0,1 1 1 0 0,-13 17 0 0 0,15-19 16 0 0,1 1 1 0 0,1-1-1 0 0,-1 1 1 0 0,1 0 0 0 0,1 0-1 0 0,-1 0 1 0 0,1 0 0 0 0,0 1-1 0 0,1 0 1 0 0,0-1-1 0 0,0 1 1 0 0,0 0 0 0 0,1 0-1 0 0,1 0 1 0 0,-1 11-1 0 0,2-14 2 0 0,1 0 0 0 0,-1 1 0 0 0,1-1 0 0 0,0 0 0 0 0,0 0 0 0 0,1 0 0 0 0,-1-1 0 0 0,1 1 0 0 0,0-1 0 0 0,0 1 0 0 0,1-1 0 0 0,-1 0 0 0 0,1 0 1 0 0,0 0-1 0 0,0-1 0 0 0,0 0 0 0 0,7 4 0 0 0,8 6-465 0 0,1-1 0 0 0,35 14 1 0 0,-48-23 134 0 0,52 20-3288 0 0,-19-14-3772 0 0,-20-6-256 0 0</inkml:trace>
</inkml:ink>
</file>

<file path=ppt/ink/ink2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48.6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29 496 0 0,'5'-16'8358'0'0,"-2"12"-7430"0"0,1 3-458 0 0,1-1 1 0 0,0 0-1 0 0,0 1 0 0 0,1 0 0 0 0,-1 1 0 0 0,0-1 0 0 0,0 1 0 0 0,0 0 0 0 0,11 1 1 0 0,0 1 233 0 0,1 0 0 0 0,17 6 1 0 0,-22-4-488 0 0,0 0 0 0 0,0 0 0 0 0,0 1-1 0 0,0 1 1 0 0,-1 0 0 0 0,0 1 0 0 0,0 0 0 0 0,-1 0 0 0 0,12 11 0 0 0,-18-14-89 0 0,0 0 0 0 0,0 0 1 0 0,0 0-1 0 0,-1 1 0 0 0,0-1 1 0 0,0 1-1 0 0,0 0 0 0 0,0 0 0 0 0,-1 0 1 0 0,0 0-1 0 0,0 1 0 0 0,0-1 1 0 0,0 0-1 0 0,-1 1 0 0 0,0 0 0 0 0,0-1 1 0 0,-1 1-1 0 0,0-1 0 0 0,1 1 1 0 0,-2 0-1 0 0,1-1 0 0 0,-1 1 0 0 0,-1 5 1 0 0,-2 2 316 0 0,-1 0 0 0 0,0 0 0 0 0,0-1 0 0 0,-2 0 0 0 0,1 0 0 0 0,-10 12 0 0 0,-54 63 2155 0 0,49-62-2036 0 0,21-25-559 0 0,0 1 1 0 0,0-1-1 0 0,-1 1 0 0 0,1-1 1 0 0,0 0-1 0 0,0 1 1 0 0,0-1-1 0 0,0 0 0 0 0,0 1 1 0 0,0-1-1 0 0,0 1 0 0 0,0-1 1 0 0,0 0-1 0 0,0 1 1 0 0,0-1-1 0 0,1 0 0 0 0,-1 1 1 0 0,0-1-1 0 0,0 1 0 0 0,0-1 1 0 0,0 0-1 0 0,1 1 1 0 0,-1-1-1 0 0,0 0 0 0 0,0 0 1 0 0,0 1-1 0 0,1-1 0 0 0,-1 0 1 0 0,0 1-1 0 0,1-1 1 0 0,-1 0-1 0 0,0 0 0 0 0,1 0 1 0 0,-1 1-1 0 0,0-1 0 0 0,1 0 1 0 0,-1 0-1 0 0,0 0 1 0 0,1 0-1 0 0,-1 0 0 0 0,0 0 1 0 0,1 1-1 0 0,-1-1 0 0 0,1 0 1 0 0,-1 0-1 0 0,0 0 1 0 0,1 0-1 0 0,16 3-28 0 0,15-2-1021 0 0,1-1 0 0 0,-1-2 0 0 0,1-1 0 0 0,55-13 0 0 0,-79 14 734 0 0,101-23-4665 0 0,-38 4-1556 0 0,-12 1-2388 0 0</inkml:trace>
</inkml:ink>
</file>

<file path=ppt/ink/ink2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49.2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353 81 1072 0 0,'-117'-80'16146'0'0,"121"80"-15829"0"0,20 5-76 0 0,0 0 0 0 0,0 2 0 0 0,-1 1 0 0 0,28 13 1 0 0,-21-9-157 0 0,152 63 168 0 0,-181-75-231 0 0,0 0-1 0 0,0 1 1 0 0,0-1 0 0 0,1 1 0 0 0,-1-1-1 0 0,0 1 1 0 0,0 0 0 0 0,0-1-1 0 0,0 1 1 0 0,0 0 0 0 0,-1 0 0 0 0,1 0-1 0 0,0-1 1 0 0,0 1 0 0 0,0 0-1 0 0,-1 0 1 0 0,1 0 0 0 0,0 0-1 0 0,-1 0 1 0 0,1 1 0 0 0,-1-1 0 0 0,1 2-1 0 0,-1-1 15 0 0,0-1 1 0 0,0 0-1 0 0,-1 1 0 0 0,1-1 0 0 0,0 0 1 0 0,-1 0-1 0 0,1 1 0 0 0,-1-1 0 0 0,1 0 1 0 0,-1 0-1 0 0,0 0 0 0 0,1 1 0 0 0,-1-1 0 0 0,0 0 1 0 0,0 0-1 0 0,-2 1 0 0 0,-4 5 125 0 0,0-1 0 0 0,-1-1 0 0 0,0 1 1 0 0,-10 4-1 0 0,17-9-158 0 0,-249 115 958 0 0,-10 6-1666 0 0,227-99-1325 0 0,18-4-2099 0 0</inkml:trace>
</inkml:ink>
</file>

<file path=ppt/ink/ink2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49.4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40 1976 0 0,'115'-39'19798'0'0,"-113"40"-19080"0"0,-2-1-694 0 0,1 0 0 0 0,-1 0-1 0 0,0 0 1 0 0,0 0-1 0 0,1 0 1 0 0,-1 0 0 0 0,0 0-1 0 0,0 0 1 0 0,1 0-1 0 0,-1 0 1 0 0,0 0 0 0 0,0 0-1 0 0,0 0 1 0 0,1 0 0 0 0,-1 0-1 0 0,0 0 1 0 0,0 1-1 0 0,0-1 1 0 0,1 0 0 0 0,-1 0-1 0 0,0 0 1 0 0,0 0-1 0 0,0 0 1 0 0,0 1 0 0 0,1-1-1 0 0,-1 0 1 0 0,0 0-1 0 0,0 0 1 0 0,0 1 0 0 0,0-1-1 0 0,0 0 1 0 0,0 0 0 0 0,0 0-1 0 0,0 1 1 0 0,-79 63 1280 0 0,-41 35-778 0 0,103-82-1567 0 0,1 1-1 0 0,-19 25 1 0 0,26-25-812 0 0,5 8-8341 0 0</inkml:trace>
</inkml:ink>
</file>

<file path=ppt/ink/ink2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49.7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0 167 268 0 0,'126'-161'18770'0'0,"-126"160"-18639"0"0,1 1-1 0 0,-1-1 0 0 0,1 1 0 0 0,0-1 0 0 0,-1 1 0 0 0,1-1 1 0 0,0 1-1 0 0,-1 0 0 0 0,1-1 0 0 0,0 1 0 0 0,0 0 1 0 0,-1 0-1 0 0,1 0 0 0 0,0-1 0 0 0,0 1 0 0 0,0 0 0 0 0,-1 0 1 0 0,1 0-1 0 0,0 0 0 0 0,0 0 0 0 0,-1 0 0 0 0,1 1 1 0 0,0-1-1 0 0,0 0 0 0 0,0 0 0 0 0,-1 0 0 0 0,1 1 0 0 0,0-1 1 0 0,-1 0-1 0 0,1 1 0 0 0,0-1 0 0 0,0 1 0 0 0,-1-1 1 0 0,1 1-1 0 0,-1-1 0 0 0,1 1 0 0 0,-1-1 0 0 0,1 1 0 0 0,-1 0 1 0 0,1-1-1 0 0,0 2 0 0 0,18 26 2202 0 0,-10-6-1646 0 0,-1 1 0 0 0,-1-1 0 0 0,0 1 1 0 0,-2 1-1 0 0,-1-1 0 0 0,2 46 0 0 0,-13 145-771 0 0,1-124-623 0 0,5-72-120 0 0,-1 19-1533 0 0,4 53 0 0 0,0-77 695 0 0,0 1-1 0 0,6 20 0 0 0,-5-25-213 0 0,0 0-1 0 0,1-1 0 0 0,0 1 0 0 0,8 12 0 0 0</inkml:trace>
</inkml:ink>
</file>

<file path=ppt/ink/ink2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50.2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26 174 2804 0 0,'22'-69'10493'0'0,"8"-20"2059"0"0,-29 88-12502 0 0,0 0 0 0 0,0 0 0 0 0,0-1 0 0 0,0 1 0 0 0,0 1 0 0 0,0-1 1 0 0,0 0-1 0 0,0 0 0 0 0,0 0 0 0 0,1 0 0 0 0,-1 1 0 0 0,0-1 0 0 0,1 1 0 0 0,-1-1 0 0 0,0 1 0 0 0,1-1 0 0 0,-1 1 0 0 0,0 0 0 0 0,1 0 1 0 0,1-1-1 0 0,28 0 285 0 0,-13 3-256 0 0,0 0 0 0 0,0 1 0 0 0,0 1 0 0 0,0 0 0 0 0,-1 2 0 0 0,33 14 0 0 0,-42-17-67 0 0,-1 1-1 0 0,1 0 1 0 0,-1 0 0 0 0,0 1-1 0 0,0 0 1 0 0,-1 0 0 0 0,0 0-1 0 0,0 1 1 0 0,0 0 0 0 0,0 0-1 0 0,-1 1 1 0 0,0 0 0 0 0,0-1 0 0 0,-1 2-1 0 0,0-1 1 0 0,0 0 0 0 0,3 12-1 0 0,-5-14 21 0 0,-1 1 0 0 0,0 0-1 0 0,-1-1 1 0 0,1 1 0 0 0,-1 0-1 0 0,0-1 1 0 0,-1 1 0 0 0,1 0-1 0 0,-1-1 1 0 0,0 1 0 0 0,-4 10-1 0 0,1-7 128 0 0,0 0 0 0 0,0 0-1 0 0,-1-1 1 0 0,0 1-1 0 0,0-1 1 0 0,-9 10 0 0 0,-7 3 592 0 0,0 0 0 0 0,-2-1 1 0 0,-35 24-1 0 0,21-19-616 0 0,-73 35-1 0 0,39-23-131 0 0,56-30-3 0 0,15-7 0 0 0,0 0 0 0 0,0 0 0 0 0,1 0 0 0 0,-1 0 0 0 0,0 0 0 0 0,0 0 0 0 0,0 1 0 0 0,0-1 0 0 0,0 0 0 0 0,1 0 0 0 0,-1 0 0 0 0,0 0 0 0 0,0 0 0 0 0,0 0 0 0 0,0 1 0 0 0,0-1 0 0 0,0 0 0 0 0,0 0 0 0 0,0 0 0 0 0,1 0 0 0 0,-1 0 0 0 0,0 1 0 0 0,0-1 0 0 0,0 0 0 0 0,0 0 0 0 0,0 0 0 0 0,0 0 0 0 0,0 1 0 0 0,0-1 0 0 0,0 0 0 0 0,0 0 0 0 0,0 0 0 0 0,0 0 0 0 0,0 1 0 0 0,0-1 0 0 0,0 0 0 0 0,0 0 0 0 0,-1 0 0 0 0,1 0 0 0 0,0 1 0 0 0,0-1 0 0 0,0 0 0 0 0,0 0 0 0 0,0 0 0 0 0,0 0 0 0 0,0 0 0 0 0,0 1 0 0 0,-1-1 0 0 0,1 0 0 0 0,0 0 0 0 0,0 0 0 0 0,0 0 0 0 0,0 0 0 0 0,0 0 0 0 0,-1 0 0 0 0,1 0 0 0 0,0 0 0 0 0,0 0 0 0 0,0 0 0 0 0,-1 1 0 0 0,13 0 0 0 0,41-1 0 0 0,61-8 0 0 0,-46 2 0 0 0,566-49 0 0 0,-613 53 0 0 0,-7-2-109 0 0,-11 3-670 0 0,-23 1-5419 0 0,-33-2-1811 0 0,29 1 2161 0 0,-10-1-3572 0 0</inkml:trace>
</inkml:ink>
</file>

<file path=ppt/ink/ink2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51.9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73 158 608 0 0,'-4'-6'919'0'0,"1"1"0"0"0,0-1 0 0 0,-1 0 0 0 0,2 0 0 0 0,-1 0 0 0 0,1 0 0 0 0,0 0 0 0 0,-2-12 0 0 0,3 16-821 0 0,1-1 0 0 0,0 1-1 0 0,0 0 1 0 0,0 0 0 0 0,0 0 0 0 0,0-1-1 0 0,0 1 1 0 0,1 0 0 0 0,-1 0-1 0 0,1 0 1 0 0,-1 0 0 0 0,1 0 0 0 0,0 0-1 0 0,0 0 1 0 0,0 0 0 0 0,0 0 0 0 0,0 0-1 0 0,0 0 1 0 0,1 0 0 0 0,-1 1 0 0 0,1-1-1 0 0,-1 0 1 0 0,1 1 0 0 0,-1 0 0 0 0,1-1-1 0 0,0 1 1 0 0,0 0 0 0 0,0 0 0 0 0,0 0-1 0 0,2-1 1 0 0,0 0-50 0 0,-1 1 1 0 0,0 0-1 0 0,1 0 0 0 0,-1 0 0 0 0,1 0 0 0 0,0 0 1 0 0,-1 1-1 0 0,1 0 0 0 0,0 0 0 0 0,-1 0 1 0 0,1 0-1 0 0,0 0 0 0 0,-1 1 0 0 0,1-1 1 0 0,0 1-1 0 0,-1 0 0 0 0,5 2 0 0 0,-4-1 4 0 0,0 1 0 0 0,1-1 0 0 0,-1 1 0 0 0,0 0-1 0 0,0 0 1 0 0,-1 0 0 0 0,1 1 0 0 0,-1-1 0 0 0,1 1 0 0 0,-1 0-1 0 0,4 7 1 0 0,-3-4 27 0 0,0 0-1 0 0,0 1 0 0 0,-1-1 0 0 0,0 1 0 0 0,0 0 1 0 0,-1 0-1 0 0,0 0 0 0 0,-1 0 0 0 0,1 0 0 0 0,-1 0 1 0 0,-1 0-1 0 0,0 0 0 0 0,0 1 0 0 0,-1-1 0 0 0,-1 11 1 0 0,-3-4 73 0 0,0-1 0 0 0,0 0 1 0 0,-1-1-1 0 0,-1 1 1 0 0,0-1-1 0 0,-1 0 0 0 0,0-1 1 0 0,-13 14-1 0 0,-9 8 434 0 0,-49 39 0 0 0,52-48-246 0 0,15-16-130 0 0,13-14-7 0 0,20-20-109 0 0,191-148-52 0 0,-135 114-27 0 0,80-77-1 0 0,-150 129-13 0 0,-1 0-1 0 0,0 0 0 0 0,-1 0 1 0 0,1-1-1 0 0,-1 1 0 0 0,-1-1 1 0 0,7-16-1 0 0,-10 24 1 0 0,-1 0 0 0 0,0-1 1 0 0,0 1-1 0 0,0-1 0 0 0,1 1 0 0 0,-1-1 0 0 0,0 1 0 0 0,0-1 1 0 0,0 1-1 0 0,0-1 0 0 0,0 1 0 0 0,0-1 0 0 0,0 1 1 0 0,0-1-1 0 0,0 1 0 0 0,0-1 0 0 0,0 1 0 0 0,0-1 1 0 0,0 1-1 0 0,-1-1 0 0 0,1 1 0 0 0,0-1 0 0 0,0 1 0 0 0,0-1 1 0 0,-1 1-1 0 0,1 0 0 0 0,0-1 0 0 0,-1 1 0 0 0,1-1 1 0 0,0 1-1 0 0,-1 0 0 0 0,1-1 0 0 0,-1 1 0 0 0,0-1 2 0 0,-1 1-1 0 0,1-1 1 0 0,0 1-1 0 0,-1 0 1 0 0,1 0-1 0 0,0 0 0 0 0,-1 0 1 0 0,1 0-1 0 0,-1 0 1 0 0,1 0-1 0 0,0 0 1 0 0,-2 1-1 0 0,-36 13 42 0 0,26-7-26 0 0,1 2 0 0 0,0-1 0 0 0,0 2 0 0 0,1-1 0 0 0,0 1 0 0 0,-18 23 0 0 0,24-27-10 0 0,0 1 0 0 0,0 0 0 0 0,1 0 0 0 0,0 0 0 0 0,0 0 0 0 0,1 1 0 0 0,-1-1 0 0 0,2 1 0 0 0,-1 0 0 0 0,1 0 0 0 0,1 0 0 0 0,-1 0 1 0 0,1 0-1 0 0,0 9 0 0 0,2-12-8 0 0,-1 0-1 0 0,1 1 1 0 0,0-1 0 0 0,1 0 0 0 0,-1 0 0 0 0,1 0 0 0 0,0 0 0 0 0,0 0 0 0 0,0-1 0 0 0,1 1-1 0 0,0-1 1 0 0,4 7 0 0 0,0-4 22 0 0,-1 0-1 0 0,1 0 1 0 0,0-1 0 0 0,1 0-1 0 0,-1-1 1 0 0,12 7 0 0 0,6 1-767 0 0,1-1 0 0 0,0-1 0 0 0,44 11 1 0 0,-20-11-2083 0 0,-16-6-1818 0 0,-9-3-1128 0 0</inkml:trace>
</inkml:ink>
</file>

<file path=ppt/ink/ink2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52.1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53 372 0 0,'1'-3'2344'0'0,"19"-37"9287"0"0,-19 36-10645 0 0,-1 4-921 0 0,0 0 0 0 0,0 0 0 0 0,0 0 1 0 0,0-1-1 0 0,0 1 0 0 0,0 0 0 0 0,0 0 1 0 0,0-1-1 0 0,0 1 0 0 0,0 0 1 0 0,0 0-1 0 0,0 0 0 0 0,0-1 0 0 0,1 1 1 0 0,-1 0-1 0 0,0 0 0 0 0,0 0 0 0 0,0-1 1 0 0,0 1-1 0 0,0 0 0 0 0,0 0 0 0 0,1 0 1 0 0,-1 0-1 0 0,0-1 0 0 0,0 1 1 0 0,0 0-1 0 0,0 0 0 0 0,1 0 0 0 0,-1 0 1 0 0,0 0-1 0 0,0 0 0 0 0,0 0 0 0 0,1-1 1 0 0,-1 1-1 0 0,0 0 0 0 0,2 1 2 0 0,-1 0 0 0 0,0 0-1 0 0,0 0 1 0 0,1 0-1 0 0,-1 0 1 0 0,0 0 0 0 0,0 0-1 0 0,0 0 1 0 0,0 0-1 0 0,0 1 1 0 0,-1-1 0 0 0,1 0-1 0 0,0 1 1 0 0,-1-1-1 0 0,1 1 1 0 0,0-1 0 0 0,-1 1-1 0 0,1 2 1 0 0,4 34 370 0 0,-4-25-338 0 0,1 90 122 0 0,-2-67-381 0 0,5 50 1 0 0,-3-73-976 0 0,0 0 1 0 0,7 20-1 0 0,-5-24-320 0 0,-1 0 1 0 0,2 0-1 0 0,-1 0 0 0 0,7 9 1 0 0,2-2-4851 0 0</inkml:trace>
</inkml:ink>
</file>

<file path=ppt/ink/ink2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52.3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64 476 0 0,'41'-63'14153'0'0,"-41"64"-14084"0"0,1 0-1 0 0,-1 0 1 0 0,0 0-1 0 0,0 0 1 0 0,0 1-1 0 0,0-1 1 0 0,0 0-1 0 0,0 0 1 0 0,0 0-1 0 0,0 0 0 0 0,0 0 1 0 0,-1 1-1 0 0,1-1 1 0 0,0 0-1 0 0,-1 0 1 0 0,1 0-1 0 0,-1 0 1 0 0,1 0-1 0 0,-2 1 1 0 0,-15 23 402 0 0,10-16-317 0 0,-74 118 936 0 0,48-60-2975 0 0,7 5-6309 0 0,22-60 2963 0 0</inkml:trace>
</inkml:ink>
</file>

<file path=ppt/ink/ink2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52.9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1 141 600 0 0,'0'-9'1060'0'0,"1"0"0"0"0,0 1 0 0 0,1-1-1 0 0,0 1 1 0 0,0-1 0 0 0,1 1 0 0 0,0 0 0 0 0,1 0-1 0 0,4-8 1 0 0,-5 12-848 0 0,-1 0-1 0 0,1 1 1 0 0,0-1-1 0 0,0 1 1 0 0,1 0-1 0 0,-1 0 0 0 0,1 0 1 0 0,0 1-1 0 0,-1-1 1 0 0,1 1-1 0 0,0 0 1 0 0,0 0-1 0 0,0 0 1 0 0,1 0-1 0 0,-1 1 1 0 0,0 0-1 0 0,1 0 0 0 0,-1 0 1 0 0,7 0-1 0 0,-5 0-133 0 0,1 1 0 0 0,0 0-1 0 0,-1 0 1 0 0,1 0-1 0 0,0 1 1 0 0,-1 0-1 0 0,1 0 1 0 0,-1 1-1 0 0,1 0 1 0 0,-1 0 0 0 0,0 1-1 0 0,0-1 1 0 0,0 1-1 0 0,0 1 1 0 0,0-1-1 0 0,-1 1 1 0 0,1 0-1 0 0,7 8 1 0 0,-9-8-20 0 0,0 0 0 0 0,0 1-1 0 0,-1 0 1 0 0,0-1 0 0 0,0 1 0 0 0,0 1-1 0 0,-1-1 1 0 0,1 0 0 0 0,-1 1 0 0 0,0-1 0 0 0,-1 1-1 0 0,1-1 1 0 0,-1 1 0 0 0,-1 0 0 0 0,1 0 0 0 0,-1-1-1 0 0,0 1 1 0 0,0 0 0 0 0,0 0 0 0 0,-1 0 0 0 0,-2 10-1 0 0,-1-3 37 0 0,-1 0 0 0 0,0 0 0 0 0,0 0-1 0 0,-2-1 1 0 0,1 0 0 0 0,-2 0 0 0 0,0-1-1 0 0,0 0 1 0 0,-11 12 0 0 0,-7 3 130 0 0,0 0 1 0 0,-37 26-1 0 0,48-41-62 0 0,24-20-68 0 0,27-20-59 0 0,109-62-34 0 0,78-54 19 0 0,-215 138-20 0 0,1 1 0 0 0,-1-1 1 0 0,0 0-1 0 0,-1-1 0 0 0,1 0 1 0 0,9-14-1 0 0,-17 22-1 0 0,1-1-1 0 0,-1 0 1 0 0,0 1-1 0 0,1-1 1 0 0,-1 0-1 0 0,0 1 1 0 0,1-1-1 0 0,-1 0 1 0 0,0 0-1 0 0,0 1 1 0 0,0-1-1 0 0,0 0 1 0 0,1 1-1 0 0,-1-1 1 0 0,0 0-1 0 0,-1 0 1 0 0,1 1-1 0 0,0-1 1 0 0,0 0-1 0 0,0 0 1 0 0,0 1-1 0 0,0-1 1 0 0,-1 0-1 0 0,1 1 1 0 0,0-1-1 0 0,-1 0 1 0 0,1 1-1 0 0,0-1 1 0 0,-1 0-1 0 0,1 1 0 0 0,-1-1 1 0 0,1 1-1 0 0,-1-1 1 0 0,1 1-1 0 0,-1-1 1 0 0,0 1-1 0 0,1-1 1 0 0,-1 1-1 0 0,1-1 1 0 0,-1 1-1 0 0,0 0 1 0 0,0 0-1 0 0,1-1 1 0 0,-1 1-1 0 0,0 0 1 0 0,1 0-1 0 0,-2-1 1 0 0,-2 0-9 0 0,-1 0 0 0 0,1 1-1 0 0,0-1 1 0 0,0 1 0 0 0,-8-1 0 0 0,3 3 1 0 0,-1 0 0 0 0,0 0 0 0 0,0 1 0 0 0,1 1 0 0 0,0-1 0 0 0,0 1 0 0 0,0 1 0 0 0,0 0 0 0 0,0 0 0 0 0,-9 8 0 0 0,6-4 4 0 0,0 1 1 0 0,1 0-1 0 0,0 1 0 0 0,1 1 0 0 0,-18 24 0 0 0,25-32 5 0 0,0 1 1 0 0,0-1 0 0 0,1 1-1 0 0,-1 0 1 0 0,1 0 0 0 0,0 0-1 0 0,0 1 1 0 0,0-1 0 0 0,1 0-1 0 0,0 1 1 0 0,0-1 0 0 0,1 1-1 0 0,-1-1 1 0 0,1 1 0 0 0,0 0-1 0 0,1-1 1 0 0,-1 1-1 0 0,1-1 1 0 0,0 1 0 0 0,0-1-1 0 0,1 0 1 0 0,0 1 0 0 0,0-1-1 0 0,0 0 1 0 0,0 0 0 0 0,1 0-1 0 0,0-1 1 0 0,0 1 0 0 0,0 0-1 0 0,1-1 1 0 0,-1 0 0 0 0,1 0-1 0 0,7 6 1 0 0,2 0-263 0 0,0 0 0 0 0,1-1 0 0 0,0 0 0 0 0,1-1 0 0 0,0 0 0 0 0,31 10 1 0 0,-25-12-2793 0 0,1 0 1 0 0,32 4 0 0 0,-30-7-3408 0 0</inkml:trace>
</inkml:ink>
</file>

<file path=ppt/ink/ink2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53.3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63 2356 0 0,'-11'-8'4371'0'0,"9"6"-3815"0"0,0 1 1 0 0,0-1 0 0 0,0 1-1 0 0,0-1 1 0 0,0 0 0 0 0,0 0 0 0 0,1 0-1 0 0,-1 0 1 0 0,0 0 0 0 0,1 0 0 0 0,-2-3-1 0 0,3 4-470 0 0,0 0-1 0 0,0 1 0 0 0,0-1 0 0 0,0 0 1 0 0,0 0-1 0 0,0 0 0 0 0,1 0 0 0 0,-1 0 1 0 0,0 1-1 0 0,0-1 0 0 0,1 0 1 0 0,-1 0-1 0 0,0 0 0 0 0,1 1 0 0 0,-1-1 1 0 0,1 0-1 0 0,-1 1 0 0 0,1-1 1 0 0,-1 0-1 0 0,1 1 0 0 0,-1-1 0 0 0,1 0 1 0 0,0 1-1 0 0,-1-1 0 0 0,1 1 0 0 0,0-1 1 0 0,-1 1-1 0 0,1 0 0 0 0,0-1 1 0 0,0 1-1 0 0,1-1 0 0 0,5-1 45 0 0,1 1 0 0 0,-1-1-1 0 0,1 1 1 0 0,0 0 0 0 0,-1 1-1 0 0,1 0 1 0 0,0 0 0 0 0,0 1-1 0 0,-1 0 1 0 0,1 0 0 0 0,-1 1-1 0 0,1-1 1 0 0,11 6 0 0 0,-16-6-79 0 0,0 1 0 0 0,0-1 0 0 0,0 1 1 0 0,0 0-1 0 0,0-1 0 0 0,0 1 0 0 0,-1 1 0 0 0,1-1 1 0 0,-1 0-1 0 0,1 0 0 0 0,-1 1 0 0 0,0 0 1 0 0,0-1-1 0 0,0 1 0 0 0,0 0 0 0 0,-1 0 0 0 0,1 0 1 0 0,-1 0-1 0 0,1 0 0 0 0,-1 0 0 0 0,0 1 1 0 0,-1-1-1 0 0,1 0 0 0 0,0 1 0 0 0,-1-1 0 0 0,0 0 1 0 0,0 1-1 0 0,0-1 0 0 0,0 0 0 0 0,0 1 1 0 0,-1-1-1 0 0,1 0 0 0 0,-1 1 0 0 0,-2 4 0 0 0,-1 5 239 0 0,-1 0 0 0 0,0-1-1 0 0,-2 1 1 0 0,1-1-1 0 0,-16 22 1 0 0,-49 52 1086 0 0,34-45-756 0 0,0 2-12 0 0,37-42-601 0 0,0-1-1 0 0,0 0 1 0 0,0 0-1 0 0,-1 1 1 0 0,1-1-1 0 0,0 0 1 0 0,0 1-1 0 0,0-1 1 0 0,-1 0 0 0 0,1 0-1 0 0,0 1 1 0 0,0-1-1 0 0,0 1 1 0 0,0-1-1 0 0,0 0 1 0 0,0 1-1 0 0,0-1 1 0 0,0 0-1 0 0,0 1 1 0 0,0-1-1 0 0,0 0 1 0 0,0 1 0 0 0,0-1-1 0 0,0 0 1 0 0,0 1-1 0 0,0-1 1 0 0,0 0-1 0 0,1 1 1 0 0,-1-1-1 0 0,0 0 1 0 0,0 1-1 0 0,0-1 1 0 0,1 0-1 0 0,-1 1 1 0 0,0-1-1 0 0,1 0 1 0 0,-1 1 2 0 0,1-1 1 0 0,0 1-1 0 0,0 0 1 0 0,-1-1-1 0 0,1 0 0 0 0,0 1 1 0 0,0-1-1 0 0,0 0 1 0 0,0 1-1 0 0,0-1 0 0 0,0 0 1 0 0,0 0-1 0 0,-1 0 1 0 0,3 0-1 0 0,26-1 22 0 0,0-2 0 0 0,0-1 0 0 0,-1-1 0 0 0,48-16 0 0 0,112-48-2095 0 0,-175 64 1718 0 0,89-42-3894 0 0,-37 12-4212 0 0,-42 21 1334 0 0</inkml:trace>
</inkml:ink>
</file>

<file path=ppt/ink/ink2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53.8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132 110 136 0 0,'-18'-20'4113'0'0,"9"10"-1249"0"0,-1 0 0 0 0,2-1 0 0 0,-15-24 0 0 0,19 28-1977 0 0,-2-6 1083 0 0,7 13-1943 0 0,-1-1 1 0 0,1 1-1 0 0,-1 0 1 0 0,1-1-1 0 0,-1 1 1 0 0,1 0-1 0 0,-1-1 1 0 0,1 1 0 0 0,-1 0-1 0 0,1 0 1 0 0,0 0-1 0 0,-1 0 1 0 0,1-1-1 0 0,-1 1 1 0 0,1 0-1 0 0,-1 0 1 0 0,1 0 0 0 0,0 0-1 0 0,-1 0 1 0 0,1 0-1 0 0,-1 1 1 0 0,1-1-1 0 0,0 0 1 0 0,-1 0-1 0 0,1 0 1 0 0,-1 0 0 0 0,2 1-1 0 0,113 24 317 0 0,169 58 1 0 0,-246-70-332 0 0,-10-5 1 0 0,-1 2 0 0 0,1 1-1 0 0,50 28 1 0 0,-77-39-9 0 0,0 1 1 0 0,0 0-1 0 0,0 0 1 0 0,0-1-1 0 0,-1 1 0 0 0,1 0 1 0 0,0 0-1 0 0,0 0 1 0 0,-1 0-1 0 0,1 0 1 0 0,0 0-1 0 0,-1 0 0 0 0,1 0 1 0 0,-1 0-1 0 0,1 0 1 0 0,-1 0-1 0 0,0 0 1 0 0,1 0-1 0 0,-1 0 0 0 0,0 1 1 0 0,0-1-1 0 0,0 0 1 0 0,0 0-1 0 0,0 0 1 0 0,0 0-1 0 0,0 1 0 0 0,0-1 1 0 0,0 0-1 0 0,-1 0 1 0 0,1 0-1 0 0,0 0 1 0 0,-1 0-1 0 0,1 0 1 0 0,-1 0-1 0 0,1 0 0 0 0,-1 0 1 0 0,0 0-1 0 0,1 0 1 0 0,-1 0-1 0 0,0 0 1 0 0,0 0-1 0 0,-1 1 0 0 0,-3 4 55 0 0,-1-1-1 0 0,1 1 1 0 0,-1-1-1 0 0,-13 8 1 0 0,-41 21 214 0 0,-1-2 0 0 0,-99 36 1 0 0,19-9-118 0 0,104-43-226 0 0,-50 25 157 0 0,76-35-546 0 0,0 0 1 0 0,1 1-1 0 0,0 1 0 0 0,0 0 0 0 0,-12 13 1 0 0,21-20 225 0 0,0 0 1 0 0,0 0 0 0 0,0 0 0 0 0,0 1 0 0 0,0-1-1 0 0,0 0 1 0 0,1 1 0 0 0,-1-1 0 0 0,1 1-1 0 0,-1-1 1 0 0,1 0 0 0 0,-1 1 0 0 0,1-1-1 0 0,0 1 1 0 0,0 0 0 0 0,0-1 0 0 0,0 3-1 0 0,0-3-214 0 0,0 0-1 0 0,0 1 1 0 0,1-1-1 0 0,-1 0 1 0 0,1 0-1 0 0,-1 0 1 0 0,1 0-1 0 0,-1 0 1 0 0,6 6-2233 0 0</inkml:trace>
</inkml:ink>
</file>

<file path=ppt/ink/ink2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54.1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347 28 1428 0 0,'58'-27'16500'0'0,"-60"27"-15909"0"0,-97 34 1145 0 0,-51 20-724 0 0,127-44-1939 0 0,0 1 1 0 0,1 1 0 0 0,0 1-1 0 0,-24 19 1 0 0,29-17-1557 0 0</inkml:trace>
</inkml:ink>
</file>

<file path=ppt/ink/ink2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5:54.5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414 87 1444 0 0,'72'-86'12567'0'0,"-78"87"-12119"0"0,0 0 0 0 0,0 1 0 0 0,-1 0 0 0 0,1 1 0 0 0,0-1 0 0 0,1 1 0 0 0,-1 0 0 0 0,0 1 0 0 0,1-1 0 0 0,-9 9 0 0 0,3-4 25 0 0,-38 28 344 0 0,1 3 0 0 0,2 1 0 0 0,2 3 0 0 0,-70 88 0 0 0,107-122-743 0 0,0 2 0 0 0,0-1 0 0 0,1 0 0 0 0,0 1 0 0 0,1 1 0 0 0,0-1 0 0 0,1 0 0 0 0,-5 21 0 0 0,8-27-52 0 0,0-1 0 0 0,1 1 0 0 0,-1 0 0 0 0,1-1-1 0 0,0 1 1 0 0,0 0 0 0 0,1-1 0 0 0,-1 1 0 0 0,1 0 0 0 0,0-1 0 0 0,0 1-1 0 0,1-1 1 0 0,0 1 0 0 0,-1-1 0 0 0,1 0 0 0 0,1 0 0 0 0,-1 0 0 0 0,0 0 0 0 0,1 0-1 0 0,0 0 1 0 0,0-1 0 0 0,0 1 0 0 0,1-1 0 0 0,-1 0 0 0 0,5 3 0 0 0,4 2 13 0 0,1 0 1 0 0,0-1-1 0 0,1-1 1 0 0,-1 0-1 0 0,1-1 1 0 0,0 0 0 0 0,1-1-1 0 0,-1-1 1 0 0,1 0-1 0 0,16 0 1 0 0,-1-1 103 0 0,1-1 0 0 0,-1-2 0 0 0,59-9-1 0 0,-68 7 44 0 0,-1-2 0 0 0,0 0-1 0 0,0-1 1 0 0,0-2-1 0 0,0 0 1 0 0,-1 0 0 0 0,-1-2-1 0 0,20-13 1 0 0,-30 17-151 0 0,0 1 1 0 0,-1-1-1 0 0,0 0 1 0 0,0-1-1 0 0,-1 1 1 0 0,0-1-1 0 0,0-1 0 0 0,0 1 1 0 0,-1-1-1 0 0,0 0 1 0 0,-1 0-1 0 0,0-1 1 0 0,0 1-1 0 0,-1-1 1 0 0,0 0-1 0 0,0 0 0 0 0,-1 0 1 0 0,0 0-1 0 0,-1 0 1 0 0,1-15-1 0 0,-2 15-26 0 0,-1 0-1 0 0,0 0 1 0 0,0 0-1 0 0,-1 0 1 0 0,0 1-1 0 0,0-1 0 0 0,-1 1 1 0 0,0-1-1 0 0,-1 1 1 0 0,-9-15-1 0 0,6 12-15 0 0,-1 1-1 0 0,0-1 0 0 0,-1 2 1 0 0,0-1-1 0 0,-1 1 0 0 0,-18-14 1 0 0,3 7-10 0 0,-1 1 1 0 0,0 1-1 0 0,-1 2 0 0 0,0 0 1 0 0,-54-14-1 0 0,50 17-448 0 0,-1 2 1 0 0,0 2-1 0 0,-51-3 0 0 0,65 8-869 0 0,-1 0 1 0 0,1 1-1 0 0,-1 1 1 0 0,1 1 0 0 0,0 0-1 0 0,0 2 1 0 0,-29 10-1 0 0,18-4-3834 0 0,4-1-2494 0 0</inkml:trace>
</inkml:ink>
</file>

<file path=ppt/ink/ink2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6:10.8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486 8 68 0 0,'0'0'89'0'0,"0"-1"-1"0"0,0 1 1 0 0,-1-1 0 0 0,1 1-1 0 0,0 0 1 0 0,0-1 0 0 0,-1 1-1 0 0,1-1 1 0 0,0 1 0 0 0,-1 0-1 0 0,1-1 1 0 0,-1 1-1 0 0,1 0 1 0 0,0 0 0 0 0,-1-1-1 0 0,1 1 1 0 0,-1 0 0 0 0,1 0-1 0 0,-1 0 1 0 0,1-1 0 0 0,-1 1-1 0 0,1 0 1 0 0,-1 0 0 0 0,1 0-1 0 0,-1 0 1 0 0,1 0 0 0 0,-1 0-1 0 0,0 0 1 0 0,-106 56-710 0 0,-50 8 351 0 0,25-12 112 0 0,80-28-365 0 0,26-12 140 0 0</inkml:trace>
</inkml:ink>
</file>

<file path=ppt/ink/ink2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6:11.9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1043 1296 0 0,'-2'0'2552'0'0,"1"0"-2518"0"0,-1 0 161 0 0,1 0 0 0 0,-1 0 0 0 0,0 0 0 0 0,1 1-1 0 0,-1-1 1 0 0,0 0 0 0 0,1 1 0 0 0,-1 0 0 0 0,0-1-1 0 0,1 1 1 0 0,-1 0 0 0 0,1 0 0 0 0,-1 0-1 0 0,1 0 1 0 0,0 0 0 0 0,-1 0 0 0 0,1 0 0 0 0,0 0-1 0 0,0 0 1 0 0,0 1 0 0 0,-1-1 0 0 0,2 0-1 0 0,-1 1 1 0 0,0-1 0 0 0,-1 3 0 0 0,-1 2-67 0 0,1 1 0 0 0,0 0 1 0 0,0-1-1 0 0,1 1 0 0 0,-2 7 0 0 0,3-12-70 0 0,1 10 39 0 0,-1-11-94 0 0,0-1 0 0 0,0 0-1 0 0,0 0 1 0 0,0 1 0 0 0,0-1 0 0 0,0 0-1 0 0,0 1 1 0 0,0-1 0 0 0,1 0 0 0 0,-1 1 0 0 0,0-1-1 0 0,0 0 1 0 0,0 0 0 0 0,0 1 0 0 0,0-1-1 0 0,1 0 1 0 0,-1 0 0 0 0,0 1 0 0 0,0-1 0 0 0,0 0-1 0 0,1 0 1 0 0,-1 0 0 0 0,0 1 0 0 0,0-1-1 0 0,1 0 1 0 0,-1 0 0 0 0,0 0 0 0 0,0 0-1 0 0,1 0 1 0 0,-1 1 0 0 0,0-1 0 0 0,1 0 0 0 0,-1 0-1 0 0,0 0 1 0 0,1 0 0 0 0,-1 0 0 0 0,0 0-1 0 0,0 0 1 0 0,1 0 0 0 0,-1 0 0 0 0,1 0 0 0 0,7-5 6 0 0,-1 0 0 0 0,1 0 1 0 0,-1-1-1 0 0,0 0 1 0 0,0 0-1 0 0,-1-1 0 0 0,9-10 1 0 0,39-59 90 0 0,-35 46-59 0 0,187-300 272 0 0,-27 40-394 0 0,-121 203 96 0 0,87-96 1 0 0,-136 173-28 0 0,-1 0 0 0 0,2 1 0 0 0,-1 0 0 0 0,1 1 0 0 0,1 0 0 0 0,-1 1 0 0 0,1 0 0 0 0,13-6 0 0 0,-23 13 8 0 0,0 0 1 0 0,1-1-1 0 0,-1 1 0 0 0,0 0 1 0 0,0 0-1 0 0,0 0 0 0 0,0 0 1 0 0,1 0-1 0 0,-1 0 1 0 0,0 0-1 0 0,0 0 0 0 0,0 0 1 0 0,0 0-1 0 0,1 1 0 0 0,-1-1 1 0 0,0 0-1 0 0,0 1 0 0 0,0-1 1 0 0,0 1-1 0 0,0-1 0 0 0,0 1 1 0 0,0 0-1 0 0,0 0 1 0 0,0-1-1 0 0,0 1 0 0 0,0 0 1 0 0,-1 0-1 0 0,1 0 0 0 0,0 0 1 0 0,1 1-1 0 0,0 1 1 0 0,0 0 0 0 0,-1 1-1 0 0,1-1 1 0 0,0 0 0 0 0,-1 0 0 0 0,0 1-1 0 0,0-1 1 0 0,1 5 0 0 0,0 11 43 0 0,0-1 0 0 0,-2 1 0 0 0,0 0 0 0 0,-6 33 0 0 0,-20 75 7 0 0,19-94-17 0 0,-48 175-61 0 0,22-89-90 0 0,-22 156 0 0 0,35-122-3193 0 0,19-151 2598 0 0,-9-6-2619 0 0,5-2 2883 0 0</inkml:trace>
</inkml:ink>
</file>

<file path=ppt/ink/ink2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6:12.6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389 369 1608 0 0,'-12'-22'535'0'0,"0"1"-1"0"0,-1 1 0 0 0,-1 0 1 0 0,-1 1-1 0 0,-21-21 0 0 0,29 33-339 0 0,0 0 0 0 0,0 1 0 0 0,-1 1-1 0 0,0-1 1 0 0,0 1 0 0 0,-1 0-1 0 0,1 1 1 0 0,-1 0 0 0 0,0 0 0 0 0,0 1-1 0 0,0 0 1 0 0,-1 0 0 0 0,1 1 0 0 0,0 1-1 0 0,-19-2 1 0 0,17 4-49 0 0,0 0 0 0 0,0 0 0 0 0,0 0 0 0 0,1 2 0 0 0,-15 4 0 0 0,22-7-133 0 0,0 1 0 0 0,0 0 1 0 0,0 0-1 0 0,0 1 0 0 0,0-1 0 0 0,1 1 0 0 0,-1-1 0 0 0,0 1 0 0 0,1 0 0 0 0,-1 0 0 0 0,1 0 0 0 0,0 0 1 0 0,-1 0-1 0 0,1 1 0 0 0,0-1 0 0 0,1 1 0 0 0,-1-1 0 0 0,0 1 0 0 0,1 0 0 0 0,-1 0 0 0 0,1 0 0 0 0,-1 3 1 0 0,1-4-11 0 0,1-1 0 0 0,0 0 0 0 0,0 0 0 0 0,0 0 0 0 0,0 0 1 0 0,0 1-1 0 0,0-1 0 0 0,0 0 0 0 0,1 0 0 0 0,-1 0 1 0 0,0 0-1 0 0,1 0 0 0 0,-1 1 0 0 0,1-1 0 0 0,-1 0 1 0 0,1 0-1 0 0,-1 0 0 0 0,1 0 0 0 0,0 0 0 0 0,-1 0 1 0 0,3 1-1 0 0,-1-1 5 0 0,0 1 0 0 0,0-1 0 0 0,0 1 0 0 0,0-1 0 0 0,1 0 0 0 0,-1 0 0 0 0,1 0 0 0 0,-1 0 0 0 0,4 1 0 0 0,5 0 19 0 0,-1 0 0 0 0,1-1 0 0 0,17 0 0 0 0,34-3-14 0 0,104-17 1 0 0,62-27-94 0 0,-219 44 76 0 0,489-143-47 0 0,-497 145 52 0 0,1-1 1 0 0,-1 0-1 0 0,1 1 0 0 0,-1 0 0 0 0,1-1 1 0 0,-1 1-1 0 0,1 0 0 0 0,-1 0 0 0 0,1 0 1 0 0,-1 0-1 0 0,1 0 0 0 0,0 0 0 0 0,-1 0 1 0 0,1 0-1 0 0,-1 1 0 0 0,1-1 0 0 0,-1 1 1 0 0,1-1-1 0 0,-1 1 0 0 0,0-1 0 0 0,1 1 1 0 0,-1 0-1 0 0,2 1 0 0 0,-2 0 10 0 0,1-1 1 0 0,-1 1-1 0 0,1 0 0 0 0,-1 0 0 0 0,0 0 1 0 0,0 0-1 0 0,0 0 0 0 0,0 1 0 0 0,0-1 1 0 0,-1 0-1 0 0,1 0 0 0 0,-1 1 1 0 0,1 3-1 0 0,0 6 39 0 0,-1 0 0 0 0,0 0 0 0 0,-1 0 0 0 0,-4 18 0 0 0,-17 68 40 0 0,-58 152-1 0 0,64-206-82 0 0,-7 26 35 0 0,22-69-36 0 0,19-15 10 0 0,63-108 102 0 0,14-18 34 0 0,-81 122-128 0 0,0 1-1 0 0,2 1 1 0 0,0 0 0 0 0,1 1-1 0 0,25-18 1 0 0,-39 31-22 0 0,0 0 1 0 0,1 0-1 0 0,-1 0 1 0 0,0 1-1 0 0,1-1 1 0 0,-1 1-1 0 0,1 0 1 0 0,0 0-1 0 0,-1 0 1 0 0,1 0-1 0 0,0 1 1 0 0,0 0-1 0 0,-1-1 1 0 0,8 2 0 0 0,-9-1 0 0 0,0 1 1 0 0,0-1-1 0 0,0 1 1 0 0,0 0-1 0 0,0 0 1 0 0,0 0-1 0 0,0 0 1 0 0,0 0-1 0 0,0 1 1 0 0,-1-1 0 0 0,1 0-1 0 0,0 1 1 0 0,-1 0-1 0 0,1-1 1 0 0,-1 1-1 0 0,0 0 1 0 0,1-1-1 0 0,-1 1 1 0 0,0 0 0 0 0,0 0-1 0 0,0 0 1 0 0,-1 0-1 0 0,1 0 1 0 0,0 0-1 0 0,-1 0 1 0 0,1 0-1 0 0,0 4 1 0 0,1 14 15 0 0,-1 0 1 0 0,0 0-1 0 0,-4 40 1 0 0,1-38-14 0 0,1 0 1 0 0,3 40-1 0 0,-2-59-9 0 0,0 0 1 0 0,1-1-1 0 0,-1 1 0 0 0,1 0 0 0 0,0-1 0 0 0,0 1 0 0 0,0-1 1 0 0,0 1-1 0 0,0-1 0 0 0,0 0 0 0 0,1 1 0 0 0,-1-1 0 0 0,1 0 1 0 0,0 0-1 0 0,0 0 0 0 0,-1 0 0 0 0,1 0 0 0 0,0-1 0 0 0,1 1 1 0 0,-1 0-1 0 0,0-1 0 0 0,0 0 0 0 0,1 1 0 0 0,-1-1 0 0 0,1 0 1 0 0,-1 0-1 0 0,1 0 0 0 0,-1-1 0 0 0,1 1 0 0 0,0-1 0 0 0,-1 1 1 0 0,1-1-1 0 0,0 0 0 0 0,-1 0 0 0 0,4 0 0 0 0,6-1-21 0 0,-1 0 1 0 0,1-1-1 0 0,-1-1 0 0 0,1 0 0 0 0,-1 0 0 0 0,21-10 0 0 0,1-3 59 0 0,0-2 0 0 0,-2-1 0 0 0,0-1 1 0 0,-1-2-1 0 0,-1-1 0 0 0,40-41 0 0 0,-35 27 5 0 0,-1-1 1 0 0,-2-2 0 0 0,-2-1-1 0 0,32-58 1 0 0,-58 94-45 0 0,-1-1 1 0 0,1 1-1 0 0,-1-1 1 0 0,0 1-1 0 0,0-1 1 0 0,0 0-1 0 0,-1 0 1 0 0,0 0 0 0 0,0 0-1 0 0,-1-10 1 0 0,0 15 7 0 0,0 1 1 0 0,0-1 0 0 0,0 0-1 0 0,0 1 1 0 0,0-1-1 0 0,0 0 1 0 0,-1 0 0 0 0,1 1-1 0 0,0-1 1 0 0,0 1 0 0 0,-1-1-1 0 0,1 0 1 0 0,-1 1-1 0 0,1-1 1 0 0,0 0 0 0 0,-1 1-1 0 0,1-1 1 0 0,-1 1 0 0 0,1-1-1 0 0,-1 1 1 0 0,0 0-1 0 0,1-1 1 0 0,-1 1 0 0 0,1-1-1 0 0,-1 1 1 0 0,-1-1 0 0 0,1 1 7 0 0,-1 0 0 0 0,1 0 0 0 0,-1 0 0 0 0,1 0 0 0 0,-1 0 0 0 0,1 0 0 0 0,-1 0 0 0 0,0 0 0 0 0,1 0 0 0 0,-1 1 0 0 0,-1 0 0 0 0,-4 1-6 0 0,1 1-1 0 0,-1 0 1 0 0,1 0 0 0 0,-6 4 0 0 0,9-4-5 0 0,-1-1 0 0 0,0 1-1 0 0,1 0 1 0 0,0 0 0 0 0,-1 0 0 0 0,1 0 0 0 0,1 1 0 0 0,-1-1 0 0 0,0 1 0 0 0,1-1 0 0 0,0 1 0 0 0,-1 0 0 0 0,2 0 0 0 0,-1 0 0 0 0,0 0-1 0 0,-1 6 1 0 0,3-4 1 0 0,-1-1 0 0 0,1 1-1 0 0,0-1 1 0 0,0 1 0 0 0,0-1-1 0 0,1 1 1 0 0,0-1 0 0 0,0 1-1 0 0,0-1 1 0 0,1 0 0 0 0,0 0-1 0 0,4 9 1 0 0,15 26 31 0 0,-11-27-110 0 0</inkml:trace>
</inkml:ink>
</file>

<file path=ppt/ink/ink2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6:17.6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152 248 16 0 0,'5'-7'1068'0'0,"0"1"0"0"0,0-1 0 0 0,-1 0 0 0 0,1-1 0 0 0,-2 1 1 0 0,1-1-1 0 0,4-14 0 0 0,-8 20-759 0 0,-1-3-79 0 0,1 1-1 0 0,-2 0 1 0 0,1 0-1 0 0,0-1 1 0 0,-1 1-1 0 0,-2-4 1 0 0,-2 2-113 0 0,1 1 1 0 0,-1 0-1 0 0,0 0 0 0 0,0 1 0 0 0,0-1 1 0 0,0 1-1 0 0,-1 1 0 0 0,0-1 1 0 0,1 1-1 0 0,-2 0 0 0 0,-6-1 0 0 0,12 3-70 0 0,-1 0-16 0 0,-8 0 19 0 0,1 0 0 0 0,-1 0-1 0 0,-17 1 1 0 0,26 0-20 0 0,-20 1-7 0 0,15 1-48 0 0,17 1 27 0 0,13 0-16 0 0,-20-3 40 0 0,-1 0-42 0 0,7 2 18 0 0,-3 2 1784 0 0,-14-7-1003 0 0,2-1-892 0 0,0-2 684 0 0,19 6-138 0 0,-10 1-396 0 0,0 1 0 0 0,0-1-1 0 0,0 0 1 0 0,-1 0 0 0 0,1 1 0 0 0,0 0 0 0 0,-1-1 0 0 0,0 1 0 0 0,1 0 0 0 0,-1 0 0 0 0,0 1 0 0 0,0-1 0 0 0,0 0-1 0 0,0 1 1 0 0,0-1 0 0 0,-1 1 0 0 0,1-1 0 0 0,-1 1 0 0 0,0 0 0 0 0,1 0 0 0 0,-1 0 0 0 0,0 3 0 0 0,5 12 161 0 0,-1 0 1 0 0,4 23 0 0 0,-9-39-198 0 0,8 53 117 0 0,-3 1-1 0 0,-2 0 1 0 0,-3 0 0 0 0,-3 0-1 0 0,-15 92 1 0 0,18-145-147 0 0,-5 37 273 0 0,6-36-81 0 0,0-4 12 0 0,8-20 156 0 0,41-135 306 0 0,-22 64-300 0 0,55-120-1 0 0,-69 181-313 0 0,-1 2-24 0 0,1 0 0 0 0,1 1 0 0 0,30-41 1 0 0,-41 61-11 0 0,-3 5 7 0 0,0 1 0 0 0,0-1-1 0 0,0 1 1 0 0,0-1 0 0 0,0 1 0 0 0,0 0 0 0 0,0-1 0 0 0,0 1 0 0 0,0 0 0 0 0,1 0-1 0 0,-1 0 1 0 0,0 0 0 0 0,1 0 0 0 0,-1 0 0 0 0,1 0 0 0 0,-1 1 0 0 0,1-1 0 0 0,-1 0-1 0 0,1 1 1 0 0,3-1 0 0 0,-2 0 5 0 0,0 0-1 0 0,0 1 1 0 0,0-1-1 0 0,0 1 1 0 0,0 0-1 0 0,0 0 1 0 0,0 0-1 0 0,0 1 1 0 0,0-1-1 0 0,0 1 1 0 0,0-1-1 0 0,0 1 1 0 0,0 0-1 0 0,-1 0 1 0 0,1 0-1 0 0,0 1 1 0 0,0-1-1 0 0,-1 1 1 0 0,1-1-1 0 0,-1 1 1 0 0,1 0-1 0 0,-1 0 1 0 0,0 0-1 0 0,0 0 1 0 0,0 1-1 0 0,3 2 1 0 0,6 9 9 0 0,-1 0 0 0 0,0 0 0 0 0,10 20 0 0 0,-18-31-12 0 0,14 28 28 0 0,-2 1 1 0 0,-1 0-1 0 0,-1 1 1 0 0,14 62 0 0 0,9 140 93 0 0,-16-90-79 0 0,-17-132-35 0 0,8 45 7 0 0,-9-54-12 0 0,0 0 0 0 0,0-1 0 0 0,0 1 0 0 0,1 0 0 0 0,-1-1 0 0 0,1 1 0 0 0,0-1 0 0 0,0 0 0 0 0,0 0 0 0 0,1 1 0 0 0,3 3 0 0 0,-4-6-3 0 0,-1 0 1 0 0,1 0 0 0 0,0-1-1 0 0,0 1 1 0 0,-1 0-1 0 0,1-1 1 0 0,0 1 0 0 0,0-1-1 0 0,0 0 1 0 0,0 1-1 0 0,0-1 1 0 0,-1 0-1 0 0,1 0 1 0 0,0 0 0 0 0,0 0-1 0 0,0-1 1 0 0,0 1-1 0 0,0-1 1 0 0,-1 1-1 0 0,1-1 1 0 0,0 1 0 0 0,0-1-1 0 0,-1 0 1 0 0,1 0-1 0 0,0 0 1 0 0,-1 0 0 0 0,1 0-1 0 0,1-2 1 0 0,6-3 18 0 0,-1-1-1 0 0,0 0 1 0 0,10-12 0 0 0,10-14 182 0 0,-2-1 1 0 0,-2-2-1 0 0,31-56 1 0 0,47-123 465 0 0,-78 163-657 0 0,-3 6 79 0 0,-2 7-24 0 0,-2-1 1 0 0,12-44-1 0 0,-28 79-95 0 0,0 1-1 0 0,-1-1 1 0 0,1 0 0 0 0,-1 0-1 0 0,0-9 1 0 0,-1-1-203 0 0,1 15 183 0 0,0-1-1 0 0,0 1 1 0 0,0 0 0 0 0,0-1 0 0 0,0 1 0 0 0,0 0 0 0 0,-1-1 0 0 0,1 1 0 0 0,0 0 0 0 0,0-1-1 0 0,0 1 1 0 0,0 0 0 0 0,-1 0 0 0 0,1-1 0 0 0,0 1 0 0 0,0 0 0 0 0,-1 0 0 0 0,1-1 0 0 0,0 1-1 0 0,0 0 1 0 0,-1 0 0 0 0,1 0 0 0 0,0-1 0 0 0,-1 1 0 0 0,1 0 0 0 0,0 0 0 0 0,-1 0 0 0 0,1 0-1 0 0,0 0 1 0 0,-1 0 0 0 0,1 0 0 0 0,0 0 0 0 0,-1 0 0 0 0,1 0 0 0 0,0 0 0 0 0,-1 0 0 0 0,1 0-1 0 0,0 0 1 0 0,-1 0 0 0 0,1 0 0 0 0,0 0 0 0 0,-1 0 0 0 0,1 0 0 0 0,0 0 0 0 0,-1 1-1 0 0,1-1 1 0 0,-1 0 0 0 0,0 1-284 0 0,0-1-1 0 0,0 1 0 0 0,-1-1 0 0 0,1 1 0 0 0,0-1 1 0 0,0 1-1 0 0,0 0 0 0 0,0-1 0 0 0,0 1 1 0 0,0 0-1 0 0,0 0 0 0 0,-1 2 0 0 0,-3 9-2718 0 0,1 1-2280 0 0,2 1 418 0 0</inkml:trace>
</inkml:ink>
</file>

<file path=ppt/ink/ink2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6:18.5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199 95 904 0 0,'0'-13'5579'0'0,"0"3"-4578"0"0,0 8-96 0 0,-4-16 3563 0 0,-8 42-3789 0 0,2 1 1 0 0,0 0-1 0 0,2 1 0 0 0,-7 34 0 0 0,11-43-445 0 0,-5 21 180 0 0,-5 41 1 0 0,13-68-334 0 0,0 0 1 0 0,0 0-1 0 0,1 0 1 0 0,1 0-1 0 0,0 0 1 0 0,0 0 0 0 0,1 0-1 0 0,6 17 1 0 0,-7-24-38 0 0,0-1 0 0 0,0 0 0 0 0,1 0 1 0 0,0 0-1 0 0,-1 0 0 0 0,1-1 0 0 0,0 1 1 0 0,0 0-1 0 0,0-1 0 0 0,1 1 0 0 0,-1-1 1 0 0,1 0-1 0 0,-1 0 0 0 0,1 0 0 0 0,0 0 1 0 0,0 0-1 0 0,6 2 0 0 0,-5-2 16 0 0,0-1-1 0 0,0-1 1 0 0,0 1 0 0 0,0 0-1 0 0,0-1 1 0 0,0 0-1 0 0,0 0 1 0 0,0 0 0 0 0,0-1-1 0 0,0 1 1 0 0,0-1-1 0 0,8-2 1 0 0,-2-1 38 0 0,-1 0 0 0 0,1 0 0 0 0,-1-1-1 0 0,0 0 1 0 0,-1-1 0 0 0,1 0 0 0 0,-1 0 0 0 0,0-1 0 0 0,0 0 0 0 0,11-14 0 0 0,-12 11-19 0 0,-1 0-1 0 0,0 0 1 0 0,0-1 0 0 0,-1 0 0 0 0,0 0-1 0 0,-1 0 1 0 0,-1-1 0 0 0,1 1-1 0 0,-2-1 1 0 0,0 0 0 0 0,1-16 0 0 0,-2 10 23 0 0,-1 0 0 0 0,0 0 0 0 0,-2 0 0 0 0,0 0 1 0 0,-1 0-1 0 0,-10-34 0 0 0,10 44-82 0 0,0 1 0 0 0,0-1-1 0 0,-1 1 1 0 0,0 0 0 0 0,0-1 0 0 0,-1 2-1 0 0,0-1 1 0 0,0 1 0 0 0,-1-1 0 0 0,1 1-1 0 0,-1 1 1 0 0,-1-1 0 0 0,1 1 0 0 0,-12-7 0 0 0,12 9-8 0 0,0 0 1 0 0,0 0-1 0 0,0 1 1 0 0,-1-1-1 0 0,1 2 1 0 0,-1-1 0 0 0,1 1-1 0 0,-1 0 1 0 0,0 0-1 0 0,1 0 1 0 0,-1 1-1 0 0,0 0 1 0 0,1 1 0 0 0,-1-1-1 0 0,0 1 1 0 0,1 1-1 0 0,-1-1 1 0 0,-7 4-1 0 0,1-1-27 0 0,0 1 0 0 0,0 1 1 0 0,0 0-1 0 0,1 1 0 0 0,0 0 0 0 0,-13 11 0 0 0,20-14-161 0 0,1 0 0 0 0,-1 1 0 0 0,1-1 0 0 0,1 1 1 0 0,-1-1-1 0 0,1 1 0 0 0,-1 0 0 0 0,1 0 1 0 0,1 1-1 0 0,-1-1 0 0 0,1 1 0 0 0,0-1 0 0 0,0 1 1 0 0,1 0-1 0 0,-1 0 0 0 0,1-1 0 0 0,0 10 0 0 0,1-11-124 0 0,0 0 0 0 0,0 0-1 0 0,0-1 1 0 0,1 1-1 0 0,0 0 1 0 0,0-1-1 0 0,0 1 1 0 0,0-1-1 0 0,0 1 1 0 0,1-1-1 0 0,-1 1 1 0 0,1-1-1 0 0,0 0 1 0 0,0 0-1 0 0,0 0 1 0 0,1 0-1 0 0,2 3 1 0 0,-1-2-652 0 0,1 0 1 0 0,-1-1-1 0 0,1 1 1 0 0,0-1-1 0 0,0 0 1 0 0,7 4-1 0 0,13 3-4199 0 0</inkml:trace>
</inkml:ink>
</file>

<file path=ppt/ink/ink2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6:19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115 306 1508 0 0,'-19'-41'10540'0'0,"5"60"-8652"0"0,-8 45-28 0 0,-17 77 1 0 0,33-118-1738 0 0,1 0-1 0 0,1 0 1 0 0,1 0 0 0 0,1 1 0 0 0,1 25-1 0 0,1-42-110 0 0,1-1-1 0 0,-1 0 0 0 0,1 0 0 0 0,1-1 1 0 0,-1 1-1 0 0,1 0 0 0 0,0 0 0 0 0,0-1 1 0 0,1 1-1 0 0,-1-1 0 0 0,1 1 1 0 0,0-1-1 0 0,1 0 0 0 0,-1 0 0 0 0,1-1 1 0 0,0 1-1 0 0,1-1 0 0 0,-1 0 0 0 0,0 0 1 0 0,1 0-1 0 0,0-1 0 0 0,0 1 1 0 0,0-1-1 0 0,1 0 0 0 0,6 2 0 0 0,1 0 17 0 0,-1-1 0 0 0,1-1 0 0 0,0 0 0 0 0,0-1 0 0 0,0 0-1 0 0,1-1 1 0 0,-1 0 0 0 0,0-1 0 0 0,1-1 0 0 0,-1 0 0 0 0,0-1 0 0 0,0 0-1 0 0,0-1 1 0 0,0-1 0 0 0,0 0 0 0 0,-1 0 0 0 0,23-12 0 0 0,-19 7 0 0 0,-1-1 0 0 0,0 0 1 0 0,0 0-1 0 0,-1-2 0 0 0,-1 1 1 0 0,0-2-1 0 0,0 0 0 0 0,-1-1 1 0 0,-1 0-1 0 0,-1 0 0 0 0,0-1 0 0 0,14-28 1 0 0,-13 18-16 0 0,-1 1-1 0 0,-1-1 1 0 0,-1-1 0 0 0,-2 0-1 0 0,5-29 1 0 0,-9 41 7 0 0,-1 0-1 0 0,0 0 1 0 0,-1 0 0 0 0,-1 0 0 0 0,0 0-1 0 0,-1 0 1 0 0,0 0 0 0 0,-1 0-1 0 0,-1 1 1 0 0,0 0 0 0 0,-9-19-1 0 0,11 28-8 0 0,1 0-1 0 0,-2 1 0 0 0,1-1 0 0 0,0 1 1 0 0,-1 0-1 0 0,0-1 0 0 0,1 1 0 0 0,-1 1 0 0 0,0-1 1 0 0,-1 0-1 0 0,1 1 0 0 0,0-1 0 0 0,-1 1 0 0 0,1 0 1 0 0,-1 0-1 0 0,0 1 0 0 0,0-1 0 0 0,1 1 0 0 0,-8-2 1 0 0,5 2-6 0 0,1 1 1 0 0,-1-1 0 0 0,1 1 0 0 0,-1 1 0 0 0,0-1-1 0 0,1 1 1 0 0,-1 0 0 0 0,0 0 0 0 0,1 0 0 0 0,0 1-1 0 0,-1 0 1 0 0,1 0 0 0 0,-9 5 0 0 0,-9 7-6 0 0,1 0-1 0 0,1 2 1 0 0,0 0 0 0 0,1 2 0 0 0,0 0-1 0 0,2 1 1 0 0,0 1 0 0 0,2 1-1 0 0,-27 42 1 0 0,39-56-7 0 0,0 0 1 0 0,1 0-1 0 0,-1 1 0 0 0,2-1 1 0 0,-1 1-1 0 0,1 0 0 0 0,0-1 0 0 0,1 1 1 0 0,0 0-1 0 0,0 0 0 0 0,1 9 0 0 0,0-13 0 0 0,0 0 1 0 0,1 1-1 0 0,0-1 0 0 0,-1 0 0 0 0,2 0 0 0 0,-1 0 0 0 0,0 0 0 0 0,1 0 0 0 0,0 0 0 0 0,0-1 0 0 0,0 1 0 0 0,0 0 0 0 0,1-1 0 0 0,-1 0 1 0 0,1 1-1 0 0,0-1 0 0 0,0 0 0 0 0,0-1 0 0 0,0 1 0 0 0,1 0 0 0 0,-1-1 0 0 0,7 4 0 0 0,4 0-110 0 0,0 0-1 0 0,0-1 1 0 0,0-1-1 0 0,1 0 1 0 0,-1-1 0 0 0,1 0-1 0 0,0-1 1 0 0,0-1-1 0 0,0-1 1 0 0,0 0-1 0 0,0 0 1 0 0,19-5-1 0 0,-4 0-30 0 0,-1-1-1 0 0,0-1 0 0 0,-1-2 1 0 0,0-1-1 0 0,34-17 0 0 0,-41 16 88 0 0,-1-2 0 0 0,1 0 0 0 0,-2-1 0 0 0,0 0 0 0 0,-1-2 0 0 0,-1 0 0 0 0,0-1 0 0 0,-1-1-1 0 0,-1-1 1 0 0,0 0 0 0 0,18-34 0 0 0,-7 4 22 0 0,-3-1-1 0 0,-1-1 1 0 0,27-102 0 0 0,-46 137 87 0 0,-3 16-45 0 0,0 0 0 0 0,0 0 0 0 0,0 0 0 0 0,0 0-1 0 0,0 0 1 0 0,0 0 0 0 0,0 0 0 0 0,0 0 0 0 0,0 0-1 0 0,0 1 1 0 0,0-1 0 0 0,0 0 0 0 0,0 0 0 0 0,0 0-1 0 0,0 0 1 0 0,0 0 0 0 0,0 0 0 0 0,0 0 0 0 0,0 0-1 0 0,0 0 1 0 0,0 0 0 0 0,0 0 0 0 0,-1 0 0 0 0,1 0-1 0 0,0 0 1 0 0,0 0 0 0 0,0 0 0 0 0,0 0 0 0 0,0 0-1 0 0,0 0 1 0 0,0 0 0 0 0,0 0 0 0 0,0 0 0 0 0,0 0-1 0 0,0 0 1 0 0,0 0 0 0 0,0 0 0 0 0,0 0 0 0 0,0 0-1 0 0,-1 0 1 0 0,1 0 0 0 0,0 0 0 0 0,0 0 0 0 0,0 0-1 0 0,0 0 1 0 0,0 0 0 0 0,0 0 0 0 0,0 0 0 0 0,-10 27 161 0 0,-126 573 2246 0 0,52-208-1206 0 0,53-255-902 0 0,-138 512 515 0 0,151-591-819 0 0,8-24-131 0 0,-1-1 0 0 0,-1 0 0 0 0,-31 57 0 0 0,43-90 47 0 0,0 1 1 0 0,-1 0-1 0 0,1-1 0 0 0,0 1 0 0 0,-1 0 0 0 0,1-1 0 0 0,0 1 0 0 0,-1-1 1 0 0,1 1-1 0 0,-1 0 0 0 0,1-1 0 0 0,-1 1 0 0 0,0-1 0 0 0,1 1 0 0 0,-1-1 1 0 0,1 0-1 0 0,-1 1 0 0 0,0-1 0 0 0,1 0 0 0 0,-1 1 0 0 0,0-1 1 0 0,0 0-1 0 0,1 0 0 0 0,-1 1 0 0 0,-1-1 0 0 0,2-1-28 0 0,-1 1 1 0 0,0-1-1 0 0,1 1 0 0 0,-1 0 1 0 0,0-1-1 0 0,1 0 0 0 0,-1 1 1 0 0,1-1-1 0 0,-1 1 0 0 0,1-1 0 0 0,0 0 1 0 0,-1 1-1 0 0,1-1 0 0 0,-1 0 1 0 0,1 1-1 0 0,0-1 0 0 0,0 0 0 0 0,-1 0 1 0 0,1 0-1 0 0,-6-41-3040 0 0,7-30-2648 0 0,-1 22 517 0 0</inkml:trace>
</inkml:ink>
</file>

<file path=ppt/ink/ink2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6:19.7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1 163 348 0 0,'6'-14'1048'0'0,"2"1"0"0"0,0-1 0 0 0,1 2 0 0 0,0-1 0 0 0,1 1 0 0 0,13-13 0 0 0,-16 18-752 0 0,1 1 0 0 0,-1 1 0 0 0,1-1 0 0 0,0 1 0 0 0,1 0 0 0 0,-1 1 0 0 0,1 0 0 0 0,0 0 0 0 0,0 1 0 0 0,0 0 0 0 0,12-2 0 0 0,-10 4-16 0 0,-1 0 0 0 0,1 1 0 0 0,-1 0 0 0 0,1 0 0 0 0,-1 1 0 0 0,1 0 0 0 0,-1 1 0 0 0,0 0-1 0 0,1 1 1 0 0,-1 0 0 0 0,0 1 0 0 0,-1 0 0 0 0,13 6 0 0 0,-18-8-184 0 0,0 1 0 0 0,0-1 0 0 0,-1 1 0 0 0,1-1 0 0 0,0 1 0 0 0,-1 0 0 0 0,0 0 0 0 0,0 1 0 0 0,0-1 0 0 0,0 1 0 0 0,0-1 0 0 0,-1 1 0 0 0,1 0 0 0 0,-1 0 0 0 0,0 0 0 0 0,0 0 0 0 0,-1 1 0 0 0,1-1 0 0 0,-1 0 0 0 0,0 1 0 0 0,0-1 0 0 0,0 1 0 0 0,-1-1 0 0 0,0 1 0 0 0,0-1 1 0 0,0 1-1 0 0,0 0 0 0 0,-1-1 0 0 0,1 1 0 0 0,-1-1 0 0 0,0 0 0 0 0,-3 8 0 0 0,-3 4 8 0 0,-1 0 0 0 0,0 0-1 0 0,-1-1 1 0 0,-1 0 0 0 0,0-1 0 0 0,-1 0 0 0 0,-1 0 0 0 0,0-1 0 0 0,0-1 0 0 0,-18 14 0 0 0,-1-3-24 0 0,-2 0 1 0 0,0-2 0 0 0,-55 26-1 0 0,81-44-263 0 0,0 0 0 0 0,1-1 0 0 0,-1 0-1 0 0,-10 2 1 0 0,16-4 38 0 0,0 0 0 0 0,-1 1 0 0 0,1-1-1 0 0,0 0 1 0 0,0 0 0 0 0,-1 0 0 0 0,1-1 0 0 0,0 1-1 0 0,-1 0 1 0 0,1 0 0 0 0,0-1 0 0 0,0 1 0 0 0,-3-2-1 0 0,4 2 2 0 0,-1-1 0 0 0,1 1 0 0 0,-1-1 0 0 0,1 1 0 0 0,-1-1 0 0 0,1 0 0 0 0,-1 1 0 0 0,1-1-1 0 0,0 0 1 0 0,-1 1 0 0 0,1-1 0 0 0,0 0 0 0 0,0 1 0 0 0,0-1 0 0 0,-1 0 0 0 0,1 0 0 0 0,0 1 0 0 0,0-1 0 0 0,0 0-1 0 0,0 0 1 0 0,0 1 0 0 0,0-1 0 0 0,0 0 0 0 0,1 1 0 0 0,-1-1 0 0 0,0-1 0 0 0,6-17-4069 0 0,3-4-2120 0 0</inkml:trace>
</inkml:ink>
</file>

<file path=ppt/ink/ink2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6:20.2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 98 844 0 0,'2'-18'3428'0'0,"-1"-1"-1"0"0,-1-21 1 0 0,0 19 560 0 0,-15 46-933 0 0,-1 25-1934 0 0,2 1 0 0 0,3 1 0 0 0,-7 71 0 0 0,7-44-641 0 0,-46 425 291 0 0,56-487-1257 0 0,1-1 0 0 0,1 1-1 0 0,0-1 1 0 0,1 1 0 0 0,1-1 0 0 0,6 22 0 0 0,-7-34 133 0 0,-1 1 0 0 0,1-1-1 0 0,0 1 1 0 0,1-1 0 0 0,-1 0 0 0 0,1 0 0 0 0,-1 0-1 0 0,1 0 1 0 0,1-1 0 0 0,-1 1 0 0 0,5 4 0 0 0,-5-6-5 0 0,0-1 0 0 0,0 1 0 0 0,0 0 0 0 0,0-1 0 0 0,0 0 0 0 0,1 0 0 0 0,-1 0 0 0 0,0 0 0 0 0,1 0 0 0 0,-1-1 0 0 0,0 1 0 0 0,1-1 0 0 0,-1 0 0 0 0,1 0 0 0 0,-1 0 0 0 0,0-1 0 0 0,7 0 0 0 0,-2-2 9 0 0,0 1-1 0 0,0-1 1 0 0,-1-1-1 0 0,1 1 1 0 0,-1-1-1 0 0,0 0 1 0 0,0-1-1 0 0,0 0 1 0 0,-1 0-1 0 0,0 0 1 0 0,0-1-1 0 0,9-10 1 0 0,2-4 748 0 0,-1-2-1 0 0,20-36 1 0 0,58-120 10007 0 0,-88 170-7091 0 0,-6 21-2229 0 0,-6 22-183 0 0,-8 11 131 0 0,-22 90 320 0 0,31-114-1252 0 0,1 1 0 0 0,1 0-1 0 0,1 45 1 0 0,2-65-120 0 0,0 0 0 0 0,1 0 0 0 0,-1-1 0 0 0,0 1 0 0 0,1 0 0 0 0,0-1-1 0 0,0 1 1 0 0,0 0 0 0 0,0-1 0 0 0,0 1 0 0 0,0-1 0 0 0,0 0 0 0 0,1 1 0 0 0,0-1 0 0 0,-1 0-1 0 0,4 4 1 0 0,-3-5-96 0 0,0 0-1 0 0,-1 0 0 0 0,1 0 0 0 0,0 0 1 0 0,0-1-1 0 0,-1 1 0 0 0,1-1 1 0 0,0 1-1 0 0,0-1 0 0 0,0 1 1 0 0,0-1-1 0 0,0 0 0 0 0,0 0 0 0 0,0 0 1 0 0,0 0-1 0 0,0 0 0 0 0,0-1 1 0 0,0 1-1 0 0,-1-1 0 0 0,1 1 0 0 0,0-1 1 0 0,0 0-1 0 0,0 1 0 0 0,0-1 1 0 0,1-1-1 0 0,7-4-976 0 0,0 0 0 0 0,-1 0-1 0 0,0-1 1 0 0,0 0 0 0 0,0-1 0 0 0,-1 0 0 0 0,0 0-1 0 0,-1 0 1 0 0,0-1 0 0 0,12-19 0 0 0,5-15-6190 0 0</inkml:trace>
</inkml:ink>
</file>

<file path=ppt/ink/ink2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6:20.4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90 2952 0 0,'-19'-15'4759'0'0,"-31"-16"0"0"0,-22-6 655 0 0,61 31-4979 0 0,9 5-275 0 0</inkml:trace>
</inkml:ink>
</file>

<file path=ppt/ink/ink2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6:20.6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340 1 1892 0 0,'-306'104'15227'0'0,"279"-92"-14137"0"0,20-6-377 0 0,20-4-424 0 0,75-5-2844 0 0,98-19 0 0 0,-81 9-3135 0 0,-39 6-317 0 0</inkml:trace>
</inkml:ink>
</file>

<file path=ppt/ink/ink2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6:22.1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52 1316 0 0,'4'-5'679'0'0,"0"1"-1"0"0,0-1 1 0 0,0 1-1 0 0,1 0 1 0 0,0 0-1 0 0,0 0 1 0 0,0 1-1 0 0,0-1 1 0 0,1 1-1 0 0,-1 1 1 0 0,1-1-1 0 0,9-2 0 0 0,-12 4-595 0 0,0 1 0 0 0,0-1-1 0 0,1 1 1 0 0,-1 0-1 0 0,0 0 1 0 0,0 1-1 0 0,0-1 1 0 0,0 0-1 0 0,0 1 1 0 0,0 0-1 0 0,0 0 1 0 0,0 0-1 0 0,0 0 1 0 0,0 0-1 0 0,0 1 1 0 0,-1-1-1 0 0,1 1 1 0 0,0 0-1 0 0,-1 0 1 0 0,1 0-1 0 0,-1 0 1 0 0,0 0-1 0 0,0 0 1 0 0,0 1-1 0 0,0-1 1 0 0,3 4-1 0 0,2 6 74 0 0,0-1 0 0 0,-1 1 0 0 0,0 1 0 0 0,0-1 0 0 0,-1 1-1 0 0,-1 0 1 0 0,0 0 0 0 0,-1 0 0 0 0,-1 1 0 0 0,0-1-1 0 0,1 28 1 0 0,-4-13-13 0 0,0-1 1 0 0,-2 0-1 0 0,-1 0 0 0 0,-15 53 0 0 0,14-58-61 0 0,4-16-31 0 0,0-1 1 0 0,-1 1-1 0 0,1-1 0 0 0,-1 0 0 0 0,0 1 0 0 0,-6 9 0 0 0,7-14-6 0 0,6-24 18 0 0,5-18-37 0 0,2 1 0 0 0,1 0 0 0 0,25-50 0 0 0,-31 74-28 0 0,2 0 0 0 0,0 1 0 0 0,1 0 0 0 0,0 1 0 0 0,1-1 0 0 0,1 2 1 0 0,0 0-1 0 0,1 0 0 0 0,0 1 0 0 0,21-14 0 0 0,-29 24-4 0 0,0-1 1 0 0,0 1 0 0 0,0-1-1 0 0,0 1 1 0 0,0 1-1 0 0,0-1 1 0 0,7 0-1 0 0,-11 1 3 0 0,1 1 0 0 0,0-1-1 0 0,0 1 1 0 0,0-1 0 0 0,0 1 0 0 0,0 0-1 0 0,0-1 1 0 0,0 1 0 0 0,0 0-1 0 0,0 1 1 0 0,0-1 0 0 0,0 0-1 0 0,0 0 1 0 0,0 1 0 0 0,2 0-1 0 0,2 2-5 0 0,-3-3 4 0 0,0 1 0 0 0,0 0 0 0 0,0 0 0 0 0,0 0 0 0 0,0 1-1 0 0,0-1 1 0 0,0 1 0 0 0,0 0 0 0 0,-1 0 0 0 0,1 0 0 0 0,-1 0-1 0 0,1 0 1 0 0,-1 0 0 0 0,0 1 0 0 0,4 4 0 0 0,-3-2 3 0 0,0-1 0 0 0,-1 1 0 0 0,0 0 0 0 0,0 0 1 0 0,0 0-1 0 0,-1 0 0 0 0,0 0 0 0 0,0 0 0 0 0,1 6 1 0 0,-1 2 3 0 0,-1 0 1 0 0,-1 0 0 0 0,0 0 0 0 0,0-1 0 0 0,-1 1 0 0 0,-1 0 0 0 0,-4 13-1 0 0,-23 56-38 0 0,29-80-73 0 0,17-18-659 0 0,24-42 369 0 0,50-55 0 0 0,-76 97 387 0 0,2 1 1 0 0,-1 0 0 0 0,2 1 0 0 0,0 1 0 0 0,1 0-1 0 0,0 1 1 0 0,35-16 0 0 0,-52 27 26 0 0,0 0 0 0 0,1 1-1 0 0,-1-1 1 0 0,0 1 0 0 0,0 0 0 0 0,0-1 0 0 0,1 1-1 0 0,-1 0 1 0 0,0 0 0 0 0,0 0 0 0 0,1 0 0 0 0,-1 0-1 0 0,0 0 1 0 0,1 0 0 0 0,-1 0 0 0 0,0 0 0 0 0,0 0-1 0 0,0 1 1 0 0,1-1 0 0 0,-1 1 0 0 0,0-1 0 0 0,0 1 0 0 0,0-1-1 0 0,0 1 1 0 0,1 0 0 0 0,-1-1 0 0 0,0 1 0 0 0,0 0-1 0 0,-1 0 1 0 0,1 0 0 0 0,0 0 0 0 0,0 0 0 0 0,0 0-1 0 0,0 0 1 0 0,-1 0 0 0 0,1 0 0 0 0,-1 0 0 0 0,1 0-1 0 0,0 2 1 0 0,1 2 49 0 0,-1-1 0 0 0,0 1 0 0 0,0-1 0 0 0,0 1 1 0 0,0 0-1 0 0,-1 0 0 0 0,0-1 0 0 0,0 9 0 0 0,-7 26 118 0 0,-1-1 1 0 0,-24 69-1 0 0,9-35-150 0 0,22-69-31 0 0,0 0-1 0 0,0 0 1 0 0,0 0 0 0 0,1 1-1 0 0,-1-1 1 0 0,1 0 0 0 0,0 1-1 0 0,0-1 1 0 0,0 0 0 0 0,0 1-1 0 0,1-1 1 0 0,-1 0 0 0 0,1 1-1 0 0,0-1 1 0 0,0 0 0 0 0,1 4-1 0 0,0-5-22 0 0,-1-1 0 0 0,1 1 0 0 0,-1 0-1 0 0,1-1 1 0 0,-1 1 0 0 0,1-1 0 0 0,0 0-1 0 0,0 0 1 0 0,0 1 0 0 0,0-1 0 0 0,0 0 0 0 0,0-1-1 0 0,0 1 1 0 0,0 0 0 0 0,0-1 0 0 0,1 1-1 0 0,-1-1 1 0 0,0 1 0 0 0,0-1 0 0 0,0 0 0 0 0,1 0-1 0 0,-1 0 1 0 0,0 0 0 0 0,0-1 0 0 0,3 0-1 0 0,7-1-135 0 0,-1 0-1 0 0,0-1 1 0 0,0 0-1 0 0,-1-1 1 0 0,1 0-1 0 0,-1-1 0 0 0,0 0 1 0 0,0 0-1 0 0,12-10 1 0 0,7-6-363 0 0,41-40 1 0 0,-49 41 653 0 0,0-1-1 0 0,-1-2 1 0 0,-2 1-1 0 0,0-2 1 0 0,-1-1 0 0 0,-1 0-1 0 0,16-36 1 0 0,-24 44 435 0 0,-4 9 96 0 0,-12 16-489 0 0,-1 3-93 0 0,1 1-1 0 0,1 0 1 0 0,0 0 0 0 0,0 0 0 0 0,-5 16 0 0 0,-19 67 115 0 0,28-87-185 0 0,1 1 1 0 0,0-1-1 0 0,1 1 1 0 0,0 0 0 0 0,0 0-1 0 0,1 0 1 0 0,0-1-1 0 0,1 1 1 0 0,0 0 0 0 0,0 0-1 0 0,1-1 1 0 0,5 17-1 0 0,-5-20-14 0 0,0 0-1 0 0,1-1 1 0 0,-1 1-1 0 0,1-1 1 0 0,0 1 0 0 0,0-1-1 0 0,1 0 1 0 0,-1 0-1 0 0,1-1 1 0 0,0 1-1 0 0,0-1 1 0 0,0 1-1 0 0,0-1 1 0 0,1-1-1 0 0,-1 1 1 0 0,1 0 0 0 0,-1-1-1 0 0,1 0 1 0 0,0 0-1 0 0,0-1 1 0 0,0 1-1 0 0,0-1 1 0 0,6 0-1 0 0,-4 1-70 0 0,1-2-1 0 0,0 1 1 0 0,0-1-1 0 0,-1-1 1 0 0,1 1-1 0 0,0-1 1 0 0,-1 0-1 0 0,1-1 1 0 0,-1 0-1 0 0,1 0 1 0 0,-1-1-1 0 0,9-4 1 0 0,-6 1-7 0 0,0 0 0 0 0,0 0 0 0 0,-1-1 0 0 0,0 0 0 0 0,0-1 0 0 0,-1 0 0 0 0,11-13 0 0 0,1-7 58 0 0,0-1 0 0 0,-2-1 0 0 0,-2-1 0 0 0,19-46 0 0 0,7-21 1569 0 0,-41 95-967 0 0,-1 24 287 0 0,-31 82 327 0 0,21-77-1230 0 0,1 1-1 0 0,2 0 1 0 0,0 1-1 0 0,-2 36 1 0 0,8-58-309 0 0,1-1 0 0 0,0 0 0 0 0,1 0 0 0 0,-1 1 0 0 0,1-1 0 0 0,3 8 1 0 0,-4-11-75 0 0,1 0 0 0 0,0 0 1 0 0,0 0-1 0 0,0 0 1 0 0,0 0-1 0 0,0 0 1 0 0,0-1-1 0 0,0 1 1 0 0,1 0-1 0 0,-1-1 1 0 0,1 1-1 0 0,-1-1 1 0 0,1 1-1 0 0,0-1 0 0 0,-1 0 1 0 0,1 0-1 0 0,0 0 1 0 0,3 2-1 0 0</inkml:trace>
</inkml:ink>
</file>

<file path=ppt/ink/ink2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6:22.7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50 1368 0 0,'21'-34'7586'0'0,"-17"33"-6251"0"0,-4 1-1291 0 0,1 0-1 0 0,-1 0 0 0 0,0 0 0 0 0,0 0 1 0 0,1-1-1 0 0,-1 1 0 0 0,0 0 1 0 0,1 0-1 0 0,-1 0 0 0 0,0 0 0 0 0,0 0 1 0 0,1 0-1 0 0,-1 0 0 0 0,0 0 0 0 0,1 0 1 0 0,-1 0-1 0 0,0 0 0 0 0,1 0 1 0 0,-1 0-1 0 0,0 0 0 0 0,0 0 0 0 0,1 0 1 0 0,-1 0-1 0 0,0 0 0 0 0,1 1 1 0 0,-1-1-1 0 0,0 0 0 0 0,0 0 0 0 0,1 0 1 0 0,1 4 238 0 0,0 0 0 0 0,0 0 1 0 0,-1 0-1 0 0,1 0 0 0 0,-1 0 1 0 0,0 1-1 0 0,0-1 0 0 0,-1 0 1 0 0,1 0-1 0 0,-1 1 0 0 0,0-1 1 0 0,0 0-1 0 0,0 1 0 0 0,-1 4 1 0 0,-2 11 396 0 0,-8 32 0 0 0,2-18-451 0 0,-3 0 0 0 0,0-1-1 0 0,-3-1 1 0 0,0 0 0 0 0,-2-1 0 0 0,-37 52 0 0 0,54-83-229 0 0,0 0 1 0 0,0 1-1 0 0,0-1 0 0 0,0 0 1 0 0,0 0-1 0 0,-1 0 1 0 0,1 1-1 0 0,0-1 0 0 0,0 0 1 0 0,0 0-1 0 0,0 0 1 0 0,0 1-1 0 0,0-1 0 0 0,-1 0 1 0 0,1 0-1 0 0,0 0 1 0 0,0 1-1 0 0,0-1 0 0 0,0 0 1 0 0,-1 0-1 0 0,1 0 1 0 0,0 0-1 0 0,0 0 0 0 0,0 0 1 0 0,-1 1-1 0 0,1-1 1 0 0,0 0-1 0 0,0 0 0 0 0,-1 0 1 0 0,1 0-1 0 0,0 0 1 0 0,0 0-1 0 0,-1 0 0 0 0,1 0 1 0 0,0 0-1 0 0,0 0 1 0 0,-1 0-1 0 0,1 0 0 0 0,0 0 1 0 0,0 0-1 0 0,0 0 1 0 0,-1-1-1 0 0,1 1 1 0 0,0 0-1 0 0,0 0 0 0 0,-1 0 1 0 0,1 0-1 0 0,0 0 1 0 0,0 0-1 0 0,0-1 0 0 0,0 1 1 0 0,-1 0-1 0 0,1 0 1 0 0,0 0-1 0 0,0 0 0 0 0,0-1 1 0 0,0 1-1 0 0,-1-1-14 0 0,1 0 1 0 0,0 0-1 0 0,-1 0 0 0 0,1 0 1 0 0,0 0-1 0 0,0 0 0 0 0,0 0 0 0 0,0 0 1 0 0,0 0-1 0 0,0 0 0 0 0,0 0 1 0 0,1 0-1 0 0,-1 0 0 0 0,1-1 0 0 0,9-22-234 0 0,1 0 1 0 0,1 0-1 0 0,1 1 0 0 0,1 0 0 0 0,21-25 0 0 0,-25 36 204 0 0,1 0 0 0 0,0 0 0 0 0,1 2 0 0 0,0-1 0 0 0,1 1 0 0 0,0 1 1 0 0,0 0-1 0 0,1 1 0 0 0,0 0 0 0 0,16-5 0 0 0,-27 11 42 0 0,0 1 1 0 0,0 0-1 0 0,1 0 0 0 0,-1 0 1 0 0,0 1-1 0 0,1-1 1 0 0,-1 1-1 0 0,1-1 0 0 0,-1 1 1 0 0,1 0-1 0 0,-1 1 0 0 0,1-1 1 0 0,-1 1-1 0 0,0-1 1 0 0,1 1-1 0 0,-1 0 0 0 0,0 0 1 0 0,1 0-1 0 0,-1 1 1 0 0,0-1-1 0 0,0 1 0 0 0,0 0 1 0 0,0 0-1 0 0,0 0 0 0 0,-1 0 1 0 0,1 0-1 0 0,-1 1 1 0 0,1-1-1 0 0,2 5 0 0 0,0 0 15 0 0,-1 0-1 0 0,0 1 0 0 0,0-1 0 0 0,-1 1 0 0 0,0 0 0 0 0,0 0 1 0 0,-1 1-1 0 0,0-1 0 0 0,-1 0 0 0 0,0 1 0 0 0,0-1 0 0 0,-1 14 1 0 0,0 33 198 0 0,0-53-194 0 0,9-10-178 0 0,7-7-90 0 0,3-15-183 0 0,14-23-66 0 0,45-52 1 0 0,-67 91 468 0 0,2 0 0 0 0,0 1 1 0 0,0 0-1 0 0,1 1 0 0 0,1 1 1 0 0,0 0-1 0 0,1 1 0 0 0,22-11 1 0 0,-36 20 61 0 0,1 0 0 0 0,0 0 0 0 0,0-1 0 0 0,0 1 0 0 0,0 1-1 0 0,0-1 1 0 0,0 0 0 0 0,0 1 0 0 0,0 0 0 0 0,0 0 0 0 0,0-1 0 0 0,0 2 0 0 0,0-1 0 0 0,1 0 0 0 0,-1 1 0 0 0,0-1 0 0 0,0 1 0 0 0,0 0 0 0 0,-1 0 0 0 0,1 0 0 0 0,0 1 0 0 0,0-1 0 0 0,0 0 0 0 0,3 4 0 0 0,-3-2 68 0 0,0-1 0 0 0,-1 2 0 0 0,1-1 0 0 0,-1 0 1 0 0,0 0-1 0 0,0 1 0 0 0,0 0 0 0 0,0-1 0 0 0,0 1 0 0 0,-1 0 0 0 0,0 0 0 0 0,0 0 1 0 0,0-1-1 0 0,0 1 0 0 0,0 0 0 0 0,-1 1 0 0 0,0-1 0 0 0,0 4 0 0 0,-1 9 156 0 0,-1 1 0 0 0,-1-1 0 0 0,0 0-1 0 0,-9 25 1 0 0,7-25-162 0 0,0-1 0 0 0,1 1 0 0 0,1 0 0 0 0,-1 26-1 0 0,4-41-115 0 0,0-1 0 0 0,0 1-1 0 0,0-1 1 0 0,0 1 0 0 0,0-1-1 0 0,1 1 1 0 0,-1-1 0 0 0,1 1-1 0 0,-1-1 1 0 0,1 1 0 0 0,-1-1-1 0 0,1 0 1 0 0,0 1 0 0 0,0-1-1 0 0,-1 0 1 0 0,1 0 0 0 0,0 0-1 0 0,0 1 1 0 0,0-1 0 0 0,3 2-1 0 0,-2-2-158 0 0,1 0-1 0 0,-1 0 1 0 0,1 0-1 0 0,-1 0 0 0 0,1 0 1 0 0,-1 0-1 0 0,1 0 1 0 0,0-1-1 0 0,-1 1 1 0 0,6-1-1 0 0,4 0-1468 0 0,-1-1 0 0 0,0 0 0 0 0,1-1 0 0 0,15-5 0 0 0,4-1-4186 0 0</inkml:trace>
</inkml:ink>
</file>

<file path=ppt/ink/ink2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6:23.6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340 61 1204 0 0,'51'-54'6046'0'0,"-50"54"-5996"0"0,-1-1 0 0 0,0 1 0 0 0,1-1-1 0 0,-1 1 1 0 0,0-1 0 0 0,1 1 0 0 0,-1 0 0 0 0,0-1 0 0 0,1 1 0 0 0,-1 0 0 0 0,1-1-1 0 0,-1 1 1 0 0,1 0 0 0 0,-1-1 0 0 0,1 1 0 0 0,-1 0 0 0 0,1 0 0 0 0,-1 0 0 0 0,1-1-1 0 0,-1 1 1 0 0,1 0 0 0 0,-1 0 0 0 0,1 0 0 0 0,0 0 0 0 0,-1 0 0 0 0,1 0-1 0 0,-1 0 1 0 0,1 0 0 0 0,-1 0 0 0 0,1 0 0 0 0,-1 0 0 0 0,1 1 0 0 0,-1-1 0 0 0,1 0-1 0 0,-1 0 1 0 0,1 1 0 0 0,-1-1 0 0 0,1 0 0 0 0,-1 0 0 0 0,1 1 0 0 0,-1-1 0 0 0,1 0-1 0 0,-1 1 1 0 0,0-1 0 0 0,1 1 0 0 0,-1-1 0 0 0,0 1 0 0 0,1-1 0 0 0,-1 0 0 0 0,0 1-1 0 0,1-1 1 0 0,-1 1 0 0 0,0 0 0 0 0,0-1 0 0 0,0 1 0 0 0,0-1 0 0 0,0 1-1 0 0,1-1 1 0 0,-1 1 0 0 0,0-1 0 0 0,0 1 0 0 0,0-1 0 0 0,0 2 0 0 0,2 35 1032 0 0,-6-1-185 0 0,-2 1 0 0 0,-20 70 0 0 0,-36 67 391 0 0,37-107-904 0 0,-108 256 841 0 0,19-47-566 0 0,108-262-625 0 0,1 0 199 0 0,-1 1 0 0 0,0-1-1 0 0,-15 25 1 0 0,20-38 119 0 0,0-3-339 0 0,1 0 0 0 0,-1 0 0 0 0,1 0 1 0 0,-1-1-1 0 0,1 1 0 0 0,0 0 0 0 0,0 0 0 0 0,0 0 1 0 0,0 0-1 0 0,0-1 0 0 0,1 1 0 0 0,-1 0 0 0 0,1 0 1 0 0,0-3-1 0 0,10-28 18 0 0,1 0 0 0 0,1 0 1 0 0,29-48-1 0 0,-34 67-37 0 0,0 1-1 0 0,1 0 1 0 0,1 1-1 0 0,0 0 1 0 0,1 0 0 0 0,0 1-1 0 0,1 0 1 0 0,0 1 0 0 0,0 1-1 0 0,20-12 1 0 0,-25 17 0 0 0,1 1-1 0 0,-1 0 0 0 0,1 0 1 0 0,0 1-1 0 0,-1 0 1 0 0,1 0-1 0 0,0 1 0 0 0,0 0 1 0 0,0 0-1 0 0,0 1 1 0 0,0 0-1 0 0,1 0 0 0 0,13 3 1 0 0,-12 0-1 0 0,-1-1 1 0 0,1 2-1 0 0,-1-1 1 0 0,1 1 0 0 0,-1 1-1 0 0,-1 0 1 0 0,1 0-1 0 0,-1 0 1 0 0,1 1-1 0 0,8 8 1 0 0,-8-5 14 0 0,0 0 1 0 0,0 1-1 0 0,-1 0 1 0 0,0 0-1 0 0,-1 1 0 0 0,0 0 1 0 0,0 0-1 0 0,-2 0 1 0 0,1 1-1 0 0,-1 0 1 0 0,-1 0-1 0 0,0 0 1 0 0,-1 1-1 0 0,0 0 0 0 0,-1-1 1 0 0,0 1-1 0 0,-1 21 1 0 0,-1-28 71 0 0,-1-1 0 0 0,1 1 0 0 0,-1-1 0 0 0,-1 1 0 0 0,1-1 0 0 0,-1 1 0 0 0,0-1 0 0 0,0 0 0 0 0,-1 1 0 0 0,1-1 0 0 0,-1 0 0 0 0,0-1 0 0 0,0 1 0 0 0,-8 8 0 0 0,6-8-38 0 0,-1-1-1 0 0,1 0 1 0 0,-1 0 0 0 0,0 0-1 0 0,0 0 1 0 0,0-1 0 0 0,0 0 0 0 0,-1 0-1 0 0,0-1 1 0 0,1 1 0 0 0,-13 1 0 0 0,0-2-126 0 0,1 0 0 0 0,-1-1 0 0 0,1-1 1 0 0,-1-1-1 0 0,1-1 0 0 0,-1 0 0 0 0,1-2 0 0 0,0 0 1 0 0,0-1-1 0 0,0 0 0 0 0,1-2 0 0 0,0 0 1 0 0,-21-12-1 0 0,36 18-97 0 0,1 1 1 0 0,0-1-1 0 0,0 1 1 0 0,0-1-1 0 0,0 0 0 0 0,1 1 1 0 0,-1-1-1 0 0,0 0 1 0 0,0 0-1 0 0,0 0 1 0 0,1 1-1 0 0,-1-1 0 0 0,0 0 1 0 0,1 0-1 0 0,-1 0 1 0 0,0-2-1 0 0,1 2 16 0 0,-1 0-1 0 0,1 0 1 0 0,0 1 0 0 0,0-1-1 0 0,0 0 1 0 0,1 1-1 0 0,-1-1 1 0 0,0 0-1 0 0,0 0 1 0 0,0 1 0 0 0,0-1-1 0 0,1 0 1 0 0,-1 1-1 0 0,0-1 1 0 0,1 0 0 0 0,-1 1-1 0 0,0-1 1 0 0,1 1-1 0 0,0-2 1 0 0,2-1-675 0 0,0 0 0 0 0,1 1 0 0 0,-1-1 0 0 0,1 1-1 0 0,-1 0 1 0 0,1 0 0 0 0,6-3 0 0 0,7-2-3515 0 0</inkml:trace>
</inkml:ink>
</file>

<file path=ppt/ink/ink2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6:24.3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336 98 1404 0 0,'2'-2'375'0'0,"4"-4"693"0"0,-1 0 1 0 0,1 0-1 0 0,-1-1 0 0 0,-1 1 1 0 0,1-1-1 0 0,-1 0 1 0 0,0 0-1 0 0,5-15 0 0 0,-9 21-1012 0 0,0 1-1 0 0,0-1 0 0 0,0 1 0 0 0,1 0 0 0 0,-1-1 0 0 0,0 1 1 0 0,0-1-1 0 0,0 1 0 0 0,0-1 0 0 0,0 1 0 0 0,0-1 0 0 0,0 1 1 0 0,0-1-1 0 0,-1 1 0 0 0,1-1 0 0 0,0 1 0 0 0,0-1 0 0 0,0 1 1 0 0,0 0-1 0 0,-1-1 0 0 0,1 1 0 0 0,0-1 0 0 0,0 1 0 0 0,-1 0 1 0 0,1-1-1 0 0,0 1 0 0 0,-1 0 0 0 0,1-1 0 0 0,0 1 0 0 0,-1 0 1 0 0,1-1-1 0 0,0 1 0 0 0,-1 0 0 0 0,1 0 0 0 0,-1-1 0 0 0,1 1 1 0 0,-1 0-1 0 0,1 0 0 0 0,0 0 0 0 0,-1 0 0 0 0,1 0 0 0 0,-1 0 1 0 0,1 0-1 0 0,-1 0 0 0 0,1 0 0 0 0,-1 0 0 0 0,1 0 0 0 0,-1 0 1 0 0,1 0-1 0 0,-1 0 0 0 0,1 0 0 0 0,-1 0 0 0 0,-23 8 545 0 0,11-1-369 0 0,1 0 1 0 0,0 0-1 0 0,0 1 0 0 0,1 1 1 0 0,-11 10-1 0 0,-49 53 359 0 0,61-61-510 0 0,-100 121 408 0 0,99-118-459 0 0,2 1 0 0 0,0 0 0 0 0,1 0-1 0 0,0 1 1 0 0,1 0 0 0 0,1 1 0 0 0,-7 29 0 0 0,12-44-27 0 0,0 1 0 0 0,1-1-1 0 0,-1 1 1 0 0,1-1 0 0 0,0 1 0 0 0,0-1 0 0 0,0 1 0 0 0,0-1-1 0 0,0 1 1 0 0,0-1 0 0 0,1 1 0 0 0,-1-1 0 0 0,1 1-1 0 0,0-1 1 0 0,0 1 0 0 0,0-1 0 0 0,0 0 0 0 0,0 0 0 0 0,0 1-1 0 0,0-1 1 0 0,1 0 0 0 0,-1 0 0 0 0,1 0 0 0 0,0 0 0 0 0,0-1-1 0 0,-1 1 1 0 0,1 0 0 0 0,0-1 0 0 0,1 1 0 0 0,-1-1-1 0 0,0 0 1 0 0,0 1 0 0 0,0-1 0 0 0,1 0 0 0 0,-1-1 0 0 0,1 1-1 0 0,-1 0 1 0 0,0-1 0 0 0,1 1 0 0 0,2-1 0 0 0,3 1-5 0 0,-1 0 0 0 0,1-1 1 0 0,-1 0-1 0 0,1-1 1 0 0,0 0-1 0 0,-1 0 0 0 0,0 0 1 0 0,1-1-1 0 0,-1 0 0 0 0,0-1 1 0 0,0 0-1 0 0,10-5 1 0 0,-3-1-59 0 0,0-1 0 0 0,0 0 0 0 0,-2-1 1 0 0,1-1-1 0 0,-1 0 0 0 0,-1-1 0 0 0,20-27 1 0 0,-1-8-136 0 0,25-53 1 0 0,-38 68 182 0 0,20-38-195 0 0,-36 69 190 0 0,-1 17-17 0 0,-4 7 69 0 0,-14 40-1 0 0,3-9 55 0 0,12-39-68 0 0,-4 11 26 0 0,-3 35 0 0 0,9-54-35 0 0,1 1 0 0 0,0 0 0 0 0,0-1 0 0 0,0 1 0 0 0,1-1 0 0 0,0 1 0 0 0,0 0 0 0 0,0-1 0 0 0,1 0 0 0 0,4 11 0 0 0,-4-14-17 0 0,0 0 1 0 0,0 0-1 0 0,0 0 1 0 0,1 0-1 0 0,-1-1 1 0 0,1 1-1 0 0,0-1 1 0 0,0 1-1 0 0,0-1 1 0 0,0 0-1 0 0,0 0 1 0 0,0 0-1 0 0,0-1 0 0 0,1 1 1 0 0,-1-1-1 0 0,0 0 1 0 0,1 0-1 0 0,0 0 1 0 0,-1 0-1 0 0,1-1 1 0 0,-1 1-1 0 0,1-1 1 0 0,0 0-1 0 0,-1 0 1 0 0,1 0-1 0 0,4-1 1 0 0,5-1-61 0 0,0 0 1 0 0,-1 0-1 0 0,0-1 1 0 0,1-1-1 0 0,-1 0 1 0 0,14-8-1 0 0,-4 0-8 0 0,0-1 0 0 0,-1-1 0 0 0,0-1-1 0 0,-1-1 1 0 0,-1 0 0 0 0,-1-2-1 0 0,0 0 1 0 0,17-25 0 0 0,-9 9 77 0 0,-2-1 0 0 0,-1-2 0 0 0,-2 0 1 0 0,17-43-1 0 0,-33 67 26 0 0,-1-1 0 0 0,6-23 1 0 0,-10 37-30 0 0,0-1 0 0 0,0 0 0 0 0,0 1 0 0 0,0-1 1 0 0,0 0-1 0 0,0 1 0 0 0,0-1 0 0 0,-1 0 0 0 0,1 1 0 0 0,0-1 1 0 0,0 0-1 0 0,0 1 0 0 0,-1-1 0 0 0,1 0 0 0 0,0 1 0 0 0,-1-1 1 0 0,1 1-1 0 0,-1-1 0 0 0,1 1 0 0 0,0-1 0 0 0,-1 1 0 0 0,1-1 1 0 0,-1 1-1 0 0,0-1 0 0 0,1 1 0 0 0,-1 0 0 0 0,1-1 0 0 0,-1 1 0 0 0,1 0 1 0 0,-1-1-1 0 0,0 1 0 0 0,1 0 0 0 0,-1 0 0 0 0,0 0 0 0 0,1-1 1 0 0,-1 1-1 0 0,0 0 0 0 0,1 0 0 0 0,-1 0 0 0 0,-1 0 0 0 0,-2 2-6 0 0,0-1-1 0 0,1 1 0 0 0,-1 0 0 0 0,0 0 0 0 0,0 1 0 0 0,1-1 0 0 0,0 1 0 0 0,-1 0 0 0 0,1 0 0 0 0,0 0 0 0 0,0 0 0 0 0,1 0 0 0 0,-1 1 0 0 0,1-1 0 0 0,-1 1 0 0 0,1-1 0 0 0,0 1 1 0 0,0 0-1 0 0,1 0 0 0 0,-1 0 0 0 0,1 0 0 0 0,0 0 0 0 0,0 1 0 0 0,0-1 0 0 0,1 0 0 0 0,-1 5 0 0 0,1-2 5 0 0,0-1 1 0 0,0 0-1 0 0,0 0 0 0 0,1 1 0 0 0,0-1 1 0 0,0 0-1 0 0,1 0 0 0 0,-1 0 1 0 0,1 0-1 0 0,1 0 0 0 0,-1 0 0 0 0,5 6 1 0 0,5 9-3 0 0,30 36 1 0 0,-6-8 2 0 0,-34-46 23 0 0,-1-1-1 0 0,1 1 1 0 0,-1-1-1 0 0,0 1 1 0 0,0 0-1 0 0,0-1 1 0 0,0 1 0 0 0,0 0-1 0 0,-1 0 1 0 0,1 0-1 0 0,-1-1 1 0 0,0 1-1 0 0,1 0 1 0 0,-2 0 0 0 0,1 0-1 0 0,0 0 1 0 0,-1 5-1 0 0,-1-4 1 0 0,1 0 0 0 0,-1-1 0 0 0,0 1 0 0 0,0-1 0 0 0,0 1 0 0 0,0-1 0 0 0,-1 0 0 0 0,1 0 0 0 0,-1 0 0 0 0,0 0 0 0 0,0 0 0 0 0,-6 4 0 0 0,-1 0-27 0 0,-1 0 0 0 0,0-1 0 0 0,0 0 0 0 0,0-1 0 0 0,-1 0 0 0 0,0-1 0 0 0,0 0 0 0 0,0-1 0 0 0,-1 0 0 0 0,1-1 0 0 0,0-1 0 0 0,-1 0 0 0 0,0 0 0 0 0,1-1 0 0 0,-1-1 0 0 0,-13-2 0 0 0,25 3-123 0 0,-1-1 1 0 0,0 1 0 0 0,1-1-1 0 0,-1 1 1 0 0,1-1-1 0 0,-1 1 1 0 0,1-1 0 0 0,0 0-1 0 0,-1 0 1 0 0,1 0-1 0 0,0 0 1 0 0,0 0 0 0 0,-1 0-1 0 0,0-2 1 0 0,1 1-195 0 0,0 1 0 0 0,0 0 0 0 0,1-1 0 0 0,-1 1 0 0 0,0-1 1 0 0,1 1-1 0 0,0-1 0 0 0,-1 1 0 0 0,1-1 0 0 0,0 0 0 0 0,0 1 0 0 0,0-1 1 0 0,0 1-1 0 0,0-1 0 0 0,0 1 0 0 0,0-1 0 0 0,0 0 0 0 0,1 1 1 0 0,-1-1-1 0 0,1 1 0 0 0,-1-1 0 0 0,1 1 0 0 0,0-2 0 0 0,6-11-3817 0 0</inkml:trace>
</inkml:ink>
</file>

<file path=ppt/ink/ink2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6:24.6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58 892 0 0,'9'-13'3124'0'0,"21"-32"8211"0"0,-40 83-9126 0 0,-72 230-266 0 0,70-223-1820 0 0,6-23-539 0 0,0 0 0 0 0,2 0 0 0 0,1 1-1 0 0,-1 25 1 0 0,4-47 172 0 0,0 1 1 0 0,0 0 0 0 0,0 0-1 0 0,1 0 1 0 0,-1-1-1 0 0,1 1 1 0 0,-1 0-1 0 0,1-1 1 0 0,-1 1-1 0 0,1 0 1 0 0,0-1-1 0 0,0 1 1 0 0,2 2-1 0 0</inkml:trace>
</inkml:ink>
</file>

<file path=ppt/ink/ink2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6:24.9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258 90 1636 0 0,'7'-12'1937'0'0,"-1"5"-568"0"0,-1 0 0 0 0,-1 0 0 0 0,0-1 0 0 0,0 0 0 0 0,0 0 0 0 0,2-8 1 0 0,-6 15-1288 0 0,0 0 0 0 0,0 1 1 0 0,0-1-1 0 0,0 0 0 0 0,0 1 1 0 0,-1-1-1 0 0,1 0 0 0 0,0 1 1 0 0,0-1-1 0 0,-1 0 0 0 0,1 1 1 0 0,0-1-1 0 0,-1 1 0 0 0,1-1 1 0 0,-1 1-1 0 0,1-1 0 0 0,-1 1 1 0 0,1-1-1 0 0,-1 1 0 0 0,1-1 1 0 0,-1 1-1 0 0,1-1 0 0 0,-1 1 1 0 0,0 0-1 0 0,1-1 0 0 0,-1 1 1 0 0,0 0-1 0 0,1 0 0 0 0,-1-1 1 0 0,0 1-1 0 0,1 0 0 0 0,-1 0 1 0 0,0 0-1 0 0,1 0 0 0 0,-1 0 1 0 0,0 0-1 0 0,1 0 1 0 0,-1 0-1 0 0,0 0 0 0 0,0 0 1 0 0,1 1-1 0 0,-1-1 0 0 0,0 0 1 0 0,1 0-1 0 0,-2 1 0 0 0,-9 3 198 0 0,0-1-1 0 0,0 2 0 0 0,0 0 1 0 0,0 0-1 0 0,1 1 1 0 0,0 0-1 0 0,0 1 0 0 0,0 0 1 0 0,-13 13-1 0 0,3 0 4 0 0,1 0-1 0 0,0 1 0 0 0,-17 26 1 0 0,27-33-200 0 0,0 1 1 0 0,1 0-1 0 0,1 0 1 0 0,-8 22-1 0 0,12-27-60 0 0,0-1 0 0 0,0 1 0 0 0,2-1 0 0 0,-1 1-1 0 0,1 0 1 0 0,0-1 0 0 0,1 1 0 0 0,0 0 0 0 0,2 9-1 0 0,-2-15-57 0 0,1-1 1 0 0,0 1-1 0 0,0-1 0 0 0,0 1 0 0 0,1-1 0 0 0,-1 0 0 0 0,1 0 0 0 0,-1 0 1 0 0,1 1-1 0 0,0-2 0 0 0,0 1 0 0 0,1 0 0 0 0,-1 0 0 0 0,1-1 0 0 0,-1 1 0 0 0,1-1 1 0 0,0 0-1 0 0,0 0 0 0 0,0 0 0 0 0,0 0 0 0 0,0 0 0 0 0,0-1 0 0 0,0 1 1 0 0,1-1-1 0 0,-1 0 0 0 0,0 0 0 0 0,1 0 0 0 0,-1 0 0 0 0,1-1 0 0 0,-1 1 1 0 0,1-1-1 0 0,0 0 0 0 0,3-1 0 0 0,3 1-696 0 0,0-1 1 0 0,-1 0 0 0 0,0-1-1 0 0,1 0 1 0 0,-1 0-1 0 0,0-1 1 0 0,0 0-1 0 0,0-1 1 0 0,0 0-1 0 0,-1 0 1 0 0,12-8-1 0 0,1-6-3091 0 0,-2 0-1514 0 0</inkml:trace>
</inkml:ink>
</file>

<file path=ppt/ink/ink2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6:25.0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255 71 832 0 0,'-36'-12'3188'0'0,"5"2"-907"0"0,0 0-457 0 0,4 1-400 0 0,3 2-300 0 0,1 0-268 0 0,6 1-164 0 0,0 2-260 0 0,3 1-128 0 0,0 1-240 0 0,-6 4-1544 0 0</inkml:trace>
</inkml:ink>
</file>

<file path=ppt/ink/ink2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6:26.1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88 943 2696 0 0,'-72'24'9209'0'0,"75"-24"-8937"0"0,15-7-115 0 0,0 0-1 0 0,-1 0 0 0 0,1-2 1 0 0,28-19-1 0 0,-19 11-60 0 0,42-25 34 0 0,-1-3-1 0 0,-3-2 1 0 0,79-77-1 0 0,-106 87-130 0 0,-2-2 0 0 0,-1-2-1 0 0,-2-1 1 0 0,-3-2 0 0 0,-1-1-1 0 0,26-54 1 0 0,36-117 63 0 0,-64 146-154 0 0,-26 69 75 0 0,-3 2-25 0 0,-2 3 42 0 0,1 0-1 0 0,0 0 1 0 0,-1 0-1 0 0,2 1 1 0 0,-1-1-1 0 0,0 1 1 0 0,1 0-1 0 0,0 0 1 0 0,-3 9-1 0 0,-2 3 29 0 0,-102 288 790 0 0,23 11 184 0 0,54-189-647 0 0,27-110-308 0 0,-160 634 840 0 0,37 10-702 0 0,125-646-180 0 0,-1 8-9 0 0,1 0-1 0 0,0 0 0 0 0,2 1 0 0 0,1-1 1 0 0,5 46-1 0 0,-5-67-1 0 0,1 1-1 0 0,0-1 1 0 0,-1 1 0 0 0,1 0-1 0 0,0-1 1 0 0,0 0 0 0 0,1 1 0 0 0,-1-1-1 0 0,0 0 1 0 0,1 1 0 0 0,0-1-1 0 0,-1 0 1 0 0,1 0 0 0 0,0 0 0 0 0,0 0-1 0 0,0-1 1 0 0,0 1 0 0 0,0 0-1 0 0,1-1 1 0 0,2 2 0 0 0,-1-2-21 0 0,0 1 0 0 0,0-1 0 0 0,0 0 0 0 0,0-1 0 0 0,0 1 0 0 0,0-1 0 0 0,1 0-1 0 0,-1 0 1 0 0,0 0 0 0 0,0 0 0 0 0,8-2 0 0 0,3-2-64 0 0,0-1 0 0 0,0 0 1 0 0,0-1-1 0 0,-1-1 0 0 0,25-15 0 0 0,-26 13 76 0 0,-1 0 1 0 0,0-1-1 0 0,0 0 1 0 0,-1-1-1 0 0,0-1 1 0 0,-1 0-1 0 0,-1 0 0 0 0,1-1 1 0 0,-2 0-1 0 0,0 0 1 0 0,-1-1-1 0 0,0 0 1 0 0,-1 0-1 0 0,-1-1 1 0 0,0 1-1 0 0,5-27 1 0 0,-7 21 20 0 0,0 1 1 0 0,-1 0-1 0 0,-1 0 1 0 0,-1 0-1 0 0,-1-1 1 0 0,-1 1 0 0 0,0 0-1 0 0,-2 0 1 0 0,0 0-1 0 0,-1 0 1 0 0,-1 1-1 0 0,0 0 1 0 0,-11-20-1 0 0,3 13 3 0 0,-1 0 0 0 0,-1 1 0 0 0,-1 1 0 0 0,-2 0-1 0 0,0 1 1 0 0,-1 1 0 0 0,-1 1 0 0 0,-45-32-1 0 0,16 19 28 0 0,-1 2 0 0 0,-2 2 0 0 0,-73-29 0 0 0,98 47 2 0 0,1 1 75 0 0,-41-24 1 0 0,66 33-112 0 0,1 1 0 0 0,0-1 0 0 0,-1 0 0 0 0,1 0 0 0 0,0 0 1 0 0,0 0-1 0 0,0 0 0 0 0,-1 0 0 0 0,1 0 0 0 0,0 0 0 0 0,1 0 0 0 0,-1-1 1 0 0,0 1-1 0 0,0 0 0 0 0,0 0 0 0 0,1-1 0 0 0,-1 1 0 0 0,1-1 0 0 0,-1 1 1 0 0,1-1-1 0 0,-1 1 0 0 0,1-1 0 0 0,0-1 0 0 0,0 1-1 0 0,1 0 0 0 0,-1-1-1 0 0,1 1 1 0 0,0 0 0 0 0,-1-1-1 0 0,1 1 1 0 0,0 0 0 0 0,1 0 0 0 0,-1 0-1 0 0,0 0 1 0 0,1 0 0 0 0,-1 0-1 0 0,1 0 1 0 0,2-2 0 0 0,19-19-29 0 0,2 1 1 0 0,0 1 0 0 0,33-20-1 0 0,90-48-108 0 0,-107 65 60 0 0,350-173-956 0 0,-272 140 663 0 0,-118 57 362 0 0,22-11-42 0 0,-1 0 0 0 0,-1-1 0 0 0,31-22 0 0 0,-51 33 43 0 0,0 0 1 0 0,0 0-1 0 0,-1 0 0 0 0,1 0 0 0 0,0 0 0 0 0,0 0 1 0 0,-1-1-1 0 0,1 1 0 0 0,-1 0 0 0 0,1 0 0 0 0,-1 0 0 0 0,1-1 1 0 0,-1 1-1 0 0,0 0 0 0 0,0 0 0 0 0,1-1 0 0 0,-1 1 0 0 0,0 0 1 0 0,0-1-1 0 0,0 1 0 0 0,-1 0 0 0 0,1-2 0 0 0,0 1 4 0 0,-6 0-33 0 0,6 2 33 0 0,0-1 0 0 0,0 1 0 0 0,-1 0 0 0 0,1 0 1 0 0,0-1-1 0 0,-1 1 0 0 0,1 0 0 0 0,0 0 0 0 0,-1 0 1 0 0,1-1-1 0 0,0 1 0 0 0,-1 0 0 0 0,1 0 0 0 0,0 0 1 0 0,-1 0-1 0 0,1 0 0 0 0,-1 0 0 0 0,1 0 0 0 0,0 0 0 0 0,-1 0 1 0 0,1 0-1 0 0,-1 0 0 0 0,1 0 0 0 0,0 0 0 0 0,-1 0 1 0 0,-2-1-9 0 0,-2 0 3 0 0,-14 12-48 0 0,13-7 46 0 0,0 1 1 0 0,0 0-1 0 0,1 1 0 0 0,0-1 1 0 0,0 1-1 0 0,0 0 1 0 0,1 0-1 0 0,0 1 1 0 0,0-1-1 0 0,0 1 1 0 0,1 0-1 0 0,-3 9 0 0 0,3-9 11 0 0,1-1-1 0 0,0 0 1 0 0,0 1-1 0 0,1-1 0 0 0,0 1 1 0 0,0 0-1 0 0,1-1 1 0 0,-1 1-1 0 0,2 0 1 0 0,-1-1-1 0 0,1 1 0 0 0,0-1 1 0 0,0 1-1 0 0,3 8 1 0 0,-2-11-21 0 0,0-1-1 0 0,0 0 1 0 0,0 0 0 0 0,0 0 0 0 0,1 0 0 0 0,-1 0 0 0 0,1-1 0 0 0,0 1 0 0 0,0-1 0 0 0,0 1 0 0 0,0-1 0 0 0,0 0-1 0 0,0 0 1 0 0,1-1 0 0 0,-1 1 0 0 0,1-1 0 0 0,-1 1 0 0 0,1-1 0 0 0,0 0 0 0 0,4 0 0 0 0,10 2-599 0 0,-1-1 0 0 0,35 0 1 0 0,-46-2 416 0 0,17-1-1070 0 0,0-1 0 0 0,-1 0 0 0 0,1-2 0 0 0,38-11 0 0 0,-25 4-1370 0 0</inkml:trace>
</inkml:ink>
</file>

<file path=ppt/ink/ink2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6:26.8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258 98 828 0 0,'5'-7'1033'0'0,"0"0"1"0"0,0 0-1 0 0,0-1 0 0 0,-1 0 0 0 0,-1 0 1 0 0,1 0-1 0 0,-2 0 0 0 0,4-14 1 0 0,-6 21-984 0 0,0 0 0 0 0,0 0 1 0 0,-1 1-1 0 0,1-1 1 0 0,0 0-1 0 0,-1 0 1 0 0,1 1-1 0 0,-1-1 1 0 0,1 0-1 0 0,-1 1 0 0 0,1-1 1 0 0,-1 1-1 0 0,1-1 1 0 0,-1 1-1 0 0,1-1 1 0 0,-1 1-1 0 0,0-1 1 0 0,1 1-1 0 0,-1 0 0 0 0,0-1 1 0 0,0 1-1 0 0,1 0 1 0 0,-1-1-1 0 0,0 1 1 0 0,0 0-1 0 0,1 0 1 0 0,-1 0-1 0 0,0 0 0 0 0,0 0 1 0 0,1 0-1 0 0,-1 0 1 0 0,0 0-1 0 0,0 0 1 0 0,-1 0-1 0 0,-9 3 69 0 0,1 0-1 0 0,-1 1 1 0 0,0 1 0 0 0,1 0-1 0 0,0 0 1 0 0,0 0-1 0 0,1 2 1 0 0,-1-1 0 0 0,1 1-1 0 0,0 0 1 0 0,-9 12 0 0 0,-10 9 94 0 0,-45 63 1 0 0,66-81-196 0 0,1-1-1 0 0,0 1 1 0 0,1-1-1 0 0,0 2 1 0 0,1-1 0 0 0,-5 19-1 0 0,8-25-9 0 0,0-1 0 0 0,0 1 0 0 0,1-1 0 0 0,0 1 1 0 0,0-1-1 0 0,0 1 0 0 0,0-1 0 0 0,1 1 0 0 0,-1-1 0 0 0,1 1 0 0 0,1 3 0 0 0,-1-5-3 0 0,0 0 0 0 0,0 0 0 0 0,0 0 0 0 0,0 0 0 0 0,1 0 0 0 0,-1 0 0 0 0,1 0 0 0 0,-1 0 0 0 0,1-1 0 0 0,0 1-1 0 0,0 0 1 0 0,0-1 0 0 0,-1 0 0 0 0,1 1 0 0 0,1-1 0 0 0,-1 0 0 0 0,0 0 0 0 0,3 1 0 0 0,0-1-3 0 0,0 0 0 0 0,1 0 0 0 0,0 0 0 0 0,-1 0 0 0 0,1-1 0 0 0,-1 0 0 0 0,1 0 0 0 0,0-1 0 0 0,-1 1 0 0 0,1-1 0 0 0,-1 0 0 0 0,1-1-1 0 0,-1 0 1 0 0,0 1 0 0 0,0-2 0 0 0,1 1 0 0 0,-1 0 0 0 0,-1-1 0 0 0,1 0 0 0 0,5-5 0 0 0,7-4-30 0 0,-1-1-1 0 0,-1-1 1 0 0,0 0-1 0 0,15-19 1 0 0,-16 16 48 0 0,0 0 1 0 0,-1 0 0 0 0,-1-1-1 0 0,14-28 1 0 0,-25 44-25 0 0,-3 3-25 0 0,-4 4 30 0 0,1 0 0 0 0,-1 1 0 0 0,2-1-1 0 0,-1 1 1 0 0,1 0 0 0 0,-1 1 0 0 0,2-1-1 0 0,-1 1 1 0 0,-3 9 0 0 0,0-1 2 0 0,2 0 1 0 0,0 1 0 0 0,-4 22-1 0 0,8-32 6 0 0,0 0-1 0 0,0 0 0 0 0,1 1 0 0 0,1 11 1 0 0,-1-17-6 0 0,0 1 1 0 0,0-1-1 0 0,0 1 1 0 0,1 0 0 0 0,-1-1-1 0 0,1 1 1 0 0,-1-1-1 0 0,1 0 1 0 0,-1 1-1 0 0,1-1 1 0 0,0 1 0 0 0,0-1-1 0 0,0 0 1 0 0,0 0-1 0 0,0 1 1 0 0,0-1-1 0 0,0 0 1 0 0,0 0 0 0 0,0 0-1 0 0,0 0 1 0 0,1 0-1 0 0,-1 0 1 0 0,0 0-1 0 0,1-1 1 0 0,-1 1 0 0 0,1 0-1 0 0,1 0 1 0 0,5 0 1 0 0,0-1 0 0 0,0 1 0 0 0,0-1 0 0 0,0-1 0 0 0,0 1 0 0 0,0-1 0 0 0,0-1 0 0 0,0 0 0 0 0,0 0 0 0 0,0 0 0 0 0,-1-1 0 0 0,1 0 0 0 0,-1-1 0 0 0,1 1 0 0 0,7-7 1 0 0,16-10 11 0 0,-1-2 1 0 0,29-27 0 0 0,-43 36-9 0 0,39-38 3 0 0,-34 31-2 0 0,0 1 1 0 0,0 1-1 0 0,2 1 1 0 0,35-21-1 0 0,-55 37-5 0 0,-1 0-1 0 0,1-1 1 0 0,-1 1-1 0 0,1 0 1 0 0,-1 1-1 0 0,1-1 1 0 0,0 0-1 0 0,0 1 1 0 0,-1-1-1 0 0,1 1 1 0 0,0 0-1 0 0,0 0 1 0 0,-1 0-1 0 0,1 0 1 0 0,0 0-1 0 0,0 1 1 0 0,-1 0-1 0 0,1-1 1 0 0,0 1-1 0 0,-1 0 1 0 0,1 0 0 0 0,-1 0-1 0 0,1 0 1 0 0,-1 1-1 0 0,1-1 1 0 0,-1 1-1 0 0,0-1 1 0 0,0 1-1 0 0,0 0 1 0 0,0 0-1 0 0,0 0 1 0 0,0 0-1 0 0,0 0 1 0 0,-1 1-1 0 0,1-1 1 0 0,-1 0-1 0 0,0 1 1 0 0,3 4-1 0 0,-1 1 149 0 0,0-1-1 0 0,0 1 0 0 0,-1 0 0 0 0,0 0 0 0 0,0 0 0 0 0,-1 0 0 0 0,0 1 1 0 0,-1-1-1 0 0,1 0 0 0 0,-2 0 0 0 0,1 0 0 0 0,-2 10 0 0 0,-1-9-32 0 0,1-1 0 0 0,-1 0 0 0 0,0 0 0 0 0,-1-1 0 0 0,0 1 0 0 0,0-1 0 0 0,-1 1-1 0 0,0-1 1 0 0,0-1 0 0 0,-1 1 0 0 0,1-1 0 0 0,-1 0 0 0 0,-1 0 0 0 0,-9 7 0 0 0,4-5-34 0 0,0 0 1 0 0,-1-1 0 0 0,0 0-1 0 0,0-1 1 0 0,0-1-1 0 0,-1 0 1 0 0,-24 6 0 0 0,22-7-53 0 0,14-3-94 0 0,1 0 0 0 0,-1-1 0 0 0,0 1 0 0 0,1 0 1 0 0,-1-1-1 0 0,0 0 0 0 0,0 1 0 0 0,1-1 1 0 0,-1 0-1 0 0,0 0 0 0 0,0 0 0 0 0,0 0 1 0 0,1 0-1 0 0,-1 0 0 0 0,0-1 0 0 0,0 1 0 0 0,0-1 1 0 0,1 1-1 0 0,-1-1 0 0 0,-3-1 0 0 0,5 2 5 0 0,0-1 0 0 0,0 1 0 0 0,0 0 0 0 0,0-1-1 0 0,0 1 1 0 0,0 0 0 0 0,-1-1 0 0 0,1 1 0 0 0,0 0-1 0 0,0 0 1 0 0,0-1 0 0 0,0 1 0 0 0,0 0 0 0 0,0-1 0 0 0,0 1-1 0 0,0 0 1 0 0,0-1 0 0 0,1 1 0 0 0,-1 0 0 0 0,0-1-1 0 0,0 1 1 0 0,0 0 0 0 0,0-1 0 0 0,0 1 0 0 0,0 0 0 0 0,1-1-1 0 0,-1 1 1 0 0,0 0 0 0 0,0 0 0 0 0,0-1 0 0 0,1 1 0 0 0,7-10-799 0 0,-7 10 641 0 0,61-59-7895 0 0,-37 35 3630 0 0</inkml:trace>
</inkml:ink>
</file>

<file path=ppt/ink/ink2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6:27.1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7 2432 0 0,'9'-6'13220'0'0,"-22"37"-12887"0"0,4-11 936 0 0,-2 9-638 0 0,2 1 0 0 0,-8 52 0 0 0,15-67-569 0 0,0-1 1 0 0,1 1 0 0 0,1-1 0 0 0,0 1-1 0 0,1-1 1 0 0,1 1 0 0 0,0-1-1 0 0,4 15 1 0 0,-5-27-123 0 0,0 1-1 0 0,0 0 0 0 0,0-1 1 0 0,0 1-1 0 0,0-1 1 0 0,0 1-1 0 0,1-1 0 0 0,-1 1 1 0 0,1-1-1 0 0,0 0 1 0 0,0 0-1 0 0,0 0 0 0 0,0 0 1 0 0,0 0-1 0 0,0-1 1 0 0,0 1-1 0 0,1 0 1 0 0,-1-1-1 0 0,0 0 0 0 0,1 1 1 0 0,0-1-1 0 0,-1 0 1 0 0,1 0-1 0 0,-1-1 0 0 0,1 1 1 0 0,0 0-1 0 0,0-1 1 0 0,0 0-1 0 0,-1 0 0 0 0,4 0 1 0 0,-1 0-591 0 0,0-1 0 0 0,0 0 1 0 0,0 0-1 0 0,0 0 0 0 0,0-1 0 0 0,0 0 1 0 0,0 0-1 0 0,-1 0 0 0 0,1 0 0 0 0,-1-1 0 0 0,1 1 1 0 0,-1-1-1 0 0,0-1 0 0 0,0 1 0 0 0,6-7 1 0 0,7-8-4367 0 0</inkml:trace>
</inkml:ink>
</file>

<file path=ppt/ink/ink2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6:27.2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224 80 1620 0 0,'-19'-16'2688'0'0,"1"6"-547"0"0,1-2-441 0 0,-2 3-308 0 0,2 1-372 0 0,0-1-172 0 0,2 4-200 0 0,-1 0-96 0 0,-1 1-156 0 0,5 3 60 0 0,-12 1-452 0 0,7 3-804 0 0,1 6-1628 0 0</inkml:trace>
</inkml:ink>
</file>

<file path=ppt/ink/ink2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6:28.5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254 11 1812 0 0,'1'-1'210'0'0,"-1"0"-1"0"0,1 0 0 0 0,0 1 1 0 0,-1-1-1 0 0,1 0 0 0 0,0 1 1 0 0,-1-1-1 0 0,1 1 0 0 0,0-1 1 0 0,0 1-1 0 0,-1-1 0 0 0,1 1 1 0 0,0-1-1 0 0,0 1 1 0 0,0 0-1 0 0,0-1 0 0 0,-1 1 1 0 0,1 0-1 0 0,0 0 0 0 0,0 0 1 0 0,0 0-1 0 0,0 0 0 0 0,0 0 1 0 0,0 0-1 0 0,1 0 0 0 0,-1 1-70 0 0,0-1 0 0 0,-1 1 0 0 0,1 0 0 0 0,0 0 0 0 0,0-1 0 0 0,-1 1 0 0 0,1 0 0 0 0,0 0-1 0 0,-1 0 1 0 0,1 0 0 0 0,-1 0 0 0 0,1 0 0 0 0,-1 0 0 0 0,0 0 0 0 0,1 0 0 0 0,-1 0-1 0 0,0 2 1 0 0,2 4 292 0 0,-1 1 1 0 0,-1 0-1 0 0,0 0 0 0 0,-1 13 0 0 0,-5 27 755 0 0,-3-1-1 0 0,-17 51 1 0 0,-39 91-254 0 0,31-92-581 0 0,-85 229 165 0 0,101-281-345 0 0,9-26 7 0 0,7-15-80 0 0,3-7-2 0 0,15-49-51 0 0,39-87 0 0 0,-48 124-53 0 0,1 0-1 0 0,0 1 1 0 0,1 0 0 0 0,1 1 0 0 0,0 0 0 0 0,1 1-1 0 0,0 0 1 0 0,0 0 0 0 0,2 1 0 0 0,18-13 0 0 0,-26 21 1 0 0,-1 0 1 0 0,1 1 0 0 0,0-1 0 0 0,0 1 0 0 0,0 0 0 0 0,0 1 0 0 0,0-1-1 0 0,0 1 1 0 0,0 0 0 0 0,1 0 0 0 0,-1 1 0 0 0,0-1 0 0 0,1 1 0 0 0,-1 1-1 0 0,0-1 1 0 0,1 1 0 0 0,-1-1 0 0 0,0 2 0 0 0,0-1 0 0 0,0 0 0 0 0,0 1-1 0 0,0 0 1 0 0,0 0 0 0 0,0 1 0 0 0,0-1 0 0 0,-1 1 0 0 0,1 0 0 0 0,-1 0-1 0 0,0 1 1 0 0,0-1 0 0 0,0 1 0 0 0,3 4 0 0 0,0 0 3 0 0,-1 0 0 0 0,0 0 0 0 0,0 1 0 0 0,0-1 0 0 0,-1 1-1 0 0,-1 0 1 0 0,0 1 0 0 0,0-1 0 0 0,0 1 0 0 0,-1 0 0 0 0,-1 0 0 0 0,0 0 0 0 0,0 0 0 0 0,-1 0 0 0 0,0 0 0 0 0,-1 11 0 0 0,-1-10 46 0 0,-1-1 1 0 0,0 0-1 0 0,-1 0 0 0 0,0 0 0 0 0,0 0 1 0 0,-1 0-1 0 0,0-1 0 0 0,-1 0 1 0 0,0 0-1 0 0,-1 0 0 0 0,0 0 0 0 0,0-1 1 0 0,0 0-1 0 0,-1 0 0 0 0,-1-1 1 0 0,1 1-1 0 0,-1-2 0 0 0,-17 12 0 0 0,7-7 42 0 0,0 0 0 0 0,0-2-1 0 0,-1 0 1 0 0,0-2-1 0 0,0 0 1 0 0,-1-1-1 0 0,0 0 1 0 0,-34 3-1 0 0,-5 3-22 0 0,56-12-65 0 0,31-7-14 0 0,46-14 10 0 0,26-6-10 0 0,-1-4 0 0 0,113-54 0 0 0,-153 55-190 0 0,-1-2-1 0 0,-2-3 0 0 0,86-70 1 0 0,-103 70 39 0 0,-1-1 0 0 0,-2-1 1 0 0,-1-3-1 0 0,-2 0 0 0 0,33-55 1 0 0,-56 79 127 0 0,66-115-216 0 0,-64 109 232 0 0,-2-1-1 0 0,-1 0 1 0 0,0 0 0 0 0,5-27-1 0 0,-14 49 26 0 0,3-25-27 0 0,-3 25 27 0 0,0 1-1 0 0,0-1 0 0 0,0 1 0 0 0,0-1 0 0 0,0 1 1 0 0,0-1-1 0 0,0 0 0 0 0,0 1 0 0 0,0-1 1 0 0,0 1-1 0 0,0-1 0 0 0,-1 1 0 0 0,1-1 0 0 0,0 1 1 0 0,0-1-1 0 0,0 1 0 0 0,-1-1 0 0 0,1 1 1 0 0,0-1-1 0 0,-1 1 0 0 0,1-1 0 0 0,0 1 0 0 0,-1 0 1 0 0,1-1-1 0 0,-1 1 0 0 0,1 0 0 0 0,-1-1 1 0 0,1 1-1 0 0,-1 0 0 0 0,1-1 0 0 0,0 1 0 0 0,-1 0 1 0 0,0 0-1 0 0,1 0 0 0 0,-1-1 0 0 0,1 1 1 0 0,-1 0-1 0 0,1 0 0 0 0,-1 0 0 0 0,1 0 0 0 0,-1 0 1 0 0,1 0-1 0 0,-1 0 0 0 0,0 0 0 0 0,0 0 1 0 0,-4 2 18 0 0,-1 0 1 0 0,1 1-1 0 0,-1-1 1 0 0,1 1-1 0 0,0 0 1 0 0,0 0-1 0 0,1 1 1 0 0,-1-1-1 0 0,0 1 1 0 0,1 0 0 0 0,-6 8-1 0 0,-8 9 130 0 0,-17 28 0 0 0,26-35-81 0 0,-16 24 60 0 0,1 1-1 0 0,3 1 1 0 0,1 2-1 0 0,2-1 1 0 0,1 2-1 0 0,3 0 1 0 0,1 1-1 0 0,-12 89 1 0 0,23-120-112 0 0,2 1 0 0 0,-1-1 0 0 0,2 0 0 0 0,-1 0 1 0 0,2 1-1 0 0,0-1 0 0 0,0 0 0 0 0,2 0 0 0 0,8 24 1 0 0,-9-31-10 0 0,0 0 1 0 0,1 0-1 0 0,-1 0 1 0 0,1 0-1 0 0,0-1 1 0 0,1 1-1 0 0,-1-1 1 0 0,1 0-1 0 0,0 0 1 0 0,1-1-1 0 0,-1 0 1 0 0,1 0-1 0 0,0 0 1 0 0,0 0-1 0 0,0-1 1 0 0,0 0-1 0 0,0 0 1 0 0,1-1-1 0 0,-1 0 1 0 0,12 2-1 0 0,-5-1 2 0 0,0-2 0 0 0,0 0 0 0 0,0 0 0 0 0,0-1 0 0 0,0-1 0 0 0,0 0 1 0 0,0-1-1 0 0,17-4 0 0 0,-11 0 3 0 0,-1 0 0 0 0,1-1 1 0 0,-1-1-1 0 0,32-20 1 0 0,-14 4-4 0 0,-1-3 1 0 0,-1-1-1 0 0,-1-1 1 0 0,34-40-1 0 0,-51 52 0 0 0,0 0 0 0 0,-1-1-1 0 0,-1-1 1 0 0,-1-1-1 0 0,20-37 1 0 0,-33 55-13 0 0,1 1 2 0 0,0 0-1 0 0,-1 0 1 0 0,1 0 0 0 0,-1 0 0 0 0,0 0-1 0 0,1 0 1 0 0,-1 0 0 0 0,0 0 0 0 0,1-1-1 0 0,-1 1 1 0 0,0 0 0 0 0,0 0-1 0 0,0 0 1 0 0,0 0 0 0 0,0 0 0 0 0,0 0-1 0 0,-1-2 1 0 0,-8-3-8 0 0,7 5 9 0 0,-1 1 0 0 0,1 0 0 0 0,0 0 0 0 0,-1 0 0 0 0,1 0 0 0 0,-1 0 0 0 0,1 0 0 0 0,-1 1 0 0 0,1-1 0 0 0,0 1 0 0 0,-1 0 0 0 0,1-1 0 0 0,0 1 0 0 0,0 0 0 0 0,0 0 0 0 0,-3 3 0 0 0,-35 24 17 0 0,34-22-5 0 0,-13 10 27 0 0,0 1-1 0 0,2 1 0 0 0,0 0 1 0 0,-25 36-1 0 0,34-41-18 0 0,0-1 0 0 0,1 1 0 0 0,0 0 0 0 0,1 0 0 0 0,1 1 0 0 0,0 0 0 0 0,1 0 0 0 0,0 0 0 0 0,-2 22 0 0 0,5-33-12 0 0,1 1 0 0 0,0 0-1 0 0,0 0 1 0 0,0 0-1 0 0,1 0 1 0 0,-1-1-1 0 0,1 1 1 0 0,0 0-1 0 0,0 0 1 0 0,0-1-1 0 0,0 1 1 0 0,1-1-1 0 0,-1 1 1 0 0,1-1-1 0 0,0 0 1 0 0,0 1-1 0 0,0-1 1 0 0,4 3 0 0 0,-2-2 5 0 0,0-1 0 0 0,0 0 0 0 0,0 0 1 0 0,1 0-1 0 0,-1 0 0 0 0,1-1 0 0 0,0 0 1 0 0,0 0-1 0 0,0 0 0 0 0,0-1 0 0 0,9 3 1 0 0,2-2-177 0 0,0-1 0 0 0,0 0 0 0 0,0-1 1 0 0,0-1-1 0 0,0-1 0 0 0,-1 0 0 0 0,28-7 1 0 0,-16 0-981 0 0,-1 0 0 0 0,33-17 1 0 0,11-13-4601 0 0,-22 10-1135 0 0</inkml:trace>
</inkml:ink>
</file>

<file path=ppt/ink/ink2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6:29.3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436 111 640 0 0,'98'-109'12913'0'0,"-97"108"-12485"0"0,-4 3-265 0 0,-83 58 221 0 0,-152 137 0 0 0,232-192-379 0 0,1 1 0 0 0,0-1 0 0 0,0 1 0 0 0,1 0 0 0 0,0 0 0 0 0,0 1 1 0 0,-6 11-1 0 0,10-16-5 0 0,-1 1 0 0 0,0-1 1 0 0,1 1-1 0 0,-1-1 1 0 0,1 1-1 0 0,0-1 0 0 0,-1 1 1 0 0,1-1-1 0 0,1 1 1 0 0,-1-1-1 0 0,0 1 0 0 0,1-1 1 0 0,-1 1-1 0 0,1-1 1 0 0,0 1-1 0 0,-1-1 0 0 0,1 0 1 0 0,0 1-1 0 0,1-1 1 0 0,-1 0-1 0 0,0 0 0 0 0,1 0 1 0 0,-1 0-1 0 0,1 0 1 0 0,0 0-1 0 0,2 2 0 0 0,12 11-46 0 0,36 24-1 0 0,-40-31 39 0 0,0 0 1 0 0,0 1-1 0 0,-1 0 1 0 0,-1 1-1 0 0,1 0 1 0 0,16 23-1 0 0,-25-31 70 0 0,-1 0-1 0 0,0 0 1 0 0,0 0-1 0 0,0 0 1 0 0,0 1-1 0 0,-1-1 0 0 0,1 0 1 0 0,0 0-1 0 0,-1 1 1 0 0,0-1-1 0 0,1 0 1 0 0,-1 1-1 0 0,0-1 0 0 0,0 0 1 0 0,0 1-1 0 0,-1-1 1 0 0,1 0-1 0 0,-1 3 1 0 0,0-2 36 0 0,-1 1 0 0 0,1-1 0 0 0,-1 1 1 0 0,0-1-1 0 0,0 0 0 0 0,0 0 1 0 0,0 0-1 0 0,-1 0 0 0 0,1 0 1 0 0,-5 3-1 0 0,0 0 16 0 0,0 0 1 0 0,-1-1 0 0 0,0 0-1 0 0,0 0 1 0 0,0-1 0 0 0,0 0-1 0 0,-1 0 1 0 0,-10 2 0 0 0,6-3-61 0 0,0-1 1 0 0,1 0-1 0 0,-1-1 1 0 0,0-1-1 0 0,0 0 1 0 0,0-1-1 0 0,1 0 1 0 0,-1-1-1 0 0,-13-3 1 0 0,18 3-125 0 0,1-1 1 0 0,-1 1 0 0 0,1-1 0 0 0,0-1-1 0 0,0 1 1 0 0,0-1 0 0 0,-7-6-1 0 0,10 7-147 0 0,1 0 1 0 0,0 0-1 0 0,0 0 0 0 0,0 0 0 0 0,0-1 0 0 0,0 1 0 0 0,0-1 0 0 0,1 0 0 0 0,0 0 1 0 0,0 0-1 0 0,0 0 0 0 0,0 0 0 0 0,-1-5 0 0 0,3 5-308 0 0,0 0 0 0 0,-1 0 0 0 0,2 0 0 0 0,-1 0 0 0 0,0 0-1 0 0,1 0 1 0 0,-1 1 0 0 0,1-1 0 0 0,0 0 0 0 0,1 0 0 0 0,-1 1 0 0 0,0-1 0 0 0,1 0 0 0 0,0 1-1 0 0,0 0 1 0 0,5-7 0 0 0,5-4-3196 0 0</inkml:trace>
</inkml:ink>
</file>

<file path=ppt/ink/ink2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6:31.6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1153 2056 0 0,'41'-14'8516'0'0,"-38"15"-7792"0"0,-3-1-688 0 0,1 0 1 0 0,-1-1-1 0 0,0 1 0 0 0,1 0 0 0 0,-1 1 0 0 0,0-1 0 0 0,1 0 0 0 0,-1 0 0 0 0,0 0 0 0 0,1 0 0 0 0,-1 0 0 0 0,0 0 1 0 0,0 0-1 0 0,1 0 0 0 0,-1 1 0 0 0,0-1 0 0 0,1 0 0 0 0,-1 0 0 0 0,0 0 0 0 0,0 1 0 0 0,1-1 0 0 0,-1 0 0 0 0,0 0 1 0 0,0 1-1 0 0,1-1 0 0 0,-1 0 0 0 0,0 0 0 0 0,0 1 0 0 0,0-1 0 0 0,0 0 0 0 0,1 1 0 0 0,-1-1 0 0 0,0 0 0 0 0,0 1 1 0 0,0-1-1 0 0,0 0 0 0 0,0 1 0 0 0,0-1 0 0 0,0 1 0 0 0,-7 17 1499 0 0,5-13-1449 0 0,-23 46 1441 0 0,9-21-903 0 0,-22 60-1 0 0,35-82-595 0 0,0 1-1 0 0,1 0 1 0 0,0-1-1 0 0,1 1 1 0 0,0 0-1 0 0,0 0 1 0 0,1 0-1 0 0,0 0 0 0 0,1 0 1 0 0,0 0-1 0 0,0 0 1 0 0,3 9-1 0 0,-3-15-19 0 0,0-1 0 0 0,0 1 0 0 0,0 0 0 0 0,0-1 0 0 0,1 1 0 0 0,-1-1 0 0 0,1 1-1 0 0,0-1 1 0 0,-1 1 0 0 0,1-1 0 0 0,0 0 0 0 0,0 0 0 0 0,1 0 0 0 0,-1 0 0 0 0,0-1 0 0 0,1 1 0 0 0,-1 0 0 0 0,1-1-1 0 0,-1 0 1 0 0,1 1 0 0 0,0-1 0 0 0,-1 0 0 0 0,1-1 0 0 0,0 1 0 0 0,0 0 0 0 0,0-1 0 0 0,0 1 0 0 0,0-1-1 0 0,0 0 1 0 0,-1 0 0 0 0,1 0 0 0 0,0-1 0 0 0,0 1 0 0 0,5-2 0 0 0,0 0 5 0 0,0 0 0 0 0,0-1 0 0 0,-1 1 0 0 0,1-2 0 0 0,-1 1 1 0 0,0-1-1 0 0,0 0 0 0 0,0 0 0 0 0,-1-1 0 0 0,1 0 0 0 0,9-11 0 0 0,-7 6-1 0 0,-2-1 0 0 0,1 0 0 0 0,-1 0 0 0 0,-1-1 0 0 0,0 0 0 0 0,-1 0-1 0 0,0-1 1 0 0,-1 1 0 0 0,5-25 0 0 0,-6 21-10 0 0,0 0 1 0 0,-2 0-1 0 0,0 0 0 0 0,-1 0 0 0 0,0 0 1 0 0,-1 1-1 0 0,-7-32 0 0 0,7 42-6 0 0,0-1 1 0 0,-1 1-1 0 0,0 0 1 0 0,0 0-1 0 0,0 0 1 0 0,-1 0-1 0 0,0 1 1 0 0,0-1-1 0 0,0 1 1 0 0,0 0-1 0 0,-1-1 0 0 0,1 1 1 0 0,-1 1-1 0 0,0-1 1 0 0,0 1-1 0 0,-6-4 1 0 0,7 5-1 0 0,-1 0 0 0 0,0 1 1 0 0,1-1-1 0 0,-1 1 0 0 0,0 0 1 0 0,0 0-1 0 0,0 0 0 0 0,0 0 1 0 0,-1 1-1 0 0,1 0 0 0 0,0 0 0 0 0,0 0 1 0 0,0 0-1 0 0,0 1 0 0 0,0-1 1 0 0,0 1-1 0 0,0 0 0 0 0,0 0 1 0 0,0 1-1 0 0,0-1 0 0 0,-6 4 1 0 0,1 1 1 0 0,-1 0 1 0 0,1 0 0 0 0,0 1 0 0 0,0 0 0 0 0,1 0 0 0 0,0 1 0 0 0,0 0-1 0 0,1 1 1 0 0,0 0 0 0 0,0 0 0 0 0,1 0 0 0 0,0 1 0 0 0,1 0 0 0 0,0 0-1 0 0,1 0 1 0 0,-6 19 0 0 0,8-22-2 0 0,0 0 1 0 0,1 0-1 0 0,0 0 1 0 0,0 0-1 0 0,0 0 0 0 0,1 0 1 0 0,0 1-1 0 0,1-1 0 0 0,-1 0 1 0 0,2 0-1 0 0,-1 0 0 0 0,1 0 1 0 0,0 0-1 0 0,0 0 0 0 0,0-1 1 0 0,1 1-1 0 0,0-1 0 0 0,1 0 1 0 0,-1 1-1 0 0,1-2 0 0 0,1 1 1 0 0,-1 0-1 0 0,1-1 0 0 0,0 0 1 0 0,0 0-1 0 0,0 0 0 0 0,7 4 1 0 0,-4-4-4 0 0,0 0 1 0 0,0-1 0 0 0,1 0 0 0 0,-1-1 0 0 0,1 0-1 0 0,0 0 1 0 0,0-1 0 0 0,0 0 0 0 0,0-1-1 0 0,0 0 1 0 0,0 0 0 0 0,0-1 0 0 0,1 0 0 0 0,-1 0-1 0 0,0-1 1 0 0,0-1 0 0 0,0 1 0 0 0,15-6-1 0 0,1-1-59 0 0,-1-1 0 0 0,0-1 0 0 0,-1-1-1 0 0,0-2 1 0 0,30-20 0 0 0,-28 14-106 0 0,-1 0 1 0 0,-1-2-1 0 0,-1 0 1 0 0,-1-2-1 0 0,-1 0 1 0 0,29-46-1 0 0,-10 7-379 0 0,50-114-1 0 0,-47 82 413 0 0,52-188-1 0 0,-91 258 245 0 0,-7 19-22 0 0,-6 11-35 0 0,3 1 8 0 0,1 1 1 0 0,-1 0-1 0 0,2 1 0 0 0,-1 0 1 0 0,1 0-1 0 0,0 0 0 0 0,1 0 1 0 0,-5 16-1 0 0,-3 5 99 0 0,-25 54 306 0 0,-35 125-1 0 0,56-151-370 0 0,3 0 1 0 0,3 1-1 0 0,-4 74 0 0 0,13-113-81 0 0,1-1-1 0 0,0 0 1 0 0,2 1-1 0 0,0-1 1 0 0,2 0-1 0 0,0 0 1 0 0,10 26-1 0 0,-12-38-8 0 0,1-1 1 0 0,0 0-1 0 0,0-1 0 0 0,1 1 1 0 0,-1 0-1 0 0,1-1 0 0 0,1 0 1 0 0,-1 0-1 0 0,1 0 0 0 0,10 7 0 0 0,-11-9-6 0 0,1 0-1 0 0,0 0 0 0 0,0-1 0 0 0,0 0 0 0 0,0 0 0 0 0,0-1 0 0 0,0 1 0 0 0,0-1 0 0 0,1 0 0 0 0,-1 0 0 0 0,0-1 0 0 0,1 0 0 0 0,-1 0 0 0 0,1 0 0 0 0,6-1 0 0 0,0-2-30 0 0,0 1 0 0 0,-1-2 0 0 0,1 0 0 0 0,-1 0 0 0 0,0-1 0 0 0,0 0 0 0 0,0-1 0 0 0,-1 0 0 0 0,0-1 0 0 0,0 0 0 0 0,0-1 0 0 0,12-13 1 0 0,8-10-95 0 0,-2-1 1 0 0,30-44-1 0 0,64-117-134 0 0,-52 78 169 0 0,-62 102 208 0 0,-16 23 142 0 0,-16 24 167 0 0,7-8-332 0 0,1 1 0 0 0,1 1 0 0 0,2 0 0 0 0,0 1 0 0 0,2 0 0 0 0,-10 42 0 0 0,19-62-83 0 0,0 0 0 0 0,1 0 0 0 0,0 0 0 0 0,1 0-1 0 0,0 0 1 0 0,0 0 0 0 0,1 0 0 0 0,0 0 0 0 0,1-1 0 0 0,2 12 0 0 0,-2-16-7 0 0,-1-1 0 0 0,0 0 0 0 0,1 1 0 0 0,0-1 0 0 0,0 0 0 0 0,0 0 0 0 0,0 0 0 0 0,0 0 0 0 0,1 0 1 0 0,-1 0-1 0 0,1-1 0 0 0,0 1 0 0 0,0-1 0 0 0,0 0 0 0 0,0 0 0 0 0,0 0 0 0 0,0 0 0 0 0,0 0 0 0 0,1-1 0 0 0,-1 1 1 0 0,1-1-1 0 0,-1 0 0 0 0,1 0 0 0 0,0-1 0 0 0,-1 1 0 0 0,1-1 0 0 0,4 1 0 0 0,-1-1-10 0 0,1-1 0 0 0,0 0 0 0 0,0 0 0 0 0,-1-1 0 0 0,1 0 0 0 0,-1 0 1 0 0,1-1-1 0 0,-1 0 0 0 0,0 0 0 0 0,0-1 0 0 0,0 1 0 0 0,-1-2 0 0 0,1 1 0 0 0,-1-1 0 0 0,8-7 0 0 0,6-7-107 0 0,0-1-1 0 0,31-41 1 0 0,-11 3-34 0 0,36-70 0 0 0,-30 49 284 0 0,-40 69-51 0 0,-10 15 79 0 0,-9 16 0 0 0,2 2-66 0 0,0 0 0 0 0,-10 42 0 0 0,17-51-84 0 0,1 0-1 0 0,1 1 1 0 0,0-1 0 0 0,1 0-1 0 0,0 1 1 0 0,2 18 0 0 0,0-30-11 0 0,-1 0 1 0 0,1 0 0 0 0,0 0 0 0 0,-1 1-1 0 0,1-1 1 0 0,0 0 0 0 0,1-1 0 0 0,-1 1-1 0 0,1 0 1 0 0,-1 0 0 0 0,1-1 0 0 0,0 1-1 0 0,0 0 1 0 0,0-1 0 0 0,0 0 0 0 0,0 0-1 0 0,5 4 1 0 0,-3-3-17 0 0,0-1-1 0 0,1 1 1 0 0,0-1-1 0 0,-1 0 1 0 0,1 0-1 0 0,0-1 1 0 0,0 1-1 0 0,0-1 1 0 0,0 0-1 0 0,6 0 1 0 0,2 0-148 0 0,0-1 1 0 0,0-1-1 0 0,0 0 1 0 0,0 0-1 0 0,1-1 1 0 0,-2-1-1 0 0,23-7 0 0 0,-9-1-278 0 0,0-2-1 0 0,0-1 1 0 0,-1-1-1 0 0,-1 0 1 0 0,0-2-1 0 0,-1-1 0 0 0,-1-1 1 0 0,-1-1-1 0 0,-1-1 1 0 0,23-30-1 0 0,-4-1-201 0 0,-2-2-1 0 0,-3-1 0 0 0,42-92 1 0 0,-41 68 453 0 0,-4-1 1 0 0,42-166-1 0 0,-60 180 1005 0 0,-2 0 0 0 0,1-85 1 0 0,-12 148-762 0 0,-1-51 744 0 0,1 50-735 0 0,0 1 0 0 0,0-1-1 0 0,-1 1 1 0 0,0 0 0 0 0,0-1 0 0 0,0 1 0 0 0,0 0-1 0 0,0 0 1 0 0,-1 0 0 0 0,1 0 0 0 0,-1 0-1 0 0,-3-5 1 0 0,4 8-36 0 0,0-1 0 0 0,1 1-1 0 0,-1-1 1 0 0,0 1 0 0 0,0-1-1 0 0,0 1 1 0 0,0 0 0 0 0,0 0 0 0 0,0-1-1 0 0,0 1 1 0 0,0 0 0 0 0,0 0 0 0 0,0 0-1 0 0,0 0 1 0 0,0 0 0 0 0,0 0-1 0 0,0 0 1 0 0,0 0 0 0 0,1 1 0 0 0,-1-1-1 0 0,0 0 1 0 0,0 1 0 0 0,0-1-1 0 0,0 0 1 0 0,0 1 0 0 0,0-1 0 0 0,-1 2-1 0 0,-21 15 591 0 0,7 0-258 0 0,1 1 0 0 0,0 1 0 0 0,2 1 0 0 0,0 0 0 0 0,1 1 0 0 0,-13 30-1 0 0,6-12-41 0 0,-210 479 1678 0 0,180-360-1750 0 0,42-128-203 0 0,1 0 0 0 0,1 0 0 0 0,0 45 0 0 0,5-69-142 0 0,0 1-1 0 0,0 0 0 0 0,1 0 0 0 0,0 0 0 0 0,0 0 0 0 0,0 0 1 0 0,1-1-1 0 0,0 1 0 0 0,1-1 0 0 0,-1 1 0 0 0,1-1 0 0 0,1 0 1 0 0,-1 0-1 0 0,1 0 0 0 0,0-1 0 0 0,0 1 0 0 0,0-1 1 0 0,1 0-1 0 0,0 0 0 0 0,0 0 0 0 0,0-1 0 0 0,1 0 0 0 0,0 0 1 0 0,-1 0-1 0 0,1-1 0 0 0,1 0 0 0 0,-1 0 0 0 0,13 4 0 0 0,-7-3-286 0 0,0-1 0 0 0,0 0 0 0 0,0 0 0 0 0,0-2 0 0 0,1 1 0 0 0,-1-2 0 0 0,1 1 0 0 0,-1-2 0 0 0,25-3 0 0 0,-19 0 9 0 0,0-1 0 0 0,-1 0-1 0 0,0-1 1 0 0,0-1-1 0 0,-1 0 1 0 0,20-13-1 0 0,-5 0 169 0 0,-2-2-1 0 0,0-1 1 0 0,-2 0-1 0 0,-1-2 1 0 0,-1-2-1 0 0,30-38 1 0 0,-28 27 1680 0 0,-2-1 0 0 0,-2-1 1 0 0,-1-2-1 0 0,18-47 0 0 0,-40 88-1248 0 0,-1 1-182 0 0,0 0 0 0 0,0 1 0 0 0,0-1 0 0 0,0 1 0 0 0,-1-1 0 0 0,1 1 1 0 0,0-1-1 0 0,0 1 0 0 0,0 0 0 0 0,0-1 0 0 0,0 1 0 0 0,0 0 0 0 0,0 0 0 0 0,1 0 0 0 0,-1 0 0 0 0,-1 1 0 0 0,-13 20 283 0 0,10-15-230 0 0,-21 32 259 0 0,-30 60-1 0 0,48-83-312 0 0,1 1-1 0 0,1 0 1 0 0,0 0 0 0 0,1 0-1 0 0,1 1 1 0 0,-4 32 0 0 0,7-46-115 0 0,1-1 0 0 0,0 1 1 0 0,0 0-1 0 0,1-1 0 0 0,-1 1 1 0 0,1-1-1 0 0,-1 1 0 0 0,1 0 0 0 0,0-1 1 0 0,1 0-1 0 0,-1 1 0 0 0,0-1 0 0 0,1 0 1 0 0,0 1-1 0 0,0-1 0 0 0,0 0 0 0 0,0-1 1 0 0,5 6-1 0 0,-4-5-193 0 0,1 0 1 0 0,1 0-1 0 0,-1-1 1 0 0,0 1-1 0 0,1-1 1 0 0,-1 0-1 0 0,1 0 0 0 0,-1 0 1 0 0,1-1-1 0 0,0 0 1 0 0,0 0-1 0 0,0 0 1 0 0,5 0-1 0 0,2-1-117 0 0,-1 0 0 0 0,1 0 0 0 0,-1-2 0 0 0,0 1 0 0 0,0-1-1 0 0,1-1 1 0 0,-2 0 0 0 0,1-1 0 0 0,0 0 0 0 0,-1 0 0 0 0,1-1 0 0 0,-1-1 0 0 0,-1 0-1 0 0,1 0 1 0 0,12-11 0 0 0,13-13 680 0 0,-3-1 0 0 0,47-55-1 0 0,-53 56 725 0 0,-23 26-822 0 0,12-12 1409 0 0,-1-1 1 0 0,16-25 1065 0 0,-32 43-2316 0 0,-3 2-165 0 0,0-1 1 0 0,1 1-1 0 0,0 0 0 0 0,-1 1 1 0 0,1-1-1 0 0,0 1 1 0 0,-6 8-1 0 0,-25 35 780 0 0,29-38-806 0 0,-49 76 780 0 0,50-74-875 0 0,-1 0 0 0 0,2 0-1 0 0,-1 0 1 0 0,1 1 0 0 0,1-1 0 0 0,-3 16 0 0 0,6-25-60 0 0,0 0 1 0 0,0 0-1 0 0,0 1 0 0 0,0-1 1 0 0,0 0-1 0 0,1 1 0 0 0,-1-1 1 0 0,1 0-1 0 0,-1 0 0 0 0,1 0 1 0 0,0 1-1 0 0,0-1 0 0 0,0 0 1 0 0,0 0-1 0 0,0 0 0 0 0,0 0 1 0 0,0 0-1 0 0,1-1 0 0 0,-1 1 1 0 0,1 0-1 0 0,0-1 1 0 0,-1 1-1 0 0,1-1 0 0 0,0 1 1 0 0,0-1-1 0 0,0 0 0 0 0,0 0 1 0 0,0 1-1 0 0,0-2 0 0 0,0 1 1 0 0,0 0-1 0 0,0 0 0 0 0,4 0 1 0 0,1 1 0 0 0,-1-1 1 0 0,1 0-1 0 0,-1 0 1 0 0,1-1-1 0 0,-1 0 1 0 0,1 0-1 0 0,-1 0 1 0 0,1-1 0 0 0,0 0-1 0 0,11-3 1 0 0,-7 0-12 0 0,0-1 0 0 0,0 0-1 0 0,0 0 1 0 0,-1-1 0 0 0,0-1 0 0 0,0 0 0 0 0,-1 0 0 0 0,1-1 0 0 0,-2 0 0 0 0,1-1 0 0 0,-1 1 0 0 0,0-2 0 0 0,-1 1-1 0 0,0-1 1 0 0,-1 0 0 0 0,0-1 0 0 0,0 1 0 0 0,-1-1 0 0 0,-1 0 0 0 0,0 0 0 0 0,0-1 0 0 0,3-19 0 0 0,-6 27-2 0 0,-1-1 1 0 0,0 0-1 0 0,0 1 1 0 0,0-1-1 0 0,0 0 1 0 0,-1 1-1 0 0,0-1 1 0 0,0 1-1 0 0,0-1 1 0 0,0 1-1 0 0,-1-1 1 0 0,1 1-1 0 0,-1 0 1 0 0,0 0-1 0 0,-1 0 1 0 0,1 0-1 0 0,-1 0 1 0 0,0 0-1 0 0,0 1 1 0 0,0-1-1 0 0,0 1 1 0 0,0 0-1 0 0,-8-6 1 0 0,-6-2-20 0 0,0 1 0 0 0,0 1 0 0 0,-1 1 0 0 0,-27-10 0 0 0,-10-5-341 0 0,53 22 319 0 0,18-9-107 0 0,11 3 69 0 0,-1 1 0 0 0,1 1 0 0 0,0 1-1 0 0,55 0 1 0 0,-61 4 60 0 0,0 2 0 0 0,1 0 0 0 0,-1 1-1 0 0,-1 1 1 0 0,1 1 0 0 0,-1 1-1 0 0,24 10 1 0 0,-32-10 16 0 0,-1 0 0 0 0,-1 0 0 0 0,1 1 0 0 0,-1 1 0 0 0,0 0 0 0 0,-1 0 0 0 0,0 1 0 0 0,0 0 0 0 0,-1 0 0 0 0,11 17 0 0 0,-15-20 19 0 0,-1 0 1 0 0,1 0-1 0 0,-1 0 1 0 0,-1 1-1 0 0,1-1 1 0 0,-1 1-1 0 0,0 0 1 0 0,-1-1-1 0 0,1 9 1 0 0,-1-10 12 0 0,-1-1 0 0 0,-1 1 0 0 0,1 0-1 0 0,0 0 1 0 0,-1 0 0 0 0,0-1 0 0 0,0 1 0 0 0,-1 0 0 0 0,1-1 0 0 0,-1 1-1 0 0,0-1 1 0 0,0 1 0 0 0,-1-1 0 0 0,-2 4 0 0 0,-47 58 371 0 0,51-65-316 0 0,4-16-67 0 0,1 7-9 0 0,0 0 0 0 0,0 0 1 0 0,2 0-1 0 0,-1 0 0 0 0,1 1 1 0 0,6-7-1 0 0,5-6 2 0 0,8-15-14 0 0,72-86-86 0 0,-83 105 79 0 0,0 2 1 0 0,2-1 0 0 0,-1 2-1 0 0,2 0 1 0 0,23-14 0 0 0,-38 26 8 0 0,0 0 0 0 0,0-1 0 0 0,1 1 0 0 0,-1 0 1 0 0,0 0-1 0 0,1 1 0 0 0,-1-1 0 0 0,1 0 0 0 0,-1 1 1 0 0,1-1-1 0 0,-1 1 0 0 0,1 0 0 0 0,-1 0 0 0 0,1 0 1 0 0,-1 0-1 0 0,1 0 0 0 0,-1 1 0 0 0,1-1 0 0 0,-1 1 1 0 0,1-1-1 0 0,-1 1 0 0 0,0 0 0 0 0,1 0 0 0 0,-1 0 0 0 0,0 0 1 0 0,0 1-1 0 0,4 2 0 0 0,-3-1 6 0 0,0 0 0 0 0,-1 0 0 0 0,1 0 0 0 0,-1 0 0 0 0,0 1 0 0 0,1 0-1 0 0,-2-1 1 0 0,1 1 0 0 0,0 0 0 0 0,-1 0 0 0 0,0 0 0 0 0,1 0 0 0 0,-2 0 0 0 0,1 0 0 0 0,0 0 0 0 0,-1 5 0 0 0,0 19 14 0 0,-2-1 0 0 0,-1 0 0 0 0,-2 0 0 0 0,-11 43 0 0 0,0-4-4313 0 0</inkml:trace>
</inkml:ink>
</file>

<file path=ppt/ink/ink2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6:31.8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110 126 1764 0 0,'-15'-21'1864'0'0,"2"6"-560"0"0,0-2-207 0 0,-1 1-425 0 0,2 3-436 0 0,-2-3-672 0 0,0 2-1601 0 0,-1 1-23 0 0</inkml:trace>
</inkml:ink>
</file>

<file path=ppt/ink/ink2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6:32.0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1 2196 0 0,'-9'1'1127'0'0,"-52"10"3985"0"0,56-10-4756 0 0,0 0 0 0 0,0 0 0 0 0,1 1 0 0 0,-1-1 0 0 0,1 1 0 0 0,-1 1 0 0 0,1-1 0 0 0,0 1 0 0 0,-6 4 0 0 0,10-7-335 0 0,0 0-1 0 0,-1 0 1 0 0,1 1-1 0 0,0-1 0 0 0,0 0 1 0 0,0 1-1 0 0,0-1 1 0 0,0 0-1 0 0,-1 1 1 0 0,1-1-1 0 0,0 0 1 0 0,0 1-1 0 0,0-1 1 0 0,0 0-1 0 0,0 1 1 0 0,0-1-1 0 0,0 1 1 0 0,0-1-1 0 0,0 0 1 0 0,0 1-1 0 0,0-1 0 0 0,1 0 1 0 0,-1 1-1 0 0,0-1 1 0 0,0 0-1 0 0,0 1 1 0 0,0-1-1 0 0,1 0 1 0 0,-1 1-1 0 0,0-1 1 0 0,0 0-1 0 0,0 0 1 0 0,1 1-1 0 0,-1-1 1 0 0,1 0-1 0 0,9 9 190 0 0,9-3-223 0 0,0 0 1 0 0,1-1 0 0 0,-1 0-1 0 0,1-2 1 0 0,39 2-1 0 0,-18-1-401 0 0,174 11-5550 0 0,-135-13 1879 0 0</inkml:trace>
</inkml:ink>
</file>

<file path=ppt/ink/ink2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3:26:32.2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3940 0 0,'99'24'13792'0'0,"-96"-24"-13426"0"0,14 2-267 0 0,-14-2-582 0 0,1 0 122 0 0,12 1-1391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33F37-FA77-E2A1-33B7-4DBAA1E70A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BAF6A1-5B06-41A2-8D1D-2ABE34C835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6F193C-5A91-A215-A7F1-BD41A6A0A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24765-0A0D-48C4-BC64-936F7DC90E0F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6FA58F-8E9A-382F-E931-18C09E064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7E60D1-9C2F-E37E-D6EF-060D742CD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AEA09-284D-41A0-A3E7-9883480933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2244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8ADE9-5754-D41B-FB9F-3A5D14708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4E85E-E6BD-DE1F-3ADF-8BB3CA7F9B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1CCFCA-07C4-2BCE-5D21-A9F55570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24765-0A0D-48C4-BC64-936F7DC90E0F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E0DD08-2465-3BBE-017F-32826C778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E427C7-3F92-6D43-AACC-1FAA8E32F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AEA09-284D-41A0-A3E7-9883480933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817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57958-89EE-05E6-FD9F-A553182C7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8D50E9-5A21-0537-CFCA-D98856EDC5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1EA0A8-02D7-27A1-13C6-1C15C2F6F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24765-0A0D-48C4-BC64-936F7DC90E0F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8CB03A-F440-3792-8F52-C201701B3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561F9-F0DD-090E-2606-14B8A6A1C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AEA09-284D-41A0-A3E7-9883480933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5966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78EEA-3E5E-EF25-45D1-549FB1A90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6E3C3F-8E46-8F1A-B49E-1026468E8B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22C212-AF4B-4BD2-8E4C-1E552EB360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DC94EB-1951-B47C-F979-2F2E40FED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24765-0A0D-48C4-BC64-936F7DC90E0F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5AEB05-349B-B9D7-7CE1-29D6D63C0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5BFA2D-7E47-EECD-7522-2F69CD102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AEA09-284D-41A0-A3E7-9883480933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2308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5DE5A-2D53-E394-8181-AE43668CE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18055-899B-3108-8346-293BD25C06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FD17D1-44BA-0E53-BE46-1F9A6C3A7E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F582BE-BFFD-375B-2F96-3267E73C81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B15809-3561-B34F-AB09-7CF82C4048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BC18A6-2158-8B5C-0150-D62F6788E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24765-0A0D-48C4-BC64-936F7DC90E0F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7202D5-CB24-1350-4ECE-342F6EC27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0C03A1-859B-D0EC-DCCA-F5AC0A904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AEA09-284D-41A0-A3E7-9883480933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7244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66CD4-AD95-83B8-A13D-ADD1BBAB5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51F2E9-FA50-9EC2-F6C8-21A9EDAA3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24765-0A0D-48C4-BC64-936F7DC90E0F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074BA9-6601-5036-AFDE-F9C26FEAD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BADEF5-BD8A-4104-15C2-BBCB77854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AEA09-284D-41A0-A3E7-9883480933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5349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EA3EBF-7E5A-6DD4-BB2A-E2E4FA318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24765-0A0D-48C4-BC64-936F7DC90E0F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20C099-0693-1368-EF94-E0E4AE456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658B95-EB2B-7D21-8EB4-08EDB98B8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AEA09-284D-41A0-A3E7-9883480933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8836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36F03-3DF7-4780-EA7A-100D5A93C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362E7-F32A-2D9F-38FC-FB3772567B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2FEE47-7F86-BD59-0798-478EB626F6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68B75E-8A2E-091A-6047-5E9D4F308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24765-0A0D-48C4-BC64-936F7DC90E0F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C1A064-76E3-C928-9105-B705F5D73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6F68E8-AA69-D6A6-E85C-DF2CC8D99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AEA09-284D-41A0-A3E7-9883480933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9514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40989-E155-EDC9-B519-C2E401C12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E96DAA-43A0-59DD-3EDE-98314BFFE7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420CBA-021E-5F56-4695-FCD3A7CCD8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E7274F-0ECE-26CE-3FEB-26E282860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24765-0A0D-48C4-BC64-936F7DC90E0F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45083D-5787-B667-935C-CC0B7B4E9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44A2AF-AE7F-3275-8BA2-7FA59E39B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AEA09-284D-41A0-A3E7-9883480933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4042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8D154-D994-C372-D651-B79049D6B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311976-EA74-1437-6970-54F0FF68B5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40A48C-487C-5227-6867-630A56B36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24765-0A0D-48C4-BC64-936F7DC90E0F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3B5218-2CF5-6BD9-966B-86B9A1484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1F8827-5D1A-D84C-876F-2F8DC6F96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AEA09-284D-41A0-A3E7-9883480933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4175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CB7B6C-5D09-27CC-C609-7139C35C28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4AF144-286B-553C-C575-684F3F8A0A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343199-C4DE-6B63-AD0A-DA40D470D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24765-0A0D-48C4-BC64-936F7DC90E0F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B33244-C56B-CEF2-FE76-E9390F3EB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262A0-9E80-66D4-CA4F-962CC41CD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AEA09-284D-41A0-A3E7-9883480933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0518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8630BC-6843-AB8F-48EB-FEE672ED7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4F170E-FDE4-1D1E-27A9-2D64805C6C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8AE04F-68BC-230B-F524-834CA971C2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F24765-0A0D-48C4-BC64-936F7DC90E0F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7EE156-237B-55A6-A53B-F6F2B3B429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973F6-77BA-211C-A6FE-A2A70D297A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0AEA09-284D-41A0-A3E7-9883480933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3875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.png"/><Relationship Id="rId299" Type="http://schemas.openxmlformats.org/officeDocument/2006/relationships/image" Target="../media/image149.png"/><Relationship Id="rId21" Type="http://schemas.openxmlformats.org/officeDocument/2006/relationships/image" Target="../media/image10.png"/><Relationship Id="rId63" Type="http://schemas.openxmlformats.org/officeDocument/2006/relationships/image" Target="../media/image31.png"/><Relationship Id="rId159" Type="http://schemas.openxmlformats.org/officeDocument/2006/relationships/image" Target="../media/image79.png"/><Relationship Id="rId324" Type="http://schemas.openxmlformats.org/officeDocument/2006/relationships/customXml" Target="../ink/ink162.xml"/><Relationship Id="rId366" Type="http://schemas.openxmlformats.org/officeDocument/2006/relationships/customXml" Target="../ink/ink183.xml"/><Relationship Id="rId170" Type="http://schemas.openxmlformats.org/officeDocument/2006/relationships/customXml" Target="../ink/ink85.xml"/><Relationship Id="rId226" Type="http://schemas.openxmlformats.org/officeDocument/2006/relationships/customXml" Target="../ink/ink113.xml"/><Relationship Id="rId433" Type="http://schemas.openxmlformats.org/officeDocument/2006/relationships/image" Target="../media/image216.png"/><Relationship Id="rId268" Type="http://schemas.openxmlformats.org/officeDocument/2006/relationships/customXml" Target="../ink/ink134.xml"/><Relationship Id="rId475" Type="http://schemas.openxmlformats.org/officeDocument/2006/relationships/image" Target="../media/image237.png"/><Relationship Id="rId32" Type="http://schemas.openxmlformats.org/officeDocument/2006/relationships/customXml" Target="../ink/ink16.xml"/><Relationship Id="rId74" Type="http://schemas.openxmlformats.org/officeDocument/2006/relationships/customXml" Target="../ink/ink37.xml"/><Relationship Id="rId128" Type="http://schemas.openxmlformats.org/officeDocument/2006/relationships/customXml" Target="../ink/ink64.xml"/><Relationship Id="rId335" Type="http://schemas.openxmlformats.org/officeDocument/2006/relationships/image" Target="../media/image167.png"/><Relationship Id="rId377" Type="http://schemas.openxmlformats.org/officeDocument/2006/relationships/image" Target="../media/image188.png"/><Relationship Id="rId5" Type="http://schemas.openxmlformats.org/officeDocument/2006/relationships/image" Target="../media/image2.png"/><Relationship Id="rId181" Type="http://schemas.openxmlformats.org/officeDocument/2006/relationships/image" Target="../media/image90.png"/><Relationship Id="rId237" Type="http://schemas.openxmlformats.org/officeDocument/2006/relationships/image" Target="../media/image118.png"/><Relationship Id="rId402" Type="http://schemas.openxmlformats.org/officeDocument/2006/relationships/customXml" Target="../ink/ink201.xml"/><Relationship Id="rId279" Type="http://schemas.openxmlformats.org/officeDocument/2006/relationships/image" Target="../media/image139.png"/><Relationship Id="rId444" Type="http://schemas.openxmlformats.org/officeDocument/2006/relationships/customXml" Target="../ink/ink222.xml"/><Relationship Id="rId43" Type="http://schemas.openxmlformats.org/officeDocument/2006/relationships/image" Target="../media/image21.png"/><Relationship Id="rId139" Type="http://schemas.openxmlformats.org/officeDocument/2006/relationships/image" Target="../media/image69.png"/><Relationship Id="rId290" Type="http://schemas.openxmlformats.org/officeDocument/2006/relationships/customXml" Target="../ink/ink145.xml"/><Relationship Id="rId304" Type="http://schemas.openxmlformats.org/officeDocument/2006/relationships/customXml" Target="../ink/ink152.xml"/><Relationship Id="rId346" Type="http://schemas.openxmlformats.org/officeDocument/2006/relationships/customXml" Target="../ink/ink173.xml"/><Relationship Id="rId388" Type="http://schemas.openxmlformats.org/officeDocument/2006/relationships/customXml" Target="../ink/ink194.xml"/><Relationship Id="rId85" Type="http://schemas.openxmlformats.org/officeDocument/2006/relationships/image" Target="../media/image42.png"/><Relationship Id="rId150" Type="http://schemas.openxmlformats.org/officeDocument/2006/relationships/customXml" Target="../ink/ink75.xml"/><Relationship Id="rId192" Type="http://schemas.openxmlformats.org/officeDocument/2006/relationships/customXml" Target="../ink/ink96.xml"/><Relationship Id="rId206" Type="http://schemas.openxmlformats.org/officeDocument/2006/relationships/customXml" Target="../ink/ink103.xml"/><Relationship Id="rId413" Type="http://schemas.openxmlformats.org/officeDocument/2006/relationships/image" Target="../media/image206.png"/><Relationship Id="rId248" Type="http://schemas.openxmlformats.org/officeDocument/2006/relationships/customXml" Target="../ink/ink124.xml"/><Relationship Id="rId455" Type="http://schemas.openxmlformats.org/officeDocument/2006/relationships/image" Target="../media/image227.png"/><Relationship Id="rId12" Type="http://schemas.openxmlformats.org/officeDocument/2006/relationships/customXml" Target="../ink/ink6.xml"/><Relationship Id="rId108" Type="http://schemas.openxmlformats.org/officeDocument/2006/relationships/customXml" Target="../ink/ink54.xml"/><Relationship Id="rId315" Type="http://schemas.openxmlformats.org/officeDocument/2006/relationships/image" Target="../media/image157.png"/><Relationship Id="rId357" Type="http://schemas.openxmlformats.org/officeDocument/2006/relationships/image" Target="../media/image178.png"/><Relationship Id="rId54" Type="http://schemas.openxmlformats.org/officeDocument/2006/relationships/customXml" Target="../ink/ink27.xml"/><Relationship Id="rId96" Type="http://schemas.openxmlformats.org/officeDocument/2006/relationships/customXml" Target="../ink/ink48.xml"/><Relationship Id="rId161" Type="http://schemas.openxmlformats.org/officeDocument/2006/relationships/image" Target="../media/image80.png"/><Relationship Id="rId217" Type="http://schemas.openxmlformats.org/officeDocument/2006/relationships/image" Target="../media/image108.png"/><Relationship Id="rId399" Type="http://schemas.openxmlformats.org/officeDocument/2006/relationships/image" Target="../media/image199.png"/><Relationship Id="rId259" Type="http://schemas.openxmlformats.org/officeDocument/2006/relationships/image" Target="../media/image129.png"/><Relationship Id="rId424" Type="http://schemas.openxmlformats.org/officeDocument/2006/relationships/customXml" Target="../ink/ink212.xml"/><Relationship Id="rId466" Type="http://schemas.openxmlformats.org/officeDocument/2006/relationships/customXml" Target="../ink/ink233.xml"/><Relationship Id="rId23" Type="http://schemas.openxmlformats.org/officeDocument/2006/relationships/image" Target="../media/image11.png"/><Relationship Id="rId119" Type="http://schemas.openxmlformats.org/officeDocument/2006/relationships/image" Target="../media/image59.png"/><Relationship Id="rId270" Type="http://schemas.openxmlformats.org/officeDocument/2006/relationships/customXml" Target="../ink/ink135.xml"/><Relationship Id="rId326" Type="http://schemas.openxmlformats.org/officeDocument/2006/relationships/customXml" Target="../ink/ink163.xml"/><Relationship Id="rId65" Type="http://schemas.openxmlformats.org/officeDocument/2006/relationships/image" Target="../media/image32.png"/><Relationship Id="rId130" Type="http://schemas.openxmlformats.org/officeDocument/2006/relationships/customXml" Target="../ink/ink65.xml"/><Relationship Id="rId368" Type="http://schemas.openxmlformats.org/officeDocument/2006/relationships/customXml" Target="../ink/ink184.xml"/><Relationship Id="rId172" Type="http://schemas.openxmlformats.org/officeDocument/2006/relationships/customXml" Target="../ink/ink86.xml"/><Relationship Id="rId228" Type="http://schemas.openxmlformats.org/officeDocument/2006/relationships/customXml" Target="../ink/ink114.xml"/><Relationship Id="rId435" Type="http://schemas.openxmlformats.org/officeDocument/2006/relationships/image" Target="../media/image217.png"/><Relationship Id="rId477" Type="http://schemas.openxmlformats.org/officeDocument/2006/relationships/image" Target="../media/image238.png"/><Relationship Id="rId281" Type="http://schemas.openxmlformats.org/officeDocument/2006/relationships/image" Target="../media/image140.png"/><Relationship Id="rId337" Type="http://schemas.openxmlformats.org/officeDocument/2006/relationships/image" Target="../media/image168.png"/><Relationship Id="rId34" Type="http://schemas.openxmlformats.org/officeDocument/2006/relationships/customXml" Target="../ink/ink17.xml"/><Relationship Id="rId76" Type="http://schemas.openxmlformats.org/officeDocument/2006/relationships/customXml" Target="../ink/ink38.xml"/><Relationship Id="rId141" Type="http://schemas.openxmlformats.org/officeDocument/2006/relationships/image" Target="../media/image70.png"/><Relationship Id="rId379" Type="http://schemas.openxmlformats.org/officeDocument/2006/relationships/image" Target="../media/image189.png"/><Relationship Id="rId7" Type="http://schemas.openxmlformats.org/officeDocument/2006/relationships/image" Target="../media/image3.png"/><Relationship Id="rId183" Type="http://schemas.openxmlformats.org/officeDocument/2006/relationships/image" Target="../media/image91.png"/><Relationship Id="rId239" Type="http://schemas.openxmlformats.org/officeDocument/2006/relationships/image" Target="../media/image119.png"/><Relationship Id="rId390" Type="http://schemas.openxmlformats.org/officeDocument/2006/relationships/customXml" Target="../ink/ink195.xml"/><Relationship Id="rId404" Type="http://schemas.openxmlformats.org/officeDocument/2006/relationships/customXml" Target="../ink/ink202.xml"/><Relationship Id="rId446" Type="http://schemas.openxmlformats.org/officeDocument/2006/relationships/customXml" Target="../ink/ink223.xml"/><Relationship Id="rId250" Type="http://schemas.openxmlformats.org/officeDocument/2006/relationships/customXml" Target="../ink/ink125.xml"/><Relationship Id="rId292" Type="http://schemas.openxmlformats.org/officeDocument/2006/relationships/customXml" Target="../ink/ink146.xml"/><Relationship Id="rId306" Type="http://schemas.openxmlformats.org/officeDocument/2006/relationships/customXml" Target="../ink/ink153.xml"/><Relationship Id="rId45" Type="http://schemas.openxmlformats.org/officeDocument/2006/relationships/image" Target="../media/image22.png"/><Relationship Id="rId87" Type="http://schemas.openxmlformats.org/officeDocument/2006/relationships/image" Target="../media/image43.png"/><Relationship Id="rId110" Type="http://schemas.openxmlformats.org/officeDocument/2006/relationships/customXml" Target="../ink/ink55.xml"/><Relationship Id="rId348" Type="http://schemas.openxmlformats.org/officeDocument/2006/relationships/customXml" Target="../ink/ink174.xml"/><Relationship Id="rId152" Type="http://schemas.openxmlformats.org/officeDocument/2006/relationships/customXml" Target="../ink/ink76.xml"/><Relationship Id="rId194" Type="http://schemas.openxmlformats.org/officeDocument/2006/relationships/customXml" Target="../ink/ink97.xml"/><Relationship Id="rId208" Type="http://schemas.openxmlformats.org/officeDocument/2006/relationships/customXml" Target="../ink/ink104.xml"/><Relationship Id="rId415" Type="http://schemas.openxmlformats.org/officeDocument/2006/relationships/image" Target="../media/image207.png"/><Relationship Id="rId457" Type="http://schemas.openxmlformats.org/officeDocument/2006/relationships/image" Target="../media/image228.png"/><Relationship Id="rId261" Type="http://schemas.openxmlformats.org/officeDocument/2006/relationships/image" Target="../media/image130.png"/><Relationship Id="rId14" Type="http://schemas.openxmlformats.org/officeDocument/2006/relationships/customXml" Target="../ink/ink7.xml"/><Relationship Id="rId56" Type="http://schemas.openxmlformats.org/officeDocument/2006/relationships/customXml" Target="../ink/ink28.xml"/><Relationship Id="rId317" Type="http://schemas.openxmlformats.org/officeDocument/2006/relationships/image" Target="../media/image158.png"/><Relationship Id="rId359" Type="http://schemas.openxmlformats.org/officeDocument/2006/relationships/image" Target="../media/image179.png"/><Relationship Id="rId98" Type="http://schemas.openxmlformats.org/officeDocument/2006/relationships/customXml" Target="../ink/ink49.xml"/><Relationship Id="rId121" Type="http://schemas.openxmlformats.org/officeDocument/2006/relationships/image" Target="../media/image60.png"/><Relationship Id="rId163" Type="http://schemas.openxmlformats.org/officeDocument/2006/relationships/image" Target="../media/image81.png"/><Relationship Id="rId219" Type="http://schemas.openxmlformats.org/officeDocument/2006/relationships/image" Target="../media/image109.png"/><Relationship Id="rId370" Type="http://schemas.openxmlformats.org/officeDocument/2006/relationships/customXml" Target="../ink/ink185.xml"/><Relationship Id="rId426" Type="http://schemas.openxmlformats.org/officeDocument/2006/relationships/customXml" Target="../ink/ink213.xml"/><Relationship Id="rId230" Type="http://schemas.openxmlformats.org/officeDocument/2006/relationships/customXml" Target="../ink/ink115.xml"/><Relationship Id="rId468" Type="http://schemas.openxmlformats.org/officeDocument/2006/relationships/customXml" Target="../ink/ink234.xml"/><Relationship Id="rId25" Type="http://schemas.openxmlformats.org/officeDocument/2006/relationships/image" Target="../media/image12.png"/><Relationship Id="rId67" Type="http://schemas.openxmlformats.org/officeDocument/2006/relationships/image" Target="../media/image33.png"/><Relationship Id="rId272" Type="http://schemas.openxmlformats.org/officeDocument/2006/relationships/customXml" Target="../ink/ink136.xml"/><Relationship Id="rId328" Type="http://schemas.openxmlformats.org/officeDocument/2006/relationships/customXml" Target="../ink/ink164.xml"/><Relationship Id="rId132" Type="http://schemas.openxmlformats.org/officeDocument/2006/relationships/customXml" Target="../ink/ink66.xml"/><Relationship Id="rId174" Type="http://schemas.openxmlformats.org/officeDocument/2006/relationships/customXml" Target="../ink/ink87.xml"/><Relationship Id="rId381" Type="http://schemas.openxmlformats.org/officeDocument/2006/relationships/image" Target="../media/image190.png"/><Relationship Id="rId241" Type="http://schemas.openxmlformats.org/officeDocument/2006/relationships/image" Target="../media/image120.png"/><Relationship Id="rId437" Type="http://schemas.openxmlformats.org/officeDocument/2006/relationships/image" Target="../media/image218.png"/><Relationship Id="rId479" Type="http://schemas.openxmlformats.org/officeDocument/2006/relationships/image" Target="../media/image239.png"/><Relationship Id="rId36" Type="http://schemas.openxmlformats.org/officeDocument/2006/relationships/customXml" Target="../ink/ink18.xml"/><Relationship Id="rId283" Type="http://schemas.openxmlformats.org/officeDocument/2006/relationships/image" Target="../media/image141.png"/><Relationship Id="rId339" Type="http://schemas.openxmlformats.org/officeDocument/2006/relationships/image" Target="../media/image169.png"/><Relationship Id="rId78" Type="http://schemas.openxmlformats.org/officeDocument/2006/relationships/customXml" Target="../ink/ink39.xml"/><Relationship Id="rId101" Type="http://schemas.openxmlformats.org/officeDocument/2006/relationships/image" Target="../media/image50.png"/><Relationship Id="rId143" Type="http://schemas.openxmlformats.org/officeDocument/2006/relationships/image" Target="../media/image71.png"/><Relationship Id="rId185" Type="http://schemas.openxmlformats.org/officeDocument/2006/relationships/image" Target="../media/image92.png"/><Relationship Id="rId350" Type="http://schemas.openxmlformats.org/officeDocument/2006/relationships/customXml" Target="../ink/ink175.xml"/><Relationship Id="rId406" Type="http://schemas.openxmlformats.org/officeDocument/2006/relationships/customXml" Target="../ink/ink203.xml"/><Relationship Id="rId9" Type="http://schemas.openxmlformats.org/officeDocument/2006/relationships/image" Target="../media/image4.png"/><Relationship Id="rId210" Type="http://schemas.openxmlformats.org/officeDocument/2006/relationships/customXml" Target="../ink/ink105.xml"/><Relationship Id="rId392" Type="http://schemas.openxmlformats.org/officeDocument/2006/relationships/customXml" Target="../ink/ink196.xml"/><Relationship Id="rId448" Type="http://schemas.openxmlformats.org/officeDocument/2006/relationships/customXml" Target="../ink/ink224.xml"/><Relationship Id="rId252" Type="http://schemas.openxmlformats.org/officeDocument/2006/relationships/customXml" Target="../ink/ink126.xml"/><Relationship Id="rId294" Type="http://schemas.openxmlformats.org/officeDocument/2006/relationships/customXml" Target="../ink/ink147.xml"/><Relationship Id="rId308" Type="http://schemas.openxmlformats.org/officeDocument/2006/relationships/customXml" Target="../ink/ink154.xml"/><Relationship Id="rId47" Type="http://schemas.openxmlformats.org/officeDocument/2006/relationships/image" Target="../media/image23.png"/><Relationship Id="rId89" Type="http://schemas.openxmlformats.org/officeDocument/2006/relationships/image" Target="../media/image44.png"/><Relationship Id="rId112" Type="http://schemas.openxmlformats.org/officeDocument/2006/relationships/customXml" Target="../ink/ink56.xml"/><Relationship Id="rId154" Type="http://schemas.openxmlformats.org/officeDocument/2006/relationships/customXml" Target="../ink/ink77.xml"/><Relationship Id="rId361" Type="http://schemas.openxmlformats.org/officeDocument/2006/relationships/image" Target="../media/image180.png"/><Relationship Id="rId196" Type="http://schemas.openxmlformats.org/officeDocument/2006/relationships/customXml" Target="../ink/ink98.xml"/><Relationship Id="rId417" Type="http://schemas.openxmlformats.org/officeDocument/2006/relationships/image" Target="../media/image208.png"/><Relationship Id="rId459" Type="http://schemas.openxmlformats.org/officeDocument/2006/relationships/image" Target="../media/image229.png"/><Relationship Id="rId16" Type="http://schemas.openxmlformats.org/officeDocument/2006/relationships/customXml" Target="../ink/ink8.xml"/><Relationship Id="rId221" Type="http://schemas.openxmlformats.org/officeDocument/2006/relationships/image" Target="../media/image110.png"/><Relationship Id="rId263" Type="http://schemas.openxmlformats.org/officeDocument/2006/relationships/image" Target="../media/image131.png"/><Relationship Id="rId319" Type="http://schemas.openxmlformats.org/officeDocument/2006/relationships/image" Target="../media/image159.png"/><Relationship Id="rId470" Type="http://schemas.openxmlformats.org/officeDocument/2006/relationships/customXml" Target="../ink/ink235.xml"/><Relationship Id="rId58" Type="http://schemas.openxmlformats.org/officeDocument/2006/relationships/customXml" Target="../ink/ink29.xml"/><Relationship Id="rId123" Type="http://schemas.openxmlformats.org/officeDocument/2006/relationships/image" Target="../media/image61.png"/><Relationship Id="rId330" Type="http://schemas.openxmlformats.org/officeDocument/2006/relationships/customXml" Target="../ink/ink165.xml"/><Relationship Id="rId165" Type="http://schemas.openxmlformats.org/officeDocument/2006/relationships/image" Target="../media/image82.png"/><Relationship Id="rId372" Type="http://schemas.openxmlformats.org/officeDocument/2006/relationships/customXml" Target="../ink/ink186.xml"/><Relationship Id="rId428" Type="http://schemas.openxmlformats.org/officeDocument/2006/relationships/customXml" Target="../ink/ink214.xml"/><Relationship Id="rId232" Type="http://schemas.openxmlformats.org/officeDocument/2006/relationships/customXml" Target="../ink/ink116.xml"/><Relationship Id="rId274" Type="http://schemas.openxmlformats.org/officeDocument/2006/relationships/customXml" Target="../ink/ink137.xml"/><Relationship Id="rId481" Type="http://schemas.openxmlformats.org/officeDocument/2006/relationships/image" Target="../media/image240.png"/><Relationship Id="rId27" Type="http://schemas.openxmlformats.org/officeDocument/2006/relationships/image" Target="../media/image13.png"/><Relationship Id="rId69" Type="http://schemas.openxmlformats.org/officeDocument/2006/relationships/image" Target="../media/image34.png"/><Relationship Id="rId134" Type="http://schemas.openxmlformats.org/officeDocument/2006/relationships/customXml" Target="../ink/ink67.xml"/><Relationship Id="rId80" Type="http://schemas.openxmlformats.org/officeDocument/2006/relationships/customXml" Target="../ink/ink40.xml"/><Relationship Id="rId176" Type="http://schemas.openxmlformats.org/officeDocument/2006/relationships/customXml" Target="../ink/ink88.xml"/><Relationship Id="rId341" Type="http://schemas.openxmlformats.org/officeDocument/2006/relationships/image" Target="../media/image170.png"/><Relationship Id="rId383" Type="http://schemas.openxmlformats.org/officeDocument/2006/relationships/image" Target="../media/image191.png"/><Relationship Id="rId439" Type="http://schemas.openxmlformats.org/officeDocument/2006/relationships/image" Target="../media/image219.png"/><Relationship Id="rId201" Type="http://schemas.openxmlformats.org/officeDocument/2006/relationships/image" Target="../media/image100.png"/><Relationship Id="rId243" Type="http://schemas.openxmlformats.org/officeDocument/2006/relationships/image" Target="../media/image121.png"/><Relationship Id="rId285" Type="http://schemas.openxmlformats.org/officeDocument/2006/relationships/image" Target="../media/image142.png"/><Relationship Id="rId450" Type="http://schemas.openxmlformats.org/officeDocument/2006/relationships/customXml" Target="../ink/ink225.xml"/><Relationship Id="rId38" Type="http://schemas.openxmlformats.org/officeDocument/2006/relationships/customXml" Target="../ink/ink19.xml"/><Relationship Id="rId103" Type="http://schemas.openxmlformats.org/officeDocument/2006/relationships/image" Target="../media/image51.png"/><Relationship Id="rId310" Type="http://schemas.openxmlformats.org/officeDocument/2006/relationships/customXml" Target="../ink/ink155.xml"/><Relationship Id="rId91" Type="http://schemas.openxmlformats.org/officeDocument/2006/relationships/image" Target="../media/image45.png"/><Relationship Id="rId145" Type="http://schemas.openxmlformats.org/officeDocument/2006/relationships/image" Target="../media/image72.png"/><Relationship Id="rId187" Type="http://schemas.openxmlformats.org/officeDocument/2006/relationships/image" Target="../media/image93.png"/><Relationship Id="rId352" Type="http://schemas.openxmlformats.org/officeDocument/2006/relationships/customXml" Target="../ink/ink176.xml"/><Relationship Id="rId394" Type="http://schemas.openxmlformats.org/officeDocument/2006/relationships/customXml" Target="../ink/ink197.xml"/><Relationship Id="rId408" Type="http://schemas.openxmlformats.org/officeDocument/2006/relationships/customXml" Target="../ink/ink204.xml"/><Relationship Id="rId212" Type="http://schemas.openxmlformats.org/officeDocument/2006/relationships/customXml" Target="../ink/ink106.xml"/><Relationship Id="rId254" Type="http://schemas.openxmlformats.org/officeDocument/2006/relationships/customXml" Target="../ink/ink127.xml"/><Relationship Id="rId49" Type="http://schemas.openxmlformats.org/officeDocument/2006/relationships/image" Target="../media/image24.png"/><Relationship Id="rId114" Type="http://schemas.openxmlformats.org/officeDocument/2006/relationships/customXml" Target="../ink/ink57.xml"/><Relationship Id="rId296" Type="http://schemas.openxmlformats.org/officeDocument/2006/relationships/customXml" Target="../ink/ink148.xml"/><Relationship Id="rId461" Type="http://schemas.openxmlformats.org/officeDocument/2006/relationships/image" Target="../media/image230.png"/><Relationship Id="rId60" Type="http://schemas.openxmlformats.org/officeDocument/2006/relationships/customXml" Target="../ink/ink30.xml"/><Relationship Id="rId156" Type="http://schemas.openxmlformats.org/officeDocument/2006/relationships/customXml" Target="../ink/ink78.xml"/><Relationship Id="rId198" Type="http://schemas.openxmlformats.org/officeDocument/2006/relationships/customXml" Target="../ink/ink99.xml"/><Relationship Id="rId321" Type="http://schemas.openxmlformats.org/officeDocument/2006/relationships/image" Target="../media/image160.png"/><Relationship Id="rId363" Type="http://schemas.openxmlformats.org/officeDocument/2006/relationships/image" Target="../media/image181.png"/><Relationship Id="rId419" Type="http://schemas.openxmlformats.org/officeDocument/2006/relationships/image" Target="../media/image209.png"/><Relationship Id="rId223" Type="http://schemas.openxmlformats.org/officeDocument/2006/relationships/image" Target="../media/image111.png"/><Relationship Id="rId430" Type="http://schemas.openxmlformats.org/officeDocument/2006/relationships/customXml" Target="../ink/ink215.xml"/><Relationship Id="rId18" Type="http://schemas.openxmlformats.org/officeDocument/2006/relationships/customXml" Target="../ink/ink9.xml"/><Relationship Id="rId265" Type="http://schemas.openxmlformats.org/officeDocument/2006/relationships/image" Target="../media/image132.png"/><Relationship Id="rId472" Type="http://schemas.openxmlformats.org/officeDocument/2006/relationships/customXml" Target="../ink/ink236.xml"/><Relationship Id="rId125" Type="http://schemas.openxmlformats.org/officeDocument/2006/relationships/image" Target="../media/image62.png"/><Relationship Id="rId167" Type="http://schemas.openxmlformats.org/officeDocument/2006/relationships/image" Target="../media/image83.png"/><Relationship Id="rId332" Type="http://schemas.openxmlformats.org/officeDocument/2006/relationships/customXml" Target="../ink/ink166.xml"/><Relationship Id="rId374" Type="http://schemas.openxmlformats.org/officeDocument/2006/relationships/customXml" Target="../ink/ink187.xml"/><Relationship Id="rId71" Type="http://schemas.openxmlformats.org/officeDocument/2006/relationships/image" Target="../media/image35.png"/><Relationship Id="rId234" Type="http://schemas.openxmlformats.org/officeDocument/2006/relationships/customXml" Target="../ink/ink117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76" Type="http://schemas.openxmlformats.org/officeDocument/2006/relationships/customXml" Target="../ink/ink138.xml"/><Relationship Id="rId441" Type="http://schemas.openxmlformats.org/officeDocument/2006/relationships/image" Target="../media/image220.png"/><Relationship Id="rId40" Type="http://schemas.openxmlformats.org/officeDocument/2006/relationships/customXml" Target="../ink/ink20.xml"/><Relationship Id="rId136" Type="http://schemas.openxmlformats.org/officeDocument/2006/relationships/customXml" Target="../ink/ink68.xml"/><Relationship Id="rId178" Type="http://schemas.openxmlformats.org/officeDocument/2006/relationships/customXml" Target="../ink/ink89.xml"/><Relationship Id="rId301" Type="http://schemas.openxmlformats.org/officeDocument/2006/relationships/image" Target="../media/image150.png"/><Relationship Id="rId343" Type="http://schemas.openxmlformats.org/officeDocument/2006/relationships/image" Target="../media/image171.png"/><Relationship Id="rId82" Type="http://schemas.openxmlformats.org/officeDocument/2006/relationships/customXml" Target="../ink/ink41.xml"/><Relationship Id="rId203" Type="http://schemas.openxmlformats.org/officeDocument/2006/relationships/image" Target="../media/image101.png"/><Relationship Id="rId385" Type="http://schemas.openxmlformats.org/officeDocument/2006/relationships/image" Target="../media/image192.png"/><Relationship Id="rId245" Type="http://schemas.openxmlformats.org/officeDocument/2006/relationships/image" Target="../media/image122.png"/><Relationship Id="rId287" Type="http://schemas.openxmlformats.org/officeDocument/2006/relationships/image" Target="../media/image143.png"/><Relationship Id="rId410" Type="http://schemas.openxmlformats.org/officeDocument/2006/relationships/customXml" Target="../ink/ink205.xml"/><Relationship Id="rId452" Type="http://schemas.openxmlformats.org/officeDocument/2006/relationships/customXml" Target="../ink/ink226.xml"/><Relationship Id="rId105" Type="http://schemas.openxmlformats.org/officeDocument/2006/relationships/image" Target="../media/image52.png"/><Relationship Id="rId147" Type="http://schemas.openxmlformats.org/officeDocument/2006/relationships/image" Target="../media/image73.png"/><Relationship Id="rId312" Type="http://schemas.openxmlformats.org/officeDocument/2006/relationships/customXml" Target="../ink/ink156.xml"/><Relationship Id="rId354" Type="http://schemas.openxmlformats.org/officeDocument/2006/relationships/customXml" Target="../ink/ink177.xml"/><Relationship Id="rId51" Type="http://schemas.openxmlformats.org/officeDocument/2006/relationships/image" Target="../media/image25.png"/><Relationship Id="rId93" Type="http://schemas.openxmlformats.org/officeDocument/2006/relationships/image" Target="../media/image46.png"/><Relationship Id="rId189" Type="http://schemas.openxmlformats.org/officeDocument/2006/relationships/image" Target="../media/image94.png"/><Relationship Id="rId396" Type="http://schemas.openxmlformats.org/officeDocument/2006/relationships/customXml" Target="../ink/ink198.xml"/><Relationship Id="rId3" Type="http://schemas.openxmlformats.org/officeDocument/2006/relationships/image" Target="../media/image1.png"/><Relationship Id="rId214" Type="http://schemas.openxmlformats.org/officeDocument/2006/relationships/customXml" Target="../ink/ink107.xml"/><Relationship Id="rId235" Type="http://schemas.openxmlformats.org/officeDocument/2006/relationships/image" Target="../media/image117.png"/><Relationship Id="rId256" Type="http://schemas.openxmlformats.org/officeDocument/2006/relationships/customXml" Target="../ink/ink128.xml"/><Relationship Id="rId277" Type="http://schemas.openxmlformats.org/officeDocument/2006/relationships/image" Target="../media/image138.png"/><Relationship Id="rId298" Type="http://schemas.openxmlformats.org/officeDocument/2006/relationships/customXml" Target="../ink/ink149.xml"/><Relationship Id="rId400" Type="http://schemas.openxmlformats.org/officeDocument/2006/relationships/customXml" Target="../ink/ink200.xml"/><Relationship Id="rId421" Type="http://schemas.openxmlformats.org/officeDocument/2006/relationships/image" Target="../media/image210.png"/><Relationship Id="rId442" Type="http://schemas.openxmlformats.org/officeDocument/2006/relationships/customXml" Target="../ink/ink221.xml"/><Relationship Id="rId463" Type="http://schemas.openxmlformats.org/officeDocument/2006/relationships/image" Target="../media/image231.png"/><Relationship Id="rId116" Type="http://schemas.openxmlformats.org/officeDocument/2006/relationships/customXml" Target="../ink/ink58.xml"/><Relationship Id="rId137" Type="http://schemas.openxmlformats.org/officeDocument/2006/relationships/image" Target="../media/image68.png"/><Relationship Id="rId158" Type="http://schemas.openxmlformats.org/officeDocument/2006/relationships/customXml" Target="../ink/ink79.xml"/><Relationship Id="rId302" Type="http://schemas.openxmlformats.org/officeDocument/2006/relationships/customXml" Target="../ink/ink151.xml"/><Relationship Id="rId323" Type="http://schemas.openxmlformats.org/officeDocument/2006/relationships/image" Target="../media/image161.png"/><Relationship Id="rId344" Type="http://schemas.openxmlformats.org/officeDocument/2006/relationships/customXml" Target="../ink/ink172.xml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image" Target="../media/image41.png"/><Relationship Id="rId179" Type="http://schemas.openxmlformats.org/officeDocument/2006/relationships/image" Target="../media/image89.png"/><Relationship Id="rId365" Type="http://schemas.openxmlformats.org/officeDocument/2006/relationships/image" Target="../media/image182.png"/><Relationship Id="rId386" Type="http://schemas.openxmlformats.org/officeDocument/2006/relationships/customXml" Target="../ink/ink193.xml"/><Relationship Id="rId190" Type="http://schemas.openxmlformats.org/officeDocument/2006/relationships/customXml" Target="../ink/ink95.xml"/><Relationship Id="rId204" Type="http://schemas.openxmlformats.org/officeDocument/2006/relationships/customXml" Target="../ink/ink102.xml"/><Relationship Id="rId225" Type="http://schemas.openxmlformats.org/officeDocument/2006/relationships/image" Target="../media/image112.png"/><Relationship Id="rId246" Type="http://schemas.openxmlformats.org/officeDocument/2006/relationships/customXml" Target="../ink/ink123.xml"/><Relationship Id="rId267" Type="http://schemas.openxmlformats.org/officeDocument/2006/relationships/image" Target="../media/image133.png"/><Relationship Id="rId288" Type="http://schemas.openxmlformats.org/officeDocument/2006/relationships/customXml" Target="../ink/ink144.xml"/><Relationship Id="rId411" Type="http://schemas.openxmlformats.org/officeDocument/2006/relationships/image" Target="../media/image205.png"/><Relationship Id="rId432" Type="http://schemas.openxmlformats.org/officeDocument/2006/relationships/customXml" Target="../ink/ink216.xml"/><Relationship Id="rId453" Type="http://schemas.openxmlformats.org/officeDocument/2006/relationships/image" Target="../media/image226.png"/><Relationship Id="rId474" Type="http://schemas.openxmlformats.org/officeDocument/2006/relationships/customXml" Target="../ink/ink237.xml"/><Relationship Id="rId106" Type="http://schemas.openxmlformats.org/officeDocument/2006/relationships/customXml" Target="../ink/ink53.xml"/><Relationship Id="rId127" Type="http://schemas.openxmlformats.org/officeDocument/2006/relationships/image" Target="../media/image63.png"/><Relationship Id="rId313" Type="http://schemas.openxmlformats.org/officeDocument/2006/relationships/image" Target="../media/image156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52" Type="http://schemas.openxmlformats.org/officeDocument/2006/relationships/customXml" Target="../ink/ink26.xml"/><Relationship Id="rId73" Type="http://schemas.openxmlformats.org/officeDocument/2006/relationships/image" Target="../media/image36.png"/><Relationship Id="rId94" Type="http://schemas.openxmlformats.org/officeDocument/2006/relationships/customXml" Target="../ink/ink47.xml"/><Relationship Id="rId148" Type="http://schemas.openxmlformats.org/officeDocument/2006/relationships/customXml" Target="../ink/ink74.xml"/><Relationship Id="rId169" Type="http://schemas.openxmlformats.org/officeDocument/2006/relationships/image" Target="../media/image84.png"/><Relationship Id="rId334" Type="http://schemas.openxmlformats.org/officeDocument/2006/relationships/customXml" Target="../ink/ink167.xml"/><Relationship Id="rId355" Type="http://schemas.openxmlformats.org/officeDocument/2006/relationships/image" Target="../media/image177.png"/><Relationship Id="rId376" Type="http://schemas.openxmlformats.org/officeDocument/2006/relationships/customXml" Target="../ink/ink188.xml"/><Relationship Id="rId397" Type="http://schemas.openxmlformats.org/officeDocument/2006/relationships/image" Target="../media/image198.png"/><Relationship Id="rId4" Type="http://schemas.openxmlformats.org/officeDocument/2006/relationships/customXml" Target="../ink/ink2.xml"/><Relationship Id="rId180" Type="http://schemas.openxmlformats.org/officeDocument/2006/relationships/customXml" Target="../ink/ink90.xml"/><Relationship Id="rId215" Type="http://schemas.openxmlformats.org/officeDocument/2006/relationships/image" Target="../media/image107.png"/><Relationship Id="rId236" Type="http://schemas.openxmlformats.org/officeDocument/2006/relationships/customXml" Target="../ink/ink118.xml"/><Relationship Id="rId257" Type="http://schemas.openxmlformats.org/officeDocument/2006/relationships/image" Target="../media/image128.png"/><Relationship Id="rId278" Type="http://schemas.openxmlformats.org/officeDocument/2006/relationships/customXml" Target="../ink/ink139.xml"/><Relationship Id="rId401" Type="http://schemas.openxmlformats.org/officeDocument/2006/relationships/image" Target="../media/image200.png"/><Relationship Id="rId422" Type="http://schemas.openxmlformats.org/officeDocument/2006/relationships/customXml" Target="../ink/ink211.xml"/><Relationship Id="rId443" Type="http://schemas.openxmlformats.org/officeDocument/2006/relationships/image" Target="../media/image221.png"/><Relationship Id="rId464" Type="http://schemas.openxmlformats.org/officeDocument/2006/relationships/customXml" Target="../ink/ink232.xml"/><Relationship Id="rId303" Type="http://schemas.openxmlformats.org/officeDocument/2006/relationships/image" Target="../media/image151.png"/><Relationship Id="rId42" Type="http://schemas.openxmlformats.org/officeDocument/2006/relationships/customXml" Target="../ink/ink21.xml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345" Type="http://schemas.openxmlformats.org/officeDocument/2006/relationships/image" Target="../media/image172.png"/><Relationship Id="rId387" Type="http://schemas.openxmlformats.org/officeDocument/2006/relationships/image" Target="../media/image193.png"/><Relationship Id="rId191" Type="http://schemas.openxmlformats.org/officeDocument/2006/relationships/image" Target="../media/image95.png"/><Relationship Id="rId205" Type="http://schemas.openxmlformats.org/officeDocument/2006/relationships/image" Target="../media/image102.png"/><Relationship Id="rId247" Type="http://schemas.openxmlformats.org/officeDocument/2006/relationships/image" Target="../media/image123.png"/><Relationship Id="rId412" Type="http://schemas.openxmlformats.org/officeDocument/2006/relationships/customXml" Target="../ink/ink206.xml"/><Relationship Id="rId107" Type="http://schemas.openxmlformats.org/officeDocument/2006/relationships/image" Target="../media/image53.png"/><Relationship Id="rId289" Type="http://schemas.openxmlformats.org/officeDocument/2006/relationships/image" Target="../media/image144.png"/><Relationship Id="rId454" Type="http://schemas.openxmlformats.org/officeDocument/2006/relationships/customXml" Target="../ink/ink227.xml"/><Relationship Id="rId11" Type="http://schemas.openxmlformats.org/officeDocument/2006/relationships/image" Target="../media/image5.png"/><Relationship Id="rId53" Type="http://schemas.openxmlformats.org/officeDocument/2006/relationships/image" Target="../media/image26.png"/><Relationship Id="rId149" Type="http://schemas.openxmlformats.org/officeDocument/2006/relationships/image" Target="../media/image74.png"/><Relationship Id="rId314" Type="http://schemas.openxmlformats.org/officeDocument/2006/relationships/customXml" Target="../ink/ink157.xml"/><Relationship Id="rId356" Type="http://schemas.openxmlformats.org/officeDocument/2006/relationships/customXml" Target="../ink/ink178.xml"/><Relationship Id="rId398" Type="http://schemas.openxmlformats.org/officeDocument/2006/relationships/customXml" Target="../ink/ink199.xml"/><Relationship Id="rId95" Type="http://schemas.openxmlformats.org/officeDocument/2006/relationships/image" Target="../media/image47.png"/><Relationship Id="rId160" Type="http://schemas.openxmlformats.org/officeDocument/2006/relationships/customXml" Target="../ink/ink80.xml"/><Relationship Id="rId216" Type="http://schemas.openxmlformats.org/officeDocument/2006/relationships/customXml" Target="../ink/ink108.xml"/><Relationship Id="rId423" Type="http://schemas.openxmlformats.org/officeDocument/2006/relationships/image" Target="../media/image211.png"/><Relationship Id="rId258" Type="http://schemas.openxmlformats.org/officeDocument/2006/relationships/customXml" Target="../ink/ink129.xml"/><Relationship Id="rId465" Type="http://schemas.openxmlformats.org/officeDocument/2006/relationships/image" Target="../media/image232.png"/><Relationship Id="rId22" Type="http://schemas.openxmlformats.org/officeDocument/2006/relationships/customXml" Target="../ink/ink11.xml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325" Type="http://schemas.openxmlformats.org/officeDocument/2006/relationships/image" Target="../media/image162.png"/><Relationship Id="rId367" Type="http://schemas.openxmlformats.org/officeDocument/2006/relationships/image" Target="../media/image183.png"/><Relationship Id="rId171" Type="http://schemas.openxmlformats.org/officeDocument/2006/relationships/image" Target="../media/image85.png"/><Relationship Id="rId227" Type="http://schemas.openxmlformats.org/officeDocument/2006/relationships/image" Target="../media/image113.png"/><Relationship Id="rId269" Type="http://schemas.openxmlformats.org/officeDocument/2006/relationships/image" Target="../media/image134.png"/><Relationship Id="rId434" Type="http://schemas.openxmlformats.org/officeDocument/2006/relationships/customXml" Target="../ink/ink217.xml"/><Relationship Id="rId476" Type="http://schemas.openxmlformats.org/officeDocument/2006/relationships/customXml" Target="../ink/ink238.xml"/><Relationship Id="rId33" Type="http://schemas.openxmlformats.org/officeDocument/2006/relationships/image" Target="../media/image16.png"/><Relationship Id="rId129" Type="http://schemas.openxmlformats.org/officeDocument/2006/relationships/image" Target="../media/image64.png"/><Relationship Id="rId280" Type="http://schemas.openxmlformats.org/officeDocument/2006/relationships/customXml" Target="../ink/ink140.xml"/><Relationship Id="rId336" Type="http://schemas.openxmlformats.org/officeDocument/2006/relationships/customXml" Target="../ink/ink168.xml"/><Relationship Id="rId75" Type="http://schemas.openxmlformats.org/officeDocument/2006/relationships/image" Target="../media/image37.png"/><Relationship Id="rId140" Type="http://schemas.openxmlformats.org/officeDocument/2006/relationships/customXml" Target="../ink/ink70.xml"/><Relationship Id="rId182" Type="http://schemas.openxmlformats.org/officeDocument/2006/relationships/customXml" Target="../ink/ink91.xml"/><Relationship Id="rId378" Type="http://schemas.openxmlformats.org/officeDocument/2006/relationships/customXml" Target="../ink/ink189.xml"/><Relationship Id="rId403" Type="http://schemas.openxmlformats.org/officeDocument/2006/relationships/image" Target="../media/image201.png"/><Relationship Id="rId6" Type="http://schemas.openxmlformats.org/officeDocument/2006/relationships/customXml" Target="../ink/ink3.xml"/><Relationship Id="rId238" Type="http://schemas.openxmlformats.org/officeDocument/2006/relationships/customXml" Target="../ink/ink119.xml"/><Relationship Id="rId445" Type="http://schemas.openxmlformats.org/officeDocument/2006/relationships/image" Target="../media/image222.png"/><Relationship Id="rId291" Type="http://schemas.openxmlformats.org/officeDocument/2006/relationships/image" Target="../media/image145.png"/><Relationship Id="rId305" Type="http://schemas.openxmlformats.org/officeDocument/2006/relationships/image" Target="../media/image152.png"/><Relationship Id="rId347" Type="http://schemas.openxmlformats.org/officeDocument/2006/relationships/image" Target="../media/image173.png"/><Relationship Id="rId44" Type="http://schemas.openxmlformats.org/officeDocument/2006/relationships/customXml" Target="../ink/ink22.xml"/><Relationship Id="rId86" Type="http://schemas.openxmlformats.org/officeDocument/2006/relationships/customXml" Target="../ink/ink43.xml"/><Relationship Id="rId151" Type="http://schemas.openxmlformats.org/officeDocument/2006/relationships/image" Target="../media/image75.png"/><Relationship Id="rId389" Type="http://schemas.openxmlformats.org/officeDocument/2006/relationships/image" Target="../media/image194.png"/><Relationship Id="rId193" Type="http://schemas.openxmlformats.org/officeDocument/2006/relationships/image" Target="../media/image96.png"/><Relationship Id="rId207" Type="http://schemas.openxmlformats.org/officeDocument/2006/relationships/image" Target="../media/image103.png"/><Relationship Id="rId249" Type="http://schemas.openxmlformats.org/officeDocument/2006/relationships/image" Target="../media/image124.png"/><Relationship Id="rId414" Type="http://schemas.openxmlformats.org/officeDocument/2006/relationships/customXml" Target="../ink/ink207.xml"/><Relationship Id="rId456" Type="http://schemas.openxmlformats.org/officeDocument/2006/relationships/customXml" Target="../ink/ink228.xml"/><Relationship Id="rId13" Type="http://schemas.openxmlformats.org/officeDocument/2006/relationships/image" Target="../media/image6.png"/><Relationship Id="rId109" Type="http://schemas.openxmlformats.org/officeDocument/2006/relationships/image" Target="../media/image54.png"/><Relationship Id="rId260" Type="http://schemas.openxmlformats.org/officeDocument/2006/relationships/customXml" Target="../ink/ink130.xml"/><Relationship Id="rId316" Type="http://schemas.openxmlformats.org/officeDocument/2006/relationships/customXml" Target="../ink/ink158.xml"/><Relationship Id="rId55" Type="http://schemas.openxmlformats.org/officeDocument/2006/relationships/image" Target="../media/image27.png"/><Relationship Id="rId97" Type="http://schemas.openxmlformats.org/officeDocument/2006/relationships/image" Target="../media/image48.png"/><Relationship Id="rId120" Type="http://schemas.openxmlformats.org/officeDocument/2006/relationships/customXml" Target="../ink/ink60.xml"/><Relationship Id="rId358" Type="http://schemas.openxmlformats.org/officeDocument/2006/relationships/customXml" Target="../ink/ink179.xml"/><Relationship Id="rId162" Type="http://schemas.openxmlformats.org/officeDocument/2006/relationships/customXml" Target="../ink/ink81.xml"/><Relationship Id="rId218" Type="http://schemas.openxmlformats.org/officeDocument/2006/relationships/customXml" Target="../ink/ink109.xml"/><Relationship Id="rId425" Type="http://schemas.openxmlformats.org/officeDocument/2006/relationships/image" Target="../media/image212.png"/><Relationship Id="rId467" Type="http://schemas.openxmlformats.org/officeDocument/2006/relationships/image" Target="../media/image233.png"/><Relationship Id="rId271" Type="http://schemas.openxmlformats.org/officeDocument/2006/relationships/image" Target="../media/image135.png"/><Relationship Id="rId24" Type="http://schemas.openxmlformats.org/officeDocument/2006/relationships/customXml" Target="../ink/ink12.xml"/><Relationship Id="rId66" Type="http://schemas.openxmlformats.org/officeDocument/2006/relationships/customXml" Target="../ink/ink33.xml"/><Relationship Id="rId131" Type="http://schemas.openxmlformats.org/officeDocument/2006/relationships/image" Target="../media/image65.png"/><Relationship Id="rId327" Type="http://schemas.openxmlformats.org/officeDocument/2006/relationships/image" Target="../media/image163.png"/><Relationship Id="rId369" Type="http://schemas.openxmlformats.org/officeDocument/2006/relationships/image" Target="../media/image184.png"/><Relationship Id="rId173" Type="http://schemas.openxmlformats.org/officeDocument/2006/relationships/image" Target="../media/image86.png"/><Relationship Id="rId229" Type="http://schemas.openxmlformats.org/officeDocument/2006/relationships/image" Target="../media/image114.png"/><Relationship Id="rId380" Type="http://schemas.openxmlformats.org/officeDocument/2006/relationships/customXml" Target="../ink/ink190.xml"/><Relationship Id="rId436" Type="http://schemas.openxmlformats.org/officeDocument/2006/relationships/customXml" Target="../ink/ink218.xml"/><Relationship Id="rId240" Type="http://schemas.openxmlformats.org/officeDocument/2006/relationships/customXml" Target="../ink/ink120.xml"/><Relationship Id="rId478" Type="http://schemas.openxmlformats.org/officeDocument/2006/relationships/customXml" Target="../ink/ink239.xml"/><Relationship Id="rId35" Type="http://schemas.openxmlformats.org/officeDocument/2006/relationships/image" Target="../media/image17.png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282" Type="http://schemas.openxmlformats.org/officeDocument/2006/relationships/customXml" Target="../ink/ink141.xml"/><Relationship Id="rId338" Type="http://schemas.openxmlformats.org/officeDocument/2006/relationships/customXml" Target="../ink/ink169.xml"/><Relationship Id="rId8" Type="http://schemas.openxmlformats.org/officeDocument/2006/relationships/customXml" Target="../ink/ink4.xml"/><Relationship Id="rId142" Type="http://schemas.openxmlformats.org/officeDocument/2006/relationships/customXml" Target="../ink/ink71.xml"/><Relationship Id="rId184" Type="http://schemas.openxmlformats.org/officeDocument/2006/relationships/customXml" Target="../ink/ink92.xml"/><Relationship Id="rId391" Type="http://schemas.openxmlformats.org/officeDocument/2006/relationships/image" Target="../media/image195.png"/><Relationship Id="rId405" Type="http://schemas.openxmlformats.org/officeDocument/2006/relationships/image" Target="../media/image202.png"/><Relationship Id="rId447" Type="http://schemas.openxmlformats.org/officeDocument/2006/relationships/image" Target="../media/image223.png"/><Relationship Id="rId251" Type="http://schemas.openxmlformats.org/officeDocument/2006/relationships/image" Target="../media/image125.png"/><Relationship Id="rId46" Type="http://schemas.openxmlformats.org/officeDocument/2006/relationships/customXml" Target="../ink/ink23.xml"/><Relationship Id="rId293" Type="http://schemas.openxmlformats.org/officeDocument/2006/relationships/image" Target="../media/image146.png"/><Relationship Id="rId307" Type="http://schemas.openxmlformats.org/officeDocument/2006/relationships/image" Target="../media/image153.png"/><Relationship Id="rId349" Type="http://schemas.openxmlformats.org/officeDocument/2006/relationships/image" Target="../media/image174.png"/><Relationship Id="rId88" Type="http://schemas.openxmlformats.org/officeDocument/2006/relationships/customXml" Target="../ink/ink44.xml"/><Relationship Id="rId111" Type="http://schemas.openxmlformats.org/officeDocument/2006/relationships/image" Target="../media/image55.png"/><Relationship Id="rId153" Type="http://schemas.openxmlformats.org/officeDocument/2006/relationships/image" Target="../media/image76.png"/><Relationship Id="rId195" Type="http://schemas.openxmlformats.org/officeDocument/2006/relationships/image" Target="../media/image97.png"/><Relationship Id="rId209" Type="http://schemas.openxmlformats.org/officeDocument/2006/relationships/image" Target="../media/image104.png"/><Relationship Id="rId360" Type="http://schemas.openxmlformats.org/officeDocument/2006/relationships/customXml" Target="../ink/ink180.xml"/><Relationship Id="rId416" Type="http://schemas.openxmlformats.org/officeDocument/2006/relationships/customXml" Target="../ink/ink208.xml"/><Relationship Id="rId220" Type="http://schemas.openxmlformats.org/officeDocument/2006/relationships/customXml" Target="../ink/ink110.xml"/><Relationship Id="rId458" Type="http://schemas.openxmlformats.org/officeDocument/2006/relationships/customXml" Target="../ink/ink229.xml"/><Relationship Id="rId15" Type="http://schemas.openxmlformats.org/officeDocument/2006/relationships/image" Target="../media/image7.png"/><Relationship Id="rId57" Type="http://schemas.openxmlformats.org/officeDocument/2006/relationships/image" Target="../media/image28.png"/><Relationship Id="rId262" Type="http://schemas.openxmlformats.org/officeDocument/2006/relationships/customXml" Target="../ink/ink131.xml"/><Relationship Id="rId318" Type="http://schemas.openxmlformats.org/officeDocument/2006/relationships/customXml" Target="../ink/ink159.xml"/><Relationship Id="rId99" Type="http://schemas.openxmlformats.org/officeDocument/2006/relationships/image" Target="../media/image49.png"/><Relationship Id="rId122" Type="http://schemas.openxmlformats.org/officeDocument/2006/relationships/customXml" Target="../ink/ink61.xml"/><Relationship Id="rId164" Type="http://schemas.openxmlformats.org/officeDocument/2006/relationships/customXml" Target="../ink/ink82.xml"/><Relationship Id="rId371" Type="http://schemas.openxmlformats.org/officeDocument/2006/relationships/image" Target="../media/image185.png"/><Relationship Id="rId427" Type="http://schemas.openxmlformats.org/officeDocument/2006/relationships/image" Target="../media/image213.png"/><Relationship Id="rId469" Type="http://schemas.openxmlformats.org/officeDocument/2006/relationships/image" Target="../media/image234.png"/><Relationship Id="rId26" Type="http://schemas.openxmlformats.org/officeDocument/2006/relationships/customXml" Target="../ink/ink13.xml"/><Relationship Id="rId231" Type="http://schemas.openxmlformats.org/officeDocument/2006/relationships/image" Target="../media/image115.png"/><Relationship Id="rId273" Type="http://schemas.openxmlformats.org/officeDocument/2006/relationships/image" Target="../media/image136.png"/><Relationship Id="rId329" Type="http://schemas.openxmlformats.org/officeDocument/2006/relationships/image" Target="../media/image164.png"/><Relationship Id="rId480" Type="http://schemas.openxmlformats.org/officeDocument/2006/relationships/customXml" Target="../ink/ink240.xml"/><Relationship Id="rId68" Type="http://schemas.openxmlformats.org/officeDocument/2006/relationships/customXml" Target="../ink/ink34.xml"/><Relationship Id="rId133" Type="http://schemas.openxmlformats.org/officeDocument/2006/relationships/image" Target="../media/image66.png"/><Relationship Id="rId175" Type="http://schemas.openxmlformats.org/officeDocument/2006/relationships/image" Target="../media/image87.png"/><Relationship Id="rId340" Type="http://schemas.openxmlformats.org/officeDocument/2006/relationships/customXml" Target="../ink/ink170.xml"/><Relationship Id="rId200" Type="http://schemas.openxmlformats.org/officeDocument/2006/relationships/customXml" Target="../ink/ink100.xml"/><Relationship Id="rId382" Type="http://schemas.openxmlformats.org/officeDocument/2006/relationships/customXml" Target="../ink/ink191.xml"/><Relationship Id="rId438" Type="http://schemas.openxmlformats.org/officeDocument/2006/relationships/customXml" Target="../ink/ink219.xml"/><Relationship Id="rId242" Type="http://schemas.openxmlformats.org/officeDocument/2006/relationships/customXml" Target="../ink/ink121.xml"/><Relationship Id="rId284" Type="http://schemas.openxmlformats.org/officeDocument/2006/relationships/customXml" Target="../ink/ink142.xml"/><Relationship Id="rId37" Type="http://schemas.openxmlformats.org/officeDocument/2006/relationships/image" Target="../media/image18.png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144" Type="http://schemas.openxmlformats.org/officeDocument/2006/relationships/customXml" Target="../ink/ink72.xml"/><Relationship Id="rId90" Type="http://schemas.openxmlformats.org/officeDocument/2006/relationships/customXml" Target="../ink/ink45.xml"/><Relationship Id="rId186" Type="http://schemas.openxmlformats.org/officeDocument/2006/relationships/customXml" Target="../ink/ink93.xml"/><Relationship Id="rId351" Type="http://schemas.openxmlformats.org/officeDocument/2006/relationships/image" Target="../media/image175.png"/><Relationship Id="rId393" Type="http://schemas.openxmlformats.org/officeDocument/2006/relationships/image" Target="../media/image196.png"/><Relationship Id="rId407" Type="http://schemas.openxmlformats.org/officeDocument/2006/relationships/image" Target="../media/image203.png"/><Relationship Id="rId449" Type="http://schemas.openxmlformats.org/officeDocument/2006/relationships/image" Target="../media/image224.png"/><Relationship Id="rId211" Type="http://schemas.openxmlformats.org/officeDocument/2006/relationships/image" Target="../media/image105.png"/><Relationship Id="rId253" Type="http://schemas.openxmlformats.org/officeDocument/2006/relationships/image" Target="../media/image126.png"/><Relationship Id="rId295" Type="http://schemas.openxmlformats.org/officeDocument/2006/relationships/image" Target="../media/image147.png"/><Relationship Id="rId309" Type="http://schemas.openxmlformats.org/officeDocument/2006/relationships/image" Target="../media/image154.png"/><Relationship Id="rId460" Type="http://schemas.openxmlformats.org/officeDocument/2006/relationships/customXml" Target="../ink/ink230.xml"/><Relationship Id="rId48" Type="http://schemas.openxmlformats.org/officeDocument/2006/relationships/customXml" Target="../ink/ink24.xml"/><Relationship Id="rId113" Type="http://schemas.openxmlformats.org/officeDocument/2006/relationships/image" Target="../media/image56.png"/><Relationship Id="rId320" Type="http://schemas.openxmlformats.org/officeDocument/2006/relationships/customXml" Target="../ink/ink160.xml"/><Relationship Id="rId155" Type="http://schemas.openxmlformats.org/officeDocument/2006/relationships/image" Target="../media/image77.png"/><Relationship Id="rId197" Type="http://schemas.openxmlformats.org/officeDocument/2006/relationships/image" Target="../media/image98.png"/><Relationship Id="rId362" Type="http://schemas.openxmlformats.org/officeDocument/2006/relationships/customXml" Target="../ink/ink181.xml"/><Relationship Id="rId418" Type="http://schemas.openxmlformats.org/officeDocument/2006/relationships/customXml" Target="../ink/ink209.xml"/><Relationship Id="rId222" Type="http://schemas.openxmlformats.org/officeDocument/2006/relationships/customXml" Target="../ink/ink111.xml"/><Relationship Id="rId264" Type="http://schemas.openxmlformats.org/officeDocument/2006/relationships/customXml" Target="../ink/ink132.xml"/><Relationship Id="rId471" Type="http://schemas.openxmlformats.org/officeDocument/2006/relationships/image" Target="../media/image235.png"/><Relationship Id="rId17" Type="http://schemas.openxmlformats.org/officeDocument/2006/relationships/image" Target="../media/image8.png"/><Relationship Id="rId59" Type="http://schemas.openxmlformats.org/officeDocument/2006/relationships/image" Target="../media/image29.png"/><Relationship Id="rId124" Type="http://schemas.openxmlformats.org/officeDocument/2006/relationships/customXml" Target="../ink/ink62.xml"/><Relationship Id="rId70" Type="http://schemas.openxmlformats.org/officeDocument/2006/relationships/customXml" Target="../ink/ink35.xml"/><Relationship Id="rId166" Type="http://schemas.openxmlformats.org/officeDocument/2006/relationships/customXml" Target="../ink/ink83.xml"/><Relationship Id="rId331" Type="http://schemas.openxmlformats.org/officeDocument/2006/relationships/image" Target="../media/image165.png"/><Relationship Id="rId373" Type="http://schemas.openxmlformats.org/officeDocument/2006/relationships/image" Target="../media/image186.png"/><Relationship Id="rId429" Type="http://schemas.openxmlformats.org/officeDocument/2006/relationships/image" Target="../media/image214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116.png"/><Relationship Id="rId440" Type="http://schemas.openxmlformats.org/officeDocument/2006/relationships/customXml" Target="../ink/ink220.xml"/><Relationship Id="rId28" Type="http://schemas.openxmlformats.org/officeDocument/2006/relationships/customXml" Target="../ink/ink14.xml"/><Relationship Id="rId275" Type="http://schemas.openxmlformats.org/officeDocument/2006/relationships/image" Target="../media/image137.png"/><Relationship Id="rId300" Type="http://schemas.openxmlformats.org/officeDocument/2006/relationships/customXml" Target="../ink/ink150.xml"/><Relationship Id="rId81" Type="http://schemas.openxmlformats.org/officeDocument/2006/relationships/image" Target="../media/image40.png"/><Relationship Id="rId135" Type="http://schemas.openxmlformats.org/officeDocument/2006/relationships/image" Target="../media/image67.png"/><Relationship Id="rId177" Type="http://schemas.openxmlformats.org/officeDocument/2006/relationships/image" Target="../media/image88.png"/><Relationship Id="rId342" Type="http://schemas.openxmlformats.org/officeDocument/2006/relationships/customXml" Target="../ink/ink171.xml"/><Relationship Id="rId384" Type="http://schemas.openxmlformats.org/officeDocument/2006/relationships/customXml" Target="../ink/ink192.xml"/><Relationship Id="rId202" Type="http://schemas.openxmlformats.org/officeDocument/2006/relationships/customXml" Target="../ink/ink101.xml"/><Relationship Id="rId244" Type="http://schemas.openxmlformats.org/officeDocument/2006/relationships/customXml" Target="../ink/ink122.xml"/><Relationship Id="rId39" Type="http://schemas.openxmlformats.org/officeDocument/2006/relationships/image" Target="../media/image19.png"/><Relationship Id="rId286" Type="http://schemas.openxmlformats.org/officeDocument/2006/relationships/customXml" Target="../ink/ink143.xml"/><Relationship Id="rId451" Type="http://schemas.openxmlformats.org/officeDocument/2006/relationships/image" Target="../media/image225.png"/><Relationship Id="rId50" Type="http://schemas.openxmlformats.org/officeDocument/2006/relationships/customXml" Target="../ink/ink25.xml"/><Relationship Id="rId104" Type="http://schemas.openxmlformats.org/officeDocument/2006/relationships/customXml" Target="../ink/ink52.xml"/><Relationship Id="rId146" Type="http://schemas.openxmlformats.org/officeDocument/2006/relationships/customXml" Target="../ink/ink73.xml"/><Relationship Id="rId188" Type="http://schemas.openxmlformats.org/officeDocument/2006/relationships/customXml" Target="../ink/ink94.xml"/><Relationship Id="rId311" Type="http://schemas.openxmlformats.org/officeDocument/2006/relationships/image" Target="../media/image155.png"/><Relationship Id="rId353" Type="http://schemas.openxmlformats.org/officeDocument/2006/relationships/image" Target="../media/image176.png"/><Relationship Id="rId395" Type="http://schemas.openxmlformats.org/officeDocument/2006/relationships/image" Target="../media/image197.png"/><Relationship Id="rId409" Type="http://schemas.openxmlformats.org/officeDocument/2006/relationships/image" Target="../media/image204.png"/><Relationship Id="rId92" Type="http://schemas.openxmlformats.org/officeDocument/2006/relationships/customXml" Target="../ink/ink46.xml"/><Relationship Id="rId213" Type="http://schemas.openxmlformats.org/officeDocument/2006/relationships/image" Target="../media/image106.png"/><Relationship Id="rId420" Type="http://schemas.openxmlformats.org/officeDocument/2006/relationships/customXml" Target="../ink/ink210.xml"/><Relationship Id="rId255" Type="http://schemas.openxmlformats.org/officeDocument/2006/relationships/image" Target="../media/image127.png"/><Relationship Id="rId297" Type="http://schemas.openxmlformats.org/officeDocument/2006/relationships/image" Target="../media/image148.png"/><Relationship Id="rId462" Type="http://schemas.openxmlformats.org/officeDocument/2006/relationships/customXml" Target="../ink/ink231.xml"/><Relationship Id="rId115" Type="http://schemas.openxmlformats.org/officeDocument/2006/relationships/image" Target="../media/image57.png"/><Relationship Id="rId157" Type="http://schemas.openxmlformats.org/officeDocument/2006/relationships/image" Target="../media/image78.png"/><Relationship Id="rId322" Type="http://schemas.openxmlformats.org/officeDocument/2006/relationships/customXml" Target="../ink/ink161.xml"/><Relationship Id="rId364" Type="http://schemas.openxmlformats.org/officeDocument/2006/relationships/customXml" Target="../ink/ink182.xml"/><Relationship Id="rId61" Type="http://schemas.openxmlformats.org/officeDocument/2006/relationships/image" Target="../media/image30.png"/><Relationship Id="rId199" Type="http://schemas.openxmlformats.org/officeDocument/2006/relationships/image" Target="../media/image99.png"/><Relationship Id="rId19" Type="http://schemas.openxmlformats.org/officeDocument/2006/relationships/image" Target="../media/image9.png"/><Relationship Id="rId224" Type="http://schemas.openxmlformats.org/officeDocument/2006/relationships/customXml" Target="../ink/ink112.xml"/><Relationship Id="rId266" Type="http://schemas.openxmlformats.org/officeDocument/2006/relationships/customXml" Target="../ink/ink133.xml"/><Relationship Id="rId431" Type="http://schemas.openxmlformats.org/officeDocument/2006/relationships/image" Target="../media/image215.png"/><Relationship Id="rId473" Type="http://schemas.openxmlformats.org/officeDocument/2006/relationships/image" Target="../media/image236.png"/><Relationship Id="rId30" Type="http://schemas.openxmlformats.org/officeDocument/2006/relationships/customXml" Target="../ink/ink15.xml"/><Relationship Id="rId126" Type="http://schemas.openxmlformats.org/officeDocument/2006/relationships/customXml" Target="../ink/ink63.xml"/><Relationship Id="rId168" Type="http://schemas.openxmlformats.org/officeDocument/2006/relationships/customXml" Target="../ink/ink84.xml"/><Relationship Id="rId333" Type="http://schemas.openxmlformats.org/officeDocument/2006/relationships/image" Target="../media/image166.png"/><Relationship Id="rId72" Type="http://schemas.openxmlformats.org/officeDocument/2006/relationships/customXml" Target="../ink/ink36.xml"/><Relationship Id="rId375" Type="http://schemas.openxmlformats.org/officeDocument/2006/relationships/image" Target="../media/image187.png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98.png"/><Relationship Id="rId21" Type="http://schemas.openxmlformats.org/officeDocument/2006/relationships/image" Target="../media/image250.png"/><Relationship Id="rId42" Type="http://schemas.openxmlformats.org/officeDocument/2006/relationships/customXml" Target="../ink/ink261.xml"/><Relationship Id="rId63" Type="http://schemas.openxmlformats.org/officeDocument/2006/relationships/image" Target="../media/image271.png"/><Relationship Id="rId84" Type="http://schemas.openxmlformats.org/officeDocument/2006/relationships/customXml" Target="../ink/ink282.xml"/><Relationship Id="rId138" Type="http://schemas.openxmlformats.org/officeDocument/2006/relationships/customXml" Target="../ink/ink309.xml"/><Relationship Id="rId159" Type="http://schemas.openxmlformats.org/officeDocument/2006/relationships/image" Target="../media/image319.png"/><Relationship Id="rId170" Type="http://schemas.openxmlformats.org/officeDocument/2006/relationships/customXml" Target="../ink/ink325.xml"/><Relationship Id="rId191" Type="http://schemas.openxmlformats.org/officeDocument/2006/relationships/image" Target="../media/image335.png"/><Relationship Id="rId205" Type="http://schemas.openxmlformats.org/officeDocument/2006/relationships/image" Target="../media/image342.png"/><Relationship Id="rId226" Type="http://schemas.openxmlformats.org/officeDocument/2006/relationships/customXml" Target="../ink/ink353.xml"/><Relationship Id="rId107" Type="http://schemas.openxmlformats.org/officeDocument/2006/relationships/image" Target="../media/image293.png"/><Relationship Id="rId11" Type="http://schemas.openxmlformats.org/officeDocument/2006/relationships/image" Target="../media/image245.png"/><Relationship Id="rId32" Type="http://schemas.openxmlformats.org/officeDocument/2006/relationships/customXml" Target="../ink/ink256.xml"/><Relationship Id="rId53" Type="http://schemas.openxmlformats.org/officeDocument/2006/relationships/image" Target="../media/image266.png"/><Relationship Id="rId74" Type="http://schemas.openxmlformats.org/officeDocument/2006/relationships/customXml" Target="../ink/ink277.xml"/><Relationship Id="rId128" Type="http://schemas.openxmlformats.org/officeDocument/2006/relationships/customXml" Target="../ink/ink304.xml"/><Relationship Id="rId149" Type="http://schemas.openxmlformats.org/officeDocument/2006/relationships/image" Target="../media/image314.png"/><Relationship Id="rId5" Type="http://schemas.openxmlformats.org/officeDocument/2006/relationships/image" Target="../media/image242.png"/><Relationship Id="rId95" Type="http://schemas.openxmlformats.org/officeDocument/2006/relationships/image" Target="../media/image287.png"/><Relationship Id="rId160" Type="http://schemas.openxmlformats.org/officeDocument/2006/relationships/customXml" Target="../ink/ink320.xml"/><Relationship Id="rId181" Type="http://schemas.openxmlformats.org/officeDocument/2006/relationships/image" Target="../media/image330.png"/><Relationship Id="rId216" Type="http://schemas.openxmlformats.org/officeDocument/2006/relationships/customXml" Target="../ink/ink348.xml"/><Relationship Id="rId237" Type="http://schemas.openxmlformats.org/officeDocument/2006/relationships/customXml" Target="../ink/ink359.xml"/><Relationship Id="rId22" Type="http://schemas.openxmlformats.org/officeDocument/2006/relationships/customXml" Target="../ink/ink251.xml"/><Relationship Id="rId43" Type="http://schemas.openxmlformats.org/officeDocument/2006/relationships/image" Target="../media/image261.png"/><Relationship Id="rId64" Type="http://schemas.openxmlformats.org/officeDocument/2006/relationships/customXml" Target="../ink/ink272.xml"/><Relationship Id="rId118" Type="http://schemas.openxmlformats.org/officeDocument/2006/relationships/customXml" Target="../ink/ink299.xml"/><Relationship Id="rId139" Type="http://schemas.openxmlformats.org/officeDocument/2006/relationships/image" Target="../media/image309.png"/><Relationship Id="rId85" Type="http://schemas.openxmlformats.org/officeDocument/2006/relationships/image" Target="../media/image282.png"/><Relationship Id="rId150" Type="http://schemas.openxmlformats.org/officeDocument/2006/relationships/customXml" Target="../ink/ink315.xml"/><Relationship Id="rId171" Type="http://schemas.openxmlformats.org/officeDocument/2006/relationships/image" Target="../media/image325.png"/><Relationship Id="rId192" Type="http://schemas.openxmlformats.org/officeDocument/2006/relationships/customXml" Target="../ink/ink336.xml"/><Relationship Id="rId206" Type="http://schemas.openxmlformats.org/officeDocument/2006/relationships/customXml" Target="../ink/ink343.xml"/><Relationship Id="rId227" Type="http://schemas.openxmlformats.org/officeDocument/2006/relationships/image" Target="../media/image353.png"/><Relationship Id="rId12" Type="http://schemas.openxmlformats.org/officeDocument/2006/relationships/customXml" Target="../ink/ink246.xml"/><Relationship Id="rId33" Type="http://schemas.openxmlformats.org/officeDocument/2006/relationships/image" Target="../media/image256.png"/><Relationship Id="rId108" Type="http://schemas.openxmlformats.org/officeDocument/2006/relationships/customXml" Target="../ink/ink294.xml"/><Relationship Id="rId129" Type="http://schemas.openxmlformats.org/officeDocument/2006/relationships/image" Target="../media/image304.png"/><Relationship Id="rId54" Type="http://schemas.openxmlformats.org/officeDocument/2006/relationships/customXml" Target="../ink/ink267.xml"/><Relationship Id="rId75" Type="http://schemas.openxmlformats.org/officeDocument/2006/relationships/image" Target="../media/image277.png"/><Relationship Id="rId96" Type="http://schemas.openxmlformats.org/officeDocument/2006/relationships/customXml" Target="../ink/ink288.xml"/><Relationship Id="rId140" Type="http://schemas.openxmlformats.org/officeDocument/2006/relationships/customXml" Target="../ink/ink310.xml"/><Relationship Id="rId161" Type="http://schemas.openxmlformats.org/officeDocument/2006/relationships/image" Target="../media/image320.png"/><Relationship Id="rId182" Type="http://schemas.openxmlformats.org/officeDocument/2006/relationships/customXml" Target="../ink/ink331.xml"/><Relationship Id="rId217" Type="http://schemas.openxmlformats.org/officeDocument/2006/relationships/image" Target="../media/image348.png"/><Relationship Id="rId6" Type="http://schemas.openxmlformats.org/officeDocument/2006/relationships/customXml" Target="../ink/ink243.xml"/><Relationship Id="rId238" Type="http://schemas.openxmlformats.org/officeDocument/2006/relationships/image" Target="../media/image358.png"/><Relationship Id="rId23" Type="http://schemas.openxmlformats.org/officeDocument/2006/relationships/image" Target="../media/image251.png"/><Relationship Id="rId119" Type="http://schemas.openxmlformats.org/officeDocument/2006/relationships/image" Target="../media/image299.png"/><Relationship Id="rId44" Type="http://schemas.openxmlformats.org/officeDocument/2006/relationships/customXml" Target="../ink/ink262.xml"/><Relationship Id="rId65" Type="http://schemas.openxmlformats.org/officeDocument/2006/relationships/image" Target="../media/image272.png"/><Relationship Id="rId86" Type="http://schemas.openxmlformats.org/officeDocument/2006/relationships/customXml" Target="../ink/ink283.xml"/><Relationship Id="rId130" Type="http://schemas.openxmlformats.org/officeDocument/2006/relationships/customXml" Target="../ink/ink305.xml"/><Relationship Id="rId151" Type="http://schemas.openxmlformats.org/officeDocument/2006/relationships/image" Target="../media/image315.png"/><Relationship Id="rId172" Type="http://schemas.openxmlformats.org/officeDocument/2006/relationships/customXml" Target="../ink/ink326.xml"/><Relationship Id="rId193" Type="http://schemas.openxmlformats.org/officeDocument/2006/relationships/image" Target="../media/image336.png"/><Relationship Id="rId207" Type="http://schemas.openxmlformats.org/officeDocument/2006/relationships/image" Target="../media/image343.png"/><Relationship Id="rId228" Type="http://schemas.openxmlformats.org/officeDocument/2006/relationships/customXml" Target="../ink/ink354.xml"/><Relationship Id="rId13" Type="http://schemas.openxmlformats.org/officeDocument/2006/relationships/image" Target="../media/image246.png"/><Relationship Id="rId109" Type="http://schemas.openxmlformats.org/officeDocument/2006/relationships/image" Target="../media/image294.png"/><Relationship Id="rId34" Type="http://schemas.openxmlformats.org/officeDocument/2006/relationships/customXml" Target="../ink/ink257.xml"/><Relationship Id="rId55" Type="http://schemas.openxmlformats.org/officeDocument/2006/relationships/image" Target="../media/image267.png"/><Relationship Id="rId76" Type="http://schemas.openxmlformats.org/officeDocument/2006/relationships/customXml" Target="../ink/ink278.xml"/><Relationship Id="rId97" Type="http://schemas.openxmlformats.org/officeDocument/2006/relationships/image" Target="../media/image288.png"/><Relationship Id="rId120" Type="http://schemas.openxmlformats.org/officeDocument/2006/relationships/customXml" Target="../ink/ink300.xml"/><Relationship Id="rId141" Type="http://schemas.openxmlformats.org/officeDocument/2006/relationships/image" Target="../media/image310.png"/><Relationship Id="rId7" Type="http://schemas.openxmlformats.org/officeDocument/2006/relationships/image" Target="../media/image243.png"/><Relationship Id="rId162" Type="http://schemas.openxmlformats.org/officeDocument/2006/relationships/customXml" Target="../ink/ink321.xml"/><Relationship Id="rId183" Type="http://schemas.openxmlformats.org/officeDocument/2006/relationships/image" Target="../media/image331.png"/><Relationship Id="rId218" Type="http://schemas.openxmlformats.org/officeDocument/2006/relationships/customXml" Target="../ink/ink349.xml"/><Relationship Id="rId239" Type="http://schemas.openxmlformats.org/officeDocument/2006/relationships/customXml" Target="../ink/ink360.xml"/><Relationship Id="rId24" Type="http://schemas.openxmlformats.org/officeDocument/2006/relationships/customXml" Target="../ink/ink252.xml"/><Relationship Id="rId45" Type="http://schemas.openxmlformats.org/officeDocument/2006/relationships/image" Target="../media/image262.png"/><Relationship Id="rId66" Type="http://schemas.openxmlformats.org/officeDocument/2006/relationships/customXml" Target="../ink/ink273.xml"/><Relationship Id="rId87" Type="http://schemas.openxmlformats.org/officeDocument/2006/relationships/image" Target="../media/image283.png"/><Relationship Id="rId110" Type="http://schemas.openxmlformats.org/officeDocument/2006/relationships/customXml" Target="../ink/ink295.xml"/><Relationship Id="rId131" Type="http://schemas.openxmlformats.org/officeDocument/2006/relationships/image" Target="../media/image305.png"/><Relationship Id="rId152" Type="http://schemas.openxmlformats.org/officeDocument/2006/relationships/customXml" Target="../ink/ink316.xml"/><Relationship Id="rId173" Type="http://schemas.openxmlformats.org/officeDocument/2006/relationships/image" Target="../media/image326.png"/><Relationship Id="rId194" Type="http://schemas.openxmlformats.org/officeDocument/2006/relationships/customXml" Target="../ink/ink337.xml"/><Relationship Id="rId208" Type="http://schemas.openxmlformats.org/officeDocument/2006/relationships/customXml" Target="../ink/ink344.xml"/><Relationship Id="rId229" Type="http://schemas.openxmlformats.org/officeDocument/2006/relationships/image" Target="../media/image354.png"/><Relationship Id="rId240" Type="http://schemas.openxmlformats.org/officeDocument/2006/relationships/image" Target="../media/image359.png"/><Relationship Id="rId14" Type="http://schemas.openxmlformats.org/officeDocument/2006/relationships/customXml" Target="../ink/ink247.xml"/><Relationship Id="rId35" Type="http://schemas.openxmlformats.org/officeDocument/2006/relationships/image" Target="../media/image257.png"/><Relationship Id="rId56" Type="http://schemas.openxmlformats.org/officeDocument/2006/relationships/customXml" Target="../ink/ink268.xml"/><Relationship Id="rId77" Type="http://schemas.openxmlformats.org/officeDocument/2006/relationships/image" Target="../media/image278.png"/><Relationship Id="rId100" Type="http://schemas.openxmlformats.org/officeDocument/2006/relationships/customXml" Target="../ink/ink290.xml"/><Relationship Id="rId8" Type="http://schemas.openxmlformats.org/officeDocument/2006/relationships/customXml" Target="../ink/ink244.xml"/><Relationship Id="rId98" Type="http://schemas.openxmlformats.org/officeDocument/2006/relationships/customXml" Target="../ink/ink289.xml"/><Relationship Id="rId121" Type="http://schemas.openxmlformats.org/officeDocument/2006/relationships/image" Target="../media/image300.png"/><Relationship Id="rId142" Type="http://schemas.openxmlformats.org/officeDocument/2006/relationships/customXml" Target="../ink/ink311.xml"/><Relationship Id="rId163" Type="http://schemas.openxmlformats.org/officeDocument/2006/relationships/image" Target="../media/image321.png"/><Relationship Id="rId184" Type="http://schemas.openxmlformats.org/officeDocument/2006/relationships/customXml" Target="../ink/ink332.xml"/><Relationship Id="rId219" Type="http://schemas.openxmlformats.org/officeDocument/2006/relationships/image" Target="../media/image349.png"/><Relationship Id="rId230" Type="http://schemas.openxmlformats.org/officeDocument/2006/relationships/customXml" Target="../ink/ink355.xml"/><Relationship Id="rId25" Type="http://schemas.openxmlformats.org/officeDocument/2006/relationships/image" Target="../media/image252.png"/><Relationship Id="rId46" Type="http://schemas.openxmlformats.org/officeDocument/2006/relationships/customXml" Target="../ink/ink263.xml"/><Relationship Id="rId67" Type="http://schemas.openxmlformats.org/officeDocument/2006/relationships/image" Target="../media/image273.png"/><Relationship Id="rId88" Type="http://schemas.openxmlformats.org/officeDocument/2006/relationships/customXml" Target="../ink/ink284.xml"/><Relationship Id="rId111" Type="http://schemas.openxmlformats.org/officeDocument/2006/relationships/image" Target="../media/image295.png"/><Relationship Id="rId132" Type="http://schemas.openxmlformats.org/officeDocument/2006/relationships/customXml" Target="../ink/ink306.xml"/><Relationship Id="rId153" Type="http://schemas.openxmlformats.org/officeDocument/2006/relationships/image" Target="../media/image316.png"/><Relationship Id="rId174" Type="http://schemas.openxmlformats.org/officeDocument/2006/relationships/customXml" Target="../ink/ink327.xml"/><Relationship Id="rId195" Type="http://schemas.openxmlformats.org/officeDocument/2006/relationships/image" Target="../media/image337.png"/><Relationship Id="rId209" Type="http://schemas.openxmlformats.org/officeDocument/2006/relationships/image" Target="../media/image344.png"/><Relationship Id="rId190" Type="http://schemas.openxmlformats.org/officeDocument/2006/relationships/customXml" Target="../ink/ink335.xml"/><Relationship Id="rId204" Type="http://schemas.openxmlformats.org/officeDocument/2006/relationships/customXml" Target="../ink/ink342.xml"/><Relationship Id="rId220" Type="http://schemas.openxmlformats.org/officeDocument/2006/relationships/customXml" Target="../ink/ink350.xml"/><Relationship Id="rId225" Type="http://schemas.openxmlformats.org/officeDocument/2006/relationships/image" Target="../media/image352.png"/><Relationship Id="rId15" Type="http://schemas.openxmlformats.org/officeDocument/2006/relationships/image" Target="../media/image247.png"/><Relationship Id="rId36" Type="http://schemas.openxmlformats.org/officeDocument/2006/relationships/customXml" Target="../ink/ink258.xml"/><Relationship Id="rId57" Type="http://schemas.openxmlformats.org/officeDocument/2006/relationships/image" Target="../media/image268.png"/><Relationship Id="rId106" Type="http://schemas.openxmlformats.org/officeDocument/2006/relationships/customXml" Target="../ink/ink293.xml"/><Relationship Id="rId127" Type="http://schemas.openxmlformats.org/officeDocument/2006/relationships/image" Target="../media/image303.png"/><Relationship Id="rId10" Type="http://schemas.openxmlformats.org/officeDocument/2006/relationships/customXml" Target="../ink/ink245.xml"/><Relationship Id="rId31" Type="http://schemas.openxmlformats.org/officeDocument/2006/relationships/image" Target="../media/image255.png"/><Relationship Id="rId52" Type="http://schemas.openxmlformats.org/officeDocument/2006/relationships/customXml" Target="../ink/ink266.xml"/><Relationship Id="rId73" Type="http://schemas.openxmlformats.org/officeDocument/2006/relationships/image" Target="../media/image276.png"/><Relationship Id="rId78" Type="http://schemas.openxmlformats.org/officeDocument/2006/relationships/customXml" Target="../ink/ink279.xml"/><Relationship Id="rId94" Type="http://schemas.openxmlformats.org/officeDocument/2006/relationships/customXml" Target="../ink/ink287.xml"/><Relationship Id="rId99" Type="http://schemas.openxmlformats.org/officeDocument/2006/relationships/image" Target="../media/image289.png"/><Relationship Id="rId101" Type="http://schemas.openxmlformats.org/officeDocument/2006/relationships/image" Target="../media/image290.png"/><Relationship Id="rId122" Type="http://schemas.openxmlformats.org/officeDocument/2006/relationships/customXml" Target="../ink/ink301.xml"/><Relationship Id="rId143" Type="http://schemas.openxmlformats.org/officeDocument/2006/relationships/image" Target="../media/image311.png"/><Relationship Id="rId148" Type="http://schemas.openxmlformats.org/officeDocument/2006/relationships/customXml" Target="../ink/ink314.xml"/><Relationship Id="rId164" Type="http://schemas.openxmlformats.org/officeDocument/2006/relationships/customXml" Target="../ink/ink322.xml"/><Relationship Id="rId169" Type="http://schemas.openxmlformats.org/officeDocument/2006/relationships/image" Target="../media/image324.png"/><Relationship Id="rId185" Type="http://schemas.openxmlformats.org/officeDocument/2006/relationships/image" Target="../media/image332.png"/><Relationship Id="rId4" Type="http://schemas.openxmlformats.org/officeDocument/2006/relationships/customXml" Target="../ink/ink242.xml"/><Relationship Id="rId9" Type="http://schemas.openxmlformats.org/officeDocument/2006/relationships/image" Target="../media/image244.png"/><Relationship Id="rId180" Type="http://schemas.openxmlformats.org/officeDocument/2006/relationships/customXml" Target="../ink/ink330.xml"/><Relationship Id="rId210" Type="http://schemas.openxmlformats.org/officeDocument/2006/relationships/customXml" Target="../ink/ink345.xml"/><Relationship Id="rId215" Type="http://schemas.openxmlformats.org/officeDocument/2006/relationships/image" Target="../media/image347.png"/><Relationship Id="rId236" Type="http://schemas.openxmlformats.org/officeDocument/2006/relationships/customXml" Target="../ink/ink358.xml"/><Relationship Id="rId26" Type="http://schemas.openxmlformats.org/officeDocument/2006/relationships/customXml" Target="../ink/ink253.xml"/><Relationship Id="rId231" Type="http://schemas.openxmlformats.org/officeDocument/2006/relationships/image" Target="../media/image355.png"/><Relationship Id="rId47" Type="http://schemas.openxmlformats.org/officeDocument/2006/relationships/image" Target="../media/image263.png"/><Relationship Id="rId68" Type="http://schemas.openxmlformats.org/officeDocument/2006/relationships/customXml" Target="../ink/ink274.xml"/><Relationship Id="rId89" Type="http://schemas.openxmlformats.org/officeDocument/2006/relationships/image" Target="../media/image284.png"/><Relationship Id="rId112" Type="http://schemas.openxmlformats.org/officeDocument/2006/relationships/customXml" Target="../ink/ink296.xml"/><Relationship Id="rId133" Type="http://schemas.openxmlformats.org/officeDocument/2006/relationships/image" Target="../media/image306.png"/><Relationship Id="rId154" Type="http://schemas.openxmlformats.org/officeDocument/2006/relationships/customXml" Target="../ink/ink317.xml"/><Relationship Id="rId175" Type="http://schemas.openxmlformats.org/officeDocument/2006/relationships/image" Target="../media/image327.png"/><Relationship Id="rId196" Type="http://schemas.openxmlformats.org/officeDocument/2006/relationships/customXml" Target="../ink/ink338.xml"/><Relationship Id="rId200" Type="http://schemas.openxmlformats.org/officeDocument/2006/relationships/customXml" Target="../ink/ink340.xml"/><Relationship Id="rId16" Type="http://schemas.openxmlformats.org/officeDocument/2006/relationships/customXml" Target="../ink/ink248.xml"/><Relationship Id="rId221" Type="http://schemas.openxmlformats.org/officeDocument/2006/relationships/image" Target="../media/image350.png"/><Relationship Id="rId37" Type="http://schemas.openxmlformats.org/officeDocument/2006/relationships/image" Target="../media/image258.png"/><Relationship Id="rId58" Type="http://schemas.openxmlformats.org/officeDocument/2006/relationships/customXml" Target="../ink/ink269.xml"/><Relationship Id="rId79" Type="http://schemas.openxmlformats.org/officeDocument/2006/relationships/image" Target="../media/image279.png"/><Relationship Id="rId102" Type="http://schemas.openxmlformats.org/officeDocument/2006/relationships/customXml" Target="../ink/ink291.xml"/><Relationship Id="rId123" Type="http://schemas.openxmlformats.org/officeDocument/2006/relationships/image" Target="../media/image301.png"/><Relationship Id="rId144" Type="http://schemas.openxmlformats.org/officeDocument/2006/relationships/customXml" Target="../ink/ink312.xml"/><Relationship Id="rId90" Type="http://schemas.openxmlformats.org/officeDocument/2006/relationships/customXml" Target="../ink/ink285.xml"/><Relationship Id="rId165" Type="http://schemas.openxmlformats.org/officeDocument/2006/relationships/image" Target="../media/image322.png"/><Relationship Id="rId186" Type="http://schemas.openxmlformats.org/officeDocument/2006/relationships/customXml" Target="../ink/ink333.xml"/><Relationship Id="rId211" Type="http://schemas.openxmlformats.org/officeDocument/2006/relationships/image" Target="../media/image345.png"/><Relationship Id="rId232" Type="http://schemas.openxmlformats.org/officeDocument/2006/relationships/customXml" Target="../ink/ink356.xml"/><Relationship Id="rId27" Type="http://schemas.openxmlformats.org/officeDocument/2006/relationships/image" Target="../media/image253.png"/><Relationship Id="rId48" Type="http://schemas.openxmlformats.org/officeDocument/2006/relationships/customXml" Target="../ink/ink264.xml"/><Relationship Id="rId69" Type="http://schemas.openxmlformats.org/officeDocument/2006/relationships/image" Target="../media/image274.png"/><Relationship Id="rId113" Type="http://schemas.openxmlformats.org/officeDocument/2006/relationships/image" Target="../media/image296.png"/><Relationship Id="rId134" Type="http://schemas.openxmlformats.org/officeDocument/2006/relationships/customXml" Target="../ink/ink307.xml"/><Relationship Id="rId80" Type="http://schemas.openxmlformats.org/officeDocument/2006/relationships/customXml" Target="../ink/ink280.xml"/><Relationship Id="rId155" Type="http://schemas.openxmlformats.org/officeDocument/2006/relationships/image" Target="../media/image317.png"/><Relationship Id="rId176" Type="http://schemas.openxmlformats.org/officeDocument/2006/relationships/customXml" Target="../ink/ink328.xml"/><Relationship Id="rId197" Type="http://schemas.openxmlformats.org/officeDocument/2006/relationships/image" Target="../media/image338.png"/><Relationship Id="rId201" Type="http://schemas.openxmlformats.org/officeDocument/2006/relationships/image" Target="../media/image340.png"/><Relationship Id="rId222" Type="http://schemas.openxmlformats.org/officeDocument/2006/relationships/customXml" Target="../ink/ink351.xml"/><Relationship Id="rId17" Type="http://schemas.openxmlformats.org/officeDocument/2006/relationships/image" Target="../media/image248.png"/><Relationship Id="rId38" Type="http://schemas.openxmlformats.org/officeDocument/2006/relationships/customXml" Target="../ink/ink259.xml"/><Relationship Id="rId59" Type="http://schemas.openxmlformats.org/officeDocument/2006/relationships/image" Target="../media/image269.png"/><Relationship Id="rId103" Type="http://schemas.openxmlformats.org/officeDocument/2006/relationships/image" Target="../media/image291.png"/><Relationship Id="rId124" Type="http://schemas.openxmlformats.org/officeDocument/2006/relationships/customXml" Target="../ink/ink302.xml"/><Relationship Id="rId70" Type="http://schemas.openxmlformats.org/officeDocument/2006/relationships/customXml" Target="../ink/ink275.xml"/><Relationship Id="rId91" Type="http://schemas.openxmlformats.org/officeDocument/2006/relationships/image" Target="../media/image285.png"/><Relationship Id="rId145" Type="http://schemas.openxmlformats.org/officeDocument/2006/relationships/image" Target="../media/image312.png"/><Relationship Id="rId166" Type="http://schemas.openxmlformats.org/officeDocument/2006/relationships/customXml" Target="../ink/ink323.xml"/><Relationship Id="rId187" Type="http://schemas.openxmlformats.org/officeDocument/2006/relationships/image" Target="../media/image333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346.xml"/><Relationship Id="rId233" Type="http://schemas.openxmlformats.org/officeDocument/2006/relationships/image" Target="../media/image356.png"/><Relationship Id="rId28" Type="http://schemas.openxmlformats.org/officeDocument/2006/relationships/customXml" Target="../ink/ink254.xml"/><Relationship Id="rId49" Type="http://schemas.openxmlformats.org/officeDocument/2006/relationships/image" Target="../media/image264.png"/><Relationship Id="rId114" Type="http://schemas.openxmlformats.org/officeDocument/2006/relationships/customXml" Target="../ink/ink297.xml"/><Relationship Id="rId60" Type="http://schemas.openxmlformats.org/officeDocument/2006/relationships/customXml" Target="../ink/ink270.xml"/><Relationship Id="rId81" Type="http://schemas.openxmlformats.org/officeDocument/2006/relationships/image" Target="../media/image280.png"/><Relationship Id="rId135" Type="http://schemas.openxmlformats.org/officeDocument/2006/relationships/image" Target="../media/image307.png"/><Relationship Id="rId156" Type="http://schemas.openxmlformats.org/officeDocument/2006/relationships/customXml" Target="../ink/ink318.xml"/><Relationship Id="rId177" Type="http://schemas.openxmlformats.org/officeDocument/2006/relationships/image" Target="../media/image328.png"/><Relationship Id="rId198" Type="http://schemas.openxmlformats.org/officeDocument/2006/relationships/customXml" Target="../ink/ink339.xml"/><Relationship Id="rId202" Type="http://schemas.openxmlformats.org/officeDocument/2006/relationships/customXml" Target="../ink/ink341.xml"/><Relationship Id="rId223" Type="http://schemas.openxmlformats.org/officeDocument/2006/relationships/image" Target="../media/image351.png"/><Relationship Id="rId18" Type="http://schemas.openxmlformats.org/officeDocument/2006/relationships/customXml" Target="../ink/ink249.xml"/><Relationship Id="rId39" Type="http://schemas.openxmlformats.org/officeDocument/2006/relationships/image" Target="../media/image259.png"/><Relationship Id="rId50" Type="http://schemas.openxmlformats.org/officeDocument/2006/relationships/customXml" Target="../ink/ink265.xml"/><Relationship Id="rId104" Type="http://schemas.openxmlformats.org/officeDocument/2006/relationships/customXml" Target="../ink/ink292.xml"/><Relationship Id="rId125" Type="http://schemas.openxmlformats.org/officeDocument/2006/relationships/image" Target="../media/image302.png"/><Relationship Id="rId146" Type="http://schemas.openxmlformats.org/officeDocument/2006/relationships/customXml" Target="../ink/ink313.xml"/><Relationship Id="rId167" Type="http://schemas.openxmlformats.org/officeDocument/2006/relationships/image" Target="../media/image323.png"/><Relationship Id="rId188" Type="http://schemas.openxmlformats.org/officeDocument/2006/relationships/customXml" Target="../ink/ink334.xml"/><Relationship Id="rId71" Type="http://schemas.openxmlformats.org/officeDocument/2006/relationships/image" Target="../media/image275.png"/><Relationship Id="rId92" Type="http://schemas.openxmlformats.org/officeDocument/2006/relationships/customXml" Target="../ink/ink286.xml"/><Relationship Id="rId213" Type="http://schemas.openxmlformats.org/officeDocument/2006/relationships/image" Target="../media/image346.png"/><Relationship Id="rId234" Type="http://schemas.openxmlformats.org/officeDocument/2006/relationships/customXml" Target="../ink/ink357.xml"/><Relationship Id="rId2" Type="http://schemas.openxmlformats.org/officeDocument/2006/relationships/customXml" Target="../ink/ink241.xml"/><Relationship Id="rId29" Type="http://schemas.openxmlformats.org/officeDocument/2006/relationships/image" Target="../media/image254.png"/><Relationship Id="rId40" Type="http://schemas.openxmlformats.org/officeDocument/2006/relationships/customXml" Target="../ink/ink260.xml"/><Relationship Id="rId115" Type="http://schemas.openxmlformats.org/officeDocument/2006/relationships/image" Target="../media/image297.png"/><Relationship Id="rId136" Type="http://schemas.openxmlformats.org/officeDocument/2006/relationships/customXml" Target="../ink/ink308.xml"/><Relationship Id="rId157" Type="http://schemas.openxmlformats.org/officeDocument/2006/relationships/image" Target="../media/image318.png"/><Relationship Id="rId178" Type="http://schemas.openxmlformats.org/officeDocument/2006/relationships/customXml" Target="../ink/ink329.xml"/><Relationship Id="rId61" Type="http://schemas.openxmlformats.org/officeDocument/2006/relationships/image" Target="../media/image270.png"/><Relationship Id="rId82" Type="http://schemas.openxmlformats.org/officeDocument/2006/relationships/customXml" Target="../ink/ink281.xml"/><Relationship Id="rId199" Type="http://schemas.openxmlformats.org/officeDocument/2006/relationships/image" Target="../media/image339.png"/><Relationship Id="rId203" Type="http://schemas.openxmlformats.org/officeDocument/2006/relationships/image" Target="../media/image341.png"/><Relationship Id="rId19" Type="http://schemas.openxmlformats.org/officeDocument/2006/relationships/image" Target="../media/image249.png"/><Relationship Id="rId224" Type="http://schemas.openxmlformats.org/officeDocument/2006/relationships/customXml" Target="../ink/ink352.xml"/><Relationship Id="rId30" Type="http://schemas.openxmlformats.org/officeDocument/2006/relationships/customXml" Target="../ink/ink255.xml"/><Relationship Id="rId105" Type="http://schemas.openxmlformats.org/officeDocument/2006/relationships/image" Target="../media/image292.png"/><Relationship Id="rId126" Type="http://schemas.openxmlformats.org/officeDocument/2006/relationships/customXml" Target="../ink/ink303.xml"/><Relationship Id="rId147" Type="http://schemas.openxmlformats.org/officeDocument/2006/relationships/image" Target="../media/image313.png"/><Relationship Id="rId168" Type="http://schemas.openxmlformats.org/officeDocument/2006/relationships/customXml" Target="../ink/ink324.xml"/><Relationship Id="rId51" Type="http://schemas.openxmlformats.org/officeDocument/2006/relationships/image" Target="../media/image265.png"/><Relationship Id="rId72" Type="http://schemas.openxmlformats.org/officeDocument/2006/relationships/customXml" Target="../ink/ink276.xml"/><Relationship Id="rId93" Type="http://schemas.openxmlformats.org/officeDocument/2006/relationships/image" Target="../media/image286.png"/><Relationship Id="rId189" Type="http://schemas.openxmlformats.org/officeDocument/2006/relationships/image" Target="../media/image334.png"/><Relationship Id="rId3" Type="http://schemas.openxmlformats.org/officeDocument/2006/relationships/image" Target="../media/image241.png"/><Relationship Id="rId214" Type="http://schemas.openxmlformats.org/officeDocument/2006/relationships/customXml" Target="../ink/ink347.xml"/><Relationship Id="rId235" Type="http://schemas.openxmlformats.org/officeDocument/2006/relationships/image" Target="../media/image357.png"/><Relationship Id="rId116" Type="http://schemas.openxmlformats.org/officeDocument/2006/relationships/customXml" Target="../ink/ink298.xml"/><Relationship Id="rId137" Type="http://schemas.openxmlformats.org/officeDocument/2006/relationships/image" Target="../media/image308.png"/><Relationship Id="rId158" Type="http://schemas.openxmlformats.org/officeDocument/2006/relationships/customXml" Target="../ink/ink319.xml"/><Relationship Id="rId20" Type="http://schemas.openxmlformats.org/officeDocument/2006/relationships/customXml" Target="../ink/ink250.xml"/><Relationship Id="rId41" Type="http://schemas.openxmlformats.org/officeDocument/2006/relationships/image" Target="../media/image260.png"/><Relationship Id="rId62" Type="http://schemas.openxmlformats.org/officeDocument/2006/relationships/customXml" Target="../ink/ink271.xml"/><Relationship Id="rId83" Type="http://schemas.openxmlformats.org/officeDocument/2006/relationships/image" Target="../media/image281.png"/><Relationship Id="rId179" Type="http://schemas.openxmlformats.org/officeDocument/2006/relationships/image" Target="../media/image329.png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17.png"/><Relationship Id="rId299" Type="http://schemas.openxmlformats.org/officeDocument/2006/relationships/image" Target="../media/image507.png"/><Relationship Id="rId21" Type="http://schemas.openxmlformats.org/officeDocument/2006/relationships/image" Target="../media/image369.png"/><Relationship Id="rId63" Type="http://schemas.openxmlformats.org/officeDocument/2006/relationships/image" Target="../media/image390.png"/><Relationship Id="rId159" Type="http://schemas.openxmlformats.org/officeDocument/2006/relationships/image" Target="../media/image438.png"/><Relationship Id="rId324" Type="http://schemas.openxmlformats.org/officeDocument/2006/relationships/customXml" Target="../ink/ink522.xml"/><Relationship Id="rId366" Type="http://schemas.openxmlformats.org/officeDocument/2006/relationships/customXml" Target="../ink/ink543.xml"/><Relationship Id="rId170" Type="http://schemas.openxmlformats.org/officeDocument/2006/relationships/customXml" Target="../ink/ink445.xml"/><Relationship Id="rId226" Type="http://schemas.openxmlformats.org/officeDocument/2006/relationships/customXml" Target="../ink/ink473.xml"/><Relationship Id="rId268" Type="http://schemas.openxmlformats.org/officeDocument/2006/relationships/customXml" Target="../ink/ink494.xml"/><Relationship Id="rId32" Type="http://schemas.openxmlformats.org/officeDocument/2006/relationships/customXml" Target="../ink/ink376.xml"/><Relationship Id="rId74" Type="http://schemas.openxmlformats.org/officeDocument/2006/relationships/customXml" Target="../ink/ink397.xml"/><Relationship Id="rId128" Type="http://schemas.openxmlformats.org/officeDocument/2006/relationships/customXml" Target="../ink/ink424.xml"/><Relationship Id="rId335" Type="http://schemas.openxmlformats.org/officeDocument/2006/relationships/image" Target="../media/image525.png"/><Relationship Id="rId377" Type="http://schemas.openxmlformats.org/officeDocument/2006/relationships/image" Target="../media/image546.png"/><Relationship Id="rId5" Type="http://schemas.openxmlformats.org/officeDocument/2006/relationships/image" Target="../media/image361.png"/><Relationship Id="rId181" Type="http://schemas.openxmlformats.org/officeDocument/2006/relationships/image" Target="../media/image449.png"/><Relationship Id="rId237" Type="http://schemas.openxmlformats.org/officeDocument/2006/relationships/image" Target="../media/image476.png"/><Relationship Id="rId402" Type="http://schemas.openxmlformats.org/officeDocument/2006/relationships/customXml" Target="../ink/ink561.xml"/><Relationship Id="rId279" Type="http://schemas.openxmlformats.org/officeDocument/2006/relationships/image" Target="../media/image497.png"/><Relationship Id="rId43" Type="http://schemas.openxmlformats.org/officeDocument/2006/relationships/image" Target="../media/image380.png"/><Relationship Id="rId139" Type="http://schemas.openxmlformats.org/officeDocument/2006/relationships/image" Target="../media/image428.png"/><Relationship Id="rId290" Type="http://schemas.openxmlformats.org/officeDocument/2006/relationships/customXml" Target="../ink/ink505.xml"/><Relationship Id="rId304" Type="http://schemas.openxmlformats.org/officeDocument/2006/relationships/customXml" Target="../ink/ink512.xml"/><Relationship Id="rId346" Type="http://schemas.openxmlformats.org/officeDocument/2006/relationships/customXml" Target="../ink/ink533.xml"/><Relationship Id="rId388" Type="http://schemas.openxmlformats.org/officeDocument/2006/relationships/customXml" Target="../ink/ink554.xml"/><Relationship Id="rId85" Type="http://schemas.openxmlformats.org/officeDocument/2006/relationships/image" Target="../media/image401.png"/><Relationship Id="rId150" Type="http://schemas.openxmlformats.org/officeDocument/2006/relationships/customXml" Target="../ink/ink435.xml"/><Relationship Id="rId192" Type="http://schemas.openxmlformats.org/officeDocument/2006/relationships/customXml" Target="../ink/ink456.xml"/><Relationship Id="rId206" Type="http://schemas.openxmlformats.org/officeDocument/2006/relationships/customXml" Target="../ink/ink463.xml"/><Relationship Id="rId248" Type="http://schemas.openxmlformats.org/officeDocument/2006/relationships/customXml" Target="../ink/ink484.xml"/><Relationship Id="rId12" Type="http://schemas.openxmlformats.org/officeDocument/2006/relationships/customXml" Target="../ink/ink366.xml"/><Relationship Id="rId108" Type="http://schemas.openxmlformats.org/officeDocument/2006/relationships/customXml" Target="../ink/ink414.xml"/><Relationship Id="rId315" Type="http://schemas.openxmlformats.org/officeDocument/2006/relationships/image" Target="../media/image515.png"/><Relationship Id="rId357" Type="http://schemas.openxmlformats.org/officeDocument/2006/relationships/image" Target="../media/image536.png"/><Relationship Id="rId54" Type="http://schemas.openxmlformats.org/officeDocument/2006/relationships/customXml" Target="../ink/ink387.xml"/><Relationship Id="rId96" Type="http://schemas.openxmlformats.org/officeDocument/2006/relationships/customXml" Target="../ink/ink408.xml"/><Relationship Id="rId161" Type="http://schemas.openxmlformats.org/officeDocument/2006/relationships/image" Target="../media/image439.png"/><Relationship Id="rId217" Type="http://schemas.openxmlformats.org/officeDocument/2006/relationships/image" Target="../media/image467.png"/><Relationship Id="rId399" Type="http://schemas.openxmlformats.org/officeDocument/2006/relationships/image" Target="../media/image557.png"/><Relationship Id="rId259" Type="http://schemas.openxmlformats.org/officeDocument/2006/relationships/image" Target="../media/image487.png"/><Relationship Id="rId23" Type="http://schemas.openxmlformats.org/officeDocument/2006/relationships/image" Target="../media/image370.png"/><Relationship Id="rId119" Type="http://schemas.openxmlformats.org/officeDocument/2006/relationships/image" Target="../media/image418.png"/><Relationship Id="rId270" Type="http://schemas.openxmlformats.org/officeDocument/2006/relationships/customXml" Target="../ink/ink495.xml"/><Relationship Id="rId326" Type="http://schemas.openxmlformats.org/officeDocument/2006/relationships/customXml" Target="../ink/ink523.xml"/><Relationship Id="rId65" Type="http://schemas.openxmlformats.org/officeDocument/2006/relationships/image" Target="../media/image391.png"/><Relationship Id="rId130" Type="http://schemas.openxmlformats.org/officeDocument/2006/relationships/customXml" Target="../ink/ink425.xml"/><Relationship Id="rId368" Type="http://schemas.openxmlformats.org/officeDocument/2006/relationships/customXml" Target="../ink/ink544.xml"/><Relationship Id="rId172" Type="http://schemas.openxmlformats.org/officeDocument/2006/relationships/customXml" Target="../ink/ink446.xml"/><Relationship Id="rId228" Type="http://schemas.openxmlformats.org/officeDocument/2006/relationships/customXml" Target="../ink/ink474.xml"/><Relationship Id="rId281" Type="http://schemas.openxmlformats.org/officeDocument/2006/relationships/image" Target="../media/image498.png"/><Relationship Id="rId337" Type="http://schemas.openxmlformats.org/officeDocument/2006/relationships/image" Target="../media/image526.png"/><Relationship Id="rId34" Type="http://schemas.openxmlformats.org/officeDocument/2006/relationships/customXml" Target="../ink/ink377.xml"/><Relationship Id="rId76" Type="http://schemas.openxmlformats.org/officeDocument/2006/relationships/customXml" Target="../ink/ink398.xml"/><Relationship Id="rId141" Type="http://schemas.openxmlformats.org/officeDocument/2006/relationships/image" Target="../media/image429.png"/><Relationship Id="rId379" Type="http://schemas.openxmlformats.org/officeDocument/2006/relationships/image" Target="../media/image547.png"/><Relationship Id="rId7" Type="http://schemas.openxmlformats.org/officeDocument/2006/relationships/image" Target="../media/image362.png"/><Relationship Id="rId183" Type="http://schemas.openxmlformats.org/officeDocument/2006/relationships/image" Target="../media/image450.png"/><Relationship Id="rId239" Type="http://schemas.openxmlformats.org/officeDocument/2006/relationships/image" Target="../media/image477.png"/><Relationship Id="rId390" Type="http://schemas.openxmlformats.org/officeDocument/2006/relationships/customXml" Target="../ink/ink555.xml"/><Relationship Id="rId404" Type="http://schemas.openxmlformats.org/officeDocument/2006/relationships/customXml" Target="../ink/ink562.xml"/><Relationship Id="rId250" Type="http://schemas.openxmlformats.org/officeDocument/2006/relationships/customXml" Target="../ink/ink485.xml"/><Relationship Id="rId292" Type="http://schemas.openxmlformats.org/officeDocument/2006/relationships/customXml" Target="../ink/ink506.xml"/><Relationship Id="rId306" Type="http://schemas.openxmlformats.org/officeDocument/2006/relationships/customXml" Target="../ink/ink513.xml"/><Relationship Id="rId45" Type="http://schemas.openxmlformats.org/officeDocument/2006/relationships/image" Target="../media/image381.png"/><Relationship Id="rId87" Type="http://schemas.openxmlformats.org/officeDocument/2006/relationships/image" Target="../media/image402.png"/><Relationship Id="rId110" Type="http://schemas.openxmlformats.org/officeDocument/2006/relationships/customXml" Target="../ink/ink415.xml"/><Relationship Id="rId348" Type="http://schemas.openxmlformats.org/officeDocument/2006/relationships/customXml" Target="../ink/ink534.xml"/><Relationship Id="rId152" Type="http://schemas.openxmlformats.org/officeDocument/2006/relationships/customXml" Target="../ink/ink436.xml"/><Relationship Id="rId194" Type="http://schemas.openxmlformats.org/officeDocument/2006/relationships/customXml" Target="../ink/ink457.xml"/><Relationship Id="rId208" Type="http://schemas.openxmlformats.org/officeDocument/2006/relationships/customXml" Target="../ink/ink464.xml"/><Relationship Id="rId261" Type="http://schemas.openxmlformats.org/officeDocument/2006/relationships/image" Target="../media/image488.png"/><Relationship Id="rId14" Type="http://schemas.openxmlformats.org/officeDocument/2006/relationships/customXml" Target="../ink/ink367.xml"/><Relationship Id="rId56" Type="http://schemas.openxmlformats.org/officeDocument/2006/relationships/customXml" Target="../ink/ink388.xml"/><Relationship Id="rId317" Type="http://schemas.openxmlformats.org/officeDocument/2006/relationships/image" Target="../media/image516.png"/><Relationship Id="rId359" Type="http://schemas.openxmlformats.org/officeDocument/2006/relationships/image" Target="../media/image537.png"/><Relationship Id="rId98" Type="http://schemas.openxmlformats.org/officeDocument/2006/relationships/customXml" Target="../ink/ink409.xml"/><Relationship Id="rId121" Type="http://schemas.openxmlformats.org/officeDocument/2006/relationships/image" Target="../media/image419.png"/><Relationship Id="rId163" Type="http://schemas.openxmlformats.org/officeDocument/2006/relationships/image" Target="../media/image440.png"/><Relationship Id="rId219" Type="http://schemas.openxmlformats.org/officeDocument/2006/relationships/image" Target="../media/image468.png"/><Relationship Id="rId370" Type="http://schemas.openxmlformats.org/officeDocument/2006/relationships/customXml" Target="../ink/ink545.xml"/><Relationship Id="rId230" Type="http://schemas.openxmlformats.org/officeDocument/2006/relationships/customXml" Target="../ink/ink475.xml"/><Relationship Id="rId25" Type="http://schemas.openxmlformats.org/officeDocument/2006/relationships/image" Target="../media/image371.png"/><Relationship Id="rId67" Type="http://schemas.openxmlformats.org/officeDocument/2006/relationships/image" Target="../media/image392.png"/><Relationship Id="rId272" Type="http://schemas.openxmlformats.org/officeDocument/2006/relationships/customXml" Target="../ink/ink496.xml"/><Relationship Id="rId328" Type="http://schemas.openxmlformats.org/officeDocument/2006/relationships/customXml" Target="../ink/ink524.xml"/><Relationship Id="rId132" Type="http://schemas.openxmlformats.org/officeDocument/2006/relationships/customXml" Target="../ink/ink426.xml"/><Relationship Id="rId174" Type="http://schemas.openxmlformats.org/officeDocument/2006/relationships/customXml" Target="../ink/ink447.xml"/><Relationship Id="rId381" Type="http://schemas.openxmlformats.org/officeDocument/2006/relationships/image" Target="../media/image548.png"/><Relationship Id="rId241" Type="http://schemas.openxmlformats.org/officeDocument/2006/relationships/image" Target="../media/image478.png"/><Relationship Id="rId36" Type="http://schemas.openxmlformats.org/officeDocument/2006/relationships/customXml" Target="../ink/ink378.xml"/><Relationship Id="rId283" Type="http://schemas.openxmlformats.org/officeDocument/2006/relationships/image" Target="../media/image499.png"/><Relationship Id="rId339" Type="http://schemas.openxmlformats.org/officeDocument/2006/relationships/image" Target="../media/image527.png"/><Relationship Id="rId78" Type="http://schemas.openxmlformats.org/officeDocument/2006/relationships/customXml" Target="../ink/ink399.xml"/><Relationship Id="rId101" Type="http://schemas.openxmlformats.org/officeDocument/2006/relationships/image" Target="../media/image409.png"/><Relationship Id="rId143" Type="http://schemas.openxmlformats.org/officeDocument/2006/relationships/image" Target="../media/image430.png"/><Relationship Id="rId185" Type="http://schemas.openxmlformats.org/officeDocument/2006/relationships/image" Target="../media/image451.png"/><Relationship Id="rId350" Type="http://schemas.openxmlformats.org/officeDocument/2006/relationships/customXml" Target="../ink/ink535.xml"/><Relationship Id="rId406" Type="http://schemas.openxmlformats.org/officeDocument/2006/relationships/customXml" Target="../ink/ink563.xml"/><Relationship Id="rId9" Type="http://schemas.openxmlformats.org/officeDocument/2006/relationships/image" Target="../media/image363.png"/><Relationship Id="rId210" Type="http://schemas.openxmlformats.org/officeDocument/2006/relationships/customXml" Target="../ink/ink465.xml"/><Relationship Id="rId392" Type="http://schemas.openxmlformats.org/officeDocument/2006/relationships/customXml" Target="../ink/ink556.xml"/><Relationship Id="rId252" Type="http://schemas.openxmlformats.org/officeDocument/2006/relationships/customXml" Target="../ink/ink486.xml"/><Relationship Id="rId294" Type="http://schemas.openxmlformats.org/officeDocument/2006/relationships/customXml" Target="../ink/ink507.xml"/><Relationship Id="rId308" Type="http://schemas.openxmlformats.org/officeDocument/2006/relationships/customXml" Target="../ink/ink514.xml"/><Relationship Id="rId47" Type="http://schemas.openxmlformats.org/officeDocument/2006/relationships/image" Target="../media/image382.png"/><Relationship Id="rId89" Type="http://schemas.openxmlformats.org/officeDocument/2006/relationships/image" Target="../media/image403.png"/><Relationship Id="rId112" Type="http://schemas.openxmlformats.org/officeDocument/2006/relationships/customXml" Target="../ink/ink416.xml"/><Relationship Id="rId154" Type="http://schemas.openxmlformats.org/officeDocument/2006/relationships/customXml" Target="../ink/ink437.xml"/><Relationship Id="rId361" Type="http://schemas.openxmlformats.org/officeDocument/2006/relationships/image" Target="../media/image538.png"/><Relationship Id="rId196" Type="http://schemas.openxmlformats.org/officeDocument/2006/relationships/customXml" Target="../ink/ink458.xml"/><Relationship Id="rId16" Type="http://schemas.openxmlformats.org/officeDocument/2006/relationships/customXml" Target="../ink/ink368.xml"/><Relationship Id="rId221" Type="http://schemas.openxmlformats.org/officeDocument/2006/relationships/image" Target="../media/image469.png"/><Relationship Id="rId263" Type="http://schemas.openxmlformats.org/officeDocument/2006/relationships/image" Target="../media/image489.png"/><Relationship Id="rId319" Type="http://schemas.openxmlformats.org/officeDocument/2006/relationships/image" Target="../media/image517.png"/><Relationship Id="rId58" Type="http://schemas.openxmlformats.org/officeDocument/2006/relationships/customXml" Target="../ink/ink389.xml"/><Relationship Id="rId123" Type="http://schemas.openxmlformats.org/officeDocument/2006/relationships/image" Target="../media/image420.png"/><Relationship Id="rId330" Type="http://schemas.openxmlformats.org/officeDocument/2006/relationships/customXml" Target="../ink/ink525.xml"/><Relationship Id="rId165" Type="http://schemas.openxmlformats.org/officeDocument/2006/relationships/image" Target="../media/image441.png"/><Relationship Id="rId372" Type="http://schemas.openxmlformats.org/officeDocument/2006/relationships/customXml" Target="../ink/ink546.xml"/><Relationship Id="rId232" Type="http://schemas.openxmlformats.org/officeDocument/2006/relationships/customXml" Target="../ink/ink476.xml"/><Relationship Id="rId274" Type="http://schemas.openxmlformats.org/officeDocument/2006/relationships/customXml" Target="../ink/ink497.xml"/><Relationship Id="rId27" Type="http://schemas.openxmlformats.org/officeDocument/2006/relationships/image" Target="../media/image372.png"/><Relationship Id="rId48" Type="http://schemas.openxmlformats.org/officeDocument/2006/relationships/customXml" Target="../ink/ink384.xml"/><Relationship Id="rId69" Type="http://schemas.openxmlformats.org/officeDocument/2006/relationships/image" Target="../media/image393.png"/><Relationship Id="rId113" Type="http://schemas.openxmlformats.org/officeDocument/2006/relationships/image" Target="../media/image415.png"/><Relationship Id="rId134" Type="http://schemas.openxmlformats.org/officeDocument/2006/relationships/customXml" Target="../ink/ink427.xml"/><Relationship Id="rId320" Type="http://schemas.openxmlformats.org/officeDocument/2006/relationships/customXml" Target="../ink/ink520.xml"/><Relationship Id="rId80" Type="http://schemas.openxmlformats.org/officeDocument/2006/relationships/customXml" Target="../ink/ink400.xml"/><Relationship Id="rId155" Type="http://schemas.openxmlformats.org/officeDocument/2006/relationships/image" Target="../media/image436.png"/><Relationship Id="rId176" Type="http://schemas.openxmlformats.org/officeDocument/2006/relationships/customXml" Target="../ink/ink448.xml"/><Relationship Id="rId197" Type="http://schemas.openxmlformats.org/officeDocument/2006/relationships/image" Target="../media/image457.png"/><Relationship Id="rId341" Type="http://schemas.openxmlformats.org/officeDocument/2006/relationships/image" Target="../media/image528.png"/><Relationship Id="rId362" Type="http://schemas.openxmlformats.org/officeDocument/2006/relationships/customXml" Target="../ink/ink541.xml"/><Relationship Id="rId383" Type="http://schemas.openxmlformats.org/officeDocument/2006/relationships/image" Target="../media/image549.png"/><Relationship Id="rId201" Type="http://schemas.openxmlformats.org/officeDocument/2006/relationships/image" Target="../media/image459.png"/><Relationship Id="rId222" Type="http://schemas.openxmlformats.org/officeDocument/2006/relationships/customXml" Target="../ink/ink471.xml"/><Relationship Id="rId243" Type="http://schemas.openxmlformats.org/officeDocument/2006/relationships/image" Target="../media/image479.png"/><Relationship Id="rId264" Type="http://schemas.openxmlformats.org/officeDocument/2006/relationships/customXml" Target="../ink/ink492.xml"/><Relationship Id="rId285" Type="http://schemas.openxmlformats.org/officeDocument/2006/relationships/image" Target="../media/image500.png"/><Relationship Id="rId17" Type="http://schemas.openxmlformats.org/officeDocument/2006/relationships/image" Target="../media/image367.png"/><Relationship Id="rId38" Type="http://schemas.openxmlformats.org/officeDocument/2006/relationships/customXml" Target="../ink/ink379.xml"/><Relationship Id="rId59" Type="http://schemas.openxmlformats.org/officeDocument/2006/relationships/image" Target="../media/image388.png"/><Relationship Id="rId103" Type="http://schemas.openxmlformats.org/officeDocument/2006/relationships/image" Target="../media/image410.png"/><Relationship Id="rId124" Type="http://schemas.openxmlformats.org/officeDocument/2006/relationships/customXml" Target="../ink/ink422.xml"/><Relationship Id="rId310" Type="http://schemas.openxmlformats.org/officeDocument/2006/relationships/customXml" Target="../ink/ink515.xml"/><Relationship Id="rId70" Type="http://schemas.openxmlformats.org/officeDocument/2006/relationships/customXml" Target="../ink/ink395.xml"/><Relationship Id="rId91" Type="http://schemas.openxmlformats.org/officeDocument/2006/relationships/image" Target="../media/image404.png"/><Relationship Id="rId145" Type="http://schemas.openxmlformats.org/officeDocument/2006/relationships/image" Target="../media/image431.png"/><Relationship Id="rId166" Type="http://schemas.openxmlformats.org/officeDocument/2006/relationships/customXml" Target="../ink/ink443.xml"/><Relationship Id="rId187" Type="http://schemas.openxmlformats.org/officeDocument/2006/relationships/image" Target="../media/image452.png"/><Relationship Id="rId331" Type="http://schemas.openxmlformats.org/officeDocument/2006/relationships/image" Target="../media/image523.png"/><Relationship Id="rId352" Type="http://schemas.openxmlformats.org/officeDocument/2006/relationships/customXml" Target="../ink/ink536.xml"/><Relationship Id="rId373" Type="http://schemas.openxmlformats.org/officeDocument/2006/relationships/image" Target="../media/image544.png"/><Relationship Id="rId394" Type="http://schemas.openxmlformats.org/officeDocument/2006/relationships/customXml" Target="../ink/ink557.xml"/><Relationship Id="rId408" Type="http://schemas.openxmlformats.org/officeDocument/2006/relationships/customXml" Target="../ink/ink564.xml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466.xml"/><Relationship Id="rId233" Type="http://schemas.openxmlformats.org/officeDocument/2006/relationships/image" Target="../media/image474.png"/><Relationship Id="rId254" Type="http://schemas.openxmlformats.org/officeDocument/2006/relationships/customXml" Target="../ink/ink487.xml"/><Relationship Id="rId28" Type="http://schemas.openxmlformats.org/officeDocument/2006/relationships/customXml" Target="../ink/ink374.xml"/><Relationship Id="rId49" Type="http://schemas.openxmlformats.org/officeDocument/2006/relationships/image" Target="../media/image383.png"/><Relationship Id="rId114" Type="http://schemas.openxmlformats.org/officeDocument/2006/relationships/customXml" Target="../ink/ink417.xml"/><Relationship Id="rId275" Type="http://schemas.openxmlformats.org/officeDocument/2006/relationships/image" Target="../media/image495.png"/><Relationship Id="rId296" Type="http://schemas.openxmlformats.org/officeDocument/2006/relationships/customXml" Target="../ink/ink508.xml"/><Relationship Id="rId300" Type="http://schemas.openxmlformats.org/officeDocument/2006/relationships/customXml" Target="../ink/ink510.xml"/><Relationship Id="rId60" Type="http://schemas.openxmlformats.org/officeDocument/2006/relationships/customXml" Target="../ink/ink390.xml"/><Relationship Id="rId81" Type="http://schemas.openxmlformats.org/officeDocument/2006/relationships/image" Target="../media/image399.png"/><Relationship Id="rId135" Type="http://schemas.openxmlformats.org/officeDocument/2006/relationships/image" Target="../media/image426.png"/><Relationship Id="rId156" Type="http://schemas.openxmlformats.org/officeDocument/2006/relationships/customXml" Target="../ink/ink438.xml"/><Relationship Id="rId177" Type="http://schemas.openxmlformats.org/officeDocument/2006/relationships/image" Target="../media/image447.png"/><Relationship Id="rId198" Type="http://schemas.openxmlformats.org/officeDocument/2006/relationships/customXml" Target="../ink/ink459.xml"/><Relationship Id="rId321" Type="http://schemas.openxmlformats.org/officeDocument/2006/relationships/image" Target="../media/image518.png"/><Relationship Id="rId342" Type="http://schemas.openxmlformats.org/officeDocument/2006/relationships/customXml" Target="../ink/ink531.xml"/><Relationship Id="rId363" Type="http://schemas.openxmlformats.org/officeDocument/2006/relationships/image" Target="../media/image539.png"/><Relationship Id="rId384" Type="http://schemas.openxmlformats.org/officeDocument/2006/relationships/customXml" Target="../ink/ink552.xml"/><Relationship Id="rId202" Type="http://schemas.openxmlformats.org/officeDocument/2006/relationships/customXml" Target="../ink/ink461.xml"/><Relationship Id="rId223" Type="http://schemas.openxmlformats.org/officeDocument/2006/relationships/image" Target="../media/image470.png"/><Relationship Id="rId244" Type="http://schemas.openxmlformats.org/officeDocument/2006/relationships/customXml" Target="../ink/ink482.xml"/><Relationship Id="rId18" Type="http://schemas.openxmlformats.org/officeDocument/2006/relationships/customXml" Target="../ink/ink369.xml"/><Relationship Id="rId39" Type="http://schemas.openxmlformats.org/officeDocument/2006/relationships/image" Target="../media/image378.png"/><Relationship Id="rId265" Type="http://schemas.openxmlformats.org/officeDocument/2006/relationships/image" Target="../media/image490.png"/><Relationship Id="rId286" Type="http://schemas.openxmlformats.org/officeDocument/2006/relationships/customXml" Target="../ink/ink503.xml"/><Relationship Id="rId50" Type="http://schemas.openxmlformats.org/officeDocument/2006/relationships/customXml" Target="../ink/ink385.xml"/><Relationship Id="rId104" Type="http://schemas.openxmlformats.org/officeDocument/2006/relationships/customXml" Target="../ink/ink412.xml"/><Relationship Id="rId125" Type="http://schemas.openxmlformats.org/officeDocument/2006/relationships/image" Target="../media/image421.png"/><Relationship Id="rId146" Type="http://schemas.openxmlformats.org/officeDocument/2006/relationships/customXml" Target="../ink/ink433.xml"/><Relationship Id="rId167" Type="http://schemas.openxmlformats.org/officeDocument/2006/relationships/image" Target="../media/image442.png"/><Relationship Id="rId188" Type="http://schemas.openxmlformats.org/officeDocument/2006/relationships/customXml" Target="../ink/ink454.xml"/><Relationship Id="rId311" Type="http://schemas.openxmlformats.org/officeDocument/2006/relationships/image" Target="../media/image513.png"/><Relationship Id="rId332" Type="http://schemas.openxmlformats.org/officeDocument/2006/relationships/customXml" Target="../ink/ink526.xml"/><Relationship Id="rId353" Type="http://schemas.openxmlformats.org/officeDocument/2006/relationships/image" Target="../media/image534.png"/><Relationship Id="rId374" Type="http://schemas.openxmlformats.org/officeDocument/2006/relationships/customXml" Target="../ink/ink547.xml"/><Relationship Id="rId395" Type="http://schemas.openxmlformats.org/officeDocument/2006/relationships/image" Target="../media/image555.png"/><Relationship Id="rId409" Type="http://schemas.openxmlformats.org/officeDocument/2006/relationships/image" Target="../media/image562.png"/><Relationship Id="rId71" Type="http://schemas.openxmlformats.org/officeDocument/2006/relationships/image" Target="../media/image394.png"/><Relationship Id="rId92" Type="http://schemas.openxmlformats.org/officeDocument/2006/relationships/customXml" Target="../ink/ink406.xml"/><Relationship Id="rId213" Type="http://schemas.openxmlformats.org/officeDocument/2006/relationships/image" Target="../media/image465.png"/><Relationship Id="rId234" Type="http://schemas.openxmlformats.org/officeDocument/2006/relationships/customXml" Target="../ink/ink477.xml"/><Relationship Id="rId2" Type="http://schemas.openxmlformats.org/officeDocument/2006/relationships/customXml" Target="../ink/ink361.xml"/><Relationship Id="rId29" Type="http://schemas.openxmlformats.org/officeDocument/2006/relationships/image" Target="../media/image373.png"/><Relationship Id="rId255" Type="http://schemas.openxmlformats.org/officeDocument/2006/relationships/image" Target="../media/image485.png"/><Relationship Id="rId276" Type="http://schemas.openxmlformats.org/officeDocument/2006/relationships/customXml" Target="../ink/ink498.xml"/><Relationship Id="rId297" Type="http://schemas.openxmlformats.org/officeDocument/2006/relationships/image" Target="../media/image506.png"/><Relationship Id="rId40" Type="http://schemas.openxmlformats.org/officeDocument/2006/relationships/customXml" Target="../ink/ink380.xml"/><Relationship Id="rId115" Type="http://schemas.openxmlformats.org/officeDocument/2006/relationships/image" Target="../media/image416.png"/><Relationship Id="rId136" Type="http://schemas.openxmlformats.org/officeDocument/2006/relationships/customXml" Target="../ink/ink428.xml"/><Relationship Id="rId157" Type="http://schemas.openxmlformats.org/officeDocument/2006/relationships/image" Target="../media/image437.png"/><Relationship Id="rId178" Type="http://schemas.openxmlformats.org/officeDocument/2006/relationships/customXml" Target="../ink/ink449.xml"/><Relationship Id="rId301" Type="http://schemas.openxmlformats.org/officeDocument/2006/relationships/image" Target="../media/image508.png"/><Relationship Id="rId322" Type="http://schemas.openxmlformats.org/officeDocument/2006/relationships/customXml" Target="../ink/ink521.xml"/><Relationship Id="rId343" Type="http://schemas.openxmlformats.org/officeDocument/2006/relationships/image" Target="../media/image529.png"/><Relationship Id="rId364" Type="http://schemas.openxmlformats.org/officeDocument/2006/relationships/customXml" Target="../ink/ink542.xml"/><Relationship Id="rId61" Type="http://schemas.openxmlformats.org/officeDocument/2006/relationships/image" Target="../media/image389.png"/><Relationship Id="rId82" Type="http://schemas.openxmlformats.org/officeDocument/2006/relationships/customXml" Target="../ink/ink401.xml"/><Relationship Id="rId199" Type="http://schemas.openxmlformats.org/officeDocument/2006/relationships/image" Target="../media/image458.png"/><Relationship Id="rId203" Type="http://schemas.openxmlformats.org/officeDocument/2006/relationships/image" Target="../media/image460.png"/><Relationship Id="rId385" Type="http://schemas.openxmlformats.org/officeDocument/2006/relationships/image" Target="../media/image550.png"/><Relationship Id="rId19" Type="http://schemas.openxmlformats.org/officeDocument/2006/relationships/image" Target="../media/image368.png"/><Relationship Id="rId224" Type="http://schemas.openxmlformats.org/officeDocument/2006/relationships/customXml" Target="../ink/ink472.xml"/><Relationship Id="rId245" Type="http://schemas.openxmlformats.org/officeDocument/2006/relationships/image" Target="../media/image480.png"/><Relationship Id="rId266" Type="http://schemas.openxmlformats.org/officeDocument/2006/relationships/customXml" Target="../ink/ink493.xml"/><Relationship Id="rId287" Type="http://schemas.openxmlformats.org/officeDocument/2006/relationships/image" Target="../media/image501.png"/><Relationship Id="rId410" Type="http://schemas.openxmlformats.org/officeDocument/2006/relationships/customXml" Target="../ink/ink565.xml"/><Relationship Id="rId30" Type="http://schemas.openxmlformats.org/officeDocument/2006/relationships/customXml" Target="../ink/ink375.xml"/><Relationship Id="rId105" Type="http://schemas.openxmlformats.org/officeDocument/2006/relationships/image" Target="../media/image411.png"/><Relationship Id="rId126" Type="http://schemas.openxmlformats.org/officeDocument/2006/relationships/customXml" Target="../ink/ink423.xml"/><Relationship Id="rId147" Type="http://schemas.openxmlformats.org/officeDocument/2006/relationships/image" Target="../media/image432.png"/><Relationship Id="rId168" Type="http://schemas.openxmlformats.org/officeDocument/2006/relationships/customXml" Target="../ink/ink444.xml"/><Relationship Id="rId312" Type="http://schemas.openxmlformats.org/officeDocument/2006/relationships/customXml" Target="../ink/ink516.xml"/><Relationship Id="rId333" Type="http://schemas.openxmlformats.org/officeDocument/2006/relationships/image" Target="../media/image524.png"/><Relationship Id="rId354" Type="http://schemas.openxmlformats.org/officeDocument/2006/relationships/customXml" Target="../ink/ink537.xml"/><Relationship Id="rId51" Type="http://schemas.openxmlformats.org/officeDocument/2006/relationships/image" Target="../media/image384.png"/><Relationship Id="rId72" Type="http://schemas.openxmlformats.org/officeDocument/2006/relationships/customXml" Target="../ink/ink396.xml"/><Relationship Id="rId93" Type="http://schemas.openxmlformats.org/officeDocument/2006/relationships/image" Target="../media/image405.png"/><Relationship Id="rId189" Type="http://schemas.openxmlformats.org/officeDocument/2006/relationships/image" Target="../media/image453.png"/><Relationship Id="rId375" Type="http://schemas.openxmlformats.org/officeDocument/2006/relationships/image" Target="../media/image545.png"/><Relationship Id="rId396" Type="http://schemas.openxmlformats.org/officeDocument/2006/relationships/customXml" Target="../ink/ink558.xml"/><Relationship Id="rId3" Type="http://schemas.openxmlformats.org/officeDocument/2006/relationships/image" Target="../media/image360.png"/><Relationship Id="rId214" Type="http://schemas.openxmlformats.org/officeDocument/2006/relationships/customXml" Target="../ink/ink467.xml"/><Relationship Id="rId235" Type="http://schemas.openxmlformats.org/officeDocument/2006/relationships/image" Target="../media/image475.png"/><Relationship Id="rId256" Type="http://schemas.openxmlformats.org/officeDocument/2006/relationships/customXml" Target="../ink/ink488.xml"/><Relationship Id="rId277" Type="http://schemas.openxmlformats.org/officeDocument/2006/relationships/image" Target="../media/image496.png"/><Relationship Id="rId298" Type="http://schemas.openxmlformats.org/officeDocument/2006/relationships/customXml" Target="../ink/ink509.xml"/><Relationship Id="rId400" Type="http://schemas.openxmlformats.org/officeDocument/2006/relationships/customXml" Target="../ink/ink560.xml"/><Relationship Id="rId116" Type="http://schemas.openxmlformats.org/officeDocument/2006/relationships/customXml" Target="../ink/ink418.xml"/><Relationship Id="rId137" Type="http://schemas.openxmlformats.org/officeDocument/2006/relationships/image" Target="../media/image427.png"/><Relationship Id="rId158" Type="http://schemas.openxmlformats.org/officeDocument/2006/relationships/customXml" Target="../ink/ink439.xml"/><Relationship Id="rId302" Type="http://schemas.openxmlformats.org/officeDocument/2006/relationships/customXml" Target="../ink/ink511.xml"/><Relationship Id="rId323" Type="http://schemas.openxmlformats.org/officeDocument/2006/relationships/image" Target="../media/image519.png"/><Relationship Id="rId344" Type="http://schemas.openxmlformats.org/officeDocument/2006/relationships/customXml" Target="../ink/ink532.xml"/><Relationship Id="rId20" Type="http://schemas.openxmlformats.org/officeDocument/2006/relationships/customXml" Target="../ink/ink370.xml"/><Relationship Id="rId41" Type="http://schemas.openxmlformats.org/officeDocument/2006/relationships/image" Target="../media/image379.png"/><Relationship Id="rId62" Type="http://schemas.openxmlformats.org/officeDocument/2006/relationships/customXml" Target="../ink/ink391.xml"/><Relationship Id="rId83" Type="http://schemas.openxmlformats.org/officeDocument/2006/relationships/image" Target="../media/image400.png"/><Relationship Id="rId179" Type="http://schemas.openxmlformats.org/officeDocument/2006/relationships/image" Target="../media/image448.png"/><Relationship Id="rId365" Type="http://schemas.openxmlformats.org/officeDocument/2006/relationships/image" Target="../media/image540.png"/><Relationship Id="rId386" Type="http://schemas.openxmlformats.org/officeDocument/2006/relationships/customXml" Target="../ink/ink553.xml"/><Relationship Id="rId190" Type="http://schemas.openxmlformats.org/officeDocument/2006/relationships/customXml" Target="../ink/ink455.xml"/><Relationship Id="rId204" Type="http://schemas.openxmlformats.org/officeDocument/2006/relationships/customXml" Target="../ink/ink462.xml"/><Relationship Id="rId225" Type="http://schemas.openxmlformats.org/officeDocument/2006/relationships/image" Target="../media/image471.png"/><Relationship Id="rId246" Type="http://schemas.openxmlformats.org/officeDocument/2006/relationships/customXml" Target="../ink/ink483.xml"/><Relationship Id="rId267" Type="http://schemas.openxmlformats.org/officeDocument/2006/relationships/image" Target="../media/image491.png"/><Relationship Id="rId288" Type="http://schemas.openxmlformats.org/officeDocument/2006/relationships/customXml" Target="../ink/ink504.xml"/><Relationship Id="rId411" Type="http://schemas.openxmlformats.org/officeDocument/2006/relationships/image" Target="../media/image563.png"/><Relationship Id="rId106" Type="http://schemas.openxmlformats.org/officeDocument/2006/relationships/customXml" Target="../ink/ink413.xml"/><Relationship Id="rId127" Type="http://schemas.openxmlformats.org/officeDocument/2006/relationships/image" Target="../media/image422.png"/><Relationship Id="rId313" Type="http://schemas.openxmlformats.org/officeDocument/2006/relationships/image" Target="../media/image514.png"/><Relationship Id="rId10" Type="http://schemas.openxmlformats.org/officeDocument/2006/relationships/customXml" Target="../ink/ink365.xml"/><Relationship Id="rId31" Type="http://schemas.openxmlformats.org/officeDocument/2006/relationships/image" Target="../media/image374.png"/><Relationship Id="rId52" Type="http://schemas.openxmlformats.org/officeDocument/2006/relationships/customXml" Target="../ink/ink386.xml"/><Relationship Id="rId73" Type="http://schemas.openxmlformats.org/officeDocument/2006/relationships/image" Target="../media/image395.png"/><Relationship Id="rId94" Type="http://schemas.openxmlformats.org/officeDocument/2006/relationships/customXml" Target="../ink/ink407.xml"/><Relationship Id="rId148" Type="http://schemas.openxmlformats.org/officeDocument/2006/relationships/customXml" Target="../ink/ink434.xml"/><Relationship Id="rId169" Type="http://schemas.openxmlformats.org/officeDocument/2006/relationships/image" Target="../media/image443.png"/><Relationship Id="rId334" Type="http://schemas.openxmlformats.org/officeDocument/2006/relationships/customXml" Target="../ink/ink527.xml"/><Relationship Id="rId355" Type="http://schemas.openxmlformats.org/officeDocument/2006/relationships/image" Target="../media/image535.png"/><Relationship Id="rId376" Type="http://schemas.openxmlformats.org/officeDocument/2006/relationships/customXml" Target="../ink/ink548.xml"/><Relationship Id="rId397" Type="http://schemas.openxmlformats.org/officeDocument/2006/relationships/image" Target="../media/image556.png"/><Relationship Id="rId4" Type="http://schemas.openxmlformats.org/officeDocument/2006/relationships/customXml" Target="../ink/ink362.xml"/><Relationship Id="rId180" Type="http://schemas.openxmlformats.org/officeDocument/2006/relationships/customXml" Target="../ink/ink450.xml"/><Relationship Id="rId215" Type="http://schemas.openxmlformats.org/officeDocument/2006/relationships/image" Target="../media/image466.png"/><Relationship Id="rId236" Type="http://schemas.openxmlformats.org/officeDocument/2006/relationships/customXml" Target="../ink/ink478.xml"/><Relationship Id="rId257" Type="http://schemas.openxmlformats.org/officeDocument/2006/relationships/image" Target="../media/image486.png"/><Relationship Id="rId278" Type="http://schemas.openxmlformats.org/officeDocument/2006/relationships/customXml" Target="../ink/ink499.xml"/><Relationship Id="rId401" Type="http://schemas.openxmlformats.org/officeDocument/2006/relationships/image" Target="../media/image558.png"/><Relationship Id="rId303" Type="http://schemas.openxmlformats.org/officeDocument/2006/relationships/image" Target="../media/image509.png"/><Relationship Id="rId42" Type="http://schemas.openxmlformats.org/officeDocument/2006/relationships/customXml" Target="../ink/ink381.xml"/><Relationship Id="rId84" Type="http://schemas.openxmlformats.org/officeDocument/2006/relationships/customXml" Target="../ink/ink402.xml"/><Relationship Id="rId138" Type="http://schemas.openxmlformats.org/officeDocument/2006/relationships/customXml" Target="../ink/ink429.xml"/><Relationship Id="rId345" Type="http://schemas.openxmlformats.org/officeDocument/2006/relationships/image" Target="../media/image530.png"/><Relationship Id="rId387" Type="http://schemas.openxmlformats.org/officeDocument/2006/relationships/image" Target="../media/image551.png"/><Relationship Id="rId191" Type="http://schemas.openxmlformats.org/officeDocument/2006/relationships/image" Target="../media/image454.png"/><Relationship Id="rId205" Type="http://schemas.openxmlformats.org/officeDocument/2006/relationships/image" Target="../media/image461.png"/><Relationship Id="rId247" Type="http://schemas.openxmlformats.org/officeDocument/2006/relationships/image" Target="../media/image481.png"/><Relationship Id="rId107" Type="http://schemas.openxmlformats.org/officeDocument/2006/relationships/image" Target="../media/image412.png"/><Relationship Id="rId289" Type="http://schemas.openxmlformats.org/officeDocument/2006/relationships/image" Target="../media/image502.png"/><Relationship Id="rId11" Type="http://schemas.openxmlformats.org/officeDocument/2006/relationships/image" Target="../media/image364.png"/><Relationship Id="rId53" Type="http://schemas.openxmlformats.org/officeDocument/2006/relationships/image" Target="../media/image385.png"/><Relationship Id="rId149" Type="http://schemas.openxmlformats.org/officeDocument/2006/relationships/image" Target="../media/image433.png"/><Relationship Id="rId314" Type="http://schemas.openxmlformats.org/officeDocument/2006/relationships/customXml" Target="../ink/ink517.xml"/><Relationship Id="rId356" Type="http://schemas.openxmlformats.org/officeDocument/2006/relationships/customXml" Target="../ink/ink538.xml"/><Relationship Id="rId398" Type="http://schemas.openxmlformats.org/officeDocument/2006/relationships/customXml" Target="../ink/ink559.xml"/><Relationship Id="rId95" Type="http://schemas.openxmlformats.org/officeDocument/2006/relationships/image" Target="../media/image406.png"/><Relationship Id="rId160" Type="http://schemas.openxmlformats.org/officeDocument/2006/relationships/customXml" Target="../ink/ink440.xml"/><Relationship Id="rId216" Type="http://schemas.openxmlformats.org/officeDocument/2006/relationships/customXml" Target="../ink/ink468.xml"/><Relationship Id="rId258" Type="http://schemas.openxmlformats.org/officeDocument/2006/relationships/customXml" Target="../ink/ink489.xml"/><Relationship Id="rId22" Type="http://schemas.openxmlformats.org/officeDocument/2006/relationships/customXml" Target="../ink/ink371.xml"/><Relationship Id="rId64" Type="http://schemas.openxmlformats.org/officeDocument/2006/relationships/customXml" Target="../ink/ink392.xml"/><Relationship Id="rId118" Type="http://schemas.openxmlformats.org/officeDocument/2006/relationships/customXml" Target="../ink/ink419.xml"/><Relationship Id="rId325" Type="http://schemas.openxmlformats.org/officeDocument/2006/relationships/image" Target="../media/image520.png"/><Relationship Id="rId367" Type="http://schemas.openxmlformats.org/officeDocument/2006/relationships/image" Target="../media/image541.png"/><Relationship Id="rId171" Type="http://schemas.openxmlformats.org/officeDocument/2006/relationships/image" Target="../media/image444.png"/><Relationship Id="rId227" Type="http://schemas.openxmlformats.org/officeDocument/2006/relationships/image" Target="../media/image472.png"/><Relationship Id="rId269" Type="http://schemas.openxmlformats.org/officeDocument/2006/relationships/image" Target="../media/image492.png"/><Relationship Id="rId33" Type="http://schemas.openxmlformats.org/officeDocument/2006/relationships/image" Target="../media/image375.png"/><Relationship Id="rId129" Type="http://schemas.openxmlformats.org/officeDocument/2006/relationships/image" Target="../media/image423.png"/><Relationship Id="rId280" Type="http://schemas.openxmlformats.org/officeDocument/2006/relationships/customXml" Target="../ink/ink500.xml"/><Relationship Id="rId336" Type="http://schemas.openxmlformats.org/officeDocument/2006/relationships/customXml" Target="../ink/ink528.xml"/><Relationship Id="rId75" Type="http://schemas.openxmlformats.org/officeDocument/2006/relationships/image" Target="../media/image396.png"/><Relationship Id="rId140" Type="http://schemas.openxmlformats.org/officeDocument/2006/relationships/customXml" Target="../ink/ink430.xml"/><Relationship Id="rId182" Type="http://schemas.openxmlformats.org/officeDocument/2006/relationships/customXml" Target="../ink/ink451.xml"/><Relationship Id="rId378" Type="http://schemas.openxmlformats.org/officeDocument/2006/relationships/customXml" Target="../ink/ink549.xml"/><Relationship Id="rId403" Type="http://schemas.openxmlformats.org/officeDocument/2006/relationships/image" Target="../media/image559.png"/><Relationship Id="rId6" Type="http://schemas.openxmlformats.org/officeDocument/2006/relationships/customXml" Target="../ink/ink363.xml"/><Relationship Id="rId238" Type="http://schemas.openxmlformats.org/officeDocument/2006/relationships/customXml" Target="../ink/ink479.xml"/><Relationship Id="rId291" Type="http://schemas.openxmlformats.org/officeDocument/2006/relationships/image" Target="../media/image503.png"/><Relationship Id="rId305" Type="http://schemas.openxmlformats.org/officeDocument/2006/relationships/image" Target="../media/image510.png"/><Relationship Id="rId347" Type="http://schemas.openxmlformats.org/officeDocument/2006/relationships/image" Target="../media/image531.png"/><Relationship Id="rId44" Type="http://schemas.openxmlformats.org/officeDocument/2006/relationships/customXml" Target="../ink/ink382.xml"/><Relationship Id="rId86" Type="http://schemas.openxmlformats.org/officeDocument/2006/relationships/customXml" Target="../ink/ink403.xml"/><Relationship Id="rId151" Type="http://schemas.openxmlformats.org/officeDocument/2006/relationships/image" Target="../media/image434.png"/><Relationship Id="rId389" Type="http://schemas.openxmlformats.org/officeDocument/2006/relationships/image" Target="../media/image552.png"/><Relationship Id="rId193" Type="http://schemas.openxmlformats.org/officeDocument/2006/relationships/image" Target="../media/image455.png"/><Relationship Id="rId207" Type="http://schemas.openxmlformats.org/officeDocument/2006/relationships/image" Target="../media/image462.png"/><Relationship Id="rId249" Type="http://schemas.openxmlformats.org/officeDocument/2006/relationships/image" Target="../media/image482.png"/><Relationship Id="rId13" Type="http://schemas.openxmlformats.org/officeDocument/2006/relationships/image" Target="../media/image365.png"/><Relationship Id="rId109" Type="http://schemas.openxmlformats.org/officeDocument/2006/relationships/image" Target="../media/image413.png"/><Relationship Id="rId260" Type="http://schemas.openxmlformats.org/officeDocument/2006/relationships/customXml" Target="../ink/ink490.xml"/><Relationship Id="rId316" Type="http://schemas.openxmlformats.org/officeDocument/2006/relationships/customXml" Target="../ink/ink518.xml"/><Relationship Id="rId55" Type="http://schemas.openxmlformats.org/officeDocument/2006/relationships/image" Target="../media/image386.png"/><Relationship Id="rId97" Type="http://schemas.openxmlformats.org/officeDocument/2006/relationships/image" Target="../media/image407.png"/><Relationship Id="rId120" Type="http://schemas.openxmlformats.org/officeDocument/2006/relationships/customXml" Target="../ink/ink420.xml"/><Relationship Id="rId358" Type="http://schemas.openxmlformats.org/officeDocument/2006/relationships/customXml" Target="../ink/ink539.xml"/><Relationship Id="rId162" Type="http://schemas.openxmlformats.org/officeDocument/2006/relationships/customXml" Target="../ink/ink441.xml"/><Relationship Id="rId218" Type="http://schemas.openxmlformats.org/officeDocument/2006/relationships/customXml" Target="../ink/ink469.xml"/><Relationship Id="rId271" Type="http://schemas.openxmlformats.org/officeDocument/2006/relationships/image" Target="../media/image493.png"/><Relationship Id="rId24" Type="http://schemas.openxmlformats.org/officeDocument/2006/relationships/customXml" Target="../ink/ink372.xml"/><Relationship Id="rId66" Type="http://schemas.openxmlformats.org/officeDocument/2006/relationships/customXml" Target="../ink/ink393.xml"/><Relationship Id="rId131" Type="http://schemas.openxmlformats.org/officeDocument/2006/relationships/image" Target="../media/image424.png"/><Relationship Id="rId327" Type="http://schemas.openxmlformats.org/officeDocument/2006/relationships/image" Target="../media/image521.png"/><Relationship Id="rId369" Type="http://schemas.openxmlformats.org/officeDocument/2006/relationships/image" Target="../media/image542.png"/><Relationship Id="rId173" Type="http://schemas.openxmlformats.org/officeDocument/2006/relationships/image" Target="../media/image445.png"/><Relationship Id="rId229" Type="http://schemas.openxmlformats.org/officeDocument/2006/relationships/image" Target="../media/image288.png"/><Relationship Id="rId380" Type="http://schemas.openxmlformats.org/officeDocument/2006/relationships/customXml" Target="../ink/ink550.xml"/><Relationship Id="rId240" Type="http://schemas.openxmlformats.org/officeDocument/2006/relationships/customXml" Target="../ink/ink480.xml"/><Relationship Id="rId35" Type="http://schemas.openxmlformats.org/officeDocument/2006/relationships/image" Target="../media/image376.png"/><Relationship Id="rId77" Type="http://schemas.openxmlformats.org/officeDocument/2006/relationships/image" Target="../media/image397.png"/><Relationship Id="rId100" Type="http://schemas.openxmlformats.org/officeDocument/2006/relationships/customXml" Target="../ink/ink410.xml"/><Relationship Id="rId282" Type="http://schemas.openxmlformats.org/officeDocument/2006/relationships/customXml" Target="../ink/ink501.xml"/><Relationship Id="rId338" Type="http://schemas.openxmlformats.org/officeDocument/2006/relationships/customXml" Target="../ink/ink529.xml"/><Relationship Id="rId8" Type="http://schemas.openxmlformats.org/officeDocument/2006/relationships/customXml" Target="../ink/ink364.xml"/><Relationship Id="rId142" Type="http://schemas.openxmlformats.org/officeDocument/2006/relationships/customXml" Target="../ink/ink431.xml"/><Relationship Id="rId184" Type="http://schemas.openxmlformats.org/officeDocument/2006/relationships/customXml" Target="../ink/ink452.xml"/><Relationship Id="rId391" Type="http://schemas.openxmlformats.org/officeDocument/2006/relationships/image" Target="../media/image553.png"/><Relationship Id="rId405" Type="http://schemas.openxmlformats.org/officeDocument/2006/relationships/image" Target="../media/image560.png"/><Relationship Id="rId251" Type="http://schemas.openxmlformats.org/officeDocument/2006/relationships/image" Target="../media/image483.png"/><Relationship Id="rId46" Type="http://schemas.openxmlformats.org/officeDocument/2006/relationships/customXml" Target="../ink/ink383.xml"/><Relationship Id="rId293" Type="http://schemas.openxmlformats.org/officeDocument/2006/relationships/image" Target="../media/image504.png"/><Relationship Id="rId307" Type="http://schemas.openxmlformats.org/officeDocument/2006/relationships/image" Target="../media/image511.png"/><Relationship Id="rId349" Type="http://schemas.openxmlformats.org/officeDocument/2006/relationships/image" Target="../media/image532.png"/><Relationship Id="rId88" Type="http://schemas.openxmlformats.org/officeDocument/2006/relationships/customXml" Target="../ink/ink404.xml"/><Relationship Id="rId111" Type="http://schemas.openxmlformats.org/officeDocument/2006/relationships/image" Target="../media/image414.png"/><Relationship Id="rId153" Type="http://schemas.openxmlformats.org/officeDocument/2006/relationships/image" Target="../media/image435.png"/><Relationship Id="rId195" Type="http://schemas.openxmlformats.org/officeDocument/2006/relationships/image" Target="../media/image456.png"/><Relationship Id="rId209" Type="http://schemas.openxmlformats.org/officeDocument/2006/relationships/image" Target="../media/image463.png"/><Relationship Id="rId360" Type="http://schemas.openxmlformats.org/officeDocument/2006/relationships/customXml" Target="../ink/ink540.xml"/><Relationship Id="rId220" Type="http://schemas.openxmlformats.org/officeDocument/2006/relationships/customXml" Target="../ink/ink470.xml"/><Relationship Id="rId15" Type="http://schemas.openxmlformats.org/officeDocument/2006/relationships/image" Target="../media/image366.png"/><Relationship Id="rId57" Type="http://schemas.openxmlformats.org/officeDocument/2006/relationships/image" Target="../media/image387.png"/><Relationship Id="rId262" Type="http://schemas.openxmlformats.org/officeDocument/2006/relationships/customXml" Target="../ink/ink491.xml"/><Relationship Id="rId318" Type="http://schemas.openxmlformats.org/officeDocument/2006/relationships/customXml" Target="../ink/ink519.xml"/><Relationship Id="rId99" Type="http://schemas.openxmlformats.org/officeDocument/2006/relationships/image" Target="../media/image408.png"/><Relationship Id="rId122" Type="http://schemas.openxmlformats.org/officeDocument/2006/relationships/customXml" Target="../ink/ink421.xml"/><Relationship Id="rId164" Type="http://schemas.openxmlformats.org/officeDocument/2006/relationships/customXml" Target="../ink/ink442.xml"/><Relationship Id="rId371" Type="http://schemas.openxmlformats.org/officeDocument/2006/relationships/image" Target="../media/image543.png"/><Relationship Id="rId26" Type="http://schemas.openxmlformats.org/officeDocument/2006/relationships/customXml" Target="../ink/ink373.xml"/><Relationship Id="rId231" Type="http://schemas.openxmlformats.org/officeDocument/2006/relationships/image" Target="../media/image473.png"/><Relationship Id="rId273" Type="http://schemas.openxmlformats.org/officeDocument/2006/relationships/image" Target="../media/image494.png"/><Relationship Id="rId329" Type="http://schemas.openxmlformats.org/officeDocument/2006/relationships/image" Target="../media/image522.png"/><Relationship Id="rId68" Type="http://schemas.openxmlformats.org/officeDocument/2006/relationships/customXml" Target="../ink/ink394.xml"/><Relationship Id="rId133" Type="http://schemas.openxmlformats.org/officeDocument/2006/relationships/image" Target="../media/image425.png"/><Relationship Id="rId175" Type="http://schemas.openxmlformats.org/officeDocument/2006/relationships/image" Target="../media/image446.png"/><Relationship Id="rId340" Type="http://schemas.openxmlformats.org/officeDocument/2006/relationships/customXml" Target="../ink/ink530.xml"/><Relationship Id="rId200" Type="http://schemas.openxmlformats.org/officeDocument/2006/relationships/customXml" Target="../ink/ink460.xml"/><Relationship Id="rId382" Type="http://schemas.openxmlformats.org/officeDocument/2006/relationships/customXml" Target="../ink/ink551.xml"/><Relationship Id="rId242" Type="http://schemas.openxmlformats.org/officeDocument/2006/relationships/customXml" Target="../ink/ink481.xml"/><Relationship Id="rId284" Type="http://schemas.openxmlformats.org/officeDocument/2006/relationships/customXml" Target="../ink/ink502.xml"/><Relationship Id="rId37" Type="http://schemas.openxmlformats.org/officeDocument/2006/relationships/image" Target="../media/image377.png"/><Relationship Id="rId79" Type="http://schemas.openxmlformats.org/officeDocument/2006/relationships/image" Target="../media/image398.png"/><Relationship Id="rId102" Type="http://schemas.openxmlformats.org/officeDocument/2006/relationships/customXml" Target="../ink/ink411.xml"/><Relationship Id="rId144" Type="http://schemas.openxmlformats.org/officeDocument/2006/relationships/customXml" Target="../ink/ink432.xml"/><Relationship Id="rId90" Type="http://schemas.openxmlformats.org/officeDocument/2006/relationships/customXml" Target="../ink/ink405.xml"/><Relationship Id="rId186" Type="http://schemas.openxmlformats.org/officeDocument/2006/relationships/customXml" Target="../ink/ink453.xml"/><Relationship Id="rId351" Type="http://schemas.openxmlformats.org/officeDocument/2006/relationships/image" Target="../media/image533.png"/><Relationship Id="rId393" Type="http://schemas.openxmlformats.org/officeDocument/2006/relationships/image" Target="../media/image554.png"/><Relationship Id="rId407" Type="http://schemas.openxmlformats.org/officeDocument/2006/relationships/image" Target="../media/image561.png"/><Relationship Id="rId211" Type="http://schemas.openxmlformats.org/officeDocument/2006/relationships/image" Target="../media/image464.png"/><Relationship Id="rId253" Type="http://schemas.openxmlformats.org/officeDocument/2006/relationships/image" Target="../media/image484.png"/><Relationship Id="rId295" Type="http://schemas.openxmlformats.org/officeDocument/2006/relationships/image" Target="../media/image505.png"/><Relationship Id="rId309" Type="http://schemas.openxmlformats.org/officeDocument/2006/relationships/image" Target="../media/image512.png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21.png"/><Relationship Id="rId299" Type="http://schemas.openxmlformats.org/officeDocument/2006/relationships/image" Target="../media/image711.png"/><Relationship Id="rId21" Type="http://schemas.openxmlformats.org/officeDocument/2006/relationships/image" Target="../media/image573.png"/><Relationship Id="rId63" Type="http://schemas.openxmlformats.org/officeDocument/2006/relationships/image" Target="../media/image594.png"/><Relationship Id="rId159" Type="http://schemas.openxmlformats.org/officeDocument/2006/relationships/image" Target="../media/image642.png"/><Relationship Id="rId324" Type="http://schemas.openxmlformats.org/officeDocument/2006/relationships/customXml" Target="../ink/ink727.xml"/><Relationship Id="rId170" Type="http://schemas.openxmlformats.org/officeDocument/2006/relationships/customXml" Target="../ink/ink650.xml"/><Relationship Id="rId226" Type="http://schemas.openxmlformats.org/officeDocument/2006/relationships/customXml" Target="../ink/ink678.xml"/><Relationship Id="rId268" Type="http://schemas.openxmlformats.org/officeDocument/2006/relationships/customXml" Target="../ink/ink699.xml"/><Relationship Id="rId32" Type="http://schemas.openxmlformats.org/officeDocument/2006/relationships/customXml" Target="../ink/ink581.xml"/><Relationship Id="rId74" Type="http://schemas.openxmlformats.org/officeDocument/2006/relationships/customXml" Target="../ink/ink602.xml"/><Relationship Id="rId128" Type="http://schemas.openxmlformats.org/officeDocument/2006/relationships/customXml" Target="../ink/ink629.xml"/><Relationship Id="rId335" Type="http://schemas.openxmlformats.org/officeDocument/2006/relationships/image" Target="../media/image728.png"/><Relationship Id="rId5" Type="http://schemas.openxmlformats.org/officeDocument/2006/relationships/image" Target="../media/image565.png"/><Relationship Id="rId181" Type="http://schemas.openxmlformats.org/officeDocument/2006/relationships/image" Target="../media/image653.png"/><Relationship Id="rId237" Type="http://schemas.openxmlformats.org/officeDocument/2006/relationships/image" Target="../media/image681.png"/><Relationship Id="rId279" Type="http://schemas.openxmlformats.org/officeDocument/2006/relationships/image" Target="../media/image702.png"/><Relationship Id="rId43" Type="http://schemas.openxmlformats.org/officeDocument/2006/relationships/image" Target="../media/image584.png"/><Relationship Id="rId139" Type="http://schemas.openxmlformats.org/officeDocument/2006/relationships/image" Target="../media/image632.png"/><Relationship Id="rId290" Type="http://schemas.openxmlformats.org/officeDocument/2006/relationships/customXml" Target="../ink/ink710.xml"/><Relationship Id="rId304" Type="http://schemas.openxmlformats.org/officeDocument/2006/relationships/customXml" Target="../ink/ink717.xml"/><Relationship Id="rId85" Type="http://schemas.openxmlformats.org/officeDocument/2006/relationships/image" Target="../media/image605.png"/><Relationship Id="rId150" Type="http://schemas.openxmlformats.org/officeDocument/2006/relationships/customXml" Target="../ink/ink640.xml"/><Relationship Id="rId192" Type="http://schemas.openxmlformats.org/officeDocument/2006/relationships/customXml" Target="../ink/ink661.xml"/><Relationship Id="rId206" Type="http://schemas.openxmlformats.org/officeDocument/2006/relationships/customXml" Target="../ink/ink668.xml"/><Relationship Id="rId248" Type="http://schemas.openxmlformats.org/officeDocument/2006/relationships/customXml" Target="../ink/ink689.xml"/><Relationship Id="rId12" Type="http://schemas.openxmlformats.org/officeDocument/2006/relationships/customXml" Target="../ink/ink571.xml"/><Relationship Id="rId108" Type="http://schemas.openxmlformats.org/officeDocument/2006/relationships/customXml" Target="../ink/ink619.xml"/><Relationship Id="rId315" Type="http://schemas.openxmlformats.org/officeDocument/2006/relationships/image" Target="../media/image553.png"/><Relationship Id="rId54" Type="http://schemas.openxmlformats.org/officeDocument/2006/relationships/customXml" Target="../ink/ink592.xml"/><Relationship Id="rId96" Type="http://schemas.openxmlformats.org/officeDocument/2006/relationships/customXml" Target="../ink/ink613.xml"/><Relationship Id="rId161" Type="http://schemas.openxmlformats.org/officeDocument/2006/relationships/image" Target="../media/image643.png"/><Relationship Id="rId217" Type="http://schemas.openxmlformats.org/officeDocument/2006/relationships/image" Target="../media/image671.png"/><Relationship Id="rId259" Type="http://schemas.openxmlformats.org/officeDocument/2006/relationships/image" Target="../media/image692.png"/><Relationship Id="rId23" Type="http://schemas.openxmlformats.org/officeDocument/2006/relationships/image" Target="../media/image574.png"/><Relationship Id="rId119" Type="http://schemas.openxmlformats.org/officeDocument/2006/relationships/image" Target="../media/image622.png"/><Relationship Id="rId270" Type="http://schemas.openxmlformats.org/officeDocument/2006/relationships/customXml" Target="../ink/ink700.xml"/><Relationship Id="rId326" Type="http://schemas.openxmlformats.org/officeDocument/2006/relationships/customXml" Target="../ink/ink728.xml"/><Relationship Id="rId65" Type="http://schemas.openxmlformats.org/officeDocument/2006/relationships/image" Target="../media/image595.png"/><Relationship Id="rId130" Type="http://schemas.openxmlformats.org/officeDocument/2006/relationships/customXml" Target="../ink/ink630.xml"/><Relationship Id="rId172" Type="http://schemas.openxmlformats.org/officeDocument/2006/relationships/customXml" Target="../ink/ink651.xml"/><Relationship Id="rId228" Type="http://schemas.openxmlformats.org/officeDocument/2006/relationships/customXml" Target="../ink/ink679.xml"/><Relationship Id="rId281" Type="http://schemas.openxmlformats.org/officeDocument/2006/relationships/image" Target="../media/image703.png"/><Relationship Id="rId337" Type="http://schemas.openxmlformats.org/officeDocument/2006/relationships/image" Target="../media/image729.png"/><Relationship Id="rId34" Type="http://schemas.openxmlformats.org/officeDocument/2006/relationships/customXml" Target="../ink/ink582.xml"/><Relationship Id="rId76" Type="http://schemas.openxmlformats.org/officeDocument/2006/relationships/customXml" Target="../ink/ink603.xml"/><Relationship Id="rId141" Type="http://schemas.openxmlformats.org/officeDocument/2006/relationships/image" Target="../media/image633.png"/><Relationship Id="rId7" Type="http://schemas.openxmlformats.org/officeDocument/2006/relationships/image" Target="../media/image566.png"/><Relationship Id="rId183" Type="http://schemas.openxmlformats.org/officeDocument/2006/relationships/image" Target="../media/image654.png"/><Relationship Id="rId239" Type="http://schemas.openxmlformats.org/officeDocument/2006/relationships/image" Target="../media/image682.png"/><Relationship Id="rId250" Type="http://schemas.openxmlformats.org/officeDocument/2006/relationships/customXml" Target="../ink/ink690.xml"/><Relationship Id="rId292" Type="http://schemas.openxmlformats.org/officeDocument/2006/relationships/customXml" Target="../ink/ink711.xml"/><Relationship Id="rId306" Type="http://schemas.openxmlformats.org/officeDocument/2006/relationships/customXml" Target="../ink/ink718.xml"/><Relationship Id="rId45" Type="http://schemas.openxmlformats.org/officeDocument/2006/relationships/image" Target="../media/image585.png"/><Relationship Id="rId87" Type="http://schemas.openxmlformats.org/officeDocument/2006/relationships/image" Target="../media/image606.png"/><Relationship Id="rId110" Type="http://schemas.openxmlformats.org/officeDocument/2006/relationships/customXml" Target="../ink/ink620.xml"/><Relationship Id="rId152" Type="http://schemas.openxmlformats.org/officeDocument/2006/relationships/customXml" Target="../ink/ink641.xml"/><Relationship Id="rId194" Type="http://schemas.openxmlformats.org/officeDocument/2006/relationships/customXml" Target="../ink/ink662.xml"/><Relationship Id="rId208" Type="http://schemas.openxmlformats.org/officeDocument/2006/relationships/customXml" Target="../ink/ink669.xml"/><Relationship Id="rId261" Type="http://schemas.openxmlformats.org/officeDocument/2006/relationships/image" Target="../media/image693.png"/><Relationship Id="rId14" Type="http://schemas.openxmlformats.org/officeDocument/2006/relationships/customXml" Target="../ink/ink572.xml"/><Relationship Id="rId35" Type="http://schemas.openxmlformats.org/officeDocument/2006/relationships/image" Target="../media/image580.png"/><Relationship Id="rId56" Type="http://schemas.openxmlformats.org/officeDocument/2006/relationships/customXml" Target="../ink/ink593.xml"/><Relationship Id="rId77" Type="http://schemas.openxmlformats.org/officeDocument/2006/relationships/image" Target="../media/image601.png"/><Relationship Id="rId100" Type="http://schemas.openxmlformats.org/officeDocument/2006/relationships/customXml" Target="../ink/ink615.xml"/><Relationship Id="rId282" Type="http://schemas.openxmlformats.org/officeDocument/2006/relationships/customXml" Target="../ink/ink706.xml"/><Relationship Id="rId317" Type="http://schemas.openxmlformats.org/officeDocument/2006/relationships/image" Target="../media/image719.png"/><Relationship Id="rId338" Type="http://schemas.openxmlformats.org/officeDocument/2006/relationships/customXml" Target="../ink/ink734.xml"/><Relationship Id="rId8" Type="http://schemas.openxmlformats.org/officeDocument/2006/relationships/customXml" Target="../ink/ink569.xml"/><Relationship Id="rId98" Type="http://schemas.openxmlformats.org/officeDocument/2006/relationships/customXml" Target="../ink/ink614.xml"/><Relationship Id="rId121" Type="http://schemas.openxmlformats.org/officeDocument/2006/relationships/image" Target="../media/image623.png"/><Relationship Id="rId142" Type="http://schemas.openxmlformats.org/officeDocument/2006/relationships/customXml" Target="../ink/ink636.xml"/><Relationship Id="rId163" Type="http://schemas.openxmlformats.org/officeDocument/2006/relationships/image" Target="../media/image644.png"/><Relationship Id="rId184" Type="http://schemas.openxmlformats.org/officeDocument/2006/relationships/customXml" Target="../ink/ink657.xml"/><Relationship Id="rId219" Type="http://schemas.openxmlformats.org/officeDocument/2006/relationships/image" Target="../media/image672.png"/><Relationship Id="rId230" Type="http://schemas.openxmlformats.org/officeDocument/2006/relationships/customXml" Target="../ink/ink680.xml"/><Relationship Id="rId251" Type="http://schemas.openxmlformats.org/officeDocument/2006/relationships/image" Target="../media/image688.png"/><Relationship Id="rId25" Type="http://schemas.openxmlformats.org/officeDocument/2006/relationships/image" Target="../media/image575.png"/><Relationship Id="rId46" Type="http://schemas.openxmlformats.org/officeDocument/2006/relationships/customXml" Target="../ink/ink588.xml"/><Relationship Id="rId67" Type="http://schemas.openxmlformats.org/officeDocument/2006/relationships/image" Target="../media/image596.png"/><Relationship Id="rId272" Type="http://schemas.openxmlformats.org/officeDocument/2006/relationships/customXml" Target="../ink/ink701.xml"/><Relationship Id="rId293" Type="http://schemas.openxmlformats.org/officeDocument/2006/relationships/image" Target="../media/image708.png"/><Relationship Id="rId307" Type="http://schemas.openxmlformats.org/officeDocument/2006/relationships/image" Target="../media/image715.png"/><Relationship Id="rId328" Type="http://schemas.openxmlformats.org/officeDocument/2006/relationships/customXml" Target="../ink/ink729.xml"/><Relationship Id="rId88" Type="http://schemas.openxmlformats.org/officeDocument/2006/relationships/customXml" Target="../ink/ink609.xml"/><Relationship Id="rId111" Type="http://schemas.openxmlformats.org/officeDocument/2006/relationships/image" Target="../media/image618.png"/><Relationship Id="rId132" Type="http://schemas.openxmlformats.org/officeDocument/2006/relationships/customXml" Target="../ink/ink631.xml"/><Relationship Id="rId153" Type="http://schemas.openxmlformats.org/officeDocument/2006/relationships/image" Target="../media/image639.png"/><Relationship Id="rId174" Type="http://schemas.openxmlformats.org/officeDocument/2006/relationships/customXml" Target="../ink/ink652.xml"/><Relationship Id="rId195" Type="http://schemas.openxmlformats.org/officeDocument/2006/relationships/image" Target="../media/image660.png"/><Relationship Id="rId209" Type="http://schemas.openxmlformats.org/officeDocument/2006/relationships/image" Target="../media/image667.png"/><Relationship Id="rId220" Type="http://schemas.openxmlformats.org/officeDocument/2006/relationships/customXml" Target="../ink/ink675.xml"/><Relationship Id="rId241" Type="http://schemas.openxmlformats.org/officeDocument/2006/relationships/image" Target="../media/image683.png"/><Relationship Id="rId15" Type="http://schemas.openxmlformats.org/officeDocument/2006/relationships/image" Target="../media/image570.png"/><Relationship Id="rId36" Type="http://schemas.openxmlformats.org/officeDocument/2006/relationships/customXml" Target="../ink/ink583.xml"/><Relationship Id="rId57" Type="http://schemas.openxmlformats.org/officeDocument/2006/relationships/image" Target="../media/image591.png"/><Relationship Id="rId262" Type="http://schemas.openxmlformats.org/officeDocument/2006/relationships/customXml" Target="../ink/ink696.xml"/><Relationship Id="rId283" Type="http://schemas.openxmlformats.org/officeDocument/2006/relationships/image" Target="../media/image704.png"/><Relationship Id="rId318" Type="http://schemas.openxmlformats.org/officeDocument/2006/relationships/customXml" Target="../ink/ink724.xml"/><Relationship Id="rId339" Type="http://schemas.openxmlformats.org/officeDocument/2006/relationships/image" Target="../media/image730.png"/><Relationship Id="rId78" Type="http://schemas.openxmlformats.org/officeDocument/2006/relationships/customXml" Target="../ink/ink604.xml"/><Relationship Id="rId99" Type="http://schemas.openxmlformats.org/officeDocument/2006/relationships/image" Target="../media/image612.png"/><Relationship Id="rId101" Type="http://schemas.openxmlformats.org/officeDocument/2006/relationships/image" Target="../media/image613.png"/><Relationship Id="rId122" Type="http://schemas.openxmlformats.org/officeDocument/2006/relationships/customXml" Target="../ink/ink626.xml"/><Relationship Id="rId143" Type="http://schemas.openxmlformats.org/officeDocument/2006/relationships/image" Target="../media/image634.png"/><Relationship Id="rId164" Type="http://schemas.openxmlformats.org/officeDocument/2006/relationships/customXml" Target="../ink/ink647.xml"/><Relationship Id="rId185" Type="http://schemas.openxmlformats.org/officeDocument/2006/relationships/image" Target="../media/image655.png"/><Relationship Id="rId9" Type="http://schemas.openxmlformats.org/officeDocument/2006/relationships/image" Target="../media/image567.png"/><Relationship Id="rId210" Type="http://schemas.openxmlformats.org/officeDocument/2006/relationships/customXml" Target="../ink/ink670.xml"/><Relationship Id="rId26" Type="http://schemas.openxmlformats.org/officeDocument/2006/relationships/customXml" Target="../ink/ink578.xml"/><Relationship Id="rId231" Type="http://schemas.openxmlformats.org/officeDocument/2006/relationships/image" Target="../media/image678.png"/><Relationship Id="rId252" Type="http://schemas.openxmlformats.org/officeDocument/2006/relationships/customXml" Target="../ink/ink691.xml"/><Relationship Id="rId273" Type="http://schemas.openxmlformats.org/officeDocument/2006/relationships/image" Target="../media/image699.png"/><Relationship Id="rId294" Type="http://schemas.openxmlformats.org/officeDocument/2006/relationships/customXml" Target="../ink/ink712.xml"/><Relationship Id="rId308" Type="http://schemas.openxmlformats.org/officeDocument/2006/relationships/customXml" Target="../ink/ink719.xml"/><Relationship Id="rId329" Type="http://schemas.openxmlformats.org/officeDocument/2006/relationships/image" Target="../media/image725.png"/><Relationship Id="rId47" Type="http://schemas.openxmlformats.org/officeDocument/2006/relationships/image" Target="../media/image586.png"/><Relationship Id="rId68" Type="http://schemas.openxmlformats.org/officeDocument/2006/relationships/customXml" Target="../ink/ink599.xml"/><Relationship Id="rId89" Type="http://schemas.openxmlformats.org/officeDocument/2006/relationships/image" Target="../media/image607.png"/><Relationship Id="rId112" Type="http://schemas.openxmlformats.org/officeDocument/2006/relationships/customXml" Target="../ink/ink621.xml"/><Relationship Id="rId133" Type="http://schemas.openxmlformats.org/officeDocument/2006/relationships/image" Target="../media/image629.png"/><Relationship Id="rId154" Type="http://schemas.openxmlformats.org/officeDocument/2006/relationships/customXml" Target="../ink/ink642.xml"/><Relationship Id="rId175" Type="http://schemas.openxmlformats.org/officeDocument/2006/relationships/image" Target="../media/image650.png"/><Relationship Id="rId340" Type="http://schemas.openxmlformats.org/officeDocument/2006/relationships/customXml" Target="../ink/ink735.xml"/><Relationship Id="rId196" Type="http://schemas.openxmlformats.org/officeDocument/2006/relationships/customXml" Target="../ink/ink663.xml"/><Relationship Id="rId200" Type="http://schemas.openxmlformats.org/officeDocument/2006/relationships/customXml" Target="../ink/ink665.xml"/><Relationship Id="rId16" Type="http://schemas.openxmlformats.org/officeDocument/2006/relationships/customXml" Target="../ink/ink573.xml"/><Relationship Id="rId221" Type="http://schemas.openxmlformats.org/officeDocument/2006/relationships/image" Target="../media/image673.png"/><Relationship Id="rId242" Type="http://schemas.openxmlformats.org/officeDocument/2006/relationships/customXml" Target="../ink/ink686.xml"/><Relationship Id="rId263" Type="http://schemas.openxmlformats.org/officeDocument/2006/relationships/image" Target="../media/image694.png"/><Relationship Id="rId284" Type="http://schemas.openxmlformats.org/officeDocument/2006/relationships/customXml" Target="../ink/ink707.xml"/><Relationship Id="rId319" Type="http://schemas.openxmlformats.org/officeDocument/2006/relationships/image" Target="../media/image720.png"/><Relationship Id="rId37" Type="http://schemas.openxmlformats.org/officeDocument/2006/relationships/image" Target="../media/image581.png"/><Relationship Id="rId58" Type="http://schemas.openxmlformats.org/officeDocument/2006/relationships/customXml" Target="../ink/ink594.xml"/><Relationship Id="rId79" Type="http://schemas.openxmlformats.org/officeDocument/2006/relationships/image" Target="../media/image602.png"/><Relationship Id="rId102" Type="http://schemas.openxmlformats.org/officeDocument/2006/relationships/customXml" Target="../ink/ink616.xml"/><Relationship Id="rId123" Type="http://schemas.openxmlformats.org/officeDocument/2006/relationships/image" Target="../media/image624.png"/><Relationship Id="rId144" Type="http://schemas.openxmlformats.org/officeDocument/2006/relationships/customXml" Target="../ink/ink637.xml"/><Relationship Id="rId330" Type="http://schemas.openxmlformats.org/officeDocument/2006/relationships/customXml" Target="../ink/ink730.xml"/><Relationship Id="rId90" Type="http://schemas.openxmlformats.org/officeDocument/2006/relationships/customXml" Target="../ink/ink610.xml"/><Relationship Id="rId165" Type="http://schemas.openxmlformats.org/officeDocument/2006/relationships/image" Target="../media/image645.png"/><Relationship Id="rId186" Type="http://schemas.openxmlformats.org/officeDocument/2006/relationships/customXml" Target="../ink/ink658.xml"/><Relationship Id="rId211" Type="http://schemas.openxmlformats.org/officeDocument/2006/relationships/image" Target="../media/image668.png"/><Relationship Id="rId232" Type="http://schemas.openxmlformats.org/officeDocument/2006/relationships/customXml" Target="../ink/ink681.xml"/><Relationship Id="rId253" Type="http://schemas.openxmlformats.org/officeDocument/2006/relationships/image" Target="../media/image689.png"/><Relationship Id="rId274" Type="http://schemas.openxmlformats.org/officeDocument/2006/relationships/customXml" Target="../ink/ink702.xml"/><Relationship Id="rId295" Type="http://schemas.openxmlformats.org/officeDocument/2006/relationships/image" Target="../media/image709.png"/><Relationship Id="rId309" Type="http://schemas.openxmlformats.org/officeDocument/2006/relationships/image" Target="../media/image716.png"/><Relationship Id="rId27" Type="http://schemas.openxmlformats.org/officeDocument/2006/relationships/image" Target="../media/image576.png"/><Relationship Id="rId48" Type="http://schemas.openxmlformats.org/officeDocument/2006/relationships/customXml" Target="../ink/ink589.xml"/><Relationship Id="rId69" Type="http://schemas.openxmlformats.org/officeDocument/2006/relationships/image" Target="../media/image597.png"/><Relationship Id="rId113" Type="http://schemas.openxmlformats.org/officeDocument/2006/relationships/image" Target="../media/image619.png"/><Relationship Id="rId134" Type="http://schemas.openxmlformats.org/officeDocument/2006/relationships/customXml" Target="../ink/ink632.xml"/><Relationship Id="rId320" Type="http://schemas.openxmlformats.org/officeDocument/2006/relationships/customXml" Target="../ink/ink725.xml"/><Relationship Id="rId80" Type="http://schemas.openxmlformats.org/officeDocument/2006/relationships/customXml" Target="../ink/ink605.xml"/><Relationship Id="rId155" Type="http://schemas.openxmlformats.org/officeDocument/2006/relationships/image" Target="../media/image640.png"/><Relationship Id="rId176" Type="http://schemas.openxmlformats.org/officeDocument/2006/relationships/customXml" Target="../ink/ink653.xml"/><Relationship Id="rId197" Type="http://schemas.openxmlformats.org/officeDocument/2006/relationships/image" Target="../media/image661.png"/><Relationship Id="rId341" Type="http://schemas.openxmlformats.org/officeDocument/2006/relationships/image" Target="../media/image731.png"/><Relationship Id="rId201" Type="http://schemas.openxmlformats.org/officeDocument/2006/relationships/image" Target="../media/image663.png"/><Relationship Id="rId222" Type="http://schemas.openxmlformats.org/officeDocument/2006/relationships/customXml" Target="../ink/ink676.xml"/><Relationship Id="rId243" Type="http://schemas.openxmlformats.org/officeDocument/2006/relationships/image" Target="../media/image684.png"/><Relationship Id="rId264" Type="http://schemas.openxmlformats.org/officeDocument/2006/relationships/customXml" Target="../ink/ink697.xml"/><Relationship Id="rId285" Type="http://schemas.openxmlformats.org/officeDocument/2006/relationships/image" Target="../media/image705.png"/><Relationship Id="rId17" Type="http://schemas.openxmlformats.org/officeDocument/2006/relationships/image" Target="../media/image571.png"/><Relationship Id="rId38" Type="http://schemas.openxmlformats.org/officeDocument/2006/relationships/customXml" Target="../ink/ink584.xml"/><Relationship Id="rId59" Type="http://schemas.openxmlformats.org/officeDocument/2006/relationships/image" Target="../media/image592.png"/><Relationship Id="rId103" Type="http://schemas.openxmlformats.org/officeDocument/2006/relationships/image" Target="../media/image614.png"/><Relationship Id="rId124" Type="http://schemas.openxmlformats.org/officeDocument/2006/relationships/customXml" Target="../ink/ink627.xml"/><Relationship Id="rId310" Type="http://schemas.openxmlformats.org/officeDocument/2006/relationships/customXml" Target="../ink/ink720.xml"/><Relationship Id="rId70" Type="http://schemas.openxmlformats.org/officeDocument/2006/relationships/customXml" Target="../ink/ink600.xml"/><Relationship Id="rId91" Type="http://schemas.openxmlformats.org/officeDocument/2006/relationships/image" Target="../media/image608.png"/><Relationship Id="rId145" Type="http://schemas.openxmlformats.org/officeDocument/2006/relationships/image" Target="../media/image635.png"/><Relationship Id="rId166" Type="http://schemas.openxmlformats.org/officeDocument/2006/relationships/customXml" Target="../ink/ink648.xml"/><Relationship Id="rId187" Type="http://schemas.openxmlformats.org/officeDocument/2006/relationships/image" Target="../media/image656.png"/><Relationship Id="rId331" Type="http://schemas.openxmlformats.org/officeDocument/2006/relationships/image" Target="../media/image726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671.xml"/><Relationship Id="rId233" Type="http://schemas.openxmlformats.org/officeDocument/2006/relationships/image" Target="../media/image679.png"/><Relationship Id="rId254" Type="http://schemas.openxmlformats.org/officeDocument/2006/relationships/customXml" Target="../ink/ink692.xml"/><Relationship Id="rId28" Type="http://schemas.openxmlformats.org/officeDocument/2006/relationships/customXml" Target="../ink/ink579.xml"/><Relationship Id="rId49" Type="http://schemas.openxmlformats.org/officeDocument/2006/relationships/image" Target="../media/image587.png"/><Relationship Id="rId114" Type="http://schemas.openxmlformats.org/officeDocument/2006/relationships/customXml" Target="../ink/ink622.xml"/><Relationship Id="rId275" Type="http://schemas.openxmlformats.org/officeDocument/2006/relationships/image" Target="../media/image700.png"/><Relationship Id="rId296" Type="http://schemas.openxmlformats.org/officeDocument/2006/relationships/customXml" Target="../ink/ink713.xml"/><Relationship Id="rId300" Type="http://schemas.openxmlformats.org/officeDocument/2006/relationships/customXml" Target="../ink/ink715.xml"/><Relationship Id="rId60" Type="http://schemas.openxmlformats.org/officeDocument/2006/relationships/customXml" Target="../ink/ink595.xml"/><Relationship Id="rId81" Type="http://schemas.openxmlformats.org/officeDocument/2006/relationships/image" Target="../media/image603.png"/><Relationship Id="rId135" Type="http://schemas.openxmlformats.org/officeDocument/2006/relationships/image" Target="../media/image630.png"/><Relationship Id="rId156" Type="http://schemas.openxmlformats.org/officeDocument/2006/relationships/customXml" Target="../ink/ink643.xml"/><Relationship Id="rId177" Type="http://schemas.openxmlformats.org/officeDocument/2006/relationships/image" Target="../media/image651.png"/><Relationship Id="rId198" Type="http://schemas.openxmlformats.org/officeDocument/2006/relationships/customXml" Target="../ink/ink664.xml"/><Relationship Id="rId321" Type="http://schemas.openxmlformats.org/officeDocument/2006/relationships/image" Target="../media/image721.png"/><Relationship Id="rId342" Type="http://schemas.openxmlformats.org/officeDocument/2006/relationships/customXml" Target="../ink/ink736.xml"/><Relationship Id="rId202" Type="http://schemas.openxmlformats.org/officeDocument/2006/relationships/customXml" Target="../ink/ink666.xml"/><Relationship Id="rId223" Type="http://schemas.openxmlformats.org/officeDocument/2006/relationships/image" Target="../media/image674.png"/><Relationship Id="rId244" Type="http://schemas.openxmlformats.org/officeDocument/2006/relationships/customXml" Target="../ink/ink687.xml"/><Relationship Id="rId18" Type="http://schemas.openxmlformats.org/officeDocument/2006/relationships/customXml" Target="../ink/ink574.xml"/><Relationship Id="rId39" Type="http://schemas.openxmlformats.org/officeDocument/2006/relationships/image" Target="../media/image582.png"/><Relationship Id="rId265" Type="http://schemas.openxmlformats.org/officeDocument/2006/relationships/image" Target="../media/image695.png"/><Relationship Id="rId286" Type="http://schemas.openxmlformats.org/officeDocument/2006/relationships/customXml" Target="../ink/ink708.xml"/><Relationship Id="rId50" Type="http://schemas.openxmlformats.org/officeDocument/2006/relationships/customXml" Target="../ink/ink590.xml"/><Relationship Id="rId104" Type="http://schemas.openxmlformats.org/officeDocument/2006/relationships/customXml" Target="../ink/ink617.xml"/><Relationship Id="rId125" Type="http://schemas.openxmlformats.org/officeDocument/2006/relationships/image" Target="../media/image625.png"/><Relationship Id="rId146" Type="http://schemas.openxmlformats.org/officeDocument/2006/relationships/customXml" Target="../ink/ink638.xml"/><Relationship Id="rId167" Type="http://schemas.openxmlformats.org/officeDocument/2006/relationships/image" Target="../media/image646.png"/><Relationship Id="rId188" Type="http://schemas.openxmlformats.org/officeDocument/2006/relationships/customXml" Target="../ink/ink659.xml"/><Relationship Id="rId311" Type="http://schemas.openxmlformats.org/officeDocument/2006/relationships/image" Target="../media/image717.png"/><Relationship Id="rId332" Type="http://schemas.openxmlformats.org/officeDocument/2006/relationships/customXml" Target="../ink/ink731.xml"/><Relationship Id="rId71" Type="http://schemas.openxmlformats.org/officeDocument/2006/relationships/image" Target="../media/image598.png"/><Relationship Id="rId92" Type="http://schemas.openxmlformats.org/officeDocument/2006/relationships/customXml" Target="../ink/ink611.xml"/><Relationship Id="rId213" Type="http://schemas.openxmlformats.org/officeDocument/2006/relationships/image" Target="../media/image669.png"/><Relationship Id="rId234" Type="http://schemas.openxmlformats.org/officeDocument/2006/relationships/customXml" Target="../ink/ink682.xml"/><Relationship Id="rId2" Type="http://schemas.openxmlformats.org/officeDocument/2006/relationships/customXml" Target="../ink/ink566.xml"/><Relationship Id="rId29" Type="http://schemas.openxmlformats.org/officeDocument/2006/relationships/image" Target="../media/image577.png"/><Relationship Id="rId255" Type="http://schemas.openxmlformats.org/officeDocument/2006/relationships/image" Target="../media/image690.png"/><Relationship Id="rId276" Type="http://schemas.openxmlformats.org/officeDocument/2006/relationships/customXml" Target="../ink/ink703.xml"/><Relationship Id="rId297" Type="http://schemas.openxmlformats.org/officeDocument/2006/relationships/image" Target="../media/image710.png"/><Relationship Id="rId40" Type="http://schemas.openxmlformats.org/officeDocument/2006/relationships/customXml" Target="../ink/ink585.xml"/><Relationship Id="rId115" Type="http://schemas.openxmlformats.org/officeDocument/2006/relationships/image" Target="../media/image620.png"/><Relationship Id="rId136" Type="http://schemas.openxmlformats.org/officeDocument/2006/relationships/customXml" Target="../ink/ink633.xml"/><Relationship Id="rId157" Type="http://schemas.openxmlformats.org/officeDocument/2006/relationships/image" Target="../media/image641.png"/><Relationship Id="rId178" Type="http://schemas.openxmlformats.org/officeDocument/2006/relationships/customXml" Target="../ink/ink654.xml"/><Relationship Id="rId301" Type="http://schemas.openxmlformats.org/officeDocument/2006/relationships/image" Target="../media/image712.png"/><Relationship Id="rId322" Type="http://schemas.openxmlformats.org/officeDocument/2006/relationships/customXml" Target="../ink/ink726.xml"/><Relationship Id="rId343" Type="http://schemas.openxmlformats.org/officeDocument/2006/relationships/image" Target="../media/image732.png"/><Relationship Id="rId61" Type="http://schemas.openxmlformats.org/officeDocument/2006/relationships/image" Target="../media/image593.png"/><Relationship Id="rId82" Type="http://schemas.openxmlformats.org/officeDocument/2006/relationships/customXml" Target="../ink/ink606.xml"/><Relationship Id="rId199" Type="http://schemas.openxmlformats.org/officeDocument/2006/relationships/image" Target="../media/image662.png"/><Relationship Id="rId203" Type="http://schemas.openxmlformats.org/officeDocument/2006/relationships/image" Target="../media/image664.png"/><Relationship Id="rId19" Type="http://schemas.openxmlformats.org/officeDocument/2006/relationships/image" Target="../media/image572.png"/><Relationship Id="rId224" Type="http://schemas.openxmlformats.org/officeDocument/2006/relationships/customXml" Target="../ink/ink677.xml"/><Relationship Id="rId245" Type="http://schemas.openxmlformats.org/officeDocument/2006/relationships/image" Target="../media/image685.png"/><Relationship Id="rId266" Type="http://schemas.openxmlformats.org/officeDocument/2006/relationships/customXml" Target="../ink/ink698.xml"/><Relationship Id="rId287" Type="http://schemas.openxmlformats.org/officeDocument/2006/relationships/image" Target="../media/image357.png"/><Relationship Id="rId30" Type="http://schemas.openxmlformats.org/officeDocument/2006/relationships/customXml" Target="../ink/ink580.xml"/><Relationship Id="rId105" Type="http://schemas.openxmlformats.org/officeDocument/2006/relationships/image" Target="../media/image615.png"/><Relationship Id="rId126" Type="http://schemas.openxmlformats.org/officeDocument/2006/relationships/customXml" Target="../ink/ink628.xml"/><Relationship Id="rId147" Type="http://schemas.openxmlformats.org/officeDocument/2006/relationships/image" Target="../media/image636.png"/><Relationship Id="rId168" Type="http://schemas.openxmlformats.org/officeDocument/2006/relationships/customXml" Target="../ink/ink649.xml"/><Relationship Id="rId312" Type="http://schemas.openxmlformats.org/officeDocument/2006/relationships/customXml" Target="../ink/ink721.xml"/><Relationship Id="rId333" Type="http://schemas.openxmlformats.org/officeDocument/2006/relationships/image" Target="../media/image727.png"/><Relationship Id="rId51" Type="http://schemas.openxmlformats.org/officeDocument/2006/relationships/image" Target="../media/image588.png"/><Relationship Id="rId72" Type="http://schemas.openxmlformats.org/officeDocument/2006/relationships/customXml" Target="../ink/ink601.xml"/><Relationship Id="rId93" Type="http://schemas.openxmlformats.org/officeDocument/2006/relationships/image" Target="../media/image609.png"/><Relationship Id="rId189" Type="http://schemas.openxmlformats.org/officeDocument/2006/relationships/image" Target="../media/image657.png"/><Relationship Id="rId3" Type="http://schemas.openxmlformats.org/officeDocument/2006/relationships/image" Target="../media/image564.png"/><Relationship Id="rId214" Type="http://schemas.openxmlformats.org/officeDocument/2006/relationships/customXml" Target="../ink/ink672.xml"/><Relationship Id="rId235" Type="http://schemas.openxmlformats.org/officeDocument/2006/relationships/image" Target="../media/image680.png"/><Relationship Id="rId256" Type="http://schemas.openxmlformats.org/officeDocument/2006/relationships/customXml" Target="../ink/ink693.xml"/><Relationship Id="rId277" Type="http://schemas.openxmlformats.org/officeDocument/2006/relationships/image" Target="../media/image701.png"/><Relationship Id="rId298" Type="http://schemas.openxmlformats.org/officeDocument/2006/relationships/customXml" Target="../ink/ink714.xml"/><Relationship Id="rId116" Type="http://schemas.openxmlformats.org/officeDocument/2006/relationships/customXml" Target="../ink/ink623.xml"/><Relationship Id="rId137" Type="http://schemas.openxmlformats.org/officeDocument/2006/relationships/image" Target="../media/image631.png"/><Relationship Id="rId158" Type="http://schemas.openxmlformats.org/officeDocument/2006/relationships/customXml" Target="../ink/ink644.xml"/><Relationship Id="rId302" Type="http://schemas.openxmlformats.org/officeDocument/2006/relationships/customXml" Target="../ink/ink716.xml"/><Relationship Id="rId323" Type="http://schemas.openxmlformats.org/officeDocument/2006/relationships/image" Target="../media/image722.png"/><Relationship Id="rId344" Type="http://schemas.openxmlformats.org/officeDocument/2006/relationships/customXml" Target="../ink/ink737.xml"/><Relationship Id="rId20" Type="http://schemas.openxmlformats.org/officeDocument/2006/relationships/customXml" Target="../ink/ink575.xml"/><Relationship Id="rId41" Type="http://schemas.openxmlformats.org/officeDocument/2006/relationships/image" Target="../media/image583.png"/><Relationship Id="rId62" Type="http://schemas.openxmlformats.org/officeDocument/2006/relationships/customXml" Target="../ink/ink596.xml"/><Relationship Id="rId83" Type="http://schemas.openxmlformats.org/officeDocument/2006/relationships/image" Target="../media/image604.png"/><Relationship Id="rId179" Type="http://schemas.openxmlformats.org/officeDocument/2006/relationships/image" Target="../media/image652.png"/><Relationship Id="rId190" Type="http://schemas.openxmlformats.org/officeDocument/2006/relationships/customXml" Target="../ink/ink660.xml"/><Relationship Id="rId204" Type="http://schemas.openxmlformats.org/officeDocument/2006/relationships/customXml" Target="../ink/ink667.xml"/><Relationship Id="rId225" Type="http://schemas.openxmlformats.org/officeDocument/2006/relationships/image" Target="../media/image675.png"/><Relationship Id="rId246" Type="http://schemas.openxmlformats.org/officeDocument/2006/relationships/customXml" Target="../ink/ink688.xml"/><Relationship Id="rId267" Type="http://schemas.openxmlformats.org/officeDocument/2006/relationships/image" Target="../media/image696.png"/><Relationship Id="rId288" Type="http://schemas.openxmlformats.org/officeDocument/2006/relationships/customXml" Target="../ink/ink709.xml"/><Relationship Id="rId106" Type="http://schemas.openxmlformats.org/officeDocument/2006/relationships/customXml" Target="../ink/ink618.xml"/><Relationship Id="rId127" Type="http://schemas.openxmlformats.org/officeDocument/2006/relationships/image" Target="../media/image626.png"/><Relationship Id="rId313" Type="http://schemas.openxmlformats.org/officeDocument/2006/relationships/image" Target="../media/image718.png"/><Relationship Id="rId10" Type="http://schemas.openxmlformats.org/officeDocument/2006/relationships/customXml" Target="../ink/ink570.xml"/><Relationship Id="rId31" Type="http://schemas.openxmlformats.org/officeDocument/2006/relationships/image" Target="../media/image578.png"/><Relationship Id="rId52" Type="http://schemas.openxmlformats.org/officeDocument/2006/relationships/customXml" Target="../ink/ink591.xml"/><Relationship Id="rId73" Type="http://schemas.openxmlformats.org/officeDocument/2006/relationships/image" Target="../media/image599.png"/><Relationship Id="rId94" Type="http://schemas.openxmlformats.org/officeDocument/2006/relationships/customXml" Target="../ink/ink612.xml"/><Relationship Id="rId148" Type="http://schemas.openxmlformats.org/officeDocument/2006/relationships/customXml" Target="../ink/ink639.xml"/><Relationship Id="rId169" Type="http://schemas.openxmlformats.org/officeDocument/2006/relationships/image" Target="../media/image647.png"/><Relationship Id="rId334" Type="http://schemas.openxmlformats.org/officeDocument/2006/relationships/customXml" Target="../ink/ink732.xml"/><Relationship Id="rId4" Type="http://schemas.openxmlformats.org/officeDocument/2006/relationships/customXml" Target="../ink/ink567.xml"/><Relationship Id="rId180" Type="http://schemas.openxmlformats.org/officeDocument/2006/relationships/customXml" Target="../ink/ink655.xml"/><Relationship Id="rId215" Type="http://schemas.openxmlformats.org/officeDocument/2006/relationships/image" Target="../media/image670.png"/><Relationship Id="rId236" Type="http://schemas.openxmlformats.org/officeDocument/2006/relationships/customXml" Target="../ink/ink683.xml"/><Relationship Id="rId257" Type="http://schemas.openxmlformats.org/officeDocument/2006/relationships/image" Target="../media/image691.png"/><Relationship Id="rId278" Type="http://schemas.openxmlformats.org/officeDocument/2006/relationships/customXml" Target="../ink/ink704.xml"/><Relationship Id="rId303" Type="http://schemas.openxmlformats.org/officeDocument/2006/relationships/image" Target="../media/image713.png"/><Relationship Id="rId42" Type="http://schemas.openxmlformats.org/officeDocument/2006/relationships/customXml" Target="../ink/ink586.xml"/><Relationship Id="rId84" Type="http://schemas.openxmlformats.org/officeDocument/2006/relationships/customXml" Target="../ink/ink607.xml"/><Relationship Id="rId138" Type="http://schemas.openxmlformats.org/officeDocument/2006/relationships/customXml" Target="../ink/ink634.xml"/><Relationship Id="rId345" Type="http://schemas.openxmlformats.org/officeDocument/2006/relationships/image" Target="../media/image733.png"/><Relationship Id="rId191" Type="http://schemas.openxmlformats.org/officeDocument/2006/relationships/image" Target="../media/image658.png"/><Relationship Id="rId205" Type="http://schemas.openxmlformats.org/officeDocument/2006/relationships/image" Target="../media/image665.png"/><Relationship Id="rId247" Type="http://schemas.openxmlformats.org/officeDocument/2006/relationships/image" Target="../media/image686.png"/><Relationship Id="rId107" Type="http://schemas.openxmlformats.org/officeDocument/2006/relationships/image" Target="../media/image616.png"/><Relationship Id="rId289" Type="http://schemas.openxmlformats.org/officeDocument/2006/relationships/image" Target="../media/image706.png"/><Relationship Id="rId11" Type="http://schemas.openxmlformats.org/officeDocument/2006/relationships/image" Target="../media/image568.png"/><Relationship Id="rId53" Type="http://schemas.openxmlformats.org/officeDocument/2006/relationships/image" Target="../media/image589.png"/><Relationship Id="rId149" Type="http://schemas.openxmlformats.org/officeDocument/2006/relationships/image" Target="../media/image637.png"/><Relationship Id="rId314" Type="http://schemas.openxmlformats.org/officeDocument/2006/relationships/customXml" Target="../ink/ink722.xml"/><Relationship Id="rId95" Type="http://schemas.openxmlformats.org/officeDocument/2006/relationships/image" Target="../media/image610.png"/><Relationship Id="rId160" Type="http://schemas.openxmlformats.org/officeDocument/2006/relationships/customXml" Target="../ink/ink645.xml"/><Relationship Id="rId216" Type="http://schemas.openxmlformats.org/officeDocument/2006/relationships/customXml" Target="../ink/ink673.xml"/><Relationship Id="rId258" Type="http://schemas.openxmlformats.org/officeDocument/2006/relationships/customXml" Target="../ink/ink694.xml"/><Relationship Id="rId22" Type="http://schemas.openxmlformats.org/officeDocument/2006/relationships/customXml" Target="../ink/ink576.xml"/><Relationship Id="rId64" Type="http://schemas.openxmlformats.org/officeDocument/2006/relationships/customXml" Target="../ink/ink597.xml"/><Relationship Id="rId118" Type="http://schemas.openxmlformats.org/officeDocument/2006/relationships/customXml" Target="../ink/ink624.xml"/><Relationship Id="rId325" Type="http://schemas.openxmlformats.org/officeDocument/2006/relationships/image" Target="../media/image723.png"/><Relationship Id="rId171" Type="http://schemas.openxmlformats.org/officeDocument/2006/relationships/image" Target="../media/image648.png"/><Relationship Id="rId227" Type="http://schemas.openxmlformats.org/officeDocument/2006/relationships/image" Target="../media/image676.png"/><Relationship Id="rId269" Type="http://schemas.openxmlformats.org/officeDocument/2006/relationships/image" Target="../media/image697.png"/><Relationship Id="rId33" Type="http://schemas.openxmlformats.org/officeDocument/2006/relationships/image" Target="../media/image579.png"/><Relationship Id="rId129" Type="http://schemas.openxmlformats.org/officeDocument/2006/relationships/image" Target="../media/image627.png"/><Relationship Id="rId280" Type="http://schemas.openxmlformats.org/officeDocument/2006/relationships/customXml" Target="../ink/ink705.xml"/><Relationship Id="rId336" Type="http://schemas.openxmlformats.org/officeDocument/2006/relationships/customXml" Target="../ink/ink733.xml"/><Relationship Id="rId75" Type="http://schemas.openxmlformats.org/officeDocument/2006/relationships/image" Target="../media/image600.png"/><Relationship Id="rId140" Type="http://schemas.openxmlformats.org/officeDocument/2006/relationships/customXml" Target="../ink/ink635.xml"/><Relationship Id="rId182" Type="http://schemas.openxmlformats.org/officeDocument/2006/relationships/customXml" Target="../ink/ink656.xml"/><Relationship Id="rId6" Type="http://schemas.openxmlformats.org/officeDocument/2006/relationships/customXml" Target="../ink/ink568.xml"/><Relationship Id="rId238" Type="http://schemas.openxmlformats.org/officeDocument/2006/relationships/customXml" Target="../ink/ink684.xml"/><Relationship Id="rId291" Type="http://schemas.openxmlformats.org/officeDocument/2006/relationships/image" Target="../media/image707.png"/><Relationship Id="rId305" Type="http://schemas.openxmlformats.org/officeDocument/2006/relationships/image" Target="../media/image714.png"/><Relationship Id="rId44" Type="http://schemas.openxmlformats.org/officeDocument/2006/relationships/customXml" Target="../ink/ink587.xml"/><Relationship Id="rId86" Type="http://schemas.openxmlformats.org/officeDocument/2006/relationships/customXml" Target="../ink/ink608.xml"/><Relationship Id="rId151" Type="http://schemas.openxmlformats.org/officeDocument/2006/relationships/image" Target="../media/image638.png"/><Relationship Id="rId193" Type="http://schemas.openxmlformats.org/officeDocument/2006/relationships/image" Target="../media/image659.png"/><Relationship Id="rId207" Type="http://schemas.openxmlformats.org/officeDocument/2006/relationships/image" Target="../media/image666.png"/><Relationship Id="rId249" Type="http://schemas.openxmlformats.org/officeDocument/2006/relationships/image" Target="../media/image687.png"/><Relationship Id="rId13" Type="http://schemas.openxmlformats.org/officeDocument/2006/relationships/image" Target="../media/image569.png"/><Relationship Id="rId109" Type="http://schemas.openxmlformats.org/officeDocument/2006/relationships/image" Target="../media/image617.png"/><Relationship Id="rId260" Type="http://schemas.openxmlformats.org/officeDocument/2006/relationships/customXml" Target="../ink/ink695.xml"/><Relationship Id="rId316" Type="http://schemas.openxmlformats.org/officeDocument/2006/relationships/customXml" Target="../ink/ink723.xml"/><Relationship Id="rId55" Type="http://schemas.openxmlformats.org/officeDocument/2006/relationships/image" Target="../media/image590.png"/><Relationship Id="rId97" Type="http://schemas.openxmlformats.org/officeDocument/2006/relationships/image" Target="../media/image611.png"/><Relationship Id="rId120" Type="http://schemas.openxmlformats.org/officeDocument/2006/relationships/customXml" Target="../ink/ink625.xml"/><Relationship Id="rId162" Type="http://schemas.openxmlformats.org/officeDocument/2006/relationships/customXml" Target="../ink/ink646.xml"/><Relationship Id="rId218" Type="http://schemas.openxmlformats.org/officeDocument/2006/relationships/customXml" Target="../ink/ink674.xml"/><Relationship Id="rId271" Type="http://schemas.openxmlformats.org/officeDocument/2006/relationships/image" Target="../media/image698.png"/><Relationship Id="rId24" Type="http://schemas.openxmlformats.org/officeDocument/2006/relationships/customXml" Target="../ink/ink577.xml"/><Relationship Id="rId66" Type="http://schemas.openxmlformats.org/officeDocument/2006/relationships/customXml" Target="../ink/ink598.xml"/><Relationship Id="rId131" Type="http://schemas.openxmlformats.org/officeDocument/2006/relationships/image" Target="../media/image628.png"/><Relationship Id="rId327" Type="http://schemas.openxmlformats.org/officeDocument/2006/relationships/image" Target="../media/image724.png"/><Relationship Id="rId173" Type="http://schemas.openxmlformats.org/officeDocument/2006/relationships/image" Target="../media/image649.png"/><Relationship Id="rId229" Type="http://schemas.openxmlformats.org/officeDocument/2006/relationships/image" Target="../media/image677.png"/><Relationship Id="rId240" Type="http://schemas.openxmlformats.org/officeDocument/2006/relationships/customXml" Target="../ink/ink685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90.png"/><Relationship Id="rId21" Type="http://schemas.openxmlformats.org/officeDocument/2006/relationships/image" Target="../media/image743.png"/><Relationship Id="rId63" Type="http://schemas.openxmlformats.org/officeDocument/2006/relationships/image" Target="../media/image198.png"/><Relationship Id="rId159" Type="http://schemas.openxmlformats.org/officeDocument/2006/relationships/image" Target="../media/image811.png"/><Relationship Id="rId170" Type="http://schemas.openxmlformats.org/officeDocument/2006/relationships/customXml" Target="../ink/ink822.xml"/><Relationship Id="rId191" Type="http://schemas.openxmlformats.org/officeDocument/2006/relationships/image" Target="../media/image827.png"/><Relationship Id="rId205" Type="http://schemas.openxmlformats.org/officeDocument/2006/relationships/image" Target="../media/image834.png"/><Relationship Id="rId226" Type="http://schemas.openxmlformats.org/officeDocument/2006/relationships/customXml" Target="../ink/ink850.xml"/><Relationship Id="rId247" Type="http://schemas.openxmlformats.org/officeDocument/2006/relationships/image" Target="../media/image855.png"/><Relationship Id="rId107" Type="http://schemas.openxmlformats.org/officeDocument/2006/relationships/image" Target="../media/image785.png"/><Relationship Id="rId11" Type="http://schemas.openxmlformats.org/officeDocument/2006/relationships/image" Target="../media/image738.png"/><Relationship Id="rId32" Type="http://schemas.openxmlformats.org/officeDocument/2006/relationships/customXml" Target="../ink/ink753.xml"/><Relationship Id="rId53" Type="http://schemas.openxmlformats.org/officeDocument/2006/relationships/image" Target="../media/image759.png"/><Relationship Id="rId74" Type="http://schemas.openxmlformats.org/officeDocument/2006/relationships/customXml" Target="../ink/ink774.xml"/><Relationship Id="rId128" Type="http://schemas.openxmlformats.org/officeDocument/2006/relationships/customXml" Target="../ink/ink801.xml"/><Relationship Id="rId149" Type="http://schemas.openxmlformats.org/officeDocument/2006/relationships/image" Target="../media/image806.png"/><Relationship Id="rId5" Type="http://schemas.openxmlformats.org/officeDocument/2006/relationships/image" Target="../media/image735.png"/><Relationship Id="rId95" Type="http://schemas.openxmlformats.org/officeDocument/2006/relationships/image" Target="../media/image779.png"/><Relationship Id="rId160" Type="http://schemas.openxmlformats.org/officeDocument/2006/relationships/customXml" Target="../ink/ink817.xml"/><Relationship Id="rId181" Type="http://schemas.openxmlformats.org/officeDocument/2006/relationships/image" Target="../media/image822.png"/><Relationship Id="rId216" Type="http://schemas.openxmlformats.org/officeDocument/2006/relationships/customXml" Target="../ink/ink845.xml"/><Relationship Id="rId237" Type="http://schemas.openxmlformats.org/officeDocument/2006/relationships/image" Target="../media/image850.png"/><Relationship Id="rId258" Type="http://schemas.openxmlformats.org/officeDocument/2006/relationships/customXml" Target="../ink/ink866.xml"/><Relationship Id="rId22" Type="http://schemas.openxmlformats.org/officeDocument/2006/relationships/customXml" Target="../ink/ink748.xml"/><Relationship Id="rId43" Type="http://schemas.openxmlformats.org/officeDocument/2006/relationships/image" Target="../media/image754.png"/><Relationship Id="rId64" Type="http://schemas.openxmlformats.org/officeDocument/2006/relationships/customXml" Target="../ink/ink769.xml"/><Relationship Id="rId118" Type="http://schemas.openxmlformats.org/officeDocument/2006/relationships/customXml" Target="../ink/ink796.xml"/><Relationship Id="rId139" Type="http://schemas.openxmlformats.org/officeDocument/2006/relationships/image" Target="../media/image801.png"/><Relationship Id="rId85" Type="http://schemas.openxmlformats.org/officeDocument/2006/relationships/image" Target="../media/image774.png"/><Relationship Id="rId150" Type="http://schemas.openxmlformats.org/officeDocument/2006/relationships/customXml" Target="../ink/ink812.xml"/><Relationship Id="rId171" Type="http://schemas.openxmlformats.org/officeDocument/2006/relationships/image" Target="../media/image817.png"/><Relationship Id="rId192" Type="http://schemas.openxmlformats.org/officeDocument/2006/relationships/customXml" Target="../ink/ink833.xml"/><Relationship Id="rId206" Type="http://schemas.openxmlformats.org/officeDocument/2006/relationships/customXml" Target="../ink/ink840.xml"/><Relationship Id="rId227" Type="http://schemas.openxmlformats.org/officeDocument/2006/relationships/image" Target="../media/image845.png"/><Relationship Id="rId248" Type="http://schemas.openxmlformats.org/officeDocument/2006/relationships/customXml" Target="../ink/ink861.xml"/><Relationship Id="rId12" Type="http://schemas.openxmlformats.org/officeDocument/2006/relationships/customXml" Target="../ink/ink743.xml"/><Relationship Id="rId33" Type="http://schemas.openxmlformats.org/officeDocument/2006/relationships/image" Target="../media/image749.png"/><Relationship Id="rId108" Type="http://schemas.openxmlformats.org/officeDocument/2006/relationships/customXml" Target="../ink/ink791.xml"/><Relationship Id="rId129" Type="http://schemas.openxmlformats.org/officeDocument/2006/relationships/image" Target="../media/image796.png"/><Relationship Id="rId54" Type="http://schemas.openxmlformats.org/officeDocument/2006/relationships/customXml" Target="../ink/ink764.xml"/><Relationship Id="rId75" Type="http://schemas.openxmlformats.org/officeDocument/2006/relationships/image" Target="../media/image769.png"/><Relationship Id="rId96" Type="http://schemas.openxmlformats.org/officeDocument/2006/relationships/customXml" Target="../ink/ink785.xml"/><Relationship Id="rId140" Type="http://schemas.openxmlformats.org/officeDocument/2006/relationships/customXml" Target="../ink/ink807.xml"/><Relationship Id="rId161" Type="http://schemas.openxmlformats.org/officeDocument/2006/relationships/image" Target="../media/image812.png"/><Relationship Id="rId182" Type="http://schemas.openxmlformats.org/officeDocument/2006/relationships/customXml" Target="../ink/ink828.xml"/><Relationship Id="rId217" Type="http://schemas.openxmlformats.org/officeDocument/2006/relationships/image" Target="../media/image840.png"/><Relationship Id="rId6" Type="http://schemas.openxmlformats.org/officeDocument/2006/relationships/customXml" Target="../ink/ink740.xml"/><Relationship Id="rId238" Type="http://schemas.openxmlformats.org/officeDocument/2006/relationships/customXml" Target="../ink/ink856.xml"/><Relationship Id="rId259" Type="http://schemas.openxmlformats.org/officeDocument/2006/relationships/image" Target="../media/image861.png"/><Relationship Id="rId23" Type="http://schemas.openxmlformats.org/officeDocument/2006/relationships/image" Target="../media/image744.png"/><Relationship Id="rId119" Type="http://schemas.openxmlformats.org/officeDocument/2006/relationships/image" Target="../media/image791.png"/><Relationship Id="rId44" Type="http://schemas.openxmlformats.org/officeDocument/2006/relationships/customXml" Target="../ink/ink759.xml"/><Relationship Id="rId65" Type="http://schemas.openxmlformats.org/officeDocument/2006/relationships/image" Target="../media/image764.png"/><Relationship Id="rId86" Type="http://schemas.openxmlformats.org/officeDocument/2006/relationships/customXml" Target="../ink/ink780.xml"/><Relationship Id="rId130" Type="http://schemas.openxmlformats.org/officeDocument/2006/relationships/customXml" Target="../ink/ink802.xml"/><Relationship Id="rId151" Type="http://schemas.openxmlformats.org/officeDocument/2006/relationships/image" Target="../media/image807.png"/><Relationship Id="rId172" Type="http://schemas.openxmlformats.org/officeDocument/2006/relationships/customXml" Target="../ink/ink823.xml"/><Relationship Id="rId193" Type="http://schemas.openxmlformats.org/officeDocument/2006/relationships/image" Target="../media/image828.png"/><Relationship Id="rId207" Type="http://schemas.openxmlformats.org/officeDocument/2006/relationships/image" Target="../media/image835.png"/><Relationship Id="rId228" Type="http://schemas.openxmlformats.org/officeDocument/2006/relationships/customXml" Target="../ink/ink851.xml"/><Relationship Id="rId249" Type="http://schemas.openxmlformats.org/officeDocument/2006/relationships/image" Target="../media/image856.png"/><Relationship Id="rId13" Type="http://schemas.openxmlformats.org/officeDocument/2006/relationships/image" Target="../media/image739.png"/><Relationship Id="rId109" Type="http://schemas.openxmlformats.org/officeDocument/2006/relationships/image" Target="../media/image786.png"/><Relationship Id="rId260" Type="http://schemas.openxmlformats.org/officeDocument/2006/relationships/customXml" Target="../ink/ink867.xml"/><Relationship Id="rId34" Type="http://schemas.openxmlformats.org/officeDocument/2006/relationships/customXml" Target="../ink/ink754.xml"/><Relationship Id="rId55" Type="http://schemas.openxmlformats.org/officeDocument/2006/relationships/image" Target="../media/image760.png"/><Relationship Id="rId76" Type="http://schemas.openxmlformats.org/officeDocument/2006/relationships/customXml" Target="../ink/ink775.xml"/><Relationship Id="rId97" Type="http://schemas.openxmlformats.org/officeDocument/2006/relationships/image" Target="../media/image780.png"/><Relationship Id="rId120" Type="http://schemas.openxmlformats.org/officeDocument/2006/relationships/customXml" Target="../ink/ink797.xml"/><Relationship Id="rId141" Type="http://schemas.openxmlformats.org/officeDocument/2006/relationships/image" Target="../media/image802.png"/><Relationship Id="rId7" Type="http://schemas.openxmlformats.org/officeDocument/2006/relationships/image" Target="../media/image736.png"/><Relationship Id="rId162" Type="http://schemas.openxmlformats.org/officeDocument/2006/relationships/customXml" Target="../ink/ink818.xml"/><Relationship Id="rId183" Type="http://schemas.openxmlformats.org/officeDocument/2006/relationships/image" Target="../media/image823.png"/><Relationship Id="rId218" Type="http://schemas.openxmlformats.org/officeDocument/2006/relationships/customXml" Target="../ink/ink846.xml"/><Relationship Id="rId239" Type="http://schemas.openxmlformats.org/officeDocument/2006/relationships/image" Target="../media/image851.png"/><Relationship Id="rId250" Type="http://schemas.openxmlformats.org/officeDocument/2006/relationships/customXml" Target="../ink/ink862.xml"/><Relationship Id="rId24" Type="http://schemas.openxmlformats.org/officeDocument/2006/relationships/customXml" Target="../ink/ink749.xml"/><Relationship Id="rId45" Type="http://schemas.openxmlformats.org/officeDocument/2006/relationships/image" Target="../media/image755.png"/><Relationship Id="rId66" Type="http://schemas.openxmlformats.org/officeDocument/2006/relationships/customXml" Target="../ink/ink770.xml"/><Relationship Id="rId87" Type="http://schemas.openxmlformats.org/officeDocument/2006/relationships/image" Target="../media/image775.png"/><Relationship Id="rId110" Type="http://schemas.openxmlformats.org/officeDocument/2006/relationships/customXml" Target="../ink/ink792.xml"/><Relationship Id="rId131" Type="http://schemas.openxmlformats.org/officeDocument/2006/relationships/image" Target="../media/image797.png"/><Relationship Id="rId152" Type="http://schemas.openxmlformats.org/officeDocument/2006/relationships/customXml" Target="../ink/ink813.xml"/><Relationship Id="rId173" Type="http://schemas.openxmlformats.org/officeDocument/2006/relationships/image" Target="../media/image818.png"/><Relationship Id="rId194" Type="http://schemas.openxmlformats.org/officeDocument/2006/relationships/customXml" Target="../ink/ink834.xml"/><Relationship Id="rId208" Type="http://schemas.openxmlformats.org/officeDocument/2006/relationships/customXml" Target="../ink/ink841.xml"/><Relationship Id="rId229" Type="http://schemas.openxmlformats.org/officeDocument/2006/relationships/image" Target="../media/image846.png"/><Relationship Id="rId240" Type="http://schemas.openxmlformats.org/officeDocument/2006/relationships/customXml" Target="../ink/ink857.xml"/><Relationship Id="rId261" Type="http://schemas.openxmlformats.org/officeDocument/2006/relationships/image" Target="../media/image862.png"/><Relationship Id="rId14" Type="http://schemas.openxmlformats.org/officeDocument/2006/relationships/customXml" Target="../ink/ink744.xml"/><Relationship Id="rId35" Type="http://schemas.openxmlformats.org/officeDocument/2006/relationships/image" Target="../media/image750.png"/><Relationship Id="rId56" Type="http://schemas.openxmlformats.org/officeDocument/2006/relationships/customXml" Target="../ink/ink765.xml"/><Relationship Id="rId77" Type="http://schemas.openxmlformats.org/officeDocument/2006/relationships/image" Target="../media/image770.png"/><Relationship Id="rId100" Type="http://schemas.openxmlformats.org/officeDocument/2006/relationships/customXml" Target="../ink/ink787.xml"/><Relationship Id="rId8" Type="http://schemas.openxmlformats.org/officeDocument/2006/relationships/customXml" Target="../ink/ink741.xml"/><Relationship Id="rId98" Type="http://schemas.openxmlformats.org/officeDocument/2006/relationships/customXml" Target="../ink/ink786.xml"/><Relationship Id="rId121" Type="http://schemas.openxmlformats.org/officeDocument/2006/relationships/image" Target="../media/image792.png"/><Relationship Id="rId142" Type="http://schemas.openxmlformats.org/officeDocument/2006/relationships/customXml" Target="../ink/ink808.xml"/><Relationship Id="rId163" Type="http://schemas.openxmlformats.org/officeDocument/2006/relationships/image" Target="../media/image813.png"/><Relationship Id="rId184" Type="http://schemas.openxmlformats.org/officeDocument/2006/relationships/customXml" Target="../ink/ink829.xml"/><Relationship Id="rId219" Type="http://schemas.openxmlformats.org/officeDocument/2006/relationships/image" Target="../media/image841.png"/><Relationship Id="rId230" Type="http://schemas.openxmlformats.org/officeDocument/2006/relationships/customXml" Target="../ink/ink852.xml"/><Relationship Id="rId251" Type="http://schemas.openxmlformats.org/officeDocument/2006/relationships/image" Target="../media/image857.png"/><Relationship Id="rId25" Type="http://schemas.openxmlformats.org/officeDocument/2006/relationships/image" Target="../media/image745.png"/><Relationship Id="rId46" Type="http://schemas.openxmlformats.org/officeDocument/2006/relationships/customXml" Target="../ink/ink760.xml"/><Relationship Id="rId67" Type="http://schemas.openxmlformats.org/officeDocument/2006/relationships/image" Target="../media/image765.png"/><Relationship Id="rId88" Type="http://schemas.openxmlformats.org/officeDocument/2006/relationships/customXml" Target="../ink/ink781.xml"/><Relationship Id="rId111" Type="http://schemas.openxmlformats.org/officeDocument/2006/relationships/image" Target="../media/image787.png"/><Relationship Id="rId132" Type="http://schemas.openxmlformats.org/officeDocument/2006/relationships/customXml" Target="../ink/ink803.xml"/><Relationship Id="rId153" Type="http://schemas.openxmlformats.org/officeDocument/2006/relationships/image" Target="../media/image808.png"/><Relationship Id="rId174" Type="http://schemas.openxmlformats.org/officeDocument/2006/relationships/customXml" Target="../ink/ink824.xml"/><Relationship Id="rId195" Type="http://schemas.openxmlformats.org/officeDocument/2006/relationships/image" Target="../media/image829.png"/><Relationship Id="rId209" Type="http://schemas.openxmlformats.org/officeDocument/2006/relationships/image" Target="../media/image836.png"/><Relationship Id="rId220" Type="http://schemas.openxmlformats.org/officeDocument/2006/relationships/customXml" Target="../ink/ink847.xml"/><Relationship Id="rId241" Type="http://schemas.openxmlformats.org/officeDocument/2006/relationships/image" Target="../media/image852.png"/><Relationship Id="rId15" Type="http://schemas.openxmlformats.org/officeDocument/2006/relationships/image" Target="../media/image740.png"/><Relationship Id="rId36" Type="http://schemas.openxmlformats.org/officeDocument/2006/relationships/customXml" Target="../ink/ink755.xml"/><Relationship Id="rId57" Type="http://schemas.openxmlformats.org/officeDocument/2006/relationships/image" Target="../media/image761.png"/><Relationship Id="rId262" Type="http://schemas.openxmlformats.org/officeDocument/2006/relationships/customXml" Target="../ink/ink868.xml"/><Relationship Id="rId78" Type="http://schemas.openxmlformats.org/officeDocument/2006/relationships/customXml" Target="../ink/ink776.xml"/><Relationship Id="rId99" Type="http://schemas.openxmlformats.org/officeDocument/2006/relationships/image" Target="../media/image781.png"/><Relationship Id="rId101" Type="http://schemas.openxmlformats.org/officeDocument/2006/relationships/image" Target="../media/image782.png"/><Relationship Id="rId122" Type="http://schemas.openxmlformats.org/officeDocument/2006/relationships/customXml" Target="../ink/ink798.xml"/><Relationship Id="rId143" Type="http://schemas.openxmlformats.org/officeDocument/2006/relationships/image" Target="../media/image803.png"/><Relationship Id="rId164" Type="http://schemas.openxmlformats.org/officeDocument/2006/relationships/customXml" Target="../ink/ink819.xml"/><Relationship Id="rId185" Type="http://schemas.openxmlformats.org/officeDocument/2006/relationships/image" Target="../media/image824.png"/><Relationship Id="rId9" Type="http://schemas.openxmlformats.org/officeDocument/2006/relationships/image" Target="../media/image737.png"/><Relationship Id="rId210" Type="http://schemas.openxmlformats.org/officeDocument/2006/relationships/customXml" Target="../ink/ink842.xml"/><Relationship Id="rId26" Type="http://schemas.openxmlformats.org/officeDocument/2006/relationships/customXml" Target="../ink/ink750.xml"/><Relationship Id="rId231" Type="http://schemas.openxmlformats.org/officeDocument/2006/relationships/image" Target="../media/image847.png"/><Relationship Id="rId252" Type="http://schemas.openxmlformats.org/officeDocument/2006/relationships/customXml" Target="../ink/ink863.xml"/><Relationship Id="rId47" Type="http://schemas.openxmlformats.org/officeDocument/2006/relationships/image" Target="../media/image756.png"/><Relationship Id="rId68" Type="http://schemas.openxmlformats.org/officeDocument/2006/relationships/customXml" Target="../ink/ink771.xml"/><Relationship Id="rId89" Type="http://schemas.openxmlformats.org/officeDocument/2006/relationships/image" Target="../media/image776.png"/><Relationship Id="rId112" Type="http://schemas.openxmlformats.org/officeDocument/2006/relationships/customXml" Target="../ink/ink793.xml"/><Relationship Id="rId133" Type="http://schemas.openxmlformats.org/officeDocument/2006/relationships/image" Target="../media/image798.png"/><Relationship Id="rId154" Type="http://schemas.openxmlformats.org/officeDocument/2006/relationships/customXml" Target="../ink/ink814.xml"/><Relationship Id="rId175" Type="http://schemas.openxmlformats.org/officeDocument/2006/relationships/image" Target="../media/image819.png"/><Relationship Id="rId196" Type="http://schemas.openxmlformats.org/officeDocument/2006/relationships/customXml" Target="../ink/ink835.xml"/><Relationship Id="rId200" Type="http://schemas.openxmlformats.org/officeDocument/2006/relationships/customXml" Target="../ink/ink837.xml"/><Relationship Id="rId16" Type="http://schemas.openxmlformats.org/officeDocument/2006/relationships/customXml" Target="../ink/ink745.xml"/><Relationship Id="rId221" Type="http://schemas.openxmlformats.org/officeDocument/2006/relationships/image" Target="../media/image842.png"/><Relationship Id="rId242" Type="http://schemas.openxmlformats.org/officeDocument/2006/relationships/customXml" Target="../ink/ink858.xml"/><Relationship Id="rId263" Type="http://schemas.openxmlformats.org/officeDocument/2006/relationships/image" Target="../media/image863.png"/><Relationship Id="rId37" Type="http://schemas.openxmlformats.org/officeDocument/2006/relationships/image" Target="../media/image751.png"/><Relationship Id="rId58" Type="http://schemas.openxmlformats.org/officeDocument/2006/relationships/customXml" Target="../ink/ink766.xml"/><Relationship Id="rId79" Type="http://schemas.openxmlformats.org/officeDocument/2006/relationships/image" Target="../media/image771.png"/><Relationship Id="rId102" Type="http://schemas.openxmlformats.org/officeDocument/2006/relationships/customXml" Target="../ink/ink788.xml"/><Relationship Id="rId123" Type="http://schemas.openxmlformats.org/officeDocument/2006/relationships/image" Target="../media/image793.png"/><Relationship Id="rId144" Type="http://schemas.openxmlformats.org/officeDocument/2006/relationships/customXml" Target="../ink/ink809.xml"/><Relationship Id="rId90" Type="http://schemas.openxmlformats.org/officeDocument/2006/relationships/customXml" Target="../ink/ink782.xml"/><Relationship Id="rId165" Type="http://schemas.openxmlformats.org/officeDocument/2006/relationships/image" Target="../media/image814.png"/><Relationship Id="rId186" Type="http://schemas.openxmlformats.org/officeDocument/2006/relationships/customXml" Target="../ink/ink830.xml"/><Relationship Id="rId211" Type="http://schemas.openxmlformats.org/officeDocument/2006/relationships/image" Target="../media/image837.png"/><Relationship Id="rId232" Type="http://schemas.openxmlformats.org/officeDocument/2006/relationships/customXml" Target="../ink/ink853.xml"/><Relationship Id="rId253" Type="http://schemas.openxmlformats.org/officeDocument/2006/relationships/image" Target="../media/image858.png"/><Relationship Id="rId27" Type="http://schemas.openxmlformats.org/officeDocument/2006/relationships/image" Target="../media/image746.png"/><Relationship Id="rId48" Type="http://schemas.openxmlformats.org/officeDocument/2006/relationships/customXml" Target="../ink/ink761.xml"/><Relationship Id="rId69" Type="http://schemas.openxmlformats.org/officeDocument/2006/relationships/image" Target="../media/image766.png"/><Relationship Id="rId113" Type="http://schemas.openxmlformats.org/officeDocument/2006/relationships/image" Target="../media/image788.png"/><Relationship Id="rId134" Type="http://schemas.openxmlformats.org/officeDocument/2006/relationships/customXml" Target="../ink/ink804.xml"/><Relationship Id="rId80" Type="http://schemas.openxmlformats.org/officeDocument/2006/relationships/customXml" Target="../ink/ink777.xml"/><Relationship Id="rId155" Type="http://schemas.openxmlformats.org/officeDocument/2006/relationships/image" Target="../media/image809.png"/><Relationship Id="rId176" Type="http://schemas.openxmlformats.org/officeDocument/2006/relationships/customXml" Target="../ink/ink825.xml"/><Relationship Id="rId197" Type="http://schemas.openxmlformats.org/officeDocument/2006/relationships/image" Target="../media/image830.png"/><Relationship Id="rId201" Type="http://schemas.openxmlformats.org/officeDocument/2006/relationships/image" Target="../media/image832.png"/><Relationship Id="rId222" Type="http://schemas.openxmlformats.org/officeDocument/2006/relationships/customXml" Target="../ink/ink848.xml"/><Relationship Id="rId243" Type="http://schemas.openxmlformats.org/officeDocument/2006/relationships/image" Target="../media/image853.png"/><Relationship Id="rId17" Type="http://schemas.openxmlformats.org/officeDocument/2006/relationships/image" Target="../media/image741.png"/><Relationship Id="rId38" Type="http://schemas.openxmlformats.org/officeDocument/2006/relationships/customXml" Target="../ink/ink756.xml"/><Relationship Id="rId59" Type="http://schemas.openxmlformats.org/officeDocument/2006/relationships/image" Target="../media/image762.png"/><Relationship Id="rId103" Type="http://schemas.openxmlformats.org/officeDocument/2006/relationships/image" Target="../media/image783.png"/><Relationship Id="rId124" Type="http://schemas.openxmlformats.org/officeDocument/2006/relationships/customXml" Target="../ink/ink799.xml"/><Relationship Id="rId70" Type="http://schemas.openxmlformats.org/officeDocument/2006/relationships/customXml" Target="../ink/ink772.xml"/><Relationship Id="rId91" Type="http://schemas.openxmlformats.org/officeDocument/2006/relationships/image" Target="../media/image777.png"/><Relationship Id="rId145" Type="http://schemas.openxmlformats.org/officeDocument/2006/relationships/image" Target="../media/image804.png"/><Relationship Id="rId166" Type="http://schemas.openxmlformats.org/officeDocument/2006/relationships/customXml" Target="../ink/ink820.xml"/><Relationship Id="rId187" Type="http://schemas.openxmlformats.org/officeDocument/2006/relationships/image" Target="../media/image825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843.xml"/><Relationship Id="rId233" Type="http://schemas.openxmlformats.org/officeDocument/2006/relationships/image" Target="../media/image848.png"/><Relationship Id="rId254" Type="http://schemas.openxmlformats.org/officeDocument/2006/relationships/customXml" Target="../ink/ink864.xml"/><Relationship Id="rId28" Type="http://schemas.openxmlformats.org/officeDocument/2006/relationships/customXml" Target="../ink/ink751.xml"/><Relationship Id="rId49" Type="http://schemas.openxmlformats.org/officeDocument/2006/relationships/image" Target="../media/image757.png"/><Relationship Id="rId114" Type="http://schemas.openxmlformats.org/officeDocument/2006/relationships/customXml" Target="../ink/ink794.xml"/><Relationship Id="rId60" Type="http://schemas.openxmlformats.org/officeDocument/2006/relationships/customXml" Target="../ink/ink767.xml"/><Relationship Id="rId81" Type="http://schemas.openxmlformats.org/officeDocument/2006/relationships/image" Target="../media/image772.png"/><Relationship Id="rId135" Type="http://schemas.openxmlformats.org/officeDocument/2006/relationships/image" Target="../media/image799.png"/><Relationship Id="rId156" Type="http://schemas.openxmlformats.org/officeDocument/2006/relationships/customXml" Target="../ink/ink815.xml"/><Relationship Id="rId177" Type="http://schemas.openxmlformats.org/officeDocument/2006/relationships/image" Target="../media/image820.png"/><Relationship Id="rId198" Type="http://schemas.openxmlformats.org/officeDocument/2006/relationships/customXml" Target="../ink/ink836.xml"/><Relationship Id="rId202" Type="http://schemas.openxmlformats.org/officeDocument/2006/relationships/customXml" Target="../ink/ink838.xml"/><Relationship Id="rId223" Type="http://schemas.openxmlformats.org/officeDocument/2006/relationships/image" Target="../media/image843.png"/><Relationship Id="rId244" Type="http://schemas.openxmlformats.org/officeDocument/2006/relationships/customXml" Target="../ink/ink859.xml"/><Relationship Id="rId18" Type="http://schemas.openxmlformats.org/officeDocument/2006/relationships/customXml" Target="../ink/ink746.xml"/><Relationship Id="rId39" Type="http://schemas.openxmlformats.org/officeDocument/2006/relationships/image" Target="../media/image752.png"/><Relationship Id="rId50" Type="http://schemas.openxmlformats.org/officeDocument/2006/relationships/customXml" Target="../ink/ink762.xml"/><Relationship Id="rId104" Type="http://schemas.openxmlformats.org/officeDocument/2006/relationships/customXml" Target="../ink/ink789.xml"/><Relationship Id="rId125" Type="http://schemas.openxmlformats.org/officeDocument/2006/relationships/image" Target="../media/image794.png"/><Relationship Id="rId146" Type="http://schemas.openxmlformats.org/officeDocument/2006/relationships/customXml" Target="../ink/ink810.xml"/><Relationship Id="rId167" Type="http://schemas.openxmlformats.org/officeDocument/2006/relationships/image" Target="../media/image815.png"/><Relationship Id="rId188" Type="http://schemas.openxmlformats.org/officeDocument/2006/relationships/customXml" Target="../ink/ink831.xml"/><Relationship Id="rId71" Type="http://schemas.openxmlformats.org/officeDocument/2006/relationships/image" Target="../media/image767.png"/><Relationship Id="rId92" Type="http://schemas.openxmlformats.org/officeDocument/2006/relationships/customXml" Target="../ink/ink783.xml"/><Relationship Id="rId213" Type="http://schemas.openxmlformats.org/officeDocument/2006/relationships/image" Target="../media/image838.png"/><Relationship Id="rId234" Type="http://schemas.openxmlformats.org/officeDocument/2006/relationships/customXml" Target="../ink/ink854.xml"/><Relationship Id="rId2" Type="http://schemas.openxmlformats.org/officeDocument/2006/relationships/customXml" Target="../ink/ink738.xml"/><Relationship Id="rId29" Type="http://schemas.openxmlformats.org/officeDocument/2006/relationships/image" Target="../media/image747.png"/><Relationship Id="rId255" Type="http://schemas.openxmlformats.org/officeDocument/2006/relationships/image" Target="../media/image859.png"/><Relationship Id="rId40" Type="http://schemas.openxmlformats.org/officeDocument/2006/relationships/customXml" Target="../ink/ink757.xml"/><Relationship Id="rId115" Type="http://schemas.openxmlformats.org/officeDocument/2006/relationships/image" Target="../media/image789.png"/><Relationship Id="rId136" Type="http://schemas.openxmlformats.org/officeDocument/2006/relationships/customXml" Target="../ink/ink805.xml"/><Relationship Id="rId157" Type="http://schemas.openxmlformats.org/officeDocument/2006/relationships/image" Target="../media/image810.png"/><Relationship Id="rId178" Type="http://schemas.openxmlformats.org/officeDocument/2006/relationships/customXml" Target="../ink/ink826.xml"/><Relationship Id="rId61" Type="http://schemas.openxmlformats.org/officeDocument/2006/relationships/image" Target="../media/image763.png"/><Relationship Id="rId82" Type="http://schemas.openxmlformats.org/officeDocument/2006/relationships/customXml" Target="../ink/ink778.xml"/><Relationship Id="rId199" Type="http://schemas.openxmlformats.org/officeDocument/2006/relationships/image" Target="../media/image831.png"/><Relationship Id="rId203" Type="http://schemas.openxmlformats.org/officeDocument/2006/relationships/image" Target="../media/image833.png"/><Relationship Id="rId19" Type="http://schemas.openxmlformats.org/officeDocument/2006/relationships/image" Target="../media/image742.png"/><Relationship Id="rId224" Type="http://schemas.openxmlformats.org/officeDocument/2006/relationships/customXml" Target="../ink/ink849.xml"/><Relationship Id="rId245" Type="http://schemas.openxmlformats.org/officeDocument/2006/relationships/image" Target="../media/image854.png"/><Relationship Id="rId30" Type="http://schemas.openxmlformats.org/officeDocument/2006/relationships/customXml" Target="../ink/ink752.xml"/><Relationship Id="rId105" Type="http://schemas.openxmlformats.org/officeDocument/2006/relationships/image" Target="../media/image784.png"/><Relationship Id="rId126" Type="http://schemas.openxmlformats.org/officeDocument/2006/relationships/customXml" Target="../ink/ink800.xml"/><Relationship Id="rId147" Type="http://schemas.openxmlformats.org/officeDocument/2006/relationships/image" Target="../media/image805.png"/><Relationship Id="rId168" Type="http://schemas.openxmlformats.org/officeDocument/2006/relationships/customXml" Target="../ink/ink821.xml"/><Relationship Id="rId51" Type="http://schemas.openxmlformats.org/officeDocument/2006/relationships/image" Target="../media/image758.png"/><Relationship Id="rId72" Type="http://schemas.openxmlformats.org/officeDocument/2006/relationships/customXml" Target="../ink/ink773.xml"/><Relationship Id="rId93" Type="http://schemas.openxmlformats.org/officeDocument/2006/relationships/image" Target="../media/image778.png"/><Relationship Id="rId189" Type="http://schemas.openxmlformats.org/officeDocument/2006/relationships/image" Target="../media/image826.png"/><Relationship Id="rId3" Type="http://schemas.openxmlformats.org/officeDocument/2006/relationships/image" Target="../media/image734.png"/><Relationship Id="rId214" Type="http://schemas.openxmlformats.org/officeDocument/2006/relationships/customXml" Target="../ink/ink844.xml"/><Relationship Id="rId235" Type="http://schemas.openxmlformats.org/officeDocument/2006/relationships/image" Target="../media/image849.png"/><Relationship Id="rId256" Type="http://schemas.openxmlformats.org/officeDocument/2006/relationships/customXml" Target="../ink/ink865.xml"/><Relationship Id="rId116" Type="http://schemas.openxmlformats.org/officeDocument/2006/relationships/customXml" Target="../ink/ink795.xml"/><Relationship Id="rId137" Type="http://schemas.openxmlformats.org/officeDocument/2006/relationships/image" Target="../media/image800.png"/><Relationship Id="rId158" Type="http://schemas.openxmlformats.org/officeDocument/2006/relationships/customXml" Target="../ink/ink816.xml"/><Relationship Id="rId20" Type="http://schemas.openxmlformats.org/officeDocument/2006/relationships/customXml" Target="../ink/ink747.xml"/><Relationship Id="rId41" Type="http://schemas.openxmlformats.org/officeDocument/2006/relationships/image" Target="../media/image753.png"/><Relationship Id="rId62" Type="http://schemas.openxmlformats.org/officeDocument/2006/relationships/customXml" Target="../ink/ink768.xml"/><Relationship Id="rId83" Type="http://schemas.openxmlformats.org/officeDocument/2006/relationships/image" Target="../media/image773.png"/><Relationship Id="rId179" Type="http://schemas.openxmlformats.org/officeDocument/2006/relationships/image" Target="../media/image821.png"/><Relationship Id="rId190" Type="http://schemas.openxmlformats.org/officeDocument/2006/relationships/customXml" Target="../ink/ink832.xml"/><Relationship Id="rId204" Type="http://schemas.openxmlformats.org/officeDocument/2006/relationships/customXml" Target="../ink/ink839.xml"/><Relationship Id="rId225" Type="http://schemas.openxmlformats.org/officeDocument/2006/relationships/image" Target="../media/image844.png"/><Relationship Id="rId246" Type="http://schemas.openxmlformats.org/officeDocument/2006/relationships/customXml" Target="../ink/ink860.xml"/><Relationship Id="rId106" Type="http://schemas.openxmlformats.org/officeDocument/2006/relationships/customXml" Target="../ink/ink790.xml"/><Relationship Id="rId127" Type="http://schemas.openxmlformats.org/officeDocument/2006/relationships/image" Target="../media/image795.png"/><Relationship Id="rId10" Type="http://schemas.openxmlformats.org/officeDocument/2006/relationships/customXml" Target="../ink/ink742.xml"/><Relationship Id="rId31" Type="http://schemas.openxmlformats.org/officeDocument/2006/relationships/image" Target="../media/image748.png"/><Relationship Id="rId52" Type="http://schemas.openxmlformats.org/officeDocument/2006/relationships/customXml" Target="../ink/ink763.xml"/><Relationship Id="rId73" Type="http://schemas.openxmlformats.org/officeDocument/2006/relationships/image" Target="../media/image768.png"/><Relationship Id="rId94" Type="http://schemas.openxmlformats.org/officeDocument/2006/relationships/customXml" Target="../ink/ink784.xml"/><Relationship Id="rId148" Type="http://schemas.openxmlformats.org/officeDocument/2006/relationships/customXml" Target="../ink/ink811.xml"/><Relationship Id="rId169" Type="http://schemas.openxmlformats.org/officeDocument/2006/relationships/image" Target="../media/image816.png"/><Relationship Id="rId4" Type="http://schemas.openxmlformats.org/officeDocument/2006/relationships/customXml" Target="../ink/ink739.xml"/><Relationship Id="rId180" Type="http://schemas.openxmlformats.org/officeDocument/2006/relationships/customXml" Target="../ink/ink827.xml"/><Relationship Id="rId215" Type="http://schemas.openxmlformats.org/officeDocument/2006/relationships/image" Target="../media/image839.png"/><Relationship Id="rId236" Type="http://schemas.openxmlformats.org/officeDocument/2006/relationships/customXml" Target="../ink/ink855.xml"/><Relationship Id="rId257" Type="http://schemas.openxmlformats.org/officeDocument/2006/relationships/image" Target="../media/image860.png"/><Relationship Id="rId42" Type="http://schemas.openxmlformats.org/officeDocument/2006/relationships/customXml" Target="../ink/ink758.xml"/><Relationship Id="rId84" Type="http://schemas.openxmlformats.org/officeDocument/2006/relationships/customXml" Target="../ink/ink779.xml"/><Relationship Id="rId138" Type="http://schemas.openxmlformats.org/officeDocument/2006/relationships/customXml" Target="../ink/ink806.xml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921.png"/><Relationship Id="rId299" Type="http://schemas.openxmlformats.org/officeDocument/2006/relationships/image" Target="../media/image1011.png"/><Relationship Id="rId21" Type="http://schemas.openxmlformats.org/officeDocument/2006/relationships/image" Target="../media/image873.png"/><Relationship Id="rId63" Type="http://schemas.openxmlformats.org/officeDocument/2006/relationships/image" Target="../media/image894.png"/><Relationship Id="rId159" Type="http://schemas.openxmlformats.org/officeDocument/2006/relationships/image" Target="../media/image942.png"/><Relationship Id="rId324" Type="http://schemas.openxmlformats.org/officeDocument/2006/relationships/customXml" Target="../ink/ink1030.xml"/><Relationship Id="rId366" Type="http://schemas.openxmlformats.org/officeDocument/2006/relationships/customXml" Target="../ink/ink1051.xml"/><Relationship Id="rId170" Type="http://schemas.openxmlformats.org/officeDocument/2006/relationships/customXml" Target="../ink/ink953.xml"/><Relationship Id="rId226" Type="http://schemas.openxmlformats.org/officeDocument/2006/relationships/customXml" Target="../ink/ink981.xml"/><Relationship Id="rId433" Type="http://schemas.openxmlformats.org/officeDocument/2006/relationships/image" Target="../media/image1077.png"/><Relationship Id="rId268" Type="http://schemas.openxmlformats.org/officeDocument/2006/relationships/customXml" Target="../ink/ink1002.xml"/><Relationship Id="rId32" Type="http://schemas.openxmlformats.org/officeDocument/2006/relationships/customXml" Target="../ink/ink884.xml"/><Relationship Id="rId74" Type="http://schemas.openxmlformats.org/officeDocument/2006/relationships/customXml" Target="../ink/ink905.xml"/><Relationship Id="rId128" Type="http://schemas.openxmlformats.org/officeDocument/2006/relationships/customXml" Target="../ink/ink932.xml"/><Relationship Id="rId335" Type="http://schemas.openxmlformats.org/officeDocument/2006/relationships/image" Target="../media/image1029.png"/><Relationship Id="rId377" Type="http://schemas.openxmlformats.org/officeDocument/2006/relationships/image" Target="../media/image1049.png"/><Relationship Id="rId5" Type="http://schemas.openxmlformats.org/officeDocument/2006/relationships/image" Target="../media/image865.png"/><Relationship Id="rId181" Type="http://schemas.openxmlformats.org/officeDocument/2006/relationships/image" Target="../media/image953.png"/><Relationship Id="rId237" Type="http://schemas.openxmlformats.org/officeDocument/2006/relationships/image" Target="../media/image980.png"/><Relationship Id="rId402" Type="http://schemas.openxmlformats.org/officeDocument/2006/relationships/customXml" Target="../ink/ink1069.xml"/><Relationship Id="rId279" Type="http://schemas.openxmlformats.org/officeDocument/2006/relationships/image" Target="../media/image1001.png"/><Relationship Id="rId444" Type="http://schemas.openxmlformats.org/officeDocument/2006/relationships/customXml" Target="../ink/ink1090.xml"/><Relationship Id="rId43" Type="http://schemas.openxmlformats.org/officeDocument/2006/relationships/image" Target="../media/image884.png"/><Relationship Id="rId139" Type="http://schemas.openxmlformats.org/officeDocument/2006/relationships/image" Target="../media/image932.png"/><Relationship Id="rId290" Type="http://schemas.openxmlformats.org/officeDocument/2006/relationships/customXml" Target="../ink/ink1013.xml"/><Relationship Id="rId304" Type="http://schemas.openxmlformats.org/officeDocument/2006/relationships/customXml" Target="../ink/ink1020.xml"/><Relationship Id="rId346" Type="http://schemas.openxmlformats.org/officeDocument/2006/relationships/customXml" Target="../ink/ink1041.xml"/><Relationship Id="rId388" Type="http://schemas.openxmlformats.org/officeDocument/2006/relationships/customXml" Target="../ink/ink1062.xml"/><Relationship Id="rId85" Type="http://schemas.openxmlformats.org/officeDocument/2006/relationships/image" Target="../media/image905.png"/><Relationship Id="rId150" Type="http://schemas.openxmlformats.org/officeDocument/2006/relationships/customXml" Target="../ink/ink943.xml"/><Relationship Id="rId192" Type="http://schemas.openxmlformats.org/officeDocument/2006/relationships/customXml" Target="../ink/ink964.xml"/><Relationship Id="rId206" Type="http://schemas.openxmlformats.org/officeDocument/2006/relationships/customXml" Target="../ink/ink971.xml"/><Relationship Id="rId413" Type="http://schemas.openxmlformats.org/officeDocument/2006/relationships/image" Target="../media/image1067.png"/><Relationship Id="rId248" Type="http://schemas.openxmlformats.org/officeDocument/2006/relationships/customXml" Target="../ink/ink992.xml"/><Relationship Id="rId455" Type="http://schemas.openxmlformats.org/officeDocument/2006/relationships/image" Target="../media/image1088.png"/><Relationship Id="rId12" Type="http://schemas.openxmlformats.org/officeDocument/2006/relationships/customXml" Target="../ink/ink874.xml"/><Relationship Id="rId108" Type="http://schemas.openxmlformats.org/officeDocument/2006/relationships/customXml" Target="../ink/ink922.xml"/><Relationship Id="rId315" Type="http://schemas.openxmlformats.org/officeDocument/2006/relationships/image" Target="../media/image1019.png"/><Relationship Id="rId357" Type="http://schemas.openxmlformats.org/officeDocument/2006/relationships/image" Target="../media/image1040.png"/><Relationship Id="rId54" Type="http://schemas.openxmlformats.org/officeDocument/2006/relationships/customXml" Target="../ink/ink895.xml"/><Relationship Id="rId96" Type="http://schemas.openxmlformats.org/officeDocument/2006/relationships/customXml" Target="../ink/ink916.xml"/><Relationship Id="rId161" Type="http://schemas.openxmlformats.org/officeDocument/2006/relationships/image" Target="../media/image943.png"/><Relationship Id="rId217" Type="http://schemas.openxmlformats.org/officeDocument/2006/relationships/image" Target="../media/image970.png"/><Relationship Id="rId399" Type="http://schemas.openxmlformats.org/officeDocument/2006/relationships/image" Target="../media/image1060.png"/><Relationship Id="rId259" Type="http://schemas.openxmlformats.org/officeDocument/2006/relationships/image" Target="../media/image991.png"/><Relationship Id="rId424" Type="http://schemas.openxmlformats.org/officeDocument/2006/relationships/customXml" Target="../ink/ink1080.xml"/><Relationship Id="rId466" Type="http://schemas.openxmlformats.org/officeDocument/2006/relationships/customXml" Target="../ink/ink1101.xml"/><Relationship Id="rId23" Type="http://schemas.openxmlformats.org/officeDocument/2006/relationships/image" Target="../media/image874.png"/><Relationship Id="rId119" Type="http://schemas.openxmlformats.org/officeDocument/2006/relationships/image" Target="../media/image922.png"/><Relationship Id="rId270" Type="http://schemas.openxmlformats.org/officeDocument/2006/relationships/customXml" Target="../ink/ink1003.xml"/><Relationship Id="rId326" Type="http://schemas.openxmlformats.org/officeDocument/2006/relationships/customXml" Target="../ink/ink1031.xml"/><Relationship Id="rId65" Type="http://schemas.openxmlformats.org/officeDocument/2006/relationships/image" Target="../media/image895.png"/><Relationship Id="rId130" Type="http://schemas.openxmlformats.org/officeDocument/2006/relationships/customXml" Target="../ink/ink933.xml"/><Relationship Id="rId368" Type="http://schemas.openxmlformats.org/officeDocument/2006/relationships/customXml" Target="../ink/ink1052.xml"/><Relationship Id="rId172" Type="http://schemas.openxmlformats.org/officeDocument/2006/relationships/customXml" Target="../ink/ink954.xml"/><Relationship Id="rId228" Type="http://schemas.openxmlformats.org/officeDocument/2006/relationships/customXml" Target="../ink/ink982.xml"/><Relationship Id="rId435" Type="http://schemas.openxmlformats.org/officeDocument/2006/relationships/image" Target="../media/image1078.png"/><Relationship Id="rId281" Type="http://schemas.openxmlformats.org/officeDocument/2006/relationships/image" Target="../media/image1002.png"/><Relationship Id="rId337" Type="http://schemas.openxmlformats.org/officeDocument/2006/relationships/image" Target="../media/image1030.png"/><Relationship Id="rId34" Type="http://schemas.openxmlformats.org/officeDocument/2006/relationships/customXml" Target="../ink/ink885.xml"/><Relationship Id="rId76" Type="http://schemas.openxmlformats.org/officeDocument/2006/relationships/customXml" Target="../ink/ink906.xml"/><Relationship Id="rId141" Type="http://schemas.openxmlformats.org/officeDocument/2006/relationships/image" Target="../media/image933.png"/><Relationship Id="rId379" Type="http://schemas.openxmlformats.org/officeDocument/2006/relationships/image" Target="../media/image1050.png"/><Relationship Id="rId7" Type="http://schemas.openxmlformats.org/officeDocument/2006/relationships/image" Target="../media/image866.png"/><Relationship Id="rId183" Type="http://schemas.openxmlformats.org/officeDocument/2006/relationships/image" Target="../media/image954.png"/><Relationship Id="rId239" Type="http://schemas.openxmlformats.org/officeDocument/2006/relationships/image" Target="../media/image981.png"/><Relationship Id="rId390" Type="http://schemas.openxmlformats.org/officeDocument/2006/relationships/customXml" Target="../ink/ink1063.xml"/><Relationship Id="rId404" Type="http://schemas.openxmlformats.org/officeDocument/2006/relationships/customXml" Target="../ink/ink1070.xml"/><Relationship Id="rId446" Type="http://schemas.openxmlformats.org/officeDocument/2006/relationships/customXml" Target="../ink/ink1091.xml"/><Relationship Id="rId250" Type="http://schemas.openxmlformats.org/officeDocument/2006/relationships/customXml" Target="../ink/ink993.xml"/><Relationship Id="rId292" Type="http://schemas.openxmlformats.org/officeDocument/2006/relationships/customXml" Target="../ink/ink1014.xml"/><Relationship Id="rId306" Type="http://schemas.openxmlformats.org/officeDocument/2006/relationships/customXml" Target="../ink/ink1021.xml"/><Relationship Id="rId45" Type="http://schemas.openxmlformats.org/officeDocument/2006/relationships/image" Target="../media/image885.png"/><Relationship Id="rId87" Type="http://schemas.openxmlformats.org/officeDocument/2006/relationships/image" Target="../media/image906.png"/><Relationship Id="rId110" Type="http://schemas.openxmlformats.org/officeDocument/2006/relationships/customXml" Target="../ink/ink923.xml"/><Relationship Id="rId348" Type="http://schemas.openxmlformats.org/officeDocument/2006/relationships/customXml" Target="../ink/ink1042.xml"/><Relationship Id="rId152" Type="http://schemas.openxmlformats.org/officeDocument/2006/relationships/customXml" Target="../ink/ink944.xml"/><Relationship Id="rId194" Type="http://schemas.openxmlformats.org/officeDocument/2006/relationships/customXml" Target="../ink/ink965.xml"/><Relationship Id="rId208" Type="http://schemas.openxmlformats.org/officeDocument/2006/relationships/customXml" Target="../ink/ink972.xml"/><Relationship Id="rId415" Type="http://schemas.openxmlformats.org/officeDocument/2006/relationships/image" Target="../media/image1068.png"/><Relationship Id="rId457" Type="http://schemas.openxmlformats.org/officeDocument/2006/relationships/image" Target="../media/image1089.png"/><Relationship Id="rId261" Type="http://schemas.openxmlformats.org/officeDocument/2006/relationships/image" Target="../media/image992.png"/><Relationship Id="rId14" Type="http://schemas.openxmlformats.org/officeDocument/2006/relationships/customXml" Target="../ink/ink875.xml"/><Relationship Id="rId56" Type="http://schemas.openxmlformats.org/officeDocument/2006/relationships/customXml" Target="../ink/ink896.xml"/><Relationship Id="rId317" Type="http://schemas.openxmlformats.org/officeDocument/2006/relationships/image" Target="../media/image1020.png"/><Relationship Id="rId359" Type="http://schemas.openxmlformats.org/officeDocument/2006/relationships/image" Target="../media/image1041.png"/><Relationship Id="rId98" Type="http://schemas.openxmlformats.org/officeDocument/2006/relationships/customXml" Target="../ink/ink917.xml"/><Relationship Id="rId121" Type="http://schemas.openxmlformats.org/officeDocument/2006/relationships/image" Target="../media/image923.png"/><Relationship Id="rId163" Type="http://schemas.openxmlformats.org/officeDocument/2006/relationships/image" Target="../media/image944.png"/><Relationship Id="rId219" Type="http://schemas.openxmlformats.org/officeDocument/2006/relationships/image" Target="../media/image971.png"/><Relationship Id="rId370" Type="http://schemas.openxmlformats.org/officeDocument/2006/relationships/customXml" Target="../ink/ink1053.xml"/><Relationship Id="rId426" Type="http://schemas.openxmlformats.org/officeDocument/2006/relationships/customXml" Target="../ink/ink1081.xml"/><Relationship Id="rId230" Type="http://schemas.openxmlformats.org/officeDocument/2006/relationships/customXml" Target="../ink/ink983.xml"/><Relationship Id="rId25" Type="http://schemas.openxmlformats.org/officeDocument/2006/relationships/image" Target="../media/image875.png"/><Relationship Id="rId67" Type="http://schemas.openxmlformats.org/officeDocument/2006/relationships/image" Target="../media/image896.png"/><Relationship Id="rId272" Type="http://schemas.openxmlformats.org/officeDocument/2006/relationships/customXml" Target="../ink/ink1004.xml"/><Relationship Id="rId328" Type="http://schemas.openxmlformats.org/officeDocument/2006/relationships/customXml" Target="../ink/ink1032.xml"/><Relationship Id="rId132" Type="http://schemas.openxmlformats.org/officeDocument/2006/relationships/customXml" Target="../ink/ink934.xml"/><Relationship Id="rId174" Type="http://schemas.openxmlformats.org/officeDocument/2006/relationships/customXml" Target="../ink/ink955.xml"/><Relationship Id="rId381" Type="http://schemas.openxmlformats.org/officeDocument/2006/relationships/image" Target="../media/image1051.png"/><Relationship Id="rId241" Type="http://schemas.openxmlformats.org/officeDocument/2006/relationships/image" Target="../media/image982.png"/><Relationship Id="rId437" Type="http://schemas.openxmlformats.org/officeDocument/2006/relationships/image" Target="../media/image1079.png"/><Relationship Id="rId36" Type="http://schemas.openxmlformats.org/officeDocument/2006/relationships/customXml" Target="../ink/ink886.xml"/><Relationship Id="rId283" Type="http://schemas.openxmlformats.org/officeDocument/2006/relationships/image" Target="../media/image1003.png"/><Relationship Id="rId339" Type="http://schemas.openxmlformats.org/officeDocument/2006/relationships/image" Target="../media/image1031.png"/><Relationship Id="rId78" Type="http://schemas.openxmlformats.org/officeDocument/2006/relationships/customXml" Target="../ink/ink907.xml"/><Relationship Id="rId101" Type="http://schemas.openxmlformats.org/officeDocument/2006/relationships/image" Target="../media/image913.png"/><Relationship Id="rId143" Type="http://schemas.openxmlformats.org/officeDocument/2006/relationships/image" Target="../media/image934.png"/><Relationship Id="rId185" Type="http://schemas.openxmlformats.org/officeDocument/2006/relationships/image" Target="../media/image955.png"/><Relationship Id="rId350" Type="http://schemas.openxmlformats.org/officeDocument/2006/relationships/customXml" Target="../ink/ink1043.xml"/><Relationship Id="rId406" Type="http://schemas.openxmlformats.org/officeDocument/2006/relationships/customXml" Target="../ink/ink1071.xml"/><Relationship Id="rId9" Type="http://schemas.openxmlformats.org/officeDocument/2006/relationships/image" Target="../media/image867.png"/><Relationship Id="rId210" Type="http://schemas.openxmlformats.org/officeDocument/2006/relationships/customXml" Target="../ink/ink973.xml"/><Relationship Id="rId392" Type="http://schemas.openxmlformats.org/officeDocument/2006/relationships/customXml" Target="../ink/ink1064.xml"/><Relationship Id="rId448" Type="http://schemas.openxmlformats.org/officeDocument/2006/relationships/customXml" Target="../ink/ink1092.xml"/><Relationship Id="rId252" Type="http://schemas.openxmlformats.org/officeDocument/2006/relationships/customXml" Target="../ink/ink994.xml"/><Relationship Id="rId294" Type="http://schemas.openxmlformats.org/officeDocument/2006/relationships/customXml" Target="../ink/ink1015.xml"/><Relationship Id="rId308" Type="http://schemas.openxmlformats.org/officeDocument/2006/relationships/customXml" Target="../ink/ink1022.xml"/><Relationship Id="rId47" Type="http://schemas.openxmlformats.org/officeDocument/2006/relationships/image" Target="../media/image886.png"/><Relationship Id="rId89" Type="http://schemas.openxmlformats.org/officeDocument/2006/relationships/image" Target="../media/image907.png"/><Relationship Id="rId112" Type="http://schemas.openxmlformats.org/officeDocument/2006/relationships/customXml" Target="../ink/ink924.xml"/><Relationship Id="rId154" Type="http://schemas.openxmlformats.org/officeDocument/2006/relationships/customXml" Target="../ink/ink945.xml"/><Relationship Id="rId361" Type="http://schemas.openxmlformats.org/officeDocument/2006/relationships/image" Target="../media/image1042.png"/><Relationship Id="rId196" Type="http://schemas.openxmlformats.org/officeDocument/2006/relationships/customXml" Target="../ink/ink966.xml"/><Relationship Id="rId417" Type="http://schemas.openxmlformats.org/officeDocument/2006/relationships/image" Target="../media/image1069.png"/><Relationship Id="rId459" Type="http://schemas.openxmlformats.org/officeDocument/2006/relationships/image" Target="../media/image1090.png"/><Relationship Id="rId16" Type="http://schemas.openxmlformats.org/officeDocument/2006/relationships/customXml" Target="../ink/ink876.xml"/><Relationship Id="rId221" Type="http://schemas.openxmlformats.org/officeDocument/2006/relationships/image" Target="../media/image972.png"/><Relationship Id="rId263" Type="http://schemas.openxmlformats.org/officeDocument/2006/relationships/image" Target="../media/image993.png"/><Relationship Id="rId319" Type="http://schemas.openxmlformats.org/officeDocument/2006/relationships/image" Target="../media/image1021.png"/><Relationship Id="rId58" Type="http://schemas.openxmlformats.org/officeDocument/2006/relationships/customXml" Target="../ink/ink897.xml"/><Relationship Id="rId123" Type="http://schemas.openxmlformats.org/officeDocument/2006/relationships/image" Target="../media/image924.png"/><Relationship Id="rId330" Type="http://schemas.openxmlformats.org/officeDocument/2006/relationships/customXml" Target="../ink/ink1033.xml"/><Relationship Id="rId165" Type="http://schemas.openxmlformats.org/officeDocument/2006/relationships/image" Target="../media/image945.png"/><Relationship Id="rId372" Type="http://schemas.openxmlformats.org/officeDocument/2006/relationships/customXml" Target="../ink/ink1054.xml"/><Relationship Id="rId428" Type="http://schemas.openxmlformats.org/officeDocument/2006/relationships/customXml" Target="../ink/ink1082.xml"/><Relationship Id="rId232" Type="http://schemas.openxmlformats.org/officeDocument/2006/relationships/customXml" Target="../ink/ink984.xml"/><Relationship Id="rId274" Type="http://schemas.openxmlformats.org/officeDocument/2006/relationships/customXml" Target="../ink/ink1005.xml"/><Relationship Id="rId27" Type="http://schemas.openxmlformats.org/officeDocument/2006/relationships/image" Target="../media/image876.png"/><Relationship Id="rId69" Type="http://schemas.openxmlformats.org/officeDocument/2006/relationships/image" Target="../media/image897.png"/><Relationship Id="rId134" Type="http://schemas.openxmlformats.org/officeDocument/2006/relationships/customXml" Target="../ink/ink935.xml"/><Relationship Id="rId80" Type="http://schemas.openxmlformats.org/officeDocument/2006/relationships/customXml" Target="../ink/ink908.xml"/><Relationship Id="rId176" Type="http://schemas.openxmlformats.org/officeDocument/2006/relationships/customXml" Target="../ink/ink956.xml"/><Relationship Id="rId341" Type="http://schemas.openxmlformats.org/officeDocument/2006/relationships/image" Target="../media/image1032.png"/><Relationship Id="rId383" Type="http://schemas.openxmlformats.org/officeDocument/2006/relationships/image" Target="../media/image1052.png"/><Relationship Id="rId439" Type="http://schemas.openxmlformats.org/officeDocument/2006/relationships/image" Target="../media/image1080.png"/><Relationship Id="rId201" Type="http://schemas.openxmlformats.org/officeDocument/2006/relationships/image" Target="../media/image962.png"/><Relationship Id="rId243" Type="http://schemas.openxmlformats.org/officeDocument/2006/relationships/image" Target="../media/image983.png"/><Relationship Id="rId285" Type="http://schemas.openxmlformats.org/officeDocument/2006/relationships/image" Target="../media/image1004.png"/><Relationship Id="rId450" Type="http://schemas.openxmlformats.org/officeDocument/2006/relationships/customXml" Target="../ink/ink1093.xml"/><Relationship Id="rId38" Type="http://schemas.openxmlformats.org/officeDocument/2006/relationships/customXml" Target="../ink/ink887.xml"/><Relationship Id="rId103" Type="http://schemas.openxmlformats.org/officeDocument/2006/relationships/image" Target="../media/image914.png"/><Relationship Id="rId310" Type="http://schemas.openxmlformats.org/officeDocument/2006/relationships/customXml" Target="../ink/ink1023.xml"/><Relationship Id="rId91" Type="http://schemas.openxmlformats.org/officeDocument/2006/relationships/image" Target="../media/image908.png"/><Relationship Id="rId145" Type="http://schemas.openxmlformats.org/officeDocument/2006/relationships/image" Target="../media/image935.png"/><Relationship Id="rId187" Type="http://schemas.openxmlformats.org/officeDocument/2006/relationships/image" Target="../media/image32.png"/><Relationship Id="rId352" Type="http://schemas.openxmlformats.org/officeDocument/2006/relationships/customXml" Target="../ink/ink1044.xml"/><Relationship Id="rId394" Type="http://schemas.openxmlformats.org/officeDocument/2006/relationships/customXml" Target="../ink/ink1065.xml"/><Relationship Id="rId408" Type="http://schemas.openxmlformats.org/officeDocument/2006/relationships/customXml" Target="../ink/ink1072.xml"/><Relationship Id="rId212" Type="http://schemas.openxmlformats.org/officeDocument/2006/relationships/customXml" Target="../ink/ink974.xml"/><Relationship Id="rId254" Type="http://schemas.openxmlformats.org/officeDocument/2006/relationships/customXml" Target="../ink/ink995.xml"/><Relationship Id="rId49" Type="http://schemas.openxmlformats.org/officeDocument/2006/relationships/image" Target="../media/image887.png"/><Relationship Id="rId114" Type="http://schemas.openxmlformats.org/officeDocument/2006/relationships/customXml" Target="../ink/ink925.xml"/><Relationship Id="rId296" Type="http://schemas.openxmlformats.org/officeDocument/2006/relationships/customXml" Target="../ink/ink1016.xml"/><Relationship Id="rId461" Type="http://schemas.openxmlformats.org/officeDocument/2006/relationships/image" Target="../media/image1091.png"/><Relationship Id="rId60" Type="http://schemas.openxmlformats.org/officeDocument/2006/relationships/customXml" Target="../ink/ink898.xml"/><Relationship Id="rId156" Type="http://schemas.openxmlformats.org/officeDocument/2006/relationships/customXml" Target="../ink/ink946.xml"/><Relationship Id="rId198" Type="http://schemas.openxmlformats.org/officeDocument/2006/relationships/customXml" Target="../ink/ink967.xml"/><Relationship Id="rId321" Type="http://schemas.openxmlformats.org/officeDocument/2006/relationships/image" Target="../media/image1022.png"/><Relationship Id="rId363" Type="http://schemas.openxmlformats.org/officeDocument/2006/relationships/image" Target="../media/image1043.png"/><Relationship Id="rId419" Type="http://schemas.openxmlformats.org/officeDocument/2006/relationships/image" Target="../media/image1070.png"/><Relationship Id="rId223" Type="http://schemas.openxmlformats.org/officeDocument/2006/relationships/image" Target="../media/image973.png"/><Relationship Id="rId430" Type="http://schemas.openxmlformats.org/officeDocument/2006/relationships/customXml" Target="../ink/ink1083.xml"/><Relationship Id="rId18" Type="http://schemas.openxmlformats.org/officeDocument/2006/relationships/customXml" Target="../ink/ink877.xml"/><Relationship Id="rId265" Type="http://schemas.openxmlformats.org/officeDocument/2006/relationships/image" Target="../media/image994.png"/><Relationship Id="rId125" Type="http://schemas.openxmlformats.org/officeDocument/2006/relationships/image" Target="../media/image925.png"/><Relationship Id="rId167" Type="http://schemas.openxmlformats.org/officeDocument/2006/relationships/image" Target="../media/image946.png"/><Relationship Id="rId332" Type="http://schemas.openxmlformats.org/officeDocument/2006/relationships/customXml" Target="../ink/ink1034.xml"/><Relationship Id="rId374" Type="http://schemas.openxmlformats.org/officeDocument/2006/relationships/customXml" Target="../ink/ink1055.xml"/><Relationship Id="rId71" Type="http://schemas.openxmlformats.org/officeDocument/2006/relationships/image" Target="../media/image898.png"/><Relationship Id="rId234" Type="http://schemas.openxmlformats.org/officeDocument/2006/relationships/customXml" Target="../ink/ink985.xml"/><Relationship Id="rId2" Type="http://schemas.openxmlformats.org/officeDocument/2006/relationships/customXml" Target="../ink/ink869.xml"/><Relationship Id="rId29" Type="http://schemas.openxmlformats.org/officeDocument/2006/relationships/image" Target="../media/image877.png"/><Relationship Id="rId276" Type="http://schemas.openxmlformats.org/officeDocument/2006/relationships/customXml" Target="../ink/ink1006.xml"/><Relationship Id="rId441" Type="http://schemas.openxmlformats.org/officeDocument/2006/relationships/image" Target="../media/image1081.png"/><Relationship Id="rId40" Type="http://schemas.openxmlformats.org/officeDocument/2006/relationships/customXml" Target="../ink/ink888.xml"/><Relationship Id="rId136" Type="http://schemas.openxmlformats.org/officeDocument/2006/relationships/customXml" Target="../ink/ink936.xml"/><Relationship Id="rId178" Type="http://schemas.openxmlformats.org/officeDocument/2006/relationships/customXml" Target="../ink/ink957.xml"/><Relationship Id="rId301" Type="http://schemas.openxmlformats.org/officeDocument/2006/relationships/image" Target="../media/image1012.png"/><Relationship Id="rId343" Type="http://schemas.openxmlformats.org/officeDocument/2006/relationships/image" Target="../media/image1033.png"/><Relationship Id="rId61" Type="http://schemas.openxmlformats.org/officeDocument/2006/relationships/image" Target="../media/image893.png"/><Relationship Id="rId82" Type="http://schemas.openxmlformats.org/officeDocument/2006/relationships/customXml" Target="../ink/ink909.xml"/><Relationship Id="rId199" Type="http://schemas.openxmlformats.org/officeDocument/2006/relationships/image" Target="../media/image961.png"/><Relationship Id="rId203" Type="http://schemas.openxmlformats.org/officeDocument/2006/relationships/image" Target="../media/image963.png"/><Relationship Id="rId385" Type="http://schemas.openxmlformats.org/officeDocument/2006/relationships/image" Target="../media/image1053.png"/><Relationship Id="rId19" Type="http://schemas.openxmlformats.org/officeDocument/2006/relationships/image" Target="../media/image872.png"/><Relationship Id="rId224" Type="http://schemas.openxmlformats.org/officeDocument/2006/relationships/customXml" Target="../ink/ink980.xml"/><Relationship Id="rId245" Type="http://schemas.openxmlformats.org/officeDocument/2006/relationships/image" Target="../media/image984.png"/><Relationship Id="rId266" Type="http://schemas.openxmlformats.org/officeDocument/2006/relationships/customXml" Target="../ink/ink1001.xml"/><Relationship Id="rId287" Type="http://schemas.openxmlformats.org/officeDocument/2006/relationships/image" Target="../media/image1005.png"/><Relationship Id="rId410" Type="http://schemas.openxmlformats.org/officeDocument/2006/relationships/customXml" Target="../ink/ink1073.xml"/><Relationship Id="rId431" Type="http://schemas.openxmlformats.org/officeDocument/2006/relationships/image" Target="../media/image1076.png"/><Relationship Id="rId452" Type="http://schemas.openxmlformats.org/officeDocument/2006/relationships/customXml" Target="../ink/ink1094.xml"/><Relationship Id="rId30" Type="http://schemas.openxmlformats.org/officeDocument/2006/relationships/customXml" Target="../ink/ink883.xml"/><Relationship Id="rId105" Type="http://schemas.openxmlformats.org/officeDocument/2006/relationships/image" Target="../media/image915.png"/><Relationship Id="rId126" Type="http://schemas.openxmlformats.org/officeDocument/2006/relationships/customXml" Target="../ink/ink931.xml"/><Relationship Id="rId147" Type="http://schemas.openxmlformats.org/officeDocument/2006/relationships/image" Target="../media/image936.png"/><Relationship Id="rId168" Type="http://schemas.openxmlformats.org/officeDocument/2006/relationships/customXml" Target="../ink/ink952.xml"/><Relationship Id="rId312" Type="http://schemas.openxmlformats.org/officeDocument/2006/relationships/customXml" Target="../ink/ink1024.xml"/><Relationship Id="rId333" Type="http://schemas.openxmlformats.org/officeDocument/2006/relationships/image" Target="../media/image1028.png"/><Relationship Id="rId354" Type="http://schemas.openxmlformats.org/officeDocument/2006/relationships/customXml" Target="../ink/ink1045.xml"/><Relationship Id="rId51" Type="http://schemas.openxmlformats.org/officeDocument/2006/relationships/image" Target="../media/image888.png"/><Relationship Id="rId72" Type="http://schemas.openxmlformats.org/officeDocument/2006/relationships/customXml" Target="../ink/ink904.xml"/><Relationship Id="rId93" Type="http://schemas.openxmlformats.org/officeDocument/2006/relationships/image" Target="../media/image909.png"/><Relationship Id="rId189" Type="http://schemas.openxmlformats.org/officeDocument/2006/relationships/image" Target="../media/image956.png"/><Relationship Id="rId375" Type="http://schemas.openxmlformats.org/officeDocument/2006/relationships/image" Target="../media/image1048.png"/><Relationship Id="rId396" Type="http://schemas.openxmlformats.org/officeDocument/2006/relationships/customXml" Target="../ink/ink1066.xml"/><Relationship Id="rId3" Type="http://schemas.openxmlformats.org/officeDocument/2006/relationships/image" Target="../media/image864.png"/><Relationship Id="rId214" Type="http://schemas.openxmlformats.org/officeDocument/2006/relationships/customXml" Target="../ink/ink975.xml"/><Relationship Id="rId235" Type="http://schemas.openxmlformats.org/officeDocument/2006/relationships/image" Target="../media/image979.png"/><Relationship Id="rId256" Type="http://schemas.openxmlformats.org/officeDocument/2006/relationships/customXml" Target="../ink/ink996.xml"/><Relationship Id="rId277" Type="http://schemas.openxmlformats.org/officeDocument/2006/relationships/image" Target="../media/image1000.png"/><Relationship Id="rId298" Type="http://schemas.openxmlformats.org/officeDocument/2006/relationships/customXml" Target="../ink/ink1017.xml"/><Relationship Id="rId400" Type="http://schemas.openxmlformats.org/officeDocument/2006/relationships/customXml" Target="../ink/ink1068.xml"/><Relationship Id="rId421" Type="http://schemas.openxmlformats.org/officeDocument/2006/relationships/image" Target="../media/image1071.png"/><Relationship Id="rId442" Type="http://schemas.openxmlformats.org/officeDocument/2006/relationships/customXml" Target="../ink/ink1089.xml"/><Relationship Id="rId463" Type="http://schemas.openxmlformats.org/officeDocument/2006/relationships/image" Target="../media/image1092.png"/><Relationship Id="rId116" Type="http://schemas.openxmlformats.org/officeDocument/2006/relationships/customXml" Target="../ink/ink926.xml"/><Relationship Id="rId137" Type="http://schemas.openxmlformats.org/officeDocument/2006/relationships/image" Target="../media/image931.png"/><Relationship Id="rId158" Type="http://schemas.openxmlformats.org/officeDocument/2006/relationships/customXml" Target="../ink/ink947.xml"/><Relationship Id="rId302" Type="http://schemas.openxmlformats.org/officeDocument/2006/relationships/customXml" Target="../ink/ink1019.xml"/><Relationship Id="rId323" Type="http://schemas.openxmlformats.org/officeDocument/2006/relationships/image" Target="../media/image1023.png"/><Relationship Id="rId344" Type="http://schemas.openxmlformats.org/officeDocument/2006/relationships/customXml" Target="../ink/ink1040.xml"/><Relationship Id="rId20" Type="http://schemas.openxmlformats.org/officeDocument/2006/relationships/customXml" Target="../ink/ink878.xml"/><Relationship Id="rId41" Type="http://schemas.openxmlformats.org/officeDocument/2006/relationships/image" Target="../media/image883.png"/><Relationship Id="rId62" Type="http://schemas.openxmlformats.org/officeDocument/2006/relationships/customXml" Target="../ink/ink899.xml"/><Relationship Id="rId83" Type="http://schemas.openxmlformats.org/officeDocument/2006/relationships/image" Target="../media/image904.png"/><Relationship Id="rId179" Type="http://schemas.openxmlformats.org/officeDocument/2006/relationships/image" Target="../media/image952.png"/><Relationship Id="rId365" Type="http://schemas.openxmlformats.org/officeDocument/2006/relationships/image" Target="../media/image1044.png"/><Relationship Id="rId386" Type="http://schemas.openxmlformats.org/officeDocument/2006/relationships/customXml" Target="../ink/ink1061.xml"/><Relationship Id="rId190" Type="http://schemas.openxmlformats.org/officeDocument/2006/relationships/customXml" Target="../ink/ink963.xml"/><Relationship Id="rId204" Type="http://schemas.openxmlformats.org/officeDocument/2006/relationships/customXml" Target="../ink/ink970.xml"/><Relationship Id="rId225" Type="http://schemas.openxmlformats.org/officeDocument/2006/relationships/image" Target="../media/image974.png"/><Relationship Id="rId246" Type="http://schemas.openxmlformats.org/officeDocument/2006/relationships/customXml" Target="../ink/ink991.xml"/><Relationship Id="rId267" Type="http://schemas.openxmlformats.org/officeDocument/2006/relationships/image" Target="../media/image995.png"/><Relationship Id="rId288" Type="http://schemas.openxmlformats.org/officeDocument/2006/relationships/customXml" Target="../ink/ink1012.xml"/><Relationship Id="rId411" Type="http://schemas.openxmlformats.org/officeDocument/2006/relationships/image" Target="../media/image1066.png"/><Relationship Id="rId432" Type="http://schemas.openxmlformats.org/officeDocument/2006/relationships/customXml" Target="../ink/ink1084.xml"/><Relationship Id="rId453" Type="http://schemas.openxmlformats.org/officeDocument/2006/relationships/image" Target="../media/image1087.png"/><Relationship Id="rId106" Type="http://schemas.openxmlformats.org/officeDocument/2006/relationships/customXml" Target="../ink/ink921.xml"/><Relationship Id="rId127" Type="http://schemas.openxmlformats.org/officeDocument/2006/relationships/image" Target="../media/image926.png"/><Relationship Id="rId313" Type="http://schemas.openxmlformats.org/officeDocument/2006/relationships/image" Target="../media/image1018.png"/><Relationship Id="rId10" Type="http://schemas.openxmlformats.org/officeDocument/2006/relationships/customXml" Target="../ink/ink873.xml"/><Relationship Id="rId31" Type="http://schemas.openxmlformats.org/officeDocument/2006/relationships/image" Target="../media/image878.png"/><Relationship Id="rId52" Type="http://schemas.openxmlformats.org/officeDocument/2006/relationships/customXml" Target="../ink/ink894.xml"/><Relationship Id="rId73" Type="http://schemas.openxmlformats.org/officeDocument/2006/relationships/image" Target="../media/image899.png"/><Relationship Id="rId94" Type="http://schemas.openxmlformats.org/officeDocument/2006/relationships/customXml" Target="../ink/ink915.xml"/><Relationship Id="rId148" Type="http://schemas.openxmlformats.org/officeDocument/2006/relationships/customXml" Target="../ink/ink942.xml"/><Relationship Id="rId169" Type="http://schemas.openxmlformats.org/officeDocument/2006/relationships/image" Target="../media/image947.png"/><Relationship Id="rId334" Type="http://schemas.openxmlformats.org/officeDocument/2006/relationships/customXml" Target="../ink/ink1035.xml"/><Relationship Id="rId355" Type="http://schemas.openxmlformats.org/officeDocument/2006/relationships/image" Target="../media/image1039.png"/><Relationship Id="rId376" Type="http://schemas.openxmlformats.org/officeDocument/2006/relationships/customXml" Target="../ink/ink1056.xml"/><Relationship Id="rId397" Type="http://schemas.openxmlformats.org/officeDocument/2006/relationships/image" Target="../media/image1059.png"/><Relationship Id="rId4" Type="http://schemas.openxmlformats.org/officeDocument/2006/relationships/customXml" Target="../ink/ink870.xml"/><Relationship Id="rId180" Type="http://schemas.openxmlformats.org/officeDocument/2006/relationships/customXml" Target="../ink/ink958.xml"/><Relationship Id="rId215" Type="http://schemas.openxmlformats.org/officeDocument/2006/relationships/image" Target="../media/image969.png"/><Relationship Id="rId236" Type="http://schemas.openxmlformats.org/officeDocument/2006/relationships/customXml" Target="../ink/ink986.xml"/><Relationship Id="rId257" Type="http://schemas.openxmlformats.org/officeDocument/2006/relationships/image" Target="../media/image990.png"/><Relationship Id="rId278" Type="http://schemas.openxmlformats.org/officeDocument/2006/relationships/customXml" Target="../ink/ink1007.xml"/><Relationship Id="rId401" Type="http://schemas.openxmlformats.org/officeDocument/2006/relationships/image" Target="../media/image1061.png"/><Relationship Id="rId422" Type="http://schemas.openxmlformats.org/officeDocument/2006/relationships/customXml" Target="../ink/ink1079.xml"/><Relationship Id="rId443" Type="http://schemas.openxmlformats.org/officeDocument/2006/relationships/image" Target="../media/image1082.png"/><Relationship Id="rId464" Type="http://schemas.openxmlformats.org/officeDocument/2006/relationships/customXml" Target="../ink/ink1100.xml"/><Relationship Id="rId303" Type="http://schemas.openxmlformats.org/officeDocument/2006/relationships/image" Target="../media/image1013.png"/><Relationship Id="rId42" Type="http://schemas.openxmlformats.org/officeDocument/2006/relationships/customXml" Target="../ink/ink889.xml"/><Relationship Id="rId84" Type="http://schemas.openxmlformats.org/officeDocument/2006/relationships/customXml" Target="../ink/ink910.xml"/><Relationship Id="rId138" Type="http://schemas.openxmlformats.org/officeDocument/2006/relationships/customXml" Target="../ink/ink937.xml"/><Relationship Id="rId345" Type="http://schemas.openxmlformats.org/officeDocument/2006/relationships/image" Target="../media/image1034.png"/><Relationship Id="rId387" Type="http://schemas.openxmlformats.org/officeDocument/2006/relationships/image" Target="../media/image1054.png"/><Relationship Id="rId191" Type="http://schemas.openxmlformats.org/officeDocument/2006/relationships/image" Target="../media/image957.png"/><Relationship Id="rId205" Type="http://schemas.openxmlformats.org/officeDocument/2006/relationships/image" Target="../media/image964.png"/><Relationship Id="rId247" Type="http://schemas.openxmlformats.org/officeDocument/2006/relationships/image" Target="../media/image985.png"/><Relationship Id="rId412" Type="http://schemas.openxmlformats.org/officeDocument/2006/relationships/customXml" Target="../ink/ink1074.xml"/><Relationship Id="rId107" Type="http://schemas.openxmlformats.org/officeDocument/2006/relationships/image" Target="../media/image916.png"/><Relationship Id="rId289" Type="http://schemas.openxmlformats.org/officeDocument/2006/relationships/image" Target="../media/image1006.png"/><Relationship Id="rId454" Type="http://schemas.openxmlformats.org/officeDocument/2006/relationships/customXml" Target="../ink/ink1095.xml"/><Relationship Id="rId11" Type="http://schemas.openxmlformats.org/officeDocument/2006/relationships/image" Target="../media/image868.png"/><Relationship Id="rId53" Type="http://schemas.openxmlformats.org/officeDocument/2006/relationships/image" Target="../media/image889.png"/><Relationship Id="rId149" Type="http://schemas.openxmlformats.org/officeDocument/2006/relationships/image" Target="../media/image937.png"/><Relationship Id="rId314" Type="http://schemas.openxmlformats.org/officeDocument/2006/relationships/customXml" Target="../ink/ink1025.xml"/><Relationship Id="rId356" Type="http://schemas.openxmlformats.org/officeDocument/2006/relationships/customXml" Target="../ink/ink1046.xml"/><Relationship Id="rId398" Type="http://schemas.openxmlformats.org/officeDocument/2006/relationships/customXml" Target="../ink/ink1067.xml"/><Relationship Id="rId95" Type="http://schemas.openxmlformats.org/officeDocument/2006/relationships/image" Target="../media/image910.png"/><Relationship Id="rId160" Type="http://schemas.openxmlformats.org/officeDocument/2006/relationships/customXml" Target="../ink/ink948.xml"/><Relationship Id="rId216" Type="http://schemas.openxmlformats.org/officeDocument/2006/relationships/customXml" Target="../ink/ink976.xml"/><Relationship Id="rId423" Type="http://schemas.openxmlformats.org/officeDocument/2006/relationships/image" Target="../media/image1072.png"/><Relationship Id="rId258" Type="http://schemas.openxmlformats.org/officeDocument/2006/relationships/customXml" Target="../ink/ink997.xml"/><Relationship Id="rId465" Type="http://schemas.openxmlformats.org/officeDocument/2006/relationships/image" Target="../media/image1093.png"/><Relationship Id="rId22" Type="http://schemas.openxmlformats.org/officeDocument/2006/relationships/customXml" Target="../ink/ink879.xml"/><Relationship Id="rId64" Type="http://schemas.openxmlformats.org/officeDocument/2006/relationships/customXml" Target="../ink/ink900.xml"/><Relationship Id="rId118" Type="http://schemas.openxmlformats.org/officeDocument/2006/relationships/customXml" Target="../ink/ink927.xml"/><Relationship Id="rId325" Type="http://schemas.openxmlformats.org/officeDocument/2006/relationships/image" Target="../media/image1024.png"/><Relationship Id="rId367" Type="http://schemas.openxmlformats.org/officeDocument/2006/relationships/image" Target="../media/image1045.png"/><Relationship Id="rId171" Type="http://schemas.openxmlformats.org/officeDocument/2006/relationships/image" Target="../media/image948.png"/><Relationship Id="rId227" Type="http://schemas.openxmlformats.org/officeDocument/2006/relationships/image" Target="../media/image975.png"/><Relationship Id="rId269" Type="http://schemas.openxmlformats.org/officeDocument/2006/relationships/image" Target="../media/image996.png"/><Relationship Id="rId434" Type="http://schemas.openxmlformats.org/officeDocument/2006/relationships/customXml" Target="../ink/ink1085.xml"/><Relationship Id="rId33" Type="http://schemas.openxmlformats.org/officeDocument/2006/relationships/image" Target="../media/image879.png"/><Relationship Id="rId129" Type="http://schemas.openxmlformats.org/officeDocument/2006/relationships/image" Target="../media/image927.png"/><Relationship Id="rId280" Type="http://schemas.openxmlformats.org/officeDocument/2006/relationships/customXml" Target="../ink/ink1008.xml"/><Relationship Id="rId336" Type="http://schemas.openxmlformats.org/officeDocument/2006/relationships/customXml" Target="../ink/ink1036.xml"/><Relationship Id="rId75" Type="http://schemas.openxmlformats.org/officeDocument/2006/relationships/image" Target="../media/image900.png"/><Relationship Id="rId140" Type="http://schemas.openxmlformats.org/officeDocument/2006/relationships/customXml" Target="../ink/ink938.xml"/><Relationship Id="rId182" Type="http://schemas.openxmlformats.org/officeDocument/2006/relationships/customXml" Target="../ink/ink959.xml"/><Relationship Id="rId378" Type="http://schemas.openxmlformats.org/officeDocument/2006/relationships/customXml" Target="../ink/ink1057.xml"/><Relationship Id="rId403" Type="http://schemas.openxmlformats.org/officeDocument/2006/relationships/image" Target="../media/image1062.png"/><Relationship Id="rId6" Type="http://schemas.openxmlformats.org/officeDocument/2006/relationships/customXml" Target="../ink/ink871.xml"/><Relationship Id="rId238" Type="http://schemas.openxmlformats.org/officeDocument/2006/relationships/customXml" Target="../ink/ink987.xml"/><Relationship Id="rId445" Type="http://schemas.openxmlformats.org/officeDocument/2006/relationships/image" Target="../media/image1083.png"/><Relationship Id="rId291" Type="http://schemas.openxmlformats.org/officeDocument/2006/relationships/image" Target="../media/image1007.png"/><Relationship Id="rId305" Type="http://schemas.openxmlformats.org/officeDocument/2006/relationships/image" Target="../media/image1014.png"/><Relationship Id="rId347" Type="http://schemas.openxmlformats.org/officeDocument/2006/relationships/image" Target="../media/image1035.png"/><Relationship Id="rId44" Type="http://schemas.openxmlformats.org/officeDocument/2006/relationships/customXml" Target="../ink/ink890.xml"/><Relationship Id="rId86" Type="http://schemas.openxmlformats.org/officeDocument/2006/relationships/customXml" Target="../ink/ink911.xml"/><Relationship Id="rId151" Type="http://schemas.openxmlformats.org/officeDocument/2006/relationships/image" Target="../media/image938.png"/><Relationship Id="rId389" Type="http://schemas.openxmlformats.org/officeDocument/2006/relationships/image" Target="../media/image1055.png"/><Relationship Id="rId193" Type="http://schemas.openxmlformats.org/officeDocument/2006/relationships/image" Target="../media/image958.png"/><Relationship Id="rId207" Type="http://schemas.openxmlformats.org/officeDocument/2006/relationships/image" Target="../media/image965.png"/><Relationship Id="rId249" Type="http://schemas.openxmlformats.org/officeDocument/2006/relationships/image" Target="../media/image986.png"/><Relationship Id="rId414" Type="http://schemas.openxmlformats.org/officeDocument/2006/relationships/customXml" Target="../ink/ink1075.xml"/><Relationship Id="rId456" Type="http://schemas.openxmlformats.org/officeDocument/2006/relationships/customXml" Target="../ink/ink1096.xml"/><Relationship Id="rId13" Type="http://schemas.openxmlformats.org/officeDocument/2006/relationships/image" Target="../media/image869.png"/><Relationship Id="rId109" Type="http://schemas.openxmlformats.org/officeDocument/2006/relationships/image" Target="../media/image917.png"/><Relationship Id="rId260" Type="http://schemas.openxmlformats.org/officeDocument/2006/relationships/customXml" Target="../ink/ink998.xml"/><Relationship Id="rId316" Type="http://schemas.openxmlformats.org/officeDocument/2006/relationships/customXml" Target="../ink/ink1026.xml"/><Relationship Id="rId55" Type="http://schemas.openxmlformats.org/officeDocument/2006/relationships/image" Target="../media/image890.png"/><Relationship Id="rId97" Type="http://schemas.openxmlformats.org/officeDocument/2006/relationships/image" Target="../media/image911.png"/><Relationship Id="rId120" Type="http://schemas.openxmlformats.org/officeDocument/2006/relationships/customXml" Target="../ink/ink928.xml"/><Relationship Id="rId358" Type="http://schemas.openxmlformats.org/officeDocument/2006/relationships/customXml" Target="../ink/ink1047.xml"/><Relationship Id="rId162" Type="http://schemas.openxmlformats.org/officeDocument/2006/relationships/customXml" Target="../ink/ink949.xml"/><Relationship Id="rId218" Type="http://schemas.openxmlformats.org/officeDocument/2006/relationships/customXml" Target="../ink/ink977.xml"/><Relationship Id="rId425" Type="http://schemas.openxmlformats.org/officeDocument/2006/relationships/image" Target="../media/image1073.png"/><Relationship Id="rId467" Type="http://schemas.openxmlformats.org/officeDocument/2006/relationships/image" Target="../media/image1094.png"/><Relationship Id="rId271" Type="http://schemas.openxmlformats.org/officeDocument/2006/relationships/image" Target="../media/image997.png"/><Relationship Id="rId24" Type="http://schemas.openxmlformats.org/officeDocument/2006/relationships/customXml" Target="../ink/ink880.xml"/><Relationship Id="rId66" Type="http://schemas.openxmlformats.org/officeDocument/2006/relationships/customXml" Target="../ink/ink901.xml"/><Relationship Id="rId131" Type="http://schemas.openxmlformats.org/officeDocument/2006/relationships/image" Target="../media/image928.png"/><Relationship Id="rId327" Type="http://schemas.openxmlformats.org/officeDocument/2006/relationships/image" Target="../media/image1025.png"/><Relationship Id="rId369" Type="http://schemas.openxmlformats.org/officeDocument/2006/relationships/image" Target="../media/image1046.png"/><Relationship Id="rId173" Type="http://schemas.openxmlformats.org/officeDocument/2006/relationships/image" Target="../media/image949.png"/><Relationship Id="rId229" Type="http://schemas.openxmlformats.org/officeDocument/2006/relationships/image" Target="../media/image976.png"/><Relationship Id="rId380" Type="http://schemas.openxmlformats.org/officeDocument/2006/relationships/customXml" Target="../ink/ink1058.xml"/><Relationship Id="rId436" Type="http://schemas.openxmlformats.org/officeDocument/2006/relationships/customXml" Target="../ink/ink1086.xml"/><Relationship Id="rId240" Type="http://schemas.openxmlformats.org/officeDocument/2006/relationships/customXml" Target="../ink/ink988.xml"/><Relationship Id="rId35" Type="http://schemas.openxmlformats.org/officeDocument/2006/relationships/image" Target="../media/image880.png"/><Relationship Id="rId77" Type="http://schemas.openxmlformats.org/officeDocument/2006/relationships/image" Target="../media/image901.png"/><Relationship Id="rId100" Type="http://schemas.openxmlformats.org/officeDocument/2006/relationships/customXml" Target="../ink/ink918.xml"/><Relationship Id="rId282" Type="http://schemas.openxmlformats.org/officeDocument/2006/relationships/customXml" Target="../ink/ink1009.xml"/><Relationship Id="rId338" Type="http://schemas.openxmlformats.org/officeDocument/2006/relationships/customXml" Target="../ink/ink1037.xml"/><Relationship Id="rId8" Type="http://schemas.openxmlformats.org/officeDocument/2006/relationships/customXml" Target="../ink/ink872.xml"/><Relationship Id="rId142" Type="http://schemas.openxmlformats.org/officeDocument/2006/relationships/customXml" Target="../ink/ink939.xml"/><Relationship Id="rId184" Type="http://schemas.openxmlformats.org/officeDocument/2006/relationships/customXml" Target="../ink/ink960.xml"/><Relationship Id="rId391" Type="http://schemas.openxmlformats.org/officeDocument/2006/relationships/image" Target="../media/image1056.png"/><Relationship Id="rId405" Type="http://schemas.openxmlformats.org/officeDocument/2006/relationships/image" Target="../media/image1063.png"/><Relationship Id="rId447" Type="http://schemas.openxmlformats.org/officeDocument/2006/relationships/image" Target="../media/image1084.png"/><Relationship Id="rId251" Type="http://schemas.openxmlformats.org/officeDocument/2006/relationships/image" Target="../media/image987.png"/><Relationship Id="rId46" Type="http://schemas.openxmlformats.org/officeDocument/2006/relationships/customXml" Target="../ink/ink891.xml"/><Relationship Id="rId293" Type="http://schemas.openxmlformats.org/officeDocument/2006/relationships/image" Target="../media/image1008.png"/><Relationship Id="rId307" Type="http://schemas.openxmlformats.org/officeDocument/2006/relationships/image" Target="../media/image1015.png"/><Relationship Id="rId349" Type="http://schemas.openxmlformats.org/officeDocument/2006/relationships/image" Target="../media/image1036.png"/><Relationship Id="rId88" Type="http://schemas.openxmlformats.org/officeDocument/2006/relationships/customXml" Target="../ink/ink912.xml"/><Relationship Id="rId111" Type="http://schemas.openxmlformats.org/officeDocument/2006/relationships/image" Target="../media/image918.png"/><Relationship Id="rId153" Type="http://schemas.openxmlformats.org/officeDocument/2006/relationships/image" Target="../media/image939.png"/><Relationship Id="rId195" Type="http://schemas.openxmlformats.org/officeDocument/2006/relationships/image" Target="../media/image959.png"/><Relationship Id="rId209" Type="http://schemas.openxmlformats.org/officeDocument/2006/relationships/image" Target="../media/image966.png"/><Relationship Id="rId360" Type="http://schemas.openxmlformats.org/officeDocument/2006/relationships/customXml" Target="../ink/ink1048.xml"/><Relationship Id="rId416" Type="http://schemas.openxmlformats.org/officeDocument/2006/relationships/customXml" Target="../ink/ink1076.xml"/><Relationship Id="rId220" Type="http://schemas.openxmlformats.org/officeDocument/2006/relationships/customXml" Target="../ink/ink978.xml"/><Relationship Id="rId458" Type="http://schemas.openxmlformats.org/officeDocument/2006/relationships/customXml" Target="../ink/ink1097.xml"/><Relationship Id="rId15" Type="http://schemas.openxmlformats.org/officeDocument/2006/relationships/image" Target="../media/image870.png"/><Relationship Id="rId57" Type="http://schemas.openxmlformats.org/officeDocument/2006/relationships/image" Target="../media/image891.png"/><Relationship Id="rId262" Type="http://schemas.openxmlformats.org/officeDocument/2006/relationships/customXml" Target="../ink/ink999.xml"/><Relationship Id="rId318" Type="http://schemas.openxmlformats.org/officeDocument/2006/relationships/customXml" Target="../ink/ink1027.xml"/><Relationship Id="rId99" Type="http://schemas.openxmlformats.org/officeDocument/2006/relationships/image" Target="../media/image912.png"/><Relationship Id="rId122" Type="http://schemas.openxmlformats.org/officeDocument/2006/relationships/customXml" Target="../ink/ink929.xml"/><Relationship Id="rId164" Type="http://schemas.openxmlformats.org/officeDocument/2006/relationships/customXml" Target="../ink/ink950.xml"/><Relationship Id="rId371" Type="http://schemas.openxmlformats.org/officeDocument/2006/relationships/image" Target="../media/image1047.png"/><Relationship Id="rId427" Type="http://schemas.openxmlformats.org/officeDocument/2006/relationships/image" Target="../media/image1074.png"/><Relationship Id="rId26" Type="http://schemas.openxmlformats.org/officeDocument/2006/relationships/customXml" Target="../ink/ink881.xml"/><Relationship Id="rId231" Type="http://schemas.openxmlformats.org/officeDocument/2006/relationships/image" Target="../media/image977.png"/><Relationship Id="rId273" Type="http://schemas.openxmlformats.org/officeDocument/2006/relationships/image" Target="../media/image998.png"/><Relationship Id="rId329" Type="http://schemas.openxmlformats.org/officeDocument/2006/relationships/image" Target="../media/image1026.png"/><Relationship Id="rId68" Type="http://schemas.openxmlformats.org/officeDocument/2006/relationships/customXml" Target="../ink/ink902.xml"/><Relationship Id="rId133" Type="http://schemas.openxmlformats.org/officeDocument/2006/relationships/image" Target="../media/image929.png"/><Relationship Id="rId175" Type="http://schemas.openxmlformats.org/officeDocument/2006/relationships/image" Target="../media/image950.png"/><Relationship Id="rId340" Type="http://schemas.openxmlformats.org/officeDocument/2006/relationships/customXml" Target="../ink/ink1038.xml"/><Relationship Id="rId200" Type="http://schemas.openxmlformats.org/officeDocument/2006/relationships/customXml" Target="../ink/ink968.xml"/><Relationship Id="rId382" Type="http://schemas.openxmlformats.org/officeDocument/2006/relationships/customXml" Target="../ink/ink1059.xml"/><Relationship Id="rId438" Type="http://schemas.openxmlformats.org/officeDocument/2006/relationships/customXml" Target="../ink/ink1087.xml"/><Relationship Id="rId242" Type="http://schemas.openxmlformats.org/officeDocument/2006/relationships/customXml" Target="../ink/ink989.xml"/><Relationship Id="rId284" Type="http://schemas.openxmlformats.org/officeDocument/2006/relationships/customXml" Target="../ink/ink1010.xml"/><Relationship Id="rId37" Type="http://schemas.openxmlformats.org/officeDocument/2006/relationships/image" Target="../media/image881.png"/><Relationship Id="rId79" Type="http://schemas.openxmlformats.org/officeDocument/2006/relationships/image" Target="../media/image902.png"/><Relationship Id="rId102" Type="http://schemas.openxmlformats.org/officeDocument/2006/relationships/customXml" Target="../ink/ink919.xml"/><Relationship Id="rId144" Type="http://schemas.openxmlformats.org/officeDocument/2006/relationships/customXml" Target="../ink/ink940.xml"/><Relationship Id="rId90" Type="http://schemas.openxmlformats.org/officeDocument/2006/relationships/customXml" Target="../ink/ink913.xml"/><Relationship Id="rId186" Type="http://schemas.openxmlformats.org/officeDocument/2006/relationships/customXml" Target="../ink/ink961.xml"/><Relationship Id="rId351" Type="http://schemas.openxmlformats.org/officeDocument/2006/relationships/image" Target="../media/image1037.png"/><Relationship Id="rId393" Type="http://schemas.openxmlformats.org/officeDocument/2006/relationships/image" Target="../media/image1057.png"/><Relationship Id="rId407" Type="http://schemas.openxmlformats.org/officeDocument/2006/relationships/image" Target="../media/image1064.png"/><Relationship Id="rId449" Type="http://schemas.openxmlformats.org/officeDocument/2006/relationships/image" Target="../media/image1085.png"/><Relationship Id="rId211" Type="http://schemas.openxmlformats.org/officeDocument/2006/relationships/image" Target="../media/image967.png"/><Relationship Id="rId253" Type="http://schemas.openxmlformats.org/officeDocument/2006/relationships/image" Target="../media/image988.png"/><Relationship Id="rId295" Type="http://schemas.openxmlformats.org/officeDocument/2006/relationships/image" Target="../media/image1009.png"/><Relationship Id="rId309" Type="http://schemas.openxmlformats.org/officeDocument/2006/relationships/image" Target="../media/image1016.png"/><Relationship Id="rId460" Type="http://schemas.openxmlformats.org/officeDocument/2006/relationships/customXml" Target="../ink/ink1098.xml"/><Relationship Id="rId48" Type="http://schemas.openxmlformats.org/officeDocument/2006/relationships/customXml" Target="../ink/ink892.xml"/><Relationship Id="rId113" Type="http://schemas.openxmlformats.org/officeDocument/2006/relationships/image" Target="../media/image919.png"/><Relationship Id="rId320" Type="http://schemas.openxmlformats.org/officeDocument/2006/relationships/customXml" Target="../ink/ink1028.xml"/><Relationship Id="rId155" Type="http://schemas.openxmlformats.org/officeDocument/2006/relationships/image" Target="../media/image940.png"/><Relationship Id="rId197" Type="http://schemas.openxmlformats.org/officeDocument/2006/relationships/image" Target="../media/image960.png"/><Relationship Id="rId362" Type="http://schemas.openxmlformats.org/officeDocument/2006/relationships/customXml" Target="../ink/ink1049.xml"/><Relationship Id="rId418" Type="http://schemas.openxmlformats.org/officeDocument/2006/relationships/customXml" Target="../ink/ink1077.xml"/><Relationship Id="rId222" Type="http://schemas.openxmlformats.org/officeDocument/2006/relationships/customXml" Target="../ink/ink979.xml"/><Relationship Id="rId264" Type="http://schemas.openxmlformats.org/officeDocument/2006/relationships/customXml" Target="../ink/ink1000.xml"/><Relationship Id="rId17" Type="http://schemas.openxmlformats.org/officeDocument/2006/relationships/image" Target="../media/image871.png"/><Relationship Id="rId59" Type="http://schemas.openxmlformats.org/officeDocument/2006/relationships/image" Target="../media/image892.png"/><Relationship Id="rId124" Type="http://schemas.openxmlformats.org/officeDocument/2006/relationships/customXml" Target="../ink/ink930.xml"/><Relationship Id="rId70" Type="http://schemas.openxmlformats.org/officeDocument/2006/relationships/customXml" Target="../ink/ink903.xml"/><Relationship Id="rId166" Type="http://schemas.openxmlformats.org/officeDocument/2006/relationships/customXml" Target="../ink/ink951.xml"/><Relationship Id="rId331" Type="http://schemas.openxmlformats.org/officeDocument/2006/relationships/image" Target="../media/image1027.png"/><Relationship Id="rId373" Type="http://schemas.openxmlformats.org/officeDocument/2006/relationships/image" Target="../media/image357.png"/><Relationship Id="rId429" Type="http://schemas.openxmlformats.org/officeDocument/2006/relationships/image" Target="../media/image1075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978.png"/><Relationship Id="rId440" Type="http://schemas.openxmlformats.org/officeDocument/2006/relationships/customXml" Target="../ink/ink1088.xml"/><Relationship Id="rId28" Type="http://schemas.openxmlformats.org/officeDocument/2006/relationships/customXml" Target="../ink/ink882.xml"/><Relationship Id="rId275" Type="http://schemas.openxmlformats.org/officeDocument/2006/relationships/image" Target="../media/image999.png"/><Relationship Id="rId300" Type="http://schemas.openxmlformats.org/officeDocument/2006/relationships/customXml" Target="../ink/ink1018.xml"/><Relationship Id="rId81" Type="http://schemas.openxmlformats.org/officeDocument/2006/relationships/image" Target="../media/image903.png"/><Relationship Id="rId135" Type="http://schemas.openxmlformats.org/officeDocument/2006/relationships/image" Target="../media/image930.png"/><Relationship Id="rId177" Type="http://schemas.openxmlformats.org/officeDocument/2006/relationships/image" Target="../media/image951.png"/><Relationship Id="rId342" Type="http://schemas.openxmlformats.org/officeDocument/2006/relationships/customXml" Target="../ink/ink1039.xml"/><Relationship Id="rId384" Type="http://schemas.openxmlformats.org/officeDocument/2006/relationships/customXml" Target="../ink/ink1060.xml"/><Relationship Id="rId202" Type="http://schemas.openxmlformats.org/officeDocument/2006/relationships/customXml" Target="../ink/ink969.xml"/><Relationship Id="rId244" Type="http://schemas.openxmlformats.org/officeDocument/2006/relationships/customXml" Target="../ink/ink990.xml"/><Relationship Id="rId39" Type="http://schemas.openxmlformats.org/officeDocument/2006/relationships/image" Target="../media/image882.png"/><Relationship Id="rId286" Type="http://schemas.openxmlformats.org/officeDocument/2006/relationships/customXml" Target="../ink/ink1011.xml"/><Relationship Id="rId451" Type="http://schemas.openxmlformats.org/officeDocument/2006/relationships/image" Target="../media/image1086.png"/><Relationship Id="rId50" Type="http://schemas.openxmlformats.org/officeDocument/2006/relationships/customXml" Target="../ink/ink893.xml"/><Relationship Id="rId104" Type="http://schemas.openxmlformats.org/officeDocument/2006/relationships/customXml" Target="../ink/ink920.xml"/><Relationship Id="rId146" Type="http://schemas.openxmlformats.org/officeDocument/2006/relationships/customXml" Target="../ink/ink941.xml"/><Relationship Id="rId188" Type="http://schemas.openxmlformats.org/officeDocument/2006/relationships/customXml" Target="../ink/ink962.xml"/><Relationship Id="rId311" Type="http://schemas.openxmlformats.org/officeDocument/2006/relationships/image" Target="../media/image1017.png"/><Relationship Id="rId353" Type="http://schemas.openxmlformats.org/officeDocument/2006/relationships/image" Target="../media/image1038.png"/><Relationship Id="rId395" Type="http://schemas.openxmlformats.org/officeDocument/2006/relationships/image" Target="../media/image1058.png"/><Relationship Id="rId409" Type="http://schemas.openxmlformats.org/officeDocument/2006/relationships/image" Target="../media/image1065.png"/><Relationship Id="rId92" Type="http://schemas.openxmlformats.org/officeDocument/2006/relationships/customXml" Target="../ink/ink914.xml"/><Relationship Id="rId213" Type="http://schemas.openxmlformats.org/officeDocument/2006/relationships/image" Target="../media/image968.png"/><Relationship Id="rId420" Type="http://schemas.openxmlformats.org/officeDocument/2006/relationships/customXml" Target="../ink/ink1078.xml"/><Relationship Id="rId255" Type="http://schemas.openxmlformats.org/officeDocument/2006/relationships/image" Target="../media/image989.png"/><Relationship Id="rId297" Type="http://schemas.openxmlformats.org/officeDocument/2006/relationships/image" Target="../media/image1010.png"/><Relationship Id="rId462" Type="http://schemas.openxmlformats.org/officeDocument/2006/relationships/customXml" Target="../ink/ink1099.xml"/><Relationship Id="rId115" Type="http://schemas.openxmlformats.org/officeDocument/2006/relationships/image" Target="../media/image920.png"/><Relationship Id="rId157" Type="http://schemas.openxmlformats.org/officeDocument/2006/relationships/image" Target="../media/image941.png"/><Relationship Id="rId322" Type="http://schemas.openxmlformats.org/officeDocument/2006/relationships/customXml" Target="../ink/ink1029.xml"/><Relationship Id="rId364" Type="http://schemas.openxmlformats.org/officeDocument/2006/relationships/customXml" Target="../ink/ink1050.xml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52.png"/><Relationship Id="rId671" Type="http://schemas.openxmlformats.org/officeDocument/2006/relationships/customXml" Target="../ink/ink1437.xml"/><Relationship Id="rId21" Type="http://schemas.openxmlformats.org/officeDocument/2006/relationships/image" Target="../media/image1104.png"/><Relationship Id="rId324" Type="http://schemas.openxmlformats.org/officeDocument/2006/relationships/customXml" Target="../ink/ink1263.xml"/><Relationship Id="rId531" Type="http://schemas.openxmlformats.org/officeDocument/2006/relationships/customXml" Target="../ink/ink1367.xml"/><Relationship Id="rId629" Type="http://schemas.openxmlformats.org/officeDocument/2006/relationships/customXml" Target="../ink/ink1416.xml"/><Relationship Id="rId170" Type="http://schemas.openxmlformats.org/officeDocument/2006/relationships/customXml" Target="../ink/ink1186.xml"/><Relationship Id="rId268" Type="http://schemas.openxmlformats.org/officeDocument/2006/relationships/customXml" Target="../ink/ink1235.xml"/><Relationship Id="rId475" Type="http://schemas.openxmlformats.org/officeDocument/2006/relationships/customXml" Target="../ink/ink1339.xml"/><Relationship Id="rId32" Type="http://schemas.openxmlformats.org/officeDocument/2006/relationships/customXml" Target="../ink/ink1117.xml"/><Relationship Id="rId128" Type="http://schemas.openxmlformats.org/officeDocument/2006/relationships/customXml" Target="../ink/ink1165.xml"/><Relationship Id="rId335" Type="http://schemas.openxmlformats.org/officeDocument/2006/relationships/image" Target="../media/image1261.png"/><Relationship Id="rId542" Type="http://schemas.openxmlformats.org/officeDocument/2006/relationships/image" Target="../media/image1363.png"/><Relationship Id="rId181" Type="http://schemas.openxmlformats.org/officeDocument/2006/relationships/image" Target="../media/image1184.png"/><Relationship Id="rId402" Type="http://schemas.openxmlformats.org/officeDocument/2006/relationships/customXml" Target="../ink/ink1302.xml"/><Relationship Id="rId279" Type="http://schemas.openxmlformats.org/officeDocument/2006/relationships/image" Target="../media/image1233.png"/><Relationship Id="rId486" Type="http://schemas.openxmlformats.org/officeDocument/2006/relationships/image" Target="../media/image1335.png"/><Relationship Id="rId43" Type="http://schemas.openxmlformats.org/officeDocument/2006/relationships/image" Target="../media/image1115.png"/><Relationship Id="rId139" Type="http://schemas.openxmlformats.org/officeDocument/2006/relationships/image" Target="../media/image1163.png"/><Relationship Id="rId346" Type="http://schemas.openxmlformats.org/officeDocument/2006/relationships/customXml" Target="../ink/ink1274.xml"/><Relationship Id="rId553" Type="http://schemas.openxmlformats.org/officeDocument/2006/relationships/customXml" Target="../ink/ink1378.xml"/><Relationship Id="rId192" Type="http://schemas.openxmlformats.org/officeDocument/2006/relationships/customXml" Target="../ink/ink1197.xml"/><Relationship Id="rId206" Type="http://schemas.openxmlformats.org/officeDocument/2006/relationships/customXml" Target="../ink/ink1204.xml"/><Relationship Id="rId413" Type="http://schemas.openxmlformats.org/officeDocument/2006/relationships/image" Target="../media/image1300.png"/><Relationship Id="rId497" Type="http://schemas.openxmlformats.org/officeDocument/2006/relationships/customXml" Target="../ink/ink1350.xml"/><Relationship Id="rId620" Type="http://schemas.openxmlformats.org/officeDocument/2006/relationships/image" Target="../media/image1402.png"/><Relationship Id="rId357" Type="http://schemas.openxmlformats.org/officeDocument/2006/relationships/image" Target="../media/image1272.png"/><Relationship Id="rId54" Type="http://schemas.openxmlformats.org/officeDocument/2006/relationships/customXml" Target="../ink/ink1128.xml"/><Relationship Id="rId217" Type="http://schemas.openxmlformats.org/officeDocument/2006/relationships/image" Target="../media/image1202.png"/><Relationship Id="rId564" Type="http://schemas.openxmlformats.org/officeDocument/2006/relationships/image" Target="../media/image1374.png"/><Relationship Id="rId424" Type="http://schemas.openxmlformats.org/officeDocument/2006/relationships/customXml" Target="../ink/ink1313.xml"/><Relationship Id="rId631" Type="http://schemas.openxmlformats.org/officeDocument/2006/relationships/customXml" Target="../ink/ink1417.xml"/><Relationship Id="rId270" Type="http://schemas.openxmlformats.org/officeDocument/2006/relationships/customXml" Target="../ink/ink1236.xml"/><Relationship Id="rId65" Type="http://schemas.openxmlformats.org/officeDocument/2006/relationships/image" Target="../media/image1126.png"/><Relationship Id="rId130" Type="http://schemas.openxmlformats.org/officeDocument/2006/relationships/customXml" Target="../ink/ink1166.xml"/><Relationship Id="rId368" Type="http://schemas.openxmlformats.org/officeDocument/2006/relationships/customXml" Target="../ink/ink1285.xml"/><Relationship Id="rId575" Type="http://schemas.openxmlformats.org/officeDocument/2006/relationships/customXml" Target="../ink/ink1389.xml"/><Relationship Id="rId228" Type="http://schemas.openxmlformats.org/officeDocument/2006/relationships/customXml" Target="../ink/ink1215.xml"/><Relationship Id="rId435" Type="http://schemas.openxmlformats.org/officeDocument/2006/relationships/image" Target="../media/image1311.png"/><Relationship Id="rId642" Type="http://schemas.openxmlformats.org/officeDocument/2006/relationships/image" Target="../media/image1413.png"/><Relationship Id="rId281" Type="http://schemas.openxmlformats.org/officeDocument/2006/relationships/image" Target="../media/image1234.png"/><Relationship Id="rId502" Type="http://schemas.openxmlformats.org/officeDocument/2006/relationships/image" Target="../media/image1343.png"/><Relationship Id="rId76" Type="http://schemas.openxmlformats.org/officeDocument/2006/relationships/customXml" Target="../ink/ink1139.xml"/><Relationship Id="rId141" Type="http://schemas.openxmlformats.org/officeDocument/2006/relationships/image" Target="../media/image1164.png"/><Relationship Id="rId379" Type="http://schemas.openxmlformats.org/officeDocument/2006/relationships/image" Target="../media/image1283.png"/><Relationship Id="rId586" Type="http://schemas.openxmlformats.org/officeDocument/2006/relationships/image" Target="../media/image1385.png"/><Relationship Id="rId7" Type="http://schemas.openxmlformats.org/officeDocument/2006/relationships/image" Target="../media/image1097.png"/><Relationship Id="rId239" Type="http://schemas.openxmlformats.org/officeDocument/2006/relationships/image" Target="../media/image1213.png"/><Relationship Id="rId446" Type="http://schemas.openxmlformats.org/officeDocument/2006/relationships/customXml" Target="../ink/ink1324.xml"/><Relationship Id="rId653" Type="http://schemas.openxmlformats.org/officeDocument/2006/relationships/customXml" Target="../ink/ink1428.xml"/><Relationship Id="rId292" Type="http://schemas.openxmlformats.org/officeDocument/2006/relationships/customXml" Target="../ink/ink1247.xml"/><Relationship Id="rId306" Type="http://schemas.openxmlformats.org/officeDocument/2006/relationships/customXml" Target="../ink/ink1254.xml"/><Relationship Id="rId87" Type="http://schemas.openxmlformats.org/officeDocument/2006/relationships/image" Target="../media/image1137.png"/><Relationship Id="rId513" Type="http://schemas.openxmlformats.org/officeDocument/2006/relationships/customXml" Target="../ink/ink1358.xml"/><Relationship Id="rId597" Type="http://schemas.openxmlformats.org/officeDocument/2006/relationships/customXml" Target="../ink/ink1400.xml"/><Relationship Id="rId152" Type="http://schemas.openxmlformats.org/officeDocument/2006/relationships/customXml" Target="../ink/ink1177.xml"/><Relationship Id="rId457" Type="http://schemas.openxmlformats.org/officeDocument/2006/relationships/customXml" Target="../ink/ink1330.xml"/><Relationship Id="rId664" Type="http://schemas.openxmlformats.org/officeDocument/2006/relationships/image" Target="../media/image1424.png"/><Relationship Id="rId14" Type="http://schemas.openxmlformats.org/officeDocument/2006/relationships/customXml" Target="../ink/ink1108.xml"/><Relationship Id="rId317" Type="http://schemas.openxmlformats.org/officeDocument/2006/relationships/image" Target="../media/image1252.png"/><Relationship Id="rId524" Type="http://schemas.openxmlformats.org/officeDocument/2006/relationships/image" Target="../media/image1354.png"/><Relationship Id="rId98" Type="http://schemas.openxmlformats.org/officeDocument/2006/relationships/customXml" Target="../ink/ink1150.xml"/><Relationship Id="rId163" Type="http://schemas.openxmlformats.org/officeDocument/2006/relationships/image" Target="../media/image1175.png"/><Relationship Id="rId370" Type="http://schemas.openxmlformats.org/officeDocument/2006/relationships/customXml" Target="../ink/ink1286.xml"/><Relationship Id="rId230" Type="http://schemas.openxmlformats.org/officeDocument/2006/relationships/customXml" Target="../ink/ink1216.xml"/><Relationship Id="rId468" Type="http://schemas.openxmlformats.org/officeDocument/2006/relationships/image" Target="../media/image1327.png"/><Relationship Id="rId25" Type="http://schemas.openxmlformats.org/officeDocument/2006/relationships/image" Target="../media/image1106.png"/><Relationship Id="rId328" Type="http://schemas.openxmlformats.org/officeDocument/2006/relationships/customXml" Target="../ink/ink1265.xml"/><Relationship Id="rId535" Type="http://schemas.openxmlformats.org/officeDocument/2006/relationships/customXml" Target="../ink/ink1369.xml"/><Relationship Id="rId174" Type="http://schemas.openxmlformats.org/officeDocument/2006/relationships/customXml" Target="../ink/ink1188.xml"/><Relationship Id="rId381" Type="http://schemas.openxmlformats.org/officeDocument/2006/relationships/image" Target="../media/image1284.png"/><Relationship Id="rId602" Type="http://schemas.openxmlformats.org/officeDocument/2006/relationships/image" Target="../media/image1393.png"/><Relationship Id="rId241" Type="http://schemas.openxmlformats.org/officeDocument/2006/relationships/image" Target="../media/image1214.png"/><Relationship Id="rId479" Type="http://schemas.openxmlformats.org/officeDocument/2006/relationships/customXml" Target="../ink/ink1341.xml"/><Relationship Id="rId36" Type="http://schemas.openxmlformats.org/officeDocument/2006/relationships/customXml" Target="../ink/ink1119.xml"/><Relationship Id="rId339" Type="http://schemas.openxmlformats.org/officeDocument/2006/relationships/image" Target="../media/image1263.png"/><Relationship Id="rId546" Type="http://schemas.openxmlformats.org/officeDocument/2006/relationships/image" Target="../media/image1365.png"/><Relationship Id="rId101" Type="http://schemas.openxmlformats.org/officeDocument/2006/relationships/image" Target="../media/image1144.png"/><Relationship Id="rId185" Type="http://schemas.openxmlformats.org/officeDocument/2006/relationships/image" Target="../media/image1186.png"/><Relationship Id="rId406" Type="http://schemas.openxmlformats.org/officeDocument/2006/relationships/customXml" Target="../ink/ink1304.xml"/><Relationship Id="rId392" Type="http://schemas.openxmlformats.org/officeDocument/2006/relationships/customXml" Target="../ink/ink1297.xml"/><Relationship Id="rId613" Type="http://schemas.openxmlformats.org/officeDocument/2006/relationships/customXml" Target="../ink/ink1408.xml"/><Relationship Id="rId252" Type="http://schemas.openxmlformats.org/officeDocument/2006/relationships/customXml" Target="../ink/ink1227.xml"/><Relationship Id="rId47" Type="http://schemas.openxmlformats.org/officeDocument/2006/relationships/image" Target="../media/image1117.png"/><Relationship Id="rId112" Type="http://schemas.openxmlformats.org/officeDocument/2006/relationships/customXml" Target="../ink/ink1157.xml"/><Relationship Id="rId557" Type="http://schemas.openxmlformats.org/officeDocument/2006/relationships/customXml" Target="../ink/ink1380.xml"/><Relationship Id="rId196" Type="http://schemas.openxmlformats.org/officeDocument/2006/relationships/customXml" Target="../ink/ink1199.xml"/><Relationship Id="rId417" Type="http://schemas.openxmlformats.org/officeDocument/2006/relationships/image" Target="../media/image1302.png"/><Relationship Id="rId624" Type="http://schemas.openxmlformats.org/officeDocument/2006/relationships/image" Target="../media/image1404.png"/><Relationship Id="rId263" Type="http://schemas.openxmlformats.org/officeDocument/2006/relationships/image" Target="../media/image1225.png"/><Relationship Id="rId470" Type="http://schemas.openxmlformats.org/officeDocument/2006/relationships/image" Target="../media/image357.png"/><Relationship Id="rId58" Type="http://schemas.openxmlformats.org/officeDocument/2006/relationships/customXml" Target="../ink/ink1130.xml"/><Relationship Id="rId123" Type="http://schemas.openxmlformats.org/officeDocument/2006/relationships/image" Target="../media/image1155.png"/><Relationship Id="rId330" Type="http://schemas.openxmlformats.org/officeDocument/2006/relationships/customXml" Target="../ink/ink1266.xml"/><Relationship Id="rId568" Type="http://schemas.openxmlformats.org/officeDocument/2006/relationships/image" Target="../media/image1376.png"/><Relationship Id="rId428" Type="http://schemas.openxmlformats.org/officeDocument/2006/relationships/customXml" Target="../ink/ink1315.xml"/><Relationship Id="rId635" Type="http://schemas.openxmlformats.org/officeDocument/2006/relationships/customXml" Target="../ink/ink1419.xml"/><Relationship Id="rId274" Type="http://schemas.openxmlformats.org/officeDocument/2006/relationships/customXml" Target="../ink/ink1238.xml"/><Relationship Id="rId481" Type="http://schemas.openxmlformats.org/officeDocument/2006/relationships/customXml" Target="../ink/ink1342.xml"/><Relationship Id="rId69" Type="http://schemas.openxmlformats.org/officeDocument/2006/relationships/image" Target="../media/image1128.png"/><Relationship Id="rId134" Type="http://schemas.openxmlformats.org/officeDocument/2006/relationships/customXml" Target="../ink/ink1168.xml"/><Relationship Id="rId579" Type="http://schemas.openxmlformats.org/officeDocument/2006/relationships/customXml" Target="../ink/ink1391.xml"/><Relationship Id="rId341" Type="http://schemas.openxmlformats.org/officeDocument/2006/relationships/image" Target="../media/image1264.png"/><Relationship Id="rId439" Type="http://schemas.openxmlformats.org/officeDocument/2006/relationships/image" Target="../media/image1313.png"/><Relationship Id="rId646" Type="http://schemas.openxmlformats.org/officeDocument/2006/relationships/image" Target="../media/image1415.png"/><Relationship Id="rId201" Type="http://schemas.openxmlformats.org/officeDocument/2006/relationships/image" Target="../media/image1194.png"/><Relationship Id="rId243" Type="http://schemas.openxmlformats.org/officeDocument/2006/relationships/image" Target="../media/image1215.png"/><Relationship Id="rId285" Type="http://schemas.openxmlformats.org/officeDocument/2006/relationships/image" Target="../media/image1236.png"/><Relationship Id="rId450" Type="http://schemas.openxmlformats.org/officeDocument/2006/relationships/image" Target="../media/image1318.png"/><Relationship Id="rId506" Type="http://schemas.openxmlformats.org/officeDocument/2006/relationships/image" Target="../media/image1345.png"/><Relationship Id="rId38" Type="http://schemas.openxmlformats.org/officeDocument/2006/relationships/customXml" Target="../ink/ink1120.xml"/><Relationship Id="rId103" Type="http://schemas.openxmlformats.org/officeDocument/2006/relationships/image" Target="../media/image1145.png"/><Relationship Id="rId310" Type="http://schemas.openxmlformats.org/officeDocument/2006/relationships/customXml" Target="../ink/ink1256.xml"/><Relationship Id="rId492" Type="http://schemas.openxmlformats.org/officeDocument/2006/relationships/image" Target="../media/image1338.png"/><Relationship Id="rId548" Type="http://schemas.openxmlformats.org/officeDocument/2006/relationships/image" Target="../media/image1366.png"/><Relationship Id="rId91" Type="http://schemas.openxmlformats.org/officeDocument/2006/relationships/image" Target="../media/image1139.png"/><Relationship Id="rId145" Type="http://schemas.openxmlformats.org/officeDocument/2006/relationships/image" Target="../media/image1166.png"/><Relationship Id="rId187" Type="http://schemas.openxmlformats.org/officeDocument/2006/relationships/image" Target="../media/image1187.png"/><Relationship Id="rId352" Type="http://schemas.openxmlformats.org/officeDocument/2006/relationships/customXml" Target="../ink/ink1277.xml"/><Relationship Id="rId394" Type="http://schemas.openxmlformats.org/officeDocument/2006/relationships/customXml" Target="../ink/ink1298.xml"/><Relationship Id="rId408" Type="http://schemas.openxmlformats.org/officeDocument/2006/relationships/customXml" Target="../ink/ink1305.xml"/><Relationship Id="rId615" Type="http://schemas.openxmlformats.org/officeDocument/2006/relationships/customXml" Target="../ink/ink1409.xml"/><Relationship Id="rId212" Type="http://schemas.openxmlformats.org/officeDocument/2006/relationships/customXml" Target="../ink/ink1207.xml"/><Relationship Id="rId254" Type="http://schemas.openxmlformats.org/officeDocument/2006/relationships/customXml" Target="../ink/ink1228.xml"/><Relationship Id="rId657" Type="http://schemas.openxmlformats.org/officeDocument/2006/relationships/customXml" Target="../ink/ink1430.xml"/><Relationship Id="rId49" Type="http://schemas.openxmlformats.org/officeDocument/2006/relationships/image" Target="../media/image1118.png"/><Relationship Id="rId114" Type="http://schemas.openxmlformats.org/officeDocument/2006/relationships/customXml" Target="../ink/ink1158.xml"/><Relationship Id="rId296" Type="http://schemas.openxmlformats.org/officeDocument/2006/relationships/customXml" Target="../ink/ink1249.xml"/><Relationship Id="rId461" Type="http://schemas.openxmlformats.org/officeDocument/2006/relationships/customXml" Target="../ink/ink1332.xml"/><Relationship Id="rId517" Type="http://schemas.openxmlformats.org/officeDocument/2006/relationships/customXml" Target="../ink/ink1360.xml"/><Relationship Id="rId559" Type="http://schemas.openxmlformats.org/officeDocument/2006/relationships/customXml" Target="../ink/ink1381.xml"/><Relationship Id="rId60" Type="http://schemas.openxmlformats.org/officeDocument/2006/relationships/customXml" Target="../ink/ink1131.xml"/><Relationship Id="rId156" Type="http://schemas.openxmlformats.org/officeDocument/2006/relationships/customXml" Target="../ink/ink1179.xml"/><Relationship Id="rId198" Type="http://schemas.openxmlformats.org/officeDocument/2006/relationships/customXml" Target="../ink/ink1200.xml"/><Relationship Id="rId321" Type="http://schemas.openxmlformats.org/officeDocument/2006/relationships/image" Target="../media/image1254.png"/><Relationship Id="rId363" Type="http://schemas.openxmlformats.org/officeDocument/2006/relationships/image" Target="../media/image1275.png"/><Relationship Id="rId419" Type="http://schemas.openxmlformats.org/officeDocument/2006/relationships/image" Target="../media/image1303.png"/><Relationship Id="rId570" Type="http://schemas.openxmlformats.org/officeDocument/2006/relationships/image" Target="../media/image1377.png"/><Relationship Id="rId626" Type="http://schemas.openxmlformats.org/officeDocument/2006/relationships/image" Target="../media/image1405.png"/><Relationship Id="rId223" Type="http://schemas.openxmlformats.org/officeDocument/2006/relationships/image" Target="../media/image1205.png"/><Relationship Id="rId430" Type="http://schemas.openxmlformats.org/officeDocument/2006/relationships/customXml" Target="../ink/ink1316.xml"/><Relationship Id="rId668" Type="http://schemas.openxmlformats.org/officeDocument/2006/relationships/image" Target="../media/image1426.png"/><Relationship Id="rId18" Type="http://schemas.openxmlformats.org/officeDocument/2006/relationships/customXml" Target="../ink/ink1110.xml"/><Relationship Id="rId265" Type="http://schemas.openxmlformats.org/officeDocument/2006/relationships/image" Target="../media/image1226.png"/><Relationship Id="rId472" Type="http://schemas.openxmlformats.org/officeDocument/2006/relationships/image" Target="../media/image1328.png"/><Relationship Id="rId528" Type="http://schemas.openxmlformats.org/officeDocument/2006/relationships/image" Target="../media/image1356.png"/><Relationship Id="rId125" Type="http://schemas.openxmlformats.org/officeDocument/2006/relationships/image" Target="../media/image1156.png"/><Relationship Id="rId167" Type="http://schemas.openxmlformats.org/officeDocument/2006/relationships/image" Target="../media/image1177.png"/><Relationship Id="rId332" Type="http://schemas.openxmlformats.org/officeDocument/2006/relationships/customXml" Target="../ink/ink1267.xml"/><Relationship Id="rId374" Type="http://schemas.openxmlformats.org/officeDocument/2006/relationships/customXml" Target="../ink/ink1288.xml"/><Relationship Id="rId581" Type="http://schemas.openxmlformats.org/officeDocument/2006/relationships/customXml" Target="../ink/ink1392.xml"/><Relationship Id="rId71" Type="http://schemas.openxmlformats.org/officeDocument/2006/relationships/image" Target="../media/image1129.png"/><Relationship Id="rId234" Type="http://schemas.openxmlformats.org/officeDocument/2006/relationships/customXml" Target="../ink/ink1218.xml"/><Relationship Id="rId637" Type="http://schemas.openxmlformats.org/officeDocument/2006/relationships/customXml" Target="../ink/ink1420.xml"/><Relationship Id="rId2" Type="http://schemas.openxmlformats.org/officeDocument/2006/relationships/customXml" Target="../ink/ink1102.xml"/><Relationship Id="rId29" Type="http://schemas.openxmlformats.org/officeDocument/2006/relationships/image" Target="../media/image1108.png"/><Relationship Id="rId276" Type="http://schemas.openxmlformats.org/officeDocument/2006/relationships/customXml" Target="../ink/ink1239.xml"/><Relationship Id="rId441" Type="http://schemas.openxmlformats.org/officeDocument/2006/relationships/image" Target="../media/image1314.png"/><Relationship Id="rId483" Type="http://schemas.openxmlformats.org/officeDocument/2006/relationships/customXml" Target="../ink/ink1343.xml"/><Relationship Id="rId539" Type="http://schemas.openxmlformats.org/officeDocument/2006/relationships/customXml" Target="../ink/ink1371.xml"/><Relationship Id="rId40" Type="http://schemas.openxmlformats.org/officeDocument/2006/relationships/customXml" Target="../ink/ink1121.xml"/><Relationship Id="rId136" Type="http://schemas.openxmlformats.org/officeDocument/2006/relationships/customXml" Target="../ink/ink1169.xml"/><Relationship Id="rId178" Type="http://schemas.openxmlformats.org/officeDocument/2006/relationships/customXml" Target="../ink/ink1190.xml"/><Relationship Id="rId301" Type="http://schemas.openxmlformats.org/officeDocument/2006/relationships/image" Target="../media/image1244.png"/><Relationship Id="rId343" Type="http://schemas.openxmlformats.org/officeDocument/2006/relationships/image" Target="../media/image1265.png"/><Relationship Id="rId550" Type="http://schemas.openxmlformats.org/officeDocument/2006/relationships/image" Target="../media/image1367.png"/><Relationship Id="rId82" Type="http://schemas.openxmlformats.org/officeDocument/2006/relationships/customXml" Target="../ink/ink1142.xml"/><Relationship Id="rId203" Type="http://schemas.openxmlformats.org/officeDocument/2006/relationships/image" Target="../media/image1195.png"/><Relationship Id="rId385" Type="http://schemas.openxmlformats.org/officeDocument/2006/relationships/image" Target="../media/image1286.png"/><Relationship Id="rId592" Type="http://schemas.openxmlformats.org/officeDocument/2006/relationships/image" Target="../media/image1388.png"/><Relationship Id="rId606" Type="http://schemas.openxmlformats.org/officeDocument/2006/relationships/image" Target="../media/image1395.png"/><Relationship Id="rId648" Type="http://schemas.openxmlformats.org/officeDocument/2006/relationships/image" Target="../media/image1416.png"/><Relationship Id="rId245" Type="http://schemas.openxmlformats.org/officeDocument/2006/relationships/image" Target="../media/image1216.png"/><Relationship Id="rId287" Type="http://schemas.openxmlformats.org/officeDocument/2006/relationships/image" Target="../media/image1237.png"/><Relationship Id="rId410" Type="http://schemas.openxmlformats.org/officeDocument/2006/relationships/customXml" Target="../ink/ink1306.xml"/><Relationship Id="rId452" Type="http://schemas.openxmlformats.org/officeDocument/2006/relationships/image" Target="../media/image1319.png"/><Relationship Id="rId494" Type="http://schemas.openxmlformats.org/officeDocument/2006/relationships/image" Target="../media/image1339.png"/><Relationship Id="rId508" Type="http://schemas.openxmlformats.org/officeDocument/2006/relationships/image" Target="../media/image1346.png"/><Relationship Id="rId105" Type="http://schemas.openxmlformats.org/officeDocument/2006/relationships/image" Target="../media/image1146.png"/><Relationship Id="rId147" Type="http://schemas.openxmlformats.org/officeDocument/2006/relationships/image" Target="../media/image1167.png"/><Relationship Id="rId312" Type="http://schemas.openxmlformats.org/officeDocument/2006/relationships/customXml" Target="../ink/ink1257.xml"/><Relationship Id="rId354" Type="http://schemas.openxmlformats.org/officeDocument/2006/relationships/customXml" Target="../ink/ink1278.xml"/><Relationship Id="rId51" Type="http://schemas.openxmlformats.org/officeDocument/2006/relationships/image" Target="../media/image1119.png"/><Relationship Id="rId93" Type="http://schemas.openxmlformats.org/officeDocument/2006/relationships/image" Target="../media/image1140.png"/><Relationship Id="rId189" Type="http://schemas.openxmlformats.org/officeDocument/2006/relationships/image" Target="../media/image1188.png"/><Relationship Id="rId396" Type="http://schemas.openxmlformats.org/officeDocument/2006/relationships/customXml" Target="../ink/ink1299.xml"/><Relationship Id="rId561" Type="http://schemas.openxmlformats.org/officeDocument/2006/relationships/customXml" Target="../ink/ink1382.xml"/><Relationship Id="rId617" Type="http://schemas.openxmlformats.org/officeDocument/2006/relationships/customXml" Target="../ink/ink1410.xml"/><Relationship Id="rId659" Type="http://schemas.openxmlformats.org/officeDocument/2006/relationships/customXml" Target="../ink/ink1431.xml"/><Relationship Id="rId214" Type="http://schemas.openxmlformats.org/officeDocument/2006/relationships/customXml" Target="../ink/ink1208.xml"/><Relationship Id="rId256" Type="http://schemas.openxmlformats.org/officeDocument/2006/relationships/customXml" Target="../ink/ink1229.xml"/><Relationship Id="rId298" Type="http://schemas.openxmlformats.org/officeDocument/2006/relationships/customXml" Target="../ink/ink1250.xml"/><Relationship Id="rId421" Type="http://schemas.openxmlformats.org/officeDocument/2006/relationships/image" Target="../media/image1304.png"/><Relationship Id="rId463" Type="http://schemas.openxmlformats.org/officeDocument/2006/relationships/customXml" Target="../ink/ink1333.xml"/><Relationship Id="rId519" Type="http://schemas.openxmlformats.org/officeDocument/2006/relationships/customXml" Target="../ink/ink1361.xml"/><Relationship Id="rId670" Type="http://schemas.openxmlformats.org/officeDocument/2006/relationships/image" Target="../media/image1427.png"/><Relationship Id="rId116" Type="http://schemas.openxmlformats.org/officeDocument/2006/relationships/customXml" Target="../ink/ink1159.xml"/><Relationship Id="rId158" Type="http://schemas.openxmlformats.org/officeDocument/2006/relationships/customXml" Target="../ink/ink1180.xml"/><Relationship Id="rId323" Type="http://schemas.openxmlformats.org/officeDocument/2006/relationships/image" Target="../media/image1255.png"/><Relationship Id="rId530" Type="http://schemas.openxmlformats.org/officeDocument/2006/relationships/image" Target="../media/image1357.png"/><Relationship Id="rId20" Type="http://schemas.openxmlformats.org/officeDocument/2006/relationships/customXml" Target="../ink/ink1111.xml"/><Relationship Id="rId62" Type="http://schemas.openxmlformats.org/officeDocument/2006/relationships/customXml" Target="../ink/ink1132.xml"/><Relationship Id="rId365" Type="http://schemas.openxmlformats.org/officeDocument/2006/relationships/image" Target="../media/image1276.png"/><Relationship Id="rId572" Type="http://schemas.openxmlformats.org/officeDocument/2006/relationships/image" Target="../media/image1378.png"/><Relationship Id="rId628" Type="http://schemas.openxmlformats.org/officeDocument/2006/relationships/image" Target="../media/image1406.png"/><Relationship Id="rId225" Type="http://schemas.openxmlformats.org/officeDocument/2006/relationships/image" Target="../media/image1206.png"/><Relationship Id="rId267" Type="http://schemas.openxmlformats.org/officeDocument/2006/relationships/image" Target="../media/image1227.png"/><Relationship Id="rId432" Type="http://schemas.openxmlformats.org/officeDocument/2006/relationships/customXml" Target="../ink/ink1317.xml"/><Relationship Id="rId474" Type="http://schemas.openxmlformats.org/officeDocument/2006/relationships/image" Target="../media/image1329.png"/><Relationship Id="rId127" Type="http://schemas.openxmlformats.org/officeDocument/2006/relationships/image" Target="../media/image1157.png"/><Relationship Id="rId31" Type="http://schemas.openxmlformats.org/officeDocument/2006/relationships/image" Target="../media/image1109.png"/><Relationship Id="rId73" Type="http://schemas.openxmlformats.org/officeDocument/2006/relationships/image" Target="../media/image1130.png"/><Relationship Id="rId169" Type="http://schemas.openxmlformats.org/officeDocument/2006/relationships/image" Target="../media/image1178.png"/><Relationship Id="rId334" Type="http://schemas.openxmlformats.org/officeDocument/2006/relationships/customXml" Target="../ink/ink1268.xml"/><Relationship Id="rId376" Type="http://schemas.openxmlformats.org/officeDocument/2006/relationships/customXml" Target="../ink/ink1289.xml"/><Relationship Id="rId541" Type="http://schemas.openxmlformats.org/officeDocument/2006/relationships/customXml" Target="../ink/ink1372.xml"/><Relationship Id="rId583" Type="http://schemas.openxmlformats.org/officeDocument/2006/relationships/customXml" Target="../ink/ink1393.xml"/><Relationship Id="rId639" Type="http://schemas.openxmlformats.org/officeDocument/2006/relationships/customXml" Target="../ink/ink1421.xml"/><Relationship Id="rId4" Type="http://schemas.openxmlformats.org/officeDocument/2006/relationships/customXml" Target="../ink/ink1103.xml"/><Relationship Id="rId180" Type="http://schemas.openxmlformats.org/officeDocument/2006/relationships/customXml" Target="../ink/ink1191.xml"/><Relationship Id="rId236" Type="http://schemas.openxmlformats.org/officeDocument/2006/relationships/customXml" Target="../ink/ink1219.xml"/><Relationship Id="rId278" Type="http://schemas.openxmlformats.org/officeDocument/2006/relationships/customXml" Target="../ink/ink1240.xml"/><Relationship Id="rId401" Type="http://schemas.openxmlformats.org/officeDocument/2006/relationships/image" Target="../media/image1294.png"/><Relationship Id="rId443" Type="http://schemas.openxmlformats.org/officeDocument/2006/relationships/image" Target="../media/image1315.png"/><Relationship Id="rId650" Type="http://schemas.openxmlformats.org/officeDocument/2006/relationships/image" Target="../media/image1417.png"/><Relationship Id="rId303" Type="http://schemas.openxmlformats.org/officeDocument/2006/relationships/image" Target="../media/image1245.png"/><Relationship Id="rId485" Type="http://schemas.openxmlformats.org/officeDocument/2006/relationships/customXml" Target="../ink/ink1344.xml"/><Relationship Id="rId42" Type="http://schemas.openxmlformats.org/officeDocument/2006/relationships/customXml" Target="../ink/ink1122.xml"/><Relationship Id="rId84" Type="http://schemas.openxmlformats.org/officeDocument/2006/relationships/customXml" Target="../ink/ink1143.xml"/><Relationship Id="rId138" Type="http://schemas.openxmlformats.org/officeDocument/2006/relationships/customXml" Target="../ink/ink1170.xml"/><Relationship Id="rId345" Type="http://schemas.openxmlformats.org/officeDocument/2006/relationships/image" Target="../media/image1266.png"/><Relationship Id="rId387" Type="http://schemas.openxmlformats.org/officeDocument/2006/relationships/image" Target="../media/image1287.png"/><Relationship Id="rId510" Type="http://schemas.openxmlformats.org/officeDocument/2006/relationships/image" Target="../media/image1347.png"/><Relationship Id="rId552" Type="http://schemas.openxmlformats.org/officeDocument/2006/relationships/image" Target="../media/image1368.png"/><Relationship Id="rId594" Type="http://schemas.openxmlformats.org/officeDocument/2006/relationships/image" Target="../media/image1389.png"/><Relationship Id="rId608" Type="http://schemas.openxmlformats.org/officeDocument/2006/relationships/image" Target="../media/image1396.png"/><Relationship Id="rId191" Type="http://schemas.openxmlformats.org/officeDocument/2006/relationships/image" Target="../media/image1189.png"/><Relationship Id="rId205" Type="http://schemas.openxmlformats.org/officeDocument/2006/relationships/image" Target="../media/image1196.png"/><Relationship Id="rId247" Type="http://schemas.openxmlformats.org/officeDocument/2006/relationships/image" Target="../media/image1217.png"/><Relationship Id="rId412" Type="http://schemas.openxmlformats.org/officeDocument/2006/relationships/customXml" Target="../ink/ink1307.xml"/><Relationship Id="rId107" Type="http://schemas.openxmlformats.org/officeDocument/2006/relationships/image" Target="../media/image1147.png"/><Relationship Id="rId289" Type="http://schemas.openxmlformats.org/officeDocument/2006/relationships/image" Target="../media/image1238.png"/><Relationship Id="rId454" Type="http://schemas.openxmlformats.org/officeDocument/2006/relationships/image" Target="../media/image1320.png"/><Relationship Id="rId496" Type="http://schemas.openxmlformats.org/officeDocument/2006/relationships/image" Target="../media/image1340.png"/><Relationship Id="rId661" Type="http://schemas.openxmlformats.org/officeDocument/2006/relationships/customXml" Target="../ink/ink1432.xml"/><Relationship Id="rId11" Type="http://schemas.openxmlformats.org/officeDocument/2006/relationships/image" Target="../media/image1099.png"/><Relationship Id="rId53" Type="http://schemas.openxmlformats.org/officeDocument/2006/relationships/image" Target="../media/image1120.png"/><Relationship Id="rId149" Type="http://schemas.openxmlformats.org/officeDocument/2006/relationships/image" Target="../media/image1168.png"/><Relationship Id="rId314" Type="http://schemas.openxmlformats.org/officeDocument/2006/relationships/customXml" Target="../ink/ink1258.xml"/><Relationship Id="rId356" Type="http://schemas.openxmlformats.org/officeDocument/2006/relationships/customXml" Target="../ink/ink1279.xml"/><Relationship Id="rId398" Type="http://schemas.openxmlformats.org/officeDocument/2006/relationships/customXml" Target="../ink/ink1300.xml"/><Relationship Id="rId521" Type="http://schemas.openxmlformats.org/officeDocument/2006/relationships/customXml" Target="../ink/ink1362.xml"/><Relationship Id="rId563" Type="http://schemas.openxmlformats.org/officeDocument/2006/relationships/customXml" Target="../ink/ink1383.xml"/><Relationship Id="rId619" Type="http://schemas.openxmlformats.org/officeDocument/2006/relationships/customXml" Target="../ink/ink1411.xml"/><Relationship Id="rId95" Type="http://schemas.openxmlformats.org/officeDocument/2006/relationships/image" Target="../media/image1141.png"/><Relationship Id="rId160" Type="http://schemas.openxmlformats.org/officeDocument/2006/relationships/customXml" Target="../ink/ink1181.xml"/><Relationship Id="rId216" Type="http://schemas.openxmlformats.org/officeDocument/2006/relationships/customXml" Target="../ink/ink1209.xml"/><Relationship Id="rId423" Type="http://schemas.openxmlformats.org/officeDocument/2006/relationships/image" Target="../media/image1305.png"/><Relationship Id="rId258" Type="http://schemas.openxmlformats.org/officeDocument/2006/relationships/customXml" Target="../ink/ink1230.xml"/><Relationship Id="rId465" Type="http://schemas.openxmlformats.org/officeDocument/2006/relationships/customXml" Target="../ink/ink1334.xml"/><Relationship Id="rId630" Type="http://schemas.openxmlformats.org/officeDocument/2006/relationships/image" Target="../media/image1407.png"/><Relationship Id="rId672" Type="http://schemas.openxmlformats.org/officeDocument/2006/relationships/image" Target="../media/image1428.png"/><Relationship Id="rId22" Type="http://schemas.openxmlformats.org/officeDocument/2006/relationships/customXml" Target="../ink/ink1112.xml"/><Relationship Id="rId64" Type="http://schemas.openxmlformats.org/officeDocument/2006/relationships/customXml" Target="../ink/ink1133.xml"/><Relationship Id="rId118" Type="http://schemas.openxmlformats.org/officeDocument/2006/relationships/customXml" Target="../ink/ink1160.xml"/><Relationship Id="rId325" Type="http://schemas.openxmlformats.org/officeDocument/2006/relationships/image" Target="../media/image1256.png"/><Relationship Id="rId367" Type="http://schemas.openxmlformats.org/officeDocument/2006/relationships/image" Target="../media/image1277.png"/><Relationship Id="rId532" Type="http://schemas.openxmlformats.org/officeDocument/2006/relationships/image" Target="../media/image1358.png"/><Relationship Id="rId574" Type="http://schemas.openxmlformats.org/officeDocument/2006/relationships/image" Target="../media/image1379.png"/><Relationship Id="rId171" Type="http://schemas.openxmlformats.org/officeDocument/2006/relationships/image" Target="../media/image1179.png"/><Relationship Id="rId227" Type="http://schemas.openxmlformats.org/officeDocument/2006/relationships/image" Target="../media/image1207.png"/><Relationship Id="rId269" Type="http://schemas.openxmlformats.org/officeDocument/2006/relationships/image" Target="../media/image1228.png"/><Relationship Id="rId434" Type="http://schemas.openxmlformats.org/officeDocument/2006/relationships/customXml" Target="../ink/ink1318.xml"/><Relationship Id="rId476" Type="http://schemas.openxmlformats.org/officeDocument/2006/relationships/image" Target="../media/image1330.png"/><Relationship Id="rId641" Type="http://schemas.openxmlformats.org/officeDocument/2006/relationships/customXml" Target="../ink/ink1422.xml"/><Relationship Id="rId33" Type="http://schemas.openxmlformats.org/officeDocument/2006/relationships/image" Target="../media/image1110.png"/><Relationship Id="rId129" Type="http://schemas.openxmlformats.org/officeDocument/2006/relationships/image" Target="../media/image1158.png"/><Relationship Id="rId280" Type="http://schemas.openxmlformats.org/officeDocument/2006/relationships/customXml" Target="../ink/ink1241.xml"/><Relationship Id="rId336" Type="http://schemas.openxmlformats.org/officeDocument/2006/relationships/customXml" Target="../ink/ink1269.xml"/><Relationship Id="rId501" Type="http://schemas.openxmlformats.org/officeDocument/2006/relationships/customXml" Target="../ink/ink1352.xml"/><Relationship Id="rId543" Type="http://schemas.openxmlformats.org/officeDocument/2006/relationships/customXml" Target="../ink/ink1373.xml"/><Relationship Id="rId75" Type="http://schemas.openxmlformats.org/officeDocument/2006/relationships/image" Target="../media/image1131.png"/><Relationship Id="rId140" Type="http://schemas.openxmlformats.org/officeDocument/2006/relationships/customXml" Target="../ink/ink1171.xml"/><Relationship Id="rId182" Type="http://schemas.openxmlformats.org/officeDocument/2006/relationships/customXml" Target="../ink/ink1192.xml"/><Relationship Id="rId378" Type="http://schemas.openxmlformats.org/officeDocument/2006/relationships/customXml" Target="../ink/ink1290.xml"/><Relationship Id="rId403" Type="http://schemas.openxmlformats.org/officeDocument/2006/relationships/image" Target="../media/image1295.png"/><Relationship Id="rId585" Type="http://schemas.openxmlformats.org/officeDocument/2006/relationships/customXml" Target="../ink/ink1394.xml"/><Relationship Id="rId6" Type="http://schemas.openxmlformats.org/officeDocument/2006/relationships/customXml" Target="../ink/ink1104.xml"/><Relationship Id="rId238" Type="http://schemas.openxmlformats.org/officeDocument/2006/relationships/customXml" Target="../ink/ink1220.xml"/><Relationship Id="rId445" Type="http://schemas.openxmlformats.org/officeDocument/2006/relationships/image" Target="../media/image1316.png"/><Relationship Id="rId487" Type="http://schemas.openxmlformats.org/officeDocument/2006/relationships/customXml" Target="../ink/ink1345.xml"/><Relationship Id="rId610" Type="http://schemas.openxmlformats.org/officeDocument/2006/relationships/image" Target="../media/image1397.png"/><Relationship Id="rId652" Type="http://schemas.openxmlformats.org/officeDocument/2006/relationships/image" Target="../media/image1418.png"/><Relationship Id="rId291" Type="http://schemas.openxmlformats.org/officeDocument/2006/relationships/image" Target="../media/image1239.png"/><Relationship Id="rId305" Type="http://schemas.openxmlformats.org/officeDocument/2006/relationships/image" Target="../media/image1246.png"/><Relationship Id="rId347" Type="http://schemas.openxmlformats.org/officeDocument/2006/relationships/image" Target="../media/image1267.png"/><Relationship Id="rId512" Type="http://schemas.openxmlformats.org/officeDocument/2006/relationships/image" Target="../media/image1348.png"/><Relationship Id="rId44" Type="http://schemas.openxmlformats.org/officeDocument/2006/relationships/customXml" Target="../ink/ink1123.xml"/><Relationship Id="rId86" Type="http://schemas.openxmlformats.org/officeDocument/2006/relationships/customXml" Target="../ink/ink1144.xml"/><Relationship Id="rId151" Type="http://schemas.openxmlformats.org/officeDocument/2006/relationships/image" Target="../media/image1169.png"/><Relationship Id="rId389" Type="http://schemas.openxmlformats.org/officeDocument/2006/relationships/image" Target="../media/image1288.png"/><Relationship Id="rId554" Type="http://schemas.openxmlformats.org/officeDocument/2006/relationships/image" Target="../media/image1369.png"/><Relationship Id="rId596" Type="http://schemas.openxmlformats.org/officeDocument/2006/relationships/image" Target="../media/image1390.png"/><Relationship Id="rId193" Type="http://schemas.openxmlformats.org/officeDocument/2006/relationships/image" Target="../media/image1190.png"/><Relationship Id="rId207" Type="http://schemas.openxmlformats.org/officeDocument/2006/relationships/image" Target="../media/image1197.png"/><Relationship Id="rId249" Type="http://schemas.openxmlformats.org/officeDocument/2006/relationships/image" Target="../media/image1218.png"/><Relationship Id="rId414" Type="http://schemas.openxmlformats.org/officeDocument/2006/relationships/customXml" Target="../ink/ink1308.xml"/><Relationship Id="rId456" Type="http://schemas.openxmlformats.org/officeDocument/2006/relationships/image" Target="../media/image1321.png"/><Relationship Id="rId498" Type="http://schemas.openxmlformats.org/officeDocument/2006/relationships/image" Target="../media/image1341.png"/><Relationship Id="rId621" Type="http://schemas.openxmlformats.org/officeDocument/2006/relationships/customXml" Target="../ink/ink1412.xml"/><Relationship Id="rId663" Type="http://schemas.openxmlformats.org/officeDocument/2006/relationships/customXml" Target="../ink/ink1433.xml"/><Relationship Id="rId13" Type="http://schemas.openxmlformats.org/officeDocument/2006/relationships/image" Target="../media/image1100.png"/><Relationship Id="rId109" Type="http://schemas.openxmlformats.org/officeDocument/2006/relationships/image" Target="../media/image1148.png"/><Relationship Id="rId260" Type="http://schemas.openxmlformats.org/officeDocument/2006/relationships/customXml" Target="../ink/ink1231.xml"/><Relationship Id="rId316" Type="http://schemas.openxmlformats.org/officeDocument/2006/relationships/customXml" Target="../ink/ink1259.xml"/><Relationship Id="rId523" Type="http://schemas.openxmlformats.org/officeDocument/2006/relationships/customXml" Target="../ink/ink1363.xml"/><Relationship Id="rId55" Type="http://schemas.openxmlformats.org/officeDocument/2006/relationships/image" Target="../media/image1121.png"/><Relationship Id="rId97" Type="http://schemas.openxmlformats.org/officeDocument/2006/relationships/image" Target="../media/image1142.png"/><Relationship Id="rId120" Type="http://schemas.openxmlformats.org/officeDocument/2006/relationships/customXml" Target="../ink/ink1161.xml"/><Relationship Id="rId358" Type="http://schemas.openxmlformats.org/officeDocument/2006/relationships/customXml" Target="../ink/ink1280.xml"/><Relationship Id="rId565" Type="http://schemas.openxmlformats.org/officeDocument/2006/relationships/customXml" Target="../ink/ink1384.xml"/><Relationship Id="rId162" Type="http://schemas.openxmlformats.org/officeDocument/2006/relationships/customXml" Target="../ink/ink1182.xml"/><Relationship Id="rId218" Type="http://schemas.openxmlformats.org/officeDocument/2006/relationships/customXml" Target="../ink/ink1210.xml"/><Relationship Id="rId425" Type="http://schemas.openxmlformats.org/officeDocument/2006/relationships/image" Target="../media/image1306.png"/><Relationship Id="rId467" Type="http://schemas.openxmlformats.org/officeDocument/2006/relationships/customXml" Target="../ink/ink1335.xml"/><Relationship Id="rId632" Type="http://schemas.openxmlformats.org/officeDocument/2006/relationships/image" Target="../media/image1408.png"/><Relationship Id="rId271" Type="http://schemas.openxmlformats.org/officeDocument/2006/relationships/image" Target="../media/image1229.png"/><Relationship Id="rId674" Type="http://schemas.openxmlformats.org/officeDocument/2006/relationships/image" Target="../media/image1429.png"/><Relationship Id="rId24" Type="http://schemas.openxmlformats.org/officeDocument/2006/relationships/customXml" Target="../ink/ink1113.xml"/><Relationship Id="rId66" Type="http://schemas.openxmlformats.org/officeDocument/2006/relationships/customXml" Target="../ink/ink1134.xml"/><Relationship Id="rId131" Type="http://schemas.openxmlformats.org/officeDocument/2006/relationships/image" Target="../media/image1159.png"/><Relationship Id="rId327" Type="http://schemas.openxmlformats.org/officeDocument/2006/relationships/image" Target="../media/image1257.png"/><Relationship Id="rId369" Type="http://schemas.openxmlformats.org/officeDocument/2006/relationships/image" Target="../media/image1278.png"/><Relationship Id="rId534" Type="http://schemas.openxmlformats.org/officeDocument/2006/relationships/image" Target="../media/image1359.png"/><Relationship Id="rId576" Type="http://schemas.openxmlformats.org/officeDocument/2006/relationships/image" Target="../media/image1380.png"/><Relationship Id="rId173" Type="http://schemas.openxmlformats.org/officeDocument/2006/relationships/image" Target="../media/image1180.png"/><Relationship Id="rId229" Type="http://schemas.openxmlformats.org/officeDocument/2006/relationships/image" Target="../media/image1208.png"/><Relationship Id="rId380" Type="http://schemas.openxmlformats.org/officeDocument/2006/relationships/customXml" Target="../ink/ink1291.xml"/><Relationship Id="rId436" Type="http://schemas.openxmlformats.org/officeDocument/2006/relationships/customXml" Target="../ink/ink1319.xml"/><Relationship Id="rId601" Type="http://schemas.openxmlformats.org/officeDocument/2006/relationships/customXml" Target="../ink/ink1402.xml"/><Relationship Id="rId643" Type="http://schemas.openxmlformats.org/officeDocument/2006/relationships/customXml" Target="../ink/ink1423.xml"/><Relationship Id="rId240" Type="http://schemas.openxmlformats.org/officeDocument/2006/relationships/customXml" Target="../ink/ink1221.xml"/><Relationship Id="rId478" Type="http://schemas.openxmlformats.org/officeDocument/2006/relationships/image" Target="../media/image1331.png"/><Relationship Id="rId35" Type="http://schemas.openxmlformats.org/officeDocument/2006/relationships/image" Target="../media/image1111.png"/><Relationship Id="rId77" Type="http://schemas.openxmlformats.org/officeDocument/2006/relationships/image" Target="../media/image1132.png"/><Relationship Id="rId100" Type="http://schemas.openxmlformats.org/officeDocument/2006/relationships/customXml" Target="../ink/ink1151.xml"/><Relationship Id="rId282" Type="http://schemas.openxmlformats.org/officeDocument/2006/relationships/customXml" Target="../ink/ink1242.xml"/><Relationship Id="rId338" Type="http://schemas.openxmlformats.org/officeDocument/2006/relationships/customXml" Target="../ink/ink1270.xml"/><Relationship Id="rId503" Type="http://schemas.openxmlformats.org/officeDocument/2006/relationships/customXml" Target="../ink/ink1353.xml"/><Relationship Id="rId545" Type="http://schemas.openxmlformats.org/officeDocument/2006/relationships/customXml" Target="../ink/ink1374.xml"/><Relationship Id="rId587" Type="http://schemas.openxmlformats.org/officeDocument/2006/relationships/customXml" Target="../ink/ink1395.xml"/><Relationship Id="rId8" Type="http://schemas.openxmlformats.org/officeDocument/2006/relationships/customXml" Target="../ink/ink1105.xml"/><Relationship Id="rId142" Type="http://schemas.openxmlformats.org/officeDocument/2006/relationships/customXml" Target="../ink/ink1172.xml"/><Relationship Id="rId184" Type="http://schemas.openxmlformats.org/officeDocument/2006/relationships/customXml" Target="../ink/ink1193.xml"/><Relationship Id="rId391" Type="http://schemas.openxmlformats.org/officeDocument/2006/relationships/image" Target="../media/image1289.png"/><Relationship Id="rId405" Type="http://schemas.openxmlformats.org/officeDocument/2006/relationships/image" Target="../media/image1296.png"/><Relationship Id="rId447" Type="http://schemas.openxmlformats.org/officeDocument/2006/relationships/image" Target="../media/image1317.png"/><Relationship Id="rId612" Type="http://schemas.openxmlformats.org/officeDocument/2006/relationships/image" Target="../media/image1398.png"/><Relationship Id="rId251" Type="http://schemas.openxmlformats.org/officeDocument/2006/relationships/image" Target="../media/image1219.png"/><Relationship Id="rId489" Type="http://schemas.openxmlformats.org/officeDocument/2006/relationships/customXml" Target="../ink/ink1346.xml"/><Relationship Id="rId654" Type="http://schemas.openxmlformats.org/officeDocument/2006/relationships/image" Target="../media/image1419.png"/><Relationship Id="rId46" Type="http://schemas.openxmlformats.org/officeDocument/2006/relationships/customXml" Target="../ink/ink1124.xml"/><Relationship Id="rId293" Type="http://schemas.openxmlformats.org/officeDocument/2006/relationships/image" Target="../media/image1240.png"/><Relationship Id="rId307" Type="http://schemas.openxmlformats.org/officeDocument/2006/relationships/image" Target="../media/image1247.png"/><Relationship Id="rId349" Type="http://schemas.openxmlformats.org/officeDocument/2006/relationships/image" Target="../media/image1268.png"/><Relationship Id="rId514" Type="http://schemas.openxmlformats.org/officeDocument/2006/relationships/image" Target="../media/image1349.png"/><Relationship Id="rId556" Type="http://schemas.openxmlformats.org/officeDocument/2006/relationships/image" Target="../media/image1370.png"/><Relationship Id="rId88" Type="http://schemas.openxmlformats.org/officeDocument/2006/relationships/customXml" Target="../ink/ink1145.xml"/><Relationship Id="rId111" Type="http://schemas.openxmlformats.org/officeDocument/2006/relationships/image" Target="../media/image1149.png"/><Relationship Id="rId153" Type="http://schemas.openxmlformats.org/officeDocument/2006/relationships/image" Target="../media/image1170.png"/><Relationship Id="rId195" Type="http://schemas.openxmlformats.org/officeDocument/2006/relationships/image" Target="../media/image1191.png"/><Relationship Id="rId209" Type="http://schemas.openxmlformats.org/officeDocument/2006/relationships/image" Target="../media/image1198.png"/><Relationship Id="rId360" Type="http://schemas.openxmlformats.org/officeDocument/2006/relationships/customXml" Target="../ink/ink1281.xml"/><Relationship Id="rId416" Type="http://schemas.openxmlformats.org/officeDocument/2006/relationships/customXml" Target="../ink/ink1309.xml"/><Relationship Id="rId598" Type="http://schemas.openxmlformats.org/officeDocument/2006/relationships/image" Target="../media/image1391.png"/><Relationship Id="rId220" Type="http://schemas.openxmlformats.org/officeDocument/2006/relationships/customXml" Target="../ink/ink1211.xml"/><Relationship Id="rId458" Type="http://schemas.openxmlformats.org/officeDocument/2006/relationships/image" Target="../media/image1322.png"/><Relationship Id="rId623" Type="http://schemas.openxmlformats.org/officeDocument/2006/relationships/customXml" Target="../ink/ink1413.xml"/><Relationship Id="rId665" Type="http://schemas.openxmlformats.org/officeDocument/2006/relationships/customXml" Target="../ink/ink1434.xml"/><Relationship Id="rId15" Type="http://schemas.openxmlformats.org/officeDocument/2006/relationships/image" Target="../media/image1101.png"/><Relationship Id="rId57" Type="http://schemas.openxmlformats.org/officeDocument/2006/relationships/image" Target="../media/image1122.png"/><Relationship Id="rId262" Type="http://schemas.openxmlformats.org/officeDocument/2006/relationships/customXml" Target="../ink/ink1232.xml"/><Relationship Id="rId318" Type="http://schemas.openxmlformats.org/officeDocument/2006/relationships/customXml" Target="../ink/ink1260.xml"/><Relationship Id="rId525" Type="http://schemas.openxmlformats.org/officeDocument/2006/relationships/customXml" Target="../ink/ink1364.xml"/><Relationship Id="rId567" Type="http://schemas.openxmlformats.org/officeDocument/2006/relationships/customXml" Target="../ink/ink1385.xml"/><Relationship Id="rId99" Type="http://schemas.openxmlformats.org/officeDocument/2006/relationships/image" Target="../media/image1143.png"/><Relationship Id="rId122" Type="http://schemas.openxmlformats.org/officeDocument/2006/relationships/customXml" Target="../ink/ink1162.xml"/><Relationship Id="rId164" Type="http://schemas.openxmlformats.org/officeDocument/2006/relationships/customXml" Target="../ink/ink1183.xml"/><Relationship Id="rId371" Type="http://schemas.openxmlformats.org/officeDocument/2006/relationships/image" Target="../media/image1279.png"/><Relationship Id="rId427" Type="http://schemas.openxmlformats.org/officeDocument/2006/relationships/image" Target="../media/image1307.png"/><Relationship Id="rId469" Type="http://schemas.openxmlformats.org/officeDocument/2006/relationships/customXml" Target="../ink/ink1336.xml"/><Relationship Id="rId634" Type="http://schemas.openxmlformats.org/officeDocument/2006/relationships/image" Target="../media/image1409.png"/><Relationship Id="rId26" Type="http://schemas.openxmlformats.org/officeDocument/2006/relationships/customXml" Target="../ink/ink1114.xml"/><Relationship Id="rId231" Type="http://schemas.openxmlformats.org/officeDocument/2006/relationships/image" Target="../media/image1209.png"/><Relationship Id="rId273" Type="http://schemas.openxmlformats.org/officeDocument/2006/relationships/image" Target="../media/image1230.png"/><Relationship Id="rId329" Type="http://schemas.openxmlformats.org/officeDocument/2006/relationships/image" Target="../media/image1258.png"/><Relationship Id="rId480" Type="http://schemas.openxmlformats.org/officeDocument/2006/relationships/image" Target="../media/image1332.png"/><Relationship Id="rId536" Type="http://schemas.openxmlformats.org/officeDocument/2006/relationships/image" Target="../media/image1360.png"/><Relationship Id="rId68" Type="http://schemas.openxmlformats.org/officeDocument/2006/relationships/customXml" Target="../ink/ink1135.xml"/><Relationship Id="rId133" Type="http://schemas.openxmlformats.org/officeDocument/2006/relationships/image" Target="../media/image1160.png"/><Relationship Id="rId175" Type="http://schemas.openxmlformats.org/officeDocument/2006/relationships/image" Target="../media/image1181.png"/><Relationship Id="rId340" Type="http://schemas.openxmlformats.org/officeDocument/2006/relationships/customXml" Target="../ink/ink1271.xml"/><Relationship Id="rId578" Type="http://schemas.openxmlformats.org/officeDocument/2006/relationships/image" Target="../media/image1381.png"/><Relationship Id="rId200" Type="http://schemas.openxmlformats.org/officeDocument/2006/relationships/customXml" Target="../ink/ink1201.xml"/><Relationship Id="rId382" Type="http://schemas.openxmlformats.org/officeDocument/2006/relationships/customXml" Target="../ink/ink1292.xml"/><Relationship Id="rId438" Type="http://schemas.openxmlformats.org/officeDocument/2006/relationships/customXml" Target="../ink/ink1320.xml"/><Relationship Id="rId603" Type="http://schemas.openxmlformats.org/officeDocument/2006/relationships/customXml" Target="../ink/ink1403.xml"/><Relationship Id="rId645" Type="http://schemas.openxmlformats.org/officeDocument/2006/relationships/customXml" Target="../ink/ink1424.xml"/><Relationship Id="rId242" Type="http://schemas.openxmlformats.org/officeDocument/2006/relationships/customXml" Target="../ink/ink1222.xml"/><Relationship Id="rId284" Type="http://schemas.openxmlformats.org/officeDocument/2006/relationships/customXml" Target="../ink/ink1243.xml"/><Relationship Id="rId491" Type="http://schemas.openxmlformats.org/officeDocument/2006/relationships/customXml" Target="../ink/ink1347.xml"/><Relationship Id="rId505" Type="http://schemas.openxmlformats.org/officeDocument/2006/relationships/customXml" Target="../ink/ink1354.xml"/><Relationship Id="rId37" Type="http://schemas.openxmlformats.org/officeDocument/2006/relationships/image" Target="../media/image1112.png"/><Relationship Id="rId79" Type="http://schemas.openxmlformats.org/officeDocument/2006/relationships/image" Target="../media/image1133.png"/><Relationship Id="rId102" Type="http://schemas.openxmlformats.org/officeDocument/2006/relationships/customXml" Target="../ink/ink1152.xml"/><Relationship Id="rId144" Type="http://schemas.openxmlformats.org/officeDocument/2006/relationships/customXml" Target="../ink/ink1173.xml"/><Relationship Id="rId547" Type="http://schemas.openxmlformats.org/officeDocument/2006/relationships/customXml" Target="../ink/ink1375.xml"/><Relationship Id="rId589" Type="http://schemas.openxmlformats.org/officeDocument/2006/relationships/customXml" Target="../ink/ink1396.xml"/><Relationship Id="rId90" Type="http://schemas.openxmlformats.org/officeDocument/2006/relationships/customXml" Target="../ink/ink1146.xml"/><Relationship Id="rId186" Type="http://schemas.openxmlformats.org/officeDocument/2006/relationships/customXml" Target="../ink/ink1194.xml"/><Relationship Id="rId351" Type="http://schemas.openxmlformats.org/officeDocument/2006/relationships/image" Target="../media/image1269.png"/><Relationship Id="rId393" Type="http://schemas.openxmlformats.org/officeDocument/2006/relationships/image" Target="../media/image1290.png"/><Relationship Id="rId407" Type="http://schemas.openxmlformats.org/officeDocument/2006/relationships/image" Target="../media/image1297.png"/><Relationship Id="rId449" Type="http://schemas.openxmlformats.org/officeDocument/2006/relationships/customXml" Target="../ink/ink1326.xml"/><Relationship Id="rId614" Type="http://schemas.openxmlformats.org/officeDocument/2006/relationships/image" Target="../media/image1399.png"/><Relationship Id="rId656" Type="http://schemas.openxmlformats.org/officeDocument/2006/relationships/image" Target="../media/image1420.png"/><Relationship Id="rId211" Type="http://schemas.openxmlformats.org/officeDocument/2006/relationships/image" Target="../media/image1199.png"/><Relationship Id="rId253" Type="http://schemas.openxmlformats.org/officeDocument/2006/relationships/image" Target="../media/image1220.png"/><Relationship Id="rId295" Type="http://schemas.openxmlformats.org/officeDocument/2006/relationships/image" Target="../media/image1241.png"/><Relationship Id="rId309" Type="http://schemas.openxmlformats.org/officeDocument/2006/relationships/image" Target="../media/image1248.png"/><Relationship Id="rId460" Type="http://schemas.openxmlformats.org/officeDocument/2006/relationships/image" Target="../media/image1323.png"/><Relationship Id="rId516" Type="http://schemas.openxmlformats.org/officeDocument/2006/relationships/image" Target="../media/image1350.png"/><Relationship Id="rId48" Type="http://schemas.openxmlformats.org/officeDocument/2006/relationships/customXml" Target="../ink/ink1125.xml"/><Relationship Id="rId113" Type="http://schemas.openxmlformats.org/officeDocument/2006/relationships/image" Target="../media/image1150.png"/><Relationship Id="rId320" Type="http://schemas.openxmlformats.org/officeDocument/2006/relationships/customXml" Target="../ink/ink1261.xml"/><Relationship Id="rId558" Type="http://schemas.openxmlformats.org/officeDocument/2006/relationships/image" Target="../media/image1371.png"/><Relationship Id="rId155" Type="http://schemas.openxmlformats.org/officeDocument/2006/relationships/image" Target="../media/image1171.png"/><Relationship Id="rId197" Type="http://schemas.openxmlformats.org/officeDocument/2006/relationships/image" Target="../media/image1192.png"/><Relationship Id="rId362" Type="http://schemas.openxmlformats.org/officeDocument/2006/relationships/customXml" Target="../ink/ink1282.xml"/><Relationship Id="rId418" Type="http://schemas.openxmlformats.org/officeDocument/2006/relationships/customXml" Target="../ink/ink1310.xml"/><Relationship Id="rId625" Type="http://schemas.openxmlformats.org/officeDocument/2006/relationships/customXml" Target="../ink/ink1414.xml"/><Relationship Id="rId222" Type="http://schemas.openxmlformats.org/officeDocument/2006/relationships/customXml" Target="../ink/ink1212.xml"/><Relationship Id="rId264" Type="http://schemas.openxmlformats.org/officeDocument/2006/relationships/customXml" Target="../ink/ink1233.xml"/><Relationship Id="rId471" Type="http://schemas.openxmlformats.org/officeDocument/2006/relationships/customXml" Target="../ink/ink1337.xml"/><Relationship Id="rId667" Type="http://schemas.openxmlformats.org/officeDocument/2006/relationships/customXml" Target="../ink/ink1435.xml"/><Relationship Id="rId17" Type="http://schemas.openxmlformats.org/officeDocument/2006/relationships/image" Target="../media/image1102.png"/><Relationship Id="rId59" Type="http://schemas.openxmlformats.org/officeDocument/2006/relationships/image" Target="../media/image1123.png"/><Relationship Id="rId124" Type="http://schemas.openxmlformats.org/officeDocument/2006/relationships/customXml" Target="../ink/ink1163.xml"/><Relationship Id="rId527" Type="http://schemas.openxmlformats.org/officeDocument/2006/relationships/customXml" Target="../ink/ink1365.xml"/><Relationship Id="rId569" Type="http://schemas.openxmlformats.org/officeDocument/2006/relationships/customXml" Target="../ink/ink1386.xml"/><Relationship Id="rId70" Type="http://schemas.openxmlformats.org/officeDocument/2006/relationships/customXml" Target="../ink/ink1136.xml"/><Relationship Id="rId166" Type="http://schemas.openxmlformats.org/officeDocument/2006/relationships/customXml" Target="../ink/ink1184.xml"/><Relationship Id="rId331" Type="http://schemas.openxmlformats.org/officeDocument/2006/relationships/image" Target="../media/image1259.png"/><Relationship Id="rId373" Type="http://schemas.openxmlformats.org/officeDocument/2006/relationships/image" Target="../media/image1280.png"/><Relationship Id="rId429" Type="http://schemas.openxmlformats.org/officeDocument/2006/relationships/image" Target="../media/image1308.png"/><Relationship Id="rId580" Type="http://schemas.openxmlformats.org/officeDocument/2006/relationships/image" Target="../media/image1382.png"/><Relationship Id="rId636" Type="http://schemas.openxmlformats.org/officeDocument/2006/relationships/image" Target="../media/image1410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1210.png"/><Relationship Id="rId440" Type="http://schemas.openxmlformats.org/officeDocument/2006/relationships/customXml" Target="../ink/ink1321.xml"/><Relationship Id="rId28" Type="http://schemas.openxmlformats.org/officeDocument/2006/relationships/customXml" Target="../ink/ink1115.xml"/><Relationship Id="rId275" Type="http://schemas.openxmlformats.org/officeDocument/2006/relationships/image" Target="../media/image1231.png"/><Relationship Id="rId300" Type="http://schemas.openxmlformats.org/officeDocument/2006/relationships/customXml" Target="../ink/ink1251.xml"/><Relationship Id="rId482" Type="http://schemas.openxmlformats.org/officeDocument/2006/relationships/image" Target="../media/image1333.png"/><Relationship Id="rId538" Type="http://schemas.openxmlformats.org/officeDocument/2006/relationships/image" Target="../media/image1361.png"/><Relationship Id="rId81" Type="http://schemas.openxmlformats.org/officeDocument/2006/relationships/image" Target="../media/image1134.png"/><Relationship Id="rId135" Type="http://schemas.openxmlformats.org/officeDocument/2006/relationships/image" Target="../media/image1161.png"/><Relationship Id="rId177" Type="http://schemas.openxmlformats.org/officeDocument/2006/relationships/image" Target="../media/image1182.png"/><Relationship Id="rId342" Type="http://schemas.openxmlformats.org/officeDocument/2006/relationships/customXml" Target="../ink/ink1272.xml"/><Relationship Id="rId384" Type="http://schemas.openxmlformats.org/officeDocument/2006/relationships/customXml" Target="../ink/ink1293.xml"/><Relationship Id="rId591" Type="http://schemas.openxmlformats.org/officeDocument/2006/relationships/customXml" Target="../ink/ink1397.xml"/><Relationship Id="rId605" Type="http://schemas.openxmlformats.org/officeDocument/2006/relationships/customXml" Target="../ink/ink1404.xml"/><Relationship Id="rId202" Type="http://schemas.openxmlformats.org/officeDocument/2006/relationships/customXml" Target="../ink/ink1202.xml"/><Relationship Id="rId244" Type="http://schemas.openxmlformats.org/officeDocument/2006/relationships/customXml" Target="../ink/ink1223.xml"/><Relationship Id="rId647" Type="http://schemas.openxmlformats.org/officeDocument/2006/relationships/customXml" Target="../ink/ink1425.xml"/><Relationship Id="rId39" Type="http://schemas.openxmlformats.org/officeDocument/2006/relationships/image" Target="../media/image1113.png"/><Relationship Id="rId286" Type="http://schemas.openxmlformats.org/officeDocument/2006/relationships/customXml" Target="../ink/ink1244.xml"/><Relationship Id="rId451" Type="http://schemas.openxmlformats.org/officeDocument/2006/relationships/customXml" Target="../ink/ink1327.xml"/><Relationship Id="rId493" Type="http://schemas.openxmlformats.org/officeDocument/2006/relationships/customXml" Target="../ink/ink1348.xml"/><Relationship Id="rId507" Type="http://schemas.openxmlformats.org/officeDocument/2006/relationships/customXml" Target="../ink/ink1355.xml"/><Relationship Id="rId549" Type="http://schemas.openxmlformats.org/officeDocument/2006/relationships/customXml" Target="../ink/ink1376.xml"/><Relationship Id="rId50" Type="http://schemas.openxmlformats.org/officeDocument/2006/relationships/customXml" Target="../ink/ink1126.xml"/><Relationship Id="rId104" Type="http://schemas.openxmlformats.org/officeDocument/2006/relationships/customXml" Target="../ink/ink1153.xml"/><Relationship Id="rId146" Type="http://schemas.openxmlformats.org/officeDocument/2006/relationships/customXml" Target="../ink/ink1174.xml"/><Relationship Id="rId188" Type="http://schemas.openxmlformats.org/officeDocument/2006/relationships/customXml" Target="../ink/ink1195.xml"/><Relationship Id="rId311" Type="http://schemas.openxmlformats.org/officeDocument/2006/relationships/image" Target="../media/image1249.png"/><Relationship Id="rId353" Type="http://schemas.openxmlformats.org/officeDocument/2006/relationships/image" Target="../media/image1270.png"/><Relationship Id="rId395" Type="http://schemas.openxmlformats.org/officeDocument/2006/relationships/image" Target="../media/image1291.png"/><Relationship Id="rId409" Type="http://schemas.openxmlformats.org/officeDocument/2006/relationships/image" Target="../media/image1298.png"/><Relationship Id="rId560" Type="http://schemas.openxmlformats.org/officeDocument/2006/relationships/image" Target="../media/image1372.png"/><Relationship Id="rId92" Type="http://schemas.openxmlformats.org/officeDocument/2006/relationships/customXml" Target="../ink/ink1147.xml"/><Relationship Id="rId213" Type="http://schemas.openxmlformats.org/officeDocument/2006/relationships/image" Target="../media/image1200.png"/><Relationship Id="rId420" Type="http://schemas.openxmlformats.org/officeDocument/2006/relationships/customXml" Target="../ink/ink1311.xml"/><Relationship Id="rId616" Type="http://schemas.openxmlformats.org/officeDocument/2006/relationships/image" Target="../media/image1400.png"/><Relationship Id="rId658" Type="http://schemas.openxmlformats.org/officeDocument/2006/relationships/image" Target="../media/image1421.png"/><Relationship Id="rId255" Type="http://schemas.openxmlformats.org/officeDocument/2006/relationships/image" Target="../media/image1221.png"/><Relationship Id="rId297" Type="http://schemas.openxmlformats.org/officeDocument/2006/relationships/image" Target="../media/image1242.png"/><Relationship Id="rId462" Type="http://schemas.openxmlformats.org/officeDocument/2006/relationships/image" Target="../media/image1324.png"/><Relationship Id="rId518" Type="http://schemas.openxmlformats.org/officeDocument/2006/relationships/image" Target="../media/image1351.png"/><Relationship Id="rId115" Type="http://schemas.openxmlformats.org/officeDocument/2006/relationships/image" Target="../media/image1151.png"/><Relationship Id="rId157" Type="http://schemas.openxmlformats.org/officeDocument/2006/relationships/image" Target="../media/image1172.png"/><Relationship Id="rId322" Type="http://schemas.openxmlformats.org/officeDocument/2006/relationships/customXml" Target="../ink/ink1262.xml"/><Relationship Id="rId364" Type="http://schemas.openxmlformats.org/officeDocument/2006/relationships/customXml" Target="../ink/ink1283.xml"/><Relationship Id="rId61" Type="http://schemas.openxmlformats.org/officeDocument/2006/relationships/image" Target="../media/image1124.png"/><Relationship Id="rId199" Type="http://schemas.openxmlformats.org/officeDocument/2006/relationships/image" Target="../media/image1193.png"/><Relationship Id="rId571" Type="http://schemas.openxmlformats.org/officeDocument/2006/relationships/customXml" Target="../ink/ink1387.xml"/><Relationship Id="rId627" Type="http://schemas.openxmlformats.org/officeDocument/2006/relationships/customXml" Target="../ink/ink1415.xml"/><Relationship Id="rId669" Type="http://schemas.openxmlformats.org/officeDocument/2006/relationships/customXml" Target="../ink/ink1436.xml"/><Relationship Id="rId19" Type="http://schemas.openxmlformats.org/officeDocument/2006/relationships/image" Target="../media/image1103.png"/><Relationship Id="rId224" Type="http://schemas.openxmlformats.org/officeDocument/2006/relationships/customXml" Target="../ink/ink1213.xml"/><Relationship Id="rId266" Type="http://schemas.openxmlformats.org/officeDocument/2006/relationships/customXml" Target="../ink/ink1234.xml"/><Relationship Id="rId431" Type="http://schemas.openxmlformats.org/officeDocument/2006/relationships/image" Target="../media/image1309.png"/><Relationship Id="rId473" Type="http://schemas.openxmlformats.org/officeDocument/2006/relationships/customXml" Target="../ink/ink1338.xml"/><Relationship Id="rId529" Type="http://schemas.openxmlformats.org/officeDocument/2006/relationships/customXml" Target="../ink/ink1366.xml"/><Relationship Id="rId30" Type="http://schemas.openxmlformats.org/officeDocument/2006/relationships/customXml" Target="../ink/ink1116.xml"/><Relationship Id="rId126" Type="http://schemas.openxmlformats.org/officeDocument/2006/relationships/customXml" Target="../ink/ink1164.xml"/><Relationship Id="rId168" Type="http://schemas.openxmlformats.org/officeDocument/2006/relationships/customXml" Target="../ink/ink1185.xml"/><Relationship Id="rId333" Type="http://schemas.openxmlformats.org/officeDocument/2006/relationships/image" Target="../media/image1260.png"/><Relationship Id="rId540" Type="http://schemas.openxmlformats.org/officeDocument/2006/relationships/image" Target="../media/image1362.png"/><Relationship Id="rId72" Type="http://schemas.openxmlformats.org/officeDocument/2006/relationships/customXml" Target="../ink/ink1137.xml"/><Relationship Id="rId375" Type="http://schemas.openxmlformats.org/officeDocument/2006/relationships/image" Target="../media/image1281.png"/><Relationship Id="rId582" Type="http://schemas.openxmlformats.org/officeDocument/2006/relationships/image" Target="../media/image1383.png"/><Relationship Id="rId638" Type="http://schemas.openxmlformats.org/officeDocument/2006/relationships/image" Target="../media/image1411.png"/><Relationship Id="rId3" Type="http://schemas.openxmlformats.org/officeDocument/2006/relationships/image" Target="../media/image1095.png"/><Relationship Id="rId235" Type="http://schemas.openxmlformats.org/officeDocument/2006/relationships/image" Target="../media/image1211.png"/><Relationship Id="rId277" Type="http://schemas.openxmlformats.org/officeDocument/2006/relationships/image" Target="../media/image1232.png"/><Relationship Id="rId400" Type="http://schemas.openxmlformats.org/officeDocument/2006/relationships/customXml" Target="../ink/ink1301.xml"/><Relationship Id="rId442" Type="http://schemas.openxmlformats.org/officeDocument/2006/relationships/customXml" Target="../ink/ink1322.xml"/><Relationship Id="rId484" Type="http://schemas.openxmlformats.org/officeDocument/2006/relationships/image" Target="../media/image1334.png"/><Relationship Id="rId137" Type="http://schemas.openxmlformats.org/officeDocument/2006/relationships/image" Target="../media/image1162.png"/><Relationship Id="rId302" Type="http://schemas.openxmlformats.org/officeDocument/2006/relationships/customXml" Target="../ink/ink1252.xml"/><Relationship Id="rId344" Type="http://schemas.openxmlformats.org/officeDocument/2006/relationships/customXml" Target="../ink/ink1273.xml"/><Relationship Id="rId41" Type="http://schemas.openxmlformats.org/officeDocument/2006/relationships/image" Target="../media/image1114.png"/><Relationship Id="rId83" Type="http://schemas.openxmlformats.org/officeDocument/2006/relationships/image" Target="../media/image1135.png"/><Relationship Id="rId179" Type="http://schemas.openxmlformats.org/officeDocument/2006/relationships/image" Target="../media/image1183.png"/><Relationship Id="rId386" Type="http://schemas.openxmlformats.org/officeDocument/2006/relationships/customXml" Target="../ink/ink1294.xml"/><Relationship Id="rId551" Type="http://schemas.openxmlformats.org/officeDocument/2006/relationships/customXml" Target="../ink/ink1377.xml"/><Relationship Id="rId593" Type="http://schemas.openxmlformats.org/officeDocument/2006/relationships/customXml" Target="../ink/ink1398.xml"/><Relationship Id="rId607" Type="http://schemas.openxmlformats.org/officeDocument/2006/relationships/customXml" Target="../ink/ink1405.xml"/><Relationship Id="rId649" Type="http://schemas.openxmlformats.org/officeDocument/2006/relationships/customXml" Target="../ink/ink1426.xml"/><Relationship Id="rId190" Type="http://schemas.openxmlformats.org/officeDocument/2006/relationships/customXml" Target="../ink/ink1196.xml"/><Relationship Id="rId204" Type="http://schemas.openxmlformats.org/officeDocument/2006/relationships/customXml" Target="../ink/ink1203.xml"/><Relationship Id="rId246" Type="http://schemas.openxmlformats.org/officeDocument/2006/relationships/customXml" Target="../ink/ink1224.xml"/><Relationship Id="rId288" Type="http://schemas.openxmlformats.org/officeDocument/2006/relationships/customXml" Target="../ink/ink1245.xml"/><Relationship Id="rId411" Type="http://schemas.openxmlformats.org/officeDocument/2006/relationships/image" Target="../media/image1299.png"/><Relationship Id="rId453" Type="http://schemas.openxmlformats.org/officeDocument/2006/relationships/customXml" Target="../ink/ink1328.xml"/><Relationship Id="rId509" Type="http://schemas.openxmlformats.org/officeDocument/2006/relationships/customXml" Target="../ink/ink1356.xml"/><Relationship Id="rId660" Type="http://schemas.openxmlformats.org/officeDocument/2006/relationships/image" Target="../media/image1422.png"/><Relationship Id="rId106" Type="http://schemas.openxmlformats.org/officeDocument/2006/relationships/customXml" Target="../ink/ink1154.xml"/><Relationship Id="rId313" Type="http://schemas.openxmlformats.org/officeDocument/2006/relationships/image" Target="../media/image1250.png"/><Relationship Id="rId495" Type="http://schemas.openxmlformats.org/officeDocument/2006/relationships/customXml" Target="../ink/ink1349.xml"/><Relationship Id="rId10" Type="http://schemas.openxmlformats.org/officeDocument/2006/relationships/customXml" Target="../ink/ink1106.xml"/><Relationship Id="rId52" Type="http://schemas.openxmlformats.org/officeDocument/2006/relationships/customXml" Target="../ink/ink1127.xml"/><Relationship Id="rId94" Type="http://schemas.openxmlformats.org/officeDocument/2006/relationships/customXml" Target="../ink/ink1148.xml"/><Relationship Id="rId148" Type="http://schemas.openxmlformats.org/officeDocument/2006/relationships/customXml" Target="../ink/ink1175.xml"/><Relationship Id="rId355" Type="http://schemas.openxmlformats.org/officeDocument/2006/relationships/image" Target="../media/image1271.png"/><Relationship Id="rId397" Type="http://schemas.openxmlformats.org/officeDocument/2006/relationships/image" Target="../media/image1292.png"/><Relationship Id="rId520" Type="http://schemas.openxmlformats.org/officeDocument/2006/relationships/image" Target="../media/image1352.png"/><Relationship Id="rId562" Type="http://schemas.openxmlformats.org/officeDocument/2006/relationships/image" Target="../media/image1373.png"/><Relationship Id="rId618" Type="http://schemas.openxmlformats.org/officeDocument/2006/relationships/image" Target="../media/image1401.png"/><Relationship Id="rId215" Type="http://schemas.openxmlformats.org/officeDocument/2006/relationships/image" Target="../media/image1201.png"/><Relationship Id="rId257" Type="http://schemas.openxmlformats.org/officeDocument/2006/relationships/image" Target="../media/image1222.png"/><Relationship Id="rId422" Type="http://schemas.openxmlformats.org/officeDocument/2006/relationships/customXml" Target="../ink/ink1312.xml"/><Relationship Id="rId464" Type="http://schemas.openxmlformats.org/officeDocument/2006/relationships/image" Target="../media/image1325.png"/><Relationship Id="rId299" Type="http://schemas.openxmlformats.org/officeDocument/2006/relationships/image" Target="../media/image1243.png"/><Relationship Id="rId63" Type="http://schemas.openxmlformats.org/officeDocument/2006/relationships/image" Target="../media/image1125.png"/><Relationship Id="rId159" Type="http://schemas.openxmlformats.org/officeDocument/2006/relationships/image" Target="../media/image1173.png"/><Relationship Id="rId366" Type="http://schemas.openxmlformats.org/officeDocument/2006/relationships/customXml" Target="../ink/ink1284.xml"/><Relationship Id="rId573" Type="http://schemas.openxmlformats.org/officeDocument/2006/relationships/customXml" Target="../ink/ink1388.xml"/><Relationship Id="rId226" Type="http://schemas.openxmlformats.org/officeDocument/2006/relationships/customXml" Target="../ink/ink1214.xml"/><Relationship Id="rId433" Type="http://schemas.openxmlformats.org/officeDocument/2006/relationships/image" Target="../media/image1310.png"/><Relationship Id="rId640" Type="http://schemas.openxmlformats.org/officeDocument/2006/relationships/image" Target="../media/image1412.png"/><Relationship Id="rId74" Type="http://schemas.openxmlformats.org/officeDocument/2006/relationships/customXml" Target="../ink/ink1138.xml"/><Relationship Id="rId377" Type="http://schemas.openxmlformats.org/officeDocument/2006/relationships/image" Target="../media/image1282.png"/><Relationship Id="rId500" Type="http://schemas.openxmlformats.org/officeDocument/2006/relationships/image" Target="../media/image1342.png"/><Relationship Id="rId584" Type="http://schemas.openxmlformats.org/officeDocument/2006/relationships/image" Target="../media/image1384.png"/><Relationship Id="rId5" Type="http://schemas.openxmlformats.org/officeDocument/2006/relationships/image" Target="../media/image1096.png"/><Relationship Id="rId237" Type="http://schemas.openxmlformats.org/officeDocument/2006/relationships/image" Target="../media/image1212.png"/><Relationship Id="rId444" Type="http://schemas.openxmlformats.org/officeDocument/2006/relationships/customXml" Target="../ink/ink1323.xml"/><Relationship Id="rId651" Type="http://schemas.openxmlformats.org/officeDocument/2006/relationships/customXml" Target="../ink/ink1427.xml"/><Relationship Id="rId290" Type="http://schemas.openxmlformats.org/officeDocument/2006/relationships/customXml" Target="../ink/ink1246.xml"/><Relationship Id="rId304" Type="http://schemas.openxmlformats.org/officeDocument/2006/relationships/customXml" Target="../ink/ink1253.xml"/><Relationship Id="rId388" Type="http://schemas.openxmlformats.org/officeDocument/2006/relationships/customXml" Target="../ink/ink1295.xml"/><Relationship Id="rId511" Type="http://schemas.openxmlformats.org/officeDocument/2006/relationships/customXml" Target="../ink/ink1357.xml"/><Relationship Id="rId609" Type="http://schemas.openxmlformats.org/officeDocument/2006/relationships/customXml" Target="../ink/ink1406.xml"/><Relationship Id="rId85" Type="http://schemas.openxmlformats.org/officeDocument/2006/relationships/image" Target="../media/image1136.png"/><Relationship Id="rId150" Type="http://schemas.openxmlformats.org/officeDocument/2006/relationships/customXml" Target="../ink/ink1176.xml"/><Relationship Id="rId595" Type="http://schemas.openxmlformats.org/officeDocument/2006/relationships/customXml" Target="../ink/ink1399.xml"/><Relationship Id="rId248" Type="http://schemas.openxmlformats.org/officeDocument/2006/relationships/customXml" Target="../ink/ink1225.xml"/><Relationship Id="rId455" Type="http://schemas.openxmlformats.org/officeDocument/2006/relationships/customXml" Target="../ink/ink1329.xml"/><Relationship Id="rId662" Type="http://schemas.openxmlformats.org/officeDocument/2006/relationships/image" Target="../media/image1423.png"/><Relationship Id="rId12" Type="http://schemas.openxmlformats.org/officeDocument/2006/relationships/customXml" Target="../ink/ink1107.xml"/><Relationship Id="rId108" Type="http://schemas.openxmlformats.org/officeDocument/2006/relationships/customXml" Target="../ink/ink1155.xml"/><Relationship Id="rId315" Type="http://schemas.openxmlformats.org/officeDocument/2006/relationships/image" Target="../media/image1251.png"/><Relationship Id="rId522" Type="http://schemas.openxmlformats.org/officeDocument/2006/relationships/image" Target="../media/image1353.png"/><Relationship Id="rId96" Type="http://schemas.openxmlformats.org/officeDocument/2006/relationships/customXml" Target="../ink/ink1149.xml"/><Relationship Id="rId161" Type="http://schemas.openxmlformats.org/officeDocument/2006/relationships/image" Target="../media/image1174.png"/><Relationship Id="rId399" Type="http://schemas.openxmlformats.org/officeDocument/2006/relationships/image" Target="../media/image1293.png"/><Relationship Id="rId259" Type="http://schemas.openxmlformats.org/officeDocument/2006/relationships/image" Target="../media/image1223.png"/><Relationship Id="rId466" Type="http://schemas.openxmlformats.org/officeDocument/2006/relationships/image" Target="../media/image1326.png"/><Relationship Id="rId673" Type="http://schemas.openxmlformats.org/officeDocument/2006/relationships/customXml" Target="../ink/ink1438.xml"/><Relationship Id="rId23" Type="http://schemas.openxmlformats.org/officeDocument/2006/relationships/image" Target="../media/image1105.png"/><Relationship Id="rId119" Type="http://schemas.openxmlformats.org/officeDocument/2006/relationships/image" Target="../media/image1153.png"/><Relationship Id="rId326" Type="http://schemas.openxmlformats.org/officeDocument/2006/relationships/customXml" Target="../ink/ink1264.xml"/><Relationship Id="rId533" Type="http://schemas.openxmlformats.org/officeDocument/2006/relationships/customXml" Target="../ink/ink1368.xml"/><Relationship Id="rId172" Type="http://schemas.openxmlformats.org/officeDocument/2006/relationships/customXml" Target="../ink/ink1187.xml"/><Relationship Id="rId477" Type="http://schemas.openxmlformats.org/officeDocument/2006/relationships/customXml" Target="../ink/ink1340.xml"/><Relationship Id="rId600" Type="http://schemas.openxmlformats.org/officeDocument/2006/relationships/image" Target="../media/image1392.png"/><Relationship Id="rId337" Type="http://schemas.openxmlformats.org/officeDocument/2006/relationships/image" Target="../media/image1262.png"/><Relationship Id="rId34" Type="http://schemas.openxmlformats.org/officeDocument/2006/relationships/customXml" Target="../ink/ink1118.xml"/><Relationship Id="rId544" Type="http://schemas.openxmlformats.org/officeDocument/2006/relationships/image" Target="../media/image1364.png"/><Relationship Id="rId183" Type="http://schemas.openxmlformats.org/officeDocument/2006/relationships/image" Target="../media/image1185.png"/><Relationship Id="rId390" Type="http://schemas.openxmlformats.org/officeDocument/2006/relationships/customXml" Target="../ink/ink1296.xml"/><Relationship Id="rId404" Type="http://schemas.openxmlformats.org/officeDocument/2006/relationships/customXml" Target="../ink/ink1303.xml"/><Relationship Id="rId611" Type="http://schemas.openxmlformats.org/officeDocument/2006/relationships/customXml" Target="../ink/ink1407.xml"/><Relationship Id="rId250" Type="http://schemas.openxmlformats.org/officeDocument/2006/relationships/customXml" Target="../ink/ink1226.xml"/><Relationship Id="rId488" Type="http://schemas.openxmlformats.org/officeDocument/2006/relationships/image" Target="../media/image1336.png"/><Relationship Id="rId45" Type="http://schemas.openxmlformats.org/officeDocument/2006/relationships/image" Target="../media/image1116.png"/><Relationship Id="rId110" Type="http://schemas.openxmlformats.org/officeDocument/2006/relationships/customXml" Target="../ink/ink1156.xml"/><Relationship Id="rId348" Type="http://schemas.openxmlformats.org/officeDocument/2006/relationships/customXml" Target="../ink/ink1275.xml"/><Relationship Id="rId555" Type="http://schemas.openxmlformats.org/officeDocument/2006/relationships/customXml" Target="../ink/ink1379.xml"/><Relationship Id="rId194" Type="http://schemas.openxmlformats.org/officeDocument/2006/relationships/customXml" Target="../ink/ink1198.xml"/><Relationship Id="rId208" Type="http://schemas.openxmlformats.org/officeDocument/2006/relationships/customXml" Target="../ink/ink1205.xml"/><Relationship Id="rId415" Type="http://schemas.openxmlformats.org/officeDocument/2006/relationships/image" Target="../media/image1301.png"/><Relationship Id="rId622" Type="http://schemas.openxmlformats.org/officeDocument/2006/relationships/image" Target="../media/image1403.png"/><Relationship Id="rId261" Type="http://schemas.openxmlformats.org/officeDocument/2006/relationships/image" Target="../media/image1224.png"/><Relationship Id="rId499" Type="http://schemas.openxmlformats.org/officeDocument/2006/relationships/customXml" Target="../ink/ink1351.xml"/><Relationship Id="rId56" Type="http://schemas.openxmlformats.org/officeDocument/2006/relationships/customXml" Target="../ink/ink1129.xml"/><Relationship Id="rId359" Type="http://schemas.openxmlformats.org/officeDocument/2006/relationships/image" Target="../media/image1273.png"/><Relationship Id="rId566" Type="http://schemas.openxmlformats.org/officeDocument/2006/relationships/image" Target="../media/image1375.png"/><Relationship Id="rId121" Type="http://schemas.openxmlformats.org/officeDocument/2006/relationships/image" Target="../media/image1154.png"/><Relationship Id="rId219" Type="http://schemas.openxmlformats.org/officeDocument/2006/relationships/image" Target="../media/image1203.png"/><Relationship Id="rId426" Type="http://schemas.openxmlformats.org/officeDocument/2006/relationships/customXml" Target="../ink/ink1314.xml"/><Relationship Id="rId633" Type="http://schemas.openxmlformats.org/officeDocument/2006/relationships/customXml" Target="../ink/ink1418.xml"/><Relationship Id="rId67" Type="http://schemas.openxmlformats.org/officeDocument/2006/relationships/image" Target="../media/image1127.png"/><Relationship Id="rId272" Type="http://schemas.openxmlformats.org/officeDocument/2006/relationships/customXml" Target="../ink/ink1237.xml"/><Relationship Id="rId577" Type="http://schemas.openxmlformats.org/officeDocument/2006/relationships/customXml" Target="../ink/ink1390.xml"/><Relationship Id="rId132" Type="http://schemas.openxmlformats.org/officeDocument/2006/relationships/customXml" Target="../ink/ink1167.xml"/><Relationship Id="rId437" Type="http://schemas.openxmlformats.org/officeDocument/2006/relationships/image" Target="../media/image1312.png"/><Relationship Id="rId644" Type="http://schemas.openxmlformats.org/officeDocument/2006/relationships/image" Target="../media/image1414.png"/><Relationship Id="rId283" Type="http://schemas.openxmlformats.org/officeDocument/2006/relationships/image" Target="../media/image1235.png"/><Relationship Id="rId490" Type="http://schemas.openxmlformats.org/officeDocument/2006/relationships/image" Target="../media/image1337.png"/><Relationship Id="rId504" Type="http://schemas.openxmlformats.org/officeDocument/2006/relationships/image" Target="../media/image1344.png"/><Relationship Id="rId78" Type="http://schemas.openxmlformats.org/officeDocument/2006/relationships/customXml" Target="../ink/ink1140.xml"/><Relationship Id="rId143" Type="http://schemas.openxmlformats.org/officeDocument/2006/relationships/image" Target="../media/image1165.png"/><Relationship Id="rId350" Type="http://schemas.openxmlformats.org/officeDocument/2006/relationships/customXml" Target="../ink/ink1276.xml"/><Relationship Id="rId588" Type="http://schemas.openxmlformats.org/officeDocument/2006/relationships/image" Target="../media/image1386.png"/><Relationship Id="rId9" Type="http://schemas.openxmlformats.org/officeDocument/2006/relationships/image" Target="../media/image1098.png"/><Relationship Id="rId210" Type="http://schemas.openxmlformats.org/officeDocument/2006/relationships/customXml" Target="../ink/ink1206.xml"/><Relationship Id="rId448" Type="http://schemas.openxmlformats.org/officeDocument/2006/relationships/customXml" Target="../ink/ink1325.xml"/><Relationship Id="rId655" Type="http://schemas.openxmlformats.org/officeDocument/2006/relationships/customXml" Target="../ink/ink1429.xml"/><Relationship Id="rId294" Type="http://schemas.openxmlformats.org/officeDocument/2006/relationships/customXml" Target="../ink/ink1248.xml"/><Relationship Id="rId308" Type="http://schemas.openxmlformats.org/officeDocument/2006/relationships/customXml" Target="../ink/ink1255.xml"/><Relationship Id="rId515" Type="http://schemas.openxmlformats.org/officeDocument/2006/relationships/customXml" Target="../ink/ink1359.xml"/><Relationship Id="rId89" Type="http://schemas.openxmlformats.org/officeDocument/2006/relationships/image" Target="../media/image1138.png"/><Relationship Id="rId154" Type="http://schemas.openxmlformats.org/officeDocument/2006/relationships/customXml" Target="../ink/ink1178.xml"/><Relationship Id="rId361" Type="http://schemas.openxmlformats.org/officeDocument/2006/relationships/image" Target="../media/image1274.png"/><Relationship Id="rId599" Type="http://schemas.openxmlformats.org/officeDocument/2006/relationships/customXml" Target="../ink/ink1401.xml"/><Relationship Id="rId459" Type="http://schemas.openxmlformats.org/officeDocument/2006/relationships/customXml" Target="../ink/ink1331.xml"/><Relationship Id="rId666" Type="http://schemas.openxmlformats.org/officeDocument/2006/relationships/image" Target="../media/image1425.png"/><Relationship Id="rId16" Type="http://schemas.openxmlformats.org/officeDocument/2006/relationships/customXml" Target="../ink/ink1109.xml"/><Relationship Id="rId221" Type="http://schemas.openxmlformats.org/officeDocument/2006/relationships/image" Target="../media/image1204.png"/><Relationship Id="rId319" Type="http://schemas.openxmlformats.org/officeDocument/2006/relationships/image" Target="../media/image1253.png"/><Relationship Id="rId526" Type="http://schemas.openxmlformats.org/officeDocument/2006/relationships/image" Target="../media/image1355.png"/><Relationship Id="rId165" Type="http://schemas.openxmlformats.org/officeDocument/2006/relationships/image" Target="../media/image1176.png"/><Relationship Id="rId372" Type="http://schemas.openxmlformats.org/officeDocument/2006/relationships/customXml" Target="../ink/ink1287.xml"/><Relationship Id="rId232" Type="http://schemas.openxmlformats.org/officeDocument/2006/relationships/customXml" Target="../ink/ink1217.xml"/><Relationship Id="rId27" Type="http://schemas.openxmlformats.org/officeDocument/2006/relationships/image" Target="../media/image1107.png"/><Relationship Id="rId537" Type="http://schemas.openxmlformats.org/officeDocument/2006/relationships/customXml" Target="../ink/ink1370.xml"/><Relationship Id="rId80" Type="http://schemas.openxmlformats.org/officeDocument/2006/relationships/customXml" Target="../ink/ink1141.xml"/><Relationship Id="rId176" Type="http://schemas.openxmlformats.org/officeDocument/2006/relationships/customXml" Target="../ink/ink1189.xml"/><Relationship Id="rId383" Type="http://schemas.openxmlformats.org/officeDocument/2006/relationships/image" Target="../media/image1285.png"/><Relationship Id="rId590" Type="http://schemas.openxmlformats.org/officeDocument/2006/relationships/image" Target="../media/image1387.png"/><Relationship Id="rId604" Type="http://schemas.openxmlformats.org/officeDocument/2006/relationships/image" Target="../media/image1394.png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87.png"/><Relationship Id="rId299" Type="http://schemas.openxmlformats.org/officeDocument/2006/relationships/image" Target="../media/image1577.png"/><Relationship Id="rId21" Type="http://schemas.openxmlformats.org/officeDocument/2006/relationships/image" Target="../media/image1439.png"/><Relationship Id="rId63" Type="http://schemas.openxmlformats.org/officeDocument/2006/relationships/image" Target="../media/image1460.png"/><Relationship Id="rId159" Type="http://schemas.openxmlformats.org/officeDocument/2006/relationships/image" Target="../media/image1508.png"/><Relationship Id="rId324" Type="http://schemas.openxmlformats.org/officeDocument/2006/relationships/customXml" Target="../ink/ink1600.xml"/><Relationship Id="rId170" Type="http://schemas.openxmlformats.org/officeDocument/2006/relationships/customXml" Target="../ink/ink1523.xml"/><Relationship Id="rId226" Type="http://schemas.openxmlformats.org/officeDocument/2006/relationships/customXml" Target="../ink/ink1551.xml"/><Relationship Id="rId268" Type="http://schemas.openxmlformats.org/officeDocument/2006/relationships/customXml" Target="../ink/ink1572.xml"/><Relationship Id="rId32" Type="http://schemas.openxmlformats.org/officeDocument/2006/relationships/customXml" Target="../ink/ink1454.xml"/><Relationship Id="rId74" Type="http://schemas.openxmlformats.org/officeDocument/2006/relationships/customXml" Target="../ink/ink1475.xml"/><Relationship Id="rId128" Type="http://schemas.openxmlformats.org/officeDocument/2006/relationships/customXml" Target="../ink/ink1502.xml"/><Relationship Id="rId335" Type="http://schemas.openxmlformats.org/officeDocument/2006/relationships/image" Target="../media/image1595.png"/><Relationship Id="rId5" Type="http://schemas.openxmlformats.org/officeDocument/2006/relationships/image" Target="../media/image1431.png"/><Relationship Id="rId181" Type="http://schemas.openxmlformats.org/officeDocument/2006/relationships/image" Target="../media/image1519.png"/><Relationship Id="rId237" Type="http://schemas.openxmlformats.org/officeDocument/2006/relationships/image" Target="../media/image1546.png"/><Relationship Id="rId279" Type="http://schemas.openxmlformats.org/officeDocument/2006/relationships/image" Target="../media/image1567.png"/><Relationship Id="rId43" Type="http://schemas.openxmlformats.org/officeDocument/2006/relationships/image" Target="../media/image1450.png"/><Relationship Id="rId139" Type="http://schemas.openxmlformats.org/officeDocument/2006/relationships/image" Target="../media/image1498.png"/><Relationship Id="rId290" Type="http://schemas.openxmlformats.org/officeDocument/2006/relationships/customXml" Target="../ink/ink1583.xml"/><Relationship Id="rId304" Type="http://schemas.openxmlformats.org/officeDocument/2006/relationships/customXml" Target="../ink/ink1590.xml"/><Relationship Id="rId346" Type="http://schemas.openxmlformats.org/officeDocument/2006/relationships/customXml" Target="../ink/ink1611.xml"/><Relationship Id="rId85" Type="http://schemas.openxmlformats.org/officeDocument/2006/relationships/image" Target="../media/image1471.png"/><Relationship Id="rId150" Type="http://schemas.openxmlformats.org/officeDocument/2006/relationships/customXml" Target="../ink/ink1513.xml"/><Relationship Id="rId192" Type="http://schemas.openxmlformats.org/officeDocument/2006/relationships/customXml" Target="../ink/ink1534.xml"/><Relationship Id="rId206" Type="http://schemas.openxmlformats.org/officeDocument/2006/relationships/customXml" Target="../ink/ink1541.xml"/><Relationship Id="rId248" Type="http://schemas.openxmlformats.org/officeDocument/2006/relationships/customXml" Target="../ink/ink1562.xml"/><Relationship Id="rId12" Type="http://schemas.openxmlformats.org/officeDocument/2006/relationships/customXml" Target="../ink/ink1444.xml"/><Relationship Id="rId108" Type="http://schemas.openxmlformats.org/officeDocument/2006/relationships/customXml" Target="../ink/ink1492.xml"/><Relationship Id="rId315" Type="http://schemas.openxmlformats.org/officeDocument/2006/relationships/image" Target="../media/image1585.png"/><Relationship Id="rId357" Type="http://schemas.openxmlformats.org/officeDocument/2006/relationships/image" Target="../media/image1606.png"/><Relationship Id="rId54" Type="http://schemas.openxmlformats.org/officeDocument/2006/relationships/customXml" Target="../ink/ink1465.xml"/><Relationship Id="rId96" Type="http://schemas.openxmlformats.org/officeDocument/2006/relationships/customXml" Target="../ink/ink1486.xml"/><Relationship Id="rId161" Type="http://schemas.openxmlformats.org/officeDocument/2006/relationships/image" Target="../media/image1509.png"/><Relationship Id="rId217" Type="http://schemas.openxmlformats.org/officeDocument/2006/relationships/image" Target="../media/image1536.png"/><Relationship Id="rId259" Type="http://schemas.openxmlformats.org/officeDocument/2006/relationships/image" Target="../media/image1557.png"/><Relationship Id="rId23" Type="http://schemas.openxmlformats.org/officeDocument/2006/relationships/image" Target="../media/image1440.png"/><Relationship Id="rId119" Type="http://schemas.openxmlformats.org/officeDocument/2006/relationships/image" Target="../media/image1488.png"/><Relationship Id="rId270" Type="http://schemas.openxmlformats.org/officeDocument/2006/relationships/customXml" Target="../ink/ink1573.xml"/><Relationship Id="rId326" Type="http://schemas.openxmlformats.org/officeDocument/2006/relationships/customXml" Target="../ink/ink1601.xml"/><Relationship Id="rId65" Type="http://schemas.openxmlformats.org/officeDocument/2006/relationships/image" Target="../media/image1461.png"/><Relationship Id="rId130" Type="http://schemas.openxmlformats.org/officeDocument/2006/relationships/customXml" Target="../ink/ink1503.xml"/><Relationship Id="rId172" Type="http://schemas.openxmlformats.org/officeDocument/2006/relationships/customXml" Target="../ink/ink1524.xml"/><Relationship Id="rId228" Type="http://schemas.openxmlformats.org/officeDocument/2006/relationships/customXml" Target="../ink/ink1552.xml"/><Relationship Id="rId281" Type="http://schemas.openxmlformats.org/officeDocument/2006/relationships/image" Target="../media/image1568.png"/><Relationship Id="rId337" Type="http://schemas.openxmlformats.org/officeDocument/2006/relationships/image" Target="../media/image1596.png"/><Relationship Id="rId34" Type="http://schemas.openxmlformats.org/officeDocument/2006/relationships/customXml" Target="../ink/ink1455.xml"/><Relationship Id="rId76" Type="http://schemas.openxmlformats.org/officeDocument/2006/relationships/customXml" Target="../ink/ink1476.xml"/><Relationship Id="rId141" Type="http://schemas.openxmlformats.org/officeDocument/2006/relationships/image" Target="../media/image1499.png"/><Relationship Id="rId7" Type="http://schemas.openxmlformats.org/officeDocument/2006/relationships/image" Target="../media/image1432.png"/><Relationship Id="rId183" Type="http://schemas.openxmlformats.org/officeDocument/2006/relationships/image" Target="../media/image1520.png"/><Relationship Id="rId239" Type="http://schemas.openxmlformats.org/officeDocument/2006/relationships/image" Target="../media/image1547.png"/><Relationship Id="rId250" Type="http://schemas.openxmlformats.org/officeDocument/2006/relationships/customXml" Target="../ink/ink1563.xml"/><Relationship Id="rId292" Type="http://schemas.openxmlformats.org/officeDocument/2006/relationships/customXml" Target="../ink/ink1584.xml"/><Relationship Id="rId306" Type="http://schemas.openxmlformats.org/officeDocument/2006/relationships/customXml" Target="../ink/ink1591.xml"/><Relationship Id="rId45" Type="http://schemas.openxmlformats.org/officeDocument/2006/relationships/image" Target="../media/image1451.png"/><Relationship Id="rId87" Type="http://schemas.openxmlformats.org/officeDocument/2006/relationships/image" Target="../media/image1472.png"/><Relationship Id="rId110" Type="http://schemas.openxmlformats.org/officeDocument/2006/relationships/customXml" Target="../ink/ink1493.xml"/><Relationship Id="rId348" Type="http://schemas.openxmlformats.org/officeDocument/2006/relationships/customXml" Target="../ink/ink1612.xml"/><Relationship Id="rId152" Type="http://schemas.openxmlformats.org/officeDocument/2006/relationships/customXml" Target="../ink/ink1514.xml"/><Relationship Id="rId194" Type="http://schemas.openxmlformats.org/officeDocument/2006/relationships/customXml" Target="../ink/ink1535.xml"/><Relationship Id="rId208" Type="http://schemas.openxmlformats.org/officeDocument/2006/relationships/customXml" Target="../ink/ink1542.xml"/><Relationship Id="rId261" Type="http://schemas.openxmlformats.org/officeDocument/2006/relationships/image" Target="../media/image1558.png"/><Relationship Id="rId14" Type="http://schemas.openxmlformats.org/officeDocument/2006/relationships/customXml" Target="../ink/ink1445.xml"/><Relationship Id="rId56" Type="http://schemas.openxmlformats.org/officeDocument/2006/relationships/customXml" Target="../ink/ink1466.xml"/><Relationship Id="rId317" Type="http://schemas.openxmlformats.org/officeDocument/2006/relationships/image" Target="../media/image1586.png"/><Relationship Id="rId359" Type="http://schemas.openxmlformats.org/officeDocument/2006/relationships/image" Target="../media/image1607.png"/><Relationship Id="rId98" Type="http://schemas.openxmlformats.org/officeDocument/2006/relationships/customXml" Target="../ink/ink1487.xml"/><Relationship Id="rId121" Type="http://schemas.openxmlformats.org/officeDocument/2006/relationships/image" Target="../media/image1489.png"/><Relationship Id="rId163" Type="http://schemas.openxmlformats.org/officeDocument/2006/relationships/image" Target="../media/image1510.png"/><Relationship Id="rId219" Type="http://schemas.openxmlformats.org/officeDocument/2006/relationships/image" Target="../media/image1537.png"/><Relationship Id="rId230" Type="http://schemas.openxmlformats.org/officeDocument/2006/relationships/customXml" Target="../ink/ink1553.xml"/><Relationship Id="rId25" Type="http://schemas.openxmlformats.org/officeDocument/2006/relationships/image" Target="../media/image1441.png"/><Relationship Id="rId67" Type="http://schemas.openxmlformats.org/officeDocument/2006/relationships/image" Target="../media/image1462.png"/><Relationship Id="rId272" Type="http://schemas.openxmlformats.org/officeDocument/2006/relationships/customXml" Target="../ink/ink1574.xml"/><Relationship Id="rId328" Type="http://schemas.openxmlformats.org/officeDocument/2006/relationships/customXml" Target="../ink/ink1602.xml"/><Relationship Id="rId88" Type="http://schemas.openxmlformats.org/officeDocument/2006/relationships/customXml" Target="../ink/ink1482.xml"/><Relationship Id="rId111" Type="http://schemas.openxmlformats.org/officeDocument/2006/relationships/image" Target="../media/image1484.png"/><Relationship Id="rId132" Type="http://schemas.openxmlformats.org/officeDocument/2006/relationships/customXml" Target="../ink/ink1504.xml"/><Relationship Id="rId153" Type="http://schemas.openxmlformats.org/officeDocument/2006/relationships/image" Target="../media/image1505.png"/><Relationship Id="rId174" Type="http://schemas.openxmlformats.org/officeDocument/2006/relationships/customXml" Target="../ink/ink1525.xml"/><Relationship Id="rId195" Type="http://schemas.openxmlformats.org/officeDocument/2006/relationships/image" Target="../media/image1526.png"/><Relationship Id="rId209" Type="http://schemas.openxmlformats.org/officeDocument/2006/relationships/image" Target="../media/image1532.png"/><Relationship Id="rId360" Type="http://schemas.openxmlformats.org/officeDocument/2006/relationships/customXml" Target="../ink/ink1618.xml"/><Relationship Id="rId220" Type="http://schemas.openxmlformats.org/officeDocument/2006/relationships/customXml" Target="../ink/ink1548.xml"/><Relationship Id="rId241" Type="http://schemas.openxmlformats.org/officeDocument/2006/relationships/image" Target="../media/image1548.png"/><Relationship Id="rId15" Type="http://schemas.openxmlformats.org/officeDocument/2006/relationships/image" Target="../media/image1436.png"/><Relationship Id="rId36" Type="http://schemas.openxmlformats.org/officeDocument/2006/relationships/customXml" Target="../ink/ink1456.xml"/><Relationship Id="rId57" Type="http://schemas.openxmlformats.org/officeDocument/2006/relationships/image" Target="../media/image1457.png"/><Relationship Id="rId262" Type="http://schemas.openxmlformats.org/officeDocument/2006/relationships/customXml" Target="../ink/ink1569.xml"/><Relationship Id="rId283" Type="http://schemas.openxmlformats.org/officeDocument/2006/relationships/image" Target="../media/image1569.png"/><Relationship Id="rId318" Type="http://schemas.openxmlformats.org/officeDocument/2006/relationships/customXml" Target="../ink/ink1597.xml"/><Relationship Id="rId339" Type="http://schemas.openxmlformats.org/officeDocument/2006/relationships/image" Target="../media/image1597.png"/><Relationship Id="rId78" Type="http://schemas.openxmlformats.org/officeDocument/2006/relationships/customXml" Target="../ink/ink1477.xml"/><Relationship Id="rId99" Type="http://schemas.openxmlformats.org/officeDocument/2006/relationships/image" Target="../media/image1478.png"/><Relationship Id="rId101" Type="http://schemas.openxmlformats.org/officeDocument/2006/relationships/image" Target="../media/image1479.png"/><Relationship Id="rId122" Type="http://schemas.openxmlformats.org/officeDocument/2006/relationships/customXml" Target="../ink/ink1499.xml"/><Relationship Id="rId143" Type="http://schemas.openxmlformats.org/officeDocument/2006/relationships/image" Target="../media/image1500.png"/><Relationship Id="rId164" Type="http://schemas.openxmlformats.org/officeDocument/2006/relationships/customXml" Target="../ink/ink1520.xml"/><Relationship Id="rId185" Type="http://schemas.openxmlformats.org/officeDocument/2006/relationships/image" Target="../media/image1521.png"/><Relationship Id="rId350" Type="http://schemas.openxmlformats.org/officeDocument/2006/relationships/customXml" Target="../ink/ink1613.xml"/><Relationship Id="rId9" Type="http://schemas.openxmlformats.org/officeDocument/2006/relationships/image" Target="../media/image1433.png"/><Relationship Id="rId210" Type="http://schemas.openxmlformats.org/officeDocument/2006/relationships/customXml" Target="../ink/ink1543.xml"/><Relationship Id="rId26" Type="http://schemas.openxmlformats.org/officeDocument/2006/relationships/customXml" Target="../ink/ink1451.xml"/><Relationship Id="rId231" Type="http://schemas.openxmlformats.org/officeDocument/2006/relationships/image" Target="../media/image1543.png"/><Relationship Id="rId252" Type="http://schemas.openxmlformats.org/officeDocument/2006/relationships/customXml" Target="../ink/ink1564.xml"/><Relationship Id="rId273" Type="http://schemas.openxmlformats.org/officeDocument/2006/relationships/image" Target="../media/image1564.png"/><Relationship Id="rId294" Type="http://schemas.openxmlformats.org/officeDocument/2006/relationships/customXml" Target="../ink/ink1585.xml"/><Relationship Id="rId308" Type="http://schemas.openxmlformats.org/officeDocument/2006/relationships/customXml" Target="../ink/ink1592.xml"/><Relationship Id="rId329" Type="http://schemas.openxmlformats.org/officeDocument/2006/relationships/image" Target="../media/image1592.png"/><Relationship Id="rId47" Type="http://schemas.openxmlformats.org/officeDocument/2006/relationships/image" Target="../media/image1452.png"/><Relationship Id="rId68" Type="http://schemas.openxmlformats.org/officeDocument/2006/relationships/customXml" Target="../ink/ink1472.xml"/><Relationship Id="rId89" Type="http://schemas.openxmlformats.org/officeDocument/2006/relationships/image" Target="../media/image1473.png"/><Relationship Id="rId112" Type="http://schemas.openxmlformats.org/officeDocument/2006/relationships/customXml" Target="../ink/ink1494.xml"/><Relationship Id="rId133" Type="http://schemas.openxmlformats.org/officeDocument/2006/relationships/image" Target="../media/image1495.png"/><Relationship Id="rId154" Type="http://schemas.openxmlformats.org/officeDocument/2006/relationships/customXml" Target="../ink/ink1515.xml"/><Relationship Id="rId175" Type="http://schemas.openxmlformats.org/officeDocument/2006/relationships/image" Target="../media/image1516.png"/><Relationship Id="rId340" Type="http://schemas.openxmlformats.org/officeDocument/2006/relationships/customXml" Target="../ink/ink1608.xml"/><Relationship Id="rId361" Type="http://schemas.openxmlformats.org/officeDocument/2006/relationships/image" Target="../media/image1608.png"/><Relationship Id="rId196" Type="http://schemas.openxmlformats.org/officeDocument/2006/relationships/customXml" Target="../ink/ink1536.xml"/><Relationship Id="rId200" Type="http://schemas.openxmlformats.org/officeDocument/2006/relationships/customXml" Target="../ink/ink1538.xml"/><Relationship Id="rId16" Type="http://schemas.openxmlformats.org/officeDocument/2006/relationships/customXml" Target="../ink/ink1446.xml"/><Relationship Id="rId221" Type="http://schemas.openxmlformats.org/officeDocument/2006/relationships/image" Target="../media/image1538.png"/><Relationship Id="rId242" Type="http://schemas.openxmlformats.org/officeDocument/2006/relationships/customXml" Target="../ink/ink1559.xml"/><Relationship Id="rId263" Type="http://schemas.openxmlformats.org/officeDocument/2006/relationships/image" Target="../media/image1559.png"/><Relationship Id="rId284" Type="http://schemas.openxmlformats.org/officeDocument/2006/relationships/customXml" Target="../ink/ink1580.xml"/><Relationship Id="rId319" Type="http://schemas.openxmlformats.org/officeDocument/2006/relationships/image" Target="../media/image1587.png"/><Relationship Id="rId37" Type="http://schemas.openxmlformats.org/officeDocument/2006/relationships/image" Target="../media/image1447.png"/><Relationship Id="rId58" Type="http://schemas.openxmlformats.org/officeDocument/2006/relationships/customXml" Target="../ink/ink1467.xml"/><Relationship Id="rId79" Type="http://schemas.openxmlformats.org/officeDocument/2006/relationships/image" Target="../media/image1468.png"/><Relationship Id="rId102" Type="http://schemas.openxmlformats.org/officeDocument/2006/relationships/customXml" Target="../ink/ink1489.xml"/><Relationship Id="rId123" Type="http://schemas.openxmlformats.org/officeDocument/2006/relationships/image" Target="../media/image1490.png"/><Relationship Id="rId144" Type="http://schemas.openxmlformats.org/officeDocument/2006/relationships/customXml" Target="../ink/ink1510.xml"/><Relationship Id="rId330" Type="http://schemas.openxmlformats.org/officeDocument/2006/relationships/customXml" Target="../ink/ink1603.xml"/><Relationship Id="rId90" Type="http://schemas.openxmlformats.org/officeDocument/2006/relationships/customXml" Target="../ink/ink1483.xml"/><Relationship Id="rId165" Type="http://schemas.openxmlformats.org/officeDocument/2006/relationships/image" Target="../media/image1511.png"/><Relationship Id="rId186" Type="http://schemas.openxmlformats.org/officeDocument/2006/relationships/customXml" Target="../ink/ink1531.xml"/><Relationship Id="rId351" Type="http://schemas.openxmlformats.org/officeDocument/2006/relationships/image" Target="../media/image1603.png"/><Relationship Id="rId211" Type="http://schemas.openxmlformats.org/officeDocument/2006/relationships/image" Target="../media/image1533.png"/><Relationship Id="rId232" Type="http://schemas.openxmlformats.org/officeDocument/2006/relationships/customXml" Target="../ink/ink1554.xml"/><Relationship Id="rId253" Type="http://schemas.openxmlformats.org/officeDocument/2006/relationships/image" Target="../media/image1554.png"/><Relationship Id="rId274" Type="http://schemas.openxmlformats.org/officeDocument/2006/relationships/customXml" Target="../ink/ink1575.xml"/><Relationship Id="rId295" Type="http://schemas.openxmlformats.org/officeDocument/2006/relationships/image" Target="../media/image1575.png"/><Relationship Id="rId309" Type="http://schemas.openxmlformats.org/officeDocument/2006/relationships/image" Target="../media/image1582.png"/><Relationship Id="rId27" Type="http://schemas.openxmlformats.org/officeDocument/2006/relationships/image" Target="../media/image1442.png"/><Relationship Id="rId48" Type="http://schemas.openxmlformats.org/officeDocument/2006/relationships/customXml" Target="../ink/ink1462.xml"/><Relationship Id="rId69" Type="http://schemas.openxmlformats.org/officeDocument/2006/relationships/image" Target="../media/image1463.png"/><Relationship Id="rId113" Type="http://schemas.openxmlformats.org/officeDocument/2006/relationships/image" Target="../media/image1485.png"/><Relationship Id="rId134" Type="http://schemas.openxmlformats.org/officeDocument/2006/relationships/customXml" Target="../ink/ink1505.xml"/><Relationship Id="rId320" Type="http://schemas.openxmlformats.org/officeDocument/2006/relationships/customXml" Target="../ink/ink1598.xml"/><Relationship Id="rId80" Type="http://schemas.openxmlformats.org/officeDocument/2006/relationships/customXml" Target="../ink/ink1478.xml"/><Relationship Id="rId155" Type="http://schemas.openxmlformats.org/officeDocument/2006/relationships/image" Target="../media/image1506.png"/><Relationship Id="rId176" Type="http://schemas.openxmlformats.org/officeDocument/2006/relationships/customXml" Target="../ink/ink1526.xml"/><Relationship Id="rId197" Type="http://schemas.openxmlformats.org/officeDocument/2006/relationships/image" Target="../media/image1527.png"/><Relationship Id="rId341" Type="http://schemas.openxmlformats.org/officeDocument/2006/relationships/image" Target="../media/image1598.png"/><Relationship Id="rId362" Type="http://schemas.openxmlformats.org/officeDocument/2006/relationships/customXml" Target="../ink/ink1619.xml"/><Relationship Id="rId201" Type="http://schemas.openxmlformats.org/officeDocument/2006/relationships/image" Target="../media/image1529.png"/><Relationship Id="rId222" Type="http://schemas.openxmlformats.org/officeDocument/2006/relationships/customXml" Target="../ink/ink1549.xml"/><Relationship Id="rId243" Type="http://schemas.openxmlformats.org/officeDocument/2006/relationships/image" Target="../media/image1549.png"/><Relationship Id="rId264" Type="http://schemas.openxmlformats.org/officeDocument/2006/relationships/customXml" Target="../ink/ink1570.xml"/><Relationship Id="rId285" Type="http://schemas.openxmlformats.org/officeDocument/2006/relationships/image" Target="../media/image1570.png"/><Relationship Id="rId17" Type="http://schemas.openxmlformats.org/officeDocument/2006/relationships/image" Target="../media/image1437.png"/><Relationship Id="rId38" Type="http://schemas.openxmlformats.org/officeDocument/2006/relationships/customXml" Target="../ink/ink1457.xml"/><Relationship Id="rId59" Type="http://schemas.openxmlformats.org/officeDocument/2006/relationships/image" Target="../media/image1458.png"/><Relationship Id="rId103" Type="http://schemas.openxmlformats.org/officeDocument/2006/relationships/image" Target="../media/image1480.png"/><Relationship Id="rId124" Type="http://schemas.openxmlformats.org/officeDocument/2006/relationships/customXml" Target="../ink/ink1500.xml"/><Relationship Id="rId310" Type="http://schemas.openxmlformats.org/officeDocument/2006/relationships/customXml" Target="../ink/ink1593.xml"/><Relationship Id="rId70" Type="http://schemas.openxmlformats.org/officeDocument/2006/relationships/customXml" Target="../ink/ink1473.xml"/><Relationship Id="rId91" Type="http://schemas.openxmlformats.org/officeDocument/2006/relationships/image" Target="../media/image1474.png"/><Relationship Id="rId145" Type="http://schemas.openxmlformats.org/officeDocument/2006/relationships/image" Target="../media/image1501.png"/><Relationship Id="rId166" Type="http://schemas.openxmlformats.org/officeDocument/2006/relationships/customXml" Target="../ink/ink1521.xml"/><Relationship Id="rId187" Type="http://schemas.openxmlformats.org/officeDocument/2006/relationships/image" Target="../media/image1522.png"/><Relationship Id="rId331" Type="http://schemas.openxmlformats.org/officeDocument/2006/relationships/image" Target="../media/image1593.png"/><Relationship Id="rId352" Type="http://schemas.openxmlformats.org/officeDocument/2006/relationships/customXml" Target="../ink/ink1614.xml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544.xml"/><Relationship Id="rId233" Type="http://schemas.openxmlformats.org/officeDocument/2006/relationships/image" Target="../media/image1544.png"/><Relationship Id="rId254" Type="http://schemas.openxmlformats.org/officeDocument/2006/relationships/customXml" Target="../ink/ink1565.xml"/><Relationship Id="rId28" Type="http://schemas.openxmlformats.org/officeDocument/2006/relationships/customXml" Target="../ink/ink1452.xml"/><Relationship Id="rId49" Type="http://schemas.openxmlformats.org/officeDocument/2006/relationships/image" Target="../media/image1453.png"/><Relationship Id="rId114" Type="http://schemas.openxmlformats.org/officeDocument/2006/relationships/customXml" Target="../ink/ink1495.xml"/><Relationship Id="rId275" Type="http://schemas.openxmlformats.org/officeDocument/2006/relationships/image" Target="../media/image1565.png"/><Relationship Id="rId296" Type="http://schemas.openxmlformats.org/officeDocument/2006/relationships/customXml" Target="../ink/ink1586.xml"/><Relationship Id="rId300" Type="http://schemas.openxmlformats.org/officeDocument/2006/relationships/customXml" Target="../ink/ink1588.xml"/><Relationship Id="rId60" Type="http://schemas.openxmlformats.org/officeDocument/2006/relationships/customXml" Target="../ink/ink1468.xml"/><Relationship Id="rId81" Type="http://schemas.openxmlformats.org/officeDocument/2006/relationships/image" Target="../media/image1469.png"/><Relationship Id="rId135" Type="http://schemas.openxmlformats.org/officeDocument/2006/relationships/image" Target="../media/image1496.png"/><Relationship Id="rId156" Type="http://schemas.openxmlformats.org/officeDocument/2006/relationships/customXml" Target="../ink/ink1516.xml"/><Relationship Id="rId177" Type="http://schemas.openxmlformats.org/officeDocument/2006/relationships/image" Target="../media/image1517.png"/><Relationship Id="rId198" Type="http://schemas.openxmlformats.org/officeDocument/2006/relationships/customXml" Target="../ink/ink1537.xml"/><Relationship Id="rId321" Type="http://schemas.openxmlformats.org/officeDocument/2006/relationships/image" Target="../media/image1588.png"/><Relationship Id="rId342" Type="http://schemas.openxmlformats.org/officeDocument/2006/relationships/customXml" Target="../ink/ink1609.xml"/><Relationship Id="rId363" Type="http://schemas.openxmlformats.org/officeDocument/2006/relationships/image" Target="../media/image1609.png"/><Relationship Id="rId202" Type="http://schemas.openxmlformats.org/officeDocument/2006/relationships/customXml" Target="../ink/ink1539.xml"/><Relationship Id="rId223" Type="http://schemas.openxmlformats.org/officeDocument/2006/relationships/image" Target="../media/image1539.png"/><Relationship Id="rId244" Type="http://schemas.openxmlformats.org/officeDocument/2006/relationships/customXml" Target="../ink/ink1560.xml"/><Relationship Id="rId18" Type="http://schemas.openxmlformats.org/officeDocument/2006/relationships/customXml" Target="../ink/ink1447.xml"/><Relationship Id="rId39" Type="http://schemas.openxmlformats.org/officeDocument/2006/relationships/image" Target="../media/image1448.png"/><Relationship Id="rId265" Type="http://schemas.openxmlformats.org/officeDocument/2006/relationships/image" Target="../media/image1560.png"/><Relationship Id="rId286" Type="http://schemas.openxmlformats.org/officeDocument/2006/relationships/customXml" Target="../ink/ink1581.xml"/><Relationship Id="rId50" Type="http://schemas.openxmlformats.org/officeDocument/2006/relationships/customXml" Target="../ink/ink1463.xml"/><Relationship Id="rId104" Type="http://schemas.openxmlformats.org/officeDocument/2006/relationships/customXml" Target="../ink/ink1490.xml"/><Relationship Id="rId125" Type="http://schemas.openxmlformats.org/officeDocument/2006/relationships/image" Target="../media/image1491.png"/><Relationship Id="rId146" Type="http://schemas.openxmlformats.org/officeDocument/2006/relationships/customXml" Target="../ink/ink1511.xml"/><Relationship Id="rId167" Type="http://schemas.openxmlformats.org/officeDocument/2006/relationships/image" Target="../media/image1512.png"/><Relationship Id="rId188" Type="http://schemas.openxmlformats.org/officeDocument/2006/relationships/customXml" Target="../ink/ink1532.xml"/><Relationship Id="rId311" Type="http://schemas.openxmlformats.org/officeDocument/2006/relationships/image" Target="../media/image1583.png"/><Relationship Id="rId332" Type="http://schemas.openxmlformats.org/officeDocument/2006/relationships/customXml" Target="../ink/ink1604.xml"/><Relationship Id="rId353" Type="http://schemas.openxmlformats.org/officeDocument/2006/relationships/image" Target="../media/image1604.png"/><Relationship Id="rId71" Type="http://schemas.openxmlformats.org/officeDocument/2006/relationships/image" Target="../media/image1464.png"/><Relationship Id="rId92" Type="http://schemas.openxmlformats.org/officeDocument/2006/relationships/customXml" Target="../ink/ink1484.xml"/><Relationship Id="rId213" Type="http://schemas.openxmlformats.org/officeDocument/2006/relationships/image" Target="../media/image1534.png"/><Relationship Id="rId234" Type="http://schemas.openxmlformats.org/officeDocument/2006/relationships/customXml" Target="../ink/ink1555.xml"/><Relationship Id="rId2" Type="http://schemas.openxmlformats.org/officeDocument/2006/relationships/customXml" Target="../ink/ink1439.xml"/><Relationship Id="rId29" Type="http://schemas.openxmlformats.org/officeDocument/2006/relationships/image" Target="../media/image1443.png"/><Relationship Id="rId255" Type="http://schemas.openxmlformats.org/officeDocument/2006/relationships/image" Target="../media/image1555.png"/><Relationship Id="rId276" Type="http://schemas.openxmlformats.org/officeDocument/2006/relationships/customXml" Target="../ink/ink1576.xml"/><Relationship Id="rId297" Type="http://schemas.openxmlformats.org/officeDocument/2006/relationships/image" Target="../media/image1576.png"/><Relationship Id="rId40" Type="http://schemas.openxmlformats.org/officeDocument/2006/relationships/customXml" Target="../ink/ink1458.xml"/><Relationship Id="rId115" Type="http://schemas.openxmlformats.org/officeDocument/2006/relationships/image" Target="../media/image1486.png"/><Relationship Id="rId136" Type="http://schemas.openxmlformats.org/officeDocument/2006/relationships/customXml" Target="../ink/ink1506.xml"/><Relationship Id="rId157" Type="http://schemas.openxmlformats.org/officeDocument/2006/relationships/image" Target="../media/image1507.png"/><Relationship Id="rId178" Type="http://schemas.openxmlformats.org/officeDocument/2006/relationships/customXml" Target="../ink/ink1527.xml"/><Relationship Id="rId301" Type="http://schemas.openxmlformats.org/officeDocument/2006/relationships/image" Target="../media/image1578.png"/><Relationship Id="rId322" Type="http://schemas.openxmlformats.org/officeDocument/2006/relationships/customXml" Target="../ink/ink1599.xml"/><Relationship Id="rId343" Type="http://schemas.openxmlformats.org/officeDocument/2006/relationships/image" Target="../media/image1599.png"/><Relationship Id="rId61" Type="http://schemas.openxmlformats.org/officeDocument/2006/relationships/image" Target="../media/image1459.png"/><Relationship Id="rId82" Type="http://schemas.openxmlformats.org/officeDocument/2006/relationships/customXml" Target="../ink/ink1479.xml"/><Relationship Id="rId199" Type="http://schemas.openxmlformats.org/officeDocument/2006/relationships/image" Target="../media/image1528.png"/><Relationship Id="rId203" Type="http://schemas.openxmlformats.org/officeDocument/2006/relationships/image" Target="../media/image1530.png"/><Relationship Id="rId19" Type="http://schemas.openxmlformats.org/officeDocument/2006/relationships/image" Target="../media/image1438.png"/><Relationship Id="rId224" Type="http://schemas.openxmlformats.org/officeDocument/2006/relationships/customXml" Target="../ink/ink1550.xml"/><Relationship Id="rId245" Type="http://schemas.openxmlformats.org/officeDocument/2006/relationships/image" Target="../media/image1550.png"/><Relationship Id="rId266" Type="http://schemas.openxmlformats.org/officeDocument/2006/relationships/customXml" Target="../ink/ink1571.xml"/><Relationship Id="rId287" Type="http://schemas.openxmlformats.org/officeDocument/2006/relationships/image" Target="../media/image1571.png"/><Relationship Id="rId30" Type="http://schemas.openxmlformats.org/officeDocument/2006/relationships/customXml" Target="../ink/ink1453.xml"/><Relationship Id="rId105" Type="http://schemas.openxmlformats.org/officeDocument/2006/relationships/image" Target="../media/image1481.png"/><Relationship Id="rId126" Type="http://schemas.openxmlformats.org/officeDocument/2006/relationships/customXml" Target="../ink/ink1501.xml"/><Relationship Id="rId147" Type="http://schemas.openxmlformats.org/officeDocument/2006/relationships/image" Target="../media/image1502.png"/><Relationship Id="rId168" Type="http://schemas.openxmlformats.org/officeDocument/2006/relationships/customXml" Target="../ink/ink1522.xml"/><Relationship Id="rId312" Type="http://schemas.openxmlformats.org/officeDocument/2006/relationships/customXml" Target="../ink/ink1594.xml"/><Relationship Id="rId333" Type="http://schemas.openxmlformats.org/officeDocument/2006/relationships/image" Target="../media/image1594.png"/><Relationship Id="rId354" Type="http://schemas.openxmlformats.org/officeDocument/2006/relationships/customXml" Target="../ink/ink1615.xml"/><Relationship Id="rId51" Type="http://schemas.openxmlformats.org/officeDocument/2006/relationships/image" Target="../media/image1454.png"/><Relationship Id="rId72" Type="http://schemas.openxmlformats.org/officeDocument/2006/relationships/customXml" Target="../ink/ink1474.xml"/><Relationship Id="rId93" Type="http://schemas.openxmlformats.org/officeDocument/2006/relationships/image" Target="../media/image1475.png"/><Relationship Id="rId189" Type="http://schemas.openxmlformats.org/officeDocument/2006/relationships/image" Target="../media/image1523.png"/><Relationship Id="rId3" Type="http://schemas.openxmlformats.org/officeDocument/2006/relationships/image" Target="../media/image1430.png"/><Relationship Id="rId214" Type="http://schemas.openxmlformats.org/officeDocument/2006/relationships/customXml" Target="../ink/ink1545.xml"/><Relationship Id="rId235" Type="http://schemas.openxmlformats.org/officeDocument/2006/relationships/image" Target="../media/image1545.png"/><Relationship Id="rId256" Type="http://schemas.openxmlformats.org/officeDocument/2006/relationships/customXml" Target="../ink/ink1566.xml"/><Relationship Id="rId277" Type="http://schemas.openxmlformats.org/officeDocument/2006/relationships/image" Target="../media/image1566.png"/><Relationship Id="rId298" Type="http://schemas.openxmlformats.org/officeDocument/2006/relationships/customXml" Target="../ink/ink1587.xml"/><Relationship Id="rId116" Type="http://schemas.openxmlformats.org/officeDocument/2006/relationships/customXml" Target="../ink/ink1496.xml"/><Relationship Id="rId137" Type="http://schemas.openxmlformats.org/officeDocument/2006/relationships/image" Target="../media/image1497.png"/><Relationship Id="rId158" Type="http://schemas.openxmlformats.org/officeDocument/2006/relationships/customXml" Target="../ink/ink1517.xml"/><Relationship Id="rId302" Type="http://schemas.openxmlformats.org/officeDocument/2006/relationships/customXml" Target="../ink/ink1589.xml"/><Relationship Id="rId323" Type="http://schemas.openxmlformats.org/officeDocument/2006/relationships/image" Target="../media/image1589.png"/><Relationship Id="rId344" Type="http://schemas.openxmlformats.org/officeDocument/2006/relationships/customXml" Target="../ink/ink1610.xml"/><Relationship Id="rId20" Type="http://schemas.openxmlformats.org/officeDocument/2006/relationships/customXml" Target="../ink/ink1448.xml"/><Relationship Id="rId41" Type="http://schemas.openxmlformats.org/officeDocument/2006/relationships/image" Target="../media/image1449.png"/><Relationship Id="rId62" Type="http://schemas.openxmlformats.org/officeDocument/2006/relationships/customXml" Target="../ink/ink1469.xml"/><Relationship Id="rId83" Type="http://schemas.openxmlformats.org/officeDocument/2006/relationships/image" Target="../media/image1470.png"/><Relationship Id="rId179" Type="http://schemas.openxmlformats.org/officeDocument/2006/relationships/image" Target="../media/image1518.png"/><Relationship Id="rId190" Type="http://schemas.openxmlformats.org/officeDocument/2006/relationships/customXml" Target="../ink/ink1533.xml"/><Relationship Id="rId204" Type="http://schemas.openxmlformats.org/officeDocument/2006/relationships/customXml" Target="../ink/ink1540.xml"/><Relationship Id="rId225" Type="http://schemas.openxmlformats.org/officeDocument/2006/relationships/image" Target="../media/image1540.png"/><Relationship Id="rId246" Type="http://schemas.openxmlformats.org/officeDocument/2006/relationships/customXml" Target="../ink/ink1561.xml"/><Relationship Id="rId267" Type="http://schemas.openxmlformats.org/officeDocument/2006/relationships/image" Target="../media/image1561.png"/><Relationship Id="rId288" Type="http://schemas.openxmlformats.org/officeDocument/2006/relationships/customXml" Target="../ink/ink1582.xml"/><Relationship Id="rId106" Type="http://schemas.openxmlformats.org/officeDocument/2006/relationships/customXml" Target="../ink/ink1491.xml"/><Relationship Id="rId127" Type="http://schemas.openxmlformats.org/officeDocument/2006/relationships/image" Target="../media/image1492.png"/><Relationship Id="rId313" Type="http://schemas.openxmlformats.org/officeDocument/2006/relationships/image" Target="../media/image1584.png"/><Relationship Id="rId10" Type="http://schemas.openxmlformats.org/officeDocument/2006/relationships/customXml" Target="../ink/ink1443.xml"/><Relationship Id="rId31" Type="http://schemas.openxmlformats.org/officeDocument/2006/relationships/image" Target="../media/image1444.png"/><Relationship Id="rId52" Type="http://schemas.openxmlformats.org/officeDocument/2006/relationships/customXml" Target="../ink/ink1464.xml"/><Relationship Id="rId73" Type="http://schemas.openxmlformats.org/officeDocument/2006/relationships/image" Target="../media/image1465.png"/><Relationship Id="rId94" Type="http://schemas.openxmlformats.org/officeDocument/2006/relationships/customXml" Target="../ink/ink1485.xml"/><Relationship Id="rId148" Type="http://schemas.openxmlformats.org/officeDocument/2006/relationships/customXml" Target="../ink/ink1512.xml"/><Relationship Id="rId169" Type="http://schemas.openxmlformats.org/officeDocument/2006/relationships/image" Target="../media/image1513.png"/><Relationship Id="rId334" Type="http://schemas.openxmlformats.org/officeDocument/2006/relationships/customXml" Target="../ink/ink1605.xml"/><Relationship Id="rId355" Type="http://schemas.openxmlformats.org/officeDocument/2006/relationships/image" Target="../media/image1605.png"/><Relationship Id="rId4" Type="http://schemas.openxmlformats.org/officeDocument/2006/relationships/customXml" Target="../ink/ink1440.xml"/><Relationship Id="rId180" Type="http://schemas.openxmlformats.org/officeDocument/2006/relationships/customXml" Target="../ink/ink1528.xml"/><Relationship Id="rId215" Type="http://schemas.openxmlformats.org/officeDocument/2006/relationships/image" Target="../media/image1535.png"/><Relationship Id="rId236" Type="http://schemas.openxmlformats.org/officeDocument/2006/relationships/customXml" Target="../ink/ink1556.xml"/><Relationship Id="rId257" Type="http://schemas.openxmlformats.org/officeDocument/2006/relationships/image" Target="../media/image1556.png"/><Relationship Id="rId278" Type="http://schemas.openxmlformats.org/officeDocument/2006/relationships/customXml" Target="../ink/ink1577.xml"/><Relationship Id="rId303" Type="http://schemas.openxmlformats.org/officeDocument/2006/relationships/image" Target="../media/image1579.png"/><Relationship Id="rId42" Type="http://schemas.openxmlformats.org/officeDocument/2006/relationships/customXml" Target="../ink/ink1459.xml"/><Relationship Id="rId84" Type="http://schemas.openxmlformats.org/officeDocument/2006/relationships/customXml" Target="../ink/ink1480.xml"/><Relationship Id="rId138" Type="http://schemas.openxmlformats.org/officeDocument/2006/relationships/customXml" Target="../ink/ink1507.xml"/><Relationship Id="rId345" Type="http://schemas.openxmlformats.org/officeDocument/2006/relationships/image" Target="../media/image1600.png"/><Relationship Id="rId191" Type="http://schemas.openxmlformats.org/officeDocument/2006/relationships/image" Target="../media/image1524.png"/><Relationship Id="rId205" Type="http://schemas.openxmlformats.org/officeDocument/2006/relationships/image" Target="../media/image155.png"/><Relationship Id="rId247" Type="http://schemas.openxmlformats.org/officeDocument/2006/relationships/image" Target="../media/image1551.png"/><Relationship Id="rId107" Type="http://schemas.openxmlformats.org/officeDocument/2006/relationships/image" Target="../media/image1482.png"/><Relationship Id="rId289" Type="http://schemas.openxmlformats.org/officeDocument/2006/relationships/image" Target="../media/image1572.png"/><Relationship Id="rId11" Type="http://schemas.openxmlformats.org/officeDocument/2006/relationships/image" Target="../media/image1434.png"/><Relationship Id="rId53" Type="http://schemas.openxmlformats.org/officeDocument/2006/relationships/image" Target="../media/image1455.png"/><Relationship Id="rId149" Type="http://schemas.openxmlformats.org/officeDocument/2006/relationships/image" Target="../media/image1503.png"/><Relationship Id="rId314" Type="http://schemas.openxmlformats.org/officeDocument/2006/relationships/customXml" Target="../ink/ink1595.xml"/><Relationship Id="rId356" Type="http://schemas.openxmlformats.org/officeDocument/2006/relationships/customXml" Target="../ink/ink1616.xml"/><Relationship Id="rId95" Type="http://schemas.openxmlformats.org/officeDocument/2006/relationships/image" Target="../media/image1476.png"/><Relationship Id="rId160" Type="http://schemas.openxmlformats.org/officeDocument/2006/relationships/customXml" Target="../ink/ink1518.xml"/><Relationship Id="rId216" Type="http://schemas.openxmlformats.org/officeDocument/2006/relationships/customXml" Target="../ink/ink1546.xml"/><Relationship Id="rId258" Type="http://schemas.openxmlformats.org/officeDocument/2006/relationships/customXml" Target="../ink/ink1567.xml"/><Relationship Id="rId22" Type="http://schemas.openxmlformats.org/officeDocument/2006/relationships/customXml" Target="../ink/ink1449.xml"/><Relationship Id="rId64" Type="http://schemas.openxmlformats.org/officeDocument/2006/relationships/customXml" Target="../ink/ink1470.xml"/><Relationship Id="rId118" Type="http://schemas.openxmlformats.org/officeDocument/2006/relationships/customXml" Target="../ink/ink1497.xml"/><Relationship Id="rId325" Type="http://schemas.openxmlformats.org/officeDocument/2006/relationships/image" Target="../media/image1590.png"/><Relationship Id="rId171" Type="http://schemas.openxmlformats.org/officeDocument/2006/relationships/image" Target="../media/image1514.png"/><Relationship Id="rId227" Type="http://schemas.openxmlformats.org/officeDocument/2006/relationships/image" Target="../media/image1541.png"/><Relationship Id="rId269" Type="http://schemas.openxmlformats.org/officeDocument/2006/relationships/image" Target="../media/image1562.png"/><Relationship Id="rId33" Type="http://schemas.openxmlformats.org/officeDocument/2006/relationships/image" Target="../media/image1445.png"/><Relationship Id="rId129" Type="http://schemas.openxmlformats.org/officeDocument/2006/relationships/image" Target="../media/image1493.png"/><Relationship Id="rId280" Type="http://schemas.openxmlformats.org/officeDocument/2006/relationships/customXml" Target="../ink/ink1578.xml"/><Relationship Id="rId336" Type="http://schemas.openxmlformats.org/officeDocument/2006/relationships/customXml" Target="../ink/ink1606.xml"/><Relationship Id="rId75" Type="http://schemas.openxmlformats.org/officeDocument/2006/relationships/image" Target="../media/image1466.png"/><Relationship Id="rId140" Type="http://schemas.openxmlformats.org/officeDocument/2006/relationships/customXml" Target="../ink/ink1508.xml"/><Relationship Id="rId182" Type="http://schemas.openxmlformats.org/officeDocument/2006/relationships/customXml" Target="../ink/ink1529.xml"/><Relationship Id="rId6" Type="http://schemas.openxmlformats.org/officeDocument/2006/relationships/customXml" Target="../ink/ink1441.xml"/><Relationship Id="rId238" Type="http://schemas.openxmlformats.org/officeDocument/2006/relationships/customXml" Target="../ink/ink1557.xml"/><Relationship Id="rId291" Type="http://schemas.openxmlformats.org/officeDocument/2006/relationships/image" Target="../media/image1573.png"/><Relationship Id="rId305" Type="http://schemas.openxmlformats.org/officeDocument/2006/relationships/image" Target="../media/image1580.png"/><Relationship Id="rId347" Type="http://schemas.openxmlformats.org/officeDocument/2006/relationships/image" Target="../media/image1601.png"/><Relationship Id="rId44" Type="http://schemas.openxmlformats.org/officeDocument/2006/relationships/customXml" Target="../ink/ink1460.xml"/><Relationship Id="rId86" Type="http://schemas.openxmlformats.org/officeDocument/2006/relationships/customXml" Target="../ink/ink1481.xml"/><Relationship Id="rId151" Type="http://schemas.openxmlformats.org/officeDocument/2006/relationships/image" Target="../media/image1504.png"/><Relationship Id="rId193" Type="http://schemas.openxmlformats.org/officeDocument/2006/relationships/image" Target="../media/image1525.png"/><Relationship Id="rId207" Type="http://schemas.openxmlformats.org/officeDocument/2006/relationships/image" Target="../media/image1531.png"/><Relationship Id="rId249" Type="http://schemas.openxmlformats.org/officeDocument/2006/relationships/image" Target="../media/image1552.png"/><Relationship Id="rId13" Type="http://schemas.openxmlformats.org/officeDocument/2006/relationships/image" Target="../media/image1435.png"/><Relationship Id="rId109" Type="http://schemas.openxmlformats.org/officeDocument/2006/relationships/image" Target="../media/image1483.png"/><Relationship Id="rId260" Type="http://schemas.openxmlformats.org/officeDocument/2006/relationships/customXml" Target="../ink/ink1568.xml"/><Relationship Id="rId316" Type="http://schemas.openxmlformats.org/officeDocument/2006/relationships/customXml" Target="../ink/ink1596.xml"/><Relationship Id="rId55" Type="http://schemas.openxmlformats.org/officeDocument/2006/relationships/image" Target="../media/image1456.png"/><Relationship Id="rId97" Type="http://schemas.openxmlformats.org/officeDocument/2006/relationships/image" Target="../media/image1477.png"/><Relationship Id="rId120" Type="http://schemas.openxmlformats.org/officeDocument/2006/relationships/customXml" Target="../ink/ink1498.xml"/><Relationship Id="rId358" Type="http://schemas.openxmlformats.org/officeDocument/2006/relationships/customXml" Target="../ink/ink1617.xml"/><Relationship Id="rId162" Type="http://schemas.openxmlformats.org/officeDocument/2006/relationships/customXml" Target="../ink/ink1519.xml"/><Relationship Id="rId218" Type="http://schemas.openxmlformats.org/officeDocument/2006/relationships/customXml" Target="../ink/ink1547.xml"/><Relationship Id="rId271" Type="http://schemas.openxmlformats.org/officeDocument/2006/relationships/image" Target="../media/image1563.png"/><Relationship Id="rId24" Type="http://schemas.openxmlformats.org/officeDocument/2006/relationships/customXml" Target="../ink/ink1450.xml"/><Relationship Id="rId66" Type="http://schemas.openxmlformats.org/officeDocument/2006/relationships/customXml" Target="../ink/ink1471.xml"/><Relationship Id="rId131" Type="http://schemas.openxmlformats.org/officeDocument/2006/relationships/image" Target="../media/image1494.png"/><Relationship Id="rId327" Type="http://schemas.openxmlformats.org/officeDocument/2006/relationships/image" Target="../media/image1591.png"/><Relationship Id="rId173" Type="http://schemas.openxmlformats.org/officeDocument/2006/relationships/image" Target="../media/image1515.png"/><Relationship Id="rId229" Type="http://schemas.openxmlformats.org/officeDocument/2006/relationships/image" Target="../media/image1542.png"/><Relationship Id="rId240" Type="http://schemas.openxmlformats.org/officeDocument/2006/relationships/customXml" Target="../ink/ink1558.xml"/><Relationship Id="rId35" Type="http://schemas.openxmlformats.org/officeDocument/2006/relationships/image" Target="../media/image1446.png"/><Relationship Id="rId77" Type="http://schemas.openxmlformats.org/officeDocument/2006/relationships/image" Target="../media/image1467.png"/><Relationship Id="rId100" Type="http://schemas.openxmlformats.org/officeDocument/2006/relationships/customXml" Target="../ink/ink1488.xml"/><Relationship Id="rId282" Type="http://schemas.openxmlformats.org/officeDocument/2006/relationships/customXml" Target="../ink/ink1579.xml"/><Relationship Id="rId338" Type="http://schemas.openxmlformats.org/officeDocument/2006/relationships/customXml" Target="../ink/ink1607.xml"/><Relationship Id="rId8" Type="http://schemas.openxmlformats.org/officeDocument/2006/relationships/customXml" Target="../ink/ink1442.xml"/><Relationship Id="rId142" Type="http://schemas.openxmlformats.org/officeDocument/2006/relationships/customXml" Target="../ink/ink1509.xml"/><Relationship Id="rId184" Type="http://schemas.openxmlformats.org/officeDocument/2006/relationships/customXml" Target="../ink/ink1530.xml"/><Relationship Id="rId251" Type="http://schemas.openxmlformats.org/officeDocument/2006/relationships/image" Target="../media/image1553.png"/><Relationship Id="rId46" Type="http://schemas.openxmlformats.org/officeDocument/2006/relationships/customXml" Target="../ink/ink1461.xml"/><Relationship Id="rId293" Type="http://schemas.openxmlformats.org/officeDocument/2006/relationships/image" Target="../media/image1574.png"/><Relationship Id="rId307" Type="http://schemas.openxmlformats.org/officeDocument/2006/relationships/image" Target="../media/image1581.png"/><Relationship Id="rId349" Type="http://schemas.openxmlformats.org/officeDocument/2006/relationships/image" Target="../media/image1602.png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667.png"/><Relationship Id="rId21" Type="http://schemas.openxmlformats.org/officeDocument/2006/relationships/image" Target="../media/image1619.png"/><Relationship Id="rId324" Type="http://schemas.openxmlformats.org/officeDocument/2006/relationships/image" Target="../media/image1768.png"/><Relationship Id="rId531" Type="http://schemas.openxmlformats.org/officeDocument/2006/relationships/customXml" Target="../ink/ink1885.xml"/><Relationship Id="rId629" Type="http://schemas.openxmlformats.org/officeDocument/2006/relationships/customXml" Target="../ink/ink1939.xml"/><Relationship Id="rId170" Type="http://schemas.openxmlformats.org/officeDocument/2006/relationships/customXml" Target="../ink/ink1704.xml"/><Relationship Id="rId268" Type="http://schemas.openxmlformats.org/officeDocument/2006/relationships/image" Target="../media/image1740.png"/><Relationship Id="rId475" Type="http://schemas.openxmlformats.org/officeDocument/2006/relationships/customXml" Target="../ink/ink1857.xml"/><Relationship Id="rId32" Type="http://schemas.openxmlformats.org/officeDocument/2006/relationships/customXml" Target="../ink/ink1635.xml"/><Relationship Id="rId128" Type="http://schemas.openxmlformats.org/officeDocument/2006/relationships/customXml" Target="../ink/ink1683.xml"/><Relationship Id="rId335" Type="http://schemas.openxmlformats.org/officeDocument/2006/relationships/customXml" Target="../ink/ink1787.xml"/><Relationship Id="rId542" Type="http://schemas.openxmlformats.org/officeDocument/2006/relationships/customXml" Target="../ink/ink1891.xml"/><Relationship Id="rId181" Type="http://schemas.openxmlformats.org/officeDocument/2006/relationships/image" Target="../media/image1698.png"/><Relationship Id="rId402" Type="http://schemas.openxmlformats.org/officeDocument/2006/relationships/image" Target="../media/image1807.png"/><Relationship Id="rId279" Type="http://schemas.openxmlformats.org/officeDocument/2006/relationships/customXml" Target="../ink/ink1759.xml"/><Relationship Id="rId486" Type="http://schemas.openxmlformats.org/officeDocument/2006/relationships/image" Target="../media/image1847.png"/><Relationship Id="rId43" Type="http://schemas.openxmlformats.org/officeDocument/2006/relationships/image" Target="../media/image1630.png"/><Relationship Id="rId139" Type="http://schemas.openxmlformats.org/officeDocument/2006/relationships/image" Target="../media/image1678.png"/><Relationship Id="rId346" Type="http://schemas.openxmlformats.org/officeDocument/2006/relationships/image" Target="../media/image1779.png"/><Relationship Id="rId553" Type="http://schemas.openxmlformats.org/officeDocument/2006/relationships/customXml" Target="../ink/ink1897.xml"/><Relationship Id="rId192" Type="http://schemas.openxmlformats.org/officeDocument/2006/relationships/customXml" Target="../ink/ink1715.xml"/><Relationship Id="rId206" Type="http://schemas.openxmlformats.org/officeDocument/2006/relationships/image" Target="../media/image155.png"/><Relationship Id="rId413" Type="http://schemas.openxmlformats.org/officeDocument/2006/relationships/customXml" Target="../ink/ink1826.xml"/><Relationship Id="rId497" Type="http://schemas.openxmlformats.org/officeDocument/2006/relationships/customXml" Target="../ink/ink1868.xml"/><Relationship Id="rId620" Type="http://schemas.openxmlformats.org/officeDocument/2006/relationships/image" Target="../media/image1907.png"/><Relationship Id="rId357" Type="http://schemas.openxmlformats.org/officeDocument/2006/relationships/customXml" Target="../ink/ink1798.xml"/><Relationship Id="rId54" Type="http://schemas.openxmlformats.org/officeDocument/2006/relationships/customXml" Target="../ink/ink1646.xml"/><Relationship Id="rId217" Type="http://schemas.openxmlformats.org/officeDocument/2006/relationships/customXml" Target="../ink/ink1728.xml"/><Relationship Id="rId564" Type="http://schemas.openxmlformats.org/officeDocument/2006/relationships/customXml" Target="../ink/ink1903.xml"/><Relationship Id="rId424" Type="http://schemas.openxmlformats.org/officeDocument/2006/relationships/image" Target="../media/image1818.png"/><Relationship Id="rId631" Type="http://schemas.openxmlformats.org/officeDocument/2006/relationships/image" Target="../media/image1912.png"/><Relationship Id="rId270" Type="http://schemas.openxmlformats.org/officeDocument/2006/relationships/image" Target="../media/image1741.png"/><Relationship Id="rId65" Type="http://schemas.openxmlformats.org/officeDocument/2006/relationships/image" Target="../media/image1641.png"/><Relationship Id="rId130" Type="http://schemas.openxmlformats.org/officeDocument/2006/relationships/customXml" Target="../ink/ink1684.xml"/><Relationship Id="rId368" Type="http://schemas.openxmlformats.org/officeDocument/2006/relationships/image" Target="../media/image1790.png"/><Relationship Id="rId575" Type="http://schemas.openxmlformats.org/officeDocument/2006/relationships/image" Target="../media/image1887.png"/><Relationship Id="rId228" Type="http://schemas.openxmlformats.org/officeDocument/2006/relationships/image" Target="../media/image1720.png"/><Relationship Id="rId435" Type="http://schemas.openxmlformats.org/officeDocument/2006/relationships/customXml" Target="../ink/ink1837.xml"/><Relationship Id="rId642" Type="http://schemas.openxmlformats.org/officeDocument/2006/relationships/customXml" Target="../ink/ink1946.xml"/><Relationship Id="rId281" Type="http://schemas.openxmlformats.org/officeDocument/2006/relationships/customXml" Target="../ink/ink1760.xml"/><Relationship Id="rId502" Type="http://schemas.openxmlformats.org/officeDocument/2006/relationships/image" Target="../media/image1855.png"/><Relationship Id="rId76" Type="http://schemas.openxmlformats.org/officeDocument/2006/relationships/customXml" Target="../ink/ink1657.xml"/><Relationship Id="rId141" Type="http://schemas.openxmlformats.org/officeDocument/2006/relationships/image" Target="../media/image1679.png"/><Relationship Id="rId379" Type="http://schemas.openxmlformats.org/officeDocument/2006/relationships/customXml" Target="../ink/ink1809.xml"/><Relationship Id="rId586" Type="http://schemas.openxmlformats.org/officeDocument/2006/relationships/customXml" Target="../ink/ink1916.xml"/><Relationship Id="rId7" Type="http://schemas.openxmlformats.org/officeDocument/2006/relationships/image" Target="../media/image1612.png"/><Relationship Id="rId239" Type="http://schemas.openxmlformats.org/officeDocument/2006/relationships/customXml" Target="../ink/ink1739.xml"/><Relationship Id="rId446" Type="http://schemas.openxmlformats.org/officeDocument/2006/relationships/image" Target="../media/image1827.png"/><Relationship Id="rId292" Type="http://schemas.openxmlformats.org/officeDocument/2006/relationships/image" Target="../media/image1752.png"/><Relationship Id="rId306" Type="http://schemas.openxmlformats.org/officeDocument/2006/relationships/image" Target="../media/image1759.png"/><Relationship Id="rId87" Type="http://schemas.openxmlformats.org/officeDocument/2006/relationships/image" Target="../media/image1652.png"/><Relationship Id="rId513" Type="http://schemas.openxmlformats.org/officeDocument/2006/relationships/customXml" Target="../ink/ink1876.xml"/><Relationship Id="rId597" Type="http://schemas.openxmlformats.org/officeDocument/2006/relationships/image" Target="../media/image1896.png"/><Relationship Id="rId152" Type="http://schemas.openxmlformats.org/officeDocument/2006/relationships/customXml" Target="../ink/ink1695.xml"/><Relationship Id="rId457" Type="http://schemas.openxmlformats.org/officeDocument/2006/relationships/customXml" Target="../ink/ink1848.xml"/><Relationship Id="rId14" Type="http://schemas.openxmlformats.org/officeDocument/2006/relationships/customXml" Target="../ink/ink1626.xml"/><Relationship Id="rId317" Type="http://schemas.openxmlformats.org/officeDocument/2006/relationships/customXml" Target="../ink/ink1778.xml"/><Relationship Id="rId524" Type="http://schemas.openxmlformats.org/officeDocument/2006/relationships/image" Target="../media/image1866.png"/><Relationship Id="rId98" Type="http://schemas.openxmlformats.org/officeDocument/2006/relationships/customXml" Target="../ink/ink1668.xml"/><Relationship Id="rId163" Type="http://schemas.openxmlformats.org/officeDocument/2006/relationships/image" Target="../media/image1689.png"/><Relationship Id="rId370" Type="http://schemas.openxmlformats.org/officeDocument/2006/relationships/image" Target="../media/image1791.png"/><Relationship Id="rId230" Type="http://schemas.openxmlformats.org/officeDocument/2006/relationships/image" Target="../media/image1721.png"/><Relationship Id="rId468" Type="http://schemas.openxmlformats.org/officeDocument/2006/relationships/image" Target="../media/image1838.png"/><Relationship Id="rId25" Type="http://schemas.openxmlformats.org/officeDocument/2006/relationships/image" Target="../media/image1621.png"/><Relationship Id="rId328" Type="http://schemas.openxmlformats.org/officeDocument/2006/relationships/image" Target="../media/image1770.png"/><Relationship Id="rId535" Type="http://schemas.openxmlformats.org/officeDocument/2006/relationships/customXml" Target="../ink/ink1887.xml"/><Relationship Id="rId174" Type="http://schemas.openxmlformats.org/officeDocument/2006/relationships/customXml" Target="../ink/ink1706.xml"/><Relationship Id="rId381" Type="http://schemas.openxmlformats.org/officeDocument/2006/relationships/customXml" Target="../ink/ink1810.xml"/><Relationship Id="rId602" Type="http://schemas.openxmlformats.org/officeDocument/2006/relationships/customXml" Target="../ink/ink1925.xml"/><Relationship Id="rId241" Type="http://schemas.openxmlformats.org/officeDocument/2006/relationships/customXml" Target="../ink/ink1740.xml"/><Relationship Id="rId479" Type="http://schemas.openxmlformats.org/officeDocument/2006/relationships/customXml" Target="../ink/ink1859.xml"/><Relationship Id="rId36" Type="http://schemas.openxmlformats.org/officeDocument/2006/relationships/customXml" Target="../ink/ink1637.xml"/><Relationship Id="rId339" Type="http://schemas.openxmlformats.org/officeDocument/2006/relationships/customXml" Target="../ink/ink1789.xml"/><Relationship Id="rId546" Type="http://schemas.openxmlformats.org/officeDocument/2006/relationships/customXml" Target="../ink/ink1893.xml"/><Relationship Id="rId101" Type="http://schemas.openxmlformats.org/officeDocument/2006/relationships/image" Target="../media/image1659.png"/><Relationship Id="rId185" Type="http://schemas.openxmlformats.org/officeDocument/2006/relationships/image" Target="../media/image1700.png"/><Relationship Id="rId406" Type="http://schemas.openxmlformats.org/officeDocument/2006/relationships/image" Target="../media/image1809.png"/><Relationship Id="rId392" Type="http://schemas.openxmlformats.org/officeDocument/2006/relationships/image" Target="../media/image1802.png"/><Relationship Id="rId613" Type="http://schemas.openxmlformats.org/officeDocument/2006/relationships/image" Target="../media/image1904.png"/><Relationship Id="rId252" Type="http://schemas.openxmlformats.org/officeDocument/2006/relationships/image" Target="../media/image1732.png"/><Relationship Id="rId47" Type="http://schemas.openxmlformats.org/officeDocument/2006/relationships/image" Target="../media/image1632.png"/><Relationship Id="rId112" Type="http://schemas.openxmlformats.org/officeDocument/2006/relationships/customXml" Target="../ink/ink1675.xml"/><Relationship Id="rId557" Type="http://schemas.openxmlformats.org/officeDocument/2006/relationships/customXml" Target="../ink/ink1899.xml"/><Relationship Id="rId196" Type="http://schemas.openxmlformats.org/officeDocument/2006/relationships/customXml" Target="../ink/ink1717.xml"/><Relationship Id="rId417" Type="http://schemas.openxmlformats.org/officeDocument/2006/relationships/customXml" Target="../ink/ink1828.xml"/><Relationship Id="rId459" Type="http://schemas.openxmlformats.org/officeDocument/2006/relationships/customXml" Target="../ink/ink1849.xml"/><Relationship Id="rId624" Type="http://schemas.openxmlformats.org/officeDocument/2006/relationships/image" Target="../media/image1909.png"/><Relationship Id="rId16" Type="http://schemas.openxmlformats.org/officeDocument/2006/relationships/customXml" Target="../ink/ink1627.xml"/><Relationship Id="rId221" Type="http://schemas.openxmlformats.org/officeDocument/2006/relationships/customXml" Target="../ink/ink1730.xml"/><Relationship Id="rId263" Type="http://schemas.openxmlformats.org/officeDocument/2006/relationships/customXml" Target="../ink/ink1751.xml"/><Relationship Id="rId319" Type="http://schemas.openxmlformats.org/officeDocument/2006/relationships/customXml" Target="../ink/ink1779.xml"/><Relationship Id="rId470" Type="http://schemas.openxmlformats.org/officeDocument/2006/relationships/image" Target="../media/image1839.png"/><Relationship Id="rId526" Type="http://schemas.openxmlformats.org/officeDocument/2006/relationships/image" Target="../media/image1867.png"/><Relationship Id="rId58" Type="http://schemas.openxmlformats.org/officeDocument/2006/relationships/customXml" Target="../ink/ink1648.xml"/><Relationship Id="rId123" Type="http://schemas.openxmlformats.org/officeDocument/2006/relationships/image" Target="../media/image1670.png"/><Relationship Id="rId330" Type="http://schemas.openxmlformats.org/officeDocument/2006/relationships/image" Target="../media/image1771.png"/><Relationship Id="rId568" Type="http://schemas.openxmlformats.org/officeDocument/2006/relationships/customXml" Target="../ink/ink1906.xml"/><Relationship Id="rId165" Type="http://schemas.openxmlformats.org/officeDocument/2006/relationships/image" Target="../media/image1690.png"/><Relationship Id="rId372" Type="http://schemas.openxmlformats.org/officeDocument/2006/relationships/image" Target="../media/image1792.png"/><Relationship Id="rId428" Type="http://schemas.openxmlformats.org/officeDocument/2006/relationships/image" Target="../media/image1820.png"/><Relationship Id="rId635" Type="http://schemas.openxmlformats.org/officeDocument/2006/relationships/image" Target="../media/image1914.png"/><Relationship Id="rId232" Type="http://schemas.openxmlformats.org/officeDocument/2006/relationships/image" Target="../media/image1722.png"/><Relationship Id="rId274" Type="http://schemas.openxmlformats.org/officeDocument/2006/relationships/image" Target="../media/image1743.png"/><Relationship Id="rId481" Type="http://schemas.openxmlformats.org/officeDocument/2006/relationships/customXml" Target="../ink/ink1860.xml"/><Relationship Id="rId27" Type="http://schemas.openxmlformats.org/officeDocument/2006/relationships/image" Target="../media/image1622.png"/><Relationship Id="rId69" Type="http://schemas.openxmlformats.org/officeDocument/2006/relationships/image" Target="../media/image1643.png"/><Relationship Id="rId134" Type="http://schemas.openxmlformats.org/officeDocument/2006/relationships/customXml" Target="../ink/ink1686.xml"/><Relationship Id="rId537" Type="http://schemas.openxmlformats.org/officeDocument/2006/relationships/customXml" Target="../ink/ink1888.xml"/><Relationship Id="rId579" Type="http://schemas.openxmlformats.org/officeDocument/2006/relationships/image" Target="../media/image1889.png"/><Relationship Id="rId80" Type="http://schemas.openxmlformats.org/officeDocument/2006/relationships/customXml" Target="../ink/ink1659.xml"/><Relationship Id="rId176" Type="http://schemas.openxmlformats.org/officeDocument/2006/relationships/customXml" Target="../ink/ink1707.xml"/><Relationship Id="rId341" Type="http://schemas.openxmlformats.org/officeDocument/2006/relationships/customXml" Target="../ink/ink1790.xml"/><Relationship Id="rId383" Type="http://schemas.openxmlformats.org/officeDocument/2006/relationships/customXml" Target="../ink/ink1811.xml"/><Relationship Id="rId439" Type="http://schemas.openxmlformats.org/officeDocument/2006/relationships/customXml" Target="../ink/ink1839.xml"/><Relationship Id="rId590" Type="http://schemas.openxmlformats.org/officeDocument/2006/relationships/image" Target="../media/image502.png"/><Relationship Id="rId604" Type="http://schemas.openxmlformats.org/officeDocument/2006/relationships/customXml" Target="../ink/ink1926.xml"/><Relationship Id="rId201" Type="http://schemas.openxmlformats.org/officeDocument/2006/relationships/customXml" Target="../ink/ink1720.xml"/><Relationship Id="rId243" Type="http://schemas.openxmlformats.org/officeDocument/2006/relationships/customXml" Target="../ink/ink1741.xml"/><Relationship Id="rId285" Type="http://schemas.openxmlformats.org/officeDocument/2006/relationships/customXml" Target="../ink/ink1762.xml"/><Relationship Id="rId450" Type="http://schemas.openxmlformats.org/officeDocument/2006/relationships/image" Target="../media/image1829.png"/><Relationship Id="rId506" Type="http://schemas.openxmlformats.org/officeDocument/2006/relationships/image" Target="../media/image1857.png"/><Relationship Id="rId38" Type="http://schemas.openxmlformats.org/officeDocument/2006/relationships/customXml" Target="../ink/ink1638.xml"/><Relationship Id="rId103" Type="http://schemas.openxmlformats.org/officeDocument/2006/relationships/image" Target="../media/image1660.png"/><Relationship Id="rId310" Type="http://schemas.openxmlformats.org/officeDocument/2006/relationships/image" Target="../media/image1761.png"/><Relationship Id="rId492" Type="http://schemas.openxmlformats.org/officeDocument/2006/relationships/image" Target="../media/image1850.png"/><Relationship Id="rId548" Type="http://schemas.openxmlformats.org/officeDocument/2006/relationships/image" Target="../media/image1876.png"/><Relationship Id="rId91" Type="http://schemas.openxmlformats.org/officeDocument/2006/relationships/image" Target="../media/image1654.png"/><Relationship Id="rId145" Type="http://schemas.openxmlformats.org/officeDocument/2006/relationships/image" Target="../media/image1681.png"/><Relationship Id="rId187" Type="http://schemas.openxmlformats.org/officeDocument/2006/relationships/image" Target="../media/image1701.png"/><Relationship Id="rId352" Type="http://schemas.openxmlformats.org/officeDocument/2006/relationships/image" Target="../media/image1782.png"/><Relationship Id="rId394" Type="http://schemas.openxmlformats.org/officeDocument/2006/relationships/image" Target="../media/image1803.png"/><Relationship Id="rId408" Type="http://schemas.openxmlformats.org/officeDocument/2006/relationships/image" Target="../media/image1810.png"/><Relationship Id="rId615" Type="http://schemas.openxmlformats.org/officeDocument/2006/relationships/customXml" Target="../ink/ink1932.xml"/><Relationship Id="rId212" Type="http://schemas.openxmlformats.org/officeDocument/2006/relationships/image" Target="../media/image1712.png"/><Relationship Id="rId254" Type="http://schemas.openxmlformats.org/officeDocument/2006/relationships/image" Target="../media/image1733.png"/><Relationship Id="rId49" Type="http://schemas.openxmlformats.org/officeDocument/2006/relationships/image" Target="../media/image1633.png"/><Relationship Id="rId114" Type="http://schemas.openxmlformats.org/officeDocument/2006/relationships/customXml" Target="../ink/ink1676.xml"/><Relationship Id="rId296" Type="http://schemas.openxmlformats.org/officeDocument/2006/relationships/image" Target="../media/image1754.png"/><Relationship Id="rId461" Type="http://schemas.openxmlformats.org/officeDocument/2006/relationships/customXml" Target="../ink/ink1850.xml"/><Relationship Id="rId517" Type="http://schemas.openxmlformats.org/officeDocument/2006/relationships/customXml" Target="../ink/ink1878.xml"/><Relationship Id="rId559" Type="http://schemas.openxmlformats.org/officeDocument/2006/relationships/customXml" Target="../ink/ink1900.xml"/><Relationship Id="rId60" Type="http://schemas.openxmlformats.org/officeDocument/2006/relationships/customXml" Target="../ink/ink1649.xml"/><Relationship Id="rId156" Type="http://schemas.openxmlformats.org/officeDocument/2006/relationships/customXml" Target="../ink/ink1697.xml"/><Relationship Id="rId198" Type="http://schemas.openxmlformats.org/officeDocument/2006/relationships/customXml" Target="../ink/ink1718.xml"/><Relationship Id="rId321" Type="http://schemas.openxmlformats.org/officeDocument/2006/relationships/customXml" Target="../ink/ink1780.xml"/><Relationship Id="rId363" Type="http://schemas.openxmlformats.org/officeDocument/2006/relationships/customXml" Target="../ink/ink1801.xml"/><Relationship Id="rId419" Type="http://schemas.openxmlformats.org/officeDocument/2006/relationships/customXml" Target="../ink/ink1829.xml"/><Relationship Id="rId570" Type="http://schemas.openxmlformats.org/officeDocument/2006/relationships/customXml" Target="../ink/ink1908.xml"/><Relationship Id="rId626" Type="http://schemas.openxmlformats.org/officeDocument/2006/relationships/image" Target="../media/image1910.png"/><Relationship Id="rId223" Type="http://schemas.openxmlformats.org/officeDocument/2006/relationships/customXml" Target="../ink/ink1731.xml"/><Relationship Id="rId430" Type="http://schemas.openxmlformats.org/officeDocument/2006/relationships/image" Target="../media/image1821.png"/><Relationship Id="rId18" Type="http://schemas.openxmlformats.org/officeDocument/2006/relationships/customXml" Target="../ink/ink1628.xml"/><Relationship Id="rId265" Type="http://schemas.openxmlformats.org/officeDocument/2006/relationships/customXml" Target="../ink/ink1752.xml"/><Relationship Id="rId472" Type="http://schemas.openxmlformats.org/officeDocument/2006/relationships/image" Target="../media/image1840.png"/><Relationship Id="rId528" Type="http://schemas.openxmlformats.org/officeDocument/2006/relationships/image" Target="../media/image1868.png"/><Relationship Id="rId125" Type="http://schemas.openxmlformats.org/officeDocument/2006/relationships/image" Target="../media/image1671.png"/><Relationship Id="rId167" Type="http://schemas.openxmlformats.org/officeDocument/2006/relationships/image" Target="../media/image1691.png"/><Relationship Id="rId332" Type="http://schemas.openxmlformats.org/officeDocument/2006/relationships/image" Target="../media/image1772.png"/><Relationship Id="rId374" Type="http://schemas.openxmlformats.org/officeDocument/2006/relationships/image" Target="../media/image1793.png"/><Relationship Id="rId581" Type="http://schemas.openxmlformats.org/officeDocument/2006/relationships/image" Target="../media/image1890.png"/><Relationship Id="rId71" Type="http://schemas.openxmlformats.org/officeDocument/2006/relationships/image" Target="../media/image1644.png"/><Relationship Id="rId234" Type="http://schemas.openxmlformats.org/officeDocument/2006/relationships/image" Target="../media/image1723.png"/><Relationship Id="rId637" Type="http://schemas.openxmlformats.org/officeDocument/2006/relationships/image" Target="../media/image1915.png"/><Relationship Id="rId2" Type="http://schemas.openxmlformats.org/officeDocument/2006/relationships/customXml" Target="../ink/ink1620.xml"/><Relationship Id="rId29" Type="http://schemas.openxmlformats.org/officeDocument/2006/relationships/image" Target="../media/image1623.png"/><Relationship Id="rId276" Type="http://schemas.openxmlformats.org/officeDocument/2006/relationships/image" Target="../media/image1744.png"/><Relationship Id="rId441" Type="http://schemas.openxmlformats.org/officeDocument/2006/relationships/customXml" Target="../ink/ink1840.xml"/><Relationship Id="rId483" Type="http://schemas.openxmlformats.org/officeDocument/2006/relationships/customXml" Target="../ink/ink1861.xml"/><Relationship Id="rId539" Type="http://schemas.openxmlformats.org/officeDocument/2006/relationships/customXml" Target="../ink/ink1889.xml"/><Relationship Id="rId40" Type="http://schemas.openxmlformats.org/officeDocument/2006/relationships/customXml" Target="../ink/ink1639.xml"/><Relationship Id="rId136" Type="http://schemas.openxmlformats.org/officeDocument/2006/relationships/customXml" Target="../ink/ink1687.xml"/><Relationship Id="rId178" Type="http://schemas.openxmlformats.org/officeDocument/2006/relationships/customXml" Target="../ink/ink1708.xml"/><Relationship Id="rId301" Type="http://schemas.openxmlformats.org/officeDocument/2006/relationships/customXml" Target="../ink/ink1770.xml"/><Relationship Id="rId343" Type="http://schemas.openxmlformats.org/officeDocument/2006/relationships/customXml" Target="../ink/ink1791.xml"/><Relationship Id="rId550" Type="http://schemas.openxmlformats.org/officeDocument/2006/relationships/image" Target="../media/image1877.png"/><Relationship Id="rId82" Type="http://schemas.openxmlformats.org/officeDocument/2006/relationships/customXml" Target="../ink/ink1660.xml"/><Relationship Id="rId203" Type="http://schemas.openxmlformats.org/officeDocument/2006/relationships/customXml" Target="../ink/ink1721.xml"/><Relationship Id="rId385" Type="http://schemas.openxmlformats.org/officeDocument/2006/relationships/customXml" Target="../ink/ink1812.xml"/><Relationship Id="rId592" Type="http://schemas.openxmlformats.org/officeDocument/2006/relationships/customXml" Target="../ink/ink1920.xml"/><Relationship Id="rId606" Type="http://schemas.openxmlformats.org/officeDocument/2006/relationships/customXml" Target="../ink/ink1927.xml"/><Relationship Id="rId245" Type="http://schemas.openxmlformats.org/officeDocument/2006/relationships/customXml" Target="../ink/ink1742.xml"/><Relationship Id="rId287" Type="http://schemas.openxmlformats.org/officeDocument/2006/relationships/customXml" Target="../ink/ink1763.xml"/><Relationship Id="rId410" Type="http://schemas.openxmlformats.org/officeDocument/2006/relationships/image" Target="../media/image1811.png"/><Relationship Id="rId452" Type="http://schemas.openxmlformats.org/officeDocument/2006/relationships/image" Target="../media/image1830.png"/><Relationship Id="rId494" Type="http://schemas.openxmlformats.org/officeDocument/2006/relationships/image" Target="../media/image1851.png"/><Relationship Id="rId508" Type="http://schemas.openxmlformats.org/officeDocument/2006/relationships/image" Target="../media/image1858.png"/><Relationship Id="rId105" Type="http://schemas.openxmlformats.org/officeDocument/2006/relationships/image" Target="../media/image1661.png"/><Relationship Id="rId147" Type="http://schemas.openxmlformats.org/officeDocument/2006/relationships/image" Target="../media/image1682.png"/><Relationship Id="rId312" Type="http://schemas.openxmlformats.org/officeDocument/2006/relationships/image" Target="../media/image1762.png"/><Relationship Id="rId354" Type="http://schemas.openxmlformats.org/officeDocument/2006/relationships/image" Target="../media/image1783.png"/><Relationship Id="rId51" Type="http://schemas.openxmlformats.org/officeDocument/2006/relationships/image" Target="../media/image1634.png"/><Relationship Id="rId93" Type="http://schemas.openxmlformats.org/officeDocument/2006/relationships/image" Target="../media/image1655.png"/><Relationship Id="rId189" Type="http://schemas.openxmlformats.org/officeDocument/2006/relationships/image" Target="../media/image1702.png"/><Relationship Id="rId396" Type="http://schemas.openxmlformats.org/officeDocument/2006/relationships/image" Target="../media/image1804.png"/><Relationship Id="rId561" Type="http://schemas.openxmlformats.org/officeDocument/2006/relationships/customXml" Target="../ink/ink1901.xml"/><Relationship Id="rId617" Type="http://schemas.openxmlformats.org/officeDocument/2006/relationships/customXml" Target="../ink/ink1933.xml"/><Relationship Id="rId214" Type="http://schemas.openxmlformats.org/officeDocument/2006/relationships/image" Target="../media/image1713.png"/><Relationship Id="rId256" Type="http://schemas.openxmlformats.org/officeDocument/2006/relationships/image" Target="../media/image1734.png"/><Relationship Id="rId298" Type="http://schemas.openxmlformats.org/officeDocument/2006/relationships/image" Target="../media/image1755.png"/><Relationship Id="rId421" Type="http://schemas.openxmlformats.org/officeDocument/2006/relationships/customXml" Target="../ink/ink1830.xml"/><Relationship Id="rId463" Type="http://schemas.openxmlformats.org/officeDocument/2006/relationships/customXml" Target="../ink/ink1851.xml"/><Relationship Id="rId519" Type="http://schemas.openxmlformats.org/officeDocument/2006/relationships/customXml" Target="../ink/ink1879.xml"/><Relationship Id="rId116" Type="http://schemas.openxmlformats.org/officeDocument/2006/relationships/customXml" Target="../ink/ink1677.xml"/><Relationship Id="rId158" Type="http://schemas.openxmlformats.org/officeDocument/2006/relationships/customXml" Target="../ink/ink1698.xml"/><Relationship Id="rId323" Type="http://schemas.openxmlformats.org/officeDocument/2006/relationships/customXml" Target="../ink/ink1781.xml"/><Relationship Id="rId530" Type="http://schemas.openxmlformats.org/officeDocument/2006/relationships/image" Target="../media/image1869.png"/><Relationship Id="rId20" Type="http://schemas.openxmlformats.org/officeDocument/2006/relationships/customXml" Target="../ink/ink1629.xml"/><Relationship Id="rId62" Type="http://schemas.openxmlformats.org/officeDocument/2006/relationships/customXml" Target="../ink/ink1650.xml"/><Relationship Id="rId365" Type="http://schemas.openxmlformats.org/officeDocument/2006/relationships/customXml" Target="../ink/ink1802.xml"/><Relationship Id="rId572" Type="http://schemas.openxmlformats.org/officeDocument/2006/relationships/customXml" Target="../ink/ink1909.xml"/><Relationship Id="rId628" Type="http://schemas.openxmlformats.org/officeDocument/2006/relationships/image" Target="../media/image1911.png"/><Relationship Id="rId225" Type="http://schemas.openxmlformats.org/officeDocument/2006/relationships/customXml" Target="../ink/ink1732.xml"/><Relationship Id="rId267" Type="http://schemas.openxmlformats.org/officeDocument/2006/relationships/customXml" Target="../ink/ink1753.xml"/><Relationship Id="rId432" Type="http://schemas.openxmlformats.org/officeDocument/2006/relationships/image" Target="../media/image1822.png"/><Relationship Id="rId474" Type="http://schemas.openxmlformats.org/officeDocument/2006/relationships/image" Target="../media/image1841.png"/><Relationship Id="rId127" Type="http://schemas.openxmlformats.org/officeDocument/2006/relationships/image" Target="../media/image1672.png"/><Relationship Id="rId31" Type="http://schemas.openxmlformats.org/officeDocument/2006/relationships/image" Target="../media/image1624.png"/><Relationship Id="rId73" Type="http://schemas.openxmlformats.org/officeDocument/2006/relationships/image" Target="../media/image1645.png"/><Relationship Id="rId169" Type="http://schemas.openxmlformats.org/officeDocument/2006/relationships/image" Target="../media/image1692.png"/><Relationship Id="rId334" Type="http://schemas.openxmlformats.org/officeDocument/2006/relationships/image" Target="../media/image1773.png"/><Relationship Id="rId376" Type="http://schemas.openxmlformats.org/officeDocument/2006/relationships/image" Target="../media/image1794.png"/><Relationship Id="rId541" Type="http://schemas.openxmlformats.org/officeDocument/2006/relationships/customXml" Target="../ink/ink1890.xml"/><Relationship Id="rId583" Type="http://schemas.openxmlformats.org/officeDocument/2006/relationships/image" Target="../media/image1891.png"/><Relationship Id="rId639" Type="http://schemas.openxmlformats.org/officeDocument/2006/relationships/image" Target="../media/image1916.png"/><Relationship Id="rId4" Type="http://schemas.openxmlformats.org/officeDocument/2006/relationships/customXml" Target="../ink/ink1621.xml"/><Relationship Id="rId180" Type="http://schemas.openxmlformats.org/officeDocument/2006/relationships/customXml" Target="../ink/ink1709.xml"/><Relationship Id="rId236" Type="http://schemas.openxmlformats.org/officeDocument/2006/relationships/image" Target="../media/image1724.png"/><Relationship Id="rId278" Type="http://schemas.openxmlformats.org/officeDocument/2006/relationships/image" Target="../media/image1745.png"/><Relationship Id="rId401" Type="http://schemas.openxmlformats.org/officeDocument/2006/relationships/customXml" Target="../ink/ink1820.xml"/><Relationship Id="rId443" Type="http://schemas.openxmlformats.org/officeDocument/2006/relationships/customXml" Target="../ink/ink1841.xml"/><Relationship Id="rId303" Type="http://schemas.openxmlformats.org/officeDocument/2006/relationships/customXml" Target="../ink/ink1771.xml"/><Relationship Id="rId485" Type="http://schemas.openxmlformats.org/officeDocument/2006/relationships/customXml" Target="../ink/ink1862.xml"/><Relationship Id="rId42" Type="http://schemas.openxmlformats.org/officeDocument/2006/relationships/customXml" Target="../ink/ink1640.xml"/><Relationship Id="rId84" Type="http://schemas.openxmlformats.org/officeDocument/2006/relationships/customXml" Target="../ink/ink1661.xml"/><Relationship Id="rId138" Type="http://schemas.openxmlformats.org/officeDocument/2006/relationships/customXml" Target="../ink/ink1688.xml"/><Relationship Id="rId345" Type="http://schemas.openxmlformats.org/officeDocument/2006/relationships/customXml" Target="../ink/ink1792.xml"/><Relationship Id="rId387" Type="http://schemas.openxmlformats.org/officeDocument/2006/relationships/customXml" Target="../ink/ink1813.xml"/><Relationship Id="rId510" Type="http://schemas.openxmlformats.org/officeDocument/2006/relationships/image" Target="../media/image1859.png"/><Relationship Id="rId552" Type="http://schemas.openxmlformats.org/officeDocument/2006/relationships/image" Target="../media/image1878.png"/><Relationship Id="rId594" Type="http://schemas.openxmlformats.org/officeDocument/2006/relationships/customXml" Target="../ink/ink1921.xml"/><Relationship Id="rId608" Type="http://schemas.openxmlformats.org/officeDocument/2006/relationships/customXml" Target="../ink/ink1928.xml"/><Relationship Id="rId191" Type="http://schemas.openxmlformats.org/officeDocument/2006/relationships/image" Target="../media/image1703.png"/><Relationship Id="rId205" Type="http://schemas.openxmlformats.org/officeDocument/2006/relationships/customXml" Target="../ink/ink1722.xml"/><Relationship Id="rId247" Type="http://schemas.openxmlformats.org/officeDocument/2006/relationships/customXml" Target="../ink/ink1743.xml"/><Relationship Id="rId412" Type="http://schemas.openxmlformats.org/officeDocument/2006/relationships/image" Target="../media/image1812.png"/><Relationship Id="rId107" Type="http://schemas.openxmlformats.org/officeDocument/2006/relationships/image" Target="../media/image1662.png"/><Relationship Id="rId289" Type="http://schemas.openxmlformats.org/officeDocument/2006/relationships/customXml" Target="../ink/ink1764.xml"/><Relationship Id="rId454" Type="http://schemas.openxmlformats.org/officeDocument/2006/relationships/image" Target="../media/image1831.png"/><Relationship Id="rId496" Type="http://schemas.openxmlformats.org/officeDocument/2006/relationships/image" Target="../media/image1852.png"/><Relationship Id="rId11" Type="http://schemas.openxmlformats.org/officeDocument/2006/relationships/image" Target="../media/image1614.png"/><Relationship Id="rId53" Type="http://schemas.openxmlformats.org/officeDocument/2006/relationships/image" Target="../media/image1635.png"/><Relationship Id="rId149" Type="http://schemas.openxmlformats.org/officeDocument/2006/relationships/image" Target="../media/image356.png"/><Relationship Id="rId314" Type="http://schemas.openxmlformats.org/officeDocument/2006/relationships/image" Target="../media/image1763.png"/><Relationship Id="rId356" Type="http://schemas.openxmlformats.org/officeDocument/2006/relationships/image" Target="../media/image1784.png"/><Relationship Id="rId398" Type="http://schemas.openxmlformats.org/officeDocument/2006/relationships/image" Target="../media/image1805.png"/><Relationship Id="rId521" Type="http://schemas.openxmlformats.org/officeDocument/2006/relationships/customXml" Target="../ink/ink1880.xml"/><Relationship Id="rId563" Type="http://schemas.openxmlformats.org/officeDocument/2006/relationships/image" Target="../media/image1883.png"/><Relationship Id="rId619" Type="http://schemas.openxmlformats.org/officeDocument/2006/relationships/customXml" Target="../ink/ink1934.xml"/><Relationship Id="rId95" Type="http://schemas.openxmlformats.org/officeDocument/2006/relationships/image" Target="../media/image1656.png"/><Relationship Id="rId160" Type="http://schemas.openxmlformats.org/officeDocument/2006/relationships/customXml" Target="../ink/ink1699.xml"/><Relationship Id="rId216" Type="http://schemas.openxmlformats.org/officeDocument/2006/relationships/image" Target="../media/image1714.png"/><Relationship Id="rId423" Type="http://schemas.openxmlformats.org/officeDocument/2006/relationships/customXml" Target="../ink/ink1831.xml"/><Relationship Id="rId258" Type="http://schemas.openxmlformats.org/officeDocument/2006/relationships/image" Target="../media/image1735.png"/><Relationship Id="rId465" Type="http://schemas.openxmlformats.org/officeDocument/2006/relationships/customXml" Target="../ink/ink1852.xml"/><Relationship Id="rId630" Type="http://schemas.openxmlformats.org/officeDocument/2006/relationships/customXml" Target="../ink/ink1940.xml"/><Relationship Id="rId22" Type="http://schemas.openxmlformats.org/officeDocument/2006/relationships/customXml" Target="../ink/ink1630.xml"/><Relationship Id="rId64" Type="http://schemas.openxmlformats.org/officeDocument/2006/relationships/customXml" Target="../ink/ink1651.xml"/><Relationship Id="rId118" Type="http://schemas.openxmlformats.org/officeDocument/2006/relationships/customXml" Target="../ink/ink1678.xml"/><Relationship Id="rId325" Type="http://schemas.openxmlformats.org/officeDocument/2006/relationships/customXml" Target="../ink/ink1782.xml"/><Relationship Id="rId367" Type="http://schemas.openxmlformats.org/officeDocument/2006/relationships/customXml" Target="../ink/ink1803.xml"/><Relationship Id="rId532" Type="http://schemas.openxmlformats.org/officeDocument/2006/relationships/image" Target="../media/image1870.png"/><Relationship Id="rId574" Type="http://schemas.openxmlformats.org/officeDocument/2006/relationships/customXml" Target="../ink/ink1910.xml"/><Relationship Id="rId171" Type="http://schemas.openxmlformats.org/officeDocument/2006/relationships/image" Target="../media/image1693.png"/><Relationship Id="rId227" Type="http://schemas.openxmlformats.org/officeDocument/2006/relationships/customXml" Target="../ink/ink1733.xml"/><Relationship Id="rId269" Type="http://schemas.openxmlformats.org/officeDocument/2006/relationships/customXml" Target="../ink/ink1754.xml"/><Relationship Id="rId434" Type="http://schemas.openxmlformats.org/officeDocument/2006/relationships/image" Target="../media/image1047.png"/><Relationship Id="rId476" Type="http://schemas.openxmlformats.org/officeDocument/2006/relationships/image" Target="../media/image1842.png"/><Relationship Id="rId641" Type="http://schemas.openxmlformats.org/officeDocument/2006/relationships/image" Target="../media/image1917.png"/><Relationship Id="rId33" Type="http://schemas.openxmlformats.org/officeDocument/2006/relationships/image" Target="../media/image1625.png"/><Relationship Id="rId129" Type="http://schemas.openxmlformats.org/officeDocument/2006/relationships/image" Target="../media/image1673.png"/><Relationship Id="rId280" Type="http://schemas.openxmlformats.org/officeDocument/2006/relationships/image" Target="../media/image1746.png"/><Relationship Id="rId336" Type="http://schemas.openxmlformats.org/officeDocument/2006/relationships/image" Target="../media/image1774.png"/><Relationship Id="rId501" Type="http://schemas.openxmlformats.org/officeDocument/2006/relationships/customXml" Target="../ink/ink1870.xml"/><Relationship Id="rId543" Type="http://schemas.openxmlformats.org/officeDocument/2006/relationships/image" Target="../media/image1874.png"/><Relationship Id="rId75" Type="http://schemas.openxmlformats.org/officeDocument/2006/relationships/image" Target="../media/image1646.png"/><Relationship Id="rId140" Type="http://schemas.openxmlformats.org/officeDocument/2006/relationships/customXml" Target="../ink/ink1689.xml"/><Relationship Id="rId182" Type="http://schemas.openxmlformats.org/officeDocument/2006/relationships/customXml" Target="../ink/ink1710.xml"/><Relationship Id="rId378" Type="http://schemas.openxmlformats.org/officeDocument/2006/relationships/image" Target="../media/image1795.png"/><Relationship Id="rId403" Type="http://schemas.openxmlformats.org/officeDocument/2006/relationships/customXml" Target="../ink/ink1821.xml"/><Relationship Id="rId585" Type="http://schemas.openxmlformats.org/officeDocument/2006/relationships/image" Target="../media/image1892.png"/><Relationship Id="rId6" Type="http://schemas.openxmlformats.org/officeDocument/2006/relationships/customXml" Target="../ink/ink1622.xml"/><Relationship Id="rId238" Type="http://schemas.openxmlformats.org/officeDocument/2006/relationships/image" Target="../media/image1725.png"/><Relationship Id="rId445" Type="http://schemas.openxmlformats.org/officeDocument/2006/relationships/customXml" Target="../ink/ink1842.xml"/><Relationship Id="rId487" Type="http://schemas.openxmlformats.org/officeDocument/2006/relationships/customXml" Target="../ink/ink1863.xml"/><Relationship Id="rId610" Type="http://schemas.openxmlformats.org/officeDocument/2006/relationships/customXml" Target="../ink/ink1929.xml"/><Relationship Id="rId291" Type="http://schemas.openxmlformats.org/officeDocument/2006/relationships/customXml" Target="../ink/ink1765.xml"/><Relationship Id="rId305" Type="http://schemas.openxmlformats.org/officeDocument/2006/relationships/customXml" Target="../ink/ink1772.xml"/><Relationship Id="rId347" Type="http://schemas.openxmlformats.org/officeDocument/2006/relationships/customXml" Target="../ink/ink1793.xml"/><Relationship Id="rId512" Type="http://schemas.openxmlformats.org/officeDocument/2006/relationships/image" Target="../media/image1860.png"/><Relationship Id="rId44" Type="http://schemas.openxmlformats.org/officeDocument/2006/relationships/customXml" Target="../ink/ink1641.xml"/><Relationship Id="rId86" Type="http://schemas.openxmlformats.org/officeDocument/2006/relationships/customXml" Target="../ink/ink1662.xml"/><Relationship Id="rId151" Type="http://schemas.openxmlformats.org/officeDocument/2006/relationships/image" Target="../media/image1683.png"/><Relationship Id="rId389" Type="http://schemas.openxmlformats.org/officeDocument/2006/relationships/customXml" Target="../ink/ink1814.xml"/><Relationship Id="rId554" Type="http://schemas.openxmlformats.org/officeDocument/2006/relationships/image" Target="../media/image1879.png"/><Relationship Id="rId596" Type="http://schemas.openxmlformats.org/officeDocument/2006/relationships/customXml" Target="../ink/ink1922.xml"/><Relationship Id="rId193" Type="http://schemas.openxmlformats.org/officeDocument/2006/relationships/image" Target="../media/image1704.png"/><Relationship Id="rId207" Type="http://schemas.openxmlformats.org/officeDocument/2006/relationships/customXml" Target="../ink/ink1723.xml"/><Relationship Id="rId249" Type="http://schemas.openxmlformats.org/officeDocument/2006/relationships/customXml" Target="../ink/ink1744.xml"/><Relationship Id="rId414" Type="http://schemas.openxmlformats.org/officeDocument/2006/relationships/image" Target="../media/image1813.png"/><Relationship Id="rId456" Type="http://schemas.openxmlformats.org/officeDocument/2006/relationships/image" Target="../media/image1832.png"/><Relationship Id="rId498" Type="http://schemas.openxmlformats.org/officeDocument/2006/relationships/image" Target="../media/image1853.png"/><Relationship Id="rId621" Type="http://schemas.openxmlformats.org/officeDocument/2006/relationships/customXml" Target="../ink/ink1935.xml"/><Relationship Id="rId13" Type="http://schemas.openxmlformats.org/officeDocument/2006/relationships/image" Target="../media/image1615.png"/><Relationship Id="rId109" Type="http://schemas.openxmlformats.org/officeDocument/2006/relationships/image" Target="../media/image1663.png"/><Relationship Id="rId260" Type="http://schemas.openxmlformats.org/officeDocument/2006/relationships/image" Target="../media/image1736.png"/><Relationship Id="rId316" Type="http://schemas.openxmlformats.org/officeDocument/2006/relationships/image" Target="../media/image1764.png"/><Relationship Id="rId523" Type="http://schemas.openxmlformats.org/officeDocument/2006/relationships/customXml" Target="../ink/ink1881.xml"/><Relationship Id="rId55" Type="http://schemas.openxmlformats.org/officeDocument/2006/relationships/image" Target="../media/image1636.png"/><Relationship Id="rId97" Type="http://schemas.openxmlformats.org/officeDocument/2006/relationships/image" Target="../media/image1657.png"/><Relationship Id="rId120" Type="http://schemas.openxmlformats.org/officeDocument/2006/relationships/customXml" Target="../ink/ink1679.xml"/><Relationship Id="rId358" Type="http://schemas.openxmlformats.org/officeDocument/2006/relationships/image" Target="../media/image1785.png"/><Relationship Id="rId565" Type="http://schemas.openxmlformats.org/officeDocument/2006/relationships/image" Target="../media/image1884.png"/><Relationship Id="rId162" Type="http://schemas.openxmlformats.org/officeDocument/2006/relationships/customXml" Target="../ink/ink1700.xml"/><Relationship Id="rId218" Type="http://schemas.openxmlformats.org/officeDocument/2006/relationships/image" Target="../media/image1715.png"/><Relationship Id="rId425" Type="http://schemas.openxmlformats.org/officeDocument/2006/relationships/customXml" Target="../ink/ink1832.xml"/><Relationship Id="rId467" Type="http://schemas.openxmlformats.org/officeDocument/2006/relationships/customXml" Target="../ink/ink1853.xml"/><Relationship Id="rId632" Type="http://schemas.openxmlformats.org/officeDocument/2006/relationships/customXml" Target="../ink/ink1941.xml"/><Relationship Id="rId271" Type="http://schemas.openxmlformats.org/officeDocument/2006/relationships/customXml" Target="../ink/ink1755.xml"/><Relationship Id="rId24" Type="http://schemas.openxmlformats.org/officeDocument/2006/relationships/customXml" Target="../ink/ink1631.xml"/><Relationship Id="rId66" Type="http://schemas.openxmlformats.org/officeDocument/2006/relationships/customXml" Target="../ink/ink1652.xml"/><Relationship Id="rId131" Type="http://schemas.openxmlformats.org/officeDocument/2006/relationships/image" Target="../media/image1674.png"/><Relationship Id="rId327" Type="http://schemas.openxmlformats.org/officeDocument/2006/relationships/customXml" Target="../ink/ink1783.xml"/><Relationship Id="rId369" Type="http://schemas.openxmlformats.org/officeDocument/2006/relationships/customXml" Target="../ink/ink1804.xml"/><Relationship Id="rId534" Type="http://schemas.openxmlformats.org/officeDocument/2006/relationships/image" Target="../media/image1871.png"/><Relationship Id="rId576" Type="http://schemas.openxmlformats.org/officeDocument/2006/relationships/customXml" Target="../ink/ink1911.xml"/><Relationship Id="rId173" Type="http://schemas.openxmlformats.org/officeDocument/2006/relationships/image" Target="../media/image1694.png"/><Relationship Id="rId229" Type="http://schemas.openxmlformats.org/officeDocument/2006/relationships/customXml" Target="../ink/ink1734.xml"/><Relationship Id="rId380" Type="http://schemas.openxmlformats.org/officeDocument/2006/relationships/image" Target="../media/image1796.png"/><Relationship Id="rId436" Type="http://schemas.openxmlformats.org/officeDocument/2006/relationships/image" Target="../media/image1823.png"/><Relationship Id="rId601" Type="http://schemas.openxmlformats.org/officeDocument/2006/relationships/image" Target="../media/image1898.png"/><Relationship Id="rId643" Type="http://schemas.openxmlformats.org/officeDocument/2006/relationships/image" Target="../media/image1918.png"/><Relationship Id="rId240" Type="http://schemas.openxmlformats.org/officeDocument/2006/relationships/image" Target="../media/image1726.png"/><Relationship Id="rId478" Type="http://schemas.openxmlformats.org/officeDocument/2006/relationships/image" Target="../media/image1843.png"/><Relationship Id="rId35" Type="http://schemas.openxmlformats.org/officeDocument/2006/relationships/image" Target="../media/image1626.png"/><Relationship Id="rId77" Type="http://schemas.openxmlformats.org/officeDocument/2006/relationships/image" Target="../media/image1647.png"/><Relationship Id="rId100" Type="http://schemas.openxmlformats.org/officeDocument/2006/relationships/customXml" Target="../ink/ink1669.xml"/><Relationship Id="rId282" Type="http://schemas.openxmlformats.org/officeDocument/2006/relationships/image" Target="../media/image1747.png"/><Relationship Id="rId338" Type="http://schemas.openxmlformats.org/officeDocument/2006/relationships/image" Target="../media/image1775.png"/><Relationship Id="rId503" Type="http://schemas.openxmlformats.org/officeDocument/2006/relationships/customXml" Target="../ink/ink1871.xml"/><Relationship Id="rId545" Type="http://schemas.openxmlformats.org/officeDocument/2006/relationships/image" Target="../media/image1875.png"/><Relationship Id="rId587" Type="http://schemas.openxmlformats.org/officeDocument/2006/relationships/customXml" Target="../ink/ink1917.xml"/><Relationship Id="rId8" Type="http://schemas.openxmlformats.org/officeDocument/2006/relationships/customXml" Target="../ink/ink1623.xml"/><Relationship Id="rId142" Type="http://schemas.openxmlformats.org/officeDocument/2006/relationships/customXml" Target="../ink/ink1690.xml"/><Relationship Id="rId184" Type="http://schemas.openxmlformats.org/officeDocument/2006/relationships/customXml" Target="../ink/ink1711.xml"/><Relationship Id="rId391" Type="http://schemas.openxmlformats.org/officeDocument/2006/relationships/customXml" Target="../ink/ink1815.xml"/><Relationship Id="rId405" Type="http://schemas.openxmlformats.org/officeDocument/2006/relationships/customXml" Target="../ink/ink1822.xml"/><Relationship Id="rId447" Type="http://schemas.openxmlformats.org/officeDocument/2006/relationships/customXml" Target="../ink/ink1843.xml"/><Relationship Id="rId612" Type="http://schemas.openxmlformats.org/officeDocument/2006/relationships/customXml" Target="../ink/ink1930.xml"/><Relationship Id="rId251" Type="http://schemas.openxmlformats.org/officeDocument/2006/relationships/customXml" Target="../ink/ink1745.xml"/><Relationship Id="rId489" Type="http://schemas.openxmlformats.org/officeDocument/2006/relationships/customXml" Target="../ink/ink1864.xml"/><Relationship Id="rId46" Type="http://schemas.openxmlformats.org/officeDocument/2006/relationships/customXml" Target="../ink/ink1642.xml"/><Relationship Id="rId293" Type="http://schemas.openxmlformats.org/officeDocument/2006/relationships/customXml" Target="../ink/ink1766.xml"/><Relationship Id="rId307" Type="http://schemas.openxmlformats.org/officeDocument/2006/relationships/customXml" Target="../ink/ink1773.xml"/><Relationship Id="rId349" Type="http://schemas.openxmlformats.org/officeDocument/2006/relationships/customXml" Target="../ink/ink1794.xml"/><Relationship Id="rId514" Type="http://schemas.openxmlformats.org/officeDocument/2006/relationships/image" Target="../media/image1861.png"/><Relationship Id="rId556" Type="http://schemas.openxmlformats.org/officeDocument/2006/relationships/image" Target="../media/image1880.png"/><Relationship Id="rId88" Type="http://schemas.openxmlformats.org/officeDocument/2006/relationships/customXml" Target="../ink/ink1663.xml"/><Relationship Id="rId111" Type="http://schemas.openxmlformats.org/officeDocument/2006/relationships/image" Target="../media/image1664.png"/><Relationship Id="rId153" Type="http://schemas.openxmlformats.org/officeDocument/2006/relationships/image" Target="../media/image1684.png"/><Relationship Id="rId195" Type="http://schemas.openxmlformats.org/officeDocument/2006/relationships/image" Target="../media/image1705.png"/><Relationship Id="rId209" Type="http://schemas.openxmlformats.org/officeDocument/2006/relationships/customXml" Target="../ink/ink1724.xml"/><Relationship Id="rId360" Type="http://schemas.openxmlformats.org/officeDocument/2006/relationships/image" Target="../media/image1786.png"/><Relationship Id="rId416" Type="http://schemas.openxmlformats.org/officeDocument/2006/relationships/image" Target="../media/image1814.png"/><Relationship Id="rId598" Type="http://schemas.openxmlformats.org/officeDocument/2006/relationships/customXml" Target="../ink/ink1923.xml"/><Relationship Id="rId220" Type="http://schemas.openxmlformats.org/officeDocument/2006/relationships/image" Target="../media/image1716.png"/><Relationship Id="rId458" Type="http://schemas.openxmlformats.org/officeDocument/2006/relationships/image" Target="../media/image1833.png"/><Relationship Id="rId623" Type="http://schemas.openxmlformats.org/officeDocument/2006/relationships/customXml" Target="../ink/ink1936.xml"/><Relationship Id="rId15" Type="http://schemas.openxmlformats.org/officeDocument/2006/relationships/image" Target="../media/image1616.png"/><Relationship Id="rId57" Type="http://schemas.openxmlformats.org/officeDocument/2006/relationships/image" Target="../media/image1637.png"/><Relationship Id="rId262" Type="http://schemas.openxmlformats.org/officeDocument/2006/relationships/image" Target="../media/image1737.png"/><Relationship Id="rId318" Type="http://schemas.openxmlformats.org/officeDocument/2006/relationships/image" Target="../media/image1765.png"/><Relationship Id="rId525" Type="http://schemas.openxmlformats.org/officeDocument/2006/relationships/customXml" Target="../ink/ink1882.xml"/><Relationship Id="rId567" Type="http://schemas.openxmlformats.org/officeDocument/2006/relationships/customXml" Target="../ink/ink1905.xml"/><Relationship Id="rId99" Type="http://schemas.openxmlformats.org/officeDocument/2006/relationships/image" Target="../media/image1658.png"/><Relationship Id="rId122" Type="http://schemas.openxmlformats.org/officeDocument/2006/relationships/customXml" Target="../ink/ink1680.xml"/><Relationship Id="rId164" Type="http://schemas.openxmlformats.org/officeDocument/2006/relationships/customXml" Target="../ink/ink1701.xml"/><Relationship Id="rId371" Type="http://schemas.openxmlformats.org/officeDocument/2006/relationships/customXml" Target="../ink/ink1805.xml"/><Relationship Id="rId427" Type="http://schemas.openxmlformats.org/officeDocument/2006/relationships/customXml" Target="../ink/ink1833.xml"/><Relationship Id="rId469" Type="http://schemas.openxmlformats.org/officeDocument/2006/relationships/customXml" Target="../ink/ink1854.xml"/><Relationship Id="rId634" Type="http://schemas.openxmlformats.org/officeDocument/2006/relationships/customXml" Target="../ink/ink1942.xml"/><Relationship Id="rId26" Type="http://schemas.openxmlformats.org/officeDocument/2006/relationships/customXml" Target="../ink/ink1632.xml"/><Relationship Id="rId231" Type="http://schemas.openxmlformats.org/officeDocument/2006/relationships/customXml" Target="../ink/ink1735.xml"/><Relationship Id="rId273" Type="http://schemas.openxmlformats.org/officeDocument/2006/relationships/customXml" Target="../ink/ink1756.xml"/><Relationship Id="rId329" Type="http://schemas.openxmlformats.org/officeDocument/2006/relationships/customXml" Target="../ink/ink1784.xml"/><Relationship Id="rId480" Type="http://schemas.openxmlformats.org/officeDocument/2006/relationships/image" Target="../media/image1844.png"/><Relationship Id="rId536" Type="http://schemas.openxmlformats.org/officeDocument/2006/relationships/image" Target="../media/image1872.png"/><Relationship Id="rId68" Type="http://schemas.openxmlformats.org/officeDocument/2006/relationships/customXml" Target="../ink/ink1653.xml"/><Relationship Id="rId133" Type="http://schemas.openxmlformats.org/officeDocument/2006/relationships/image" Target="../media/image1675.png"/><Relationship Id="rId175" Type="http://schemas.openxmlformats.org/officeDocument/2006/relationships/image" Target="../media/image1695.png"/><Relationship Id="rId340" Type="http://schemas.openxmlformats.org/officeDocument/2006/relationships/image" Target="../media/image1776.png"/><Relationship Id="rId578" Type="http://schemas.openxmlformats.org/officeDocument/2006/relationships/customXml" Target="../ink/ink1912.xml"/><Relationship Id="rId200" Type="http://schemas.openxmlformats.org/officeDocument/2006/relationships/customXml" Target="../ink/ink1719.xml"/><Relationship Id="rId382" Type="http://schemas.openxmlformats.org/officeDocument/2006/relationships/image" Target="../media/image1797.png"/><Relationship Id="rId438" Type="http://schemas.openxmlformats.org/officeDocument/2006/relationships/image" Target="../media/image357.png"/><Relationship Id="rId603" Type="http://schemas.openxmlformats.org/officeDocument/2006/relationships/image" Target="../media/image1899.png"/><Relationship Id="rId645" Type="http://schemas.openxmlformats.org/officeDocument/2006/relationships/image" Target="../media/image1481.png"/><Relationship Id="rId242" Type="http://schemas.openxmlformats.org/officeDocument/2006/relationships/image" Target="../media/image1727.png"/><Relationship Id="rId284" Type="http://schemas.openxmlformats.org/officeDocument/2006/relationships/image" Target="../media/image1748.png"/><Relationship Id="rId491" Type="http://schemas.openxmlformats.org/officeDocument/2006/relationships/customXml" Target="../ink/ink1865.xml"/><Relationship Id="rId505" Type="http://schemas.openxmlformats.org/officeDocument/2006/relationships/customXml" Target="../ink/ink1872.xml"/><Relationship Id="rId37" Type="http://schemas.openxmlformats.org/officeDocument/2006/relationships/image" Target="../media/image1627.png"/><Relationship Id="rId79" Type="http://schemas.openxmlformats.org/officeDocument/2006/relationships/image" Target="../media/image1648.png"/><Relationship Id="rId102" Type="http://schemas.openxmlformats.org/officeDocument/2006/relationships/customXml" Target="../ink/ink1670.xml"/><Relationship Id="rId144" Type="http://schemas.openxmlformats.org/officeDocument/2006/relationships/customXml" Target="../ink/ink1691.xml"/><Relationship Id="rId547" Type="http://schemas.openxmlformats.org/officeDocument/2006/relationships/customXml" Target="../ink/ink1894.xml"/><Relationship Id="rId589" Type="http://schemas.openxmlformats.org/officeDocument/2006/relationships/customXml" Target="../ink/ink1918.xml"/><Relationship Id="rId90" Type="http://schemas.openxmlformats.org/officeDocument/2006/relationships/customXml" Target="../ink/ink1664.xml"/><Relationship Id="rId186" Type="http://schemas.openxmlformats.org/officeDocument/2006/relationships/customXml" Target="../ink/ink1712.xml"/><Relationship Id="rId351" Type="http://schemas.openxmlformats.org/officeDocument/2006/relationships/customXml" Target="../ink/ink1795.xml"/><Relationship Id="rId393" Type="http://schemas.openxmlformats.org/officeDocument/2006/relationships/customXml" Target="../ink/ink1816.xml"/><Relationship Id="rId407" Type="http://schemas.openxmlformats.org/officeDocument/2006/relationships/customXml" Target="../ink/ink1823.xml"/><Relationship Id="rId449" Type="http://schemas.openxmlformats.org/officeDocument/2006/relationships/customXml" Target="../ink/ink1844.xml"/><Relationship Id="rId614" Type="http://schemas.openxmlformats.org/officeDocument/2006/relationships/customXml" Target="../ink/ink1931.xml"/><Relationship Id="rId211" Type="http://schemas.openxmlformats.org/officeDocument/2006/relationships/customXml" Target="../ink/ink1725.xml"/><Relationship Id="rId253" Type="http://schemas.openxmlformats.org/officeDocument/2006/relationships/customXml" Target="../ink/ink1746.xml"/><Relationship Id="rId295" Type="http://schemas.openxmlformats.org/officeDocument/2006/relationships/customXml" Target="../ink/ink1767.xml"/><Relationship Id="rId309" Type="http://schemas.openxmlformats.org/officeDocument/2006/relationships/customXml" Target="../ink/ink1774.xml"/><Relationship Id="rId460" Type="http://schemas.openxmlformats.org/officeDocument/2006/relationships/image" Target="../media/image1834.png"/><Relationship Id="rId516" Type="http://schemas.openxmlformats.org/officeDocument/2006/relationships/image" Target="../media/image1862.png"/><Relationship Id="rId48" Type="http://schemas.openxmlformats.org/officeDocument/2006/relationships/customXml" Target="../ink/ink1643.xml"/><Relationship Id="rId113" Type="http://schemas.openxmlformats.org/officeDocument/2006/relationships/image" Target="../media/image1665.png"/><Relationship Id="rId320" Type="http://schemas.openxmlformats.org/officeDocument/2006/relationships/image" Target="../media/image1766.png"/><Relationship Id="rId558" Type="http://schemas.openxmlformats.org/officeDocument/2006/relationships/image" Target="../media/image1881.png"/><Relationship Id="rId155" Type="http://schemas.openxmlformats.org/officeDocument/2006/relationships/image" Target="../media/image1685.png"/><Relationship Id="rId197" Type="http://schemas.openxmlformats.org/officeDocument/2006/relationships/image" Target="../media/image1706.png"/><Relationship Id="rId362" Type="http://schemas.openxmlformats.org/officeDocument/2006/relationships/image" Target="../media/image1787.png"/><Relationship Id="rId418" Type="http://schemas.openxmlformats.org/officeDocument/2006/relationships/image" Target="../media/image1815.png"/><Relationship Id="rId625" Type="http://schemas.openxmlformats.org/officeDocument/2006/relationships/customXml" Target="../ink/ink1937.xml"/><Relationship Id="rId222" Type="http://schemas.openxmlformats.org/officeDocument/2006/relationships/image" Target="../media/image1717.png"/><Relationship Id="rId264" Type="http://schemas.openxmlformats.org/officeDocument/2006/relationships/image" Target="../media/image1738.png"/><Relationship Id="rId471" Type="http://schemas.openxmlformats.org/officeDocument/2006/relationships/customXml" Target="../ink/ink1855.xml"/><Relationship Id="rId17" Type="http://schemas.openxmlformats.org/officeDocument/2006/relationships/image" Target="../media/image1617.png"/><Relationship Id="rId59" Type="http://schemas.openxmlformats.org/officeDocument/2006/relationships/image" Target="../media/image1638.png"/><Relationship Id="rId124" Type="http://schemas.openxmlformats.org/officeDocument/2006/relationships/customXml" Target="../ink/ink1681.xml"/><Relationship Id="rId527" Type="http://schemas.openxmlformats.org/officeDocument/2006/relationships/customXml" Target="../ink/ink1883.xml"/><Relationship Id="rId569" Type="http://schemas.openxmlformats.org/officeDocument/2006/relationships/customXml" Target="../ink/ink1907.xml"/><Relationship Id="rId70" Type="http://schemas.openxmlformats.org/officeDocument/2006/relationships/customXml" Target="../ink/ink1654.xml"/><Relationship Id="rId166" Type="http://schemas.openxmlformats.org/officeDocument/2006/relationships/customXml" Target="../ink/ink1702.xml"/><Relationship Id="rId331" Type="http://schemas.openxmlformats.org/officeDocument/2006/relationships/customXml" Target="../ink/ink1785.xml"/><Relationship Id="rId373" Type="http://schemas.openxmlformats.org/officeDocument/2006/relationships/customXml" Target="../ink/ink1806.xml"/><Relationship Id="rId429" Type="http://schemas.openxmlformats.org/officeDocument/2006/relationships/customXml" Target="../ink/ink1834.xml"/><Relationship Id="rId580" Type="http://schemas.openxmlformats.org/officeDocument/2006/relationships/customXml" Target="../ink/ink1913.xml"/><Relationship Id="rId636" Type="http://schemas.openxmlformats.org/officeDocument/2006/relationships/customXml" Target="../ink/ink1943.xml"/><Relationship Id="rId1" Type="http://schemas.openxmlformats.org/officeDocument/2006/relationships/slideLayout" Target="../slideLayouts/slideLayout7.xml"/><Relationship Id="rId233" Type="http://schemas.openxmlformats.org/officeDocument/2006/relationships/customXml" Target="../ink/ink1736.xml"/><Relationship Id="rId440" Type="http://schemas.openxmlformats.org/officeDocument/2006/relationships/image" Target="../media/image1824.png"/><Relationship Id="rId28" Type="http://schemas.openxmlformats.org/officeDocument/2006/relationships/customXml" Target="../ink/ink1633.xml"/><Relationship Id="rId275" Type="http://schemas.openxmlformats.org/officeDocument/2006/relationships/customXml" Target="../ink/ink1757.xml"/><Relationship Id="rId300" Type="http://schemas.openxmlformats.org/officeDocument/2006/relationships/image" Target="../media/image1756.png"/><Relationship Id="rId482" Type="http://schemas.openxmlformats.org/officeDocument/2006/relationships/image" Target="../media/image1845.png"/><Relationship Id="rId538" Type="http://schemas.openxmlformats.org/officeDocument/2006/relationships/image" Target="../media/image1873.png"/><Relationship Id="rId81" Type="http://schemas.openxmlformats.org/officeDocument/2006/relationships/image" Target="../media/image1649.png"/><Relationship Id="rId135" Type="http://schemas.openxmlformats.org/officeDocument/2006/relationships/image" Target="../media/image1676.png"/><Relationship Id="rId177" Type="http://schemas.openxmlformats.org/officeDocument/2006/relationships/image" Target="../media/image1696.png"/><Relationship Id="rId342" Type="http://schemas.openxmlformats.org/officeDocument/2006/relationships/image" Target="../media/image1777.png"/><Relationship Id="rId384" Type="http://schemas.openxmlformats.org/officeDocument/2006/relationships/image" Target="../media/image1798.png"/><Relationship Id="rId591" Type="http://schemas.openxmlformats.org/officeDocument/2006/relationships/customXml" Target="../ink/ink1919.xml"/><Relationship Id="rId605" Type="http://schemas.openxmlformats.org/officeDocument/2006/relationships/image" Target="../media/image1900.png"/><Relationship Id="rId202" Type="http://schemas.openxmlformats.org/officeDocument/2006/relationships/image" Target="../media/image1708.png"/><Relationship Id="rId244" Type="http://schemas.openxmlformats.org/officeDocument/2006/relationships/image" Target="../media/image1728.png"/><Relationship Id="rId39" Type="http://schemas.openxmlformats.org/officeDocument/2006/relationships/image" Target="../media/image1628.png"/><Relationship Id="rId286" Type="http://schemas.openxmlformats.org/officeDocument/2006/relationships/image" Target="../media/image1749.png"/><Relationship Id="rId451" Type="http://schemas.openxmlformats.org/officeDocument/2006/relationships/customXml" Target="../ink/ink1845.xml"/><Relationship Id="rId493" Type="http://schemas.openxmlformats.org/officeDocument/2006/relationships/customXml" Target="../ink/ink1866.xml"/><Relationship Id="rId507" Type="http://schemas.openxmlformats.org/officeDocument/2006/relationships/customXml" Target="../ink/ink1873.xml"/><Relationship Id="rId549" Type="http://schemas.openxmlformats.org/officeDocument/2006/relationships/customXml" Target="../ink/ink1895.xml"/><Relationship Id="rId50" Type="http://schemas.openxmlformats.org/officeDocument/2006/relationships/customXml" Target="../ink/ink1644.xml"/><Relationship Id="rId104" Type="http://schemas.openxmlformats.org/officeDocument/2006/relationships/customXml" Target="../ink/ink1671.xml"/><Relationship Id="rId146" Type="http://schemas.openxmlformats.org/officeDocument/2006/relationships/customXml" Target="../ink/ink1692.xml"/><Relationship Id="rId188" Type="http://schemas.openxmlformats.org/officeDocument/2006/relationships/customXml" Target="../ink/ink1713.xml"/><Relationship Id="rId311" Type="http://schemas.openxmlformats.org/officeDocument/2006/relationships/customXml" Target="../ink/ink1775.xml"/><Relationship Id="rId353" Type="http://schemas.openxmlformats.org/officeDocument/2006/relationships/customXml" Target="../ink/ink1796.xml"/><Relationship Id="rId395" Type="http://schemas.openxmlformats.org/officeDocument/2006/relationships/customXml" Target="../ink/ink1817.xml"/><Relationship Id="rId409" Type="http://schemas.openxmlformats.org/officeDocument/2006/relationships/customXml" Target="../ink/ink1824.xml"/><Relationship Id="rId560" Type="http://schemas.openxmlformats.org/officeDocument/2006/relationships/image" Target="../media/image1882.png"/><Relationship Id="rId92" Type="http://schemas.openxmlformats.org/officeDocument/2006/relationships/customXml" Target="../ink/ink1665.xml"/><Relationship Id="rId213" Type="http://schemas.openxmlformats.org/officeDocument/2006/relationships/customXml" Target="../ink/ink1726.xml"/><Relationship Id="rId420" Type="http://schemas.openxmlformats.org/officeDocument/2006/relationships/image" Target="../media/image1816.png"/><Relationship Id="rId616" Type="http://schemas.openxmlformats.org/officeDocument/2006/relationships/image" Target="../media/image1905.png"/><Relationship Id="rId255" Type="http://schemas.openxmlformats.org/officeDocument/2006/relationships/customXml" Target="../ink/ink1747.xml"/><Relationship Id="rId297" Type="http://schemas.openxmlformats.org/officeDocument/2006/relationships/customXml" Target="../ink/ink1768.xml"/><Relationship Id="rId462" Type="http://schemas.openxmlformats.org/officeDocument/2006/relationships/image" Target="../media/image1835.png"/><Relationship Id="rId518" Type="http://schemas.openxmlformats.org/officeDocument/2006/relationships/image" Target="../media/image1863.png"/><Relationship Id="rId115" Type="http://schemas.openxmlformats.org/officeDocument/2006/relationships/image" Target="../media/image1666.png"/><Relationship Id="rId157" Type="http://schemas.openxmlformats.org/officeDocument/2006/relationships/image" Target="../media/image1686.png"/><Relationship Id="rId322" Type="http://schemas.openxmlformats.org/officeDocument/2006/relationships/image" Target="../media/image1767.png"/><Relationship Id="rId364" Type="http://schemas.openxmlformats.org/officeDocument/2006/relationships/image" Target="../media/image1788.png"/><Relationship Id="rId61" Type="http://schemas.openxmlformats.org/officeDocument/2006/relationships/image" Target="../media/image1639.png"/><Relationship Id="rId199" Type="http://schemas.openxmlformats.org/officeDocument/2006/relationships/image" Target="../media/image1707.png"/><Relationship Id="rId571" Type="http://schemas.openxmlformats.org/officeDocument/2006/relationships/image" Target="../media/image1885.png"/><Relationship Id="rId627" Type="http://schemas.openxmlformats.org/officeDocument/2006/relationships/customXml" Target="../ink/ink1938.xml"/><Relationship Id="rId19" Type="http://schemas.openxmlformats.org/officeDocument/2006/relationships/image" Target="../media/image1618.png"/><Relationship Id="rId224" Type="http://schemas.openxmlformats.org/officeDocument/2006/relationships/image" Target="../media/image1718.png"/><Relationship Id="rId266" Type="http://schemas.openxmlformats.org/officeDocument/2006/relationships/image" Target="../media/image1739.png"/><Relationship Id="rId431" Type="http://schemas.openxmlformats.org/officeDocument/2006/relationships/customXml" Target="../ink/ink1835.xml"/><Relationship Id="rId473" Type="http://schemas.openxmlformats.org/officeDocument/2006/relationships/customXml" Target="../ink/ink1856.xml"/><Relationship Id="rId529" Type="http://schemas.openxmlformats.org/officeDocument/2006/relationships/customXml" Target="../ink/ink1884.xml"/><Relationship Id="rId30" Type="http://schemas.openxmlformats.org/officeDocument/2006/relationships/customXml" Target="../ink/ink1634.xml"/><Relationship Id="rId126" Type="http://schemas.openxmlformats.org/officeDocument/2006/relationships/customXml" Target="../ink/ink1682.xml"/><Relationship Id="rId168" Type="http://schemas.openxmlformats.org/officeDocument/2006/relationships/customXml" Target="../ink/ink1703.xml"/><Relationship Id="rId333" Type="http://schemas.openxmlformats.org/officeDocument/2006/relationships/customXml" Target="../ink/ink1786.xml"/><Relationship Id="rId540" Type="http://schemas.openxmlformats.org/officeDocument/2006/relationships/image" Target="../media/image1447.png"/><Relationship Id="rId72" Type="http://schemas.openxmlformats.org/officeDocument/2006/relationships/customXml" Target="../ink/ink1655.xml"/><Relationship Id="rId375" Type="http://schemas.openxmlformats.org/officeDocument/2006/relationships/customXml" Target="../ink/ink1807.xml"/><Relationship Id="rId582" Type="http://schemas.openxmlformats.org/officeDocument/2006/relationships/customXml" Target="../ink/ink1914.xml"/><Relationship Id="rId638" Type="http://schemas.openxmlformats.org/officeDocument/2006/relationships/customXml" Target="../ink/ink1944.xml"/><Relationship Id="rId3" Type="http://schemas.openxmlformats.org/officeDocument/2006/relationships/image" Target="../media/image1610.png"/><Relationship Id="rId235" Type="http://schemas.openxmlformats.org/officeDocument/2006/relationships/customXml" Target="../ink/ink1737.xml"/><Relationship Id="rId277" Type="http://schemas.openxmlformats.org/officeDocument/2006/relationships/customXml" Target="../ink/ink1758.xml"/><Relationship Id="rId400" Type="http://schemas.openxmlformats.org/officeDocument/2006/relationships/image" Target="../media/image1806.png"/><Relationship Id="rId442" Type="http://schemas.openxmlformats.org/officeDocument/2006/relationships/image" Target="../media/image1825.png"/><Relationship Id="rId484" Type="http://schemas.openxmlformats.org/officeDocument/2006/relationships/image" Target="../media/image1846.png"/><Relationship Id="rId137" Type="http://schemas.openxmlformats.org/officeDocument/2006/relationships/image" Target="../media/image1677.png"/><Relationship Id="rId302" Type="http://schemas.openxmlformats.org/officeDocument/2006/relationships/image" Target="../media/image1757.png"/><Relationship Id="rId344" Type="http://schemas.openxmlformats.org/officeDocument/2006/relationships/image" Target="../media/image1778.png"/><Relationship Id="rId41" Type="http://schemas.openxmlformats.org/officeDocument/2006/relationships/image" Target="../media/image1629.png"/><Relationship Id="rId83" Type="http://schemas.openxmlformats.org/officeDocument/2006/relationships/image" Target="../media/image1650.png"/><Relationship Id="rId179" Type="http://schemas.openxmlformats.org/officeDocument/2006/relationships/image" Target="../media/image1697.png"/><Relationship Id="rId386" Type="http://schemas.openxmlformats.org/officeDocument/2006/relationships/image" Target="../media/image1799.png"/><Relationship Id="rId551" Type="http://schemas.openxmlformats.org/officeDocument/2006/relationships/customXml" Target="../ink/ink1896.xml"/><Relationship Id="rId593" Type="http://schemas.openxmlformats.org/officeDocument/2006/relationships/image" Target="../media/image1894.png"/><Relationship Id="rId607" Type="http://schemas.openxmlformats.org/officeDocument/2006/relationships/image" Target="../media/image1901.png"/><Relationship Id="rId190" Type="http://schemas.openxmlformats.org/officeDocument/2006/relationships/customXml" Target="../ink/ink1714.xml"/><Relationship Id="rId204" Type="http://schemas.openxmlformats.org/officeDocument/2006/relationships/image" Target="../media/image1709.png"/><Relationship Id="rId246" Type="http://schemas.openxmlformats.org/officeDocument/2006/relationships/image" Target="../media/image1729.png"/><Relationship Id="rId288" Type="http://schemas.openxmlformats.org/officeDocument/2006/relationships/image" Target="../media/image1750.png"/><Relationship Id="rId411" Type="http://schemas.openxmlformats.org/officeDocument/2006/relationships/customXml" Target="../ink/ink1825.xml"/><Relationship Id="rId453" Type="http://schemas.openxmlformats.org/officeDocument/2006/relationships/customXml" Target="../ink/ink1846.xml"/><Relationship Id="rId509" Type="http://schemas.openxmlformats.org/officeDocument/2006/relationships/customXml" Target="../ink/ink1874.xml"/><Relationship Id="rId106" Type="http://schemas.openxmlformats.org/officeDocument/2006/relationships/customXml" Target="../ink/ink1672.xml"/><Relationship Id="rId313" Type="http://schemas.openxmlformats.org/officeDocument/2006/relationships/customXml" Target="../ink/ink1776.xml"/><Relationship Id="rId495" Type="http://schemas.openxmlformats.org/officeDocument/2006/relationships/customXml" Target="../ink/ink1867.xml"/><Relationship Id="rId10" Type="http://schemas.openxmlformats.org/officeDocument/2006/relationships/customXml" Target="../ink/ink1624.xml"/><Relationship Id="rId52" Type="http://schemas.openxmlformats.org/officeDocument/2006/relationships/customXml" Target="../ink/ink1645.xml"/><Relationship Id="rId94" Type="http://schemas.openxmlformats.org/officeDocument/2006/relationships/customXml" Target="../ink/ink1666.xml"/><Relationship Id="rId148" Type="http://schemas.openxmlformats.org/officeDocument/2006/relationships/customXml" Target="../ink/ink1693.xml"/><Relationship Id="rId355" Type="http://schemas.openxmlformats.org/officeDocument/2006/relationships/customXml" Target="../ink/ink1797.xml"/><Relationship Id="rId397" Type="http://schemas.openxmlformats.org/officeDocument/2006/relationships/customXml" Target="../ink/ink1818.xml"/><Relationship Id="rId520" Type="http://schemas.openxmlformats.org/officeDocument/2006/relationships/image" Target="../media/image1864.png"/><Relationship Id="rId562" Type="http://schemas.openxmlformats.org/officeDocument/2006/relationships/customXml" Target="../ink/ink1902.xml"/><Relationship Id="rId618" Type="http://schemas.openxmlformats.org/officeDocument/2006/relationships/image" Target="../media/image1906.png"/><Relationship Id="rId215" Type="http://schemas.openxmlformats.org/officeDocument/2006/relationships/customXml" Target="../ink/ink1727.xml"/><Relationship Id="rId257" Type="http://schemas.openxmlformats.org/officeDocument/2006/relationships/customXml" Target="../ink/ink1748.xml"/><Relationship Id="rId422" Type="http://schemas.openxmlformats.org/officeDocument/2006/relationships/image" Target="../media/image1817.png"/><Relationship Id="rId464" Type="http://schemas.openxmlformats.org/officeDocument/2006/relationships/image" Target="../media/image1836.png"/><Relationship Id="rId299" Type="http://schemas.openxmlformats.org/officeDocument/2006/relationships/customXml" Target="../ink/ink1769.xml"/><Relationship Id="rId63" Type="http://schemas.openxmlformats.org/officeDocument/2006/relationships/image" Target="../media/image1640.png"/><Relationship Id="rId159" Type="http://schemas.openxmlformats.org/officeDocument/2006/relationships/image" Target="../media/image1687.png"/><Relationship Id="rId366" Type="http://schemas.openxmlformats.org/officeDocument/2006/relationships/image" Target="../media/image1789.png"/><Relationship Id="rId573" Type="http://schemas.openxmlformats.org/officeDocument/2006/relationships/image" Target="../media/image1886.png"/><Relationship Id="rId226" Type="http://schemas.openxmlformats.org/officeDocument/2006/relationships/image" Target="../media/image1719.png"/><Relationship Id="rId433" Type="http://schemas.openxmlformats.org/officeDocument/2006/relationships/customXml" Target="../ink/ink1836.xml"/><Relationship Id="rId640" Type="http://schemas.openxmlformats.org/officeDocument/2006/relationships/customXml" Target="../ink/ink1945.xml"/><Relationship Id="rId74" Type="http://schemas.openxmlformats.org/officeDocument/2006/relationships/customXml" Target="../ink/ink1656.xml"/><Relationship Id="rId377" Type="http://schemas.openxmlformats.org/officeDocument/2006/relationships/customXml" Target="../ink/ink1808.xml"/><Relationship Id="rId500" Type="http://schemas.openxmlformats.org/officeDocument/2006/relationships/image" Target="../media/image1854.png"/><Relationship Id="rId584" Type="http://schemas.openxmlformats.org/officeDocument/2006/relationships/customXml" Target="../ink/ink1915.xml"/><Relationship Id="rId5" Type="http://schemas.openxmlformats.org/officeDocument/2006/relationships/image" Target="../media/image1611.png"/><Relationship Id="rId237" Type="http://schemas.openxmlformats.org/officeDocument/2006/relationships/customXml" Target="../ink/ink1738.xml"/><Relationship Id="rId444" Type="http://schemas.openxmlformats.org/officeDocument/2006/relationships/image" Target="../media/image1826.png"/><Relationship Id="rId290" Type="http://schemas.openxmlformats.org/officeDocument/2006/relationships/image" Target="../media/image1751.png"/><Relationship Id="rId304" Type="http://schemas.openxmlformats.org/officeDocument/2006/relationships/image" Target="../media/image1758.png"/><Relationship Id="rId388" Type="http://schemas.openxmlformats.org/officeDocument/2006/relationships/image" Target="../media/image1800.png"/><Relationship Id="rId511" Type="http://schemas.openxmlformats.org/officeDocument/2006/relationships/customXml" Target="../ink/ink1875.xml"/><Relationship Id="rId609" Type="http://schemas.openxmlformats.org/officeDocument/2006/relationships/image" Target="../media/image1902.png"/><Relationship Id="rId85" Type="http://schemas.openxmlformats.org/officeDocument/2006/relationships/image" Target="../media/image1651.png"/><Relationship Id="rId150" Type="http://schemas.openxmlformats.org/officeDocument/2006/relationships/customXml" Target="../ink/ink1694.xml"/><Relationship Id="rId595" Type="http://schemas.openxmlformats.org/officeDocument/2006/relationships/image" Target="../media/image1895.png"/><Relationship Id="rId248" Type="http://schemas.openxmlformats.org/officeDocument/2006/relationships/image" Target="../media/image1730.png"/><Relationship Id="rId455" Type="http://schemas.openxmlformats.org/officeDocument/2006/relationships/customXml" Target="../ink/ink1847.xml"/><Relationship Id="rId12" Type="http://schemas.openxmlformats.org/officeDocument/2006/relationships/customXml" Target="../ink/ink1625.xml"/><Relationship Id="rId108" Type="http://schemas.openxmlformats.org/officeDocument/2006/relationships/customXml" Target="../ink/ink1673.xml"/><Relationship Id="rId315" Type="http://schemas.openxmlformats.org/officeDocument/2006/relationships/customXml" Target="../ink/ink1777.xml"/><Relationship Id="rId522" Type="http://schemas.openxmlformats.org/officeDocument/2006/relationships/image" Target="../media/image1865.png"/><Relationship Id="rId96" Type="http://schemas.openxmlformats.org/officeDocument/2006/relationships/customXml" Target="../ink/ink1667.xml"/><Relationship Id="rId161" Type="http://schemas.openxmlformats.org/officeDocument/2006/relationships/image" Target="../media/image1688.png"/><Relationship Id="rId399" Type="http://schemas.openxmlformats.org/officeDocument/2006/relationships/customXml" Target="../ink/ink1819.xml"/><Relationship Id="rId259" Type="http://schemas.openxmlformats.org/officeDocument/2006/relationships/customXml" Target="../ink/ink1749.xml"/><Relationship Id="rId466" Type="http://schemas.openxmlformats.org/officeDocument/2006/relationships/image" Target="../media/image1837.png"/><Relationship Id="rId23" Type="http://schemas.openxmlformats.org/officeDocument/2006/relationships/image" Target="../media/image1620.png"/><Relationship Id="rId119" Type="http://schemas.openxmlformats.org/officeDocument/2006/relationships/image" Target="../media/image1668.png"/><Relationship Id="rId326" Type="http://schemas.openxmlformats.org/officeDocument/2006/relationships/image" Target="../media/image1769.png"/><Relationship Id="rId533" Type="http://schemas.openxmlformats.org/officeDocument/2006/relationships/customXml" Target="../ink/ink1886.xml"/><Relationship Id="rId172" Type="http://schemas.openxmlformats.org/officeDocument/2006/relationships/customXml" Target="../ink/ink1705.xml"/><Relationship Id="rId477" Type="http://schemas.openxmlformats.org/officeDocument/2006/relationships/customXml" Target="../ink/ink1858.xml"/><Relationship Id="rId600" Type="http://schemas.openxmlformats.org/officeDocument/2006/relationships/customXml" Target="../ink/ink1924.xml"/><Relationship Id="rId337" Type="http://schemas.openxmlformats.org/officeDocument/2006/relationships/customXml" Target="../ink/ink1788.xml"/><Relationship Id="rId34" Type="http://schemas.openxmlformats.org/officeDocument/2006/relationships/customXml" Target="../ink/ink1636.xml"/><Relationship Id="rId544" Type="http://schemas.openxmlformats.org/officeDocument/2006/relationships/customXml" Target="../ink/ink1892.xml"/><Relationship Id="rId183" Type="http://schemas.openxmlformats.org/officeDocument/2006/relationships/image" Target="../media/image1699.png"/><Relationship Id="rId390" Type="http://schemas.openxmlformats.org/officeDocument/2006/relationships/image" Target="../media/image1801.png"/><Relationship Id="rId404" Type="http://schemas.openxmlformats.org/officeDocument/2006/relationships/image" Target="../media/image1808.png"/><Relationship Id="rId611" Type="http://schemas.openxmlformats.org/officeDocument/2006/relationships/image" Target="../media/image1903.png"/><Relationship Id="rId250" Type="http://schemas.openxmlformats.org/officeDocument/2006/relationships/image" Target="../media/image1731.png"/><Relationship Id="rId488" Type="http://schemas.openxmlformats.org/officeDocument/2006/relationships/image" Target="../media/image1848.png"/><Relationship Id="rId45" Type="http://schemas.openxmlformats.org/officeDocument/2006/relationships/image" Target="../media/image1631.png"/><Relationship Id="rId110" Type="http://schemas.openxmlformats.org/officeDocument/2006/relationships/customXml" Target="../ink/ink1674.xml"/><Relationship Id="rId348" Type="http://schemas.openxmlformats.org/officeDocument/2006/relationships/image" Target="../media/image1780.png"/><Relationship Id="rId555" Type="http://schemas.openxmlformats.org/officeDocument/2006/relationships/customXml" Target="../ink/ink1898.xml"/><Relationship Id="rId194" Type="http://schemas.openxmlformats.org/officeDocument/2006/relationships/customXml" Target="../ink/ink1716.xml"/><Relationship Id="rId208" Type="http://schemas.openxmlformats.org/officeDocument/2006/relationships/image" Target="../media/image1710.png"/><Relationship Id="rId415" Type="http://schemas.openxmlformats.org/officeDocument/2006/relationships/customXml" Target="../ink/ink1827.xml"/><Relationship Id="rId622" Type="http://schemas.openxmlformats.org/officeDocument/2006/relationships/image" Target="../media/image1908.png"/><Relationship Id="rId261" Type="http://schemas.openxmlformats.org/officeDocument/2006/relationships/customXml" Target="../ink/ink1750.xml"/><Relationship Id="rId499" Type="http://schemas.openxmlformats.org/officeDocument/2006/relationships/customXml" Target="../ink/ink1869.xml"/><Relationship Id="rId56" Type="http://schemas.openxmlformats.org/officeDocument/2006/relationships/customXml" Target="../ink/ink1647.xml"/><Relationship Id="rId359" Type="http://schemas.openxmlformats.org/officeDocument/2006/relationships/customXml" Target="../ink/ink1799.xml"/><Relationship Id="rId566" Type="http://schemas.openxmlformats.org/officeDocument/2006/relationships/customXml" Target="../ink/ink1904.xml"/><Relationship Id="rId121" Type="http://schemas.openxmlformats.org/officeDocument/2006/relationships/image" Target="../media/image1669.png"/><Relationship Id="rId219" Type="http://schemas.openxmlformats.org/officeDocument/2006/relationships/customXml" Target="../ink/ink1729.xml"/><Relationship Id="rId426" Type="http://schemas.openxmlformats.org/officeDocument/2006/relationships/image" Target="../media/image1819.png"/><Relationship Id="rId633" Type="http://schemas.openxmlformats.org/officeDocument/2006/relationships/image" Target="../media/image1913.png"/><Relationship Id="rId67" Type="http://schemas.openxmlformats.org/officeDocument/2006/relationships/image" Target="../media/image1642.png"/><Relationship Id="rId272" Type="http://schemas.openxmlformats.org/officeDocument/2006/relationships/image" Target="../media/image1742.png"/><Relationship Id="rId577" Type="http://schemas.openxmlformats.org/officeDocument/2006/relationships/image" Target="../media/image1888.png"/><Relationship Id="rId132" Type="http://schemas.openxmlformats.org/officeDocument/2006/relationships/customXml" Target="../ink/ink1685.xml"/><Relationship Id="rId437" Type="http://schemas.openxmlformats.org/officeDocument/2006/relationships/customXml" Target="../ink/ink1838.xml"/><Relationship Id="rId644" Type="http://schemas.openxmlformats.org/officeDocument/2006/relationships/customXml" Target="../ink/ink1947.xml"/><Relationship Id="rId283" Type="http://schemas.openxmlformats.org/officeDocument/2006/relationships/customXml" Target="../ink/ink1761.xml"/><Relationship Id="rId490" Type="http://schemas.openxmlformats.org/officeDocument/2006/relationships/image" Target="../media/image1849.png"/><Relationship Id="rId504" Type="http://schemas.openxmlformats.org/officeDocument/2006/relationships/image" Target="../media/image1856.png"/><Relationship Id="rId78" Type="http://schemas.openxmlformats.org/officeDocument/2006/relationships/customXml" Target="../ink/ink1658.xml"/><Relationship Id="rId143" Type="http://schemas.openxmlformats.org/officeDocument/2006/relationships/image" Target="../media/image1680.png"/><Relationship Id="rId350" Type="http://schemas.openxmlformats.org/officeDocument/2006/relationships/image" Target="../media/image1781.png"/><Relationship Id="rId588" Type="http://schemas.openxmlformats.org/officeDocument/2006/relationships/image" Target="../media/image1893.png"/><Relationship Id="rId9" Type="http://schemas.openxmlformats.org/officeDocument/2006/relationships/image" Target="../media/image1613.png"/><Relationship Id="rId210" Type="http://schemas.openxmlformats.org/officeDocument/2006/relationships/image" Target="../media/image1711.png"/><Relationship Id="rId448" Type="http://schemas.openxmlformats.org/officeDocument/2006/relationships/image" Target="../media/image1828.png"/><Relationship Id="rId294" Type="http://schemas.openxmlformats.org/officeDocument/2006/relationships/image" Target="../media/image1753.png"/><Relationship Id="rId308" Type="http://schemas.openxmlformats.org/officeDocument/2006/relationships/image" Target="../media/image1760.png"/><Relationship Id="rId515" Type="http://schemas.openxmlformats.org/officeDocument/2006/relationships/customXml" Target="../ink/ink1877.xml"/><Relationship Id="rId89" Type="http://schemas.openxmlformats.org/officeDocument/2006/relationships/image" Target="../media/image1653.png"/><Relationship Id="rId154" Type="http://schemas.openxmlformats.org/officeDocument/2006/relationships/customXml" Target="../ink/ink1696.xml"/><Relationship Id="rId361" Type="http://schemas.openxmlformats.org/officeDocument/2006/relationships/customXml" Target="../ink/ink1800.xml"/><Relationship Id="rId599" Type="http://schemas.openxmlformats.org/officeDocument/2006/relationships/image" Target="../media/image1897.png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006.xml"/><Relationship Id="rId21" Type="http://schemas.openxmlformats.org/officeDocument/2006/relationships/image" Target="../media/image1928.png"/><Relationship Id="rId324" Type="http://schemas.openxmlformats.org/officeDocument/2006/relationships/image" Target="../media/image2071.png"/><Relationship Id="rId531" Type="http://schemas.openxmlformats.org/officeDocument/2006/relationships/image" Target="../media/image2173.png"/><Relationship Id="rId170" Type="http://schemas.openxmlformats.org/officeDocument/2006/relationships/image" Target="../media/image1998.png"/><Relationship Id="rId268" Type="http://schemas.openxmlformats.org/officeDocument/2006/relationships/image" Target="../media/image2046.png"/><Relationship Id="rId475" Type="http://schemas.openxmlformats.org/officeDocument/2006/relationships/customXml" Target="../ink/ink2186.xml"/><Relationship Id="rId32" Type="http://schemas.openxmlformats.org/officeDocument/2006/relationships/customXml" Target="../ink/ink1963.xml"/><Relationship Id="rId128" Type="http://schemas.openxmlformats.org/officeDocument/2006/relationships/image" Target="../media/image1977.png"/><Relationship Id="rId335" Type="http://schemas.openxmlformats.org/officeDocument/2006/relationships/customXml" Target="../ink/ink2116.xml"/><Relationship Id="rId542" Type="http://schemas.openxmlformats.org/officeDocument/2006/relationships/customXml" Target="../ink/ink2221.xml"/><Relationship Id="rId181" Type="http://schemas.openxmlformats.org/officeDocument/2006/relationships/customXml" Target="../ink/ink2038.xml"/><Relationship Id="rId402" Type="http://schemas.openxmlformats.org/officeDocument/2006/relationships/image" Target="../media/image2110.png"/><Relationship Id="rId279" Type="http://schemas.openxmlformats.org/officeDocument/2006/relationships/customXml" Target="../ink/ink2087.xml"/><Relationship Id="rId486" Type="http://schemas.openxmlformats.org/officeDocument/2006/relationships/image" Target="../media/image2152.png"/><Relationship Id="rId43" Type="http://schemas.openxmlformats.org/officeDocument/2006/relationships/image" Target="../media/image1939.png"/><Relationship Id="rId139" Type="http://schemas.openxmlformats.org/officeDocument/2006/relationships/customXml" Target="../ink/ink2017.xml"/><Relationship Id="rId346" Type="http://schemas.openxmlformats.org/officeDocument/2006/relationships/image" Target="../media/image2082.png"/><Relationship Id="rId553" Type="http://schemas.openxmlformats.org/officeDocument/2006/relationships/image" Target="../media/image2182.png"/><Relationship Id="rId192" Type="http://schemas.openxmlformats.org/officeDocument/2006/relationships/image" Target="../media/image2009.png"/><Relationship Id="rId206" Type="http://schemas.openxmlformats.org/officeDocument/2006/relationships/image" Target="../media/image2016.png"/><Relationship Id="rId413" Type="http://schemas.openxmlformats.org/officeDocument/2006/relationships/customXml" Target="../ink/ink2155.xml"/><Relationship Id="rId497" Type="http://schemas.openxmlformats.org/officeDocument/2006/relationships/customXml" Target="../ink/ink2197.xml"/><Relationship Id="rId357" Type="http://schemas.openxmlformats.org/officeDocument/2006/relationships/customXml" Target="../ink/ink2127.xml"/><Relationship Id="rId54" Type="http://schemas.openxmlformats.org/officeDocument/2006/relationships/customXml" Target="../ink/ink1974.xml"/><Relationship Id="rId217" Type="http://schemas.openxmlformats.org/officeDocument/2006/relationships/customXml" Target="../ink/ink2056.xml"/><Relationship Id="rId564" Type="http://schemas.openxmlformats.org/officeDocument/2006/relationships/customXml" Target="../ink/ink2232.xml"/><Relationship Id="rId424" Type="http://schemas.openxmlformats.org/officeDocument/2006/relationships/image" Target="../media/image2121.png"/><Relationship Id="rId270" Type="http://schemas.openxmlformats.org/officeDocument/2006/relationships/image" Target="../media/image2047.png"/><Relationship Id="rId65" Type="http://schemas.openxmlformats.org/officeDocument/2006/relationships/image" Target="../media/image1950.png"/><Relationship Id="rId130" Type="http://schemas.openxmlformats.org/officeDocument/2006/relationships/image" Target="../media/image1978.png"/><Relationship Id="rId368" Type="http://schemas.openxmlformats.org/officeDocument/2006/relationships/image" Target="../media/image2093.png"/><Relationship Id="rId228" Type="http://schemas.openxmlformats.org/officeDocument/2006/relationships/image" Target="../media/image2026.png"/><Relationship Id="rId435" Type="http://schemas.openxmlformats.org/officeDocument/2006/relationships/customXml" Target="../ink/ink2166.xml"/><Relationship Id="rId281" Type="http://schemas.openxmlformats.org/officeDocument/2006/relationships/customXml" Target="../ink/ink2088.xml"/><Relationship Id="rId337" Type="http://schemas.openxmlformats.org/officeDocument/2006/relationships/customXml" Target="../ink/ink2117.xml"/><Relationship Id="rId502" Type="http://schemas.openxmlformats.org/officeDocument/2006/relationships/customXml" Target="../ink/ink2200.xml"/><Relationship Id="rId34" Type="http://schemas.openxmlformats.org/officeDocument/2006/relationships/customXml" Target="../ink/ink1964.xml"/><Relationship Id="rId76" Type="http://schemas.openxmlformats.org/officeDocument/2006/relationships/customXml" Target="../ink/ink1985.xml"/><Relationship Id="rId141" Type="http://schemas.openxmlformats.org/officeDocument/2006/relationships/customXml" Target="../ink/ink2018.xml"/><Relationship Id="rId379" Type="http://schemas.openxmlformats.org/officeDocument/2006/relationships/customXml" Target="../ink/ink2138.xml"/><Relationship Id="rId544" Type="http://schemas.openxmlformats.org/officeDocument/2006/relationships/customXml" Target="../ink/ink2222.xml"/><Relationship Id="rId7" Type="http://schemas.openxmlformats.org/officeDocument/2006/relationships/image" Target="../media/image1921.png"/><Relationship Id="rId183" Type="http://schemas.openxmlformats.org/officeDocument/2006/relationships/customXml" Target="../ink/ink2039.xml"/><Relationship Id="rId239" Type="http://schemas.openxmlformats.org/officeDocument/2006/relationships/customXml" Target="../ink/ink2067.xml"/><Relationship Id="rId390" Type="http://schemas.openxmlformats.org/officeDocument/2006/relationships/image" Target="../media/image2104.png"/><Relationship Id="rId404" Type="http://schemas.openxmlformats.org/officeDocument/2006/relationships/image" Target="../media/image2111.png"/><Relationship Id="rId446" Type="http://schemas.openxmlformats.org/officeDocument/2006/relationships/image" Target="../media/image2132.png"/><Relationship Id="rId250" Type="http://schemas.openxmlformats.org/officeDocument/2006/relationships/image" Target="../media/image2037.png"/><Relationship Id="rId292" Type="http://schemas.openxmlformats.org/officeDocument/2006/relationships/image" Target="../media/image2056.png"/><Relationship Id="rId306" Type="http://schemas.openxmlformats.org/officeDocument/2006/relationships/customXml" Target="../ink/ink2101.xml"/><Relationship Id="rId488" Type="http://schemas.openxmlformats.org/officeDocument/2006/relationships/image" Target="../media/image2153.png"/><Relationship Id="rId45" Type="http://schemas.openxmlformats.org/officeDocument/2006/relationships/image" Target="../media/image1940.png"/><Relationship Id="rId87" Type="http://schemas.openxmlformats.org/officeDocument/2006/relationships/customXml" Target="../ink/ink1991.xml"/><Relationship Id="rId110" Type="http://schemas.openxmlformats.org/officeDocument/2006/relationships/image" Target="../media/image1968.png"/><Relationship Id="rId348" Type="http://schemas.openxmlformats.org/officeDocument/2006/relationships/image" Target="../media/image2083.png"/><Relationship Id="rId513" Type="http://schemas.openxmlformats.org/officeDocument/2006/relationships/image" Target="../media/image2164.png"/><Relationship Id="rId555" Type="http://schemas.openxmlformats.org/officeDocument/2006/relationships/image" Target="../media/image2183.png"/><Relationship Id="rId152" Type="http://schemas.openxmlformats.org/officeDocument/2006/relationships/image" Target="../media/image1989.png"/><Relationship Id="rId194" Type="http://schemas.openxmlformats.org/officeDocument/2006/relationships/image" Target="../media/image2010.png"/><Relationship Id="rId208" Type="http://schemas.openxmlformats.org/officeDocument/2006/relationships/image" Target="../media/image2017.png"/><Relationship Id="rId415" Type="http://schemas.openxmlformats.org/officeDocument/2006/relationships/customXml" Target="../ink/ink2156.xml"/><Relationship Id="rId457" Type="http://schemas.openxmlformats.org/officeDocument/2006/relationships/customXml" Target="../ink/ink2177.xml"/><Relationship Id="rId261" Type="http://schemas.openxmlformats.org/officeDocument/2006/relationships/customXml" Target="../ink/ink2078.xml"/><Relationship Id="rId499" Type="http://schemas.openxmlformats.org/officeDocument/2006/relationships/customXml" Target="../ink/ink2198.xml"/><Relationship Id="rId14" Type="http://schemas.openxmlformats.org/officeDocument/2006/relationships/customXml" Target="../ink/ink1954.xml"/><Relationship Id="rId56" Type="http://schemas.openxmlformats.org/officeDocument/2006/relationships/customXml" Target="../ink/ink1975.xml"/><Relationship Id="rId317" Type="http://schemas.openxmlformats.org/officeDocument/2006/relationships/customXml" Target="../ink/ink2107.xml"/><Relationship Id="rId359" Type="http://schemas.openxmlformats.org/officeDocument/2006/relationships/customXml" Target="../ink/ink2128.xml"/><Relationship Id="rId524" Type="http://schemas.openxmlformats.org/officeDocument/2006/relationships/customXml" Target="../ink/ink2211.xml"/><Relationship Id="rId566" Type="http://schemas.openxmlformats.org/officeDocument/2006/relationships/customXml" Target="../ink/ink2233.xml"/><Relationship Id="rId98" Type="http://schemas.openxmlformats.org/officeDocument/2006/relationships/image" Target="../media/image1962.png"/><Relationship Id="rId121" Type="http://schemas.openxmlformats.org/officeDocument/2006/relationships/customXml" Target="../ink/ink2008.xml"/><Relationship Id="rId163" Type="http://schemas.openxmlformats.org/officeDocument/2006/relationships/customXml" Target="../ink/ink2029.xml"/><Relationship Id="rId219" Type="http://schemas.openxmlformats.org/officeDocument/2006/relationships/customXml" Target="../ink/ink2057.xml"/><Relationship Id="rId370" Type="http://schemas.openxmlformats.org/officeDocument/2006/relationships/image" Target="../media/image2094.png"/><Relationship Id="rId426" Type="http://schemas.openxmlformats.org/officeDocument/2006/relationships/image" Target="../media/image2122.png"/><Relationship Id="rId230" Type="http://schemas.openxmlformats.org/officeDocument/2006/relationships/image" Target="../media/image2027.png"/><Relationship Id="rId468" Type="http://schemas.openxmlformats.org/officeDocument/2006/relationships/image" Target="../media/image2143.png"/><Relationship Id="rId25" Type="http://schemas.openxmlformats.org/officeDocument/2006/relationships/image" Target="../media/image1930.png"/><Relationship Id="rId67" Type="http://schemas.openxmlformats.org/officeDocument/2006/relationships/image" Target="../media/image1951.png"/><Relationship Id="rId272" Type="http://schemas.openxmlformats.org/officeDocument/2006/relationships/image" Target="../media/image2048.png"/><Relationship Id="rId328" Type="http://schemas.openxmlformats.org/officeDocument/2006/relationships/image" Target="../media/image2073.png"/><Relationship Id="rId535" Type="http://schemas.openxmlformats.org/officeDocument/2006/relationships/customXml" Target="../ink/ink2217.xml"/><Relationship Id="rId132" Type="http://schemas.openxmlformats.org/officeDocument/2006/relationships/image" Target="../media/image1979.png"/><Relationship Id="rId174" Type="http://schemas.openxmlformats.org/officeDocument/2006/relationships/image" Target="../media/image2000.png"/><Relationship Id="rId381" Type="http://schemas.openxmlformats.org/officeDocument/2006/relationships/customXml" Target="../ink/ink2139.xml"/><Relationship Id="rId241" Type="http://schemas.openxmlformats.org/officeDocument/2006/relationships/customXml" Target="../ink/ink2068.xml"/><Relationship Id="rId437" Type="http://schemas.openxmlformats.org/officeDocument/2006/relationships/customXml" Target="../ink/ink2167.xml"/><Relationship Id="rId479" Type="http://schemas.openxmlformats.org/officeDocument/2006/relationships/customXml" Target="../ink/ink2188.xml"/><Relationship Id="rId36" Type="http://schemas.openxmlformats.org/officeDocument/2006/relationships/customXml" Target="../ink/ink1965.xml"/><Relationship Id="rId283" Type="http://schemas.openxmlformats.org/officeDocument/2006/relationships/customXml" Target="../ink/ink2089.xml"/><Relationship Id="rId339" Type="http://schemas.openxmlformats.org/officeDocument/2006/relationships/customXml" Target="../ink/ink2118.xml"/><Relationship Id="rId490" Type="http://schemas.openxmlformats.org/officeDocument/2006/relationships/image" Target="../media/image2154.png"/><Relationship Id="rId504" Type="http://schemas.openxmlformats.org/officeDocument/2006/relationships/customXml" Target="../ink/ink2201.xml"/><Relationship Id="rId546" Type="http://schemas.openxmlformats.org/officeDocument/2006/relationships/customXml" Target="../ink/ink2223.xml"/><Relationship Id="rId78" Type="http://schemas.openxmlformats.org/officeDocument/2006/relationships/customXml" Target="../ink/ink1986.xml"/><Relationship Id="rId101" Type="http://schemas.openxmlformats.org/officeDocument/2006/relationships/customXml" Target="../ink/ink1998.xml"/><Relationship Id="rId143" Type="http://schemas.openxmlformats.org/officeDocument/2006/relationships/customXml" Target="../ink/ink2019.xml"/><Relationship Id="rId185" Type="http://schemas.openxmlformats.org/officeDocument/2006/relationships/customXml" Target="../ink/ink2040.xml"/><Relationship Id="rId350" Type="http://schemas.openxmlformats.org/officeDocument/2006/relationships/image" Target="../media/image2084.png"/><Relationship Id="rId406" Type="http://schemas.openxmlformats.org/officeDocument/2006/relationships/image" Target="../media/image2112.png"/><Relationship Id="rId9" Type="http://schemas.openxmlformats.org/officeDocument/2006/relationships/image" Target="../media/image1922.png"/><Relationship Id="rId210" Type="http://schemas.openxmlformats.org/officeDocument/2006/relationships/image" Target="../media/image2018.png"/><Relationship Id="rId392" Type="http://schemas.openxmlformats.org/officeDocument/2006/relationships/image" Target="../media/image2105.png"/><Relationship Id="rId448" Type="http://schemas.openxmlformats.org/officeDocument/2006/relationships/image" Target="../media/image2133.png"/><Relationship Id="rId252" Type="http://schemas.openxmlformats.org/officeDocument/2006/relationships/image" Target="../media/image2038.png"/><Relationship Id="rId294" Type="http://schemas.openxmlformats.org/officeDocument/2006/relationships/image" Target="../media/image2057.png"/><Relationship Id="rId308" Type="http://schemas.openxmlformats.org/officeDocument/2006/relationships/customXml" Target="../ink/ink2102.xml"/><Relationship Id="rId515" Type="http://schemas.openxmlformats.org/officeDocument/2006/relationships/image" Target="../media/image2165.png"/><Relationship Id="rId47" Type="http://schemas.openxmlformats.org/officeDocument/2006/relationships/image" Target="../media/image1941.png"/><Relationship Id="rId89" Type="http://schemas.openxmlformats.org/officeDocument/2006/relationships/customXml" Target="../ink/ink1992.xml"/><Relationship Id="rId112" Type="http://schemas.openxmlformats.org/officeDocument/2006/relationships/image" Target="../media/image1969.png"/><Relationship Id="rId154" Type="http://schemas.openxmlformats.org/officeDocument/2006/relationships/image" Target="../media/image1990.png"/><Relationship Id="rId361" Type="http://schemas.openxmlformats.org/officeDocument/2006/relationships/customXml" Target="../ink/ink2129.xml"/><Relationship Id="rId557" Type="http://schemas.openxmlformats.org/officeDocument/2006/relationships/image" Target="../media/image2184.png"/><Relationship Id="rId196" Type="http://schemas.openxmlformats.org/officeDocument/2006/relationships/image" Target="../media/image2011.png"/><Relationship Id="rId417" Type="http://schemas.openxmlformats.org/officeDocument/2006/relationships/customXml" Target="../ink/ink2157.xml"/><Relationship Id="rId459" Type="http://schemas.openxmlformats.org/officeDocument/2006/relationships/customXml" Target="../ink/ink2178.xml"/><Relationship Id="rId16" Type="http://schemas.openxmlformats.org/officeDocument/2006/relationships/customXml" Target="../ink/ink1955.xml"/><Relationship Id="rId221" Type="http://schemas.openxmlformats.org/officeDocument/2006/relationships/customXml" Target="../ink/ink2058.xml"/><Relationship Id="rId263" Type="http://schemas.openxmlformats.org/officeDocument/2006/relationships/customXml" Target="../ink/ink2079.xml"/><Relationship Id="rId319" Type="http://schemas.openxmlformats.org/officeDocument/2006/relationships/customXml" Target="../ink/ink2108.xml"/><Relationship Id="rId470" Type="http://schemas.openxmlformats.org/officeDocument/2006/relationships/image" Target="../media/image2144.png"/><Relationship Id="rId526" Type="http://schemas.openxmlformats.org/officeDocument/2006/relationships/customXml" Target="../ink/ink2212.xml"/><Relationship Id="rId58" Type="http://schemas.openxmlformats.org/officeDocument/2006/relationships/customXml" Target="../ink/ink1976.xml"/><Relationship Id="rId123" Type="http://schemas.openxmlformats.org/officeDocument/2006/relationships/customXml" Target="../ink/ink2009.xml"/><Relationship Id="rId330" Type="http://schemas.openxmlformats.org/officeDocument/2006/relationships/image" Target="../media/image2074.png"/><Relationship Id="rId568" Type="http://schemas.openxmlformats.org/officeDocument/2006/relationships/customXml" Target="../ink/ink2234.xml"/><Relationship Id="rId165" Type="http://schemas.openxmlformats.org/officeDocument/2006/relationships/customXml" Target="../ink/ink2030.xml"/><Relationship Id="rId372" Type="http://schemas.openxmlformats.org/officeDocument/2006/relationships/image" Target="../media/image2095.png"/><Relationship Id="rId428" Type="http://schemas.openxmlformats.org/officeDocument/2006/relationships/image" Target="../media/image2123.png"/><Relationship Id="rId232" Type="http://schemas.openxmlformats.org/officeDocument/2006/relationships/image" Target="../media/image2028.png"/><Relationship Id="rId274" Type="http://schemas.openxmlformats.org/officeDocument/2006/relationships/image" Target="../media/image2049.png"/><Relationship Id="rId481" Type="http://schemas.openxmlformats.org/officeDocument/2006/relationships/customXml" Target="../ink/ink2189.xml"/><Relationship Id="rId27" Type="http://schemas.openxmlformats.org/officeDocument/2006/relationships/image" Target="../media/image1931.png"/><Relationship Id="rId69" Type="http://schemas.openxmlformats.org/officeDocument/2006/relationships/image" Target="../media/image1952.png"/><Relationship Id="rId134" Type="http://schemas.openxmlformats.org/officeDocument/2006/relationships/image" Target="../media/image1980.png"/><Relationship Id="rId537" Type="http://schemas.openxmlformats.org/officeDocument/2006/relationships/customXml" Target="../ink/ink2218.xml"/><Relationship Id="rId80" Type="http://schemas.openxmlformats.org/officeDocument/2006/relationships/customXml" Target="../ink/ink1987.xml"/><Relationship Id="rId176" Type="http://schemas.openxmlformats.org/officeDocument/2006/relationships/image" Target="../media/image2001.png"/><Relationship Id="rId341" Type="http://schemas.openxmlformats.org/officeDocument/2006/relationships/customXml" Target="../ink/ink2119.xml"/><Relationship Id="rId383" Type="http://schemas.openxmlformats.org/officeDocument/2006/relationships/customXml" Target="../ink/ink2140.xml"/><Relationship Id="rId439" Type="http://schemas.openxmlformats.org/officeDocument/2006/relationships/customXml" Target="../ink/ink2168.xml"/><Relationship Id="rId201" Type="http://schemas.openxmlformats.org/officeDocument/2006/relationships/customXml" Target="../ink/ink2048.xml"/><Relationship Id="rId243" Type="http://schemas.openxmlformats.org/officeDocument/2006/relationships/customXml" Target="../ink/ink2069.xml"/><Relationship Id="rId285" Type="http://schemas.openxmlformats.org/officeDocument/2006/relationships/customXml" Target="../ink/ink2090.xml"/><Relationship Id="rId450" Type="http://schemas.openxmlformats.org/officeDocument/2006/relationships/image" Target="../media/image2134.png"/><Relationship Id="rId506" Type="http://schemas.openxmlformats.org/officeDocument/2006/relationships/customXml" Target="../ink/ink2202.xml"/><Relationship Id="rId38" Type="http://schemas.openxmlformats.org/officeDocument/2006/relationships/customXml" Target="../ink/ink1966.xml"/><Relationship Id="rId103" Type="http://schemas.openxmlformats.org/officeDocument/2006/relationships/customXml" Target="../ink/ink1999.xml"/><Relationship Id="rId310" Type="http://schemas.openxmlformats.org/officeDocument/2006/relationships/customXml" Target="../ink/ink2103.xml"/><Relationship Id="rId492" Type="http://schemas.openxmlformats.org/officeDocument/2006/relationships/image" Target="../media/image2155.png"/><Relationship Id="rId548" Type="http://schemas.openxmlformats.org/officeDocument/2006/relationships/customXml" Target="../ink/ink2224.xml"/><Relationship Id="rId91" Type="http://schemas.openxmlformats.org/officeDocument/2006/relationships/customXml" Target="../ink/ink1993.xml"/><Relationship Id="rId145" Type="http://schemas.openxmlformats.org/officeDocument/2006/relationships/customXml" Target="../ink/ink2020.xml"/><Relationship Id="rId187" Type="http://schemas.openxmlformats.org/officeDocument/2006/relationships/customXml" Target="../ink/ink2041.xml"/><Relationship Id="rId352" Type="http://schemas.openxmlformats.org/officeDocument/2006/relationships/image" Target="../media/image2085.png"/><Relationship Id="rId394" Type="http://schemas.openxmlformats.org/officeDocument/2006/relationships/image" Target="../media/image2106.png"/><Relationship Id="rId408" Type="http://schemas.openxmlformats.org/officeDocument/2006/relationships/image" Target="../media/image2113.png"/><Relationship Id="rId212" Type="http://schemas.openxmlformats.org/officeDocument/2006/relationships/image" Target="../media/image2019.png"/><Relationship Id="rId254" Type="http://schemas.openxmlformats.org/officeDocument/2006/relationships/image" Target="../media/image2039.png"/><Relationship Id="rId49" Type="http://schemas.openxmlformats.org/officeDocument/2006/relationships/image" Target="../media/image1942.png"/><Relationship Id="rId114" Type="http://schemas.openxmlformats.org/officeDocument/2006/relationships/image" Target="../media/image1970.png"/><Relationship Id="rId296" Type="http://schemas.openxmlformats.org/officeDocument/2006/relationships/image" Target="../media/image2058.png"/><Relationship Id="rId461" Type="http://schemas.openxmlformats.org/officeDocument/2006/relationships/customXml" Target="../ink/ink2179.xml"/><Relationship Id="rId517" Type="http://schemas.openxmlformats.org/officeDocument/2006/relationships/image" Target="../media/image2166.png"/><Relationship Id="rId559" Type="http://schemas.openxmlformats.org/officeDocument/2006/relationships/image" Target="../media/image2185.png"/><Relationship Id="rId60" Type="http://schemas.openxmlformats.org/officeDocument/2006/relationships/customXml" Target="../ink/ink1977.xml"/><Relationship Id="rId156" Type="http://schemas.openxmlformats.org/officeDocument/2006/relationships/image" Target="../media/image1991.png"/><Relationship Id="rId198" Type="http://schemas.openxmlformats.org/officeDocument/2006/relationships/image" Target="../media/image2012.png"/><Relationship Id="rId321" Type="http://schemas.openxmlformats.org/officeDocument/2006/relationships/customXml" Target="../ink/ink2109.xml"/><Relationship Id="rId363" Type="http://schemas.openxmlformats.org/officeDocument/2006/relationships/customXml" Target="../ink/ink2130.xml"/><Relationship Id="rId419" Type="http://schemas.openxmlformats.org/officeDocument/2006/relationships/customXml" Target="../ink/ink2158.xml"/><Relationship Id="rId570" Type="http://schemas.openxmlformats.org/officeDocument/2006/relationships/customXml" Target="../ink/ink2235.xml"/><Relationship Id="rId223" Type="http://schemas.openxmlformats.org/officeDocument/2006/relationships/customXml" Target="../ink/ink2059.xml"/><Relationship Id="rId430" Type="http://schemas.openxmlformats.org/officeDocument/2006/relationships/image" Target="../media/image2124.png"/><Relationship Id="rId18" Type="http://schemas.openxmlformats.org/officeDocument/2006/relationships/customXml" Target="../ink/ink1956.xml"/><Relationship Id="rId265" Type="http://schemas.openxmlformats.org/officeDocument/2006/relationships/customXml" Target="../ink/ink2080.xml"/><Relationship Id="rId472" Type="http://schemas.openxmlformats.org/officeDocument/2006/relationships/image" Target="../media/image2145.png"/><Relationship Id="rId528" Type="http://schemas.openxmlformats.org/officeDocument/2006/relationships/customXml" Target="../ink/ink2213.xml"/><Relationship Id="rId125" Type="http://schemas.openxmlformats.org/officeDocument/2006/relationships/customXml" Target="../ink/ink2010.xml"/><Relationship Id="rId167" Type="http://schemas.openxmlformats.org/officeDocument/2006/relationships/customXml" Target="../ink/ink2031.xml"/><Relationship Id="rId332" Type="http://schemas.openxmlformats.org/officeDocument/2006/relationships/image" Target="../media/image2075.png"/><Relationship Id="rId374" Type="http://schemas.openxmlformats.org/officeDocument/2006/relationships/image" Target="../media/image2096.png"/><Relationship Id="rId71" Type="http://schemas.openxmlformats.org/officeDocument/2006/relationships/image" Target="../media/image1953.png"/><Relationship Id="rId234" Type="http://schemas.openxmlformats.org/officeDocument/2006/relationships/image" Target="../media/image2029.png"/><Relationship Id="rId2" Type="http://schemas.openxmlformats.org/officeDocument/2006/relationships/customXml" Target="../ink/ink1948.xml"/><Relationship Id="rId29" Type="http://schemas.openxmlformats.org/officeDocument/2006/relationships/image" Target="../media/image1932.png"/><Relationship Id="rId276" Type="http://schemas.openxmlformats.org/officeDocument/2006/relationships/image" Target="../media/image2050.png"/><Relationship Id="rId441" Type="http://schemas.openxmlformats.org/officeDocument/2006/relationships/customXml" Target="../ink/ink2169.xml"/><Relationship Id="rId483" Type="http://schemas.openxmlformats.org/officeDocument/2006/relationships/customXml" Target="../ink/ink2190.xml"/><Relationship Id="rId539" Type="http://schemas.openxmlformats.org/officeDocument/2006/relationships/image" Target="../media/image2175.png"/><Relationship Id="rId40" Type="http://schemas.openxmlformats.org/officeDocument/2006/relationships/customXml" Target="../ink/ink1967.xml"/><Relationship Id="rId136" Type="http://schemas.openxmlformats.org/officeDocument/2006/relationships/image" Target="../media/image1981.png"/><Relationship Id="rId178" Type="http://schemas.openxmlformats.org/officeDocument/2006/relationships/image" Target="../media/image2002.png"/><Relationship Id="rId301" Type="http://schemas.openxmlformats.org/officeDocument/2006/relationships/customXml" Target="../ink/ink2098.xml"/><Relationship Id="rId343" Type="http://schemas.openxmlformats.org/officeDocument/2006/relationships/customXml" Target="../ink/ink2120.xml"/><Relationship Id="rId550" Type="http://schemas.openxmlformats.org/officeDocument/2006/relationships/customXml" Target="../ink/ink2225.xml"/><Relationship Id="rId82" Type="http://schemas.openxmlformats.org/officeDocument/2006/relationships/customXml" Target="../ink/ink1988.xml"/><Relationship Id="rId203" Type="http://schemas.openxmlformats.org/officeDocument/2006/relationships/customXml" Target="../ink/ink2049.xml"/><Relationship Id="rId385" Type="http://schemas.openxmlformats.org/officeDocument/2006/relationships/customXml" Target="../ink/ink2141.xml"/><Relationship Id="rId245" Type="http://schemas.openxmlformats.org/officeDocument/2006/relationships/customXml" Target="../ink/ink2070.xml"/><Relationship Id="rId287" Type="http://schemas.openxmlformats.org/officeDocument/2006/relationships/customXml" Target="../ink/ink2091.xml"/><Relationship Id="rId410" Type="http://schemas.openxmlformats.org/officeDocument/2006/relationships/image" Target="../media/image2114.png"/><Relationship Id="rId452" Type="http://schemas.openxmlformats.org/officeDocument/2006/relationships/image" Target="../media/image2135.png"/><Relationship Id="rId494" Type="http://schemas.openxmlformats.org/officeDocument/2006/relationships/image" Target="../media/image2156.png"/><Relationship Id="rId508" Type="http://schemas.openxmlformats.org/officeDocument/2006/relationships/customXml" Target="../ink/ink2203.xml"/><Relationship Id="rId105" Type="http://schemas.openxmlformats.org/officeDocument/2006/relationships/customXml" Target="../ink/ink2000.xml"/><Relationship Id="rId147" Type="http://schemas.openxmlformats.org/officeDocument/2006/relationships/customXml" Target="../ink/ink2021.xml"/><Relationship Id="rId312" Type="http://schemas.openxmlformats.org/officeDocument/2006/relationships/customXml" Target="../ink/ink2104.xml"/><Relationship Id="rId354" Type="http://schemas.openxmlformats.org/officeDocument/2006/relationships/image" Target="../media/image2086.png"/><Relationship Id="rId51" Type="http://schemas.openxmlformats.org/officeDocument/2006/relationships/image" Target="../media/image1943.png"/><Relationship Id="rId93" Type="http://schemas.openxmlformats.org/officeDocument/2006/relationships/customXml" Target="../ink/ink1994.xml"/><Relationship Id="rId189" Type="http://schemas.openxmlformats.org/officeDocument/2006/relationships/customXml" Target="../ink/ink2042.xml"/><Relationship Id="rId396" Type="http://schemas.openxmlformats.org/officeDocument/2006/relationships/image" Target="../media/image2107.png"/><Relationship Id="rId561" Type="http://schemas.openxmlformats.org/officeDocument/2006/relationships/image" Target="../media/image2186.png"/><Relationship Id="rId214" Type="http://schemas.openxmlformats.org/officeDocument/2006/relationships/image" Target="../media/image2020.png"/><Relationship Id="rId256" Type="http://schemas.openxmlformats.org/officeDocument/2006/relationships/image" Target="../media/image2040.png"/><Relationship Id="rId298" Type="http://schemas.openxmlformats.org/officeDocument/2006/relationships/image" Target="../media/image2059.png"/><Relationship Id="rId421" Type="http://schemas.openxmlformats.org/officeDocument/2006/relationships/customXml" Target="../ink/ink2159.xml"/><Relationship Id="rId463" Type="http://schemas.openxmlformats.org/officeDocument/2006/relationships/customXml" Target="../ink/ink2180.xml"/><Relationship Id="rId519" Type="http://schemas.openxmlformats.org/officeDocument/2006/relationships/image" Target="../media/image2167.png"/><Relationship Id="rId116" Type="http://schemas.openxmlformats.org/officeDocument/2006/relationships/image" Target="../media/image1971.png"/><Relationship Id="rId158" Type="http://schemas.openxmlformats.org/officeDocument/2006/relationships/image" Target="../media/image1992.png"/><Relationship Id="rId323" Type="http://schemas.openxmlformats.org/officeDocument/2006/relationships/customXml" Target="../ink/ink2110.xml"/><Relationship Id="rId530" Type="http://schemas.openxmlformats.org/officeDocument/2006/relationships/customXml" Target="../ink/ink2214.xml"/><Relationship Id="rId20" Type="http://schemas.openxmlformats.org/officeDocument/2006/relationships/customXml" Target="../ink/ink1957.xml"/><Relationship Id="rId62" Type="http://schemas.openxmlformats.org/officeDocument/2006/relationships/customXml" Target="../ink/ink1978.xml"/><Relationship Id="rId365" Type="http://schemas.openxmlformats.org/officeDocument/2006/relationships/customXml" Target="../ink/ink2131.xml"/><Relationship Id="rId572" Type="http://schemas.openxmlformats.org/officeDocument/2006/relationships/customXml" Target="../ink/ink2236.xml"/><Relationship Id="rId225" Type="http://schemas.openxmlformats.org/officeDocument/2006/relationships/customXml" Target="../ink/ink2060.xml"/><Relationship Id="rId267" Type="http://schemas.openxmlformats.org/officeDocument/2006/relationships/customXml" Target="../ink/ink2081.xml"/><Relationship Id="rId432" Type="http://schemas.openxmlformats.org/officeDocument/2006/relationships/image" Target="../media/image2125.png"/><Relationship Id="rId474" Type="http://schemas.openxmlformats.org/officeDocument/2006/relationships/image" Target="../media/image2146.png"/><Relationship Id="rId127" Type="http://schemas.openxmlformats.org/officeDocument/2006/relationships/customXml" Target="../ink/ink2011.xml"/><Relationship Id="rId31" Type="http://schemas.openxmlformats.org/officeDocument/2006/relationships/image" Target="../media/image1933.png"/><Relationship Id="rId73" Type="http://schemas.openxmlformats.org/officeDocument/2006/relationships/image" Target="../media/image1954.png"/><Relationship Id="rId169" Type="http://schemas.openxmlformats.org/officeDocument/2006/relationships/customXml" Target="../ink/ink2032.xml"/><Relationship Id="rId334" Type="http://schemas.openxmlformats.org/officeDocument/2006/relationships/image" Target="../media/image2076.png"/><Relationship Id="rId376" Type="http://schemas.openxmlformats.org/officeDocument/2006/relationships/image" Target="../media/image2097.png"/><Relationship Id="rId541" Type="http://schemas.openxmlformats.org/officeDocument/2006/relationships/image" Target="../media/image2176.png"/><Relationship Id="rId4" Type="http://schemas.openxmlformats.org/officeDocument/2006/relationships/customXml" Target="../ink/ink1949.xml"/><Relationship Id="rId180" Type="http://schemas.openxmlformats.org/officeDocument/2006/relationships/image" Target="../media/image2003.png"/><Relationship Id="rId236" Type="http://schemas.openxmlformats.org/officeDocument/2006/relationships/image" Target="../media/image2030.png"/><Relationship Id="rId278" Type="http://schemas.openxmlformats.org/officeDocument/2006/relationships/image" Target="../media/image2051.png"/><Relationship Id="rId401" Type="http://schemas.openxmlformats.org/officeDocument/2006/relationships/customXml" Target="../ink/ink2149.xml"/><Relationship Id="rId443" Type="http://schemas.openxmlformats.org/officeDocument/2006/relationships/customXml" Target="../ink/ink2170.xml"/><Relationship Id="rId303" Type="http://schemas.openxmlformats.org/officeDocument/2006/relationships/customXml" Target="../ink/ink2099.xml"/><Relationship Id="rId485" Type="http://schemas.openxmlformats.org/officeDocument/2006/relationships/customXml" Target="../ink/ink2191.xml"/><Relationship Id="rId42" Type="http://schemas.openxmlformats.org/officeDocument/2006/relationships/customXml" Target="../ink/ink1968.xml"/><Relationship Id="rId84" Type="http://schemas.openxmlformats.org/officeDocument/2006/relationships/customXml" Target="../ink/ink1989.xml"/><Relationship Id="rId138" Type="http://schemas.openxmlformats.org/officeDocument/2006/relationships/image" Target="../media/image1982.png"/><Relationship Id="rId345" Type="http://schemas.openxmlformats.org/officeDocument/2006/relationships/customXml" Target="../ink/ink2121.xml"/><Relationship Id="rId387" Type="http://schemas.openxmlformats.org/officeDocument/2006/relationships/customXml" Target="../ink/ink2142.xml"/><Relationship Id="rId510" Type="http://schemas.openxmlformats.org/officeDocument/2006/relationships/customXml" Target="../ink/ink2204.xml"/><Relationship Id="rId552" Type="http://schemas.openxmlformats.org/officeDocument/2006/relationships/customXml" Target="../ink/ink2226.xml"/><Relationship Id="rId191" Type="http://schemas.openxmlformats.org/officeDocument/2006/relationships/customXml" Target="../ink/ink2043.xml"/><Relationship Id="rId205" Type="http://schemas.openxmlformats.org/officeDocument/2006/relationships/customXml" Target="../ink/ink2050.xml"/><Relationship Id="rId247" Type="http://schemas.openxmlformats.org/officeDocument/2006/relationships/customXml" Target="../ink/ink2071.xml"/><Relationship Id="rId412" Type="http://schemas.openxmlformats.org/officeDocument/2006/relationships/image" Target="../media/image2115.png"/><Relationship Id="rId107" Type="http://schemas.openxmlformats.org/officeDocument/2006/relationships/customXml" Target="../ink/ink2001.xml"/><Relationship Id="rId289" Type="http://schemas.openxmlformats.org/officeDocument/2006/relationships/customXml" Target="../ink/ink2092.xml"/><Relationship Id="rId454" Type="http://schemas.openxmlformats.org/officeDocument/2006/relationships/image" Target="../media/image2136.png"/><Relationship Id="rId496" Type="http://schemas.openxmlformats.org/officeDocument/2006/relationships/image" Target="../media/image2157.png"/><Relationship Id="rId11" Type="http://schemas.openxmlformats.org/officeDocument/2006/relationships/image" Target="../media/image1923.png"/><Relationship Id="rId53" Type="http://schemas.openxmlformats.org/officeDocument/2006/relationships/image" Target="../media/image1944.png"/><Relationship Id="rId149" Type="http://schemas.openxmlformats.org/officeDocument/2006/relationships/customXml" Target="../ink/ink2022.xml"/><Relationship Id="rId314" Type="http://schemas.openxmlformats.org/officeDocument/2006/relationships/customXml" Target="../ink/ink2105.xml"/><Relationship Id="rId356" Type="http://schemas.openxmlformats.org/officeDocument/2006/relationships/image" Target="../media/image2087.png"/><Relationship Id="rId398" Type="http://schemas.openxmlformats.org/officeDocument/2006/relationships/image" Target="../media/image2108.png"/><Relationship Id="rId521" Type="http://schemas.openxmlformats.org/officeDocument/2006/relationships/image" Target="../media/image2168.png"/><Relationship Id="rId563" Type="http://schemas.openxmlformats.org/officeDocument/2006/relationships/image" Target="../media/image2187.png"/><Relationship Id="rId95" Type="http://schemas.openxmlformats.org/officeDocument/2006/relationships/customXml" Target="../ink/ink1995.xml"/><Relationship Id="rId160" Type="http://schemas.openxmlformats.org/officeDocument/2006/relationships/image" Target="../media/image1993.png"/><Relationship Id="rId216" Type="http://schemas.openxmlformats.org/officeDocument/2006/relationships/image" Target="../media/image155.png"/><Relationship Id="rId423" Type="http://schemas.openxmlformats.org/officeDocument/2006/relationships/customXml" Target="../ink/ink2160.xml"/><Relationship Id="rId258" Type="http://schemas.openxmlformats.org/officeDocument/2006/relationships/image" Target="../media/image2041.png"/><Relationship Id="rId465" Type="http://schemas.openxmlformats.org/officeDocument/2006/relationships/customXml" Target="../ink/ink2181.xml"/><Relationship Id="rId22" Type="http://schemas.openxmlformats.org/officeDocument/2006/relationships/customXml" Target="../ink/ink1958.xml"/><Relationship Id="rId64" Type="http://schemas.openxmlformats.org/officeDocument/2006/relationships/customXml" Target="../ink/ink1979.xml"/><Relationship Id="rId118" Type="http://schemas.openxmlformats.org/officeDocument/2006/relationships/image" Target="../media/image1972.png"/><Relationship Id="rId325" Type="http://schemas.openxmlformats.org/officeDocument/2006/relationships/customXml" Target="../ink/ink2111.xml"/><Relationship Id="rId367" Type="http://schemas.openxmlformats.org/officeDocument/2006/relationships/customXml" Target="../ink/ink2132.xml"/><Relationship Id="rId532" Type="http://schemas.openxmlformats.org/officeDocument/2006/relationships/customXml" Target="../ink/ink2215.xml"/><Relationship Id="rId574" Type="http://schemas.openxmlformats.org/officeDocument/2006/relationships/customXml" Target="../ink/ink2237.xml"/><Relationship Id="rId171" Type="http://schemas.openxmlformats.org/officeDocument/2006/relationships/customXml" Target="../ink/ink2033.xml"/><Relationship Id="rId227" Type="http://schemas.openxmlformats.org/officeDocument/2006/relationships/customXml" Target="../ink/ink2061.xml"/><Relationship Id="rId269" Type="http://schemas.openxmlformats.org/officeDocument/2006/relationships/customXml" Target="../ink/ink2082.xml"/><Relationship Id="rId434" Type="http://schemas.openxmlformats.org/officeDocument/2006/relationships/image" Target="../media/image2126.png"/><Relationship Id="rId476" Type="http://schemas.openxmlformats.org/officeDocument/2006/relationships/image" Target="../media/image2147.png"/><Relationship Id="rId33" Type="http://schemas.openxmlformats.org/officeDocument/2006/relationships/image" Target="../media/image1934.png"/><Relationship Id="rId129" Type="http://schemas.openxmlformats.org/officeDocument/2006/relationships/customXml" Target="../ink/ink2012.xml"/><Relationship Id="rId280" Type="http://schemas.openxmlformats.org/officeDocument/2006/relationships/image" Target="../media/image2052.png"/><Relationship Id="rId336" Type="http://schemas.openxmlformats.org/officeDocument/2006/relationships/image" Target="../media/image2077.png"/><Relationship Id="rId501" Type="http://schemas.openxmlformats.org/officeDocument/2006/relationships/image" Target="../media/image1481.png"/><Relationship Id="rId543" Type="http://schemas.openxmlformats.org/officeDocument/2006/relationships/image" Target="../media/image2177.png"/><Relationship Id="rId75" Type="http://schemas.openxmlformats.org/officeDocument/2006/relationships/image" Target="../media/image1955.png"/><Relationship Id="rId140" Type="http://schemas.openxmlformats.org/officeDocument/2006/relationships/image" Target="../media/image1983.png"/><Relationship Id="rId182" Type="http://schemas.openxmlformats.org/officeDocument/2006/relationships/image" Target="../media/image2004.png"/><Relationship Id="rId378" Type="http://schemas.openxmlformats.org/officeDocument/2006/relationships/image" Target="../media/image2098.png"/><Relationship Id="rId403" Type="http://schemas.openxmlformats.org/officeDocument/2006/relationships/customXml" Target="../ink/ink2150.xml"/><Relationship Id="rId6" Type="http://schemas.openxmlformats.org/officeDocument/2006/relationships/customXml" Target="../ink/ink1950.xml"/><Relationship Id="rId238" Type="http://schemas.openxmlformats.org/officeDocument/2006/relationships/image" Target="../media/image2031.png"/><Relationship Id="rId445" Type="http://schemas.openxmlformats.org/officeDocument/2006/relationships/customXml" Target="../ink/ink2171.xml"/><Relationship Id="rId487" Type="http://schemas.openxmlformats.org/officeDocument/2006/relationships/customXml" Target="../ink/ink2192.xml"/><Relationship Id="rId291" Type="http://schemas.openxmlformats.org/officeDocument/2006/relationships/customXml" Target="../ink/ink2093.xml"/><Relationship Id="rId305" Type="http://schemas.openxmlformats.org/officeDocument/2006/relationships/image" Target="../media/image2062.png"/><Relationship Id="rId347" Type="http://schemas.openxmlformats.org/officeDocument/2006/relationships/customXml" Target="../ink/ink2122.xml"/><Relationship Id="rId512" Type="http://schemas.openxmlformats.org/officeDocument/2006/relationships/customXml" Target="../ink/ink2205.xml"/><Relationship Id="rId44" Type="http://schemas.openxmlformats.org/officeDocument/2006/relationships/customXml" Target="../ink/ink1969.xml"/><Relationship Id="rId86" Type="http://schemas.openxmlformats.org/officeDocument/2006/relationships/image" Target="../media/image1912.png"/><Relationship Id="rId151" Type="http://schemas.openxmlformats.org/officeDocument/2006/relationships/customXml" Target="../ink/ink2023.xml"/><Relationship Id="rId389" Type="http://schemas.openxmlformats.org/officeDocument/2006/relationships/customXml" Target="../ink/ink2143.xml"/><Relationship Id="rId554" Type="http://schemas.openxmlformats.org/officeDocument/2006/relationships/customXml" Target="../ink/ink2227.xml"/><Relationship Id="rId193" Type="http://schemas.openxmlformats.org/officeDocument/2006/relationships/customXml" Target="../ink/ink2044.xml"/><Relationship Id="rId207" Type="http://schemas.openxmlformats.org/officeDocument/2006/relationships/customXml" Target="../ink/ink2051.xml"/><Relationship Id="rId249" Type="http://schemas.openxmlformats.org/officeDocument/2006/relationships/customXml" Target="../ink/ink2072.xml"/><Relationship Id="rId414" Type="http://schemas.openxmlformats.org/officeDocument/2006/relationships/image" Target="../media/image2116.png"/><Relationship Id="rId456" Type="http://schemas.openxmlformats.org/officeDocument/2006/relationships/image" Target="../media/image2137.png"/><Relationship Id="rId498" Type="http://schemas.openxmlformats.org/officeDocument/2006/relationships/image" Target="../media/image2158.png"/><Relationship Id="rId13" Type="http://schemas.openxmlformats.org/officeDocument/2006/relationships/image" Target="../media/image1924.png"/><Relationship Id="rId109" Type="http://schemas.openxmlformats.org/officeDocument/2006/relationships/customXml" Target="../ink/ink2002.xml"/><Relationship Id="rId260" Type="http://schemas.openxmlformats.org/officeDocument/2006/relationships/image" Target="../media/image2042.png"/><Relationship Id="rId316" Type="http://schemas.openxmlformats.org/officeDocument/2006/relationships/customXml" Target="../ink/ink2106.xml"/><Relationship Id="rId523" Type="http://schemas.openxmlformats.org/officeDocument/2006/relationships/image" Target="../media/image2169.png"/><Relationship Id="rId55" Type="http://schemas.openxmlformats.org/officeDocument/2006/relationships/image" Target="../media/image1945.png"/><Relationship Id="rId97" Type="http://schemas.openxmlformats.org/officeDocument/2006/relationships/customXml" Target="../ink/ink1996.xml"/><Relationship Id="rId120" Type="http://schemas.openxmlformats.org/officeDocument/2006/relationships/image" Target="../media/image1973.png"/><Relationship Id="rId358" Type="http://schemas.openxmlformats.org/officeDocument/2006/relationships/image" Target="../media/image2088.png"/><Relationship Id="rId565" Type="http://schemas.openxmlformats.org/officeDocument/2006/relationships/image" Target="../media/image2188.png"/><Relationship Id="rId162" Type="http://schemas.openxmlformats.org/officeDocument/2006/relationships/image" Target="../media/image1994.png"/><Relationship Id="rId218" Type="http://schemas.openxmlformats.org/officeDocument/2006/relationships/image" Target="../media/image2021.png"/><Relationship Id="rId425" Type="http://schemas.openxmlformats.org/officeDocument/2006/relationships/customXml" Target="../ink/ink2161.xml"/><Relationship Id="rId467" Type="http://schemas.openxmlformats.org/officeDocument/2006/relationships/customXml" Target="../ink/ink2182.xml"/><Relationship Id="rId271" Type="http://schemas.openxmlformats.org/officeDocument/2006/relationships/customXml" Target="../ink/ink2083.xml"/><Relationship Id="rId24" Type="http://schemas.openxmlformats.org/officeDocument/2006/relationships/customXml" Target="../ink/ink1959.xml"/><Relationship Id="rId66" Type="http://schemas.openxmlformats.org/officeDocument/2006/relationships/customXml" Target="../ink/ink1980.xml"/><Relationship Id="rId131" Type="http://schemas.openxmlformats.org/officeDocument/2006/relationships/customXml" Target="../ink/ink2013.xml"/><Relationship Id="rId327" Type="http://schemas.openxmlformats.org/officeDocument/2006/relationships/customXml" Target="../ink/ink2112.xml"/><Relationship Id="rId369" Type="http://schemas.openxmlformats.org/officeDocument/2006/relationships/customXml" Target="../ink/ink2133.xml"/><Relationship Id="rId534" Type="http://schemas.openxmlformats.org/officeDocument/2006/relationships/customXml" Target="../ink/ink2216.xml"/><Relationship Id="rId173" Type="http://schemas.openxmlformats.org/officeDocument/2006/relationships/customXml" Target="../ink/ink2034.xml"/><Relationship Id="rId229" Type="http://schemas.openxmlformats.org/officeDocument/2006/relationships/customXml" Target="../ink/ink2062.xml"/><Relationship Id="rId380" Type="http://schemas.openxmlformats.org/officeDocument/2006/relationships/image" Target="../media/image2099.png"/><Relationship Id="rId436" Type="http://schemas.openxmlformats.org/officeDocument/2006/relationships/image" Target="../media/image2127.png"/><Relationship Id="rId240" Type="http://schemas.openxmlformats.org/officeDocument/2006/relationships/image" Target="../media/image2032.png"/><Relationship Id="rId478" Type="http://schemas.openxmlformats.org/officeDocument/2006/relationships/image" Target="../media/image2148.png"/><Relationship Id="rId35" Type="http://schemas.openxmlformats.org/officeDocument/2006/relationships/image" Target="../media/image1935.png"/><Relationship Id="rId77" Type="http://schemas.openxmlformats.org/officeDocument/2006/relationships/image" Target="../media/image1956.png"/><Relationship Id="rId100" Type="http://schemas.openxmlformats.org/officeDocument/2006/relationships/image" Target="../media/image1963.png"/><Relationship Id="rId282" Type="http://schemas.openxmlformats.org/officeDocument/2006/relationships/image" Target="../media/image2053.png"/><Relationship Id="rId338" Type="http://schemas.openxmlformats.org/officeDocument/2006/relationships/image" Target="../media/image2078.png"/><Relationship Id="rId503" Type="http://schemas.openxmlformats.org/officeDocument/2006/relationships/image" Target="../media/image2159.png"/><Relationship Id="rId545" Type="http://schemas.openxmlformats.org/officeDocument/2006/relationships/image" Target="../media/image2178.png"/><Relationship Id="rId8" Type="http://schemas.openxmlformats.org/officeDocument/2006/relationships/customXml" Target="../ink/ink1951.xml"/><Relationship Id="rId142" Type="http://schemas.openxmlformats.org/officeDocument/2006/relationships/image" Target="../media/image1984.png"/><Relationship Id="rId184" Type="http://schemas.openxmlformats.org/officeDocument/2006/relationships/image" Target="../media/image2005.png"/><Relationship Id="rId391" Type="http://schemas.openxmlformats.org/officeDocument/2006/relationships/customXml" Target="../ink/ink2144.xml"/><Relationship Id="rId405" Type="http://schemas.openxmlformats.org/officeDocument/2006/relationships/customXml" Target="../ink/ink2151.xml"/><Relationship Id="rId447" Type="http://schemas.openxmlformats.org/officeDocument/2006/relationships/customXml" Target="../ink/ink2172.xml"/><Relationship Id="rId251" Type="http://schemas.openxmlformats.org/officeDocument/2006/relationships/customXml" Target="../ink/ink2073.xml"/><Relationship Id="rId489" Type="http://schemas.openxmlformats.org/officeDocument/2006/relationships/customXml" Target="../ink/ink2193.xml"/><Relationship Id="rId46" Type="http://schemas.openxmlformats.org/officeDocument/2006/relationships/customXml" Target="../ink/ink1970.xml"/><Relationship Id="rId293" Type="http://schemas.openxmlformats.org/officeDocument/2006/relationships/customXml" Target="../ink/ink2094.xml"/><Relationship Id="rId307" Type="http://schemas.openxmlformats.org/officeDocument/2006/relationships/image" Target="../media/image2063.png"/><Relationship Id="rId349" Type="http://schemas.openxmlformats.org/officeDocument/2006/relationships/customXml" Target="../ink/ink2123.xml"/><Relationship Id="rId514" Type="http://schemas.openxmlformats.org/officeDocument/2006/relationships/customXml" Target="../ink/ink2206.xml"/><Relationship Id="rId556" Type="http://schemas.openxmlformats.org/officeDocument/2006/relationships/customXml" Target="../ink/ink2228.xml"/><Relationship Id="rId88" Type="http://schemas.openxmlformats.org/officeDocument/2006/relationships/image" Target="../media/image1892.png"/><Relationship Id="rId111" Type="http://schemas.openxmlformats.org/officeDocument/2006/relationships/customXml" Target="../ink/ink2003.xml"/><Relationship Id="rId153" Type="http://schemas.openxmlformats.org/officeDocument/2006/relationships/customXml" Target="../ink/ink2024.xml"/><Relationship Id="rId195" Type="http://schemas.openxmlformats.org/officeDocument/2006/relationships/customXml" Target="../ink/ink2045.xml"/><Relationship Id="rId209" Type="http://schemas.openxmlformats.org/officeDocument/2006/relationships/customXml" Target="../ink/ink2052.xml"/><Relationship Id="rId360" Type="http://schemas.openxmlformats.org/officeDocument/2006/relationships/image" Target="../media/image2089.png"/><Relationship Id="rId416" Type="http://schemas.openxmlformats.org/officeDocument/2006/relationships/image" Target="../media/image2117.png"/><Relationship Id="rId220" Type="http://schemas.openxmlformats.org/officeDocument/2006/relationships/image" Target="../media/image2022.png"/><Relationship Id="rId458" Type="http://schemas.openxmlformats.org/officeDocument/2006/relationships/image" Target="../media/image2138.png"/><Relationship Id="rId15" Type="http://schemas.openxmlformats.org/officeDocument/2006/relationships/image" Target="../media/image1925.png"/><Relationship Id="rId57" Type="http://schemas.openxmlformats.org/officeDocument/2006/relationships/image" Target="../media/image1946.png"/><Relationship Id="rId262" Type="http://schemas.openxmlformats.org/officeDocument/2006/relationships/image" Target="../media/image2043.png"/><Relationship Id="rId318" Type="http://schemas.openxmlformats.org/officeDocument/2006/relationships/image" Target="../media/image2068.png"/><Relationship Id="rId525" Type="http://schemas.openxmlformats.org/officeDocument/2006/relationships/image" Target="../media/image2170.png"/><Relationship Id="rId567" Type="http://schemas.openxmlformats.org/officeDocument/2006/relationships/image" Target="../media/image2189.png"/><Relationship Id="rId99" Type="http://schemas.openxmlformats.org/officeDocument/2006/relationships/customXml" Target="../ink/ink1997.xml"/><Relationship Id="rId122" Type="http://schemas.openxmlformats.org/officeDocument/2006/relationships/image" Target="../media/image1974.png"/><Relationship Id="rId164" Type="http://schemas.openxmlformats.org/officeDocument/2006/relationships/image" Target="../media/image1995.png"/><Relationship Id="rId371" Type="http://schemas.openxmlformats.org/officeDocument/2006/relationships/customXml" Target="../ink/ink2134.xml"/><Relationship Id="rId427" Type="http://schemas.openxmlformats.org/officeDocument/2006/relationships/customXml" Target="../ink/ink2162.xml"/><Relationship Id="rId469" Type="http://schemas.openxmlformats.org/officeDocument/2006/relationships/customXml" Target="../ink/ink2183.xml"/><Relationship Id="rId26" Type="http://schemas.openxmlformats.org/officeDocument/2006/relationships/customXml" Target="../ink/ink1960.xml"/><Relationship Id="rId231" Type="http://schemas.openxmlformats.org/officeDocument/2006/relationships/customXml" Target="../ink/ink2063.xml"/><Relationship Id="rId273" Type="http://schemas.openxmlformats.org/officeDocument/2006/relationships/customXml" Target="../ink/ink2084.xml"/><Relationship Id="rId329" Type="http://schemas.openxmlformats.org/officeDocument/2006/relationships/customXml" Target="../ink/ink2113.xml"/><Relationship Id="rId480" Type="http://schemas.openxmlformats.org/officeDocument/2006/relationships/image" Target="../media/image2149.png"/><Relationship Id="rId536" Type="http://schemas.openxmlformats.org/officeDocument/2006/relationships/image" Target="../media/image2174.png"/><Relationship Id="rId68" Type="http://schemas.openxmlformats.org/officeDocument/2006/relationships/customXml" Target="../ink/ink1981.xml"/><Relationship Id="rId133" Type="http://schemas.openxmlformats.org/officeDocument/2006/relationships/customXml" Target="../ink/ink2014.xml"/><Relationship Id="rId175" Type="http://schemas.openxmlformats.org/officeDocument/2006/relationships/customXml" Target="../ink/ink2035.xml"/><Relationship Id="rId340" Type="http://schemas.openxmlformats.org/officeDocument/2006/relationships/image" Target="../media/image2079.png"/><Relationship Id="rId200" Type="http://schemas.openxmlformats.org/officeDocument/2006/relationships/image" Target="../media/image2013.png"/><Relationship Id="rId382" Type="http://schemas.openxmlformats.org/officeDocument/2006/relationships/image" Target="../media/image2100.png"/><Relationship Id="rId438" Type="http://schemas.openxmlformats.org/officeDocument/2006/relationships/image" Target="../media/image2128.png"/><Relationship Id="rId242" Type="http://schemas.openxmlformats.org/officeDocument/2006/relationships/image" Target="../media/image2033.png"/><Relationship Id="rId284" Type="http://schemas.openxmlformats.org/officeDocument/2006/relationships/image" Target="../media/image1046.png"/><Relationship Id="rId491" Type="http://schemas.openxmlformats.org/officeDocument/2006/relationships/customXml" Target="../ink/ink2194.xml"/><Relationship Id="rId505" Type="http://schemas.openxmlformats.org/officeDocument/2006/relationships/image" Target="../media/image2160.png"/><Relationship Id="rId37" Type="http://schemas.openxmlformats.org/officeDocument/2006/relationships/image" Target="../media/image1936.png"/><Relationship Id="rId79" Type="http://schemas.openxmlformats.org/officeDocument/2006/relationships/image" Target="../media/image1957.png"/><Relationship Id="rId102" Type="http://schemas.openxmlformats.org/officeDocument/2006/relationships/image" Target="../media/image1964.png"/><Relationship Id="rId144" Type="http://schemas.openxmlformats.org/officeDocument/2006/relationships/image" Target="../media/image1985.png"/><Relationship Id="rId547" Type="http://schemas.openxmlformats.org/officeDocument/2006/relationships/image" Target="../media/image2179.png"/><Relationship Id="rId90" Type="http://schemas.openxmlformats.org/officeDocument/2006/relationships/image" Target="../media/image356.png"/><Relationship Id="rId186" Type="http://schemas.openxmlformats.org/officeDocument/2006/relationships/image" Target="../media/image2006.png"/><Relationship Id="rId351" Type="http://schemas.openxmlformats.org/officeDocument/2006/relationships/customXml" Target="../ink/ink2124.xml"/><Relationship Id="rId393" Type="http://schemas.openxmlformats.org/officeDocument/2006/relationships/customXml" Target="../ink/ink2145.xml"/><Relationship Id="rId407" Type="http://schemas.openxmlformats.org/officeDocument/2006/relationships/customXml" Target="../ink/ink2152.xml"/><Relationship Id="rId449" Type="http://schemas.openxmlformats.org/officeDocument/2006/relationships/customXml" Target="../ink/ink2173.xml"/><Relationship Id="rId211" Type="http://schemas.openxmlformats.org/officeDocument/2006/relationships/customXml" Target="../ink/ink2053.xml"/><Relationship Id="rId253" Type="http://schemas.openxmlformats.org/officeDocument/2006/relationships/customXml" Target="../ink/ink2074.xml"/><Relationship Id="rId295" Type="http://schemas.openxmlformats.org/officeDocument/2006/relationships/customXml" Target="../ink/ink2095.xml"/><Relationship Id="rId309" Type="http://schemas.openxmlformats.org/officeDocument/2006/relationships/image" Target="../media/image2064.png"/><Relationship Id="rId460" Type="http://schemas.openxmlformats.org/officeDocument/2006/relationships/image" Target="../media/image2139.png"/><Relationship Id="rId516" Type="http://schemas.openxmlformats.org/officeDocument/2006/relationships/customXml" Target="../ink/ink2207.xml"/><Relationship Id="rId48" Type="http://schemas.openxmlformats.org/officeDocument/2006/relationships/customXml" Target="../ink/ink1971.xml"/><Relationship Id="rId113" Type="http://schemas.openxmlformats.org/officeDocument/2006/relationships/customXml" Target="../ink/ink2004.xml"/><Relationship Id="rId320" Type="http://schemas.openxmlformats.org/officeDocument/2006/relationships/image" Target="../media/image2069.png"/><Relationship Id="rId558" Type="http://schemas.openxmlformats.org/officeDocument/2006/relationships/customXml" Target="../ink/ink2229.xml"/><Relationship Id="rId155" Type="http://schemas.openxmlformats.org/officeDocument/2006/relationships/customXml" Target="../ink/ink2025.xml"/><Relationship Id="rId197" Type="http://schemas.openxmlformats.org/officeDocument/2006/relationships/customXml" Target="../ink/ink2046.xml"/><Relationship Id="rId362" Type="http://schemas.openxmlformats.org/officeDocument/2006/relationships/image" Target="../media/image2090.png"/><Relationship Id="rId418" Type="http://schemas.openxmlformats.org/officeDocument/2006/relationships/image" Target="../media/image2118.png"/><Relationship Id="rId222" Type="http://schemas.openxmlformats.org/officeDocument/2006/relationships/image" Target="../media/image2023.png"/><Relationship Id="rId264" Type="http://schemas.openxmlformats.org/officeDocument/2006/relationships/image" Target="../media/image2044.png"/><Relationship Id="rId471" Type="http://schemas.openxmlformats.org/officeDocument/2006/relationships/customXml" Target="../ink/ink2184.xml"/><Relationship Id="rId17" Type="http://schemas.openxmlformats.org/officeDocument/2006/relationships/image" Target="../media/image1926.png"/><Relationship Id="rId59" Type="http://schemas.openxmlformats.org/officeDocument/2006/relationships/image" Target="../media/image1947.png"/><Relationship Id="rId124" Type="http://schemas.openxmlformats.org/officeDocument/2006/relationships/image" Target="../media/image1975.png"/><Relationship Id="rId527" Type="http://schemas.openxmlformats.org/officeDocument/2006/relationships/image" Target="../media/image2171.png"/><Relationship Id="rId569" Type="http://schemas.openxmlformats.org/officeDocument/2006/relationships/image" Target="../media/image2190.png"/><Relationship Id="rId70" Type="http://schemas.openxmlformats.org/officeDocument/2006/relationships/customXml" Target="../ink/ink1982.xml"/><Relationship Id="rId166" Type="http://schemas.openxmlformats.org/officeDocument/2006/relationships/image" Target="../media/image1996.png"/><Relationship Id="rId331" Type="http://schemas.openxmlformats.org/officeDocument/2006/relationships/customXml" Target="../ink/ink2114.xml"/><Relationship Id="rId373" Type="http://schemas.openxmlformats.org/officeDocument/2006/relationships/customXml" Target="../ink/ink2135.xml"/><Relationship Id="rId429" Type="http://schemas.openxmlformats.org/officeDocument/2006/relationships/customXml" Target="../ink/ink2163.xml"/><Relationship Id="rId1" Type="http://schemas.openxmlformats.org/officeDocument/2006/relationships/slideLayout" Target="../slideLayouts/slideLayout7.xml"/><Relationship Id="rId233" Type="http://schemas.openxmlformats.org/officeDocument/2006/relationships/customXml" Target="../ink/ink2064.xml"/><Relationship Id="rId440" Type="http://schemas.openxmlformats.org/officeDocument/2006/relationships/image" Target="../media/image2129.png"/><Relationship Id="rId28" Type="http://schemas.openxmlformats.org/officeDocument/2006/relationships/customXml" Target="../ink/ink1961.xml"/><Relationship Id="rId275" Type="http://schemas.openxmlformats.org/officeDocument/2006/relationships/customXml" Target="../ink/ink2085.xml"/><Relationship Id="rId300" Type="http://schemas.openxmlformats.org/officeDocument/2006/relationships/image" Target="../media/image2060.png"/><Relationship Id="rId482" Type="http://schemas.openxmlformats.org/officeDocument/2006/relationships/image" Target="../media/image2150.png"/><Relationship Id="rId538" Type="http://schemas.openxmlformats.org/officeDocument/2006/relationships/customXml" Target="../ink/ink2219.xml"/><Relationship Id="rId81" Type="http://schemas.openxmlformats.org/officeDocument/2006/relationships/image" Target="../media/image1958.png"/><Relationship Id="rId135" Type="http://schemas.openxmlformats.org/officeDocument/2006/relationships/customXml" Target="../ink/ink2015.xml"/><Relationship Id="rId177" Type="http://schemas.openxmlformats.org/officeDocument/2006/relationships/customXml" Target="../ink/ink2036.xml"/><Relationship Id="rId342" Type="http://schemas.openxmlformats.org/officeDocument/2006/relationships/image" Target="../media/image2080.png"/><Relationship Id="rId384" Type="http://schemas.openxmlformats.org/officeDocument/2006/relationships/image" Target="../media/image2101.png"/><Relationship Id="rId202" Type="http://schemas.openxmlformats.org/officeDocument/2006/relationships/image" Target="../media/image2014.png"/><Relationship Id="rId244" Type="http://schemas.openxmlformats.org/officeDocument/2006/relationships/image" Target="../media/image2034.png"/><Relationship Id="rId39" Type="http://schemas.openxmlformats.org/officeDocument/2006/relationships/image" Target="../media/image1937.png"/><Relationship Id="rId286" Type="http://schemas.openxmlformats.org/officeDocument/2006/relationships/image" Target="../media/image1047.png"/><Relationship Id="rId451" Type="http://schemas.openxmlformats.org/officeDocument/2006/relationships/customXml" Target="../ink/ink2174.xml"/><Relationship Id="rId493" Type="http://schemas.openxmlformats.org/officeDocument/2006/relationships/customXml" Target="../ink/ink2195.xml"/><Relationship Id="rId507" Type="http://schemas.openxmlformats.org/officeDocument/2006/relationships/image" Target="../media/image2161.png"/><Relationship Id="rId549" Type="http://schemas.openxmlformats.org/officeDocument/2006/relationships/image" Target="../media/image2180.png"/><Relationship Id="rId50" Type="http://schemas.openxmlformats.org/officeDocument/2006/relationships/customXml" Target="../ink/ink1972.xml"/><Relationship Id="rId104" Type="http://schemas.openxmlformats.org/officeDocument/2006/relationships/image" Target="../media/image1965.png"/><Relationship Id="rId146" Type="http://schemas.openxmlformats.org/officeDocument/2006/relationships/image" Target="../media/image1986.png"/><Relationship Id="rId188" Type="http://schemas.openxmlformats.org/officeDocument/2006/relationships/image" Target="../media/image2007.png"/><Relationship Id="rId311" Type="http://schemas.openxmlformats.org/officeDocument/2006/relationships/image" Target="../media/image2065.png"/><Relationship Id="rId353" Type="http://schemas.openxmlformats.org/officeDocument/2006/relationships/customXml" Target="../ink/ink2125.xml"/><Relationship Id="rId395" Type="http://schemas.openxmlformats.org/officeDocument/2006/relationships/customXml" Target="../ink/ink2146.xml"/><Relationship Id="rId409" Type="http://schemas.openxmlformats.org/officeDocument/2006/relationships/customXml" Target="../ink/ink2153.xml"/><Relationship Id="rId560" Type="http://schemas.openxmlformats.org/officeDocument/2006/relationships/customXml" Target="../ink/ink2230.xml"/><Relationship Id="rId92" Type="http://schemas.openxmlformats.org/officeDocument/2006/relationships/image" Target="../media/image1959.png"/><Relationship Id="rId213" Type="http://schemas.openxmlformats.org/officeDocument/2006/relationships/customXml" Target="../ink/ink2054.xml"/><Relationship Id="rId420" Type="http://schemas.openxmlformats.org/officeDocument/2006/relationships/image" Target="../media/image2119.png"/><Relationship Id="rId255" Type="http://schemas.openxmlformats.org/officeDocument/2006/relationships/customXml" Target="../ink/ink2075.xml"/><Relationship Id="rId297" Type="http://schemas.openxmlformats.org/officeDocument/2006/relationships/customXml" Target="../ink/ink2096.xml"/><Relationship Id="rId462" Type="http://schemas.openxmlformats.org/officeDocument/2006/relationships/image" Target="../media/image2140.png"/><Relationship Id="rId518" Type="http://schemas.openxmlformats.org/officeDocument/2006/relationships/customXml" Target="../ink/ink2208.xml"/><Relationship Id="rId115" Type="http://schemas.openxmlformats.org/officeDocument/2006/relationships/customXml" Target="../ink/ink2005.xml"/><Relationship Id="rId157" Type="http://schemas.openxmlformats.org/officeDocument/2006/relationships/customXml" Target="../ink/ink2026.xml"/><Relationship Id="rId322" Type="http://schemas.openxmlformats.org/officeDocument/2006/relationships/image" Target="../media/image2070.png"/><Relationship Id="rId364" Type="http://schemas.openxmlformats.org/officeDocument/2006/relationships/image" Target="../media/image2091.png"/><Relationship Id="rId61" Type="http://schemas.openxmlformats.org/officeDocument/2006/relationships/image" Target="../media/image1948.png"/><Relationship Id="rId199" Type="http://schemas.openxmlformats.org/officeDocument/2006/relationships/customXml" Target="../ink/ink2047.xml"/><Relationship Id="rId571" Type="http://schemas.openxmlformats.org/officeDocument/2006/relationships/image" Target="../media/image2191.png"/><Relationship Id="rId19" Type="http://schemas.openxmlformats.org/officeDocument/2006/relationships/image" Target="../media/image1927.png"/><Relationship Id="rId224" Type="http://schemas.openxmlformats.org/officeDocument/2006/relationships/image" Target="../media/image2024.png"/><Relationship Id="rId266" Type="http://schemas.openxmlformats.org/officeDocument/2006/relationships/image" Target="../media/image2045.png"/><Relationship Id="rId431" Type="http://schemas.openxmlformats.org/officeDocument/2006/relationships/customXml" Target="../ink/ink2164.xml"/><Relationship Id="rId473" Type="http://schemas.openxmlformats.org/officeDocument/2006/relationships/customXml" Target="../ink/ink2185.xml"/><Relationship Id="rId529" Type="http://schemas.openxmlformats.org/officeDocument/2006/relationships/image" Target="../media/image2172.png"/><Relationship Id="rId30" Type="http://schemas.openxmlformats.org/officeDocument/2006/relationships/customXml" Target="../ink/ink1962.xml"/><Relationship Id="rId126" Type="http://schemas.openxmlformats.org/officeDocument/2006/relationships/image" Target="../media/image1976.png"/><Relationship Id="rId168" Type="http://schemas.openxmlformats.org/officeDocument/2006/relationships/image" Target="../media/image1997.png"/><Relationship Id="rId333" Type="http://schemas.openxmlformats.org/officeDocument/2006/relationships/customXml" Target="../ink/ink2115.xml"/><Relationship Id="rId540" Type="http://schemas.openxmlformats.org/officeDocument/2006/relationships/customXml" Target="../ink/ink2220.xml"/><Relationship Id="rId72" Type="http://schemas.openxmlformats.org/officeDocument/2006/relationships/customXml" Target="../ink/ink1983.xml"/><Relationship Id="rId375" Type="http://schemas.openxmlformats.org/officeDocument/2006/relationships/customXml" Target="../ink/ink2136.xml"/><Relationship Id="rId3" Type="http://schemas.openxmlformats.org/officeDocument/2006/relationships/image" Target="../media/image1919.png"/><Relationship Id="rId235" Type="http://schemas.openxmlformats.org/officeDocument/2006/relationships/customXml" Target="../ink/ink2065.xml"/><Relationship Id="rId277" Type="http://schemas.openxmlformats.org/officeDocument/2006/relationships/customXml" Target="../ink/ink2086.xml"/><Relationship Id="rId400" Type="http://schemas.openxmlformats.org/officeDocument/2006/relationships/image" Target="../media/image2109.png"/><Relationship Id="rId442" Type="http://schemas.openxmlformats.org/officeDocument/2006/relationships/image" Target="../media/image2130.png"/><Relationship Id="rId484" Type="http://schemas.openxmlformats.org/officeDocument/2006/relationships/image" Target="../media/image2151.png"/><Relationship Id="rId137" Type="http://schemas.openxmlformats.org/officeDocument/2006/relationships/customXml" Target="../ink/ink2016.xml"/><Relationship Id="rId302" Type="http://schemas.openxmlformats.org/officeDocument/2006/relationships/image" Target="../media/image2061.png"/><Relationship Id="rId344" Type="http://schemas.openxmlformats.org/officeDocument/2006/relationships/image" Target="../media/image2081.png"/><Relationship Id="rId41" Type="http://schemas.openxmlformats.org/officeDocument/2006/relationships/image" Target="../media/image1938.png"/><Relationship Id="rId83" Type="http://schemas.openxmlformats.org/officeDocument/2006/relationships/image" Target="../media/image357.png"/><Relationship Id="rId179" Type="http://schemas.openxmlformats.org/officeDocument/2006/relationships/customXml" Target="../ink/ink2037.xml"/><Relationship Id="rId386" Type="http://schemas.openxmlformats.org/officeDocument/2006/relationships/image" Target="../media/image2102.png"/><Relationship Id="rId551" Type="http://schemas.openxmlformats.org/officeDocument/2006/relationships/image" Target="../media/image2181.png"/><Relationship Id="rId190" Type="http://schemas.openxmlformats.org/officeDocument/2006/relationships/image" Target="../media/image2008.png"/><Relationship Id="rId204" Type="http://schemas.openxmlformats.org/officeDocument/2006/relationships/image" Target="../media/image2015.png"/><Relationship Id="rId246" Type="http://schemas.openxmlformats.org/officeDocument/2006/relationships/image" Target="../media/image2035.png"/><Relationship Id="rId288" Type="http://schemas.openxmlformats.org/officeDocument/2006/relationships/image" Target="../media/image2054.png"/><Relationship Id="rId411" Type="http://schemas.openxmlformats.org/officeDocument/2006/relationships/customXml" Target="../ink/ink2154.xml"/><Relationship Id="rId453" Type="http://schemas.openxmlformats.org/officeDocument/2006/relationships/customXml" Target="../ink/ink2175.xml"/><Relationship Id="rId509" Type="http://schemas.openxmlformats.org/officeDocument/2006/relationships/image" Target="../media/image2162.png"/><Relationship Id="rId106" Type="http://schemas.openxmlformats.org/officeDocument/2006/relationships/image" Target="../media/image1966.png"/><Relationship Id="rId313" Type="http://schemas.openxmlformats.org/officeDocument/2006/relationships/image" Target="../media/image2066.png"/><Relationship Id="rId495" Type="http://schemas.openxmlformats.org/officeDocument/2006/relationships/customXml" Target="../ink/ink2196.xml"/><Relationship Id="rId10" Type="http://schemas.openxmlformats.org/officeDocument/2006/relationships/customXml" Target="../ink/ink1952.xml"/><Relationship Id="rId52" Type="http://schemas.openxmlformats.org/officeDocument/2006/relationships/customXml" Target="../ink/ink1973.xml"/><Relationship Id="rId94" Type="http://schemas.openxmlformats.org/officeDocument/2006/relationships/image" Target="../media/image1960.png"/><Relationship Id="rId148" Type="http://schemas.openxmlformats.org/officeDocument/2006/relationships/image" Target="../media/image1987.png"/><Relationship Id="rId355" Type="http://schemas.openxmlformats.org/officeDocument/2006/relationships/customXml" Target="../ink/ink2126.xml"/><Relationship Id="rId397" Type="http://schemas.openxmlformats.org/officeDocument/2006/relationships/customXml" Target="../ink/ink2147.xml"/><Relationship Id="rId520" Type="http://schemas.openxmlformats.org/officeDocument/2006/relationships/customXml" Target="../ink/ink2209.xml"/><Relationship Id="rId562" Type="http://schemas.openxmlformats.org/officeDocument/2006/relationships/customXml" Target="../ink/ink2231.xml"/><Relationship Id="rId215" Type="http://schemas.openxmlformats.org/officeDocument/2006/relationships/customXml" Target="../ink/ink2055.xml"/><Relationship Id="rId257" Type="http://schemas.openxmlformats.org/officeDocument/2006/relationships/customXml" Target="../ink/ink2076.xml"/><Relationship Id="rId422" Type="http://schemas.openxmlformats.org/officeDocument/2006/relationships/image" Target="../media/image2120.png"/><Relationship Id="rId464" Type="http://schemas.openxmlformats.org/officeDocument/2006/relationships/image" Target="../media/image2141.png"/><Relationship Id="rId299" Type="http://schemas.openxmlformats.org/officeDocument/2006/relationships/customXml" Target="../ink/ink2097.xml"/><Relationship Id="rId63" Type="http://schemas.openxmlformats.org/officeDocument/2006/relationships/image" Target="../media/image1949.png"/><Relationship Id="rId159" Type="http://schemas.openxmlformats.org/officeDocument/2006/relationships/customXml" Target="../ink/ink2027.xml"/><Relationship Id="rId366" Type="http://schemas.openxmlformats.org/officeDocument/2006/relationships/image" Target="../media/image2092.png"/><Relationship Id="rId573" Type="http://schemas.openxmlformats.org/officeDocument/2006/relationships/image" Target="../media/image2192.png"/><Relationship Id="rId226" Type="http://schemas.openxmlformats.org/officeDocument/2006/relationships/image" Target="../media/image2025.png"/><Relationship Id="rId433" Type="http://schemas.openxmlformats.org/officeDocument/2006/relationships/customXml" Target="../ink/ink2165.xml"/><Relationship Id="rId74" Type="http://schemas.openxmlformats.org/officeDocument/2006/relationships/customXml" Target="../ink/ink1984.xml"/><Relationship Id="rId377" Type="http://schemas.openxmlformats.org/officeDocument/2006/relationships/customXml" Target="../ink/ink2137.xml"/><Relationship Id="rId500" Type="http://schemas.openxmlformats.org/officeDocument/2006/relationships/customXml" Target="../ink/ink2199.xml"/><Relationship Id="rId5" Type="http://schemas.openxmlformats.org/officeDocument/2006/relationships/image" Target="../media/image1920.png"/><Relationship Id="rId237" Type="http://schemas.openxmlformats.org/officeDocument/2006/relationships/customXml" Target="../ink/ink2066.xml"/><Relationship Id="rId444" Type="http://schemas.openxmlformats.org/officeDocument/2006/relationships/image" Target="../media/image2131.png"/><Relationship Id="rId290" Type="http://schemas.openxmlformats.org/officeDocument/2006/relationships/image" Target="../media/image2055.png"/><Relationship Id="rId304" Type="http://schemas.openxmlformats.org/officeDocument/2006/relationships/customXml" Target="../ink/ink2100.xml"/><Relationship Id="rId388" Type="http://schemas.openxmlformats.org/officeDocument/2006/relationships/image" Target="../media/image2103.png"/><Relationship Id="rId511" Type="http://schemas.openxmlformats.org/officeDocument/2006/relationships/image" Target="../media/image2163.png"/><Relationship Id="rId85" Type="http://schemas.openxmlformats.org/officeDocument/2006/relationships/customXml" Target="../ink/ink1990.xml"/><Relationship Id="rId150" Type="http://schemas.openxmlformats.org/officeDocument/2006/relationships/image" Target="../media/image1988.png"/><Relationship Id="rId248" Type="http://schemas.openxmlformats.org/officeDocument/2006/relationships/image" Target="../media/image2036.png"/><Relationship Id="rId455" Type="http://schemas.openxmlformats.org/officeDocument/2006/relationships/customXml" Target="../ink/ink2176.xml"/><Relationship Id="rId12" Type="http://schemas.openxmlformats.org/officeDocument/2006/relationships/customXml" Target="../ink/ink1953.xml"/><Relationship Id="rId108" Type="http://schemas.openxmlformats.org/officeDocument/2006/relationships/image" Target="../media/image1967.png"/><Relationship Id="rId315" Type="http://schemas.openxmlformats.org/officeDocument/2006/relationships/image" Target="../media/image2067.png"/><Relationship Id="rId522" Type="http://schemas.openxmlformats.org/officeDocument/2006/relationships/customXml" Target="../ink/ink2210.xml"/><Relationship Id="rId96" Type="http://schemas.openxmlformats.org/officeDocument/2006/relationships/image" Target="../media/image1961.png"/><Relationship Id="rId161" Type="http://schemas.openxmlformats.org/officeDocument/2006/relationships/customXml" Target="../ink/ink2028.xml"/><Relationship Id="rId399" Type="http://schemas.openxmlformats.org/officeDocument/2006/relationships/customXml" Target="../ink/ink2148.xml"/><Relationship Id="rId259" Type="http://schemas.openxmlformats.org/officeDocument/2006/relationships/customXml" Target="../ink/ink2077.xml"/><Relationship Id="rId466" Type="http://schemas.openxmlformats.org/officeDocument/2006/relationships/image" Target="../media/image2142.png"/><Relationship Id="rId23" Type="http://schemas.openxmlformats.org/officeDocument/2006/relationships/image" Target="../media/image1929.png"/><Relationship Id="rId119" Type="http://schemas.openxmlformats.org/officeDocument/2006/relationships/customXml" Target="../ink/ink2007.xml"/><Relationship Id="rId326" Type="http://schemas.openxmlformats.org/officeDocument/2006/relationships/image" Target="../media/image2072.png"/><Relationship Id="rId533" Type="http://schemas.openxmlformats.org/officeDocument/2006/relationships/image" Target="../media/image1883.png"/><Relationship Id="rId172" Type="http://schemas.openxmlformats.org/officeDocument/2006/relationships/image" Target="../media/image1999.png"/><Relationship Id="rId477" Type="http://schemas.openxmlformats.org/officeDocument/2006/relationships/customXml" Target="../ink/ink2187.xml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248.png"/><Relationship Id="rId299" Type="http://schemas.openxmlformats.org/officeDocument/2006/relationships/image" Target="../media/image2339.png"/><Relationship Id="rId21" Type="http://schemas.openxmlformats.org/officeDocument/2006/relationships/image" Target="../media/image2201.png"/><Relationship Id="rId63" Type="http://schemas.openxmlformats.org/officeDocument/2006/relationships/image" Target="../media/image2222.png"/><Relationship Id="rId159" Type="http://schemas.openxmlformats.org/officeDocument/2006/relationships/image" Target="../media/image2269.png"/><Relationship Id="rId324" Type="http://schemas.openxmlformats.org/officeDocument/2006/relationships/customXml" Target="../ink/ink2399.xml"/><Relationship Id="rId170" Type="http://schemas.openxmlformats.org/officeDocument/2006/relationships/customXml" Target="../ink/ink2322.xml"/><Relationship Id="rId226" Type="http://schemas.openxmlformats.org/officeDocument/2006/relationships/customXml" Target="../ink/ink2350.xml"/><Relationship Id="rId268" Type="http://schemas.openxmlformats.org/officeDocument/2006/relationships/customXml" Target="../ink/ink2371.xml"/><Relationship Id="rId32" Type="http://schemas.openxmlformats.org/officeDocument/2006/relationships/customXml" Target="../ink/ink2253.xml"/><Relationship Id="rId74" Type="http://schemas.openxmlformats.org/officeDocument/2006/relationships/customXml" Target="../ink/ink2274.xml"/><Relationship Id="rId128" Type="http://schemas.openxmlformats.org/officeDocument/2006/relationships/customXml" Target="../ink/ink2301.xml"/><Relationship Id="rId5" Type="http://schemas.openxmlformats.org/officeDocument/2006/relationships/image" Target="../media/image2194.png"/><Relationship Id="rId181" Type="http://schemas.openxmlformats.org/officeDocument/2006/relationships/image" Target="../media/image2280.png"/><Relationship Id="rId237" Type="http://schemas.openxmlformats.org/officeDocument/2006/relationships/image" Target="../media/image2308.png"/><Relationship Id="rId279" Type="http://schemas.openxmlformats.org/officeDocument/2006/relationships/image" Target="../media/image2329.png"/><Relationship Id="rId43" Type="http://schemas.openxmlformats.org/officeDocument/2006/relationships/image" Target="../media/image2212.png"/><Relationship Id="rId139" Type="http://schemas.openxmlformats.org/officeDocument/2006/relationships/image" Target="../media/image2259.png"/><Relationship Id="rId290" Type="http://schemas.openxmlformats.org/officeDocument/2006/relationships/customXml" Target="../ink/ink2382.xml"/><Relationship Id="rId304" Type="http://schemas.openxmlformats.org/officeDocument/2006/relationships/customXml" Target="../ink/ink2389.xml"/><Relationship Id="rId85" Type="http://schemas.openxmlformats.org/officeDocument/2006/relationships/image" Target="../media/image2233.png"/><Relationship Id="rId150" Type="http://schemas.openxmlformats.org/officeDocument/2006/relationships/customXml" Target="../ink/ink2312.xml"/><Relationship Id="rId192" Type="http://schemas.openxmlformats.org/officeDocument/2006/relationships/customXml" Target="../ink/ink2333.xml"/><Relationship Id="rId206" Type="http://schemas.openxmlformats.org/officeDocument/2006/relationships/customXml" Target="../ink/ink2340.xml"/><Relationship Id="rId248" Type="http://schemas.openxmlformats.org/officeDocument/2006/relationships/customXml" Target="../ink/ink2361.xml"/><Relationship Id="rId12" Type="http://schemas.openxmlformats.org/officeDocument/2006/relationships/customXml" Target="../ink/ink2243.xml"/><Relationship Id="rId108" Type="http://schemas.openxmlformats.org/officeDocument/2006/relationships/customXml" Target="../ink/ink2291.xml"/><Relationship Id="rId315" Type="http://schemas.openxmlformats.org/officeDocument/2006/relationships/image" Target="../media/image2347.png"/><Relationship Id="rId54" Type="http://schemas.openxmlformats.org/officeDocument/2006/relationships/customXml" Target="../ink/ink2264.xml"/><Relationship Id="rId96" Type="http://schemas.openxmlformats.org/officeDocument/2006/relationships/customXml" Target="../ink/ink2285.xml"/><Relationship Id="rId161" Type="http://schemas.openxmlformats.org/officeDocument/2006/relationships/image" Target="../media/image2270.png"/><Relationship Id="rId217" Type="http://schemas.openxmlformats.org/officeDocument/2006/relationships/image" Target="../media/image2298.png"/><Relationship Id="rId259" Type="http://schemas.openxmlformats.org/officeDocument/2006/relationships/image" Target="../media/image2319.png"/><Relationship Id="rId23" Type="http://schemas.openxmlformats.org/officeDocument/2006/relationships/image" Target="../media/image2202.png"/><Relationship Id="rId119" Type="http://schemas.openxmlformats.org/officeDocument/2006/relationships/image" Target="../media/image2249.png"/><Relationship Id="rId270" Type="http://schemas.openxmlformats.org/officeDocument/2006/relationships/customXml" Target="../ink/ink2372.xml"/><Relationship Id="rId326" Type="http://schemas.openxmlformats.org/officeDocument/2006/relationships/customXml" Target="../ink/ink2400.xml"/><Relationship Id="rId65" Type="http://schemas.openxmlformats.org/officeDocument/2006/relationships/image" Target="../media/image2223.png"/><Relationship Id="rId130" Type="http://schemas.openxmlformats.org/officeDocument/2006/relationships/customXml" Target="../ink/ink2302.xml"/><Relationship Id="rId172" Type="http://schemas.openxmlformats.org/officeDocument/2006/relationships/customXml" Target="../ink/ink2323.xml"/><Relationship Id="rId228" Type="http://schemas.openxmlformats.org/officeDocument/2006/relationships/customXml" Target="../ink/ink2351.xml"/><Relationship Id="rId281" Type="http://schemas.openxmlformats.org/officeDocument/2006/relationships/image" Target="../media/image2330.png"/><Relationship Id="rId34" Type="http://schemas.openxmlformats.org/officeDocument/2006/relationships/customXml" Target="../ink/ink2254.xml"/><Relationship Id="rId76" Type="http://schemas.openxmlformats.org/officeDocument/2006/relationships/customXml" Target="../ink/ink2275.xml"/><Relationship Id="rId141" Type="http://schemas.openxmlformats.org/officeDocument/2006/relationships/image" Target="../media/image2260.png"/><Relationship Id="rId7" Type="http://schemas.openxmlformats.org/officeDocument/2006/relationships/image" Target="../media/image2195.png"/><Relationship Id="rId183" Type="http://schemas.openxmlformats.org/officeDocument/2006/relationships/image" Target="../media/image2281.png"/><Relationship Id="rId239" Type="http://schemas.openxmlformats.org/officeDocument/2006/relationships/image" Target="../media/image2309.png"/><Relationship Id="rId250" Type="http://schemas.openxmlformats.org/officeDocument/2006/relationships/customXml" Target="../ink/ink2362.xml"/><Relationship Id="rId292" Type="http://schemas.openxmlformats.org/officeDocument/2006/relationships/customXml" Target="../ink/ink2383.xml"/><Relationship Id="rId306" Type="http://schemas.openxmlformats.org/officeDocument/2006/relationships/customXml" Target="../ink/ink2390.xml"/><Relationship Id="rId24" Type="http://schemas.openxmlformats.org/officeDocument/2006/relationships/customXml" Target="../ink/ink2249.xml"/><Relationship Id="rId45" Type="http://schemas.openxmlformats.org/officeDocument/2006/relationships/image" Target="../media/image2213.png"/><Relationship Id="rId66" Type="http://schemas.openxmlformats.org/officeDocument/2006/relationships/customXml" Target="../ink/ink2270.xml"/><Relationship Id="rId87" Type="http://schemas.openxmlformats.org/officeDocument/2006/relationships/image" Target="../media/image2234.png"/><Relationship Id="rId110" Type="http://schemas.openxmlformats.org/officeDocument/2006/relationships/customXml" Target="../ink/ink2292.xml"/><Relationship Id="rId131" Type="http://schemas.openxmlformats.org/officeDocument/2006/relationships/image" Target="../media/image2255.png"/><Relationship Id="rId327" Type="http://schemas.openxmlformats.org/officeDocument/2006/relationships/image" Target="../media/image2353.png"/><Relationship Id="rId152" Type="http://schemas.openxmlformats.org/officeDocument/2006/relationships/customXml" Target="../ink/ink2313.xml"/><Relationship Id="rId173" Type="http://schemas.openxmlformats.org/officeDocument/2006/relationships/image" Target="../media/image2276.png"/><Relationship Id="rId194" Type="http://schemas.openxmlformats.org/officeDocument/2006/relationships/customXml" Target="../ink/ink2334.xml"/><Relationship Id="rId208" Type="http://schemas.openxmlformats.org/officeDocument/2006/relationships/customXml" Target="../ink/ink2341.xml"/><Relationship Id="rId229" Type="http://schemas.openxmlformats.org/officeDocument/2006/relationships/image" Target="../media/image2304.png"/><Relationship Id="rId240" Type="http://schemas.openxmlformats.org/officeDocument/2006/relationships/customXml" Target="../ink/ink2357.xml"/><Relationship Id="rId261" Type="http://schemas.openxmlformats.org/officeDocument/2006/relationships/image" Target="../media/image2320.png"/><Relationship Id="rId14" Type="http://schemas.openxmlformats.org/officeDocument/2006/relationships/customXml" Target="../ink/ink2244.xml"/><Relationship Id="rId35" Type="http://schemas.openxmlformats.org/officeDocument/2006/relationships/image" Target="../media/image2208.png"/><Relationship Id="rId56" Type="http://schemas.openxmlformats.org/officeDocument/2006/relationships/customXml" Target="../ink/ink2265.xml"/><Relationship Id="rId77" Type="http://schemas.openxmlformats.org/officeDocument/2006/relationships/image" Target="../media/image2229.png"/><Relationship Id="rId100" Type="http://schemas.openxmlformats.org/officeDocument/2006/relationships/customXml" Target="../ink/ink2287.xml"/><Relationship Id="rId282" Type="http://schemas.openxmlformats.org/officeDocument/2006/relationships/customXml" Target="../ink/ink2378.xml"/><Relationship Id="rId317" Type="http://schemas.openxmlformats.org/officeDocument/2006/relationships/image" Target="../media/image2348.png"/><Relationship Id="rId8" Type="http://schemas.openxmlformats.org/officeDocument/2006/relationships/customXml" Target="../ink/ink2241.xml"/><Relationship Id="rId98" Type="http://schemas.openxmlformats.org/officeDocument/2006/relationships/customXml" Target="../ink/ink2286.xml"/><Relationship Id="rId121" Type="http://schemas.openxmlformats.org/officeDocument/2006/relationships/image" Target="../media/image2250.png"/><Relationship Id="rId142" Type="http://schemas.openxmlformats.org/officeDocument/2006/relationships/customXml" Target="../ink/ink2308.xml"/><Relationship Id="rId163" Type="http://schemas.openxmlformats.org/officeDocument/2006/relationships/image" Target="../media/image2271.png"/><Relationship Id="rId184" Type="http://schemas.openxmlformats.org/officeDocument/2006/relationships/customXml" Target="../ink/ink2329.xml"/><Relationship Id="rId219" Type="http://schemas.openxmlformats.org/officeDocument/2006/relationships/image" Target="../media/image2299.png"/><Relationship Id="rId230" Type="http://schemas.openxmlformats.org/officeDocument/2006/relationships/customXml" Target="../ink/ink2352.xml"/><Relationship Id="rId251" Type="http://schemas.openxmlformats.org/officeDocument/2006/relationships/image" Target="../media/image2315.png"/><Relationship Id="rId25" Type="http://schemas.openxmlformats.org/officeDocument/2006/relationships/image" Target="../media/image2203.png"/><Relationship Id="rId46" Type="http://schemas.openxmlformats.org/officeDocument/2006/relationships/customXml" Target="../ink/ink2260.xml"/><Relationship Id="rId67" Type="http://schemas.openxmlformats.org/officeDocument/2006/relationships/image" Target="../media/image2224.png"/><Relationship Id="rId272" Type="http://schemas.openxmlformats.org/officeDocument/2006/relationships/customXml" Target="../ink/ink2373.xml"/><Relationship Id="rId293" Type="http://schemas.openxmlformats.org/officeDocument/2006/relationships/image" Target="../media/image2336.png"/><Relationship Id="rId307" Type="http://schemas.openxmlformats.org/officeDocument/2006/relationships/image" Target="../media/image2343.png"/><Relationship Id="rId328" Type="http://schemas.openxmlformats.org/officeDocument/2006/relationships/customXml" Target="../ink/ink2401.xml"/><Relationship Id="rId88" Type="http://schemas.openxmlformats.org/officeDocument/2006/relationships/customXml" Target="../ink/ink2281.xml"/><Relationship Id="rId111" Type="http://schemas.openxmlformats.org/officeDocument/2006/relationships/image" Target="../media/image2245.png"/><Relationship Id="rId132" Type="http://schemas.openxmlformats.org/officeDocument/2006/relationships/customXml" Target="../ink/ink2303.xml"/><Relationship Id="rId153" Type="http://schemas.openxmlformats.org/officeDocument/2006/relationships/image" Target="../media/image2266.png"/><Relationship Id="rId174" Type="http://schemas.openxmlformats.org/officeDocument/2006/relationships/customXml" Target="../ink/ink2324.xml"/><Relationship Id="rId195" Type="http://schemas.openxmlformats.org/officeDocument/2006/relationships/image" Target="../media/image2287.png"/><Relationship Id="rId209" Type="http://schemas.openxmlformats.org/officeDocument/2006/relationships/image" Target="../media/image2294.png"/><Relationship Id="rId220" Type="http://schemas.openxmlformats.org/officeDocument/2006/relationships/customXml" Target="../ink/ink2347.xml"/><Relationship Id="rId241" Type="http://schemas.openxmlformats.org/officeDocument/2006/relationships/image" Target="../media/image2310.png"/><Relationship Id="rId15" Type="http://schemas.openxmlformats.org/officeDocument/2006/relationships/image" Target="../media/image2198.png"/><Relationship Id="rId36" Type="http://schemas.openxmlformats.org/officeDocument/2006/relationships/customXml" Target="../ink/ink2255.xml"/><Relationship Id="rId57" Type="http://schemas.openxmlformats.org/officeDocument/2006/relationships/image" Target="../media/image2219.png"/><Relationship Id="rId262" Type="http://schemas.openxmlformats.org/officeDocument/2006/relationships/customXml" Target="../ink/ink2368.xml"/><Relationship Id="rId283" Type="http://schemas.openxmlformats.org/officeDocument/2006/relationships/image" Target="../media/image2331.png"/><Relationship Id="rId318" Type="http://schemas.openxmlformats.org/officeDocument/2006/relationships/customXml" Target="../ink/ink2396.xml"/><Relationship Id="rId78" Type="http://schemas.openxmlformats.org/officeDocument/2006/relationships/customXml" Target="../ink/ink2276.xml"/><Relationship Id="rId99" Type="http://schemas.openxmlformats.org/officeDocument/2006/relationships/image" Target="../media/image2239.png"/><Relationship Id="rId101" Type="http://schemas.openxmlformats.org/officeDocument/2006/relationships/image" Target="../media/image2240.png"/><Relationship Id="rId122" Type="http://schemas.openxmlformats.org/officeDocument/2006/relationships/customXml" Target="../ink/ink2298.xml"/><Relationship Id="rId143" Type="http://schemas.openxmlformats.org/officeDocument/2006/relationships/image" Target="../media/image2261.png"/><Relationship Id="rId164" Type="http://schemas.openxmlformats.org/officeDocument/2006/relationships/customXml" Target="../ink/ink2319.xml"/><Relationship Id="rId185" Type="http://schemas.openxmlformats.org/officeDocument/2006/relationships/image" Target="../media/image2282.png"/><Relationship Id="rId9" Type="http://schemas.openxmlformats.org/officeDocument/2006/relationships/image" Target="../media/image2196.png"/><Relationship Id="rId210" Type="http://schemas.openxmlformats.org/officeDocument/2006/relationships/customXml" Target="../ink/ink2342.xml"/><Relationship Id="rId26" Type="http://schemas.openxmlformats.org/officeDocument/2006/relationships/customXml" Target="../ink/ink2250.xml"/><Relationship Id="rId231" Type="http://schemas.openxmlformats.org/officeDocument/2006/relationships/image" Target="../media/image2305.png"/><Relationship Id="rId252" Type="http://schemas.openxmlformats.org/officeDocument/2006/relationships/customXml" Target="../ink/ink2363.xml"/><Relationship Id="rId273" Type="http://schemas.openxmlformats.org/officeDocument/2006/relationships/image" Target="../media/image2326.png"/><Relationship Id="rId294" Type="http://schemas.openxmlformats.org/officeDocument/2006/relationships/customXml" Target="../ink/ink2384.xml"/><Relationship Id="rId308" Type="http://schemas.openxmlformats.org/officeDocument/2006/relationships/customXml" Target="../ink/ink2391.xml"/><Relationship Id="rId329" Type="http://schemas.openxmlformats.org/officeDocument/2006/relationships/image" Target="../media/image2354.png"/><Relationship Id="rId47" Type="http://schemas.openxmlformats.org/officeDocument/2006/relationships/image" Target="../media/image2214.png"/><Relationship Id="rId68" Type="http://schemas.openxmlformats.org/officeDocument/2006/relationships/customXml" Target="../ink/ink2271.xml"/><Relationship Id="rId89" Type="http://schemas.openxmlformats.org/officeDocument/2006/relationships/image" Target="../media/image2235.png"/><Relationship Id="rId112" Type="http://schemas.openxmlformats.org/officeDocument/2006/relationships/customXml" Target="../ink/ink2293.xml"/><Relationship Id="rId133" Type="http://schemas.openxmlformats.org/officeDocument/2006/relationships/image" Target="../media/image2256.png"/><Relationship Id="rId154" Type="http://schemas.openxmlformats.org/officeDocument/2006/relationships/customXml" Target="../ink/ink2314.xml"/><Relationship Id="rId175" Type="http://schemas.openxmlformats.org/officeDocument/2006/relationships/image" Target="../media/image2277.png"/><Relationship Id="rId196" Type="http://schemas.openxmlformats.org/officeDocument/2006/relationships/customXml" Target="../ink/ink2335.xml"/><Relationship Id="rId200" Type="http://schemas.openxmlformats.org/officeDocument/2006/relationships/customXml" Target="../ink/ink2337.xml"/><Relationship Id="rId16" Type="http://schemas.openxmlformats.org/officeDocument/2006/relationships/customXml" Target="../ink/ink2245.xml"/><Relationship Id="rId221" Type="http://schemas.openxmlformats.org/officeDocument/2006/relationships/image" Target="../media/image2300.png"/><Relationship Id="rId242" Type="http://schemas.openxmlformats.org/officeDocument/2006/relationships/customXml" Target="../ink/ink2358.xml"/><Relationship Id="rId263" Type="http://schemas.openxmlformats.org/officeDocument/2006/relationships/image" Target="../media/image2321.png"/><Relationship Id="rId284" Type="http://schemas.openxmlformats.org/officeDocument/2006/relationships/customXml" Target="../ink/ink2379.xml"/><Relationship Id="rId319" Type="http://schemas.openxmlformats.org/officeDocument/2006/relationships/image" Target="../media/image2349.png"/><Relationship Id="rId37" Type="http://schemas.openxmlformats.org/officeDocument/2006/relationships/image" Target="../media/image2209.png"/><Relationship Id="rId58" Type="http://schemas.openxmlformats.org/officeDocument/2006/relationships/customXml" Target="../ink/ink2266.xml"/><Relationship Id="rId79" Type="http://schemas.openxmlformats.org/officeDocument/2006/relationships/image" Target="../media/image2230.png"/><Relationship Id="rId102" Type="http://schemas.openxmlformats.org/officeDocument/2006/relationships/customXml" Target="../ink/ink2288.xml"/><Relationship Id="rId123" Type="http://schemas.openxmlformats.org/officeDocument/2006/relationships/image" Target="../media/image2251.png"/><Relationship Id="rId144" Type="http://schemas.openxmlformats.org/officeDocument/2006/relationships/customXml" Target="../ink/ink2309.xml"/><Relationship Id="rId330" Type="http://schemas.openxmlformats.org/officeDocument/2006/relationships/customXml" Target="../ink/ink2402.xml"/><Relationship Id="rId90" Type="http://schemas.openxmlformats.org/officeDocument/2006/relationships/customXml" Target="../ink/ink2282.xml"/><Relationship Id="rId165" Type="http://schemas.openxmlformats.org/officeDocument/2006/relationships/image" Target="../media/image2272.png"/><Relationship Id="rId186" Type="http://schemas.openxmlformats.org/officeDocument/2006/relationships/customXml" Target="../ink/ink2330.xml"/><Relationship Id="rId211" Type="http://schemas.openxmlformats.org/officeDocument/2006/relationships/image" Target="../media/image2295.png"/><Relationship Id="rId232" Type="http://schemas.openxmlformats.org/officeDocument/2006/relationships/customXml" Target="../ink/ink2353.xml"/><Relationship Id="rId253" Type="http://schemas.openxmlformats.org/officeDocument/2006/relationships/image" Target="../media/image2316.png"/><Relationship Id="rId274" Type="http://schemas.openxmlformats.org/officeDocument/2006/relationships/customXml" Target="../ink/ink2374.xml"/><Relationship Id="rId295" Type="http://schemas.openxmlformats.org/officeDocument/2006/relationships/image" Target="../media/image2337.png"/><Relationship Id="rId309" Type="http://schemas.openxmlformats.org/officeDocument/2006/relationships/image" Target="../media/image2344.png"/><Relationship Id="rId27" Type="http://schemas.openxmlformats.org/officeDocument/2006/relationships/image" Target="../media/image2204.png"/><Relationship Id="rId48" Type="http://schemas.openxmlformats.org/officeDocument/2006/relationships/customXml" Target="../ink/ink2261.xml"/><Relationship Id="rId69" Type="http://schemas.openxmlformats.org/officeDocument/2006/relationships/image" Target="../media/image2225.png"/><Relationship Id="rId113" Type="http://schemas.openxmlformats.org/officeDocument/2006/relationships/image" Target="../media/image2246.png"/><Relationship Id="rId134" Type="http://schemas.openxmlformats.org/officeDocument/2006/relationships/customXml" Target="../ink/ink2304.xml"/><Relationship Id="rId320" Type="http://schemas.openxmlformats.org/officeDocument/2006/relationships/customXml" Target="../ink/ink2397.xml"/><Relationship Id="rId80" Type="http://schemas.openxmlformats.org/officeDocument/2006/relationships/customXml" Target="../ink/ink2277.xml"/><Relationship Id="rId155" Type="http://schemas.openxmlformats.org/officeDocument/2006/relationships/image" Target="../media/image2267.png"/><Relationship Id="rId176" Type="http://schemas.openxmlformats.org/officeDocument/2006/relationships/customXml" Target="../ink/ink2325.xml"/><Relationship Id="rId197" Type="http://schemas.openxmlformats.org/officeDocument/2006/relationships/image" Target="../media/image2288.png"/><Relationship Id="rId201" Type="http://schemas.openxmlformats.org/officeDocument/2006/relationships/image" Target="../media/image2290.png"/><Relationship Id="rId222" Type="http://schemas.openxmlformats.org/officeDocument/2006/relationships/customXml" Target="../ink/ink2348.xml"/><Relationship Id="rId243" Type="http://schemas.openxmlformats.org/officeDocument/2006/relationships/image" Target="../media/image2311.png"/><Relationship Id="rId264" Type="http://schemas.openxmlformats.org/officeDocument/2006/relationships/customXml" Target="../ink/ink2369.xml"/><Relationship Id="rId285" Type="http://schemas.openxmlformats.org/officeDocument/2006/relationships/image" Target="../media/image2332.png"/><Relationship Id="rId17" Type="http://schemas.openxmlformats.org/officeDocument/2006/relationships/image" Target="../media/image2199.png"/><Relationship Id="rId38" Type="http://schemas.openxmlformats.org/officeDocument/2006/relationships/customXml" Target="../ink/ink2256.xml"/><Relationship Id="rId59" Type="http://schemas.openxmlformats.org/officeDocument/2006/relationships/image" Target="../media/image2220.png"/><Relationship Id="rId103" Type="http://schemas.openxmlformats.org/officeDocument/2006/relationships/image" Target="../media/image2241.png"/><Relationship Id="rId124" Type="http://schemas.openxmlformats.org/officeDocument/2006/relationships/customXml" Target="../ink/ink2299.xml"/><Relationship Id="rId310" Type="http://schemas.openxmlformats.org/officeDocument/2006/relationships/customXml" Target="../ink/ink2392.xml"/><Relationship Id="rId70" Type="http://schemas.openxmlformats.org/officeDocument/2006/relationships/customXml" Target="../ink/ink2272.xml"/><Relationship Id="rId91" Type="http://schemas.openxmlformats.org/officeDocument/2006/relationships/image" Target="../media/image2236.png"/><Relationship Id="rId145" Type="http://schemas.openxmlformats.org/officeDocument/2006/relationships/image" Target="../media/image2262.png"/><Relationship Id="rId166" Type="http://schemas.openxmlformats.org/officeDocument/2006/relationships/customXml" Target="../ink/ink2320.xml"/><Relationship Id="rId187" Type="http://schemas.openxmlformats.org/officeDocument/2006/relationships/image" Target="../media/image2283.png"/><Relationship Id="rId331" Type="http://schemas.openxmlformats.org/officeDocument/2006/relationships/image" Target="../media/image2355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343.xml"/><Relationship Id="rId233" Type="http://schemas.openxmlformats.org/officeDocument/2006/relationships/image" Target="../media/image2306.png"/><Relationship Id="rId254" Type="http://schemas.openxmlformats.org/officeDocument/2006/relationships/customXml" Target="../ink/ink2364.xml"/><Relationship Id="rId28" Type="http://schemas.openxmlformats.org/officeDocument/2006/relationships/customXml" Target="../ink/ink2251.xml"/><Relationship Id="rId49" Type="http://schemas.openxmlformats.org/officeDocument/2006/relationships/image" Target="../media/image2215.png"/><Relationship Id="rId114" Type="http://schemas.openxmlformats.org/officeDocument/2006/relationships/customXml" Target="../ink/ink2294.xml"/><Relationship Id="rId275" Type="http://schemas.openxmlformats.org/officeDocument/2006/relationships/image" Target="../media/image2327.png"/><Relationship Id="rId296" Type="http://schemas.openxmlformats.org/officeDocument/2006/relationships/customXml" Target="../ink/ink2385.xml"/><Relationship Id="rId300" Type="http://schemas.openxmlformats.org/officeDocument/2006/relationships/customXml" Target="../ink/ink2387.xml"/><Relationship Id="rId60" Type="http://schemas.openxmlformats.org/officeDocument/2006/relationships/customXml" Target="../ink/ink2267.xml"/><Relationship Id="rId81" Type="http://schemas.openxmlformats.org/officeDocument/2006/relationships/image" Target="../media/image2231.png"/><Relationship Id="rId135" Type="http://schemas.openxmlformats.org/officeDocument/2006/relationships/image" Target="../media/image2257.png"/><Relationship Id="rId156" Type="http://schemas.openxmlformats.org/officeDocument/2006/relationships/customXml" Target="../ink/ink2315.xml"/><Relationship Id="rId177" Type="http://schemas.openxmlformats.org/officeDocument/2006/relationships/image" Target="../media/image2278.png"/><Relationship Id="rId198" Type="http://schemas.openxmlformats.org/officeDocument/2006/relationships/customXml" Target="../ink/ink2336.xml"/><Relationship Id="rId321" Type="http://schemas.openxmlformats.org/officeDocument/2006/relationships/image" Target="../media/image2350.png"/><Relationship Id="rId202" Type="http://schemas.openxmlformats.org/officeDocument/2006/relationships/customXml" Target="../ink/ink2338.xml"/><Relationship Id="rId223" Type="http://schemas.openxmlformats.org/officeDocument/2006/relationships/image" Target="../media/image2301.png"/><Relationship Id="rId244" Type="http://schemas.openxmlformats.org/officeDocument/2006/relationships/customXml" Target="../ink/ink2359.xml"/><Relationship Id="rId18" Type="http://schemas.openxmlformats.org/officeDocument/2006/relationships/customXml" Target="../ink/ink2246.xml"/><Relationship Id="rId39" Type="http://schemas.openxmlformats.org/officeDocument/2006/relationships/image" Target="../media/image2210.png"/><Relationship Id="rId265" Type="http://schemas.openxmlformats.org/officeDocument/2006/relationships/image" Target="../media/image2322.png"/><Relationship Id="rId286" Type="http://schemas.openxmlformats.org/officeDocument/2006/relationships/customXml" Target="../ink/ink2380.xml"/><Relationship Id="rId50" Type="http://schemas.openxmlformats.org/officeDocument/2006/relationships/customXml" Target="../ink/ink2262.xml"/><Relationship Id="rId104" Type="http://schemas.openxmlformats.org/officeDocument/2006/relationships/customXml" Target="../ink/ink2289.xml"/><Relationship Id="rId125" Type="http://schemas.openxmlformats.org/officeDocument/2006/relationships/image" Target="../media/image2252.png"/><Relationship Id="rId146" Type="http://schemas.openxmlformats.org/officeDocument/2006/relationships/customXml" Target="../ink/ink2310.xml"/><Relationship Id="rId167" Type="http://schemas.openxmlformats.org/officeDocument/2006/relationships/image" Target="../media/image2273.png"/><Relationship Id="rId188" Type="http://schemas.openxmlformats.org/officeDocument/2006/relationships/customXml" Target="../ink/ink2331.xml"/><Relationship Id="rId311" Type="http://schemas.openxmlformats.org/officeDocument/2006/relationships/image" Target="../media/image2345.png"/><Relationship Id="rId332" Type="http://schemas.openxmlformats.org/officeDocument/2006/relationships/customXml" Target="../ink/ink2403.xml"/><Relationship Id="rId71" Type="http://schemas.openxmlformats.org/officeDocument/2006/relationships/image" Target="../media/image2226.png"/><Relationship Id="rId92" Type="http://schemas.openxmlformats.org/officeDocument/2006/relationships/customXml" Target="../ink/ink2283.xml"/><Relationship Id="rId213" Type="http://schemas.openxmlformats.org/officeDocument/2006/relationships/image" Target="../media/image2296.png"/><Relationship Id="rId234" Type="http://schemas.openxmlformats.org/officeDocument/2006/relationships/customXml" Target="../ink/ink2354.xml"/><Relationship Id="rId2" Type="http://schemas.openxmlformats.org/officeDocument/2006/relationships/customXml" Target="../ink/ink2238.xml"/><Relationship Id="rId29" Type="http://schemas.openxmlformats.org/officeDocument/2006/relationships/image" Target="../media/image2205.png"/><Relationship Id="rId255" Type="http://schemas.openxmlformats.org/officeDocument/2006/relationships/image" Target="../media/image2317.png"/><Relationship Id="rId276" Type="http://schemas.openxmlformats.org/officeDocument/2006/relationships/customXml" Target="../ink/ink2375.xml"/><Relationship Id="rId297" Type="http://schemas.openxmlformats.org/officeDocument/2006/relationships/image" Target="../media/image2338.png"/><Relationship Id="rId40" Type="http://schemas.openxmlformats.org/officeDocument/2006/relationships/customXml" Target="../ink/ink2257.xml"/><Relationship Id="rId115" Type="http://schemas.openxmlformats.org/officeDocument/2006/relationships/image" Target="../media/image2247.png"/><Relationship Id="rId136" Type="http://schemas.openxmlformats.org/officeDocument/2006/relationships/customXml" Target="../ink/ink2305.xml"/><Relationship Id="rId157" Type="http://schemas.openxmlformats.org/officeDocument/2006/relationships/image" Target="../media/image2268.png"/><Relationship Id="rId178" Type="http://schemas.openxmlformats.org/officeDocument/2006/relationships/customXml" Target="../ink/ink2326.xml"/><Relationship Id="rId301" Type="http://schemas.openxmlformats.org/officeDocument/2006/relationships/image" Target="../media/image2340.png"/><Relationship Id="rId322" Type="http://schemas.openxmlformats.org/officeDocument/2006/relationships/customXml" Target="../ink/ink2398.xml"/><Relationship Id="rId61" Type="http://schemas.openxmlformats.org/officeDocument/2006/relationships/image" Target="../media/image2221.png"/><Relationship Id="rId82" Type="http://schemas.openxmlformats.org/officeDocument/2006/relationships/customXml" Target="../ink/ink2278.xml"/><Relationship Id="rId199" Type="http://schemas.openxmlformats.org/officeDocument/2006/relationships/image" Target="../media/image2289.png"/><Relationship Id="rId203" Type="http://schemas.openxmlformats.org/officeDocument/2006/relationships/image" Target="../media/image2291.png"/><Relationship Id="rId19" Type="http://schemas.openxmlformats.org/officeDocument/2006/relationships/image" Target="../media/image2200.png"/><Relationship Id="rId224" Type="http://schemas.openxmlformats.org/officeDocument/2006/relationships/customXml" Target="../ink/ink2349.xml"/><Relationship Id="rId245" Type="http://schemas.openxmlformats.org/officeDocument/2006/relationships/image" Target="../media/image2312.png"/><Relationship Id="rId266" Type="http://schemas.openxmlformats.org/officeDocument/2006/relationships/customXml" Target="../ink/ink2370.xml"/><Relationship Id="rId287" Type="http://schemas.openxmlformats.org/officeDocument/2006/relationships/image" Target="../media/image2333.png"/><Relationship Id="rId30" Type="http://schemas.openxmlformats.org/officeDocument/2006/relationships/customXml" Target="../ink/ink2252.xml"/><Relationship Id="rId105" Type="http://schemas.openxmlformats.org/officeDocument/2006/relationships/image" Target="../media/image2242.png"/><Relationship Id="rId126" Type="http://schemas.openxmlformats.org/officeDocument/2006/relationships/customXml" Target="../ink/ink2300.xml"/><Relationship Id="rId147" Type="http://schemas.openxmlformats.org/officeDocument/2006/relationships/image" Target="../media/image2263.png"/><Relationship Id="rId168" Type="http://schemas.openxmlformats.org/officeDocument/2006/relationships/customXml" Target="../ink/ink2321.xml"/><Relationship Id="rId312" Type="http://schemas.openxmlformats.org/officeDocument/2006/relationships/customXml" Target="../ink/ink2393.xml"/><Relationship Id="rId333" Type="http://schemas.openxmlformats.org/officeDocument/2006/relationships/image" Target="../media/image2356.png"/><Relationship Id="rId51" Type="http://schemas.openxmlformats.org/officeDocument/2006/relationships/image" Target="../media/image2216.png"/><Relationship Id="rId72" Type="http://schemas.openxmlformats.org/officeDocument/2006/relationships/customXml" Target="../ink/ink2273.xml"/><Relationship Id="rId93" Type="http://schemas.openxmlformats.org/officeDocument/2006/relationships/image" Target="../media/image155.png"/><Relationship Id="rId189" Type="http://schemas.openxmlformats.org/officeDocument/2006/relationships/image" Target="../media/image2284.png"/><Relationship Id="rId3" Type="http://schemas.openxmlformats.org/officeDocument/2006/relationships/image" Target="../media/image2193.png"/><Relationship Id="rId214" Type="http://schemas.openxmlformats.org/officeDocument/2006/relationships/customXml" Target="../ink/ink2344.xml"/><Relationship Id="rId235" Type="http://schemas.openxmlformats.org/officeDocument/2006/relationships/image" Target="../media/image2307.png"/><Relationship Id="rId256" Type="http://schemas.openxmlformats.org/officeDocument/2006/relationships/customXml" Target="../ink/ink2365.xml"/><Relationship Id="rId277" Type="http://schemas.openxmlformats.org/officeDocument/2006/relationships/image" Target="../media/image2328.png"/><Relationship Id="rId298" Type="http://schemas.openxmlformats.org/officeDocument/2006/relationships/customXml" Target="../ink/ink2386.xml"/><Relationship Id="rId116" Type="http://schemas.openxmlformats.org/officeDocument/2006/relationships/customXml" Target="../ink/ink2295.xml"/><Relationship Id="rId137" Type="http://schemas.openxmlformats.org/officeDocument/2006/relationships/image" Target="../media/image2258.png"/><Relationship Id="rId158" Type="http://schemas.openxmlformats.org/officeDocument/2006/relationships/customXml" Target="../ink/ink2316.xml"/><Relationship Id="rId302" Type="http://schemas.openxmlformats.org/officeDocument/2006/relationships/customXml" Target="../ink/ink2388.xml"/><Relationship Id="rId323" Type="http://schemas.openxmlformats.org/officeDocument/2006/relationships/image" Target="../media/image2351.png"/><Relationship Id="rId20" Type="http://schemas.openxmlformats.org/officeDocument/2006/relationships/customXml" Target="../ink/ink2247.xml"/><Relationship Id="rId41" Type="http://schemas.openxmlformats.org/officeDocument/2006/relationships/image" Target="../media/image2211.png"/><Relationship Id="rId62" Type="http://schemas.openxmlformats.org/officeDocument/2006/relationships/customXml" Target="../ink/ink2268.xml"/><Relationship Id="rId83" Type="http://schemas.openxmlformats.org/officeDocument/2006/relationships/image" Target="../media/image2232.png"/><Relationship Id="rId179" Type="http://schemas.openxmlformats.org/officeDocument/2006/relationships/image" Target="../media/image2279.png"/><Relationship Id="rId190" Type="http://schemas.openxmlformats.org/officeDocument/2006/relationships/customXml" Target="../ink/ink2332.xml"/><Relationship Id="rId204" Type="http://schemas.openxmlformats.org/officeDocument/2006/relationships/customXml" Target="../ink/ink2339.xml"/><Relationship Id="rId225" Type="http://schemas.openxmlformats.org/officeDocument/2006/relationships/image" Target="../media/image2302.png"/><Relationship Id="rId246" Type="http://schemas.openxmlformats.org/officeDocument/2006/relationships/customXml" Target="../ink/ink2360.xml"/><Relationship Id="rId267" Type="http://schemas.openxmlformats.org/officeDocument/2006/relationships/image" Target="../media/image2323.png"/><Relationship Id="rId288" Type="http://schemas.openxmlformats.org/officeDocument/2006/relationships/customXml" Target="../ink/ink2381.xml"/><Relationship Id="rId106" Type="http://schemas.openxmlformats.org/officeDocument/2006/relationships/customXml" Target="../ink/ink2290.xml"/><Relationship Id="rId127" Type="http://schemas.openxmlformats.org/officeDocument/2006/relationships/image" Target="../media/image2253.png"/><Relationship Id="rId313" Type="http://schemas.openxmlformats.org/officeDocument/2006/relationships/image" Target="../media/image2346.png"/><Relationship Id="rId10" Type="http://schemas.openxmlformats.org/officeDocument/2006/relationships/customXml" Target="../ink/ink2242.xml"/><Relationship Id="rId31" Type="http://schemas.openxmlformats.org/officeDocument/2006/relationships/image" Target="../media/image2206.png"/><Relationship Id="rId52" Type="http://schemas.openxmlformats.org/officeDocument/2006/relationships/customXml" Target="../ink/ink2263.xml"/><Relationship Id="rId73" Type="http://schemas.openxmlformats.org/officeDocument/2006/relationships/image" Target="../media/image2227.png"/><Relationship Id="rId94" Type="http://schemas.openxmlformats.org/officeDocument/2006/relationships/customXml" Target="../ink/ink2284.xml"/><Relationship Id="rId148" Type="http://schemas.openxmlformats.org/officeDocument/2006/relationships/customXml" Target="../ink/ink2311.xml"/><Relationship Id="rId169" Type="http://schemas.openxmlformats.org/officeDocument/2006/relationships/image" Target="../media/image2274.png"/><Relationship Id="rId4" Type="http://schemas.openxmlformats.org/officeDocument/2006/relationships/customXml" Target="../ink/ink2239.xml"/><Relationship Id="rId180" Type="http://schemas.openxmlformats.org/officeDocument/2006/relationships/customXml" Target="../ink/ink2327.xml"/><Relationship Id="rId215" Type="http://schemas.openxmlformats.org/officeDocument/2006/relationships/image" Target="../media/image2297.png"/><Relationship Id="rId236" Type="http://schemas.openxmlformats.org/officeDocument/2006/relationships/customXml" Target="../ink/ink2355.xml"/><Relationship Id="rId257" Type="http://schemas.openxmlformats.org/officeDocument/2006/relationships/image" Target="../media/image2318.png"/><Relationship Id="rId278" Type="http://schemas.openxmlformats.org/officeDocument/2006/relationships/customXml" Target="../ink/ink2376.xml"/><Relationship Id="rId303" Type="http://schemas.openxmlformats.org/officeDocument/2006/relationships/image" Target="../media/image2341.png"/><Relationship Id="rId42" Type="http://schemas.openxmlformats.org/officeDocument/2006/relationships/customXml" Target="../ink/ink2258.xml"/><Relationship Id="rId84" Type="http://schemas.openxmlformats.org/officeDocument/2006/relationships/customXml" Target="../ink/ink2279.xml"/><Relationship Id="rId138" Type="http://schemas.openxmlformats.org/officeDocument/2006/relationships/customXml" Target="../ink/ink2306.xml"/><Relationship Id="rId191" Type="http://schemas.openxmlformats.org/officeDocument/2006/relationships/image" Target="../media/image2285.png"/><Relationship Id="rId205" Type="http://schemas.openxmlformats.org/officeDocument/2006/relationships/image" Target="../media/image2292.png"/><Relationship Id="rId247" Type="http://schemas.openxmlformats.org/officeDocument/2006/relationships/image" Target="../media/image2313.png"/><Relationship Id="rId107" Type="http://schemas.openxmlformats.org/officeDocument/2006/relationships/image" Target="../media/image2243.png"/><Relationship Id="rId289" Type="http://schemas.openxmlformats.org/officeDocument/2006/relationships/image" Target="../media/image2334.png"/><Relationship Id="rId11" Type="http://schemas.openxmlformats.org/officeDocument/2006/relationships/image" Target="../media/image2197.png"/><Relationship Id="rId53" Type="http://schemas.openxmlformats.org/officeDocument/2006/relationships/image" Target="../media/image2217.png"/><Relationship Id="rId149" Type="http://schemas.openxmlformats.org/officeDocument/2006/relationships/image" Target="../media/image2264.png"/><Relationship Id="rId314" Type="http://schemas.openxmlformats.org/officeDocument/2006/relationships/customXml" Target="../ink/ink2394.xml"/><Relationship Id="rId95" Type="http://schemas.openxmlformats.org/officeDocument/2006/relationships/image" Target="../media/image2237.png"/><Relationship Id="rId160" Type="http://schemas.openxmlformats.org/officeDocument/2006/relationships/customXml" Target="../ink/ink2317.xml"/><Relationship Id="rId216" Type="http://schemas.openxmlformats.org/officeDocument/2006/relationships/customXml" Target="../ink/ink2345.xml"/><Relationship Id="rId258" Type="http://schemas.openxmlformats.org/officeDocument/2006/relationships/customXml" Target="../ink/ink2366.xml"/><Relationship Id="rId22" Type="http://schemas.openxmlformats.org/officeDocument/2006/relationships/customXml" Target="../ink/ink2248.xml"/><Relationship Id="rId64" Type="http://schemas.openxmlformats.org/officeDocument/2006/relationships/customXml" Target="../ink/ink2269.xml"/><Relationship Id="rId118" Type="http://schemas.openxmlformats.org/officeDocument/2006/relationships/customXml" Target="../ink/ink2296.xml"/><Relationship Id="rId325" Type="http://schemas.openxmlformats.org/officeDocument/2006/relationships/image" Target="../media/image2352.png"/><Relationship Id="rId171" Type="http://schemas.openxmlformats.org/officeDocument/2006/relationships/image" Target="../media/image2275.png"/><Relationship Id="rId227" Type="http://schemas.openxmlformats.org/officeDocument/2006/relationships/image" Target="../media/image2303.png"/><Relationship Id="rId269" Type="http://schemas.openxmlformats.org/officeDocument/2006/relationships/image" Target="../media/image2324.png"/><Relationship Id="rId33" Type="http://schemas.openxmlformats.org/officeDocument/2006/relationships/image" Target="../media/image2207.png"/><Relationship Id="rId129" Type="http://schemas.openxmlformats.org/officeDocument/2006/relationships/image" Target="../media/image2254.png"/><Relationship Id="rId280" Type="http://schemas.openxmlformats.org/officeDocument/2006/relationships/customXml" Target="../ink/ink2377.xml"/><Relationship Id="rId75" Type="http://schemas.openxmlformats.org/officeDocument/2006/relationships/image" Target="../media/image2228.png"/><Relationship Id="rId140" Type="http://schemas.openxmlformats.org/officeDocument/2006/relationships/customXml" Target="../ink/ink2307.xml"/><Relationship Id="rId182" Type="http://schemas.openxmlformats.org/officeDocument/2006/relationships/customXml" Target="../ink/ink2328.xml"/><Relationship Id="rId6" Type="http://schemas.openxmlformats.org/officeDocument/2006/relationships/customXml" Target="../ink/ink2240.xml"/><Relationship Id="rId238" Type="http://schemas.openxmlformats.org/officeDocument/2006/relationships/customXml" Target="../ink/ink2356.xml"/><Relationship Id="rId291" Type="http://schemas.openxmlformats.org/officeDocument/2006/relationships/image" Target="../media/image2335.png"/><Relationship Id="rId305" Type="http://schemas.openxmlformats.org/officeDocument/2006/relationships/image" Target="../media/image2342.png"/><Relationship Id="rId44" Type="http://schemas.openxmlformats.org/officeDocument/2006/relationships/customXml" Target="../ink/ink2259.xml"/><Relationship Id="rId86" Type="http://schemas.openxmlformats.org/officeDocument/2006/relationships/customXml" Target="../ink/ink2280.xml"/><Relationship Id="rId151" Type="http://schemas.openxmlformats.org/officeDocument/2006/relationships/image" Target="../media/image2265.png"/><Relationship Id="rId193" Type="http://schemas.openxmlformats.org/officeDocument/2006/relationships/image" Target="../media/image2286.png"/><Relationship Id="rId207" Type="http://schemas.openxmlformats.org/officeDocument/2006/relationships/image" Target="../media/image2293.png"/><Relationship Id="rId249" Type="http://schemas.openxmlformats.org/officeDocument/2006/relationships/image" Target="../media/image2314.png"/><Relationship Id="rId13" Type="http://schemas.openxmlformats.org/officeDocument/2006/relationships/image" Target="../media/image1336.png"/><Relationship Id="rId109" Type="http://schemas.openxmlformats.org/officeDocument/2006/relationships/image" Target="../media/image2244.png"/><Relationship Id="rId260" Type="http://schemas.openxmlformats.org/officeDocument/2006/relationships/customXml" Target="../ink/ink2367.xml"/><Relationship Id="rId316" Type="http://schemas.openxmlformats.org/officeDocument/2006/relationships/customXml" Target="../ink/ink2395.xml"/><Relationship Id="rId55" Type="http://schemas.openxmlformats.org/officeDocument/2006/relationships/image" Target="../media/image2218.png"/><Relationship Id="rId97" Type="http://schemas.openxmlformats.org/officeDocument/2006/relationships/image" Target="../media/image2238.png"/><Relationship Id="rId120" Type="http://schemas.openxmlformats.org/officeDocument/2006/relationships/customXml" Target="../ink/ink2297.xml"/><Relationship Id="rId162" Type="http://schemas.openxmlformats.org/officeDocument/2006/relationships/customXml" Target="../ink/ink2318.xml"/><Relationship Id="rId218" Type="http://schemas.openxmlformats.org/officeDocument/2006/relationships/customXml" Target="../ink/ink2346.xml"/><Relationship Id="rId271" Type="http://schemas.openxmlformats.org/officeDocument/2006/relationships/image" Target="../media/image2325.png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413.png"/><Relationship Id="rId299" Type="http://schemas.openxmlformats.org/officeDocument/2006/relationships/customXml" Target="../ink/ink2553.xml"/><Relationship Id="rId21" Type="http://schemas.openxmlformats.org/officeDocument/2006/relationships/image" Target="../media/image2366.png"/><Relationship Id="rId63" Type="http://schemas.openxmlformats.org/officeDocument/2006/relationships/image" Target="../media/image2387.png"/><Relationship Id="rId159" Type="http://schemas.openxmlformats.org/officeDocument/2006/relationships/image" Target="../media/image2433.png"/><Relationship Id="rId324" Type="http://schemas.openxmlformats.org/officeDocument/2006/relationships/image" Target="../media/image2515.png"/><Relationship Id="rId366" Type="http://schemas.openxmlformats.org/officeDocument/2006/relationships/image" Target="../media/image1592.png"/><Relationship Id="rId170" Type="http://schemas.openxmlformats.org/officeDocument/2006/relationships/customXml" Target="../ink/ink2488.xml"/><Relationship Id="rId226" Type="http://schemas.openxmlformats.org/officeDocument/2006/relationships/customXml" Target="../ink/ink2516.xml"/><Relationship Id="rId268" Type="http://schemas.openxmlformats.org/officeDocument/2006/relationships/image" Target="../media/image2487.png"/><Relationship Id="rId32" Type="http://schemas.openxmlformats.org/officeDocument/2006/relationships/customXml" Target="../ink/ink2419.xml"/><Relationship Id="rId74" Type="http://schemas.openxmlformats.org/officeDocument/2006/relationships/customXml" Target="../ink/ink2440.xml"/><Relationship Id="rId128" Type="http://schemas.openxmlformats.org/officeDocument/2006/relationships/customXml" Target="../ink/ink2467.xml"/><Relationship Id="rId335" Type="http://schemas.openxmlformats.org/officeDocument/2006/relationships/customXml" Target="../ink/ink2571.xml"/><Relationship Id="rId377" Type="http://schemas.openxmlformats.org/officeDocument/2006/relationships/customXml" Target="../ink/ink2592.xml"/><Relationship Id="rId5" Type="http://schemas.openxmlformats.org/officeDocument/2006/relationships/image" Target="../media/image2358.png"/><Relationship Id="rId181" Type="http://schemas.openxmlformats.org/officeDocument/2006/relationships/image" Target="../media/image2444.png"/><Relationship Id="rId237" Type="http://schemas.openxmlformats.org/officeDocument/2006/relationships/image" Target="../media/image2472.png"/><Relationship Id="rId402" Type="http://schemas.openxmlformats.org/officeDocument/2006/relationships/image" Target="../media/image2553.png"/><Relationship Id="rId279" Type="http://schemas.openxmlformats.org/officeDocument/2006/relationships/customXml" Target="../ink/ink2543.xml"/><Relationship Id="rId43" Type="http://schemas.openxmlformats.org/officeDocument/2006/relationships/image" Target="../media/image2377.png"/><Relationship Id="rId139" Type="http://schemas.openxmlformats.org/officeDocument/2006/relationships/image" Target="../media/image2424.png"/><Relationship Id="rId290" Type="http://schemas.openxmlformats.org/officeDocument/2006/relationships/image" Target="../media/image2498.png"/><Relationship Id="rId304" Type="http://schemas.openxmlformats.org/officeDocument/2006/relationships/image" Target="../media/image2505.png"/><Relationship Id="rId346" Type="http://schemas.openxmlformats.org/officeDocument/2006/relationships/image" Target="../media/image2526.png"/><Relationship Id="rId388" Type="http://schemas.openxmlformats.org/officeDocument/2006/relationships/image" Target="../media/image2546.png"/><Relationship Id="rId85" Type="http://schemas.openxmlformats.org/officeDocument/2006/relationships/image" Target="../media/image2398.png"/><Relationship Id="rId150" Type="http://schemas.openxmlformats.org/officeDocument/2006/relationships/customXml" Target="../ink/ink2478.xml"/><Relationship Id="rId192" Type="http://schemas.openxmlformats.org/officeDocument/2006/relationships/customXml" Target="../ink/ink2499.xml"/><Relationship Id="rId206" Type="http://schemas.openxmlformats.org/officeDocument/2006/relationships/customXml" Target="../ink/ink2506.xml"/><Relationship Id="rId413" Type="http://schemas.openxmlformats.org/officeDocument/2006/relationships/customXml" Target="../ink/ink2610.xml"/><Relationship Id="rId248" Type="http://schemas.openxmlformats.org/officeDocument/2006/relationships/customXml" Target="../ink/ink2527.xml"/><Relationship Id="rId12" Type="http://schemas.openxmlformats.org/officeDocument/2006/relationships/customXml" Target="../ink/ink2409.xml"/><Relationship Id="rId108" Type="http://schemas.openxmlformats.org/officeDocument/2006/relationships/customXml" Target="../ink/ink2457.xml"/><Relationship Id="rId315" Type="http://schemas.openxmlformats.org/officeDocument/2006/relationships/customXml" Target="../ink/ink2561.xml"/><Relationship Id="rId357" Type="http://schemas.openxmlformats.org/officeDocument/2006/relationships/customXml" Target="../ink/ink2582.xml"/><Relationship Id="rId54" Type="http://schemas.openxmlformats.org/officeDocument/2006/relationships/customXml" Target="../ink/ink2430.xml"/><Relationship Id="rId96" Type="http://schemas.openxmlformats.org/officeDocument/2006/relationships/customXml" Target="../ink/ink2451.xml"/><Relationship Id="rId161" Type="http://schemas.openxmlformats.org/officeDocument/2006/relationships/image" Target="../media/image2434.png"/><Relationship Id="rId217" Type="http://schemas.openxmlformats.org/officeDocument/2006/relationships/image" Target="../media/image2462.png"/><Relationship Id="rId399" Type="http://schemas.openxmlformats.org/officeDocument/2006/relationships/customXml" Target="../ink/ink2603.xml"/><Relationship Id="rId259" Type="http://schemas.openxmlformats.org/officeDocument/2006/relationships/image" Target="../media/image2483.png"/><Relationship Id="rId424" Type="http://schemas.openxmlformats.org/officeDocument/2006/relationships/image" Target="../media/image2564.png"/><Relationship Id="rId23" Type="http://schemas.openxmlformats.org/officeDocument/2006/relationships/image" Target="../media/image2367.png"/><Relationship Id="rId119" Type="http://schemas.openxmlformats.org/officeDocument/2006/relationships/image" Target="../media/image2414.png"/><Relationship Id="rId270" Type="http://schemas.openxmlformats.org/officeDocument/2006/relationships/image" Target="../media/image2488.png"/><Relationship Id="rId326" Type="http://schemas.openxmlformats.org/officeDocument/2006/relationships/image" Target="../media/image2516.png"/><Relationship Id="rId65" Type="http://schemas.openxmlformats.org/officeDocument/2006/relationships/image" Target="../media/image2388.png"/><Relationship Id="rId130" Type="http://schemas.openxmlformats.org/officeDocument/2006/relationships/customXml" Target="../ink/ink2468.xml"/><Relationship Id="rId368" Type="http://schemas.openxmlformats.org/officeDocument/2006/relationships/image" Target="../media/image2536.png"/><Relationship Id="rId172" Type="http://schemas.openxmlformats.org/officeDocument/2006/relationships/customXml" Target="../ink/ink2489.xml"/><Relationship Id="rId228" Type="http://schemas.openxmlformats.org/officeDocument/2006/relationships/customXml" Target="../ink/ink2517.xml"/><Relationship Id="rId281" Type="http://schemas.openxmlformats.org/officeDocument/2006/relationships/customXml" Target="../ink/ink2544.xml"/><Relationship Id="rId337" Type="http://schemas.openxmlformats.org/officeDocument/2006/relationships/customXml" Target="../ink/ink2572.xml"/><Relationship Id="rId34" Type="http://schemas.openxmlformats.org/officeDocument/2006/relationships/customXml" Target="../ink/ink2420.xml"/><Relationship Id="rId76" Type="http://schemas.openxmlformats.org/officeDocument/2006/relationships/customXml" Target="../ink/ink2441.xml"/><Relationship Id="rId141" Type="http://schemas.openxmlformats.org/officeDocument/2006/relationships/image" Target="../media/image2425.png"/><Relationship Id="rId379" Type="http://schemas.openxmlformats.org/officeDocument/2006/relationships/customXml" Target="../ink/ink2593.xml"/><Relationship Id="rId7" Type="http://schemas.openxmlformats.org/officeDocument/2006/relationships/image" Target="../media/image2359.png"/><Relationship Id="rId183" Type="http://schemas.openxmlformats.org/officeDocument/2006/relationships/image" Target="../media/image2445.png"/><Relationship Id="rId239" Type="http://schemas.openxmlformats.org/officeDocument/2006/relationships/image" Target="../media/image2473.png"/><Relationship Id="rId390" Type="http://schemas.openxmlformats.org/officeDocument/2006/relationships/image" Target="../media/image2547.png"/><Relationship Id="rId404" Type="http://schemas.openxmlformats.org/officeDocument/2006/relationships/image" Target="../media/image2554.png"/><Relationship Id="rId250" Type="http://schemas.openxmlformats.org/officeDocument/2006/relationships/customXml" Target="../ink/ink2528.xml"/><Relationship Id="rId292" Type="http://schemas.openxmlformats.org/officeDocument/2006/relationships/image" Target="../media/image2499.png"/><Relationship Id="rId306" Type="http://schemas.openxmlformats.org/officeDocument/2006/relationships/image" Target="../media/image2506.png"/><Relationship Id="rId45" Type="http://schemas.openxmlformats.org/officeDocument/2006/relationships/image" Target="../media/image2378.png"/><Relationship Id="rId87" Type="http://schemas.openxmlformats.org/officeDocument/2006/relationships/image" Target="../media/image2399.png"/><Relationship Id="rId110" Type="http://schemas.openxmlformats.org/officeDocument/2006/relationships/customXml" Target="../ink/ink2458.xml"/><Relationship Id="rId348" Type="http://schemas.openxmlformats.org/officeDocument/2006/relationships/image" Target="../media/image2527.png"/><Relationship Id="rId152" Type="http://schemas.openxmlformats.org/officeDocument/2006/relationships/customXml" Target="../ink/ink2479.xml"/><Relationship Id="rId194" Type="http://schemas.openxmlformats.org/officeDocument/2006/relationships/customXml" Target="../ink/ink2500.xml"/><Relationship Id="rId208" Type="http://schemas.openxmlformats.org/officeDocument/2006/relationships/customXml" Target="../ink/ink2507.xml"/><Relationship Id="rId415" Type="http://schemas.openxmlformats.org/officeDocument/2006/relationships/customXml" Target="../ink/ink2611.xml"/><Relationship Id="rId261" Type="http://schemas.openxmlformats.org/officeDocument/2006/relationships/customXml" Target="../ink/ink2534.xml"/><Relationship Id="rId14" Type="http://schemas.openxmlformats.org/officeDocument/2006/relationships/customXml" Target="../ink/ink2410.xml"/><Relationship Id="rId56" Type="http://schemas.openxmlformats.org/officeDocument/2006/relationships/customXml" Target="../ink/ink2431.xml"/><Relationship Id="rId317" Type="http://schemas.openxmlformats.org/officeDocument/2006/relationships/customXml" Target="../ink/ink2562.xml"/><Relationship Id="rId359" Type="http://schemas.openxmlformats.org/officeDocument/2006/relationships/customXml" Target="../ink/ink2583.xml"/><Relationship Id="rId98" Type="http://schemas.openxmlformats.org/officeDocument/2006/relationships/customXml" Target="../ink/ink2452.xml"/><Relationship Id="rId121" Type="http://schemas.openxmlformats.org/officeDocument/2006/relationships/image" Target="../media/image2415.png"/><Relationship Id="rId163" Type="http://schemas.openxmlformats.org/officeDocument/2006/relationships/image" Target="../media/image2435.png"/><Relationship Id="rId219" Type="http://schemas.openxmlformats.org/officeDocument/2006/relationships/image" Target="../media/image2463.png"/><Relationship Id="rId370" Type="http://schemas.openxmlformats.org/officeDocument/2006/relationships/image" Target="../media/image2537.png"/><Relationship Id="rId426" Type="http://schemas.openxmlformats.org/officeDocument/2006/relationships/image" Target="../media/image2565.png"/><Relationship Id="rId230" Type="http://schemas.openxmlformats.org/officeDocument/2006/relationships/customXml" Target="../ink/ink2518.xml"/><Relationship Id="rId25" Type="http://schemas.openxmlformats.org/officeDocument/2006/relationships/image" Target="../media/image2368.png"/><Relationship Id="rId67" Type="http://schemas.openxmlformats.org/officeDocument/2006/relationships/image" Target="../media/image2389.png"/><Relationship Id="rId272" Type="http://schemas.openxmlformats.org/officeDocument/2006/relationships/image" Target="../media/image2489.png"/><Relationship Id="rId328" Type="http://schemas.openxmlformats.org/officeDocument/2006/relationships/image" Target="../media/image2517.png"/><Relationship Id="rId132" Type="http://schemas.openxmlformats.org/officeDocument/2006/relationships/customXml" Target="../ink/ink2469.xml"/><Relationship Id="rId174" Type="http://schemas.openxmlformats.org/officeDocument/2006/relationships/customXml" Target="../ink/ink2490.xml"/><Relationship Id="rId381" Type="http://schemas.openxmlformats.org/officeDocument/2006/relationships/customXml" Target="../ink/ink2594.xml"/><Relationship Id="rId241" Type="http://schemas.openxmlformats.org/officeDocument/2006/relationships/image" Target="../media/image2474.png"/><Relationship Id="rId36" Type="http://schemas.openxmlformats.org/officeDocument/2006/relationships/customXml" Target="../ink/ink2421.xml"/><Relationship Id="rId283" Type="http://schemas.openxmlformats.org/officeDocument/2006/relationships/customXml" Target="../ink/ink2545.xml"/><Relationship Id="rId339" Type="http://schemas.openxmlformats.org/officeDocument/2006/relationships/customXml" Target="../ink/ink2573.xml"/><Relationship Id="rId78" Type="http://schemas.openxmlformats.org/officeDocument/2006/relationships/customXml" Target="../ink/ink2442.xml"/><Relationship Id="rId101" Type="http://schemas.openxmlformats.org/officeDocument/2006/relationships/image" Target="../media/image2405.png"/><Relationship Id="rId143" Type="http://schemas.openxmlformats.org/officeDocument/2006/relationships/image" Target="../media/image2426.png"/><Relationship Id="rId185" Type="http://schemas.openxmlformats.org/officeDocument/2006/relationships/image" Target="../media/image2446.png"/><Relationship Id="rId350" Type="http://schemas.openxmlformats.org/officeDocument/2006/relationships/image" Target="../media/image2528.png"/><Relationship Id="rId406" Type="http://schemas.openxmlformats.org/officeDocument/2006/relationships/image" Target="../media/image2555.png"/><Relationship Id="rId9" Type="http://schemas.openxmlformats.org/officeDocument/2006/relationships/image" Target="../media/image2360.png"/><Relationship Id="rId210" Type="http://schemas.openxmlformats.org/officeDocument/2006/relationships/customXml" Target="../ink/ink2508.xml"/><Relationship Id="rId392" Type="http://schemas.openxmlformats.org/officeDocument/2006/relationships/image" Target="../media/image2548.png"/><Relationship Id="rId252" Type="http://schemas.openxmlformats.org/officeDocument/2006/relationships/customXml" Target="../ink/ink2529.xml"/><Relationship Id="rId294" Type="http://schemas.openxmlformats.org/officeDocument/2006/relationships/image" Target="../media/image2500.png"/><Relationship Id="rId308" Type="http://schemas.openxmlformats.org/officeDocument/2006/relationships/image" Target="../media/image2507.png"/><Relationship Id="rId47" Type="http://schemas.openxmlformats.org/officeDocument/2006/relationships/image" Target="../media/image2379.png"/><Relationship Id="rId89" Type="http://schemas.openxmlformats.org/officeDocument/2006/relationships/image" Target="../media/image2400.png"/><Relationship Id="rId112" Type="http://schemas.openxmlformats.org/officeDocument/2006/relationships/customXml" Target="../ink/ink2459.xml"/><Relationship Id="rId154" Type="http://schemas.openxmlformats.org/officeDocument/2006/relationships/customXml" Target="../ink/ink2480.xml"/><Relationship Id="rId361" Type="http://schemas.openxmlformats.org/officeDocument/2006/relationships/customXml" Target="../ink/ink2584.xml"/><Relationship Id="rId196" Type="http://schemas.openxmlformats.org/officeDocument/2006/relationships/customXml" Target="../ink/ink2501.xml"/><Relationship Id="rId417" Type="http://schemas.openxmlformats.org/officeDocument/2006/relationships/customXml" Target="../ink/ink2612.xml"/><Relationship Id="rId16" Type="http://schemas.openxmlformats.org/officeDocument/2006/relationships/customXml" Target="../ink/ink2411.xml"/><Relationship Id="rId221" Type="http://schemas.openxmlformats.org/officeDocument/2006/relationships/image" Target="../media/image2464.png"/><Relationship Id="rId263" Type="http://schemas.openxmlformats.org/officeDocument/2006/relationships/customXml" Target="../ink/ink2535.xml"/><Relationship Id="rId319" Type="http://schemas.openxmlformats.org/officeDocument/2006/relationships/customXml" Target="../ink/ink2563.xml"/><Relationship Id="rId58" Type="http://schemas.openxmlformats.org/officeDocument/2006/relationships/customXml" Target="../ink/ink2432.xml"/><Relationship Id="rId123" Type="http://schemas.openxmlformats.org/officeDocument/2006/relationships/image" Target="../media/image2416.png"/><Relationship Id="rId330" Type="http://schemas.openxmlformats.org/officeDocument/2006/relationships/image" Target="../media/image2518.png"/><Relationship Id="rId165" Type="http://schemas.openxmlformats.org/officeDocument/2006/relationships/image" Target="../media/image2436.png"/><Relationship Id="rId372" Type="http://schemas.openxmlformats.org/officeDocument/2006/relationships/image" Target="../media/image2538.png"/><Relationship Id="rId428" Type="http://schemas.openxmlformats.org/officeDocument/2006/relationships/image" Target="../media/image2566.png"/><Relationship Id="rId232" Type="http://schemas.openxmlformats.org/officeDocument/2006/relationships/customXml" Target="../ink/ink2519.xml"/><Relationship Id="rId274" Type="http://schemas.openxmlformats.org/officeDocument/2006/relationships/image" Target="../media/image2490.png"/><Relationship Id="rId27" Type="http://schemas.openxmlformats.org/officeDocument/2006/relationships/image" Target="../media/image2369.png"/><Relationship Id="rId69" Type="http://schemas.openxmlformats.org/officeDocument/2006/relationships/image" Target="../media/image2390.png"/><Relationship Id="rId134" Type="http://schemas.openxmlformats.org/officeDocument/2006/relationships/customXml" Target="../ink/ink2470.xml"/><Relationship Id="rId80" Type="http://schemas.openxmlformats.org/officeDocument/2006/relationships/customXml" Target="../ink/ink2443.xml"/><Relationship Id="rId176" Type="http://schemas.openxmlformats.org/officeDocument/2006/relationships/customXml" Target="../ink/ink2491.xml"/><Relationship Id="rId341" Type="http://schemas.openxmlformats.org/officeDocument/2006/relationships/customXml" Target="../ink/ink2574.xml"/><Relationship Id="rId383" Type="http://schemas.openxmlformats.org/officeDocument/2006/relationships/customXml" Target="../ink/ink2595.xml"/><Relationship Id="rId201" Type="http://schemas.openxmlformats.org/officeDocument/2006/relationships/image" Target="../media/image2454.png"/><Relationship Id="rId243" Type="http://schemas.openxmlformats.org/officeDocument/2006/relationships/image" Target="../media/image2475.png"/><Relationship Id="rId285" Type="http://schemas.openxmlformats.org/officeDocument/2006/relationships/customXml" Target="../ink/ink2546.xml"/><Relationship Id="rId38" Type="http://schemas.openxmlformats.org/officeDocument/2006/relationships/customXml" Target="../ink/ink2422.xml"/><Relationship Id="rId103" Type="http://schemas.openxmlformats.org/officeDocument/2006/relationships/image" Target="../media/image2406.png"/><Relationship Id="rId310" Type="http://schemas.openxmlformats.org/officeDocument/2006/relationships/image" Target="../media/image2508.png"/><Relationship Id="rId91" Type="http://schemas.openxmlformats.org/officeDocument/2006/relationships/image" Target="../media/image2401.png"/><Relationship Id="rId145" Type="http://schemas.openxmlformats.org/officeDocument/2006/relationships/image" Target="../media/image2427.png"/><Relationship Id="rId187" Type="http://schemas.openxmlformats.org/officeDocument/2006/relationships/image" Target="../media/image2447.png"/><Relationship Id="rId352" Type="http://schemas.openxmlformats.org/officeDocument/2006/relationships/image" Target="../media/image2529.png"/><Relationship Id="rId394" Type="http://schemas.openxmlformats.org/officeDocument/2006/relationships/image" Target="../media/image2549.png"/><Relationship Id="rId408" Type="http://schemas.openxmlformats.org/officeDocument/2006/relationships/image" Target="../media/image2556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509.xml"/><Relationship Id="rId233" Type="http://schemas.openxmlformats.org/officeDocument/2006/relationships/image" Target="../media/image2470.png"/><Relationship Id="rId254" Type="http://schemas.openxmlformats.org/officeDocument/2006/relationships/customXml" Target="../ink/ink2530.xml"/><Relationship Id="rId28" Type="http://schemas.openxmlformats.org/officeDocument/2006/relationships/customXml" Target="../ink/ink2417.xml"/><Relationship Id="rId49" Type="http://schemas.openxmlformats.org/officeDocument/2006/relationships/image" Target="../media/image2380.png"/><Relationship Id="rId114" Type="http://schemas.openxmlformats.org/officeDocument/2006/relationships/customXml" Target="../ink/ink2460.xml"/><Relationship Id="rId275" Type="http://schemas.openxmlformats.org/officeDocument/2006/relationships/customXml" Target="../ink/ink2541.xml"/><Relationship Id="rId296" Type="http://schemas.openxmlformats.org/officeDocument/2006/relationships/image" Target="../media/image2501.png"/><Relationship Id="rId300" Type="http://schemas.openxmlformats.org/officeDocument/2006/relationships/image" Target="../media/image2503.png"/><Relationship Id="rId60" Type="http://schemas.openxmlformats.org/officeDocument/2006/relationships/customXml" Target="../ink/ink2433.xml"/><Relationship Id="rId81" Type="http://schemas.openxmlformats.org/officeDocument/2006/relationships/image" Target="../media/image2396.png"/><Relationship Id="rId135" Type="http://schemas.openxmlformats.org/officeDocument/2006/relationships/image" Target="../media/image2422.png"/><Relationship Id="rId156" Type="http://schemas.openxmlformats.org/officeDocument/2006/relationships/customXml" Target="../ink/ink2481.xml"/><Relationship Id="rId177" Type="http://schemas.openxmlformats.org/officeDocument/2006/relationships/image" Target="../media/image2442.png"/><Relationship Id="rId198" Type="http://schemas.openxmlformats.org/officeDocument/2006/relationships/customXml" Target="../ink/ink2502.xml"/><Relationship Id="rId321" Type="http://schemas.openxmlformats.org/officeDocument/2006/relationships/customXml" Target="../ink/ink2564.xml"/><Relationship Id="rId342" Type="http://schemas.openxmlformats.org/officeDocument/2006/relationships/image" Target="../media/image2524.png"/><Relationship Id="rId363" Type="http://schemas.openxmlformats.org/officeDocument/2006/relationships/customXml" Target="../ink/ink2585.xml"/><Relationship Id="rId384" Type="http://schemas.openxmlformats.org/officeDocument/2006/relationships/image" Target="../media/image2544.png"/><Relationship Id="rId419" Type="http://schemas.openxmlformats.org/officeDocument/2006/relationships/customXml" Target="../ink/ink2613.xml"/><Relationship Id="rId202" Type="http://schemas.openxmlformats.org/officeDocument/2006/relationships/customXml" Target="../ink/ink2504.xml"/><Relationship Id="rId223" Type="http://schemas.openxmlformats.org/officeDocument/2006/relationships/image" Target="../media/image2465.png"/><Relationship Id="rId244" Type="http://schemas.openxmlformats.org/officeDocument/2006/relationships/customXml" Target="../ink/ink2525.xml"/><Relationship Id="rId430" Type="http://schemas.openxmlformats.org/officeDocument/2006/relationships/image" Target="../media/image2567.png"/><Relationship Id="rId18" Type="http://schemas.openxmlformats.org/officeDocument/2006/relationships/customXml" Target="../ink/ink2412.xml"/><Relationship Id="rId39" Type="http://schemas.openxmlformats.org/officeDocument/2006/relationships/image" Target="../media/image2375.png"/><Relationship Id="rId265" Type="http://schemas.openxmlformats.org/officeDocument/2006/relationships/customXml" Target="../ink/ink2536.xml"/><Relationship Id="rId286" Type="http://schemas.openxmlformats.org/officeDocument/2006/relationships/image" Target="../media/image2496.png"/><Relationship Id="rId50" Type="http://schemas.openxmlformats.org/officeDocument/2006/relationships/customXml" Target="../ink/ink2428.xml"/><Relationship Id="rId104" Type="http://schemas.openxmlformats.org/officeDocument/2006/relationships/customXml" Target="../ink/ink2455.xml"/><Relationship Id="rId125" Type="http://schemas.openxmlformats.org/officeDocument/2006/relationships/image" Target="../media/image2417.png"/><Relationship Id="rId146" Type="http://schemas.openxmlformats.org/officeDocument/2006/relationships/customXml" Target="../ink/ink2476.xml"/><Relationship Id="rId167" Type="http://schemas.openxmlformats.org/officeDocument/2006/relationships/image" Target="../media/image2437.png"/><Relationship Id="rId188" Type="http://schemas.openxmlformats.org/officeDocument/2006/relationships/customXml" Target="../ink/ink2497.xml"/><Relationship Id="rId311" Type="http://schemas.openxmlformats.org/officeDocument/2006/relationships/customXml" Target="../ink/ink2559.xml"/><Relationship Id="rId332" Type="http://schemas.openxmlformats.org/officeDocument/2006/relationships/image" Target="../media/image2519.png"/><Relationship Id="rId353" Type="http://schemas.openxmlformats.org/officeDocument/2006/relationships/customXml" Target="../ink/ink2580.xml"/><Relationship Id="rId374" Type="http://schemas.openxmlformats.org/officeDocument/2006/relationships/image" Target="../media/image2539.png"/><Relationship Id="rId395" Type="http://schemas.openxmlformats.org/officeDocument/2006/relationships/customXml" Target="../ink/ink2601.xml"/><Relationship Id="rId409" Type="http://schemas.openxmlformats.org/officeDocument/2006/relationships/customXml" Target="../ink/ink2608.xml"/><Relationship Id="rId71" Type="http://schemas.openxmlformats.org/officeDocument/2006/relationships/image" Target="../media/image2391.png"/><Relationship Id="rId92" Type="http://schemas.openxmlformats.org/officeDocument/2006/relationships/customXml" Target="../ink/ink2449.xml"/><Relationship Id="rId213" Type="http://schemas.openxmlformats.org/officeDocument/2006/relationships/image" Target="../media/image2460.png"/><Relationship Id="rId234" Type="http://schemas.openxmlformats.org/officeDocument/2006/relationships/customXml" Target="../ink/ink2520.xml"/><Relationship Id="rId420" Type="http://schemas.openxmlformats.org/officeDocument/2006/relationships/image" Target="../media/image2562.png"/><Relationship Id="rId2" Type="http://schemas.openxmlformats.org/officeDocument/2006/relationships/customXml" Target="../ink/ink2404.xml"/><Relationship Id="rId29" Type="http://schemas.openxmlformats.org/officeDocument/2006/relationships/image" Target="../media/image2370.png"/><Relationship Id="rId255" Type="http://schemas.openxmlformats.org/officeDocument/2006/relationships/image" Target="../media/image2481.png"/><Relationship Id="rId276" Type="http://schemas.openxmlformats.org/officeDocument/2006/relationships/image" Target="../media/image2491.png"/><Relationship Id="rId297" Type="http://schemas.openxmlformats.org/officeDocument/2006/relationships/customXml" Target="../ink/ink2552.xml"/><Relationship Id="rId40" Type="http://schemas.openxmlformats.org/officeDocument/2006/relationships/customXml" Target="../ink/ink2423.xml"/><Relationship Id="rId115" Type="http://schemas.openxmlformats.org/officeDocument/2006/relationships/image" Target="../media/image2412.png"/><Relationship Id="rId136" Type="http://schemas.openxmlformats.org/officeDocument/2006/relationships/customXml" Target="../ink/ink2471.xml"/><Relationship Id="rId157" Type="http://schemas.openxmlformats.org/officeDocument/2006/relationships/image" Target="../media/image357.png"/><Relationship Id="rId178" Type="http://schemas.openxmlformats.org/officeDocument/2006/relationships/customXml" Target="../ink/ink2492.xml"/><Relationship Id="rId301" Type="http://schemas.openxmlformats.org/officeDocument/2006/relationships/customXml" Target="../ink/ink2554.xml"/><Relationship Id="rId322" Type="http://schemas.openxmlformats.org/officeDocument/2006/relationships/image" Target="../media/image2514.png"/><Relationship Id="rId343" Type="http://schemas.openxmlformats.org/officeDocument/2006/relationships/customXml" Target="../ink/ink2575.xml"/><Relationship Id="rId364" Type="http://schemas.openxmlformats.org/officeDocument/2006/relationships/image" Target="../media/image2535.png"/><Relationship Id="rId61" Type="http://schemas.openxmlformats.org/officeDocument/2006/relationships/image" Target="../media/image2386.png"/><Relationship Id="rId82" Type="http://schemas.openxmlformats.org/officeDocument/2006/relationships/customXml" Target="../ink/ink2444.xml"/><Relationship Id="rId199" Type="http://schemas.openxmlformats.org/officeDocument/2006/relationships/image" Target="../media/image2453.png"/><Relationship Id="rId203" Type="http://schemas.openxmlformats.org/officeDocument/2006/relationships/image" Target="../media/image2455.png"/><Relationship Id="rId385" Type="http://schemas.openxmlformats.org/officeDocument/2006/relationships/customXml" Target="../ink/ink2596.xml"/><Relationship Id="rId19" Type="http://schemas.openxmlformats.org/officeDocument/2006/relationships/image" Target="../media/image2365.png"/><Relationship Id="rId224" Type="http://schemas.openxmlformats.org/officeDocument/2006/relationships/customXml" Target="../ink/ink2515.xml"/><Relationship Id="rId245" Type="http://schemas.openxmlformats.org/officeDocument/2006/relationships/image" Target="../media/image2476.png"/><Relationship Id="rId266" Type="http://schemas.openxmlformats.org/officeDocument/2006/relationships/image" Target="../media/image2486.png"/><Relationship Id="rId287" Type="http://schemas.openxmlformats.org/officeDocument/2006/relationships/customXml" Target="../ink/ink2547.xml"/><Relationship Id="rId410" Type="http://schemas.openxmlformats.org/officeDocument/2006/relationships/image" Target="../media/image2557.png"/><Relationship Id="rId30" Type="http://schemas.openxmlformats.org/officeDocument/2006/relationships/customXml" Target="../ink/ink2418.xml"/><Relationship Id="rId105" Type="http://schemas.openxmlformats.org/officeDocument/2006/relationships/image" Target="../media/image2407.png"/><Relationship Id="rId126" Type="http://schemas.openxmlformats.org/officeDocument/2006/relationships/customXml" Target="../ink/ink2466.xml"/><Relationship Id="rId147" Type="http://schemas.openxmlformats.org/officeDocument/2006/relationships/image" Target="../media/image2428.png"/><Relationship Id="rId168" Type="http://schemas.openxmlformats.org/officeDocument/2006/relationships/customXml" Target="../ink/ink2487.xml"/><Relationship Id="rId312" Type="http://schemas.openxmlformats.org/officeDocument/2006/relationships/image" Target="../media/image2509.png"/><Relationship Id="rId333" Type="http://schemas.openxmlformats.org/officeDocument/2006/relationships/customXml" Target="../ink/ink2570.xml"/><Relationship Id="rId354" Type="http://schemas.openxmlformats.org/officeDocument/2006/relationships/image" Target="../media/image2530.png"/><Relationship Id="rId51" Type="http://schemas.openxmlformats.org/officeDocument/2006/relationships/image" Target="../media/image2381.png"/><Relationship Id="rId72" Type="http://schemas.openxmlformats.org/officeDocument/2006/relationships/customXml" Target="../ink/ink2439.xml"/><Relationship Id="rId93" Type="http://schemas.openxmlformats.org/officeDocument/2006/relationships/image" Target="../media/image2402.png"/><Relationship Id="rId189" Type="http://schemas.openxmlformats.org/officeDocument/2006/relationships/image" Target="../media/image2448.png"/><Relationship Id="rId375" Type="http://schemas.openxmlformats.org/officeDocument/2006/relationships/customXml" Target="../ink/ink2591.xml"/><Relationship Id="rId396" Type="http://schemas.openxmlformats.org/officeDocument/2006/relationships/image" Target="../media/image2550.png"/><Relationship Id="rId3" Type="http://schemas.openxmlformats.org/officeDocument/2006/relationships/image" Target="../media/image2357.png"/><Relationship Id="rId214" Type="http://schemas.openxmlformats.org/officeDocument/2006/relationships/customXml" Target="../ink/ink2510.xml"/><Relationship Id="rId235" Type="http://schemas.openxmlformats.org/officeDocument/2006/relationships/image" Target="../media/image2471.png"/><Relationship Id="rId256" Type="http://schemas.openxmlformats.org/officeDocument/2006/relationships/customXml" Target="../ink/ink2531.xml"/><Relationship Id="rId277" Type="http://schemas.openxmlformats.org/officeDocument/2006/relationships/customXml" Target="../ink/ink2542.xml"/><Relationship Id="rId298" Type="http://schemas.openxmlformats.org/officeDocument/2006/relationships/image" Target="../media/image2502.png"/><Relationship Id="rId400" Type="http://schemas.openxmlformats.org/officeDocument/2006/relationships/image" Target="../media/image2552.png"/><Relationship Id="rId421" Type="http://schemas.openxmlformats.org/officeDocument/2006/relationships/customXml" Target="../ink/ink2614.xml"/><Relationship Id="rId116" Type="http://schemas.openxmlformats.org/officeDocument/2006/relationships/customXml" Target="../ink/ink2461.xml"/><Relationship Id="rId137" Type="http://schemas.openxmlformats.org/officeDocument/2006/relationships/image" Target="../media/image2423.png"/><Relationship Id="rId158" Type="http://schemas.openxmlformats.org/officeDocument/2006/relationships/customXml" Target="../ink/ink2482.xml"/><Relationship Id="rId302" Type="http://schemas.openxmlformats.org/officeDocument/2006/relationships/image" Target="../media/image2504.png"/><Relationship Id="rId323" Type="http://schemas.openxmlformats.org/officeDocument/2006/relationships/customXml" Target="../ink/ink2565.xml"/><Relationship Id="rId344" Type="http://schemas.openxmlformats.org/officeDocument/2006/relationships/image" Target="../media/image2525.png"/><Relationship Id="rId20" Type="http://schemas.openxmlformats.org/officeDocument/2006/relationships/customXml" Target="../ink/ink2413.xml"/><Relationship Id="rId41" Type="http://schemas.openxmlformats.org/officeDocument/2006/relationships/image" Target="../media/image2376.png"/><Relationship Id="rId62" Type="http://schemas.openxmlformats.org/officeDocument/2006/relationships/customXml" Target="../ink/ink2434.xml"/><Relationship Id="rId83" Type="http://schemas.openxmlformats.org/officeDocument/2006/relationships/image" Target="../media/image2397.png"/><Relationship Id="rId179" Type="http://schemas.openxmlformats.org/officeDocument/2006/relationships/image" Target="../media/image2443.png"/><Relationship Id="rId365" Type="http://schemas.openxmlformats.org/officeDocument/2006/relationships/customXml" Target="../ink/ink2586.xml"/><Relationship Id="rId386" Type="http://schemas.openxmlformats.org/officeDocument/2006/relationships/image" Target="../media/image2545.png"/><Relationship Id="rId190" Type="http://schemas.openxmlformats.org/officeDocument/2006/relationships/customXml" Target="../ink/ink2498.xml"/><Relationship Id="rId204" Type="http://schemas.openxmlformats.org/officeDocument/2006/relationships/customXml" Target="../ink/ink2505.xml"/><Relationship Id="rId225" Type="http://schemas.openxmlformats.org/officeDocument/2006/relationships/image" Target="../media/image2466.png"/><Relationship Id="rId246" Type="http://schemas.openxmlformats.org/officeDocument/2006/relationships/customXml" Target="../ink/ink2526.xml"/><Relationship Id="rId267" Type="http://schemas.openxmlformats.org/officeDocument/2006/relationships/customXml" Target="../ink/ink2537.xml"/><Relationship Id="rId288" Type="http://schemas.openxmlformats.org/officeDocument/2006/relationships/image" Target="../media/image2497.png"/><Relationship Id="rId411" Type="http://schemas.openxmlformats.org/officeDocument/2006/relationships/customXml" Target="../ink/ink2609.xml"/><Relationship Id="rId106" Type="http://schemas.openxmlformats.org/officeDocument/2006/relationships/customXml" Target="../ink/ink2456.xml"/><Relationship Id="rId127" Type="http://schemas.openxmlformats.org/officeDocument/2006/relationships/image" Target="../media/image2418.png"/><Relationship Id="rId313" Type="http://schemas.openxmlformats.org/officeDocument/2006/relationships/customXml" Target="../ink/ink2560.xml"/><Relationship Id="rId10" Type="http://schemas.openxmlformats.org/officeDocument/2006/relationships/customXml" Target="../ink/ink2408.xml"/><Relationship Id="rId31" Type="http://schemas.openxmlformats.org/officeDocument/2006/relationships/image" Target="../media/image2371.png"/><Relationship Id="rId52" Type="http://schemas.openxmlformats.org/officeDocument/2006/relationships/customXml" Target="../ink/ink2429.xml"/><Relationship Id="rId73" Type="http://schemas.openxmlformats.org/officeDocument/2006/relationships/image" Target="../media/image2392.png"/><Relationship Id="rId94" Type="http://schemas.openxmlformats.org/officeDocument/2006/relationships/customXml" Target="../ink/ink2450.xml"/><Relationship Id="rId148" Type="http://schemas.openxmlformats.org/officeDocument/2006/relationships/customXml" Target="../ink/ink2477.xml"/><Relationship Id="rId169" Type="http://schemas.openxmlformats.org/officeDocument/2006/relationships/image" Target="../media/image2438.png"/><Relationship Id="rId334" Type="http://schemas.openxmlformats.org/officeDocument/2006/relationships/image" Target="../media/image2520.png"/><Relationship Id="rId355" Type="http://schemas.openxmlformats.org/officeDocument/2006/relationships/customXml" Target="../ink/ink2581.xml"/><Relationship Id="rId376" Type="http://schemas.openxmlformats.org/officeDocument/2006/relationships/image" Target="../media/image2540.png"/><Relationship Id="rId397" Type="http://schemas.openxmlformats.org/officeDocument/2006/relationships/customXml" Target="../ink/ink2602.xml"/><Relationship Id="rId4" Type="http://schemas.openxmlformats.org/officeDocument/2006/relationships/customXml" Target="../ink/ink2405.xml"/><Relationship Id="rId180" Type="http://schemas.openxmlformats.org/officeDocument/2006/relationships/customXml" Target="../ink/ink2493.xml"/><Relationship Id="rId215" Type="http://schemas.openxmlformats.org/officeDocument/2006/relationships/image" Target="../media/image2461.png"/><Relationship Id="rId236" Type="http://schemas.openxmlformats.org/officeDocument/2006/relationships/customXml" Target="../ink/ink2521.xml"/><Relationship Id="rId257" Type="http://schemas.openxmlformats.org/officeDocument/2006/relationships/image" Target="../media/image2482.png"/><Relationship Id="rId278" Type="http://schemas.openxmlformats.org/officeDocument/2006/relationships/image" Target="../media/image2492.png"/><Relationship Id="rId401" Type="http://schemas.openxmlformats.org/officeDocument/2006/relationships/customXml" Target="../ink/ink2604.xml"/><Relationship Id="rId422" Type="http://schemas.openxmlformats.org/officeDocument/2006/relationships/image" Target="../media/image2563.png"/><Relationship Id="rId303" Type="http://schemas.openxmlformats.org/officeDocument/2006/relationships/customXml" Target="../ink/ink2555.xml"/><Relationship Id="rId42" Type="http://schemas.openxmlformats.org/officeDocument/2006/relationships/customXml" Target="../ink/ink2424.xml"/><Relationship Id="rId84" Type="http://schemas.openxmlformats.org/officeDocument/2006/relationships/customXml" Target="../ink/ink2445.xml"/><Relationship Id="rId138" Type="http://schemas.openxmlformats.org/officeDocument/2006/relationships/customXml" Target="../ink/ink2472.xml"/><Relationship Id="rId345" Type="http://schemas.openxmlformats.org/officeDocument/2006/relationships/customXml" Target="../ink/ink2576.xml"/><Relationship Id="rId387" Type="http://schemas.openxmlformats.org/officeDocument/2006/relationships/customXml" Target="../ink/ink2597.xml"/><Relationship Id="rId191" Type="http://schemas.openxmlformats.org/officeDocument/2006/relationships/image" Target="../media/image2449.png"/><Relationship Id="rId205" Type="http://schemas.openxmlformats.org/officeDocument/2006/relationships/image" Target="../media/image2456.png"/><Relationship Id="rId247" Type="http://schemas.openxmlformats.org/officeDocument/2006/relationships/image" Target="../media/image2477.png"/><Relationship Id="rId412" Type="http://schemas.openxmlformats.org/officeDocument/2006/relationships/image" Target="../media/image2558.png"/><Relationship Id="rId107" Type="http://schemas.openxmlformats.org/officeDocument/2006/relationships/image" Target="../media/image2408.png"/><Relationship Id="rId289" Type="http://schemas.openxmlformats.org/officeDocument/2006/relationships/customXml" Target="../ink/ink2548.xml"/><Relationship Id="rId11" Type="http://schemas.openxmlformats.org/officeDocument/2006/relationships/image" Target="../media/image2361.png"/><Relationship Id="rId53" Type="http://schemas.openxmlformats.org/officeDocument/2006/relationships/image" Target="../media/image2382.png"/><Relationship Id="rId149" Type="http://schemas.openxmlformats.org/officeDocument/2006/relationships/image" Target="../media/image2429.png"/><Relationship Id="rId314" Type="http://schemas.openxmlformats.org/officeDocument/2006/relationships/image" Target="../media/image2510.png"/><Relationship Id="rId356" Type="http://schemas.openxmlformats.org/officeDocument/2006/relationships/image" Target="../media/image2531.png"/><Relationship Id="rId398" Type="http://schemas.openxmlformats.org/officeDocument/2006/relationships/image" Target="../media/image2551.png"/><Relationship Id="rId95" Type="http://schemas.openxmlformats.org/officeDocument/2006/relationships/image" Target="../media/image1771.png"/><Relationship Id="rId160" Type="http://schemas.openxmlformats.org/officeDocument/2006/relationships/customXml" Target="../ink/ink2483.xml"/><Relationship Id="rId216" Type="http://schemas.openxmlformats.org/officeDocument/2006/relationships/customXml" Target="../ink/ink2511.xml"/><Relationship Id="rId423" Type="http://schemas.openxmlformats.org/officeDocument/2006/relationships/customXml" Target="../ink/ink2615.xml"/><Relationship Id="rId258" Type="http://schemas.openxmlformats.org/officeDocument/2006/relationships/customXml" Target="../ink/ink2532.xml"/><Relationship Id="rId22" Type="http://schemas.openxmlformats.org/officeDocument/2006/relationships/customXml" Target="../ink/ink2414.xml"/><Relationship Id="rId64" Type="http://schemas.openxmlformats.org/officeDocument/2006/relationships/customXml" Target="../ink/ink2435.xml"/><Relationship Id="rId118" Type="http://schemas.openxmlformats.org/officeDocument/2006/relationships/customXml" Target="../ink/ink2462.xml"/><Relationship Id="rId325" Type="http://schemas.openxmlformats.org/officeDocument/2006/relationships/customXml" Target="../ink/ink2566.xml"/><Relationship Id="rId367" Type="http://schemas.openxmlformats.org/officeDocument/2006/relationships/customXml" Target="../ink/ink2587.xml"/><Relationship Id="rId171" Type="http://schemas.openxmlformats.org/officeDocument/2006/relationships/image" Target="../media/image2439.png"/><Relationship Id="rId227" Type="http://schemas.openxmlformats.org/officeDocument/2006/relationships/image" Target="../media/image2467.png"/><Relationship Id="rId269" Type="http://schemas.openxmlformats.org/officeDocument/2006/relationships/customXml" Target="../ink/ink2538.xml"/><Relationship Id="rId33" Type="http://schemas.openxmlformats.org/officeDocument/2006/relationships/image" Target="../media/image2372.png"/><Relationship Id="rId129" Type="http://schemas.openxmlformats.org/officeDocument/2006/relationships/image" Target="../media/image2419.png"/><Relationship Id="rId280" Type="http://schemas.openxmlformats.org/officeDocument/2006/relationships/image" Target="../media/image2493.png"/><Relationship Id="rId336" Type="http://schemas.openxmlformats.org/officeDocument/2006/relationships/image" Target="../media/image2521.png"/><Relationship Id="rId75" Type="http://schemas.openxmlformats.org/officeDocument/2006/relationships/image" Target="../media/image2393.png"/><Relationship Id="rId140" Type="http://schemas.openxmlformats.org/officeDocument/2006/relationships/customXml" Target="../ink/ink2473.xml"/><Relationship Id="rId182" Type="http://schemas.openxmlformats.org/officeDocument/2006/relationships/customXml" Target="../ink/ink2494.xml"/><Relationship Id="rId378" Type="http://schemas.openxmlformats.org/officeDocument/2006/relationships/image" Target="../media/image2541.png"/><Relationship Id="rId403" Type="http://schemas.openxmlformats.org/officeDocument/2006/relationships/customXml" Target="../ink/ink2605.xml"/><Relationship Id="rId6" Type="http://schemas.openxmlformats.org/officeDocument/2006/relationships/customXml" Target="../ink/ink2406.xml"/><Relationship Id="rId238" Type="http://schemas.openxmlformats.org/officeDocument/2006/relationships/customXml" Target="../ink/ink2522.xml"/><Relationship Id="rId291" Type="http://schemas.openxmlformats.org/officeDocument/2006/relationships/customXml" Target="../ink/ink2549.xml"/><Relationship Id="rId305" Type="http://schemas.openxmlformats.org/officeDocument/2006/relationships/customXml" Target="../ink/ink2556.xml"/><Relationship Id="rId347" Type="http://schemas.openxmlformats.org/officeDocument/2006/relationships/customXml" Target="../ink/ink2577.xml"/><Relationship Id="rId44" Type="http://schemas.openxmlformats.org/officeDocument/2006/relationships/customXml" Target="../ink/ink2425.xml"/><Relationship Id="rId86" Type="http://schemas.openxmlformats.org/officeDocument/2006/relationships/customXml" Target="../ink/ink2446.xml"/><Relationship Id="rId151" Type="http://schemas.openxmlformats.org/officeDocument/2006/relationships/image" Target="../media/image2430.png"/><Relationship Id="rId389" Type="http://schemas.openxmlformats.org/officeDocument/2006/relationships/customXml" Target="../ink/ink2598.xml"/><Relationship Id="rId193" Type="http://schemas.openxmlformats.org/officeDocument/2006/relationships/image" Target="../media/image2450.png"/><Relationship Id="rId207" Type="http://schemas.openxmlformats.org/officeDocument/2006/relationships/image" Target="../media/image2457.png"/><Relationship Id="rId249" Type="http://schemas.openxmlformats.org/officeDocument/2006/relationships/image" Target="../media/image2478.png"/><Relationship Id="rId414" Type="http://schemas.openxmlformats.org/officeDocument/2006/relationships/image" Target="../media/image2559.png"/><Relationship Id="rId13" Type="http://schemas.openxmlformats.org/officeDocument/2006/relationships/image" Target="../media/image2362.png"/><Relationship Id="rId109" Type="http://schemas.openxmlformats.org/officeDocument/2006/relationships/image" Target="../media/image2409.png"/><Relationship Id="rId260" Type="http://schemas.openxmlformats.org/officeDocument/2006/relationships/customXml" Target="../ink/ink2533.xml"/><Relationship Id="rId316" Type="http://schemas.openxmlformats.org/officeDocument/2006/relationships/image" Target="../media/image2511.png"/><Relationship Id="rId55" Type="http://schemas.openxmlformats.org/officeDocument/2006/relationships/image" Target="../media/image2383.png"/><Relationship Id="rId97" Type="http://schemas.openxmlformats.org/officeDocument/2006/relationships/image" Target="../media/image2403.png"/><Relationship Id="rId120" Type="http://schemas.openxmlformats.org/officeDocument/2006/relationships/customXml" Target="../ink/ink2463.xml"/><Relationship Id="rId358" Type="http://schemas.openxmlformats.org/officeDocument/2006/relationships/image" Target="../media/image2532.png"/><Relationship Id="rId162" Type="http://schemas.openxmlformats.org/officeDocument/2006/relationships/customXml" Target="../ink/ink2484.xml"/><Relationship Id="rId218" Type="http://schemas.openxmlformats.org/officeDocument/2006/relationships/customXml" Target="../ink/ink2512.xml"/><Relationship Id="rId425" Type="http://schemas.openxmlformats.org/officeDocument/2006/relationships/customXml" Target="../ink/ink2616.xml"/><Relationship Id="rId271" Type="http://schemas.openxmlformats.org/officeDocument/2006/relationships/customXml" Target="../ink/ink2539.xml"/><Relationship Id="rId24" Type="http://schemas.openxmlformats.org/officeDocument/2006/relationships/customXml" Target="../ink/ink2415.xml"/><Relationship Id="rId66" Type="http://schemas.openxmlformats.org/officeDocument/2006/relationships/customXml" Target="../ink/ink2436.xml"/><Relationship Id="rId131" Type="http://schemas.openxmlformats.org/officeDocument/2006/relationships/image" Target="../media/image2420.png"/><Relationship Id="rId327" Type="http://schemas.openxmlformats.org/officeDocument/2006/relationships/customXml" Target="../ink/ink2567.xml"/><Relationship Id="rId369" Type="http://schemas.openxmlformats.org/officeDocument/2006/relationships/customXml" Target="../ink/ink2588.xml"/><Relationship Id="rId173" Type="http://schemas.openxmlformats.org/officeDocument/2006/relationships/image" Target="../media/image2440.png"/><Relationship Id="rId229" Type="http://schemas.openxmlformats.org/officeDocument/2006/relationships/image" Target="../media/image2468.png"/><Relationship Id="rId380" Type="http://schemas.openxmlformats.org/officeDocument/2006/relationships/image" Target="../media/image2542.png"/><Relationship Id="rId240" Type="http://schemas.openxmlformats.org/officeDocument/2006/relationships/customXml" Target="../ink/ink2523.xml"/><Relationship Id="rId35" Type="http://schemas.openxmlformats.org/officeDocument/2006/relationships/image" Target="../media/image2373.png"/><Relationship Id="rId77" Type="http://schemas.openxmlformats.org/officeDocument/2006/relationships/image" Target="../media/image2394.png"/><Relationship Id="rId100" Type="http://schemas.openxmlformats.org/officeDocument/2006/relationships/customXml" Target="../ink/ink2453.xml"/><Relationship Id="rId282" Type="http://schemas.openxmlformats.org/officeDocument/2006/relationships/image" Target="../media/image2494.png"/><Relationship Id="rId338" Type="http://schemas.openxmlformats.org/officeDocument/2006/relationships/image" Target="../media/image2522.png"/><Relationship Id="rId8" Type="http://schemas.openxmlformats.org/officeDocument/2006/relationships/customXml" Target="../ink/ink2407.xml"/><Relationship Id="rId142" Type="http://schemas.openxmlformats.org/officeDocument/2006/relationships/customXml" Target="../ink/ink2474.xml"/><Relationship Id="rId184" Type="http://schemas.openxmlformats.org/officeDocument/2006/relationships/customXml" Target="../ink/ink2495.xml"/><Relationship Id="rId391" Type="http://schemas.openxmlformats.org/officeDocument/2006/relationships/customXml" Target="../ink/ink2599.xml"/><Relationship Id="rId405" Type="http://schemas.openxmlformats.org/officeDocument/2006/relationships/customXml" Target="../ink/ink2606.xml"/><Relationship Id="rId251" Type="http://schemas.openxmlformats.org/officeDocument/2006/relationships/image" Target="../media/image2479.png"/><Relationship Id="rId46" Type="http://schemas.openxmlformats.org/officeDocument/2006/relationships/customXml" Target="../ink/ink2426.xml"/><Relationship Id="rId293" Type="http://schemas.openxmlformats.org/officeDocument/2006/relationships/customXml" Target="../ink/ink2550.xml"/><Relationship Id="rId307" Type="http://schemas.openxmlformats.org/officeDocument/2006/relationships/customXml" Target="../ink/ink2557.xml"/><Relationship Id="rId349" Type="http://schemas.openxmlformats.org/officeDocument/2006/relationships/customXml" Target="../ink/ink2578.xml"/><Relationship Id="rId88" Type="http://schemas.openxmlformats.org/officeDocument/2006/relationships/customXml" Target="../ink/ink2447.xml"/><Relationship Id="rId111" Type="http://schemas.openxmlformats.org/officeDocument/2006/relationships/image" Target="../media/image2410.png"/><Relationship Id="rId153" Type="http://schemas.openxmlformats.org/officeDocument/2006/relationships/image" Target="../media/image2431.png"/><Relationship Id="rId195" Type="http://schemas.openxmlformats.org/officeDocument/2006/relationships/image" Target="../media/image2451.png"/><Relationship Id="rId209" Type="http://schemas.openxmlformats.org/officeDocument/2006/relationships/image" Target="../media/image2458.png"/><Relationship Id="rId360" Type="http://schemas.openxmlformats.org/officeDocument/2006/relationships/image" Target="../media/image2533.png"/><Relationship Id="rId416" Type="http://schemas.openxmlformats.org/officeDocument/2006/relationships/image" Target="../media/image2560.png"/><Relationship Id="rId220" Type="http://schemas.openxmlformats.org/officeDocument/2006/relationships/customXml" Target="../ink/ink2513.xml"/><Relationship Id="rId15" Type="http://schemas.openxmlformats.org/officeDocument/2006/relationships/image" Target="../media/image2363.png"/><Relationship Id="rId57" Type="http://schemas.openxmlformats.org/officeDocument/2006/relationships/image" Target="../media/image2384.png"/><Relationship Id="rId262" Type="http://schemas.openxmlformats.org/officeDocument/2006/relationships/image" Target="../media/image2484.png"/><Relationship Id="rId318" Type="http://schemas.openxmlformats.org/officeDocument/2006/relationships/image" Target="../media/image2512.png"/><Relationship Id="rId99" Type="http://schemas.openxmlformats.org/officeDocument/2006/relationships/image" Target="../media/image2404.png"/><Relationship Id="rId122" Type="http://schemas.openxmlformats.org/officeDocument/2006/relationships/customXml" Target="../ink/ink2464.xml"/><Relationship Id="rId164" Type="http://schemas.openxmlformats.org/officeDocument/2006/relationships/customXml" Target="../ink/ink2485.xml"/><Relationship Id="rId371" Type="http://schemas.openxmlformats.org/officeDocument/2006/relationships/customXml" Target="../ink/ink2589.xml"/><Relationship Id="rId427" Type="http://schemas.openxmlformats.org/officeDocument/2006/relationships/customXml" Target="../ink/ink2617.xml"/><Relationship Id="rId26" Type="http://schemas.openxmlformats.org/officeDocument/2006/relationships/customXml" Target="../ink/ink2416.xml"/><Relationship Id="rId231" Type="http://schemas.openxmlformats.org/officeDocument/2006/relationships/image" Target="../media/image2469.png"/><Relationship Id="rId273" Type="http://schemas.openxmlformats.org/officeDocument/2006/relationships/customXml" Target="../ink/ink2540.xml"/><Relationship Id="rId329" Type="http://schemas.openxmlformats.org/officeDocument/2006/relationships/customXml" Target="../ink/ink2568.xml"/><Relationship Id="rId68" Type="http://schemas.openxmlformats.org/officeDocument/2006/relationships/customXml" Target="../ink/ink2437.xml"/><Relationship Id="rId133" Type="http://schemas.openxmlformats.org/officeDocument/2006/relationships/image" Target="../media/image2421.png"/><Relationship Id="rId175" Type="http://schemas.openxmlformats.org/officeDocument/2006/relationships/image" Target="../media/image2441.png"/><Relationship Id="rId340" Type="http://schemas.openxmlformats.org/officeDocument/2006/relationships/image" Target="../media/image2523.png"/><Relationship Id="rId200" Type="http://schemas.openxmlformats.org/officeDocument/2006/relationships/customXml" Target="../ink/ink2503.xml"/><Relationship Id="rId382" Type="http://schemas.openxmlformats.org/officeDocument/2006/relationships/image" Target="../media/image2543.png"/><Relationship Id="rId242" Type="http://schemas.openxmlformats.org/officeDocument/2006/relationships/customXml" Target="../ink/ink2524.xml"/><Relationship Id="rId284" Type="http://schemas.openxmlformats.org/officeDocument/2006/relationships/image" Target="../media/image2495.png"/><Relationship Id="rId37" Type="http://schemas.openxmlformats.org/officeDocument/2006/relationships/image" Target="../media/image2374.png"/><Relationship Id="rId79" Type="http://schemas.openxmlformats.org/officeDocument/2006/relationships/image" Target="../media/image2395.png"/><Relationship Id="rId102" Type="http://schemas.openxmlformats.org/officeDocument/2006/relationships/customXml" Target="../ink/ink2454.xml"/><Relationship Id="rId144" Type="http://schemas.openxmlformats.org/officeDocument/2006/relationships/customXml" Target="../ink/ink2475.xml"/><Relationship Id="rId90" Type="http://schemas.openxmlformats.org/officeDocument/2006/relationships/customXml" Target="../ink/ink2448.xml"/><Relationship Id="rId186" Type="http://schemas.openxmlformats.org/officeDocument/2006/relationships/customXml" Target="../ink/ink2496.xml"/><Relationship Id="rId351" Type="http://schemas.openxmlformats.org/officeDocument/2006/relationships/customXml" Target="../ink/ink2579.xml"/><Relationship Id="rId393" Type="http://schemas.openxmlformats.org/officeDocument/2006/relationships/customXml" Target="../ink/ink2600.xml"/><Relationship Id="rId407" Type="http://schemas.openxmlformats.org/officeDocument/2006/relationships/customXml" Target="../ink/ink2607.xml"/><Relationship Id="rId211" Type="http://schemas.openxmlformats.org/officeDocument/2006/relationships/image" Target="../media/image2459.png"/><Relationship Id="rId253" Type="http://schemas.openxmlformats.org/officeDocument/2006/relationships/image" Target="../media/image2480.png"/><Relationship Id="rId295" Type="http://schemas.openxmlformats.org/officeDocument/2006/relationships/customXml" Target="../ink/ink2551.xml"/><Relationship Id="rId309" Type="http://schemas.openxmlformats.org/officeDocument/2006/relationships/customXml" Target="../ink/ink2558.xml"/><Relationship Id="rId48" Type="http://schemas.openxmlformats.org/officeDocument/2006/relationships/customXml" Target="../ink/ink2427.xml"/><Relationship Id="rId113" Type="http://schemas.openxmlformats.org/officeDocument/2006/relationships/image" Target="../media/image2411.png"/><Relationship Id="rId320" Type="http://schemas.openxmlformats.org/officeDocument/2006/relationships/image" Target="../media/image2513.png"/><Relationship Id="rId155" Type="http://schemas.openxmlformats.org/officeDocument/2006/relationships/image" Target="../media/image2432.png"/><Relationship Id="rId197" Type="http://schemas.openxmlformats.org/officeDocument/2006/relationships/image" Target="../media/image2452.png"/><Relationship Id="rId362" Type="http://schemas.openxmlformats.org/officeDocument/2006/relationships/image" Target="../media/image2534.png"/><Relationship Id="rId418" Type="http://schemas.openxmlformats.org/officeDocument/2006/relationships/image" Target="../media/image2561.png"/><Relationship Id="rId222" Type="http://schemas.openxmlformats.org/officeDocument/2006/relationships/customXml" Target="../ink/ink2514.xml"/><Relationship Id="rId264" Type="http://schemas.openxmlformats.org/officeDocument/2006/relationships/image" Target="../media/image2485.png"/><Relationship Id="rId17" Type="http://schemas.openxmlformats.org/officeDocument/2006/relationships/image" Target="../media/image2364.png"/><Relationship Id="rId59" Type="http://schemas.openxmlformats.org/officeDocument/2006/relationships/image" Target="../media/image2385.png"/><Relationship Id="rId124" Type="http://schemas.openxmlformats.org/officeDocument/2006/relationships/customXml" Target="../ink/ink2465.xml"/><Relationship Id="rId70" Type="http://schemas.openxmlformats.org/officeDocument/2006/relationships/customXml" Target="../ink/ink2438.xml"/><Relationship Id="rId166" Type="http://schemas.openxmlformats.org/officeDocument/2006/relationships/customXml" Target="../ink/ink2486.xml"/><Relationship Id="rId331" Type="http://schemas.openxmlformats.org/officeDocument/2006/relationships/customXml" Target="../ink/ink2569.xml"/><Relationship Id="rId373" Type="http://schemas.openxmlformats.org/officeDocument/2006/relationships/customXml" Target="../ink/ink2590.xml"/><Relationship Id="rId429" Type="http://schemas.openxmlformats.org/officeDocument/2006/relationships/customXml" Target="../ink/ink2618.xml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625.png"/><Relationship Id="rId21" Type="http://schemas.openxmlformats.org/officeDocument/2006/relationships/image" Target="../media/image2577.png"/><Relationship Id="rId63" Type="http://schemas.openxmlformats.org/officeDocument/2006/relationships/image" Target="../media/image2598.png"/><Relationship Id="rId159" Type="http://schemas.openxmlformats.org/officeDocument/2006/relationships/image" Target="../media/image2645.png"/><Relationship Id="rId170" Type="http://schemas.openxmlformats.org/officeDocument/2006/relationships/customXml" Target="../ink/ink2703.xml"/><Relationship Id="rId226" Type="http://schemas.openxmlformats.org/officeDocument/2006/relationships/customXml" Target="../ink/ink2731.xml"/><Relationship Id="rId107" Type="http://schemas.openxmlformats.org/officeDocument/2006/relationships/image" Target="../media/image2620.png"/><Relationship Id="rId11" Type="http://schemas.openxmlformats.org/officeDocument/2006/relationships/image" Target="../media/image2572.png"/><Relationship Id="rId32" Type="http://schemas.openxmlformats.org/officeDocument/2006/relationships/customXml" Target="../ink/ink2634.xml"/><Relationship Id="rId53" Type="http://schemas.openxmlformats.org/officeDocument/2006/relationships/image" Target="../media/image2593.png"/><Relationship Id="rId74" Type="http://schemas.openxmlformats.org/officeDocument/2006/relationships/customXml" Target="../ink/ink2655.xml"/><Relationship Id="rId128" Type="http://schemas.openxmlformats.org/officeDocument/2006/relationships/customXml" Target="../ink/ink2682.xml"/><Relationship Id="rId149" Type="http://schemas.openxmlformats.org/officeDocument/2006/relationships/image" Target="../media/image2641.png"/><Relationship Id="rId5" Type="http://schemas.openxmlformats.org/officeDocument/2006/relationships/image" Target="../media/image2569.png"/><Relationship Id="rId95" Type="http://schemas.openxmlformats.org/officeDocument/2006/relationships/image" Target="../media/image2614.png"/><Relationship Id="rId160" Type="http://schemas.openxmlformats.org/officeDocument/2006/relationships/customXml" Target="../ink/ink2698.xml"/><Relationship Id="rId181" Type="http://schemas.openxmlformats.org/officeDocument/2006/relationships/image" Target="../media/image2656.png"/><Relationship Id="rId216" Type="http://schemas.openxmlformats.org/officeDocument/2006/relationships/customXml" Target="../ink/ink2726.xml"/><Relationship Id="rId237" Type="http://schemas.openxmlformats.org/officeDocument/2006/relationships/image" Target="../media/image2684.png"/><Relationship Id="rId258" Type="http://schemas.openxmlformats.org/officeDocument/2006/relationships/customXml" Target="../ink/ink2747.xml"/><Relationship Id="rId22" Type="http://schemas.openxmlformats.org/officeDocument/2006/relationships/customXml" Target="../ink/ink2629.xml"/><Relationship Id="rId43" Type="http://schemas.openxmlformats.org/officeDocument/2006/relationships/image" Target="../media/image2588.png"/><Relationship Id="rId64" Type="http://schemas.openxmlformats.org/officeDocument/2006/relationships/customXml" Target="../ink/ink2650.xml"/><Relationship Id="rId118" Type="http://schemas.openxmlformats.org/officeDocument/2006/relationships/customXml" Target="../ink/ink2677.xml"/><Relationship Id="rId139" Type="http://schemas.openxmlformats.org/officeDocument/2006/relationships/image" Target="../media/image2636.png"/><Relationship Id="rId85" Type="http://schemas.openxmlformats.org/officeDocument/2006/relationships/image" Target="../media/image2609.png"/><Relationship Id="rId150" Type="http://schemas.openxmlformats.org/officeDocument/2006/relationships/customXml" Target="../ink/ink2693.xml"/><Relationship Id="rId171" Type="http://schemas.openxmlformats.org/officeDocument/2006/relationships/image" Target="../media/image2651.png"/><Relationship Id="rId192" Type="http://schemas.openxmlformats.org/officeDocument/2006/relationships/customXml" Target="../ink/ink2714.xml"/><Relationship Id="rId206" Type="http://schemas.openxmlformats.org/officeDocument/2006/relationships/customXml" Target="../ink/ink2721.xml"/><Relationship Id="rId227" Type="http://schemas.openxmlformats.org/officeDocument/2006/relationships/image" Target="../media/image2679.png"/><Relationship Id="rId248" Type="http://schemas.openxmlformats.org/officeDocument/2006/relationships/customXml" Target="../ink/ink2742.xml"/><Relationship Id="rId12" Type="http://schemas.openxmlformats.org/officeDocument/2006/relationships/customXml" Target="../ink/ink2624.xml"/><Relationship Id="rId33" Type="http://schemas.openxmlformats.org/officeDocument/2006/relationships/image" Target="../media/image2583.png"/><Relationship Id="rId108" Type="http://schemas.openxmlformats.org/officeDocument/2006/relationships/customXml" Target="../ink/ink2672.xml"/><Relationship Id="rId129" Type="http://schemas.openxmlformats.org/officeDocument/2006/relationships/image" Target="../media/image2631.png"/><Relationship Id="rId54" Type="http://schemas.openxmlformats.org/officeDocument/2006/relationships/customXml" Target="../ink/ink2645.xml"/><Relationship Id="rId75" Type="http://schemas.openxmlformats.org/officeDocument/2006/relationships/image" Target="../media/image2604.png"/><Relationship Id="rId96" Type="http://schemas.openxmlformats.org/officeDocument/2006/relationships/customXml" Target="../ink/ink2666.xml"/><Relationship Id="rId140" Type="http://schemas.openxmlformats.org/officeDocument/2006/relationships/customXml" Target="../ink/ink2688.xml"/><Relationship Id="rId161" Type="http://schemas.openxmlformats.org/officeDocument/2006/relationships/image" Target="../media/image2646.png"/><Relationship Id="rId182" Type="http://schemas.openxmlformats.org/officeDocument/2006/relationships/customXml" Target="../ink/ink2709.xml"/><Relationship Id="rId217" Type="http://schemas.openxmlformats.org/officeDocument/2006/relationships/image" Target="../media/image2674.png"/><Relationship Id="rId6" Type="http://schemas.openxmlformats.org/officeDocument/2006/relationships/customXml" Target="../ink/ink2621.xml"/><Relationship Id="rId238" Type="http://schemas.openxmlformats.org/officeDocument/2006/relationships/customXml" Target="../ink/ink2737.xml"/><Relationship Id="rId259" Type="http://schemas.openxmlformats.org/officeDocument/2006/relationships/image" Target="../media/image2695.png"/><Relationship Id="rId23" Type="http://schemas.openxmlformats.org/officeDocument/2006/relationships/image" Target="../media/image2578.png"/><Relationship Id="rId119" Type="http://schemas.openxmlformats.org/officeDocument/2006/relationships/image" Target="../media/image2626.png"/><Relationship Id="rId44" Type="http://schemas.openxmlformats.org/officeDocument/2006/relationships/customXml" Target="../ink/ink2640.xml"/><Relationship Id="rId65" Type="http://schemas.openxmlformats.org/officeDocument/2006/relationships/image" Target="../media/image2599.png"/><Relationship Id="rId86" Type="http://schemas.openxmlformats.org/officeDocument/2006/relationships/customXml" Target="../ink/ink2661.xml"/><Relationship Id="rId130" Type="http://schemas.openxmlformats.org/officeDocument/2006/relationships/customXml" Target="../ink/ink2683.xml"/><Relationship Id="rId151" Type="http://schemas.openxmlformats.org/officeDocument/2006/relationships/image" Target="../media/image2642.png"/><Relationship Id="rId172" Type="http://schemas.openxmlformats.org/officeDocument/2006/relationships/customXml" Target="../ink/ink2704.xml"/><Relationship Id="rId193" Type="http://schemas.openxmlformats.org/officeDocument/2006/relationships/image" Target="../media/image2662.png"/><Relationship Id="rId207" Type="http://schemas.openxmlformats.org/officeDocument/2006/relationships/image" Target="../media/image2669.png"/><Relationship Id="rId228" Type="http://schemas.openxmlformats.org/officeDocument/2006/relationships/customXml" Target="../ink/ink2732.xml"/><Relationship Id="rId249" Type="http://schemas.openxmlformats.org/officeDocument/2006/relationships/image" Target="../media/image2690.png"/><Relationship Id="rId13" Type="http://schemas.openxmlformats.org/officeDocument/2006/relationships/image" Target="../media/image2573.png"/><Relationship Id="rId109" Type="http://schemas.openxmlformats.org/officeDocument/2006/relationships/image" Target="../media/image2621.png"/><Relationship Id="rId260" Type="http://schemas.openxmlformats.org/officeDocument/2006/relationships/customXml" Target="../ink/ink2748.xml"/><Relationship Id="rId34" Type="http://schemas.openxmlformats.org/officeDocument/2006/relationships/customXml" Target="../ink/ink2635.xml"/><Relationship Id="rId55" Type="http://schemas.openxmlformats.org/officeDocument/2006/relationships/image" Target="../media/image2594.png"/><Relationship Id="rId76" Type="http://schemas.openxmlformats.org/officeDocument/2006/relationships/customXml" Target="../ink/ink2656.xml"/><Relationship Id="rId97" Type="http://schemas.openxmlformats.org/officeDocument/2006/relationships/image" Target="../media/image2615.png"/><Relationship Id="rId120" Type="http://schemas.openxmlformats.org/officeDocument/2006/relationships/customXml" Target="../ink/ink2678.xml"/><Relationship Id="rId141" Type="http://schemas.openxmlformats.org/officeDocument/2006/relationships/image" Target="../media/image2637.png"/><Relationship Id="rId7" Type="http://schemas.openxmlformats.org/officeDocument/2006/relationships/image" Target="../media/image2570.png"/><Relationship Id="rId162" Type="http://schemas.openxmlformats.org/officeDocument/2006/relationships/customXml" Target="../ink/ink2699.xml"/><Relationship Id="rId183" Type="http://schemas.openxmlformats.org/officeDocument/2006/relationships/image" Target="../media/image2657.png"/><Relationship Id="rId218" Type="http://schemas.openxmlformats.org/officeDocument/2006/relationships/customXml" Target="../ink/ink2727.xml"/><Relationship Id="rId239" Type="http://schemas.openxmlformats.org/officeDocument/2006/relationships/image" Target="../media/image2685.png"/><Relationship Id="rId250" Type="http://schemas.openxmlformats.org/officeDocument/2006/relationships/customXml" Target="../ink/ink2743.xml"/><Relationship Id="rId24" Type="http://schemas.openxmlformats.org/officeDocument/2006/relationships/customXml" Target="../ink/ink2630.xml"/><Relationship Id="rId45" Type="http://schemas.openxmlformats.org/officeDocument/2006/relationships/image" Target="../media/image2589.png"/><Relationship Id="rId66" Type="http://schemas.openxmlformats.org/officeDocument/2006/relationships/customXml" Target="../ink/ink2651.xml"/><Relationship Id="rId87" Type="http://schemas.openxmlformats.org/officeDocument/2006/relationships/image" Target="../media/image2610.png"/><Relationship Id="rId110" Type="http://schemas.openxmlformats.org/officeDocument/2006/relationships/customXml" Target="../ink/ink2673.xml"/><Relationship Id="rId131" Type="http://schemas.openxmlformats.org/officeDocument/2006/relationships/image" Target="../media/image2632.png"/><Relationship Id="rId152" Type="http://schemas.openxmlformats.org/officeDocument/2006/relationships/customXml" Target="../ink/ink2694.xml"/><Relationship Id="rId173" Type="http://schemas.openxmlformats.org/officeDocument/2006/relationships/image" Target="../media/image2652.png"/><Relationship Id="rId194" Type="http://schemas.openxmlformats.org/officeDocument/2006/relationships/customXml" Target="../ink/ink2715.xml"/><Relationship Id="rId208" Type="http://schemas.openxmlformats.org/officeDocument/2006/relationships/customXml" Target="../ink/ink2722.xml"/><Relationship Id="rId229" Type="http://schemas.openxmlformats.org/officeDocument/2006/relationships/image" Target="../media/image2680.png"/><Relationship Id="rId240" Type="http://schemas.openxmlformats.org/officeDocument/2006/relationships/customXml" Target="../ink/ink2738.xml"/><Relationship Id="rId261" Type="http://schemas.openxmlformats.org/officeDocument/2006/relationships/image" Target="../media/image2696.png"/><Relationship Id="rId14" Type="http://schemas.openxmlformats.org/officeDocument/2006/relationships/customXml" Target="../ink/ink2625.xml"/><Relationship Id="rId35" Type="http://schemas.openxmlformats.org/officeDocument/2006/relationships/image" Target="../media/image2584.png"/><Relationship Id="rId56" Type="http://schemas.openxmlformats.org/officeDocument/2006/relationships/customXml" Target="../ink/ink2646.xml"/><Relationship Id="rId77" Type="http://schemas.openxmlformats.org/officeDocument/2006/relationships/image" Target="../media/image2605.png"/><Relationship Id="rId100" Type="http://schemas.openxmlformats.org/officeDocument/2006/relationships/customXml" Target="../ink/ink2668.xml"/><Relationship Id="rId8" Type="http://schemas.openxmlformats.org/officeDocument/2006/relationships/customXml" Target="../ink/ink2622.xml"/><Relationship Id="rId98" Type="http://schemas.openxmlformats.org/officeDocument/2006/relationships/customXml" Target="../ink/ink2667.xml"/><Relationship Id="rId121" Type="http://schemas.openxmlformats.org/officeDocument/2006/relationships/image" Target="../media/image2627.png"/><Relationship Id="rId142" Type="http://schemas.openxmlformats.org/officeDocument/2006/relationships/customXml" Target="../ink/ink2689.xml"/><Relationship Id="rId163" Type="http://schemas.openxmlformats.org/officeDocument/2006/relationships/image" Target="../media/image2647.png"/><Relationship Id="rId184" Type="http://schemas.openxmlformats.org/officeDocument/2006/relationships/customXml" Target="../ink/ink2710.xml"/><Relationship Id="rId219" Type="http://schemas.openxmlformats.org/officeDocument/2006/relationships/image" Target="../media/image2675.png"/><Relationship Id="rId230" Type="http://schemas.openxmlformats.org/officeDocument/2006/relationships/customXml" Target="../ink/ink2733.xml"/><Relationship Id="rId251" Type="http://schemas.openxmlformats.org/officeDocument/2006/relationships/image" Target="../media/image2691.png"/><Relationship Id="rId25" Type="http://schemas.openxmlformats.org/officeDocument/2006/relationships/image" Target="../media/image2579.png"/><Relationship Id="rId46" Type="http://schemas.openxmlformats.org/officeDocument/2006/relationships/customXml" Target="../ink/ink2641.xml"/><Relationship Id="rId67" Type="http://schemas.openxmlformats.org/officeDocument/2006/relationships/image" Target="../media/image2600.png"/><Relationship Id="rId88" Type="http://schemas.openxmlformats.org/officeDocument/2006/relationships/customXml" Target="../ink/ink2662.xml"/><Relationship Id="rId111" Type="http://schemas.openxmlformats.org/officeDocument/2006/relationships/image" Target="../media/image2622.png"/><Relationship Id="rId132" Type="http://schemas.openxmlformats.org/officeDocument/2006/relationships/customXml" Target="../ink/ink2684.xml"/><Relationship Id="rId153" Type="http://schemas.openxmlformats.org/officeDocument/2006/relationships/image" Target="../media/image29.png"/><Relationship Id="rId174" Type="http://schemas.openxmlformats.org/officeDocument/2006/relationships/customXml" Target="../ink/ink2705.xml"/><Relationship Id="rId195" Type="http://schemas.openxmlformats.org/officeDocument/2006/relationships/image" Target="../media/image2663.png"/><Relationship Id="rId209" Type="http://schemas.openxmlformats.org/officeDocument/2006/relationships/image" Target="../media/image2670.png"/><Relationship Id="rId220" Type="http://schemas.openxmlformats.org/officeDocument/2006/relationships/customXml" Target="../ink/ink2728.xml"/><Relationship Id="rId241" Type="http://schemas.openxmlformats.org/officeDocument/2006/relationships/image" Target="../media/image2686.png"/><Relationship Id="rId15" Type="http://schemas.openxmlformats.org/officeDocument/2006/relationships/image" Target="../media/image2574.png"/><Relationship Id="rId36" Type="http://schemas.openxmlformats.org/officeDocument/2006/relationships/customXml" Target="../ink/ink2636.xml"/><Relationship Id="rId57" Type="http://schemas.openxmlformats.org/officeDocument/2006/relationships/image" Target="../media/image2595.png"/><Relationship Id="rId262" Type="http://schemas.openxmlformats.org/officeDocument/2006/relationships/customXml" Target="../ink/ink2749.xml"/><Relationship Id="rId78" Type="http://schemas.openxmlformats.org/officeDocument/2006/relationships/customXml" Target="../ink/ink2657.xml"/><Relationship Id="rId99" Type="http://schemas.openxmlformats.org/officeDocument/2006/relationships/image" Target="../media/image2616.png"/><Relationship Id="rId101" Type="http://schemas.openxmlformats.org/officeDocument/2006/relationships/image" Target="../media/image2617.png"/><Relationship Id="rId122" Type="http://schemas.openxmlformats.org/officeDocument/2006/relationships/customXml" Target="../ink/ink2679.xml"/><Relationship Id="rId143" Type="http://schemas.openxmlformats.org/officeDocument/2006/relationships/image" Target="../media/image2638.png"/><Relationship Id="rId164" Type="http://schemas.openxmlformats.org/officeDocument/2006/relationships/customXml" Target="../ink/ink2700.xml"/><Relationship Id="rId185" Type="http://schemas.openxmlformats.org/officeDocument/2006/relationships/image" Target="../media/image2658.png"/><Relationship Id="rId9" Type="http://schemas.openxmlformats.org/officeDocument/2006/relationships/image" Target="../media/image2571.png"/><Relationship Id="rId210" Type="http://schemas.openxmlformats.org/officeDocument/2006/relationships/customXml" Target="../ink/ink2723.xml"/><Relationship Id="rId26" Type="http://schemas.openxmlformats.org/officeDocument/2006/relationships/customXml" Target="../ink/ink2631.xml"/><Relationship Id="rId231" Type="http://schemas.openxmlformats.org/officeDocument/2006/relationships/image" Target="../media/image2681.png"/><Relationship Id="rId252" Type="http://schemas.openxmlformats.org/officeDocument/2006/relationships/customXml" Target="../ink/ink2744.xml"/><Relationship Id="rId47" Type="http://schemas.openxmlformats.org/officeDocument/2006/relationships/image" Target="../media/image2590.png"/><Relationship Id="rId68" Type="http://schemas.openxmlformats.org/officeDocument/2006/relationships/customXml" Target="../ink/ink2652.xml"/><Relationship Id="rId89" Type="http://schemas.openxmlformats.org/officeDocument/2006/relationships/image" Target="../media/image2611.png"/><Relationship Id="rId112" Type="http://schemas.openxmlformats.org/officeDocument/2006/relationships/customXml" Target="../ink/ink2674.xml"/><Relationship Id="rId133" Type="http://schemas.openxmlformats.org/officeDocument/2006/relationships/image" Target="../media/image2633.png"/><Relationship Id="rId154" Type="http://schemas.openxmlformats.org/officeDocument/2006/relationships/customXml" Target="../ink/ink2695.xml"/><Relationship Id="rId175" Type="http://schemas.openxmlformats.org/officeDocument/2006/relationships/image" Target="../media/image2653.png"/><Relationship Id="rId196" Type="http://schemas.openxmlformats.org/officeDocument/2006/relationships/customXml" Target="../ink/ink2716.xml"/><Relationship Id="rId200" Type="http://schemas.openxmlformats.org/officeDocument/2006/relationships/customXml" Target="../ink/ink2718.xml"/><Relationship Id="rId16" Type="http://schemas.openxmlformats.org/officeDocument/2006/relationships/customXml" Target="../ink/ink2626.xml"/><Relationship Id="rId221" Type="http://schemas.openxmlformats.org/officeDocument/2006/relationships/image" Target="../media/image2676.png"/><Relationship Id="rId242" Type="http://schemas.openxmlformats.org/officeDocument/2006/relationships/customXml" Target="../ink/ink2739.xml"/><Relationship Id="rId263" Type="http://schemas.openxmlformats.org/officeDocument/2006/relationships/image" Target="../media/image2697.png"/><Relationship Id="rId37" Type="http://schemas.openxmlformats.org/officeDocument/2006/relationships/image" Target="../media/image2585.png"/><Relationship Id="rId58" Type="http://schemas.openxmlformats.org/officeDocument/2006/relationships/customXml" Target="../ink/ink2647.xml"/><Relationship Id="rId79" Type="http://schemas.openxmlformats.org/officeDocument/2006/relationships/image" Target="../media/image2606.png"/><Relationship Id="rId102" Type="http://schemas.openxmlformats.org/officeDocument/2006/relationships/customXml" Target="../ink/ink2669.xml"/><Relationship Id="rId123" Type="http://schemas.openxmlformats.org/officeDocument/2006/relationships/image" Target="../media/image2628.png"/><Relationship Id="rId144" Type="http://schemas.openxmlformats.org/officeDocument/2006/relationships/customXml" Target="../ink/ink2690.xml"/><Relationship Id="rId90" Type="http://schemas.openxmlformats.org/officeDocument/2006/relationships/customXml" Target="../ink/ink2663.xml"/><Relationship Id="rId165" Type="http://schemas.openxmlformats.org/officeDocument/2006/relationships/image" Target="../media/image2648.png"/><Relationship Id="rId186" Type="http://schemas.openxmlformats.org/officeDocument/2006/relationships/customXml" Target="../ink/ink2711.xml"/><Relationship Id="rId211" Type="http://schemas.openxmlformats.org/officeDocument/2006/relationships/image" Target="../media/image2671.png"/><Relationship Id="rId232" Type="http://schemas.openxmlformats.org/officeDocument/2006/relationships/customXml" Target="../ink/ink2734.xml"/><Relationship Id="rId253" Type="http://schemas.openxmlformats.org/officeDocument/2006/relationships/image" Target="../media/image2692.png"/><Relationship Id="rId27" Type="http://schemas.openxmlformats.org/officeDocument/2006/relationships/image" Target="../media/image2580.png"/><Relationship Id="rId48" Type="http://schemas.openxmlformats.org/officeDocument/2006/relationships/customXml" Target="../ink/ink2642.xml"/><Relationship Id="rId69" Type="http://schemas.openxmlformats.org/officeDocument/2006/relationships/image" Target="../media/image2601.png"/><Relationship Id="rId113" Type="http://schemas.openxmlformats.org/officeDocument/2006/relationships/image" Target="../media/image2623.png"/><Relationship Id="rId134" Type="http://schemas.openxmlformats.org/officeDocument/2006/relationships/customXml" Target="../ink/ink2685.xml"/><Relationship Id="rId80" Type="http://schemas.openxmlformats.org/officeDocument/2006/relationships/customXml" Target="../ink/ink2658.xml"/><Relationship Id="rId155" Type="http://schemas.openxmlformats.org/officeDocument/2006/relationships/image" Target="../media/image2643.png"/><Relationship Id="rId176" Type="http://schemas.openxmlformats.org/officeDocument/2006/relationships/customXml" Target="../ink/ink2706.xml"/><Relationship Id="rId197" Type="http://schemas.openxmlformats.org/officeDocument/2006/relationships/image" Target="../media/image2664.png"/><Relationship Id="rId201" Type="http://schemas.openxmlformats.org/officeDocument/2006/relationships/image" Target="../media/image2666.png"/><Relationship Id="rId222" Type="http://schemas.openxmlformats.org/officeDocument/2006/relationships/customXml" Target="../ink/ink2729.xml"/><Relationship Id="rId243" Type="http://schemas.openxmlformats.org/officeDocument/2006/relationships/image" Target="../media/image2687.png"/><Relationship Id="rId264" Type="http://schemas.openxmlformats.org/officeDocument/2006/relationships/customXml" Target="../ink/ink2750.xml"/><Relationship Id="rId17" Type="http://schemas.openxmlformats.org/officeDocument/2006/relationships/image" Target="../media/image2575.png"/><Relationship Id="rId38" Type="http://schemas.openxmlformats.org/officeDocument/2006/relationships/customXml" Target="../ink/ink2637.xml"/><Relationship Id="rId59" Type="http://schemas.openxmlformats.org/officeDocument/2006/relationships/image" Target="../media/image2596.png"/><Relationship Id="rId103" Type="http://schemas.openxmlformats.org/officeDocument/2006/relationships/image" Target="../media/image2618.png"/><Relationship Id="rId124" Type="http://schemas.openxmlformats.org/officeDocument/2006/relationships/customXml" Target="../ink/ink2680.xml"/><Relationship Id="rId70" Type="http://schemas.openxmlformats.org/officeDocument/2006/relationships/customXml" Target="../ink/ink2653.xml"/><Relationship Id="rId91" Type="http://schemas.openxmlformats.org/officeDocument/2006/relationships/image" Target="../media/image2612.png"/><Relationship Id="rId145" Type="http://schemas.openxmlformats.org/officeDocument/2006/relationships/image" Target="../media/image2639.png"/><Relationship Id="rId166" Type="http://schemas.openxmlformats.org/officeDocument/2006/relationships/customXml" Target="../ink/ink2701.xml"/><Relationship Id="rId187" Type="http://schemas.openxmlformats.org/officeDocument/2006/relationships/image" Target="../media/image2659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724.xml"/><Relationship Id="rId233" Type="http://schemas.openxmlformats.org/officeDocument/2006/relationships/image" Target="../media/image2682.png"/><Relationship Id="rId254" Type="http://schemas.openxmlformats.org/officeDocument/2006/relationships/customXml" Target="../ink/ink2745.xml"/><Relationship Id="rId28" Type="http://schemas.openxmlformats.org/officeDocument/2006/relationships/customXml" Target="../ink/ink2632.xml"/><Relationship Id="rId49" Type="http://schemas.openxmlformats.org/officeDocument/2006/relationships/image" Target="../media/image2591.png"/><Relationship Id="rId114" Type="http://schemas.openxmlformats.org/officeDocument/2006/relationships/customXml" Target="../ink/ink2675.xml"/><Relationship Id="rId60" Type="http://schemas.openxmlformats.org/officeDocument/2006/relationships/customXml" Target="../ink/ink2648.xml"/><Relationship Id="rId81" Type="http://schemas.openxmlformats.org/officeDocument/2006/relationships/image" Target="../media/image2607.png"/><Relationship Id="rId135" Type="http://schemas.openxmlformats.org/officeDocument/2006/relationships/image" Target="../media/image2634.png"/><Relationship Id="rId156" Type="http://schemas.openxmlformats.org/officeDocument/2006/relationships/customXml" Target="../ink/ink2696.xml"/><Relationship Id="rId177" Type="http://schemas.openxmlformats.org/officeDocument/2006/relationships/image" Target="../media/image2654.png"/><Relationship Id="rId198" Type="http://schemas.openxmlformats.org/officeDocument/2006/relationships/customXml" Target="../ink/ink2717.xml"/><Relationship Id="rId202" Type="http://schemas.openxmlformats.org/officeDocument/2006/relationships/customXml" Target="../ink/ink2719.xml"/><Relationship Id="rId223" Type="http://schemas.openxmlformats.org/officeDocument/2006/relationships/image" Target="../media/image2677.png"/><Relationship Id="rId244" Type="http://schemas.openxmlformats.org/officeDocument/2006/relationships/customXml" Target="../ink/ink2740.xml"/><Relationship Id="rId18" Type="http://schemas.openxmlformats.org/officeDocument/2006/relationships/customXml" Target="../ink/ink2627.xml"/><Relationship Id="rId39" Type="http://schemas.openxmlformats.org/officeDocument/2006/relationships/image" Target="../media/image2586.png"/><Relationship Id="rId265" Type="http://schemas.openxmlformats.org/officeDocument/2006/relationships/image" Target="../media/image2698.png"/><Relationship Id="rId50" Type="http://schemas.openxmlformats.org/officeDocument/2006/relationships/customXml" Target="../ink/ink2643.xml"/><Relationship Id="rId104" Type="http://schemas.openxmlformats.org/officeDocument/2006/relationships/customXml" Target="../ink/ink2670.xml"/><Relationship Id="rId125" Type="http://schemas.openxmlformats.org/officeDocument/2006/relationships/image" Target="../media/image2629.png"/><Relationship Id="rId146" Type="http://schemas.openxmlformats.org/officeDocument/2006/relationships/customXml" Target="../ink/ink2691.xml"/><Relationship Id="rId167" Type="http://schemas.openxmlformats.org/officeDocument/2006/relationships/image" Target="../media/image2649.png"/><Relationship Id="rId188" Type="http://schemas.openxmlformats.org/officeDocument/2006/relationships/customXml" Target="../ink/ink2712.xml"/><Relationship Id="rId71" Type="http://schemas.openxmlformats.org/officeDocument/2006/relationships/image" Target="../media/image2602.png"/><Relationship Id="rId92" Type="http://schemas.openxmlformats.org/officeDocument/2006/relationships/customXml" Target="../ink/ink2664.xml"/><Relationship Id="rId213" Type="http://schemas.openxmlformats.org/officeDocument/2006/relationships/image" Target="../media/image2672.png"/><Relationship Id="rId234" Type="http://schemas.openxmlformats.org/officeDocument/2006/relationships/customXml" Target="../ink/ink2735.xml"/><Relationship Id="rId2" Type="http://schemas.openxmlformats.org/officeDocument/2006/relationships/customXml" Target="../ink/ink2619.xml"/><Relationship Id="rId29" Type="http://schemas.openxmlformats.org/officeDocument/2006/relationships/image" Target="../media/image2581.png"/><Relationship Id="rId255" Type="http://schemas.openxmlformats.org/officeDocument/2006/relationships/image" Target="../media/image2693.png"/><Relationship Id="rId40" Type="http://schemas.openxmlformats.org/officeDocument/2006/relationships/customXml" Target="../ink/ink2638.xml"/><Relationship Id="rId115" Type="http://schemas.openxmlformats.org/officeDocument/2006/relationships/image" Target="../media/image2624.png"/><Relationship Id="rId136" Type="http://schemas.openxmlformats.org/officeDocument/2006/relationships/customXml" Target="../ink/ink2686.xml"/><Relationship Id="rId157" Type="http://schemas.openxmlformats.org/officeDocument/2006/relationships/image" Target="../media/image2644.png"/><Relationship Id="rId178" Type="http://schemas.openxmlformats.org/officeDocument/2006/relationships/customXml" Target="../ink/ink2707.xml"/><Relationship Id="rId61" Type="http://schemas.openxmlformats.org/officeDocument/2006/relationships/image" Target="../media/image2597.png"/><Relationship Id="rId82" Type="http://schemas.openxmlformats.org/officeDocument/2006/relationships/customXml" Target="../ink/ink2659.xml"/><Relationship Id="rId199" Type="http://schemas.openxmlformats.org/officeDocument/2006/relationships/image" Target="../media/image2665.png"/><Relationship Id="rId203" Type="http://schemas.openxmlformats.org/officeDocument/2006/relationships/image" Target="../media/image2667.png"/><Relationship Id="rId19" Type="http://schemas.openxmlformats.org/officeDocument/2006/relationships/image" Target="../media/image2576.png"/><Relationship Id="rId224" Type="http://schemas.openxmlformats.org/officeDocument/2006/relationships/customXml" Target="../ink/ink2730.xml"/><Relationship Id="rId245" Type="http://schemas.openxmlformats.org/officeDocument/2006/relationships/image" Target="../media/image2688.png"/><Relationship Id="rId266" Type="http://schemas.openxmlformats.org/officeDocument/2006/relationships/customXml" Target="../ink/ink2751.xml"/><Relationship Id="rId30" Type="http://schemas.openxmlformats.org/officeDocument/2006/relationships/customXml" Target="../ink/ink2633.xml"/><Relationship Id="rId105" Type="http://schemas.openxmlformats.org/officeDocument/2006/relationships/image" Target="../media/image2619.png"/><Relationship Id="rId126" Type="http://schemas.openxmlformats.org/officeDocument/2006/relationships/customXml" Target="../ink/ink2681.xml"/><Relationship Id="rId147" Type="http://schemas.openxmlformats.org/officeDocument/2006/relationships/image" Target="../media/image2640.png"/><Relationship Id="rId168" Type="http://schemas.openxmlformats.org/officeDocument/2006/relationships/customXml" Target="../ink/ink2702.xml"/><Relationship Id="rId51" Type="http://schemas.openxmlformats.org/officeDocument/2006/relationships/image" Target="../media/image2592.png"/><Relationship Id="rId72" Type="http://schemas.openxmlformats.org/officeDocument/2006/relationships/customXml" Target="../ink/ink2654.xml"/><Relationship Id="rId93" Type="http://schemas.openxmlformats.org/officeDocument/2006/relationships/image" Target="../media/image2613.png"/><Relationship Id="rId189" Type="http://schemas.openxmlformats.org/officeDocument/2006/relationships/image" Target="../media/image2660.png"/><Relationship Id="rId3" Type="http://schemas.openxmlformats.org/officeDocument/2006/relationships/image" Target="../media/image2568.png"/><Relationship Id="rId214" Type="http://schemas.openxmlformats.org/officeDocument/2006/relationships/customXml" Target="../ink/ink2725.xml"/><Relationship Id="rId235" Type="http://schemas.openxmlformats.org/officeDocument/2006/relationships/image" Target="../media/image2683.png"/><Relationship Id="rId256" Type="http://schemas.openxmlformats.org/officeDocument/2006/relationships/customXml" Target="../ink/ink2746.xml"/><Relationship Id="rId116" Type="http://schemas.openxmlformats.org/officeDocument/2006/relationships/customXml" Target="../ink/ink2676.xml"/><Relationship Id="rId137" Type="http://schemas.openxmlformats.org/officeDocument/2006/relationships/image" Target="../media/image2635.png"/><Relationship Id="rId158" Type="http://schemas.openxmlformats.org/officeDocument/2006/relationships/customXml" Target="../ink/ink2697.xml"/><Relationship Id="rId20" Type="http://schemas.openxmlformats.org/officeDocument/2006/relationships/customXml" Target="../ink/ink2628.xml"/><Relationship Id="rId41" Type="http://schemas.openxmlformats.org/officeDocument/2006/relationships/image" Target="../media/image2587.png"/><Relationship Id="rId62" Type="http://schemas.openxmlformats.org/officeDocument/2006/relationships/customXml" Target="../ink/ink2649.xml"/><Relationship Id="rId83" Type="http://schemas.openxmlformats.org/officeDocument/2006/relationships/image" Target="../media/image2608.png"/><Relationship Id="rId179" Type="http://schemas.openxmlformats.org/officeDocument/2006/relationships/image" Target="../media/image2655.png"/><Relationship Id="rId190" Type="http://schemas.openxmlformats.org/officeDocument/2006/relationships/customXml" Target="../ink/ink2713.xml"/><Relationship Id="rId204" Type="http://schemas.openxmlformats.org/officeDocument/2006/relationships/customXml" Target="../ink/ink2720.xml"/><Relationship Id="rId225" Type="http://schemas.openxmlformats.org/officeDocument/2006/relationships/image" Target="../media/image2678.png"/><Relationship Id="rId246" Type="http://schemas.openxmlformats.org/officeDocument/2006/relationships/customXml" Target="../ink/ink2741.xml"/><Relationship Id="rId267" Type="http://schemas.openxmlformats.org/officeDocument/2006/relationships/image" Target="../media/image2699.png"/><Relationship Id="rId106" Type="http://schemas.openxmlformats.org/officeDocument/2006/relationships/customXml" Target="../ink/ink2671.xml"/><Relationship Id="rId127" Type="http://schemas.openxmlformats.org/officeDocument/2006/relationships/image" Target="../media/image2630.png"/><Relationship Id="rId10" Type="http://schemas.openxmlformats.org/officeDocument/2006/relationships/customXml" Target="../ink/ink2623.xml"/><Relationship Id="rId31" Type="http://schemas.openxmlformats.org/officeDocument/2006/relationships/image" Target="../media/image2582.png"/><Relationship Id="rId52" Type="http://schemas.openxmlformats.org/officeDocument/2006/relationships/customXml" Target="../ink/ink2644.xml"/><Relationship Id="rId73" Type="http://schemas.openxmlformats.org/officeDocument/2006/relationships/image" Target="../media/image2603.png"/><Relationship Id="rId94" Type="http://schemas.openxmlformats.org/officeDocument/2006/relationships/customXml" Target="../ink/ink2665.xml"/><Relationship Id="rId148" Type="http://schemas.openxmlformats.org/officeDocument/2006/relationships/customXml" Target="../ink/ink2692.xml"/><Relationship Id="rId169" Type="http://schemas.openxmlformats.org/officeDocument/2006/relationships/image" Target="../media/image2650.png"/><Relationship Id="rId4" Type="http://schemas.openxmlformats.org/officeDocument/2006/relationships/customXml" Target="../ink/ink2620.xml"/><Relationship Id="rId180" Type="http://schemas.openxmlformats.org/officeDocument/2006/relationships/customXml" Target="../ink/ink2708.xml"/><Relationship Id="rId215" Type="http://schemas.openxmlformats.org/officeDocument/2006/relationships/image" Target="../media/image2673.png"/><Relationship Id="rId236" Type="http://schemas.openxmlformats.org/officeDocument/2006/relationships/customXml" Target="../ink/ink2736.xml"/><Relationship Id="rId257" Type="http://schemas.openxmlformats.org/officeDocument/2006/relationships/image" Target="../media/image2694.png"/><Relationship Id="rId42" Type="http://schemas.openxmlformats.org/officeDocument/2006/relationships/customXml" Target="../ink/ink2639.xml"/><Relationship Id="rId84" Type="http://schemas.openxmlformats.org/officeDocument/2006/relationships/customXml" Target="../ink/ink2660.xml"/><Relationship Id="rId138" Type="http://schemas.openxmlformats.org/officeDocument/2006/relationships/customXml" Target="../ink/ink2687.xml"/><Relationship Id="rId191" Type="http://schemas.openxmlformats.org/officeDocument/2006/relationships/image" Target="../media/image2661.png"/><Relationship Id="rId205" Type="http://schemas.openxmlformats.org/officeDocument/2006/relationships/image" Target="../media/image2668.png"/><Relationship Id="rId247" Type="http://schemas.openxmlformats.org/officeDocument/2006/relationships/image" Target="../media/image268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39">
            <a:extLst>
              <a:ext uri="{FF2B5EF4-FFF2-40B4-BE49-F238E27FC236}">
                <a16:creationId xmlns:a16="http://schemas.microsoft.com/office/drawing/2014/main" id="{0DD8A888-75B9-7058-408E-4643892A31FD}"/>
              </a:ext>
            </a:extLst>
          </p:cNvPr>
          <p:cNvGrpSpPr/>
          <p:nvPr/>
        </p:nvGrpSpPr>
        <p:grpSpPr>
          <a:xfrm>
            <a:off x="128673" y="183600"/>
            <a:ext cx="6881040" cy="1035360"/>
            <a:chOff x="128673" y="183600"/>
            <a:chExt cx="6881040" cy="103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97112F1E-CD6D-367F-21E7-FCAFD6BEF383}"/>
                    </a:ext>
                  </a:extLst>
                </p14:cNvPr>
                <p14:cNvContentPartPr/>
                <p14:nvPr/>
              </p14:nvContentPartPr>
              <p14:xfrm>
                <a:off x="128673" y="236160"/>
                <a:ext cx="363240" cy="5392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97112F1E-CD6D-367F-21E7-FCAFD6BEF38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11033" y="218160"/>
                  <a:ext cx="398880" cy="57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01DA9B9-AFD1-4DFE-B904-587F05279064}"/>
                    </a:ext>
                  </a:extLst>
                </p14:cNvPr>
                <p14:cNvContentPartPr/>
                <p14:nvPr/>
              </p14:nvContentPartPr>
              <p14:xfrm>
                <a:off x="222633" y="499320"/>
                <a:ext cx="191520" cy="759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01DA9B9-AFD1-4DFE-B904-587F0527906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04633" y="481320"/>
                  <a:ext cx="22716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3D99A8B-E403-D63D-5613-FC6F1B7DDF4E}"/>
                    </a:ext>
                  </a:extLst>
                </p14:cNvPr>
                <p14:cNvContentPartPr/>
                <p14:nvPr/>
              </p14:nvContentPartPr>
              <p14:xfrm>
                <a:off x="509193" y="492480"/>
                <a:ext cx="345240" cy="2728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3D99A8B-E403-D63D-5613-FC6F1B7DDF4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91553" y="474840"/>
                  <a:ext cx="38088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2AC91A4-B2A2-33A6-E9C8-AC487A9FB3D6}"/>
                    </a:ext>
                  </a:extLst>
                </p14:cNvPr>
                <p14:cNvContentPartPr/>
                <p14:nvPr/>
              </p14:nvContentPartPr>
              <p14:xfrm>
                <a:off x="831753" y="246960"/>
                <a:ext cx="243720" cy="5338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2AC91A4-B2A2-33A6-E9C8-AC487A9FB3D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14113" y="228960"/>
                  <a:ext cx="279360" cy="56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87EF7D3-DDAD-4D47-B14F-ED834FE66738}"/>
                    </a:ext>
                  </a:extLst>
                </p14:cNvPr>
                <p14:cNvContentPartPr/>
                <p14:nvPr/>
              </p14:nvContentPartPr>
              <p14:xfrm>
                <a:off x="1076193" y="337680"/>
                <a:ext cx="33480" cy="457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87EF7D3-DDAD-4D47-B14F-ED834FE6673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58553" y="319680"/>
                  <a:ext cx="6912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36CB41E-44EB-FFEF-4C41-F49AACE37D51}"/>
                    </a:ext>
                  </a:extLst>
                </p14:cNvPr>
                <p14:cNvContentPartPr/>
                <p14:nvPr/>
              </p14:nvContentPartPr>
              <p14:xfrm>
                <a:off x="711153" y="427320"/>
                <a:ext cx="213480" cy="378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36CB41E-44EB-FFEF-4C41-F49AACE37D5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93513" y="409680"/>
                  <a:ext cx="24912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6E13E48-97E3-DFC3-71F8-63B8A34345FF}"/>
                    </a:ext>
                  </a:extLst>
                </p14:cNvPr>
                <p14:cNvContentPartPr/>
                <p14:nvPr/>
              </p14:nvContentPartPr>
              <p14:xfrm>
                <a:off x="1085553" y="231840"/>
                <a:ext cx="286200" cy="9871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6E13E48-97E3-DFC3-71F8-63B8A34345F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67913" y="213840"/>
                  <a:ext cx="321840" cy="10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F2F0D39-D2CB-9B67-CF8A-3B063C0EBE19}"/>
                    </a:ext>
                  </a:extLst>
                </p14:cNvPr>
                <p14:cNvContentPartPr/>
                <p14:nvPr/>
              </p14:nvContentPartPr>
              <p14:xfrm>
                <a:off x="1324953" y="551880"/>
                <a:ext cx="44640" cy="1864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F2F0D39-D2CB-9B67-CF8A-3B063C0EBE1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306953" y="534240"/>
                  <a:ext cx="8028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7576A54-FD28-F6D5-F73A-765D5D2DE00B}"/>
                    </a:ext>
                  </a:extLst>
                </p14:cNvPr>
                <p14:cNvContentPartPr/>
                <p14:nvPr/>
              </p14:nvContentPartPr>
              <p14:xfrm>
                <a:off x="1416033" y="420480"/>
                <a:ext cx="10800" cy="230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7576A54-FD28-F6D5-F73A-765D5D2DE00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398393" y="402840"/>
                  <a:ext cx="464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0141277-2F6E-E9C4-C26C-D08F04EC5A0F}"/>
                    </a:ext>
                  </a:extLst>
                </p14:cNvPr>
                <p14:cNvContentPartPr/>
                <p14:nvPr/>
              </p14:nvContentPartPr>
              <p14:xfrm>
                <a:off x="1453833" y="561600"/>
                <a:ext cx="146880" cy="1724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0141277-2F6E-E9C4-C26C-D08F04EC5A0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435833" y="543960"/>
                  <a:ext cx="18252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2184FC3-2C85-2A21-7D94-7FBED723E504}"/>
                    </a:ext>
                  </a:extLst>
                </p14:cNvPr>
                <p14:cNvContentPartPr/>
                <p14:nvPr/>
              </p14:nvContentPartPr>
              <p14:xfrm>
                <a:off x="1677753" y="529560"/>
                <a:ext cx="74520" cy="1728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2184FC3-2C85-2A21-7D94-7FBED723E50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660113" y="511560"/>
                  <a:ext cx="11016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A977210-DBBC-D0E7-D77E-6EA3F7C9DCA2}"/>
                    </a:ext>
                  </a:extLst>
                </p14:cNvPr>
                <p14:cNvContentPartPr/>
                <p14:nvPr/>
              </p14:nvContentPartPr>
              <p14:xfrm>
                <a:off x="1649313" y="385200"/>
                <a:ext cx="38160" cy="396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A977210-DBBC-D0E7-D77E-6EA3F7C9DCA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631673" y="367200"/>
                  <a:ext cx="7380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4C676E7-09A2-BAD1-5671-FF94E93F0EF7}"/>
                    </a:ext>
                  </a:extLst>
                </p14:cNvPr>
                <p14:cNvContentPartPr/>
                <p14:nvPr/>
              </p14:nvContentPartPr>
              <p14:xfrm>
                <a:off x="1820673" y="229680"/>
                <a:ext cx="288720" cy="4885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4C676E7-09A2-BAD1-5671-FF94E93F0EF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802673" y="212040"/>
                  <a:ext cx="324360" cy="52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7AE3F33-9EA3-8FCB-569F-E84F633D706B}"/>
                    </a:ext>
                  </a:extLst>
                </p14:cNvPr>
                <p14:cNvContentPartPr/>
                <p14:nvPr/>
              </p14:nvContentPartPr>
              <p14:xfrm>
                <a:off x="2440953" y="212400"/>
                <a:ext cx="455040" cy="5000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7AE3F33-9EA3-8FCB-569F-E84F633D706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423313" y="194760"/>
                  <a:ext cx="490680" cy="53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D272AC1-38EC-4CA1-8DB1-7978BFE2C174}"/>
                    </a:ext>
                  </a:extLst>
                </p14:cNvPr>
                <p14:cNvContentPartPr/>
                <p14:nvPr/>
              </p14:nvContentPartPr>
              <p14:xfrm>
                <a:off x="2848833" y="460080"/>
                <a:ext cx="527760" cy="2462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D272AC1-38EC-4CA1-8DB1-7978BFE2C17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831193" y="442080"/>
                  <a:ext cx="56340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51BA1C8-8797-97F7-BECB-D64EE99CBBF7}"/>
                    </a:ext>
                  </a:extLst>
                </p14:cNvPr>
                <p14:cNvContentPartPr/>
                <p14:nvPr/>
              </p14:nvContentPartPr>
              <p14:xfrm>
                <a:off x="3351033" y="385200"/>
                <a:ext cx="33120" cy="464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51BA1C8-8797-97F7-BECB-D64EE99CBBF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333393" y="367200"/>
                  <a:ext cx="6876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268E08B-F451-9039-D0D2-73019B690B22}"/>
                    </a:ext>
                  </a:extLst>
                </p14:cNvPr>
                <p14:cNvContentPartPr/>
                <p14:nvPr/>
              </p14:nvContentPartPr>
              <p14:xfrm>
                <a:off x="3450753" y="540000"/>
                <a:ext cx="174600" cy="1666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268E08B-F451-9039-D0D2-73019B690B2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432753" y="522360"/>
                  <a:ext cx="21024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600C27A-1FB3-6A4B-D0FB-22EBF1159C92}"/>
                    </a:ext>
                  </a:extLst>
                </p14:cNvPr>
                <p14:cNvContentPartPr/>
                <p14:nvPr/>
              </p14:nvContentPartPr>
              <p14:xfrm>
                <a:off x="3693393" y="340560"/>
                <a:ext cx="694800" cy="4071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600C27A-1FB3-6A4B-D0FB-22EBF1159C9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675393" y="322920"/>
                  <a:ext cx="730440" cy="44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0D810E6-1B87-8DD6-3B81-94A9E556E5D3}"/>
                    </a:ext>
                  </a:extLst>
                </p14:cNvPr>
                <p14:cNvContentPartPr/>
                <p14:nvPr/>
              </p14:nvContentPartPr>
              <p14:xfrm>
                <a:off x="4748913" y="183600"/>
                <a:ext cx="269280" cy="5504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0D810E6-1B87-8DD6-3B81-94A9E556E5D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730913" y="165600"/>
                  <a:ext cx="304920" cy="58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2E11662-3049-7A47-2C3D-42407428A1D3}"/>
                    </a:ext>
                  </a:extLst>
                </p14:cNvPr>
                <p14:cNvContentPartPr/>
                <p14:nvPr/>
              </p14:nvContentPartPr>
              <p14:xfrm>
                <a:off x="4814433" y="417600"/>
                <a:ext cx="177120" cy="277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2E11662-3049-7A47-2C3D-42407428A1D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796793" y="399600"/>
                  <a:ext cx="21276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6F0ECC5-462B-AD41-4036-D75D2F4FE941}"/>
                    </a:ext>
                  </a:extLst>
                </p14:cNvPr>
                <p14:cNvContentPartPr/>
                <p14:nvPr/>
              </p14:nvContentPartPr>
              <p14:xfrm>
                <a:off x="4976433" y="533160"/>
                <a:ext cx="186480" cy="2188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6F0ECC5-462B-AD41-4036-D75D2F4FE94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958793" y="515160"/>
                  <a:ext cx="22212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5DE9EB5-0B4E-2925-5B53-CAC4EF1BCFEE}"/>
                    </a:ext>
                  </a:extLst>
                </p14:cNvPr>
                <p14:cNvContentPartPr/>
                <p14:nvPr/>
              </p14:nvContentPartPr>
              <p14:xfrm>
                <a:off x="5188113" y="549360"/>
                <a:ext cx="189360" cy="2354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5DE9EB5-0B4E-2925-5B53-CAC4EF1BCFE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170473" y="531360"/>
                  <a:ext cx="22500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E6F7526-A7CA-B06B-6FAA-6AA7F9FE9A43}"/>
                    </a:ext>
                  </a:extLst>
                </p14:cNvPr>
                <p14:cNvContentPartPr/>
                <p14:nvPr/>
              </p14:nvContentPartPr>
              <p14:xfrm>
                <a:off x="5418873" y="314640"/>
                <a:ext cx="174600" cy="5205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E6F7526-A7CA-B06B-6FAA-6AA7F9FE9A4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401233" y="296640"/>
                  <a:ext cx="210240" cy="55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37FA7E1-4F7E-5DAB-2C9A-AA44E8AEDF88}"/>
                    </a:ext>
                  </a:extLst>
                </p14:cNvPr>
                <p14:cNvContentPartPr/>
                <p14:nvPr/>
              </p14:nvContentPartPr>
              <p14:xfrm>
                <a:off x="5672673" y="643320"/>
                <a:ext cx="322200" cy="1850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37FA7E1-4F7E-5DAB-2C9A-AA44E8AEDF8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654673" y="625320"/>
                  <a:ext cx="35784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8D6E949-69A2-7787-6459-5F8A90C7002E}"/>
                    </a:ext>
                  </a:extLst>
                </p14:cNvPr>
                <p14:cNvContentPartPr/>
                <p14:nvPr/>
              </p14:nvContentPartPr>
              <p14:xfrm>
                <a:off x="5932233" y="472680"/>
                <a:ext cx="36000" cy="561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8D6E949-69A2-7787-6459-5F8A90C7002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914593" y="455040"/>
                  <a:ext cx="7164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C7F9735-5157-7392-5CEF-3AD69CD90D0B}"/>
                    </a:ext>
                  </a:extLst>
                </p14:cNvPr>
                <p14:cNvContentPartPr/>
                <p14:nvPr/>
              </p14:nvContentPartPr>
              <p14:xfrm>
                <a:off x="6039873" y="668880"/>
                <a:ext cx="116640" cy="4878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C7F9735-5157-7392-5CEF-3AD69CD90D0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022233" y="650880"/>
                  <a:ext cx="152280" cy="52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A142CC7-2A33-428D-8604-3F3444C442AC}"/>
                    </a:ext>
                  </a:extLst>
                </p14:cNvPr>
                <p14:cNvContentPartPr/>
                <p14:nvPr/>
              </p14:nvContentPartPr>
              <p14:xfrm>
                <a:off x="6254793" y="592920"/>
                <a:ext cx="251640" cy="2239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A142CC7-2A33-428D-8604-3F3444C442A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236793" y="574920"/>
                  <a:ext cx="28728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B3A2280-E929-EE37-B484-3D2ACF103EAB}"/>
                    </a:ext>
                  </a:extLst>
                </p14:cNvPr>
                <p14:cNvContentPartPr/>
                <p14:nvPr/>
              </p14:nvContentPartPr>
              <p14:xfrm>
                <a:off x="6498513" y="584280"/>
                <a:ext cx="200520" cy="2365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B3A2280-E929-EE37-B484-3D2ACF103EA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480513" y="566280"/>
                  <a:ext cx="23616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A1BDF68-84BE-109B-3392-71D48F8F5AC6}"/>
                    </a:ext>
                  </a:extLst>
                </p14:cNvPr>
                <p14:cNvContentPartPr/>
                <p14:nvPr/>
              </p14:nvContentPartPr>
              <p14:xfrm>
                <a:off x="6934833" y="775800"/>
                <a:ext cx="22320" cy="115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A1BDF68-84BE-109B-3392-71D48F8F5AC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917193" y="757800"/>
                  <a:ext cx="5796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572E9E2-15AF-A533-B904-EA12568B7FEE}"/>
                    </a:ext>
                  </a:extLst>
                </p14:cNvPr>
                <p14:cNvContentPartPr/>
                <p14:nvPr/>
              </p14:nvContentPartPr>
              <p14:xfrm>
                <a:off x="6397713" y="676080"/>
                <a:ext cx="208440" cy="2034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572E9E2-15AF-A533-B904-EA12568B7FE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380073" y="658080"/>
                  <a:ext cx="24408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00C24D8-53CE-F292-CE7D-7326FE718A12}"/>
                    </a:ext>
                  </a:extLst>
                </p14:cNvPr>
                <p14:cNvContentPartPr/>
                <p14:nvPr/>
              </p14:nvContentPartPr>
              <p14:xfrm>
                <a:off x="217233" y="903960"/>
                <a:ext cx="6718680" cy="1270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00C24D8-53CE-F292-CE7D-7326FE718A1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99593" y="885960"/>
                  <a:ext cx="675432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4B94A13-D190-F082-8A20-16C4761D4B98}"/>
                    </a:ext>
                  </a:extLst>
                </p14:cNvPr>
                <p14:cNvContentPartPr/>
                <p14:nvPr/>
              </p14:nvContentPartPr>
              <p14:xfrm>
                <a:off x="7000713" y="597960"/>
                <a:ext cx="9000" cy="72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4B94A13-D190-F082-8A20-16C4761D4B9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982713" y="580320"/>
                  <a:ext cx="446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56D34DF-CAA2-3B8A-EDB3-4EEFA320AA61}"/>
                    </a:ext>
                  </a:extLst>
                </p14:cNvPr>
                <p14:cNvContentPartPr/>
                <p14:nvPr/>
              </p14:nvContentPartPr>
              <p14:xfrm>
                <a:off x="6931593" y="584640"/>
                <a:ext cx="66960" cy="507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56D34DF-CAA2-3B8A-EDB3-4EEFA320AA6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913953" y="567000"/>
                  <a:ext cx="10260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83177E2-D38D-4C2A-1A3E-F7A52A0DA675}"/>
                    </a:ext>
                  </a:extLst>
                </p14:cNvPr>
                <p14:cNvContentPartPr/>
                <p14:nvPr/>
              </p14:nvContentPartPr>
              <p14:xfrm>
                <a:off x="6906753" y="762120"/>
                <a:ext cx="84240" cy="385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83177E2-D38D-4C2A-1A3E-F7A52A0DA67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889113" y="744480"/>
                  <a:ext cx="119880" cy="74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E8676853-49BA-DD89-3E7F-73A5D2888C6B}"/>
                  </a:ext>
                </a:extLst>
              </p14:cNvPr>
              <p14:cNvContentPartPr/>
              <p14:nvPr/>
            </p14:nvContentPartPr>
            <p14:xfrm>
              <a:off x="6712727" y="2255422"/>
              <a:ext cx="98640" cy="3816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E8676853-49BA-DD89-3E7F-73A5D2888C6B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6694727" y="2237782"/>
                <a:ext cx="134280" cy="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9D5D9F0C-56A6-FD81-4364-8EF70E5447C7}"/>
                  </a:ext>
                </a:extLst>
              </p14:cNvPr>
              <p14:cNvContentPartPr/>
              <p14:nvPr/>
            </p14:nvContentPartPr>
            <p14:xfrm>
              <a:off x="3119927" y="1678342"/>
              <a:ext cx="88920" cy="14832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9D5D9F0C-56A6-FD81-4364-8EF70E5447C7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3101927" y="1660702"/>
                <a:ext cx="124560" cy="183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4" name="Group 133">
            <a:extLst>
              <a:ext uri="{FF2B5EF4-FFF2-40B4-BE49-F238E27FC236}">
                <a16:creationId xmlns:a16="http://schemas.microsoft.com/office/drawing/2014/main" id="{60973DEE-9FCF-9A8C-4E02-D8FD4270ACD0}"/>
              </a:ext>
            </a:extLst>
          </p:cNvPr>
          <p:cNvGrpSpPr/>
          <p:nvPr/>
        </p:nvGrpSpPr>
        <p:grpSpPr>
          <a:xfrm>
            <a:off x="8188367" y="1437502"/>
            <a:ext cx="1098360" cy="352440"/>
            <a:chOff x="8188367" y="1437502"/>
            <a:chExt cx="1098360" cy="35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F4BADF05-E3E7-A156-932D-FB608EBE61F6}"/>
                    </a:ext>
                  </a:extLst>
                </p14:cNvPr>
                <p14:cNvContentPartPr/>
                <p14:nvPr/>
              </p14:nvContentPartPr>
              <p14:xfrm>
                <a:off x="8188367" y="1634422"/>
                <a:ext cx="18000" cy="14616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F4BADF05-E3E7-A156-932D-FB608EBE61F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170727" y="1616782"/>
                  <a:ext cx="5364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FC865E38-9C3A-65A5-4E96-DCED7AC96DC3}"/>
                    </a:ext>
                  </a:extLst>
                </p14:cNvPr>
                <p14:cNvContentPartPr/>
                <p14:nvPr/>
              </p14:nvContentPartPr>
              <p14:xfrm>
                <a:off x="8244167" y="1487542"/>
                <a:ext cx="10080" cy="255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FC865E38-9C3A-65A5-4E96-DCED7AC96DC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226167" y="1469542"/>
                  <a:ext cx="4572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0B057BEB-0A0B-76B6-9051-DDE23179D55D}"/>
                    </a:ext>
                  </a:extLst>
                </p14:cNvPr>
                <p14:cNvContentPartPr/>
                <p14:nvPr/>
              </p14:nvContentPartPr>
              <p14:xfrm>
                <a:off x="8253167" y="1667182"/>
                <a:ext cx="123120" cy="12276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0B057BEB-0A0B-76B6-9051-DDE23179D55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235527" y="1649182"/>
                  <a:ext cx="15876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46EE9662-5D14-590D-6A5B-3A95C3067A00}"/>
                    </a:ext>
                  </a:extLst>
                </p14:cNvPr>
                <p14:cNvContentPartPr/>
                <p14:nvPr/>
              </p14:nvContentPartPr>
              <p14:xfrm>
                <a:off x="8458007" y="1664302"/>
                <a:ext cx="62280" cy="1188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46EE9662-5D14-590D-6A5B-3A95C3067A0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440367" y="1646302"/>
                  <a:ext cx="9792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94800DEB-C91F-A7EC-562B-058BF2582A1C}"/>
                    </a:ext>
                  </a:extLst>
                </p14:cNvPr>
                <p14:cNvContentPartPr/>
                <p14:nvPr/>
              </p14:nvContentPartPr>
              <p14:xfrm>
                <a:off x="8424167" y="1460182"/>
                <a:ext cx="23760" cy="151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94800DEB-C91F-A7EC-562B-058BF2582A1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406167" y="1442182"/>
                  <a:ext cx="5940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EBEA7A8C-7AFC-1B39-8EAF-D0365E1FB189}"/>
                    </a:ext>
                  </a:extLst>
                </p14:cNvPr>
                <p14:cNvContentPartPr/>
                <p14:nvPr/>
              </p14:nvContentPartPr>
              <p14:xfrm>
                <a:off x="8635487" y="1453342"/>
                <a:ext cx="28080" cy="33264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EBEA7A8C-7AFC-1B39-8EAF-D0365E1FB18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617847" y="1435702"/>
                  <a:ext cx="6372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22EFD8ED-B419-48C3-BB4F-110517F5BD6F}"/>
                    </a:ext>
                  </a:extLst>
                </p14:cNvPr>
                <p14:cNvContentPartPr/>
                <p14:nvPr/>
              </p14:nvContentPartPr>
              <p14:xfrm>
                <a:off x="8784527" y="1636582"/>
                <a:ext cx="55080" cy="1443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22EFD8ED-B419-48C3-BB4F-110517F5BD6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766527" y="1618942"/>
                  <a:ext cx="9072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9822A5A8-584A-58D9-DEF8-E8AA8F834BB1}"/>
                    </a:ext>
                  </a:extLst>
                </p14:cNvPr>
                <p14:cNvContentPartPr/>
                <p14:nvPr/>
              </p14:nvContentPartPr>
              <p14:xfrm>
                <a:off x="8824847" y="1437862"/>
                <a:ext cx="29880" cy="363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9822A5A8-584A-58D9-DEF8-E8AA8F834BB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806847" y="1420222"/>
                  <a:ext cx="6552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526C7D1A-6057-DE74-6732-AA0379ED8D7B}"/>
                    </a:ext>
                  </a:extLst>
                </p14:cNvPr>
                <p14:cNvContentPartPr/>
                <p14:nvPr/>
              </p14:nvContentPartPr>
              <p14:xfrm>
                <a:off x="8555927" y="1577182"/>
                <a:ext cx="135000" cy="349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526C7D1A-6057-DE74-6732-AA0379ED8D7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537927" y="1559182"/>
                  <a:ext cx="17064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4ABFA177-27EA-5C18-0F05-5046C0DC68FC}"/>
                    </a:ext>
                  </a:extLst>
                </p14:cNvPr>
                <p14:cNvContentPartPr/>
                <p14:nvPr/>
              </p14:nvContentPartPr>
              <p14:xfrm>
                <a:off x="8909807" y="1437502"/>
                <a:ext cx="376920" cy="32796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4ABFA177-27EA-5C18-0F05-5046C0DC68F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891807" y="1419502"/>
                  <a:ext cx="412560" cy="36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B2AC1CA3-C8C4-AD15-FDB5-DA70375CE32F}"/>
              </a:ext>
            </a:extLst>
          </p:cNvPr>
          <p:cNvGrpSpPr/>
          <p:nvPr/>
        </p:nvGrpSpPr>
        <p:grpSpPr>
          <a:xfrm>
            <a:off x="9709007" y="1477462"/>
            <a:ext cx="824400" cy="368640"/>
            <a:chOff x="9709007" y="1477462"/>
            <a:chExt cx="824400" cy="36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950E3822-EA21-FB4D-A322-506FD0220343}"/>
                    </a:ext>
                  </a:extLst>
                </p14:cNvPr>
                <p14:cNvContentPartPr/>
                <p14:nvPr/>
              </p14:nvContentPartPr>
              <p14:xfrm>
                <a:off x="9709007" y="1500142"/>
                <a:ext cx="202320" cy="3459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950E3822-EA21-FB4D-A322-506FD022034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691007" y="1482142"/>
                  <a:ext cx="237960" cy="3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3A4C528B-9C48-1BA3-197F-612FC30FC15E}"/>
                    </a:ext>
                  </a:extLst>
                </p14:cNvPr>
                <p14:cNvContentPartPr/>
                <p14:nvPr/>
              </p14:nvContentPartPr>
              <p14:xfrm>
                <a:off x="9975767" y="1693102"/>
                <a:ext cx="171000" cy="13248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3A4C528B-9C48-1BA3-197F-612FC30FC15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957767" y="1675102"/>
                  <a:ext cx="20664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7C6E6350-2F56-B307-661B-524ED7DFE0AA}"/>
                    </a:ext>
                  </a:extLst>
                </p14:cNvPr>
                <p14:cNvContentPartPr/>
                <p14:nvPr/>
              </p14:nvContentPartPr>
              <p14:xfrm>
                <a:off x="10218407" y="1690582"/>
                <a:ext cx="65160" cy="13644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7C6E6350-2F56-B307-661B-524ED7DFE0A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200407" y="1672582"/>
                  <a:ext cx="10080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23580551-09BC-D6CB-CF14-0A1E1371090E}"/>
                    </a:ext>
                  </a:extLst>
                </p14:cNvPr>
                <p14:cNvContentPartPr/>
                <p14:nvPr/>
              </p14:nvContentPartPr>
              <p14:xfrm>
                <a:off x="10346927" y="1622902"/>
                <a:ext cx="25560" cy="18144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23580551-09BC-D6CB-CF14-0A1E1371090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329287" y="1604902"/>
                  <a:ext cx="6120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D2AAEF70-DFA1-6BD0-A0BF-6D6AEC17BBAD}"/>
                    </a:ext>
                  </a:extLst>
                </p14:cNvPr>
                <p14:cNvContentPartPr/>
                <p14:nvPr/>
              </p14:nvContentPartPr>
              <p14:xfrm>
                <a:off x="10437287" y="1642702"/>
                <a:ext cx="96120" cy="14400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D2AAEF70-DFA1-6BD0-A0BF-6D6AEC17BBA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419287" y="1624702"/>
                  <a:ext cx="13176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CAA3DE29-025D-6941-54A7-7FF0FD2820B2}"/>
                    </a:ext>
                  </a:extLst>
                </p14:cNvPr>
                <p14:cNvContentPartPr/>
                <p14:nvPr/>
              </p14:nvContentPartPr>
              <p14:xfrm>
                <a:off x="10431167" y="1477462"/>
                <a:ext cx="29880" cy="2808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CAA3DE29-025D-6941-54A7-7FF0FD2820B2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413167" y="1459822"/>
                  <a:ext cx="65520" cy="63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3C93586E-DEDF-1277-000A-F1BA0FA512EF}"/>
                  </a:ext>
                </a:extLst>
              </p14:cNvPr>
              <p14:cNvContentPartPr/>
              <p14:nvPr/>
            </p14:nvContentPartPr>
            <p14:xfrm>
              <a:off x="11092847" y="1660702"/>
              <a:ext cx="421920" cy="144000"/>
            </p14:xfrm>
          </p:contentPart>
        </mc:Choice>
        <mc:Fallback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3C93586E-DEDF-1277-000A-F1BA0FA512EF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1075207" y="1642702"/>
                <a:ext cx="457560" cy="179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70" name="Group 169">
            <a:extLst>
              <a:ext uri="{FF2B5EF4-FFF2-40B4-BE49-F238E27FC236}">
                <a16:creationId xmlns:a16="http://schemas.microsoft.com/office/drawing/2014/main" id="{4F2A8EB0-5FA2-14C1-744C-2E84EEB74B64}"/>
              </a:ext>
            </a:extLst>
          </p:cNvPr>
          <p:cNvGrpSpPr/>
          <p:nvPr/>
        </p:nvGrpSpPr>
        <p:grpSpPr>
          <a:xfrm>
            <a:off x="8206367" y="2378542"/>
            <a:ext cx="817920" cy="348480"/>
            <a:chOff x="8206367" y="2378542"/>
            <a:chExt cx="817920" cy="34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2899640A-8DC4-1E65-6787-92BCC5622151}"/>
                    </a:ext>
                  </a:extLst>
                </p14:cNvPr>
                <p14:cNvContentPartPr/>
                <p14:nvPr/>
              </p14:nvContentPartPr>
              <p14:xfrm>
                <a:off x="8276567" y="2378542"/>
                <a:ext cx="646920" cy="34848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2899640A-8DC4-1E65-6787-92BCC562215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258927" y="2360902"/>
                  <a:ext cx="682560" cy="38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309D499C-95CC-7758-9DE5-126473129DD3}"/>
                    </a:ext>
                  </a:extLst>
                </p14:cNvPr>
                <p14:cNvContentPartPr/>
                <p14:nvPr/>
              </p14:nvContentPartPr>
              <p14:xfrm>
                <a:off x="8905127" y="2546302"/>
                <a:ext cx="119160" cy="16344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309D499C-95CC-7758-9DE5-126473129DD3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887487" y="2528662"/>
                  <a:ext cx="15480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65EC0D40-646E-9FBA-715F-28E781B6B9B7}"/>
                    </a:ext>
                  </a:extLst>
                </p14:cNvPr>
                <p14:cNvContentPartPr/>
                <p14:nvPr/>
              </p14:nvContentPartPr>
              <p14:xfrm>
                <a:off x="8826647" y="2424982"/>
                <a:ext cx="8640" cy="4788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65EC0D40-646E-9FBA-715F-28E781B6B9B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808647" y="2407342"/>
                  <a:ext cx="4428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13A30085-F9B4-DADC-F220-2D48F71659DC}"/>
                    </a:ext>
                  </a:extLst>
                </p14:cNvPr>
                <p14:cNvContentPartPr/>
                <p14:nvPr/>
              </p14:nvContentPartPr>
              <p14:xfrm>
                <a:off x="8206367" y="2477542"/>
                <a:ext cx="252360" cy="2484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13A30085-F9B4-DADC-F220-2D48F71659D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188727" y="2459902"/>
                  <a:ext cx="288000" cy="6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106DD047-FAF6-D3E0-BB25-9E3D19EE3463}"/>
              </a:ext>
            </a:extLst>
          </p:cNvPr>
          <p:cNvGrpSpPr/>
          <p:nvPr/>
        </p:nvGrpSpPr>
        <p:grpSpPr>
          <a:xfrm>
            <a:off x="9720527" y="2381782"/>
            <a:ext cx="1875960" cy="778680"/>
            <a:chOff x="9720527" y="2381782"/>
            <a:chExt cx="1875960" cy="77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64D7B871-D32F-3AB0-50E5-D5B3DCC08748}"/>
                    </a:ext>
                  </a:extLst>
                </p14:cNvPr>
                <p14:cNvContentPartPr/>
                <p14:nvPr/>
              </p14:nvContentPartPr>
              <p14:xfrm>
                <a:off x="9720527" y="2381782"/>
                <a:ext cx="297360" cy="77868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64D7B871-D32F-3AB0-50E5-D5B3DCC08748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702527" y="2364142"/>
                  <a:ext cx="333000" cy="81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369AD460-DA72-3AF5-3699-C56CDBB34624}"/>
                    </a:ext>
                  </a:extLst>
                </p14:cNvPr>
                <p14:cNvContentPartPr/>
                <p14:nvPr/>
              </p14:nvContentPartPr>
              <p14:xfrm>
                <a:off x="10085207" y="2434702"/>
                <a:ext cx="1511280" cy="33264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369AD460-DA72-3AF5-3699-C56CDBB3462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067567" y="2416702"/>
                  <a:ext cx="1546920" cy="368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E96E16B3-E316-C95A-9BB1-90AE31CD65DE}"/>
                  </a:ext>
                </a:extLst>
              </p14:cNvPr>
              <p14:cNvContentPartPr/>
              <p14:nvPr/>
            </p14:nvContentPartPr>
            <p14:xfrm>
              <a:off x="6821447" y="3234982"/>
              <a:ext cx="254880" cy="155160"/>
            </p14:xfrm>
          </p:contentPart>
        </mc:Choice>
        <mc:Fallback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E96E16B3-E316-C95A-9BB1-90AE31CD65DE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6803807" y="3217342"/>
                <a:ext cx="290520" cy="1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48B70FFE-2E26-2177-1EEF-50C79AEC370E}"/>
                  </a:ext>
                </a:extLst>
              </p14:cNvPr>
              <p14:cNvContentPartPr/>
              <p14:nvPr/>
            </p14:nvContentPartPr>
            <p14:xfrm>
              <a:off x="3622127" y="3088102"/>
              <a:ext cx="201600" cy="61560"/>
            </p14:xfrm>
          </p:contentPart>
        </mc:Choice>
        <mc:Fallback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48B70FFE-2E26-2177-1EEF-50C79AEC370E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3604127" y="3070102"/>
                <a:ext cx="237240" cy="97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13" name="Group 212">
            <a:extLst>
              <a:ext uri="{FF2B5EF4-FFF2-40B4-BE49-F238E27FC236}">
                <a16:creationId xmlns:a16="http://schemas.microsoft.com/office/drawing/2014/main" id="{B064074C-2D19-C12A-FE20-784AD4FD6427}"/>
              </a:ext>
            </a:extLst>
          </p:cNvPr>
          <p:cNvGrpSpPr/>
          <p:nvPr/>
        </p:nvGrpSpPr>
        <p:grpSpPr>
          <a:xfrm>
            <a:off x="2377607" y="4151902"/>
            <a:ext cx="1364760" cy="342720"/>
            <a:chOff x="2377607" y="4151902"/>
            <a:chExt cx="1364760" cy="34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CBE92AB5-90E6-F36E-02D8-105BC6A71FC8}"/>
                    </a:ext>
                  </a:extLst>
                </p14:cNvPr>
                <p14:cNvContentPartPr/>
                <p14:nvPr/>
              </p14:nvContentPartPr>
              <p14:xfrm>
                <a:off x="2377607" y="4242622"/>
                <a:ext cx="389160" cy="18576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CBE92AB5-90E6-F36E-02D8-105BC6A71FC8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359967" y="4224982"/>
                  <a:ext cx="42480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CD16A26C-5FB2-84FE-5E33-75CE199BC12A}"/>
                    </a:ext>
                  </a:extLst>
                </p14:cNvPr>
                <p14:cNvContentPartPr/>
                <p14:nvPr/>
              </p14:nvContentPartPr>
              <p14:xfrm>
                <a:off x="2741927" y="4151902"/>
                <a:ext cx="25200" cy="2448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CD16A26C-5FB2-84FE-5E33-75CE199BC12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723927" y="4133902"/>
                  <a:ext cx="6084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E5C2CB06-BBEF-17A5-B2C0-18828ADC3E7D}"/>
                    </a:ext>
                  </a:extLst>
                </p14:cNvPr>
                <p14:cNvContentPartPr/>
                <p14:nvPr/>
              </p14:nvContentPartPr>
              <p14:xfrm>
                <a:off x="2821487" y="4327222"/>
                <a:ext cx="181800" cy="11628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E5C2CB06-BBEF-17A5-B2C0-18828ADC3E7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803487" y="4309222"/>
                  <a:ext cx="21744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E67AAE55-918D-1A65-9B9B-57CF4EF670B4}"/>
                    </a:ext>
                  </a:extLst>
                </p14:cNvPr>
                <p14:cNvContentPartPr/>
                <p14:nvPr/>
              </p14:nvContentPartPr>
              <p14:xfrm>
                <a:off x="3081767" y="4296622"/>
                <a:ext cx="223920" cy="19800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E67AAE55-918D-1A65-9B9B-57CF4EF670B4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064127" y="4278622"/>
                  <a:ext cx="25956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F0D0264B-8044-3066-5DC6-3B92308D41AD}"/>
                    </a:ext>
                  </a:extLst>
                </p14:cNvPr>
                <p14:cNvContentPartPr/>
                <p14:nvPr/>
              </p14:nvContentPartPr>
              <p14:xfrm>
                <a:off x="3619607" y="4364662"/>
                <a:ext cx="72000" cy="1260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F0D0264B-8044-3066-5DC6-3B92308D41A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601607" y="4346662"/>
                  <a:ext cx="10764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9F4ED8BE-46AF-87F7-5682-24B91FB96485}"/>
                    </a:ext>
                  </a:extLst>
                </p14:cNvPr>
                <p14:cNvContentPartPr/>
                <p14:nvPr/>
              </p14:nvContentPartPr>
              <p14:xfrm>
                <a:off x="3602687" y="4451782"/>
                <a:ext cx="139680" cy="3276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9F4ED8BE-46AF-87F7-5682-24B91FB96485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585047" y="4433782"/>
                  <a:ext cx="175320" cy="6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020DC09E-2E8A-947E-EE85-FCA7B207F8FD}"/>
              </a:ext>
            </a:extLst>
          </p:cNvPr>
          <p:cNvGrpSpPr/>
          <p:nvPr/>
        </p:nvGrpSpPr>
        <p:grpSpPr>
          <a:xfrm>
            <a:off x="4131167" y="4249822"/>
            <a:ext cx="1518120" cy="282240"/>
            <a:chOff x="4131167" y="4249822"/>
            <a:chExt cx="1518120" cy="28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DD2C80BB-BB5E-3FC8-1A7F-DC6E0B0E085C}"/>
                    </a:ext>
                  </a:extLst>
                </p14:cNvPr>
                <p14:cNvContentPartPr/>
                <p14:nvPr/>
              </p14:nvContentPartPr>
              <p14:xfrm>
                <a:off x="4131167" y="4249822"/>
                <a:ext cx="259560" cy="24372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DD2C80BB-BB5E-3FC8-1A7F-DC6E0B0E085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113167" y="4231822"/>
                  <a:ext cx="29520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48FF26D5-A25F-F4D7-6EA9-31FFA173F818}"/>
                    </a:ext>
                  </a:extLst>
                </p14:cNvPr>
                <p14:cNvContentPartPr/>
                <p14:nvPr/>
              </p14:nvContentPartPr>
              <p14:xfrm>
                <a:off x="4441487" y="4323262"/>
                <a:ext cx="189720" cy="13176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48FF26D5-A25F-F4D7-6EA9-31FFA173F818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423487" y="4305622"/>
                  <a:ext cx="22536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28EBFA35-5061-895F-3623-54A8AAE2352F}"/>
                    </a:ext>
                  </a:extLst>
                </p14:cNvPr>
                <p14:cNvContentPartPr/>
                <p14:nvPr/>
              </p14:nvContentPartPr>
              <p14:xfrm>
                <a:off x="4701767" y="4414702"/>
                <a:ext cx="14040" cy="11736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28EBFA35-5061-895F-3623-54A8AAE2352F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684127" y="4396702"/>
                  <a:ext cx="4968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83E433F7-EE0D-48C1-5E8B-852E26CEA7A0}"/>
                    </a:ext>
                  </a:extLst>
                </p14:cNvPr>
                <p14:cNvContentPartPr/>
                <p14:nvPr/>
              </p14:nvContentPartPr>
              <p14:xfrm>
                <a:off x="4771247" y="4350982"/>
                <a:ext cx="172440" cy="4068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83E433F7-EE0D-48C1-5E8B-852E26CEA7A0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753247" y="4332982"/>
                  <a:ext cx="20808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7B68012F-A4B0-08A2-625D-F23654346A87}"/>
                    </a:ext>
                  </a:extLst>
                </p14:cNvPr>
                <p14:cNvContentPartPr/>
                <p14:nvPr/>
              </p14:nvContentPartPr>
              <p14:xfrm>
                <a:off x="4838567" y="4299142"/>
                <a:ext cx="30600" cy="21168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7B68012F-A4B0-08A2-625D-F23654346A87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820567" y="4281502"/>
                  <a:ext cx="6624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4A17F71D-D577-BF47-60C5-9D6BFF7A23EC}"/>
                    </a:ext>
                  </a:extLst>
                </p14:cNvPr>
                <p14:cNvContentPartPr/>
                <p14:nvPr/>
              </p14:nvContentPartPr>
              <p14:xfrm>
                <a:off x="5072927" y="4284742"/>
                <a:ext cx="242640" cy="16488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4A17F71D-D577-BF47-60C5-9D6BFF7A23E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055287" y="4267102"/>
                  <a:ext cx="27828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1BBB3D2E-8235-05F7-3A99-2C595983E86E}"/>
                    </a:ext>
                  </a:extLst>
                </p14:cNvPr>
                <p14:cNvContentPartPr/>
                <p14:nvPr/>
              </p14:nvContentPartPr>
              <p14:xfrm>
                <a:off x="5373527" y="4402822"/>
                <a:ext cx="275760" cy="12672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1BBB3D2E-8235-05F7-3A99-2C595983E86E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355887" y="4385182"/>
                  <a:ext cx="311400" cy="16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A0864ED4-C2A5-AC03-62A9-4B1802B6A7FC}"/>
              </a:ext>
            </a:extLst>
          </p:cNvPr>
          <p:cNvGrpSpPr/>
          <p:nvPr/>
        </p:nvGrpSpPr>
        <p:grpSpPr>
          <a:xfrm>
            <a:off x="2122727" y="4928062"/>
            <a:ext cx="580680" cy="258840"/>
            <a:chOff x="2122727" y="4928062"/>
            <a:chExt cx="580680" cy="25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EB651E21-5534-3C27-DB47-AE6BE7BD5805}"/>
                    </a:ext>
                  </a:extLst>
                </p14:cNvPr>
                <p14:cNvContentPartPr/>
                <p14:nvPr/>
              </p14:nvContentPartPr>
              <p14:xfrm>
                <a:off x="2122727" y="4941382"/>
                <a:ext cx="144360" cy="24552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EB651E21-5534-3C27-DB47-AE6BE7BD580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105087" y="4923382"/>
                  <a:ext cx="18000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32F0B021-14AF-389A-A293-87271E032A41}"/>
                    </a:ext>
                  </a:extLst>
                </p14:cNvPr>
                <p14:cNvContentPartPr/>
                <p14:nvPr/>
              </p14:nvContentPartPr>
              <p14:xfrm>
                <a:off x="2377607" y="4928062"/>
                <a:ext cx="117360" cy="24048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32F0B021-14AF-389A-A293-87271E032A41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359607" y="4910062"/>
                  <a:ext cx="15300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677ED17A-7D02-B711-D65D-BA4E6756395D}"/>
                    </a:ext>
                  </a:extLst>
                </p14:cNvPr>
                <p14:cNvContentPartPr/>
                <p14:nvPr/>
              </p14:nvContentPartPr>
              <p14:xfrm>
                <a:off x="2295527" y="5024902"/>
                <a:ext cx="54720" cy="3708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677ED17A-7D02-B711-D65D-BA4E6756395D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277887" y="5007262"/>
                  <a:ext cx="9036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DA674A69-BA52-4A60-A96B-72A62FF68BD7}"/>
                    </a:ext>
                  </a:extLst>
                </p14:cNvPr>
                <p14:cNvContentPartPr/>
                <p14:nvPr/>
              </p14:nvContentPartPr>
              <p14:xfrm>
                <a:off x="2242247" y="5048662"/>
                <a:ext cx="18360" cy="1080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DA674A69-BA52-4A60-A96B-72A62FF68BD7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224247" y="5030662"/>
                  <a:ext cx="5400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641A8B3A-ADA6-32D5-5827-16D2290629F6}"/>
                    </a:ext>
                  </a:extLst>
                </p14:cNvPr>
                <p14:cNvContentPartPr/>
                <p14:nvPr/>
              </p14:nvContentPartPr>
              <p14:xfrm>
                <a:off x="2662007" y="5093302"/>
                <a:ext cx="41400" cy="36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641A8B3A-ADA6-32D5-5827-16D2290629F6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644367" y="5075302"/>
                  <a:ext cx="7704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48D43321-4B32-03D8-6918-0823E594FD7E}"/>
              </a:ext>
            </a:extLst>
          </p:cNvPr>
          <p:cNvGrpSpPr/>
          <p:nvPr/>
        </p:nvGrpSpPr>
        <p:grpSpPr>
          <a:xfrm>
            <a:off x="3797087" y="4883422"/>
            <a:ext cx="1619640" cy="394560"/>
            <a:chOff x="3797087" y="4883422"/>
            <a:chExt cx="1619640" cy="39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7361416A-8514-BE85-639C-17CC009D9A1C}"/>
                    </a:ext>
                  </a:extLst>
                </p14:cNvPr>
                <p14:cNvContentPartPr/>
                <p14:nvPr/>
              </p14:nvContentPartPr>
              <p14:xfrm>
                <a:off x="3797087" y="4883422"/>
                <a:ext cx="192240" cy="26964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7361416A-8514-BE85-639C-17CC009D9A1C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779447" y="4865782"/>
                  <a:ext cx="22788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70E3626D-B556-64A5-B1C4-86D4871EB35A}"/>
                    </a:ext>
                  </a:extLst>
                </p14:cNvPr>
                <p14:cNvContentPartPr/>
                <p14:nvPr/>
              </p14:nvContentPartPr>
              <p14:xfrm>
                <a:off x="4006607" y="4965862"/>
                <a:ext cx="253440" cy="16452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70E3626D-B556-64A5-B1C4-86D4871EB35A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988967" y="4948222"/>
                  <a:ext cx="28908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8E0399DF-E0E1-8EDD-C0C1-2BA1DEBFBF41}"/>
                    </a:ext>
                  </a:extLst>
                </p14:cNvPr>
                <p14:cNvContentPartPr/>
                <p14:nvPr/>
              </p14:nvContentPartPr>
              <p14:xfrm>
                <a:off x="4398647" y="5064142"/>
                <a:ext cx="11880" cy="20016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8E0399DF-E0E1-8EDD-C0C1-2BA1DEBFBF41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381007" y="5046142"/>
                  <a:ext cx="4752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3C6C9830-E4DF-BD1C-BB79-B8E5081FC3C2}"/>
                    </a:ext>
                  </a:extLst>
                </p14:cNvPr>
                <p14:cNvContentPartPr/>
                <p14:nvPr/>
              </p14:nvContentPartPr>
              <p14:xfrm>
                <a:off x="4630847" y="5055502"/>
                <a:ext cx="137520" cy="5472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3C6C9830-E4DF-BD1C-BB79-B8E5081FC3C2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612847" y="5037502"/>
                  <a:ext cx="17316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26CAF300-D2D6-7CC6-D6DB-AFC4A63BC765}"/>
                    </a:ext>
                  </a:extLst>
                </p14:cNvPr>
                <p14:cNvContentPartPr/>
                <p14:nvPr/>
              </p14:nvContentPartPr>
              <p14:xfrm>
                <a:off x="4665767" y="4974502"/>
                <a:ext cx="58680" cy="20268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26CAF300-D2D6-7CC6-D6DB-AFC4A63BC765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648127" y="4956502"/>
                  <a:ext cx="9432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AD46314B-C4F5-BF95-BE05-9EC250F424FA}"/>
                    </a:ext>
                  </a:extLst>
                </p14:cNvPr>
                <p14:cNvContentPartPr/>
                <p14:nvPr/>
              </p14:nvContentPartPr>
              <p14:xfrm>
                <a:off x="4852247" y="4994662"/>
                <a:ext cx="238320" cy="18432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AD46314B-C4F5-BF95-BE05-9EC250F424FA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834247" y="4976662"/>
                  <a:ext cx="27396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9ED48FF7-2FA6-0CBC-09D1-B7DCF4E5ADAF}"/>
                    </a:ext>
                  </a:extLst>
                </p14:cNvPr>
                <p14:cNvContentPartPr/>
                <p14:nvPr/>
              </p14:nvContentPartPr>
              <p14:xfrm>
                <a:off x="5183447" y="5154862"/>
                <a:ext cx="233280" cy="12312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9ED48FF7-2FA6-0CBC-09D1-B7DCF4E5ADAF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165807" y="5137222"/>
                  <a:ext cx="268920" cy="15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186CB032-A552-2EA4-9646-06070E7F0491}"/>
              </a:ext>
            </a:extLst>
          </p:cNvPr>
          <p:cNvGrpSpPr/>
          <p:nvPr/>
        </p:nvGrpSpPr>
        <p:grpSpPr>
          <a:xfrm>
            <a:off x="5776367" y="4865062"/>
            <a:ext cx="530280" cy="338400"/>
            <a:chOff x="5776367" y="4865062"/>
            <a:chExt cx="530280" cy="33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CFBE04FA-005E-71FB-519E-F4E798B871B8}"/>
                    </a:ext>
                  </a:extLst>
                </p14:cNvPr>
                <p14:cNvContentPartPr/>
                <p14:nvPr/>
              </p14:nvContentPartPr>
              <p14:xfrm>
                <a:off x="5786447" y="5010142"/>
                <a:ext cx="107640" cy="2448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CFBE04FA-005E-71FB-519E-F4E798B871B8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768807" y="4992502"/>
                  <a:ext cx="14328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DB433A3D-E109-EFFE-DCDD-6304D594C2CA}"/>
                    </a:ext>
                  </a:extLst>
                </p14:cNvPr>
                <p14:cNvContentPartPr/>
                <p14:nvPr/>
              </p14:nvContentPartPr>
              <p14:xfrm>
                <a:off x="5776367" y="5096902"/>
                <a:ext cx="189360" cy="2124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DB433A3D-E109-EFFE-DCDD-6304D594C2CA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758727" y="5078902"/>
                  <a:ext cx="22500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0BA4BB71-FCCC-239E-84FB-73738F03D618}"/>
                    </a:ext>
                  </a:extLst>
                </p14:cNvPr>
                <p14:cNvContentPartPr/>
                <p14:nvPr/>
              </p14:nvContentPartPr>
              <p14:xfrm>
                <a:off x="6019367" y="4865062"/>
                <a:ext cx="287280" cy="33840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0BA4BB71-FCCC-239E-84FB-73738F03D618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001367" y="4847422"/>
                  <a:ext cx="322920" cy="37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5A1C3735-5016-C3B8-3AAB-41870FC04826}"/>
              </a:ext>
            </a:extLst>
          </p:cNvPr>
          <p:cNvGrpSpPr/>
          <p:nvPr/>
        </p:nvGrpSpPr>
        <p:grpSpPr>
          <a:xfrm>
            <a:off x="3754967" y="5481022"/>
            <a:ext cx="1559880" cy="473400"/>
            <a:chOff x="3754967" y="5481022"/>
            <a:chExt cx="1559880" cy="47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93190D10-535B-ABA7-500D-E3D683A13610}"/>
                    </a:ext>
                  </a:extLst>
                </p14:cNvPr>
                <p14:cNvContentPartPr/>
                <p14:nvPr/>
              </p14:nvContentPartPr>
              <p14:xfrm>
                <a:off x="3754967" y="5481022"/>
                <a:ext cx="135720" cy="37368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93190D10-535B-ABA7-500D-E3D683A13610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736967" y="5463382"/>
                  <a:ext cx="171360" cy="40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63D9B986-4710-3C7E-B0A4-1DC2454213CF}"/>
                    </a:ext>
                  </a:extLst>
                </p14:cNvPr>
                <p14:cNvContentPartPr/>
                <p14:nvPr/>
              </p14:nvContentPartPr>
              <p14:xfrm>
                <a:off x="3949367" y="5708542"/>
                <a:ext cx="190800" cy="17856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63D9B986-4710-3C7E-B0A4-1DC2454213CF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931367" y="5690902"/>
                  <a:ext cx="22644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2828A646-1C1F-47AE-7A5B-FDCD01D48846}"/>
                    </a:ext>
                  </a:extLst>
                </p14:cNvPr>
                <p14:cNvContentPartPr/>
                <p14:nvPr/>
              </p14:nvContentPartPr>
              <p14:xfrm>
                <a:off x="4241327" y="5768662"/>
                <a:ext cx="19440" cy="16596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2828A646-1C1F-47AE-7A5B-FDCD01D48846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223327" y="5751022"/>
                  <a:ext cx="5508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811CA251-0D6A-CA28-C506-3A34E3189502}"/>
                    </a:ext>
                  </a:extLst>
                </p14:cNvPr>
                <p14:cNvContentPartPr/>
                <p14:nvPr/>
              </p14:nvContentPartPr>
              <p14:xfrm>
                <a:off x="4409807" y="5725822"/>
                <a:ext cx="126360" cy="5616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811CA251-0D6A-CA28-C506-3A34E3189502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392167" y="5708182"/>
                  <a:ext cx="1620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D5FE78AA-2BB7-3C1F-4D99-489D9A4E104F}"/>
                    </a:ext>
                  </a:extLst>
                </p14:cNvPr>
                <p14:cNvContentPartPr/>
                <p14:nvPr/>
              </p14:nvContentPartPr>
              <p14:xfrm>
                <a:off x="4409807" y="5683342"/>
                <a:ext cx="24480" cy="18900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D5FE78AA-2BB7-3C1F-4D99-489D9A4E104F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392167" y="5665342"/>
                  <a:ext cx="6012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A337BCF3-01DC-E638-20B0-60AECF2C324A}"/>
                    </a:ext>
                  </a:extLst>
                </p14:cNvPr>
                <p14:cNvContentPartPr/>
                <p14:nvPr/>
              </p14:nvContentPartPr>
              <p14:xfrm>
                <a:off x="4717967" y="5637262"/>
                <a:ext cx="176760" cy="27468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A337BCF3-01DC-E638-20B0-60AECF2C324A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4699967" y="5619262"/>
                  <a:ext cx="21240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934C1FB7-CFCB-4C8A-C0E0-147C94DFA418}"/>
                    </a:ext>
                  </a:extLst>
                </p14:cNvPr>
                <p14:cNvContentPartPr/>
                <p14:nvPr/>
              </p14:nvContentPartPr>
              <p14:xfrm>
                <a:off x="4940447" y="5696302"/>
                <a:ext cx="209880" cy="16956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934C1FB7-CFCB-4C8A-C0E0-147C94DFA418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922447" y="5678302"/>
                  <a:ext cx="24552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B94D989E-70B1-D977-0C3A-786336B15E83}"/>
                    </a:ext>
                  </a:extLst>
                </p14:cNvPr>
                <p14:cNvContentPartPr/>
                <p14:nvPr/>
              </p14:nvContentPartPr>
              <p14:xfrm>
                <a:off x="5191367" y="5821222"/>
                <a:ext cx="123480" cy="13320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B94D989E-70B1-D977-0C3A-786336B15E83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173367" y="5803222"/>
                  <a:ext cx="159120" cy="168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6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0331A206-D321-F3A8-69E2-6621BA11FB44}"/>
                  </a:ext>
                </a:extLst>
              </p14:cNvPr>
              <p14:cNvContentPartPr/>
              <p14:nvPr/>
            </p14:nvContentPartPr>
            <p14:xfrm>
              <a:off x="6145367" y="5511262"/>
              <a:ext cx="217440" cy="276120"/>
            </p14:xfrm>
          </p:contentPart>
        </mc:Choice>
        <mc:Fallback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0331A206-D321-F3A8-69E2-6621BA11FB44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6127727" y="5493622"/>
                <a:ext cx="253080" cy="311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51" name="Group 250">
            <a:extLst>
              <a:ext uri="{FF2B5EF4-FFF2-40B4-BE49-F238E27FC236}">
                <a16:creationId xmlns:a16="http://schemas.microsoft.com/office/drawing/2014/main" id="{6A9D205C-A9EF-0832-F27D-46A730D8EEA7}"/>
              </a:ext>
            </a:extLst>
          </p:cNvPr>
          <p:cNvGrpSpPr/>
          <p:nvPr/>
        </p:nvGrpSpPr>
        <p:grpSpPr>
          <a:xfrm>
            <a:off x="5553527" y="5651662"/>
            <a:ext cx="320760" cy="284760"/>
            <a:chOff x="5553527" y="5651662"/>
            <a:chExt cx="320760" cy="28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C8AA460E-1516-7373-D99E-C14AC7400140}"/>
                    </a:ext>
                  </a:extLst>
                </p14:cNvPr>
                <p14:cNvContentPartPr/>
                <p14:nvPr/>
              </p14:nvContentPartPr>
              <p14:xfrm>
                <a:off x="5553527" y="5651662"/>
                <a:ext cx="158760" cy="15120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C8AA460E-1516-7373-D99E-C14AC7400140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535887" y="5634022"/>
                  <a:ext cx="19440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561AFFEF-696B-018B-FD5F-A3D69E232C0C}"/>
                    </a:ext>
                  </a:extLst>
                </p14:cNvPr>
                <p14:cNvContentPartPr/>
                <p14:nvPr/>
              </p14:nvContentPartPr>
              <p14:xfrm>
                <a:off x="5778167" y="5808982"/>
                <a:ext cx="21600" cy="1152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561AFFEF-696B-018B-FD5F-A3D69E232C0C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760167" y="5790982"/>
                  <a:ext cx="5724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96E88405-7A70-22A3-1B13-F36BCECC0D15}"/>
                    </a:ext>
                  </a:extLst>
                </p14:cNvPr>
                <p14:cNvContentPartPr/>
                <p14:nvPr/>
              </p14:nvContentPartPr>
              <p14:xfrm>
                <a:off x="5566127" y="5875942"/>
                <a:ext cx="308160" cy="6048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96E88405-7A70-22A3-1B13-F36BCECC0D15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548487" y="5858302"/>
                  <a:ext cx="343800" cy="9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5" name="Group 274">
            <a:extLst>
              <a:ext uri="{FF2B5EF4-FFF2-40B4-BE49-F238E27FC236}">
                <a16:creationId xmlns:a16="http://schemas.microsoft.com/office/drawing/2014/main" id="{79367634-B32F-E294-238C-0C159318DF73}"/>
              </a:ext>
            </a:extLst>
          </p:cNvPr>
          <p:cNvGrpSpPr/>
          <p:nvPr/>
        </p:nvGrpSpPr>
        <p:grpSpPr>
          <a:xfrm>
            <a:off x="3894287" y="6203542"/>
            <a:ext cx="1494360" cy="280080"/>
            <a:chOff x="3894287" y="6203542"/>
            <a:chExt cx="1494360" cy="28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D9839843-DEC4-EAA8-A4A1-C75345C554B9}"/>
                    </a:ext>
                  </a:extLst>
                </p14:cNvPr>
                <p14:cNvContentPartPr/>
                <p14:nvPr/>
              </p14:nvContentPartPr>
              <p14:xfrm>
                <a:off x="3894287" y="6219022"/>
                <a:ext cx="174600" cy="12348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D9839843-DEC4-EAA8-A4A1-C75345C554B9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3876647" y="6201382"/>
                  <a:ext cx="21024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4332B713-DA54-A3C8-D97D-A519A8251188}"/>
                    </a:ext>
                  </a:extLst>
                </p14:cNvPr>
                <p14:cNvContentPartPr/>
                <p14:nvPr/>
              </p14:nvContentPartPr>
              <p14:xfrm>
                <a:off x="4147007" y="6313702"/>
                <a:ext cx="43920" cy="14796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4332B713-DA54-A3C8-D97D-A519A8251188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129367" y="6296062"/>
                  <a:ext cx="7956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EEB477E6-EEF9-8D16-58D3-DC75D341AA17}"/>
                    </a:ext>
                  </a:extLst>
                </p14:cNvPr>
                <p14:cNvContentPartPr/>
                <p14:nvPr/>
              </p14:nvContentPartPr>
              <p14:xfrm>
                <a:off x="4369847" y="6283822"/>
                <a:ext cx="102960" cy="4068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EEB477E6-EEF9-8D16-58D3-DC75D341AA17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351847" y="6265822"/>
                  <a:ext cx="13860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BD151C7D-684D-15DF-93E0-79D908ED668A}"/>
                    </a:ext>
                  </a:extLst>
                </p14:cNvPr>
                <p14:cNvContentPartPr/>
                <p14:nvPr/>
              </p14:nvContentPartPr>
              <p14:xfrm>
                <a:off x="4381007" y="6217942"/>
                <a:ext cx="56520" cy="20016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BD151C7D-684D-15DF-93E0-79D908ED668A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4363007" y="6200302"/>
                  <a:ext cx="9216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F6A6DCD6-0633-D5AC-8797-E25035F7B559}"/>
                    </a:ext>
                  </a:extLst>
                </p14:cNvPr>
                <p14:cNvContentPartPr/>
                <p14:nvPr/>
              </p14:nvContentPartPr>
              <p14:xfrm>
                <a:off x="4654967" y="6203542"/>
                <a:ext cx="185760" cy="21204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F6A6DCD6-0633-D5AC-8797-E25035F7B559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4636967" y="6185902"/>
                  <a:ext cx="22140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6E14C4D6-DE04-F3F0-140B-746FD1A18BB9}"/>
                    </a:ext>
                  </a:extLst>
                </p14:cNvPr>
                <p14:cNvContentPartPr/>
                <p14:nvPr/>
              </p14:nvContentPartPr>
              <p14:xfrm>
                <a:off x="4846487" y="6256462"/>
                <a:ext cx="305280" cy="14436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6E14C4D6-DE04-F3F0-140B-746FD1A18BB9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4828847" y="6238822"/>
                  <a:ext cx="34092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21954E48-A0E0-136B-F595-5EE5E24C0484}"/>
                    </a:ext>
                  </a:extLst>
                </p14:cNvPr>
                <p14:cNvContentPartPr/>
                <p14:nvPr/>
              </p14:nvContentPartPr>
              <p14:xfrm>
                <a:off x="5144567" y="6348982"/>
                <a:ext cx="244080" cy="13464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21954E48-A0E0-136B-F595-5EE5E24C0484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5126927" y="6331342"/>
                  <a:ext cx="279720" cy="17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4" name="Group 273">
            <a:extLst>
              <a:ext uri="{FF2B5EF4-FFF2-40B4-BE49-F238E27FC236}">
                <a16:creationId xmlns:a16="http://schemas.microsoft.com/office/drawing/2014/main" id="{9968AB95-4D6F-F3A9-8D07-C775D362C647}"/>
              </a:ext>
            </a:extLst>
          </p:cNvPr>
          <p:cNvGrpSpPr/>
          <p:nvPr/>
        </p:nvGrpSpPr>
        <p:grpSpPr>
          <a:xfrm>
            <a:off x="5812727" y="6165022"/>
            <a:ext cx="715680" cy="260640"/>
            <a:chOff x="5812727" y="6165022"/>
            <a:chExt cx="715680" cy="260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250D89D2-DC15-D1B8-828C-93D293A14A06}"/>
                    </a:ext>
                  </a:extLst>
                </p14:cNvPr>
                <p14:cNvContentPartPr/>
                <p14:nvPr/>
              </p14:nvContentPartPr>
              <p14:xfrm>
                <a:off x="5879327" y="6174022"/>
                <a:ext cx="186840" cy="14472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250D89D2-DC15-D1B8-828C-93D293A14A06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5861327" y="6156022"/>
                  <a:ext cx="22248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4D0B3529-B289-3FC0-BED7-E723A290F7B7}"/>
                    </a:ext>
                  </a:extLst>
                </p14:cNvPr>
                <p14:cNvContentPartPr/>
                <p14:nvPr/>
              </p14:nvContentPartPr>
              <p14:xfrm>
                <a:off x="5812727" y="6394342"/>
                <a:ext cx="248760" cy="3132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4D0B3529-B289-3FC0-BED7-E723A290F7B7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5795087" y="6376702"/>
                  <a:ext cx="28440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05EB709B-FCAD-C554-068B-8F712183A31C}"/>
                    </a:ext>
                  </a:extLst>
                </p14:cNvPr>
                <p14:cNvContentPartPr/>
                <p14:nvPr/>
              </p14:nvContentPartPr>
              <p14:xfrm>
                <a:off x="6243647" y="6165022"/>
                <a:ext cx="284760" cy="24408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05EB709B-FCAD-C554-068B-8F712183A31C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6226007" y="6147022"/>
                  <a:ext cx="320400" cy="27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3" name="Group 272">
            <a:extLst>
              <a:ext uri="{FF2B5EF4-FFF2-40B4-BE49-F238E27FC236}">
                <a16:creationId xmlns:a16="http://schemas.microsoft.com/office/drawing/2014/main" id="{9D949BFA-A4F4-2D1B-B908-7D25121D5C8F}"/>
              </a:ext>
            </a:extLst>
          </p:cNvPr>
          <p:cNvGrpSpPr/>
          <p:nvPr/>
        </p:nvGrpSpPr>
        <p:grpSpPr>
          <a:xfrm>
            <a:off x="3735527" y="6696382"/>
            <a:ext cx="469800" cy="293124"/>
            <a:chOff x="3735527" y="6696382"/>
            <a:chExt cx="469800" cy="293124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4E2A2F52-C54A-2A34-BFF9-6F3A35822B45}"/>
                    </a:ext>
                  </a:extLst>
                </p14:cNvPr>
                <p14:cNvContentPartPr/>
                <p14:nvPr/>
              </p14:nvContentPartPr>
              <p14:xfrm>
                <a:off x="3735527" y="6696382"/>
                <a:ext cx="171360" cy="12816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4E2A2F52-C54A-2A34-BFF9-6F3A35822B45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3717527" y="6678382"/>
                  <a:ext cx="20700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E49D3861-53A9-BA34-ED3A-C17161C85FBE}"/>
                    </a:ext>
                  </a:extLst>
                </p14:cNvPr>
                <p14:cNvContentPartPr/>
                <p14:nvPr/>
              </p14:nvContentPartPr>
              <p14:xfrm>
                <a:off x="4006607" y="6763702"/>
                <a:ext cx="22320" cy="11664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E49D3861-53A9-BA34-ED3A-C17161C85FBE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3988607" y="6746062"/>
                  <a:ext cx="5796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9B4EDBCC-885C-4453-C851-EF0380678CC3}"/>
                    </a:ext>
                  </a:extLst>
                </p14:cNvPr>
                <p14:cNvContentPartPr/>
                <p14:nvPr/>
              </p14:nvContentPartPr>
              <p14:xfrm>
                <a:off x="4162127" y="6904546"/>
                <a:ext cx="43200" cy="8496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9B4EDBCC-885C-4453-C851-EF0380678CC3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4144127" y="6886546"/>
                  <a:ext cx="78840" cy="12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2" name="Group 271">
            <a:extLst>
              <a:ext uri="{FF2B5EF4-FFF2-40B4-BE49-F238E27FC236}">
                <a16:creationId xmlns:a16="http://schemas.microsoft.com/office/drawing/2014/main" id="{B06D11D7-AC31-629A-DAED-A3B0063D0385}"/>
              </a:ext>
            </a:extLst>
          </p:cNvPr>
          <p:cNvGrpSpPr/>
          <p:nvPr/>
        </p:nvGrpSpPr>
        <p:grpSpPr>
          <a:xfrm>
            <a:off x="4549127" y="6692197"/>
            <a:ext cx="491760" cy="213480"/>
            <a:chOff x="4549127" y="6692197"/>
            <a:chExt cx="491760" cy="21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4AC11262-E353-C641-BCC1-92616B671935}"/>
                    </a:ext>
                  </a:extLst>
                </p14:cNvPr>
                <p14:cNvContentPartPr/>
                <p14:nvPr/>
              </p14:nvContentPartPr>
              <p14:xfrm>
                <a:off x="4549127" y="6692197"/>
                <a:ext cx="176760" cy="18828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4AC11262-E353-C641-BCC1-92616B671935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4531127" y="6674557"/>
                  <a:ext cx="21240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7F320320-A687-EEE7-7D8B-146C17516705}"/>
                    </a:ext>
                  </a:extLst>
                </p14:cNvPr>
                <p14:cNvContentPartPr/>
                <p14:nvPr/>
              </p14:nvContentPartPr>
              <p14:xfrm>
                <a:off x="4787807" y="6757357"/>
                <a:ext cx="253080" cy="14832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7F320320-A687-EEE7-7D8B-146C17516705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4769807" y="6739357"/>
                  <a:ext cx="288720" cy="18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1" name="Group 270">
            <a:extLst>
              <a:ext uri="{FF2B5EF4-FFF2-40B4-BE49-F238E27FC236}">
                <a16:creationId xmlns:a16="http://schemas.microsoft.com/office/drawing/2014/main" id="{C10F7C5E-9CDE-DA17-4300-BD513CF6B7C7}"/>
              </a:ext>
            </a:extLst>
          </p:cNvPr>
          <p:cNvGrpSpPr/>
          <p:nvPr/>
        </p:nvGrpSpPr>
        <p:grpSpPr>
          <a:xfrm>
            <a:off x="5284967" y="6547477"/>
            <a:ext cx="818640" cy="296640"/>
            <a:chOff x="5284967" y="6547477"/>
            <a:chExt cx="818640" cy="29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CC538706-67CC-3E15-20C8-608D63EAE83E}"/>
                    </a:ext>
                  </a:extLst>
                </p14:cNvPr>
                <p14:cNvContentPartPr/>
                <p14:nvPr/>
              </p14:nvContentPartPr>
              <p14:xfrm>
                <a:off x="5284967" y="6598597"/>
                <a:ext cx="198720" cy="13392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CC538706-67CC-3E15-20C8-608D63EAE83E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267327" y="6580957"/>
                  <a:ext cx="23436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ECC693B7-C088-A40E-9D47-E2B804A035CF}"/>
                    </a:ext>
                  </a:extLst>
                </p14:cNvPr>
                <p14:cNvContentPartPr/>
                <p14:nvPr/>
              </p14:nvContentPartPr>
              <p14:xfrm>
                <a:off x="5391167" y="6740437"/>
                <a:ext cx="155160" cy="7092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ECC693B7-C088-A40E-9D47-E2B804A035CF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5373527" y="6722797"/>
                  <a:ext cx="1908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AC889EA3-30C6-8FD4-1B57-9C4D62A2EDA4}"/>
                    </a:ext>
                  </a:extLst>
                </p14:cNvPr>
                <p14:cNvContentPartPr/>
                <p14:nvPr/>
              </p14:nvContentPartPr>
              <p14:xfrm>
                <a:off x="5753327" y="6547477"/>
                <a:ext cx="227160" cy="20880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AC889EA3-30C6-8FD4-1B57-9C4D62A2EDA4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5735687" y="6529477"/>
                  <a:ext cx="26280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00F8F172-95C9-D725-780C-C8B7793297CE}"/>
                    </a:ext>
                  </a:extLst>
                </p14:cNvPr>
                <p14:cNvContentPartPr/>
                <p14:nvPr/>
              </p14:nvContentPartPr>
              <p14:xfrm>
                <a:off x="6064367" y="6820717"/>
                <a:ext cx="39240" cy="2340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00F8F172-95C9-D725-780C-C8B7793297CE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6046727" y="6803077"/>
                  <a:ext cx="74880" cy="5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6" name="Group 285">
            <a:extLst>
              <a:ext uri="{FF2B5EF4-FFF2-40B4-BE49-F238E27FC236}">
                <a16:creationId xmlns:a16="http://schemas.microsoft.com/office/drawing/2014/main" id="{81BD9A75-1813-AC4E-D957-3AED9049F577}"/>
              </a:ext>
            </a:extLst>
          </p:cNvPr>
          <p:cNvGrpSpPr/>
          <p:nvPr/>
        </p:nvGrpSpPr>
        <p:grpSpPr>
          <a:xfrm>
            <a:off x="8441807" y="4693837"/>
            <a:ext cx="2350440" cy="444960"/>
            <a:chOff x="8441807" y="4693837"/>
            <a:chExt cx="2350440" cy="444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E26AD81E-FCAC-E75A-B543-0E62D7430645}"/>
                    </a:ext>
                  </a:extLst>
                </p14:cNvPr>
                <p14:cNvContentPartPr/>
                <p14:nvPr/>
              </p14:nvContentPartPr>
              <p14:xfrm>
                <a:off x="8441807" y="4797877"/>
                <a:ext cx="162360" cy="27648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E26AD81E-FCAC-E75A-B543-0E62D7430645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8423807" y="4780237"/>
                  <a:ext cx="19800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F67D15F8-0182-DF64-BC40-3BCC3AD25912}"/>
                    </a:ext>
                  </a:extLst>
                </p14:cNvPr>
                <p14:cNvContentPartPr/>
                <p14:nvPr/>
              </p14:nvContentPartPr>
              <p14:xfrm>
                <a:off x="8663207" y="4859797"/>
                <a:ext cx="114840" cy="15516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F67D15F8-0182-DF64-BC40-3BCC3AD25912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8645567" y="4841797"/>
                  <a:ext cx="15048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AB4E2142-5CA4-506A-7615-2B56EDFAD0F5}"/>
                    </a:ext>
                  </a:extLst>
                </p14:cNvPr>
                <p14:cNvContentPartPr/>
                <p14:nvPr/>
              </p14:nvContentPartPr>
              <p14:xfrm>
                <a:off x="8876327" y="4947997"/>
                <a:ext cx="27720" cy="16416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AB4E2142-5CA4-506A-7615-2B56EDFAD0F5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8858327" y="4930357"/>
                  <a:ext cx="6336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DDD7CB1A-3118-E236-49FF-6A8F48AA344C}"/>
                    </a:ext>
                  </a:extLst>
                </p14:cNvPr>
                <p14:cNvContentPartPr/>
                <p14:nvPr/>
              </p14:nvContentPartPr>
              <p14:xfrm>
                <a:off x="9057407" y="4938277"/>
                <a:ext cx="207000" cy="5616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DDD7CB1A-3118-E236-49FF-6A8F48AA344C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9039407" y="4920277"/>
                  <a:ext cx="24264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92CC927D-FBEC-B118-52C6-E837E075AD4D}"/>
                    </a:ext>
                  </a:extLst>
                </p14:cNvPr>
                <p14:cNvContentPartPr/>
                <p14:nvPr/>
              </p14:nvContentPartPr>
              <p14:xfrm>
                <a:off x="9129047" y="4879237"/>
                <a:ext cx="79200" cy="18108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92CC927D-FBEC-B118-52C6-E837E075AD4D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9111047" y="4861597"/>
                  <a:ext cx="11484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4A80C910-CEEC-3132-E73A-A95262670483}"/>
                    </a:ext>
                  </a:extLst>
                </p14:cNvPr>
                <p14:cNvContentPartPr/>
                <p14:nvPr/>
              </p14:nvContentPartPr>
              <p14:xfrm>
                <a:off x="9437207" y="4891117"/>
                <a:ext cx="232200" cy="20196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4A80C910-CEEC-3132-E73A-A95262670483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9419567" y="4873477"/>
                  <a:ext cx="26784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C6DAC689-F398-D666-1CC6-A14CEA3DCD33}"/>
                    </a:ext>
                  </a:extLst>
                </p14:cNvPr>
                <p14:cNvContentPartPr/>
                <p14:nvPr/>
              </p14:nvContentPartPr>
              <p14:xfrm>
                <a:off x="9779207" y="4991197"/>
                <a:ext cx="144000" cy="14760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C6DAC689-F398-D666-1CC6-A14CEA3DCD33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9761207" y="4973197"/>
                  <a:ext cx="17964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B7DDD3B7-D1FA-DA15-0FAE-BABE36ED0B5A}"/>
                    </a:ext>
                  </a:extLst>
                </p14:cNvPr>
                <p14:cNvContentPartPr/>
                <p14:nvPr/>
              </p14:nvContentPartPr>
              <p14:xfrm>
                <a:off x="10185647" y="4905517"/>
                <a:ext cx="123120" cy="3420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B7DDD3B7-D1FA-DA15-0FAE-BABE36ED0B5A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0167647" y="4887877"/>
                  <a:ext cx="15876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36A5D45A-1302-4E28-3A60-2E00DB86E609}"/>
                    </a:ext>
                  </a:extLst>
                </p14:cNvPr>
                <p14:cNvContentPartPr/>
                <p14:nvPr/>
              </p14:nvContentPartPr>
              <p14:xfrm>
                <a:off x="10172687" y="4989397"/>
                <a:ext cx="236520" cy="5040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36A5D45A-1302-4E28-3A60-2E00DB86E609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0155047" y="4971757"/>
                  <a:ext cx="27216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D347E5D1-4C7E-DD80-F45F-1DEEEFB825BC}"/>
                    </a:ext>
                  </a:extLst>
                </p14:cNvPr>
                <p14:cNvContentPartPr/>
                <p14:nvPr/>
              </p14:nvContentPartPr>
              <p14:xfrm>
                <a:off x="10611887" y="4693837"/>
                <a:ext cx="180360" cy="31680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D347E5D1-4C7E-DD80-F45F-1DEEEFB825BC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0594247" y="4676197"/>
                  <a:ext cx="216000" cy="35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3" name="Group 302">
            <a:extLst>
              <a:ext uri="{FF2B5EF4-FFF2-40B4-BE49-F238E27FC236}">
                <a16:creationId xmlns:a16="http://schemas.microsoft.com/office/drawing/2014/main" id="{25D4DE7A-2098-29C5-DB71-31803AB4D6B7}"/>
              </a:ext>
            </a:extLst>
          </p:cNvPr>
          <p:cNvGrpSpPr/>
          <p:nvPr/>
        </p:nvGrpSpPr>
        <p:grpSpPr>
          <a:xfrm>
            <a:off x="8096567" y="5507077"/>
            <a:ext cx="2145240" cy="387360"/>
            <a:chOff x="8096567" y="5507077"/>
            <a:chExt cx="2145240" cy="387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2E889F59-646A-AF84-6A18-82A9E4815CEF}"/>
                    </a:ext>
                  </a:extLst>
                </p14:cNvPr>
                <p14:cNvContentPartPr/>
                <p14:nvPr/>
              </p14:nvContentPartPr>
              <p14:xfrm>
                <a:off x="8096567" y="5535877"/>
                <a:ext cx="112680" cy="26856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2E889F59-646A-AF84-6A18-82A9E4815CEF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8078567" y="5517877"/>
                  <a:ext cx="14832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A8FEB12E-F829-C8B4-9926-47C111433E1E}"/>
                    </a:ext>
                  </a:extLst>
                </p14:cNvPr>
                <p14:cNvContentPartPr/>
                <p14:nvPr/>
              </p14:nvContentPartPr>
              <p14:xfrm>
                <a:off x="8261807" y="5621197"/>
                <a:ext cx="163800" cy="15912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A8FEB12E-F829-C8B4-9926-47C111433E1E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8244167" y="5603557"/>
                  <a:ext cx="19944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BA965FF9-20FD-1551-C81D-B01C2C254DFE}"/>
                    </a:ext>
                  </a:extLst>
                </p14:cNvPr>
                <p14:cNvContentPartPr/>
                <p14:nvPr/>
              </p14:nvContentPartPr>
              <p14:xfrm>
                <a:off x="8492207" y="5719837"/>
                <a:ext cx="17640" cy="13716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BA965FF9-20FD-1551-C81D-B01C2C254DFE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8474207" y="5702197"/>
                  <a:ext cx="5328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FEC6FCA1-D831-FB64-D045-D0D2BABFE862}"/>
                    </a:ext>
                  </a:extLst>
                </p14:cNvPr>
                <p14:cNvContentPartPr/>
                <p14:nvPr/>
              </p14:nvContentPartPr>
              <p14:xfrm>
                <a:off x="8711807" y="5662957"/>
                <a:ext cx="131760" cy="720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FEC6FCA1-D831-FB64-D045-D0D2BABFE862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8693807" y="5645317"/>
                  <a:ext cx="1674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D3271403-6DE8-EC8E-5F88-842EBCA11317}"/>
                    </a:ext>
                  </a:extLst>
                </p14:cNvPr>
                <p14:cNvContentPartPr/>
                <p14:nvPr/>
              </p14:nvContentPartPr>
              <p14:xfrm>
                <a:off x="8772287" y="5615797"/>
                <a:ext cx="20160" cy="22428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D3271403-6DE8-EC8E-5F88-842EBCA11317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8754287" y="5598157"/>
                  <a:ext cx="5580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047A98DA-6A1D-1A78-DF40-399F83E956EF}"/>
                    </a:ext>
                  </a:extLst>
                </p14:cNvPr>
                <p14:cNvContentPartPr/>
                <p14:nvPr/>
              </p14:nvContentPartPr>
              <p14:xfrm>
                <a:off x="8962727" y="5586277"/>
                <a:ext cx="110160" cy="25272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047A98DA-6A1D-1A78-DF40-399F83E956EF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8945087" y="5568637"/>
                  <a:ext cx="14580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73B7031D-07A1-BC98-9CAD-A0F09908BA47}"/>
                    </a:ext>
                  </a:extLst>
                </p14:cNvPr>
                <p14:cNvContentPartPr/>
                <p14:nvPr/>
              </p14:nvContentPartPr>
              <p14:xfrm>
                <a:off x="9154607" y="5667277"/>
                <a:ext cx="186840" cy="14796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73B7031D-07A1-BC98-9CAD-A0F09908BA47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9136967" y="5649277"/>
                  <a:ext cx="22248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37844B3F-BA50-4802-ACF3-EFB2913033EA}"/>
                    </a:ext>
                  </a:extLst>
                </p14:cNvPr>
                <p14:cNvContentPartPr/>
                <p14:nvPr/>
              </p14:nvContentPartPr>
              <p14:xfrm>
                <a:off x="9381767" y="5733517"/>
                <a:ext cx="262800" cy="16092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37844B3F-BA50-4802-ACF3-EFB2913033EA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9364127" y="5715517"/>
                  <a:ext cx="29844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8695E022-01D1-7A80-99B9-D77A73184889}"/>
                    </a:ext>
                  </a:extLst>
                </p14:cNvPr>
                <p14:cNvContentPartPr/>
                <p14:nvPr/>
              </p14:nvContentPartPr>
              <p14:xfrm>
                <a:off x="9706847" y="5639917"/>
                <a:ext cx="137880" cy="4752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8695E022-01D1-7A80-99B9-D77A73184889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9688847" y="5621917"/>
                  <a:ext cx="17352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B5B0B778-6A40-B7C8-07F0-3E7DD2477A05}"/>
                    </a:ext>
                  </a:extLst>
                </p14:cNvPr>
                <p14:cNvContentPartPr/>
                <p14:nvPr/>
              </p14:nvContentPartPr>
              <p14:xfrm>
                <a:off x="9958847" y="5507077"/>
                <a:ext cx="189360" cy="16128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B5B0B778-6A40-B7C8-07F0-3E7DD2477A05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9940847" y="5489437"/>
                  <a:ext cx="22500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D0805330-E8F6-C1C4-954C-3E3C6A4E4DBB}"/>
                    </a:ext>
                  </a:extLst>
                </p14:cNvPr>
                <p14:cNvContentPartPr/>
                <p14:nvPr/>
              </p14:nvContentPartPr>
              <p14:xfrm>
                <a:off x="10098167" y="5596357"/>
                <a:ext cx="143640" cy="23616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D0805330-E8F6-C1C4-954C-3E3C6A4E4DBB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0080167" y="5578357"/>
                  <a:ext cx="179280" cy="27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2" name="Group 321">
            <a:extLst>
              <a:ext uri="{FF2B5EF4-FFF2-40B4-BE49-F238E27FC236}">
                <a16:creationId xmlns:a16="http://schemas.microsoft.com/office/drawing/2014/main" id="{D2200721-06E9-DA4C-6E83-83B5685655D5}"/>
              </a:ext>
            </a:extLst>
          </p:cNvPr>
          <p:cNvGrpSpPr/>
          <p:nvPr/>
        </p:nvGrpSpPr>
        <p:grpSpPr>
          <a:xfrm>
            <a:off x="8232287" y="6215197"/>
            <a:ext cx="2299320" cy="306720"/>
            <a:chOff x="8232287" y="6215197"/>
            <a:chExt cx="2299320" cy="306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AEF2A34B-5355-6CF7-3F47-B641F4EA0C46}"/>
                    </a:ext>
                  </a:extLst>
                </p14:cNvPr>
                <p14:cNvContentPartPr/>
                <p14:nvPr/>
              </p14:nvContentPartPr>
              <p14:xfrm>
                <a:off x="8232287" y="6290797"/>
                <a:ext cx="236160" cy="17064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AEF2A34B-5355-6CF7-3F47-B641F4EA0C46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8214647" y="6272797"/>
                  <a:ext cx="27180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175C7F16-7FC0-A8C7-E02B-EDF259F7C329}"/>
                    </a:ext>
                  </a:extLst>
                </p14:cNvPr>
                <p14:cNvContentPartPr/>
                <p14:nvPr/>
              </p14:nvContentPartPr>
              <p14:xfrm>
                <a:off x="8545487" y="6393397"/>
                <a:ext cx="13320" cy="12852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175C7F16-7FC0-A8C7-E02B-EDF259F7C329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8527487" y="6375397"/>
                  <a:ext cx="4896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D2CACBEB-DE2A-D2BB-9E8F-B9A763116A93}"/>
                    </a:ext>
                  </a:extLst>
                </p14:cNvPr>
                <p14:cNvContentPartPr/>
                <p14:nvPr/>
              </p14:nvContentPartPr>
              <p14:xfrm>
                <a:off x="8706767" y="6382237"/>
                <a:ext cx="117720" cy="4428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D2CACBEB-DE2A-D2BB-9E8F-B9A763116A93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8688767" y="6364597"/>
                  <a:ext cx="15336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5754BD3D-3D91-5268-52C8-8B8313980FC1}"/>
                    </a:ext>
                  </a:extLst>
                </p14:cNvPr>
                <p14:cNvContentPartPr/>
                <p14:nvPr/>
              </p14:nvContentPartPr>
              <p14:xfrm>
                <a:off x="8738087" y="6298717"/>
                <a:ext cx="21960" cy="16884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5754BD3D-3D91-5268-52C8-8B8313980FC1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8720447" y="6280717"/>
                  <a:ext cx="5760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ED174541-D045-3A02-1631-527B1FD3BFAF}"/>
                    </a:ext>
                  </a:extLst>
                </p14:cNvPr>
                <p14:cNvContentPartPr/>
                <p14:nvPr/>
              </p14:nvContentPartPr>
              <p14:xfrm>
                <a:off x="8918087" y="6273157"/>
                <a:ext cx="152640" cy="21384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ED174541-D045-3A02-1631-527B1FD3BFAF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8900087" y="6255517"/>
                  <a:ext cx="18828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2CF6CA00-2EAB-29B7-5102-CA6F4313E222}"/>
                    </a:ext>
                  </a:extLst>
                </p14:cNvPr>
                <p14:cNvContentPartPr/>
                <p14:nvPr/>
              </p14:nvContentPartPr>
              <p14:xfrm>
                <a:off x="9107447" y="6313117"/>
                <a:ext cx="182880" cy="149040"/>
              </p14:xfrm>
            </p:contentPart>
          </mc:Choice>
          <mc:Fallback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2CF6CA00-2EAB-29B7-5102-CA6F4313E222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9089447" y="6295477"/>
                  <a:ext cx="21852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92021AE2-8B25-AE5C-DB85-957CC81238F1}"/>
                    </a:ext>
                  </a:extLst>
                </p14:cNvPr>
                <p14:cNvContentPartPr/>
                <p14:nvPr/>
              </p14:nvContentPartPr>
              <p14:xfrm>
                <a:off x="9316607" y="6375397"/>
                <a:ext cx="312120" cy="144000"/>
              </p14:xfrm>
            </p:contentPart>
          </mc:Choice>
          <mc:Fallback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92021AE2-8B25-AE5C-DB85-957CC81238F1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9298607" y="6357397"/>
                  <a:ext cx="34776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462FB01A-9D07-01C6-F35B-9D2E15D1A915}"/>
                    </a:ext>
                  </a:extLst>
                </p14:cNvPr>
                <p14:cNvContentPartPr/>
                <p14:nvPr/>
              </p14:nvContentPartPr>
              <p14:xfrm>
                <a:off x="9713327" y="6306637"/>
                <a:ext cx="207360" cy="4392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462FB01A-9D07-01C6-F35B-9D2E15D1A915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9695327" y="6288997"/>
                  <a:ext cx="24300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E3C27359-D550-C997-CC7B-2DE358A3C2BF}"/>
                    </a:ext>
                  </a:extLst>
                </p14:cNvPr>
                <p14:cNvContentPartPr/>
                <p14:nvPr/>
              </p14:nvContentPartPr>
              <p14:xfrm>
                <a:off x="9772727" y="6215197"/>
                <a:ext cx="53640" cy="25128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E3C27359-D550-C997-CC7B-2DE358A3C2BF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9755087" y="6197557"/>
                  <a:ext cx="8928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4E27016B-1413-C512-3FA4-AF649CFAAF6B}"/>
                    </a:ext>
                  </a:extLst>
                </p14:cNvPr>
                <p14:cNvContentPartPr/>
                <p14:nvPr/>
              </p14:nvContentPartPr>
              <p14:xfrm>
                <a:off x="9961727" y="6223837"/>
                <a:ext cx="352800" cy="181440"/>
              </p14:xfrm>
            </p:contentPart>
          </mc:Choice>
          <mc:Fallback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4E27016B-1413-C512-3FA4-AF649CFAAF6B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9943727" y="6206197"/>
                  <a:ext cx="38844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ACF81D9A-5338-9249-2149-60D567A3F93D}"/>
                    </a:ext>
                  </a:extLst>
                </p14:cNvPr>
                <p14:cNvContentPartPr/>
                <p14:nvPr/>
              </p14:nvContentPartPr>
              <p14:xfrm>
                <a:off x="10360607" y="6292237"/>
                <a:ext cx="171000" cy="228240"/>
              </p14:xfrm>
            </p:contentPart>
          </mc:Choice>
          <mc:Fallback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ACF81D9A-5338-9249-2149-60D567A3F93D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0342607" y="6274237"/>
                  <a:ext cx="206640" cy="26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1" name="Group 320">
            <a:extLst>
              <a:ext uri="{FF2B5EF4-FFF2-40B4-BE49-F238E27FC236}">
                <a16:creationId xmlns:a16="http://schemas.microsoft.com/office/drawing/2014/main" id="{836F592D-486E-1D38-827B-50A26C28B2F4}"/>
              </a:ext>
            </a:extLst>
          </p:cNvPr>
          <p:cNvGrpSpPr/>
          <p:nvPr/>
        </p:nvGrpSpPr>
        <p:grpSpPr>
          <a:xfrm>
            <a:off x="10796567" y="6197197"/>
            <a:ext cx="241560" cy="192240"/>
            <a:chOff x="10796567" y="6197197"/>
            <a:chExt cx="241560" cy="19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560F3CA5-E6D9-7576-357A-9AC9C4372F42}"/>
                    </a:ext>
                  </a:extLst>
                </p14:cNvPr>
                <p14:cNvContentPartPr/>
                <p14:nvPr/>
              </p14:nvContentPartPr>
              <p14:xfrm>
                <a:off x="10826807" y="6197197"/>
                <a:ext cx="110520" cy="49320"/>
              </p14:xfrm>
            </p:contentPart>
          </mc:Choice>
          <mc:Fallback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560F3CA5-E6D9-7576-357A-9AC9C4372F42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0808807" y="6179557"/>
                  <a:ext cx="14616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B828B4ED-1869-EAC2-A0F1-51901F729DF9}"/>
                    </a:ext>
                  </a:extLst>
                </p14:cNvPr>
                <p14:cNvContentPartPr/>
                <p14:nvPr/>
              </p14:nvContentPartPr>
              <p14:xfrm>
                <a:off x="10796567" y="6330397"/>
                <a:ext cx="241560" cy="5904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B828B4ED-1869-EAC2-A0F1-51901F729DF9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0778927" y="6312397"/>
                  <a:ext cx="277200" cy="9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0" name="Group 319">
            <a:extLst>
              <a:ext uri="{FF2B5EF4-FFF2-40B4-BE49-F238E27FC236}">
                <a16:creationId xmlns:a16="http://schemas.microsoft.com/office/drawing/2014/main" id="{E400FCC4-04E8-EDF9-0306-7AD57F773A7C}"/>
              </a:ext>
            </a:extLst>
          </p:cNvPr>
          <p:cNvGrpSpPr/>
          <p:nvPr/>
        </p:nvGrpSpPr>
        <p:grpSpPr>
          <a:xfrm>
            <a:off x="11266007" y="6033397"/>
            <a:ext cx="289080" cy="322920"/>
            <a:chOff x="11266007" y="6033397"/>
            <a:chExt cx="289080" cy="32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DDB59075-E2E9-A2B6-8720-F5BDA6BF4B23}"/>
                    </a:ext>
                  </a:extLst>
                </p14:cNvPr>
                <p14:cNvContentPartPr/>
                <p14:nvPr/>
              </p14:nvContentPartPr>
              <p14:xfrm>
                <a:off x="11395247" y="6054997"/>
                <a:ext cx="2880" cy="648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DDB59075-E2E9-A2B6-8720-F5BDA6BF4B23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1377607" y="6037357"/>
                  <a:ext cx="385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FDCADEBD-BD1D-CBE1-E49B-6C4F4E0C4F2A}"/>
                    </a:ext>
                  </a:extLst>
                </p14:cNvPr>
                <p14:cNvContentPartPr/>
                <p14:nvPr/>
              </p14:nvContentPartPr>
              <p14:xfrm>
                <a:off x="11266007" y="6033397"/>
                <a:ext cx="289080" cy="322920"/>
              </p14:xfrm>
            </p:contentPart>
          </mc:Choice>
          <mc:Fallback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FDCADEBD-BD1D-CBE1-E49B-6C4F4E0C4F2A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1248367" y="6015757"/>
                  <a:ext cx="324720" cy="35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4" name="Group 323">
            <a:extLst>
              <a:ext uri="{FF2B5EF4-FFF2-40B4-BE49-F238E27FC236}">
                <a16:creationId xmlns:a16="http://schemas.microsoft.com/office/drawing/2014/main" id="{0A52DA39-3B82-64C3-ADD9-D6F1244E2383}"/>
              </a:ext>
            </a:extLst>
          </p:cNvPr>
          <p:cNvGrpSpPr/>
          <p:nvPr/>
        </p:nvGrpSpPr>
        <p:grpSpPr>
          <a:xfrm>
            <a:off x="10572287" y="5400877"/>
            <a:ext cx="585720" cy="306360"/>
            <a:chOff x="10572287" y="5400877"/>
            <a:chExt cx="585720" cy="306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5BF7BC34-0618-8DE6-D7DF-4BC7A2679F5E}"/>
                    </a:ext>
                  </a:extLst>
                </p14:cNvPr>
                <p14:cNvContentPartPr/>
                <p14:nvPr/>
              </p14:nvContentPartPr>
              <p14:xfrm>
                <a:off x="10605407" y="5576557"/>
                <a:ext cx="82800" cy="1440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5BF7BC34-0618-8DE6-D7DF-4BC7A2679F5E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0587767" y="5558917"/>
                  <a:ext cx="11844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E3CD5EB9-B33E-8452-A753-D5DBCC08AD49}"/>
                    </a:ext>
                  </a:extLst>
                </p14:cNvPr>
                <p14:cNvContentPartPr/>
                <p14:nvPr/>
              </p14:nvContentPartPr>
              <p14:xfrm>
                <a:off x="10572287" y="5671597"/>
                <a:ext cx="178200" cy="3564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E3CD5EB9-B33E-8452-A753-D5DBCC08AD49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0554647" y="5653957"/>
                  <a:ext cx="21384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E6D67893-E518-D4EE-01EF-618D04BB0648}"/>
                    </a:ext>
                  </a:extLst>
                </p14:cNvPr>
                <p14:cNvContentPartPr/>
                <p14:nvPr/>
              </p14:nvContentPartPr>
              <p14:xfrm>
                <a:off x="10912487" y="5400877"/>
                <a:ext cx="245520" cy="305280"/>
              </p14:xfrm>
            </p:contentPart>
          </mc:Choice>
          <mc:Fallback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E6D67893-E518-D4EE-01EF-618D04BB0648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0894487" y="5382877"/>
                  <a:ext cx="281160" cy="34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1" name="Group 330">
            <a:extLst>
              <a:ext uri="{FF2B5EF4-FFF2-40B4-BE49-F238E27FC236}">
                <a16:creationId xmlns:a16="http://schemas.microsoft.com/office/drawing/2014/main" id="{2C1041C2-1EC2-1AA6-B370-3C88AEB10B62}"/>
              </a:ext>
            </a:extLst>
          </p:cNvPr>
          <p:cNvGrpSpPr/>
          <p:nvPr/>
        </p:nvGrpSpPr>
        <p:grpSpPr>
          <a:xfrm>
            <a:off x="367367" y="1144237"/>
            <a:ext cx="7512120" cy="2693745"/>
            <a:chOff x="367367" y="1144237"/>
            <a:chExt cx="7512120" cy="2693745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33119F57-7E0A-3C42-64B7-BEB5F62495E8}"/>
                    </a:ext>
                  </a:extLst>
                </p14:cNvPr>
                <p14:cNvContentPartPr/>
                <p14:nvPr/>
              </p14:nvContentPartPr>
              <p14:xfrm>
                <a:off x="367367" y="1407622"/>
                <a:ext cx="326520" cy="3549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33119F57-7E0A-3C42-64B7-BEB5F62495E8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349367" y="1389982"/>
                  <a:ext cx="362160" cy="39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8BA2437-724B-6D39-A7C3-D4C8FF844A16}"/>
                    </a:ext>
                  </a:extLst>
                </p14:cNvPr>
                <p14:cNvContentPartPr/>
                <p14:nvPr/>
              </p14:nvContentPartPr>
              <p14:xfrm>
                <a:off x="573287" y="1580062"/>
                <a:ext cx="99000" cy="1468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8BA2437-724B-6D39-A7C3-D4C8FF844A16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555647" y="1562062"/>
                  <a:ext cx="13464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F1FC6F22-A656-FD8B-8D26-9B914AADCAAE}"/>
                    </a:ext>
                  </a:extLst>
                </p14:cNvPr>
                <p14:cNvContentPartPr/>
                <p14:nvPr/>
              </p14:nvContentPartPr>
              <p14:xfrm>
                <a:off x="732047" y="1591582"/>
                <a:ext cx="121680" cy="1418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F1FC6F22-A656-FD8B-8D26-9B914AADCAAE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714407" y="1573942"/>
                  <a:ext cx="15732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12382C0-90AD-B7DF-46E4-CCF150B95C40}"/>
                    </a:ext>
                  </a:extLst>
                </p14:cNvPr>
                <p14:cNvContentPartPr/>
                <p14:nvPr/>
              </p14:nvContentPartPr>
              <p14:xfrm>
                <a:off x="862727" y="1593382"/>
                <a:ext cx="111600" cy="1512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12382C0-90AD-B7DF-46E4-CCF150B95C40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844727" y="1575742"/>
                  <a:ext cx="1472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05ECD4E2-C8E9-B8F0-A4D2-ED042E44D775}"/>
                    </a:ext>
                  </a:extLst>
                </p14:cNvPr>
                <p14:cNvContentPartPr/>
                <p14:nvPr/>
              </p14:nvContentPartPr>
              <p14:xfrm>
                <a:off x="1108967" y="1406182"/>
                <a:ext cx="42120" cy="3423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05ECD4E2-C8E9-B8F0-A4D2-ED042E44D775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090967" y="1388542"/>
                  <a:ext cx="77760" cy="37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5AE4D742-025C-B18C-964A-E94F19E21C15}"/>
                    </a:ext>
                  </a:extLst>
                </p14:cNvPr>
                <p14:cNvContentPartPr/>
                <p14:nvPr/>
              </p14:nvContentPartPr>
              <p14:xfrm>
                <a:off x="1048487" y="1577542"/>
                <a:ext cx="432000" cy="1522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AE4D742-025C-B18C-964A-E94F19E21C15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030487" y="1559902"/>
                  <a:ext cx="46764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F5B7F22E-930E-273D-EECE-96DD060E3F01}"/>
                    </a:ext>
                  </a:extLst>
                </p14:cNvPr>
                <p14:cNvContentPartPr/>
                <p14:nvPr/>
              </p14:nvContentPartPr>
              <p14:xfrm>
                <a:off x="1549247" y="1611742"/>
                <a:ext cx="48600" cy="1191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F5B7F22E-930E-273D-EECE-96DD060E3F01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1531607" y="1593742"/>
                  <a:ext cx="8424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A88B691B-B51B-774A-A406-A8E966A0AFF0}"/>
                    </a:ext>
                  </a:extLst>
                </p14:cNvPr>
                <p14:cNvContentPartPr/>
                <p14:nvPr/>
              </p14:nvContentPartPr>
              <p14:xfrm>
                <a:off x="1544927" y="1478182"/>
                <a:ext cx="37440" cy="313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A88B691B-B51B-774A-A406-A8E966A0AFF0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527287" y="1460182"/>
                  <a:ext cx="7308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AB3DEDBD-0250-FEC9-F863-77A81162AD56}"/>
                    </a:ext>
                  </a:extLst>
                </p14:cNvPr>
                <p14:cNvContentPartPr/>
                <p14:nvPr/>
              </p14:nvContentPartPr>
              <p14:xfrm>
                <a:off x="1603247" y="1592662"/>
                <a:ext cx="200520" cy="1177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AB3DEDBD-0250-FEC9-F863-77A81162AD56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585247" y="1574662"/>
                  <a:ext cx="2361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046FD9A6-5923-1B4D-08BC-54A5CDCAFDDB}"/>
                    </a:ext>
                  </a:extLst>
                </p14:cNvPr>
                <p14:cNvContentPartPr/>
                <p14:nvPr/>
              </p14:nvContentPartPr>
              <p14:xfrm>
                <a:off x="1963607" y="1448302"/>
                <a:ext cx="33480" cy="2422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046FD9A6-5923-1B4D-08BC-54A5CDCAFDDB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945967" y="1430662"/>
                  <a:ext cx="6912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5C1397E3-D927-19F8-1DB0-0A34A793CBA7}"/>
                    </a:ext>
                  </a:extLst>
                </p14:cNvPr>
                <p14:cNvContentPartPr/>
                <p14:nvPr/>
              </p14:nvContentPartPr>
              <p14:xfrm>
                <a:off x="1953167" y="1601302"/>
                <a:ext cx="164520" cy="1353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5C1397E3-D927-19F8-1DB0-0A34A793CBA7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935527" y="1583302"/>
                  <a:ext cx="20016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AFD38827-BD38-3000-32D8-DF7E96EFE97D}"/>
                    </a:ext>
                  </a:extLst>
                </p14:cNvPr>
                <p14:cNvContentPartPr/>
                <p14:nvPr/>
              </p14:nvContentPartPr>
              <p14:xfrm>
                <a:off x="1861007" y="1536142"/>
                <a:ext cx="210600" cy="468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AFD38827-BD38-3000-32D8-DF7E96EFE97D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843367" y="1518502"/>
                  <a:ext cx="24624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3A31EBB2-2C17-6792-1C55-28691FFB4D81}"/>
                    </a:ext>
                  </a:extLst>
                </p14:cNvPr>
                <p14:cNvContentPartPr/>
                <p14:nvPr/>
              </p14:nvContentPartPr>
              <p14:xfrm>
                <a:off x="2498567" y="1545862"/>
                <a:ext cx="171360" cy="1533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3A31EBB2-2C17-6792-1C55-28691FFB4D81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2480567" y="1527862"/>
                  <a:ext cx="20700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0DEBDAD1-2BD8-33FB-A010-EA815AA4B92D}"/>
                    </a:ext>
                  </a:extLst>
                </p14:cNvPr>
                <p14:cNvContentPartPr/>
                <p14:nvPr/>
              </p14:nvContentPartPr>
              <p14:xfrm>
                <a:off x="2555087" y="1731622"/>
                <a:ext cx="216360" cy="752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0DEBDAD1-2BD8-33FB-A010-EA815AA4B92D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2537087" y="1713982"/>
                  <a:ext cx="25200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3DD503C2-6C7C-FB13-BDC9-2B3714D88974}"/>
                    </a:ext>
                  </a:extLst>
                </p14:cNvPr>
                <p14:cNvContentPartPr/>
                <p14:nvPr/>
              </p14:nvContentPartPr>
              <p14:xfrm>
                <a:off x="3239447" y="1672222"/>
                <a:ext cx="2160" cy="190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3DD503C2-6C7C-FB13-BDC9-2B3714D88974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3221447" y="1654582"/>
                  <a:ext cx="3780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16711C13-C719-7428-4C31-1A775C0381CA}"/>
                    </a:ext>
                  </a:extLst>
                </p14:cNvPr>
                <p14:cNvContentPartPr/>
                <p14:nvPr/>
              </p14:nvContentPartPr>
              <p14:xfrm>
                <a:off x="3112007" y="1343182"/>
                <a:ext cx="506520" cy="9144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16711C13-C719-7428-4C31-1A775C0381CA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3094367" y="1325542"/>
                  <a:ext cx="542160" cy="9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C7E6F2B-8341-DF62-5C01-E71190FE5025}"/>
                    </a:ext>
                  </a:extLst>
                </p14:cNvPr>
                <p14:cNvContentPartPr/>
                <p14:nvPr/>
              </p14:nvContentPartPr>
              <p14:xfrm>
                <a:off x="3560567" y="1569622"/>
                <a:ext cx="150840" cy="5590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C7E6F2B-8341-DF62-5C01-E71190FE5025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3542567" y="1551622"/>
                  <a:ext cx="186480" cy="59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D703BE07-F4E9-831A-C544-FAAA5809FB24}"/>
                    </a:ext>
                  </a:extLst>
                </p14:cNvPr>
                <p14:cNvContentPartPr/>
                <p14:nvPr/>
              </p14:nvContentPartPr>
              <p14:xfrm>
                <a:off x="3598007" y="1715782"/>
                <a:ext cx="138600" cy="1058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D703BE07-F4E9-831A-C544-FAAA5809FB24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3580007" y="1698142"/>
                  <a:ext cx="17424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8D86E73C-3E05-2554-44D5-1CB174B8E45C}"/>
                    </a:ext>
                  </a:extLst>
                </p14:cNvPr>
                <p14:cNvContentPartPr/>
                <p14:nvPr/>
              </p14:nvContentPartPr>
              <p14:xfrm>
                <a:off x="3808607" y="1661062"/>
                <a:ext cx="187920" cy="1285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8D86E73C-3E05-2554-44D5-1CB174B8E45C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3790967" y="1643422"/>
                  <a:ext cx="22356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EF2BCFEE-5153-B7A9-5B31-0CDC8D88FB13}"/>
                    </a:ext>
                  </a:extLst>
                </p14:cNvPr>
                <p14:cNvContentPartPr/>
                <p14:nvPr/>
              </p14:nvContentPartPr>
              <p14:xfrm>
                <a:off x="3124607" y="1568902"/>
                <a:ext cx="182880" cy="64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EF2BCFEE-5153-B7A9-5B31-0CDC8D88FB13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3106967" y="1551262"/>
                  <a:ext cx="2185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9B14008D-BC94-536C-F2FD-69BA4F0E2400}"/>
                    </a:ext>
                  </a:extLst>
                </p14:cNvPr>
                <p14:cNvContentPartPr/>
                <p14:nvPr/>
              </p14:nvContentPartPr>
              <p14:xfrm>
                <a:off x="4217567" y="1797142"/>
                <a:ext cx="47880" cy="1353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9B14008D-BC94-536C-F2FD-69BA4F0E2400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4199927" y="1779502"/>
                  <a:ext cx="8352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DBDD46B0-6CF2-B715-5726-AB00F56BD1D1}"/>
                    </a:ext>
                  </a:extLst>
                </p14:cNvPr>
                <p14:cNvContentPartPr/>
                <p14:nvPr/>
              </p14:nvContentPartPr>
              <p14:xfrm>
                <a:off x="4549127" y="1735582"/>
                <a:ext cx="354600" cy="1598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DBDD46B0-6CF2-B715-5726-AB00F56BD1D1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4531487" y="1717582"/>
                  <a:ext cx="39024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F5563A5D-CBFE-CA4A-0155-A43F9E5C4F1D}"/>
                    </a:ext>
                  </a:extLst>
                </p14:cNvPr>
                <p14:cNvContentPartPr/>
                <p14:nvPr/>
              </p14:nvContentPartPr>
              <p14:xfrm>
                <a:off x="5385767" y="1687702"/>
                <a:ext cx="138960" cy="1717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F5563A5D-CBFE-CA4A-0155-A43F9E5C4F1D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5368127" y="1669702"/>
                  <a:ext cx="17460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98D45B31-71C1-2883-BCDC-D689FD725CA5}"/>
                    </a:ext>
                  </a:extLst>
                </p14:cNvPr>
                <p14:cNvContentPartPr/>
                <p14:nvPr/>
              </p14:nvContentPartPr>
              <p14:xfrm>
                <a:off x="5587007" y="1717222"/>
                <a:ext cx="122040" cy="1119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98D45B31-71C1-2883-BCDC-D689FD725CA5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5569367" y="1699222"/>
                  <a:ext cx="15768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C27F48E6-B8E6-BAF4-7D8E-094BFC8D87AD}"/>
                    </a:ext>
                  </a:extLst>
                </p14:cNvPr>
                <p14:cNvContentPartPr/>
                <p14:nvPr/>
              </p14:nvContentPartPr>
              <p14:xfrm>
                <a:off x="5799767" y="1694542"/>
                <a:ext cx="164880" cy="1051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C27F48E6-B8E6-BAF4-7D8E-094BFC8D87AD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5781767" y="1676542"/>
                  <a:ext cx="20052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78CC39E9-5C98-A837-CEE6-71FFBFCF793F}"/>
                    </a:ext>
                  </a:extLst>
                </p14:cNvPr>
                <p14:cNvContentPartPr/>
                <p14:nvPr/>
              </p14:nvContentPartPr>
              <p14:xfrm>
                <a:off x="6056447" y="1686622"/>
                <a:ext cx="137520" cy="946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78CC39E9-5C98-A837-CEE6-71FFBFCF793F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6038447" y="1668982"/>
                  <a:ext cx="17316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42B5F727-A653-ADAF-AC58-19466FB1A684}"/>
                    </a:ext>
                  </a:extLst>
                </p14:cNvPr>
                <p14:cNvContentPartPr/>
                <p14:nvPr/>
              </p14:nvContentPartPr>
              <p14:xfrm>
                <a:off x="6288287" y="1665022"/>
                <a:ext cx="90000" cy="12060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42B5F727-A653-ADAF-AC58-19466FB1A684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6270647" y="1647022"/>
                  <a:ext cx="12564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DA44046-1DE2-198D-66EC-AA81A9FB8764}"/>
                    </a:ext>
                  </a:extLst>
                </p14:cNvPr>
                <p14:cNvContentPartPr/>
                <p14:nvPr/>
              </p14:nvContentPartPr>
              <p14:xfrm>
                <a:off x="6487007" y="1489342"/>
                <a:ext cx="106560" cy="3585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DA44046-1DE2-198D-66EC-AA81A9FB8764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6469007" y="1471342"/>
                  <a:ext cx="142200" cy="39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B0693E6B-A735-FA5E-9D38-3A9B6EBFB5F6}"/>
                    </a:ext>
                  </a:extLst>
                </p14:cNvPr>
                <p14:cNvContentPartPr/>
                <p14:nvPr/>
              </p14:nvContentPartPr>
              <p14:xfrm>
                <a:off x="6377927" y="1596262"/>
                <a:ext cx="274320" cy="1512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B0693E6B-A735-FA5E-9D38-3A9B6EBFB5F6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6360287" y="1578262"/>
                  <a:ext cx="30996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5F90836E-4F57-8ABD-5FD8-D30AA31DC293}"/>
                    </a:ext>
                  </a:extLst>
                </p14:cNvPr>
                <p14:cNvContentPartPr/>
                <p14:nvPr/>
              </p14:nvContentPartPr>
              <p14:xfrm>
                <a:off x="7113407" y="1675822"/>
                <a:ext cx="497520" cy="5907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5F90836E-4F57-8ABD-5FD8-D30AA31DC293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7095767" y="1658182"/>
                  <a:ext cx="533160" cy="62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52F7C5B6-F48D-2435-62E3-901C5650BA9A}"/>
                    </a:ext>
                  </a:extLst>
                </p14:cNvPr>
                <p14:cNvContentPartPr/>
                <p14:nvPr/>
              </p14:nvContentPartPr>
              <p14:xfrm>
                <a:off x="7625687" y="1497982"/>
                <a:ext cx="41400" cy="3459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52F7C5B6-F48D-2435-62E3-901C5650BA9A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7608047" y="1480342"/>
                  <a:ext cx="77040" cy="3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CD1DA79B-6E0F-E855-CD51-E9EB2CC1646C}"/>
                    </a:ext>
                  </a:extLst>
                </p14:cNvPr>
                <p14:cNvContentPartPr/>
                <p14:nvPr/>
              </p14:nvContentPartPr>
              <p14:xfrm>
                <a:off x="7493207" y="1539382"/>
                <a:ext cx="325440" cy="694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CD1DA79B-6E0F-E855-CD51-E9EB2CC1646C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7475207" y="1521742"/>
                  <a:ext cx="36108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A916B91E-F24C-DC11-D71E-CCB10924E7F2}"/>
                    </a:ext>
                  </a:extLst>
                </p14:cNvPr>
                <p14:cNvContentPartPr/>
                <p14:nvPr/>
              </p14:nvContentPartPr>
              <p14:xfrm>
                <a:off x="489047" y="2269822"/>
                <a:ext cx="157680" cy="14148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A916B91E-F24C-DC11-D71E-CCB10924E7F2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471407" y="2251822"/>
                  <a:ext cx="19332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DA8E522C-BF75-280C-C78E-0F8E1E7D7320}"/>
                    </a:ext>
                  </a:extLst>
                </p14:cNvPr>
                <p14:cNvContentPartPr/>
                <p14:nvPr/>
              </p14:nvContentPartPr>
              <p14:xfrm>
                <a:off x="702527" y="2312302"/>
                <a:ext cx="214920" cy="1299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DA8E522C-BF75-280C-C78E-0F8E1E7D7320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684887" y="2294662"/>
                  <a:ext cx="25056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A1720DF3-BC78-1D42-8C2E-5EB6EB5A32EE}"/>
                    </a:ext>
                  </a:extLst>
                </p14:cNvPr>
                <p14:cNvContentPartPr/>
                <p14:nvPr/>
              </p14:nvContentPartPr>
              <p14:xfrm>
                <a:off x="1319207" y="2363062"/>
                <a:ext cx="7560" cy="14976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A1720DF3-BC78-1D42-8C2E-5EB6EB5A32EE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1301207" y="2345062"/>
                  <a:ext cx="4320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514D0307-80C4-04DD-36CC-A63160783FD9}"/>
                    </a:ext>
                  </a:extLst>
                </p14:cNvPr>
                <p14:cNvContentPartPr/>
                <p14:nvPr/>
              </p14:nvContentPartPr>
              <p14:xfrm>
                <a:off x="1358807" y="2243902"/>
                <a:ext cx="9000" cy="720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514D0307-80C4-04DD-36CC-A63160783FD9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1341167" y="2225902"/>
                  <a:ext cx="446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616D7324-678A-B97C-03E8-83675971D6D3}"/>
                    </a:ext>
                  </a:extLst>
                </p14:cNvPr>
                <p14:cNvContentPartPr/>
                <p14:nvPr/>
              </p14:nvContentPartPr>
              <p14:xfrm>
                <a:off x="1411367" y="2200342"/>
                <a:ext cx="616320" cy="34272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616D7324-678A-B97C-03E8-83675971D6D3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1393727" y="2182702"/>
                  <a:ext cx="651960" cy="37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0987F49D-F216-7ED8-6182-896D3BFF84A5}"/>
                    </a:ext>
                  </a:extLst>
                </p14:cNvPr>
                <p14:cNvContentPartPr/>
                <p14:nvPr/>
              </p14:nvContentPartPr>
              <p14:xfrm>
                <a:off x="2098607" y="2229142"/>
                <a:ext cx="173520" cy="31968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0987F49D-F216-7ED8-6182-896D3BFF84A5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2080967" y="2211502"/>
                  <a:ext cx="20916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0C118C4F-4FCD-D02B-1153-F603CCF8E948}"/>
                    </a:ext>
                  </a:extLst>
                </p14:cNvPr>
                <p14:cNvContentPartPr/>
                <p14:nvPr/>
              </p14:nvContentPartPr>
              <p14:xfrm>
                <a:off x="2259527" y="2290342"/>
                <a:ext cx="24480" cy="2124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0C118C4F-4FCD-D02B-1153-F603CCF8E948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2241887" y="2272342"/>
                  <a:ext cx="6012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92138225-7549-446A-E574-38FE5EA00DEB}"/>
                    </a:ext>
                  </a:extLst>
                </p14:cNvPr>
                <p14:cNvContentPartPr/>
                <p14:nvPr/>
              </p14:nvContentPartPr>
              <p14:xfrm>
                <a:off x="1996727" y="2349382"/>
                <a:ext cx="188280" cy="1584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92138225-7549-446A-E574-38FE5EA00DEB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1978727" y="2331742"/>
                  <a:ext cx="22392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31E0E5FC-2C08-822B-0D25-212646809A8A}"/>
                    </a:ext>
                  </a:extLst>
                </p14:cNvPr>
                <p14:cNvContentPartPr/>
                <p14:nvPr/>
              </p14:nvContentPartPr>
              <p14:xfrm>
                <a:off x="2378687" y="2251102"/>
                <a:ext cx="59400" cy="30456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31E0E5FC-2C08-822B-0D25-212646809A8A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2361047" y="2233462"/>
                  <a:ext cx="9504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AA76CF94-09B8-FEC2-B78A-E8E81E1B9EA1}"/>
                    </a:ext>
                  </a:extLst>
                </p14:cNvPr>
                <p14:cNvContentPartPr/>
                <p14:nvPr/>
              </p14:nvContentPartPr>
              <p14:xfrm>
                <a:off x="2340887" y="2448742"/>
                <a:ext cx="293040" cy="52452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AA76CF94-09B8-FEC2-B78A-E8E81E1B9EA1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2323247" y="2431102"/>
                  <a:ext cx="328680" cy="56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4338DD5C-EA42-C340-2D4A-815772E0AD81}"/>
                    </a:ext>
                  </a:extLst>
                </p14:cNvPr>
                <p14:cNvContentPartPr/>
                <p14:nvPr/>
              </p14:nvContentPartPr>
              <p14:xfrm>
                <a:off x="2305967" y="2394742"/>
                <a:ext cx="290160" cy="1008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4338DD5C-EA42-C340-2D4A-815772E0AD81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2288327" y="2376742"/>
                  <a:ext cx="3258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CC3A2A6D-2FE8-74CB-F0F0-361125C46B74}"/>
                    </a:ext>
                  </a:extLst>
                </p14:cNvPr>
                <p14:cNvContentPartPr/>
                <p14:nvPr/>
              </p14:nvContentPartPr>
              <p14:xfrm>
                <a:off x="3267527" y="2506342"/>
                <a:ext cx="383040" cy="14184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CC3A2A6D-2FE8-74CB-F0F0-361125C46B74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3249887" y="2488702"/>
                  <a:ext cx="41868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75506CD3-6591-F072-E414-3CABB8B462D7}"/>
                    </a:ext>
                  </a:extLst>
                </p14:cNvPr>
                <p14:cNvContentPartPr/>
                <p14:nvPr/>
              </p14:nvContentPartPr>
              <p14:xfrm>
                <a:off x="3688727" y="2523262"/>
                <a:ext cx="141480" cy="15732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75506CD3-6591-F072-E414-3CABB8B462D7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3670727" y="2505262"/>
                  <a:ext cx="17712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3B8A5E96-3C74-EA01-6C79-550491882055}"/>
                    </a:ext>
                  </a:extLst>
                </p14:cNvPr>
                <p14:cNvContentPartPr/>
                <p14:nvPr/>
              </p14:nvContentPartPr>
              <p14:xfrm>
                <a:off x="3911567" y="2303662"/>
                <a:ext cx="20520" cy="36432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3B8A5E96-3C74-EA01-6C79-550491882055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3893927" y="2285662"/>
                  <a:ext cx="56160" cy="39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2C8A0A9D-E0DB-6A36-7D21-75115D85E7CE}"/>
                    </a:ext>
                  </a:extLst>
                </p14:cNvPr>
                <p14:cNvContentPartPr/>
                <p14:nvPr/>
              </p14:nvContentPartPr>
              <p14:xfrm>
                <a:off x="4001927" y="2520022"/>
                <a:ext cx="216000" cy="14616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2C8A0A9D-E0DB-6A36-7D21-75115D85E7CE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3984287" y="2502022"/>
                  <a:ext cx="25164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ABF27F05-B495-778F-4B46-9EE31372B16E}"/>
                    </a:ext>
                  </a:extLst>
                </p14:cNvPr>
                <p14:cNvContentPartPr/>
                <p14:nvPr/>
              </p14:nvContentPartPr>
              <p14:xfrm>
                <a:off x="4253567" y="2497702"/>
                <a:ext cx="26280" cy="18648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ABF27F05-B495-778F-4B46-9EE31372B16E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4235567" y="2480062"/>
                  <a:ext cx="6192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925BF652-584D-9546-2EC5-ACC393E4F696}"/>
                    </a:ext>
                  </a:extLst>
                </p14:cNvPr>
                <p14:cNvContentPartPr/>
                <p14:nvPr/>
              </p14:nvContentPartPr>
              <p14:xfrm>
                <a:off x="4371647" y="2483302"/>
                <a:ext cx="233640" cy="18756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925BF652-584D-9546-2EC5-ACC393E4F696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4353647" y="2465302"/>
                  <a:ext cx="26928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29134A82-8F29-59E7-AFBB-83E2D68281BD}"/>
                    </a:ext>
                  </a:extLst>
                </p14:cNvPr>
                <p14:cNvContentPartPr/>
                <p14:nvPr/>
              </p14:nvContentPartPr>
              <p14:xfrm>
                <a:off x="4337087" y="2358382"/>
                <a:ext cx="77040" cy="2808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29134A82-8F29-59E7-AFBB-83E2D68281BD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4319087" y="2340382"/>
                  <a:ext cx="11268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4F9C3474-46BE-5420-7F96-FCF82D615379}"/>
                    </a:ext>
                  </a:extLst>
                </p14:cNvPr>
                <p14:cNvContentPartPr/>
                <p14:nvPr/>
              </p14:nvContentPartPr>
              <p14:xfrm>
                <a:off x="3746687" y="2363062"/>
                <a:ext cx="316800" cy="3420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4F9C3474-46BE-5420-7F96-FCF82D615379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3729047" y="2345422"/>
                  <a:ext cx="35244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CD23ABFB-BDB3-1FD1-2609-E4FAB2964723}"/>
                    </a:ext>
                  </a:extLst>
                </p14:cNvPr>
                <p14:cNvContentPartPr/>
                <p14:nvPr/>
              </p14:nvContentPartPr>
              <p14:xfrm>
                <a:off x="5174447" y="2605702"/>
                <a:ext cx="15840" cy="2340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CD23ABFB-BDB3-1FD1-2609-E4FAB2964723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5156447" y="2587702"/>
                  <a:ext cx="5148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CFB40667-2A9C-E1F1-A368-B166DC0A0F0C}"/>
                    </a:ext>
                  </a:extLst>
                </p14:cNvPr>
                <p14:cNvContentPartPr/>
                <p14:nvPr/>
              </p14:nvContentPartPr>
              <p14:xfrm>
                <a:off x="5525087" y="2257222"/>
                <a:ext cx="299520" cy="42624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CFB40667-2A9C-E1F1-A368-B166DC0A0F0C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5507087" y="2239582"/>
                  <a:ext cx="335160" cy="46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5FF68528-F3D9-BBA9-12E6-9E306DCF70EC}"/>
                    </a:ext>
                  </a:extLst>
                </p14:cNvPr>
                <p14:cNvContentPartPr/>
                <p14:nvPr/>
              </p14:nvContentPartPr>
              <p14:xfrm>
                <a:off x="5809127" y="2500222"/>
                <a:ext cx="174600" cy="13824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5FF68528-F3D9-BBA9-12E6-9E306DCF70EC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5791487" y="2482222"/>
                  <a:ext cx="21024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8BD44A03-591B-0E3A-54D0-50A24CE79F45}"/>
                    </a:ext>
                  </a:extLst>
                </p14:cNvPr>
                <p14:cNvContentPartPr/>
                <p14:nvPr/>
              </p14:nvContentPartPr>
              <p14:xfrm>
                <a:off x="6316367" y="2516782"/>
                <a:ext cx="723600" cy="18288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8BD44A03-591B-0E3A-54D0-50A24CE79F45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6298727" y="2499142"/>
                  <a:ext cx="75924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6CDA791B-0490-EF29-708C-3167907DE13B}"/>
                    </a:ext>
                  </a:extLst>
                </p14:cNvPr>
                <p14:cNvContentPartPr/>
                <p14:nvPr/>
              </p14:nvContentPartPr>
              <p14:xfrm>
                <a:off x="7111607" y="2530102"/>
                <a:ext cx="767880" cy="18288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6CDA791B-0490-EF29-708C-3167907DE13B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7093607" y="2512462"/>
                  <a:ext cx="80352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699BFBFC-F054-EC1B-7938-9C92DA644756}"/>
                    </a:ext>
                  </a:extLst>
                </p14:cNvPr>
                <p14:cNvContentPartPr/>
                <p14:nvPr/>
              </p14:nvContentPartPr>
              <p14:xfrm>
                <a:off x="592727" y="3094942"/>
                <a:ext cx="352440" cy="23148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699BFBFC-F054-EC1B-7938-9C92DA644756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574727" y="3077302"/>
                  <a:ext cx="38808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7FBEAE49-3774-0E0B-E4EE-3621022C7E8C}"/>
                    </a:ext>
                  </a:extLst>
                </p14:cNvPr>
                <p14:cNvContentPartPr/>
                <p14:nvPr/>
              </p14:nvContentPartPr>
              <p14:xfrm>
                <a:off x="1246127" y="3185662"/>
                <a:ext cx="9360" cy="14904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7FBEAE49-3774-0E0B-E4EE-3621022C7E8C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1228487" y="3168022"/>
                  <a:ext cx="4500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51B9766F-A15F-E8D7-0182-955823AF9121}"/>
                    </a:ext>
                  </a:extLst>
                </p14:cNvPr>
                <p14:cNvContentPartPr/>
                <p14:nvPr/>
              </p14:nvContentPartPr>
              <p14:xfrm>
                <a:off x="1240727" y="3042742"/>
                <a:ext cx="27720" cy="3636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51B9766F-A15F-E8D7-0182-955823AF9121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1222727" y="3025102"/>
                  <a:ext cx="6336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EF0B1927-C666-0CCF-EE60-EF8541286B68}"/>
                    </a:ext>
                  </a:extLst>
                </p14:cNvPr>
                <p14:cNvContentPartPr/>
                <p14:nvPr/>
              </p14:nvContentPartPr>
              <p14:xfrm>
                <a:off x="1298327" y="3175942"/>
                <a:ext cx="153000" cy="14436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EF0B1927-C666-0CCF-EE60-EF8541286B68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1280327" y="3157942"/>
                  <a:ext cx="18864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75739F90-D6A2-F2B4-5CEC-FD5375011BE4}"/>
                    </a:ext>
                  </a:extLst>
                </p14:cNvPr>
                <p14:cNvContentPartPr/>
                <p14:nvPr/>
              </p14:nvContentPartPr>
              <p14:xfrm>
                <a:off x="1516127" y="3008182"/>
                <a:ext cx="34200" cy="37728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75739F90-D6A2-F2B4-5CEC-FD5375011BE4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1498127" y="2990542"/>
                  <a:ext cx="69840" cy="41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B4CCF256-6B68-A809-5431-5A0EFC7ABD75}"/>
                    </a:ext>
                  </a:extLst>
                </p14:cNvPr>
                <p14:cNvContentPartPr/>
                <p14:nvPr/>
              </p14:nvContentPartPr>
              <p14:xfrm>
                <a:off x="1437287" y="3165142"/>
                <a:ext cx="430560" cy="24480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B4CCF256-6B68-A809-5431-5A0EFC7ABD75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1419287" y="3147502"/>
                  <a:ext cx="46620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F3809697-76C7-D552-B812-EA74F99BE891}"/>
                    </a:ext>
                  </a:extLst>
                </p14:cNvPr>
                <p14:cNvContentPartPr/>
                <p14:nvPr/>
              </p14:nvContentPartPr>
              <p14:xfrm>
                <a:off x="1925447" y="3035542"/>
                <a:ext cx="468360" cy="33588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F3809697-76C7-D552-B812-EA74F99BE891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1907807" y="3017542"/>
                  <a:ext cx="50400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A57A5FBB-B9DA-DD88-78DF-C6EF82A4B042}"/>
                    </a:ext>
                  </a:extLst>
                </p14:cNvPr>
                <p14:cNvContentPartPr/>
                <p14:nvPr/>
              </p14:nvContentPartPr>
              <p14:xfrm>
                <a:off x="2488487" y="3203662"/>
                <a:ext cx="363600" cy="13932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A57A5FBB-B9DA-DD88-78DF-C6EF82A4B042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2470847" y="3186022"/>
                  <a:ext cx="39924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1E2B1BD3-571F-0154-2302-DE4F3632A9F0}"/>
                    </a:ext>
                  </a:extLst>
                </p14:cNvPr>
                <p14:cNvContentPartPr/>
                <p14:nvPr/>
              </p14:nvContentPartPr>
              <p14:xfrm>
                <a:off x="5374247" y="3193222"/>
                <a:ext cx="231480" cy="16848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1E2B1BD3-571F-0154-2302-DE4F3632A9F0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5356607" y="3175582"/>
                  <a:ext cx="26712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FF9CE448-4BEB-265C-F011-0E54D3242A9D}"/>
                    </a:ext>
                  </a:extLst>
                </p14:cNvPr>
                <p14:cNvContentPartPr/>
                <p14:nvPr/>
              </p14:nvContentPartPr>
              <p14:xfrm>
                <a:off x="5603567" y="3232822"/>
                <a:ext cx="519480" cy="14796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FF9CE448-4BEB-265C-F011-0E54D3242A9D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5585567" y="3215182"/>
                  <a:ext cx="55512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5256F694-5005-6502-8A74-1EE289819EB0}"/>
                    </a:ext>
                  </a:extLst>
                </p14:cNvPr>
                <p14:cNvContentPartPr/>
                <p14:nvPr/>
              </p14:nvContentPartPr>
              <p14:xfrm>
                <a:off x="6067607" y="3103582"/>
                <a:ext cx="45360" cy="4104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5256F694-5005-6502-8A74-1EE289819EB0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6049607" y="3085582"/>
                  <a:ext cx="8100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6A087C8F-E7A3-97C7-2BB6-A65D136AD73A}"/>
                    </a:ext>
                  </a:extLst>
                </p14:cNvPr>
                <p14:cNvContentPartPr/>
                <p14:nvPr/>
              </p14:nvContentPartPr>
              <p14:xfrm>
                <a:off x="6138887" y="3054262"/>
                <a:ext cx="694800" cy="36612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6A087C8F-E7A3-97C7-2BB6-A65D136AD73A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6120887" y="3036262"/>
                  <a:ext cx="730440" cy="4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8C3F2EF7-F46E-96C7-5286-75A2869846E8}"/>
                    </a:ext>
                  </a:extLst>
                </p14:cNvPr>
                <p14:cNvContentPartPr/>
                <p14:nvPr/>
              </p14:nvContentPartPr>
              <p14:xfrm>
                <a:off x="7340567" y="3329302"/>
                <a:ext cx="28080" cy="360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8C3F2EF7-F46E-96C7-5286-75A2869846E8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7322567" y="3311302"/>
                  <a:ext cx="637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73756EF4-C1BE-696E-640E-8BC003282860}"/>
                    </a:ext>
                  </a:extLst>
                </p14:cNvPr>
                <p14:cNvContentPartPr/>
                <p14:nvPr/>
              </p14:nvContentPartPr>
              <p14:xfrm>
                <a:off x="3252767" y="2971102"/>
                <a:ext cx="542880" cy="38772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73756EF4-C1BE-696E-640E-8BC003282860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3235127" y="2953102"/>
                  <a:ext cx="578520" cy="42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CBD19DDF-EAD3-4298-C346-725558089283}"/>
                    </a:ext>
                  </a:extLst>
                </p14:cNvPr>
                <p14:cNvContentPartPr/>
                <p14:nvPr/>
              </p14:nvContentPartPr>
              <p14:xfrm>
                <a:off x="3653087" y="3186022"/>
                <a:ext cx="315720" cy="16740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CBD19DDF-EAD3-4298-C346-725558089283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3635087" y="3168382"/>
                  <a:ext cx="35136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2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E00DC2AF-AD17-5502-6EEA-15E249BBB355}"/>
                    </a:ext>
                  </a:extLst>
                </p14:cNvPr>
                <p14:cNvContentPartPr/>
                <p14:nvPr/>
              </p14:nvContentPartPr>
              <p14:xfrm>
                <a:off x="3923087" y="2965342"/>
                <a:ext cx="266040" cy="87264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E00DC2AF-AD17-5502-6EEA-15E249BBB355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3905087" y="2947702"/>
                  <a:ext cx="301680" cy="90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4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A298CB3C-2161-19FC-CF63-868165A12680}"/>
                    </a:ext>
                  </a:extLst>
                </p14:cNvPr>
                <p14:cNvContentPartPr/>
                <p14:nvPr/>
              </p14:nvContentPartPr>
              <p14:xfrm>
                <a:off x="4193447" y="3076942"/>
                <a:ext cx="22680" cy="4680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A298CB3C-2161-19FC-CF63-868165A12680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4175807" y="3058942"/>
                  <a:ext cx="583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6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0BC35FC4-C7C7-4B15-27E9-F1B5C7A0847A}"/>
                    </a:ext>
                  </a:extLst>
                </p14:cNvPr>
                <p14:cNvContentPartPr/>
                <p14:nvPr/>
              </p14:nvContentPartPr>
              <p14:xfrm>
                <a:off x="4285607" y="3221662"/>
                <a:ext cx="256320" cy="15264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0BC35FC4-C7C7-4B15-27E9-F1B5C7A0847A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4267967" y="3204022"/>
                  <a:ext cx="29196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3400BAB5-0B59-C375-D213-FF152B3D48F6}"/>
                    </a:ext>
                  </a:extLst>
                </p14:cNvPr>
                <p14:cNvContentPartPr/>
                <p14:nvPr/>
              </p14:nvContentPartPr>
              <p14:xfrm>
                <a:off x="4507727" y="3060742"/>
                <a:ext cx="32400" cy="4860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3400BAB5-0B59-C375-D213-FF152B3D48F6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4489727" y="3043102"/>
                  <a:ext cx="6804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0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3D545996-0275-E5D9-310A-3D7783C82C8F}"/>
                    </a:ext>
                  </a:extLst>
                </p14:cNvPr>
                <p14:cNvContentPartPr/>
                <p14:nvPr/>
              </p14:nvContentPartPr>
              <p14:xfrm>
                <a:off x="4602407" y="2985502"/>
                <a:ext cx="427680" cy="35568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3D545996-0275-E5D9-310A-3D7783C82C8F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4584407" y="2967862"/>
                  <a:ext cx="463320" cy="39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9A882E36-C5A1-15CB-B992-50A9772695CB}"/>
                    </a:ext>
                  </a:extLst>
                </p14:cNvPr>
                <p14:cNvContentPartPr/>
                <p14:nvPr/>
              </p14:nvContentPartPr>
              <p14:xfrm>
                <a:off x="2974487" y="1783237"/>
                <a:ext cx="100440" cy="217440"/>
              </p14:xfrm>
            </p:contentPart>
          </mc:Choice>
          <mc:Fallback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9A882E36-C5A1-15CB-B992-50A9772695CB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2956847" y="1765597"/>
                  <a:ext cx="13608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4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D27E7E32-D13D-8D1C-5A47-6DAD34ED8417}"/>
                    </a:ext>
                  </a:extLst>
                </p14:cNvPr>
                <p14:cNvContentPartPr/>
                <p14:nvPr/>
              </p14:nvContentPartPr>
              <p14:xfrm>
                <a:off x="3041807" y="1801597"/>
                <a:ext cx="155160" cy="143640"/>
              </p14:xfrm>
            </p:contentPart>
          </mc:Choice>
          <mc:Fallback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D27E7E32-D13D-8D1C-5A47-6DAD34ED8417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3024167" y="1783597"/>
                  <a:ext cx="19080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6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151D275B-6762-511A-99F7-0BCC232FF037}"/>
                    </a:ext>
                  </a:extLst>
                </p14:cNvPr>
                <p14:cNvContentPartPr/>
                <p14:nvPr/>
              </p14:nvContentPartPr>
              <p14:xfrm>
                <a:off x="2621687" y="1219837"/>
                <a:ext cx="210240" cy="156600"/>
              </p14:xfrm>
            </p:contentPart>
          </mc:Choice>
          <mc:Fallback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151D275B-6762-511A-99F7-0BCC232FF037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2603687" y="1201837"/>
                  <a:ext cx="24588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8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C3108F85-904D-BEFC-6349-67319D10A1C7}"/>
                    </a:ext>
                  </a:extLst>
                </p14:cNvPr>
                <p14:cNvContentPartPr/>
                <p14:nvPr/>
              </p14:nvContentPartPr>
              <p14:xfrm>
                <a:off x="2979887" y="1144237"/>
                <a:ext cx="142920" cy="58320"/>
              </p14:xfrm>
            </p:contentPart>
          </mc:Choice>
          <mc:Fallback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C3108F85-904D-BEFC-6349-67319D10A1C7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2962247" y="1126237"/>
                  <a:ext cx="17856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0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C965D4AB-29A3-D5B8-BBFE-4BFF0DA213AC}"/>
                    </a:ext>
                  </a:extLst>
                </p14:cNvPr>
                <p14:cNvContentPartPr/>
                <p14:nvPr/>
              </p14:nvContentPartPr>
              <p14:xfrm>
                <a:off x="3009767" y="1177357"/>
                <a:ext cx="223560" cy="7596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C965D4AB-29A3-D5B8-BBFE-4BFF0DA213AC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2992127" y="1159357"/>
                  <a:ext cx="259200" cy="111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15064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6B9C9A77-A9AC-7EDB-E1BA-6A2FBF3D647F}"/>
              </a:ext>
            </a:extLst>
          </p:cNvPr>
          <p:cNvGrpSpPr/>
          <p:nvPr/>
        </p:nvGrpSpPr>
        <p:grpSpPr>
          <a:xfrm>
            <a:off x="1288967" y="264622"/>
            <a:ext cx="479520" cy="1468080"/>
            <a:chOff x="1288967" y="264622"/>
            <a:chExt cx="479520" cy="146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2E8A6B9E-FBFE-6DB4-00FB-BFE58830DD20}"/>
                    </a:ext>
                  </a:extLst>
                </p14:cNvPr>
                <p14:cNvContentPartPr/>
                <p14:nvPr/>
              </p14:nvContentPartPr>
              <p14:xfrm>
                <a:off x="1288967" y="264622"/>
                <a:ext cx="361440" cy="14680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2E8A6B9E-FBFE-6DB4-00FB-BFE58830DD2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271327" y="246982"/>
                  <a:ext cx="397080" cy="150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566DE2AF-F3F5-83F5-CE5D-F2E5E72E2B3E}"/>
                    </a:ext>
                  </a:extLst>
                </p14:cNvPr>
                <p14:cNvContentPartPr/>
                <p14:nvPr/>
              </p14:nvContentPartPr>
              <p14:xfrm>
                <a:off x="1573007" y="474502"/>
                <a:ext cx="187560" cy="2563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566DE2AF-F3F5-83F5-CE5D-F2E5E72E2B3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555007" y="456862"/>
                  <a:ext cx="22320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7786A68-F75B-7990-C4FF-30DB586778DE}"/>
                    </a:ext>
                  </a:extLst>
                </p14:cNvPr>
                <p14:cNvContentPartPr/>
                <p14:nvPr/>
              </p14:nvContentPartPr>
              <p14:xfrm>
                <a:off x="1656887" y="990742"/>
                <a:ext cx="111600" cy="2707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7786A68-F75B-7990-C4FF-30DB586778D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638887" y="973102"/>
                  <a:ext cx="14724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CBB5ADB-26AD-F778-9FB7-D1CAF15990F6}"/>
                    </a:ext>
                  </a:extLst>
                </p14:cNvPr>
                <p14:cNvContentPartPr/>
                <p14:nvPr/>
              </p14:nvContentPartPr>
              <p14:xfrm>
                <a:off x="1589927" y="1367302"/>
                <a:ext cx="42480" cy="1911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CBB5ADB-26AD-F778-9FB7-D1CAF15990F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72287" y="1349302"/>
                  <a:ext cx="78120" cy="226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B184B9D-834E-E637-9D65-17FA045D1399}"/>
                  </a:ext>
                </a:extLst>
              </p14:cNvPr>
              <p14:cNvContentPartPr/>
              <p14:nvPr/>
            </p14:nvContentPartPr>
            <p14:xfrm>
              <a:off x="2173487" y="491422"/>
              <a:ext cx="38880" cy="2001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B184B9D-834E-E637-9D65-17FA045D139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155487" y="473782"/>
                <a:ext cx="74520" cy="235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B51FD455-4794-F40E-8C1F-A193B0EDB1C1}"/>
              </a:ext>
            </a:extLst>
          </p:cNvPr>
          <p:cNvGrpSpPr/>
          <p:nvPr/>
        </p:nvGrpSpPr>
        <p:grpSpPr>
          <a:xfrm>
            <a:off x="2085647" y="983182"/>
            <a:ext cx="348120" cy="639720"/>
            <a:chOff x="2085647" y="983182"/>
            <a:chExt cx="348120" cy="639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899989B-14EB-1002-00A6-CFB78F6CCEE9}"/>
                    </a:ext>
                  </a:extLst>
                </p14:cNvPr>
                <p14:cNvContentPartPr/>
                <p14:nvPr/>
              </p14:nvContentPartPr>
              <p14:xfrm>
                <a:off x="2085647" y="983182"/>
                <a:ext cx="150480" cy="2246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899989B-14EB-1002-00A6-CFB78F6CCEE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068007" y="965542"/>
                  <a:ext cx="18612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538A9F7-9301-0386-AA39-403C6232DE4A}"/>
                    </a:ext>
                  </a:extLst>
                </p14:cNvPr>
                <p14:cNvContentPartPr/>
                <p14:nvPr/>
              </p14:nvContentPartPr>
              <p14:xfrm>
                <a:off x="2144687" y="1410502"/>
                <a:ext cx="289080" cy="2124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538A9F7-9301-0386-AA39-403C6232DE4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126687" y="1392862"/>
                  <a:ext cx="324720" cy="248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AA7C206-3F8D-76AE-D118-F3F1AB45B396}"/>
                  </a:ext>
                </a:extLst>
              </p14:cNvPr>
              <p14:cNvContentPartPr/>
              <p14:nvPr/>
            </p14:nvContentPartPr>
            <p14:xfrm>
              <a:off x="2649407" y="437782"/>
              <a:ext cx="188280" cy="2264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AA7C206-3F8D-76AE-D118-F3F1AB45B39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631767" y="420142"/>
                <a:ext cx="223920" cy="26208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8B101E7D-463A-5497-B8E5-9884BC19C37C}"/>
              </a:ext>
            </a:extLst>
          </p:cNvPr>
          <p:cNvGrpSpPr/>
          <p:nvPr/>
        </p:nvGrpSpPr>
        <p:grpSpPr>
          <a:xfrm>
            <a:off x="2661287" y="942502"/>
            <a:ext cx="228960" cy="205560"/>
            <a:chOff x="2661287" y="942502"/>
            <a:chExt cx="228960" cy="205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821E1BD-8B69-DCC8-1CDE-E6A7B77A547B}"/>
                    </a:ext>
                  </a:extLst>
                </p14:cNvPr>
                <p14:cNvContentPartPr/>
                <p14:nvPr/>
              </p14:nvContentPartPr>
              <p14:xfrm>
                <a:off x="2661287" y="1037182"/>
                <a:ext cx="133560" cy="406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821E1BD-8B69-DCC8-1CDE-E6A7B77A547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643647" y="1019182"/>
                  <a:ext cx="16920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538865E-7DD0-0878-E435-D5EE59157415}"/>
                    </a:ext>
                  </a:extLst>
                </p14:cNvPr>
                <p14:cNvContentPartPr/>
                <p14:nvPr/>
              </p14:nvContentPartPr>
              <p14:xfrm>
                <a:off x="2868287" y="942502"/>
                <a:ext cx="21960" cy="2055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538865E-7DD0-0878-E435-D5EE5915741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850287" y="924502"/>
                  <a:ext cx="57600" cy="241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A1F6FF7-93D8-987C-D300-0E656B7B94C8}"/>
                  </a:ext>
                </a:extLst>
              </p14:cNvPr>
              <p14:cNvContentPartPr/>
              <p14:nvPr/>
            </p14:nvContentPartPr>
            <p14:xfrm>
              <a:off x="2787287" y="1388182"/>
              <a:ext cx="160200" cy="21384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A1F6FF7-93D8-987C-D300-0E656B7B94C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769287" y="1370542"/>
                <a:ext cx="195840" cy="24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A12B981-C34E-FE35-73F4-510FF0E6590B}"/>
                  </a:ext>
                </a:extLst>
              </p14:cNvPr>
              <p14:cNvContentPartPr/>
              <p14:nvPr/>
            </p14:nvContentPartPr>
            <p14:xfrm>
              <a:off x="3448247" y="467662"/>
              <a:ext cx="216000" cy="21600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A12B981-C34E-FE35-73F4-510FF0E6590B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430247" y="449662"/>
                <a:ext cx="251640" cy="251640"/>
              </a:xfrm>
              <a:prstGeom prst="rect">
                <a:avLst/>
              </a:prstGeom>
            </p:spPr>
          </p:pic>
        </mc:Fallback>
      </mc:AlternateContent>
      <p:grpSp>
        <p:nvGrpSpPr>
          <p:cNvPr id="37" name="Group 36">
            <a:extLst>
              <a:ext uri="{FF2B5EF4-FFF2-40B4-BE49-F238E27FC236}">
                <a16:creationId xmlns:a16="http://schemas.microsoft.com/office/drawing/2014/main" id="{8D210F9F-0E2D-9F81-C570-EEB998CFB58F}"/>
              </a:ext>
            </a:extLst>
          </p:cNvPr>
          <p:cNvGrpSpPr/>
          <p:nvPr/>
        </p:nvGrpSpPr>
        <p:grpSpPr>
          <a:xfrm>
            <a:off x="3337007" y="140782"/>
            <a:ext cx="1736640" cy="2511360"/>
            <a:chOff x="3337007" y="140782"/>
            <a:chExt cx="1736640" cy="251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1887A6B-4DE0-B4BC-A802-77D2A51A3980}"/>
                    </a:ext>
                  </a:extLst>
                </p14:cNvPr>
                <p14:cNvContentPartPr/>
                <p14:nvPr/>
              </p14:nvContentPartPr>
              <p14:xfrm>
                <a:off x="3479207" y="869782"/>
                <a:ext cx="165240" cy="1832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1887A6B-4DE0-B4BC-A802-77D2A51A398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461207" y="851782"/>
                  <a:ext cx="20088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2B0C6A1-D55F-9B75-CD56-B8D88A076094}"/>
                    </a:ext>
                  </a:extLst>
                </p14:cNvPr>
                <p14:cNvContentPartPr/>
                <p14:nvPr/>
              </p14:nvContentPartPr>
              <p14:xfrm>
                <a:off x="3535367" y="1315462"/>
                <a:ext cx="48600" cy="1998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2B0C6A1-D55F-9B75-CD56-B8D88A07609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517367" y="1297462"/>
                  <a:ext cx="8424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7BDDB08-1269-94B7-DB22-7DB3A98B40A2}"/>
                    </a:ext>
                  </a:extLst>
                </p14:cNvPr>
                <p14:cNvContentPartPr/>
                <p14:nvPr/>
              </p14:nvContentPartPr>
              <p14:xfrm>
                <a:off x="3337007" y="170662"/>
                <a:ext cx="741960" cy="16520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7BDDB08-1269-94B7-DB22-7DB3A98B40A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319007" y="152662"/>
                  <a:ext cx="777600" cy="168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C28A908-9400-686D-431A-7E0A2D3DA2C0}"/>
                    </a:ext>
                  </a:extLst>
                </p14:cNvPr>
                <p14:cNvContentPartPr/>
                <p14:nvPr/>
              </p14:nvContentPartPr>
              <p14:xfrm>
                <a:off x="3985727" y="140782"/>
                <a:ext cx="516240" cy="25113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C28A908-9400-686D-431A-7E0A2D3DA2C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967727" y="123142"/>
                  <a:ext cx="551880" cy="254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6162ED6-47CE-5C67-9430-2360FBEAB000}"/>
                    </a:ext>
                  </a:extLst>
                </p14:cNvPr>
                <p14:cNvContentPartPr/>
                <p14:nvPr/>
              </p14:nvContentPartPr>
              <p14:xfrm>
                <a:off x="4368407" y="388822"/>
                <a:ext cx="172800" cy="1414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6162ED6-47CE-5C67-9430-2360FBEAB00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350767" y="370822"/>
                  <a:ext cx="20844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1E5920D-68DB-E52C-B88A-60613531902B}"/>
                    </a:ext>
                  </a:extLst>
                </p14:cNvPr>
                <p14:cNvContentPartPr/>
                <p14:nvPr/>
              </p14:nvContentPartPr>
              <p14:xfrm>
                <a:off x="4601687" y="470902"/>
                <a:ext cx="13320" cy="1386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1E5920D-68DB-E52C-B88A-60613531902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584047" y="452902"/>
                  <a:ext cx="4896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98D654E-C80E-1AFF-ECF0-E3F850584304}"/>
                    </a:ext>
                  </a:extLst>
                </p14:cNvPr>
                <p14:cNvContentPartPr/>
                <p14:nvPr/>
              </p14:nvContentPartPr>
              <p14:xfrm>
                <a:off x="4366967" y="870142"/>
                <a:ext cx="192960" cy="1220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98D654E-C80E-1AFF-ECF0-E3F85058430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348967" y="852142"/>
                  <a:ext cx="22860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34FC95D-B0FB-200C-C155-F23BE36EA2CE}"/>
                    </a:ext>
                  </a:extLst>
                </p14:cNvPr>
                <p14:cNvContentPartPr/>
                <p14:nvPr/>
              </p14:nvContentPartPr>
              <p14:xfrm>
                <a:off x="4647407" y="938542"/>
                <a:ext cx="194400" cy="1018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34FC95D-B0FB-200C-C155-F23BE36EA2C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629767" y="920542"/>
                  <a:ext cx="23004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5D11649-A1BB-3F52-1CC8-D65671E564D1}"/>
                    </a:ext>
                  </a:extLst>
                </p14:cNvPr>
                <p14:cNvContentPartPr/>
                <p14:nvPr/>
              </p14:nvContentPartPr>
              <p14:xfrm>
                <a:off x="4407287" y="1327702"/>
                <a:ext cx="172800" cy="1342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5D11649-A1BB-3F52-1CC8-D65671E564D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389287" y="1310062"/>
                  <a:ext cx="20844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702564A-04F3-48A2-A80B-1EDF0086A0FA}"/>
                    </a:ext>
                  </a:extLst>
                </p14:cNvPr>
                <p14:cNvContentPartPr/>
                <p14:nvPr/>
              </p14:nvContentPartPr>
              <p14:xfrm>
                <a:off x="4588007" y="1389982"/>
                <a:ext cx="206280" cy="1933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702564A-04F3-48A2-A80B-1EDF0086A0F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570367" y="1372342"/>
                  <a:ext cx="24192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54AC140-CE92-C874-F130-809F19F20C71}"/>
                    </a:ext>
                  </a:extLst>
                </p14:cNvPr>
                <p14:cNvContentPartPr/>
                <p14:nvPr/>
              </p14:nvContentPartPr>
              <p14:xfrm>
                <a:off x="4387127" y="1803262"/>
                <a:ext cx="201960" cy="1753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54AC140-CE92-C874-F130-809F19F20C7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369127" y="1785262"/>
                  <a:ext cx="23760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FC503F3-6018-B62D-A8DA-3E6862D00166}"/>
                    </a:ext>
                  </a:extLst>
                </p14:cNvPr>
                <p14:cNvContentPartPr/>
                <p14:nvPr/>
              </p14:nvContentPartPr>
              <p14:xfrm>
                <a:off x="4729127" y="1877062"/>
                <a:ext cx="97560" cy="2196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FC503F3-6018-B62D-A8DA-3E6862D0016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711487" y="1859062"/>
                  <a:ext cx="13320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E87921A-ED97-6758-CD1D-6CEC7F9F07AF}"/>
                    </a:ext>
                  </a:extLst>
                </p14:cNvPr>
                <p14:cNvContentPartPr/>
                <p14:nvPr/>
              </p14:nvContentPartPr>
              <p14:xfrm>
                <a:off x="4594127" y="173182"/>
                <a:ext cx="479520" cy="22060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E87921A-ED97-6758-CD1D-6CEC7F9F07A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576487" y="155182"/>
                  <a:ext cx="515160" cy="2241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0496452-08FD-C04C-2303-5D46D1A810A4}"/>
              </a:ext>
            </a:extLst>
          </p:cNvPr>
          <p:cNvGrpSpPr/>
          <p:nvPr/>
        </p:nvGrpSpPr>
        <p:grpSpPr>
          <a:xfrm>
            <a:off x="5438327" y="974902"/>
            <a:ext cx="119520" cy="129240"/>
            <a:chOff x="5438327" y="974902"/>
            <a:chExt cx="119520" cy="12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73C624D-A85B-C2C4-60DE-5B7E51DFDE13}"/>
                    </a:ext>
                  </a:extLst>
                </p14:cNvPr>
                <p14:cNvContentPartPr/>
                <p14:nvPr/>
              </p14:nvContentPartPr>
              <p14:xfrm>
                <a:off x="5449847" y="974902"/>
                <a:ext cx="87840" cy="302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73C624D-A85B-C2C4-60DE-5B7E51DFDE1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432207" y="957262"/>
                  <a:ext cx="12348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AF9BD14-1B17-815F-737A-CD00BAE155B8}"/>
                    </a:ext>
                  </a:extLst>
                </p14:cNvPr>
                <p14:cNvContentPartPr/>
                <p14:nvPr/>
              </p14:nvContentPartPr>
              <p14:xfrm>
                <a:off x="5438327" y="1076782"/>
                <a:ext cx="119520" cy="273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AF9BD14-1B17-815F-737A-CD00BAE155B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420327" y="1058782"/>
                  <a:ext cx="155160" cy="6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F56F3C2-EB5F-43FE-8FE6-3B8C0BD8D519}"/>
              </a:ext>
            </a:extLst>
          </p:cNvPr>
          <p:cNvGrpSpPr/>
          <p:nvPr/>
        </p:nvGrpSpPr>
        <p:grpSpPr>
          <a:xfrm>
            <a:off x="5977247" y="212062"/>
            <a:ext cx="710280" cy="1868040"/>
            <a:chOff x="5977247" y="212062"/>
            <a:chExt cx="710280" cy="186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CB77CA7-D1C6-3309-BDC2-02E201502D61}"/>
                    </a:ext>
                  </a:extLst>
                </p14:cNvPr>
                <p14:cNvContentPartPr/>
                <p14:nvPr/>
              </p14:nvContentPartPr>
              <p14:xfrm>
                <a:off x="5977247" y="212062"/>
                <a:ext cx="401040" cy="18680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CB77CA7-D1C6-3309-BDC2-02E201502D6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959247" y="194062"/>
                  <a:ext cx="436680" cy="19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A48CA2D-0D0A-4B2B-DF62-EAF1F7C18579}"/>
                    </a:ext>
                  </a:extLst>
                </p14:cNvPr>
                <p14:cNvContentPartPr/>
                <p14:nvPr/>
              </p14:nvContentPartPr>
              <p14:xfrm>
                <a:off x="6270647" y="490702"/>
                <a:ext cx="106200" cy="1738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A48CA2D-0D0A-4B2B-DF62-EAF1F7C1857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253007" y="472702"/>
                  <a:ext cx="14184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DA56446-6E2D-4C2A-988B-5A044A129468}"/>
                    </a:ext>
                  </a:extLst>
                </p14:cNvPr>
                <p14:cNvContentPartPr/>
                <p14:nvPr/>
              </p14:nvContentPartPr>
              <p14:xfrm>
                <a:off x="6219527" y="941062"/>
                <a:ext cx="117360" cy="2052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DA56446-6E2D-4C2A-988B-5A044A12946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201887" y="923062"/>
                  <a:ext cx="15300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B06DCC6-7BA9-EBA2-A60D-1D44876A9611}"/>
                    </a:ext>
                  </a:extLst>
                </p14:cNvPr>
                <p14:cNvContentPartPr/>
                <p14:nvPr/>
              </p14:nvContentPartPr>
              <p14:xfrm>
                <a:off x="6174527" y="1409782"/>
                <a:ext cx="183960" cy="2725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B06DCC6-7BA9-EBA2-A60D-1D44876A961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156887" y="1391782"/>
                  <a:ext cx="21960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D478699-A248-7C8B-B3DC-E48B1FB7660E}"/>
                    </a:ext>
                  </a:extLst>
                </p14:cNvPr>
                <p14:cNvContentPartPr/>
                <p14:nvPr/>
              </p14:nvContentPartPr>
              <p14:xfrm>
                <a:off x="6291887" y="234382"/>
                <a:ext cx="395640" cy="17798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D478699-A248-7C8B-B3DC-E48B1FB7660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274247" y="216742"/>
                  <a:ext cx="431280" cy="181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4D232B25-E9CF-3EB0-364F-335158EA35C1}"/>
              </a:ext>
            </a:extLst>
          </p:cNvPr>
          <p:cNvGrpSpPr/>
          <p:nvPr/>
        </p:nvGrpSpPr>
        <p:grpSpPr>
          <a:xfrm>
            <a:off x="856967" y="2883622"/>
            <a:ext cx="753480" cy="341280"/>
            <a:chOff x="856967" y="2883622"/>
            <a:chExt cx="753480" cy="341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0E70E43-C3B2-2E5E-8E82-81A65F8DCA0E}"/>
                    </a:ext>
                  </a:extLst>
                </p14:cNvPr>
                <p14:cNvContentPartPr/>
                <p14:nvPr/>
              </p14:nvContentPartPr>
              <p14:xfrm>
                <a:off x="872807" y="2883622"/>
                <a:ext cx="28080" cy="3405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0E70E43-C3B2-2E5E-8E82-81A65F8DCA0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55167" y="2865622"/>
                  <a:ext cx="6372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0DF723B-2C88-CCB7-5F96-DC8C940F101D}"/>
                    </a:ext>
                  </a:extLst>
                </p14:cNvPr>
                <p14:cNvContentPartPr/>
                <p14:nvPr/>
              </p14:nvContentPartPr>
              <p14:xfrm>
                <a:off x="856967" y="2966062"/>
                <a:ext cx="223200" cy="2437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0DF723B-2C88-CCB7-5F96-DC8C940F101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39327" y="2948422"/>
                  <a:ext cx="25884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AEF2472-4F96-A897-4B93-D49F28EC28A8}"/>
                    </a:ext>
                  </a:extLst>
                </p14:cNvPr>
                <p14:cNvContentPartPr/>
                <p14:nvPr/>
              </p14:nvContentPartPr>
              <p14:xfrm>
                <a:off x="1111487" y="3038782"/>
                <a:ext cx="498960" cy="1861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AEF2472-4F96-A897-4B93-D49F28EC28A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93487" y="3021142"/>
                  <a:ext cx="534600" cy="22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9C164DB-B004-F49B-D184-0F5550092D78}"/>
              </a:ext>
            </a:extLst>
          </p:cNvPr>
          <p:cNvGrpSpPr/>
          <p:nvPr/>
        </p:nvGrpSpPr>
        <p:grpSpPr>
          <a:xfrm>
            <a:off x="1865687" y="2865262"/>
            <a:ext cx="1355400" cy="773640"/>
            <a:chOff x="1865687" y="2865262"/>
            <a:chExt cx="1355400" cy="773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C773632-F128-6EF1-C2D0-0C4388B87FEB}"/>
                    </a:ext>
                  </a:extLst>
                </p14:cNvPr>
                <p14:cNvContentPartPr/>
                <p14:nvPr/>
              </p14:nvContentPartPr>
              <p14:xfrm>
                <a:off x="1931567" y="2911702"/>
                <a:ext cx="174240" cy="3312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C773632-F128-6EF1-C2D0-0C4388B87FE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913567" y="2894062"/>
                  <a:ext cx="20988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F4105A8-2B5F-CC83-B4B5-6DCDF9CC276E}"/>
                    </a:ext>
                  </a:extLst>
                </p14:cNvPr>
                <p14:cNvContentPartPr/>
                <p14:nvPr/>
              </p14:nvContentPartPr>
              <p14:xfrm>
                <a:off x="2160527" y="3030502"/>
                <a:ext cx="203400" cy="1548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F4105A8-2B5F-CC83-B4B5-6DCDF9CC276E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142527" y="3012502"/>
                  <a:ext cx="23904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D5D4E7D-D0E9-1B05-0586-D9EA41C7DCE4}"/>
                    </a:ext>
                  </a:extLst>
                </p14:cNvPr>
                <p14:cNvContentPartPr/>
                <p14:nvPr/>
              </p14:nvContentPartPr>
              <p14:xfrm>
                <a:off x="2382647" y="2865262"/>
                <a:ext cx="199800" cy="3279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D5D4E7D-D0E9-1B05-0586-D9EA41C7DCE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365007" y="2847622"/>
                  <a:ext cx="23544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AB77DCD-EBD6-D1AE-988A-D8C726FB16CF}"/>
                    </a:ext>
                  </a:extLst>
                </p14:cNvPr>
                <p14:cNvContentPartPr/>
                <p14:nvPr/>
              </p14:nvContentPartPr>
              <p14:xfrm>
                <a:off x="2599727" y="3051022"/>
                <a:ext cx="60840" cy="1209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AB77DCD-EBD6-D1AE-988A-D8C726FB16C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581727" y="3033382"/>
                  <a:ext cx="9648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6E2FFE3-FF6D-0496-F334-F20EA0429A04}"/>
                    </a:ext>
                  </a:extLst>
                </p14:cNvPr>
                <p14:cNvContentPartPr/>
                <p14:nvPr/>
              </p14:nvContentPartPr>
              <p14:xfrm>
                <a:off x="2568047" y="2922142"/>
                <a:ext cx="33120" cy="205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6E2FFE3-FF6D-0496-F334-F20EA0429A0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550047" y="2904142"/>
                  <a:ext cx="687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58922BC-597C-871D-FD35-3A8CDBF3F759}"/>
                    </a:ext>
                  </a:extLst>
                </p14:cNvPr>
                <p14:cNvContentPartPr/>
                <p14:nvPr/>
              </p14:nvContentPartPr>
              <p14:xfrm>
                <a:off x="1865687" y="3044182"/>
                <a:ext cx="214920" cy="489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58922BC-597C-871D-FD35-3A8CDBF3F75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847687" y="3026182"/>
                  <a:ext cx="25056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BCBCCF6-27F0-D8C9-23E8-C38F582C59E1}"/>
                    </a:ext>
                  </a:extLst>
                </p14:cNvPr>
                <p14:cNvContentPartPr/>
                <p14:nvPr/>
              </p14:nvContentPartPr>
              <p14:xfrm>
                <a:off x="2690447" y="3048502"/>
                <a:ext cx="196920" cy="1447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BCBCCF6-27F0-D8C9-23E8-C38F582C59E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672807" y="3030502"/>
                  <a:ext cx="23256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F055B15-C54D-AFBA-A91F-F79D8DF8B263}"/>
                    </a:ext>
                  </a:extLst>
                </p14:cNvPr>
                <p14:cNvContentPartPr/>
                <p14:nvPr/>
              </p14:nvContentPartPr>
              <p14:xfrm>
                <a:off x="2949287" y="3039142"/>
                <a:ext cx="271800" cy="5997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F055B15-C54D-AFBA-A91F-F79D8DF8B26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931287" y="3021502"/>
                  <a:ext cx="307440" cy="635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51913FDA-83C7-BBFE-92DD-8D183F4EC985}"/>
              </a:ext>
            </a:extLst>
          </p:cNvPr>
          <p:cNvGrpSpPr/>
          <p:nvPr/>
        </p:nvGrpSpPr>
        <p:grpSpPr>
          <a:xfrm>
            <a:off x="3511607" y="2889382"/>
            <a:ext cx="635040" cy="304560"/>
            <a:chOff x="3511607" y="2889382"/>
            <a:chExt cx="635040" cy="30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EE4EDF3-822E-162B-0431-F2FC4728A0D1}"/>
                    </a:ext>
                  </a:extLst>
                </p14:cNvPr>
                <p14:cNvContentPartPr/>
                <p14:nvPr/>
              </p14:nvContentPartPr>
              <p14:xfrm>
                <a:off x="3511607" y="2889382"/>
                <a:ext cx="273600" cy="3045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EE4EDF3-822E-162B-0431-F2FC4728A0D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493607" y="2871382"/>
                  <a:ext cx="30924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19D49A0-8010-3C21-2E8C-8D325A7EB8EA}"/>
                    </a:ext>
                  </a:extLst>
                </p14:cNvPr>
                <p14:cNvContentPartPr/>
                <p14:nvPr/>
              </p14:nvContentPartPr>
              <p14:xfrm>
                <a:off x="3795287" y="2914222"/>
                <a:ext cx="351360" cy="2538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19D49A0-8010-3C21-2E8C-8D325A7EB8E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777647" y="2896222"/>
                  <a:ext cx="38700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E42291B4-E56D-4914-6460-4055CF0E8393}"/>
                    </a:ext>
                  </a:extLst>
                </p14:cNvPr>
                <p14:cNvContentPartPr/>
                <p14:nvPr/>
              </p14:nvContentPartPr>
              <p14:xfrm>
                <a:off x="3564527" y="2999542"/>
                <a:ext cx="150480" cy="363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E42291B4-E56D-4914-6460-4055CF0E839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546527" y="2981902"/>
                  <a:ext cx="186120" cy="7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9C2AF18B-716B-84A8-2080-305024224067}"/>
              </a:ext>
            </a:extLst>
          </p:cNvPr>
          <p:cNvGrpSpPr/>
          <p:nvPr/>
        </p:nvGrpSpPr>
        <p:grpSpPr>
          <a:xfrm>
            <a:off x="4595927" y="2835742"/>
            <a:ext cx="1143000" cy="412200"/>
            <a:chOff x="4595927" y="2835742"/>
            <a:chExt cx="1143000" cy="412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0EBEC4C-D7CF-7455-FD59-839A908E47DC}"/>
                    </a:ext>
                  </a:extLst>
                </p14:cNvPr>
                <p14:cNvContentPartPr/>
                <p14:nvPr/>
              </p14:nvContentPartPr>
              <p14:xfrm>
                <a:off x="4595927" y="3048862"/>
                <a:ext cx="22680" cy="1990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F0EBEC4C-D7CF-7455-FD59-839A908E47D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578287" y="3031222"/>
                  <a:ext cx="5832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2BEA3A9-D8E5-C27A-2087-C1981141BFDC}"/>
                    </a:ext>
                  </a:extLst>
                </p14:cNvPr>
                <p14:cNvContentPartPr/>
                <p14:nvPr/>
              </p14:nvContentPartPr>
              <p14:xfrm>
                <a:off x="4606367" y="2910622"/>
                <a:ext cx="22320" cy="252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2BEA3A9-D8E5-C27A-2087-C1981141BFD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588367" y="2892622"/>
                  <a:ext cx="5796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709FCC3-0CF0-699D-31F7-BB2A0DC24B6D}"/>
                    </a:ext>
                  </a:extLst>
                </p14:cNvPr>
                <p14:cNvContentPartPr/>
                <p14:nvPr/>
              </p14:nvContentPartPr>
              <p14:xfrm>
                <a:off x="4742087" y="3104662"/>
                <a:ext cx="174600" cy="1069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709FCC3-0CF0-699D-31F7-BB2A0DC24B6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724447" y="3087022"/>
                  <a:ext cx="21024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F5E5ABD-1C26-5FBE-05B1-D6D67E0451DB}"/>
                    </a:ext>
                  </a:extLst>
                </p14:cNvPr>
                <p14:cNvContentPartPr/>
                <p14:nvPr/>
              </p14:nvContentPartPr>
              <p14:xfrm>
                <a:off x="4967087" y="3070462"/>
                <a:ext cx="112320" cy="1429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F5E5ABD-1C26-5FBE-05B1-D6D67E0451D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949447" y="3052462"/>
                  <a:ext cx="14796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C12FF94-AA4E-B629-31CD-C634B874998E}"/>
                    </a:ext>
                  </a:extLst>
                </p14:cNvPr>
                <p14:cNvContentPartPr/>
                <p14:nvPr/>
              </p14:nvContentPartPr>
              <p14:xfrm>
                <a:off x="4914167" y="2922862"/>
                <a:ext cx="37440" cy="194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C12FF94-AA4E-B629-31CD-C634B874998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896167" y="2905222"/>
                  <a:ext cx="7308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0BD5ECE-81EB-7C0E-4968-91BC0ACFB900}"/>
                    </a:ext>
                  </a:extLst>
                </p14:cNvPr>
                <p14:cNvContentPartPr/>
                <p14:nvPr/>
              </p14:nvContentPartPr>
              <p14:xfrm>
                <a:off x="5118647" y="2883622"/>
                <a:ext cx="81360" cy="2923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0BD5ECE-81EB-7C0E-4968-91BC0ACFB900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101007" y="2865622"/>
                  <a:ext cx="11700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C4BD4268-008F-2262-39F6-25DB8D6775DB}"/>
                    </a:ext>
                  </a:extLst>
                </p14:cNvPr>
                <p14:cNvContentPartPr/>
                <p14:nvPr/>
              </p14:nvContentPartPr>
              <p14:xfrm>
                <a:off x="5282087" y="3036622"/>
                <a:ext cx="108000" cy="1296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C4BD4268-008F-2262-39F6-25DB8D6775D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264087" y="3018982"/>
                  <a:ext cx="14364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68548D66-54EC-E960-F99A-3EF8946B91D7}"/>
                    </a:ext>
                  </a:extLst>
                </p14:cNvPr>
                <p14:cNvContentPartPr/>
                <p14:nvPr/>
              </p14:nvContentPartPr>
              <p14:xfrm>
                <a:off x="5313767" y="2873902"/>
                <a:ext cx="39600" cy="298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8548D66-54EC-E960-F99A-3EF8946B91D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296127" y="2856262"/>
                  <a:ext cx="7524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7A3B0C8-F758-550B-023D-3A7C7F989A7B}"/>
                    </a:ext>
                  </a:extLst>
                </p14:cNvPr>
                <p14:cNvContentPartPr/>
                <p14:nvPr/>
              </p14:nvContentPartPr>
              <p14:xfrm>
                <a:off x="5097047" y="2953822"/>
                <a:ext cx="89640" cy="169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7A3B0C8-F758-550B-023D-3A7C7F989A7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079047" y="2935822"/>
                  <a:ext cx="12528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A1BFB1A6-D39A-1EC7-1168-968A7BE4E94E}"/>
                    </a:ext>
                  </a:extLst>
                </p14:cNvPr>
                <p14:cNvContentPartPr/>
                <p14:nvPr/>
              </p14:nvContentPartPr>
              <p14:xfrm>
                <a:off x="5432927" y="3008542"/>
                <a:ext cx="197640" cy="1533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A1BFB1A6-D39A-1EC7-1168-968A7BE4E94E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415287" y="2990542"/>
                  <a:ext cx="23328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13247D36-BB75-EA66-D26F-6ACC0F4C04DB}"/>
                    </a:ext>
                  </a:extLst>
                </p14:cNvPr>
                <p14:cNvContentPartPr/>
                <p14:nvPr/>
              </p14:nvContentPartPr>
              <p14:xfrm>
                <a:off x="5688887" y="2835742"/>
                <a:ext cx="50040" cy="3016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13247D36-BB75-EA66-D26F-6ACC0F4C04DB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671247" y="2817742"/>
                  <a:ext cx="85680" cy="33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112C5F09-547B-F6F0-7ECB-04A4B38D8592}"/>
              </a:ext>
            </a:extLst>
          </p:cNvPr>
          <p:cNvGrpSpPr/>
          <p:nvPr/>
        </p:nvGrpSpPr>
        <p:grpSpPr>
          <a:xfrm>
            <a:off x="6107927" y="2782462"/>
            <a:ext cx="1049040" cy="375120"/>
            <a:chOff x="6107927" y="2782462"/>
            <a:chExt cx="1049040" cy="375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E9C1ACA-BCBD-35F2-0A9D-E52100F9E334}"/>
                    </a:ext>
                  </a:extLst>
                </p14:cNvPr>
                <p14:cNvContentPartPr/>
                <p14:nvPr/>
              </p14:nvContentPartPr>
              <p14:xfrm>
                <a:off x="6107927" y="2864902"/>
                <a:ext cx="203400" cy="2818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E9C1ACA-BCBD-35F2-0A9D-E52100F9E33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089927" y="2846902"/>
                  <a:ext cx="23904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91AC4AA-0548-2411-3590-3B813DCC8577}"/>
                    </a:ext>
                  </a:extLst>
                </p14:cNvPr>
                <p14:cNvContentPartPr/>
                <p14:nvPr/>
              </p14:nvContentPartPr>
              <p14:xfrm>
                <a:off x="6349127" y="3019342"/>
                <a:ext cx="180000" cy="1382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91AC4AA-0548-2411-3590-3B813DCC857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331127" y="3001702"/>
                  <a:ext cx="21564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CB3D848-1586-0A77-5647-D59216CF9574}"/>
                    </a:ext>
                  </a:extLst>
                </p14:cNvPr>
                <p14:cNvContentPartPr/>
                <p14:nvPr/>
              </p14:nvContentPartPr>
              <p14:xfrm>
                <a:off x="6667367" y="2957782"/>
                <a:ext cx="105480" cy="1677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CB3D848-1586-0A77-5647-D59216CF957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649367" y="2940142"/>
                  <a:ext cx="14112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C6FE983-9AD5-D0EA-ECD1-D61508F2C33A}"/>
                    </a:ext>
                  </a:extLst>
                </p14:cNvPr>
                <p14:cNvContentPartPr/>
                <p14:nvPr/>
              </p14:nvContentPartPr>
              <p14:xfrm>
                <a:off x="6836207" y="2983342"/>
                <a:ext cx="41040" cy="1587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C6FE983-9AD5-D0EA-ECD1-D61508F2C33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818567" y="2965342"/>
                  <a:ext cx="7668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3E463661-D3DD-79B9-FD5E-103BB171BF5E}"/>
                    </a:ext>
                  </a:extLst>
                </p14:cNvPr>
                <p14:cNvContentPartPr/>
                <p14:nvPr/>
              </p14:nvContentPartPr>
              <p14:xfrm>
                <a:off x="7012967" y="2959222"/>
                <a:ext cx="144000" cy="1688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3E463661-D3DD-79B9-FD5E-103BB171BF5E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995327" y="2941582"/>
                  <a:ext cx="17964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DBEB7DEB-FC15-73A7-C738-98A334CDAE2B}"/>
                    </a:ext>
                  </a:extLst>
                </p14:cNvPr>
                <p14:cNvContentPartPr/>
                <p14:nvPr/>
              </p14:nvContentPartPr>
              <p14:xfrm>
                <a:off x="6926207" y="2782462"/>
                <a:ext cx="23400" cy="511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DBEB7DEB-FC15-73A7-C738-98A334CDAE2B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908567" y="2764822"/>
                  <a:ext cx="59040" cy="8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282EF52E-EE80-5D68-865B-509C804BFCD4}"/>
              </a:ext>
            </a:extLst>
          </p:cNvPr>
          <p:cNvGrpSpPr/>
          <p:nvPr/>
        </p:nvGrpSpPr>
        <p:grpSpPr>
          <a:xfrm>
            <a:off x="7806407" y="2675542"/>
            <a:ext cx="1737360" cy="471600"/>
            <a:chOff x="7806407" y="2675542"/>
            <a:chExt cx="1737360" cy="47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C881A6AE-B5F1-88BE-B446-EF84D18C3422}"/>
                    </a:ext>
                  </a:extLst>
                </p14:cNvPr>
                <p14:cNvContentPartPr/>
                <p14:nvPr/>
              </p14:nvContentPartPr>
              <p14:xfrm>
                <a:off x="7806407" y="2966422"/>
                <a:ext cx="436320" cy="1807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C881A6AE-B5F1-88BE-B446-EF84D18C3422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788407" y="2948782"/>
                  <a:ext cx="47196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7C5B0B90-CDE3-C0FB-7B2E-E658C3C7170F}"/>
                    </a:ext>
                  </a:extLst>
                </p14:cNvPr>
                <p14:cNvContentPartPr/>
                <p14:nvPr/>
              </p14:nvContentPartPr>
              <p14:xfrm>
                <a:off x="8282327" y="2951302"/>
                <a:ext cx="215640" cy="1454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7C5B0B90-CDE3-C0FB-7B2E-E658C3C7170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264687" y="2933662"/>
                  <a:ext cx="25128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895FB56-0A31-380D-3573-3D8D55FECD36}"/>
                    </a:ext>
                  </a:extLst>
                </p14:cNvPr>
                <p14:cNvContentPartPr/>
                <p14:nvPr/>
              </p14:nvContentPartPr>
              <p14:xfrm>
                <a:off x="8585447" y="2675542"/>
                <a:ext cx="87480" cy="3387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895FB56-0A31-380D-3573-3D8D55FECD36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567807" y="2657542"/>
                  <a:ext cx="123120" cy="37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A2F5B77-97AD-1DB6-D9B0-4E19A9A8715C}"/>
                    </a:ext>
                  </a:extLst>
                </p14:cNvPr>
                <p14:cNvContentPartPr/>
                <p14:nvPr/>
              </p14:nvContentPartPr>
              <p14:xfrm>
                <a:off x="8787047" y="2835022"/>
                <a:ext cx="272520" cy="1839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A2F5B77-97AD-1DB6-D9B0-4E19A9A8715C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769407" y="2817382"/>
                  <a:ext cx="30816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B2396014-A7B6-B974-531F-326351F9C0B7}"/>
                    </a:ext>
                  </a:extLst>
                </p14:cNvPr>
                <p14:cNvContentPartPr/>
                <p14:nvPr/>
              </p14:nvContentPartPr>
              <p14:xfrm>
                <a:off x="8992607" y="2680582"/>
                <a:ext cx="18360" cy="363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B2396014-A7B6-B974-531F-326351F9C0B7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974607" y="2662582"/>
                  <a:ext cx="54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AF9707A0-C5C3-323B-8821-3262C864C3CC}"/>
                    </a:ext>
                  </a:extLst>
                </p14:cNvPr>
                <p14:cNvContentPartPr/>
                <p14:nvPr/>
              </p14:nvContentPartPr>
              <p14:xfrm>
                <a:off x="9179087" y="2773822"/>
                <a:ext cx="364680" cy="1846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AF9707A0-C5C3-323B-8821-3262C864C3CC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161447" y="2756182"/>
                  <a:ext cx="4003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30DAF85C-29C3-7141-B33E-48B68F814835}"/>
                    </a:ext>
                  </a:extLst>
                </p14:cNvPr>
                <p14:cNvContentPartPr/>
                <p14:nvPr/>
              </p14:nvContentPartPr>
              <p14:xfrm>
                <a:off x="8383487" y="2771302"/>
                <a:ext cx="329040" cy="450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30DAF85C-29C3-7141-B33E-48B68F814835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365847" y="2753662"/>
                  <a:ext cx="364680" cy="80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98F1A8C4-19FF-CE14-1F1B-2E3819B40651}"/>
                  </a:ext>
                </a:extLst>
              </p14:cNvPr>
              <p14:cNvContentPartPr/>
              <p14:nvPr/>
            </p14:nvContentPartPr>
            <p14:xfrm>
              <a:off x="10035167" y="2942662"/>
              <a:ext cx="58320" cy="504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98F1A8C4-19FF-CE14-1F1B-2E3819B40651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10017527" y="2925022"/>
                <a:ext cx="9396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038225C3-678E-B2EC-46AA-49301F5BDEDC}"/>
                  </a:ext>
                </a:extLst>
              </p14:cNvPr>
              <p14:cNvContentPartPr/>
              <p14:nvPr/>
            </p14:nvContentPartPr>
            <p14:xfrm>
              <a:off x="2378687" y="1745302"/>
              <a:ext cx="11520" cy="108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038225C3-678E-B2EC-46AA-49301F5BDEDC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2361047" y="1727302"/>
                <a:ext cx="47160" cy="36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6" name="Group 105">
            <a:extLst>
              <a:ext uri="{FF2B5EF4-FFF2-40B4-BE49-F238E27FC236}">
                <a16:creationId xmlns:a16="http://schemas.microsoft.com/office/drawing/2014/main" id="{A06217E6-FC89-6FCF-FF9C-7B470BB478E6}"/>
              </a:ext>
            </a:extLst>
          </p:cNvPr>
          <p:cNvGrpSpPr/>
          <p:nvPr/>
        </p:nvGrpSpPr>
        <p:grpSpPr>
          <a:xfrm>
            <a:off x="1810247" y="3996022"/>
            <a:ext cx="240480" cy="407160"/>
            <a:chOff x="1810247" y="3996022"/>
            <a:chExt cx="240480" cy="407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62A0A70E-970F-94A5-7571-4A5B3D6586AB}"/>
                    </a:ext>
                  </a:extLst>
                </p14:cNvPr>
                <p14:cNvContentPartPr/>
                <p14:nvPr/>
              </p14:nvContentPartPr>
              <p14:xfrm>
                <a:off x="1816727" y="3996022"/>
                <a:ext cx="34920" cy="3877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62A0A70E-970F-94A5-7571-4A5B3D6586AB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798727" y="3978382"/>
                  <a:ext cx="70560" cy="42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794B789-236B-52BA-1DD0-0AA8F6BAD0BA}"/>
                    </a:ext>
                  </a:extLst>
                </p14:cNvPr>
                <p14:cNvContentPartPr/>
                <p14:nvPr/>
              </p14:nvContentPartPr>
              <p14:xfrm>
                <a:off x="1810247" y="4000342"/>
                <a:ext cx="240480" cy="4028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794B789-236B-52BA-1DD0-0AA8F6BAD0BA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792607" y="3982702"/>
                  <a:ext cx="276120" cy="43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52452257-0974-5ABC-0714-8A37713D8539}"/>
              </a:ext>
            </a:extLst>
          </p:cNvPr>
          <p:cNvGrpSpPr/>
          <p:nvPr/>
        </p:nvGrpSpPr>
        <p:grpSpPr>
          <a:xfrm>
            <a:off x="2280407" y="4163422"/>
            <a:ext cx="261360" cy="121680"/>
            <a:chOff x="2280407" y="4163422"/>
            <a:chExt cx="261360" cy="121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3C27E325-7296-D057-D765-6517A3165887}"/>
                    </a:ext>
                  </a:extLst>
                </p14:cNvPr>
                <p14:cNvContentPartPr/>
                <p14:nvPr/>
              </p14:nvContentPartPr>
              <p14:xfrm>
                <a:off x="2280407" y="4163422"/>
                <a:ext cx="87480" cy="108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3C27E325-7296-D057-D765-6517A3165887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262767" y="4145782"/>
                  <a:ext cx="12312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CDBB30F2-92AF-45DA-8D42-D3407E7C1D8A}"/>
                    </a:ext>
                  </a:extLst>
                </p14:cNvPr>
                <p14:cNvContentPartPr/>
                <p14:nvPr/>
              </p14:nvContentPartPr>
              <p14:xfrm>
                <a:off x="2287967" y="4220302"/>
                <a:ext cx="253800" cy="648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CDBB30F2-92AF-45DA-8D42-D3407E7C1D8A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270327" y="4202662"/>
                  <a:ext cx="289440" cy="10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5B14A49F-E43C-88D3-4E04-B1C3D012B533}"/>
              </a:ext>
            </a:extLst>
          </p:cNvPr>
          <p:cNvGrpSpPr/>
          <p:nvPr/>
        </p:nvGrpSpPr>
        <p:grpSpPr>
          <a:xfrm>
            <a:off x="3032087" y="3827902"/>
            <a:ext cx="1254960" cy="1393920"/>
            <a:chOff x="3032087" y="3827902"/>
            <a:chExt cx="1254960" cy="1393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A4E1DE26-CAAA-409C-B5A6-B57F41FDA00B}"/>
                    </a:ext>
                  </a:extLst>
                </p14:cNvPr>
                <p14:cNvContentPartPr/>
                <p14:nvPr/>
              </p14:nvContentPartPr>
              <p14:xfrm>
                <a:off x="3032087" y="3827902"/>
                <a:ext cx="305640" cy="13939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A4E1DE26-CAAA-409C-B5A6-B57F41FDA00B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014447" y="3810262"/>
                  <a:ext cx="341280" cy="142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EB9D27AD-B77D-DDD8-C211-9E4824F6CEED}"/>
                    </a:ext>
                  </a:extLst>
                </p14:cNvPr>
                <p14:cNvContentPartPr/>
                <p14:nvPr/>
              </p14:nvContentPartPr>
              <p14:xfrm>
                <a:off x="3470567" y="3937342"/>
                <a:ext cx="25200" cy="2210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EB9D27AD-B77D-DDD8-C211-9E4824F6CEE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452567" y="3919702"/>
                  <a:ext cx="6084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779E64DF-47C3-F942-C43B-CB84FD5EC746}"/>
                    </a:ext>
                  </a:extLst>
                </p14:cNvPr>
                <p14:cNvContentPartPr/>
                <p14:nvPr/>
              </p14:nvContentPartPr>
              <p14:xfrm>
                <a:off x="3393887" y="4421542"/>
                <a:ext cx="145440" cy="3031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779E64DF-47C3-F942-C43B-CB84FD5EC746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375887" y="4403902"/>
                  <a:ext cx="18108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16B496AA-27B4-9C1B-5B28-1024CA2F6CD4}"/>
                    </a:ext>
                  </a:extLst>
                </p14:cNvPr>
                <p14:cNvContentPartPr/>
                <p14:nvPr/>
              </p14:nvContentPartPr>
              <p14:xfrm>
                <a:off x="3385247" y="4896382"/>
                <a:ext cx="338040" cy="1832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16B496AA-27B4-9C1B-5B28-1024CA2F6CD4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367247" y="4878742"/>
                  <a:ext cx="37368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FEAF613A-53A1-CDC5-84FD-62F6FF809289}"/>
                    </a:ext>
                  </a:extLst>
                </p14:cNvPr>
                <p14:cNvContentPartPr/>
                <p14:nvPr/>
              </p14:nvContentPartPr>
              <p14:xfrm>
                <a:off x="3873407" y="4005742"/>
                <a:ext cx="194400" cy="2401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FEAF613A-53A1-CDC5-84FD-62F6FF809289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855767" y="3987742"/>
                  <a:ext cx="23004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A450800E-2878-2A31-9C48-4E8E4E8981DF}"/>
                    </a:ext>
                  </a:extLst>
                </p14:cNvPr>
                <p14:cNvContentPartPr/>
                <p14:nvPr/>
              </p14:nvContentPartPr>
              <p14:xfrm>
                <a:off x="3947567" y="4522342"/>
                <a:ext cx="138600" cy="331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A450800E-2878-2A31-9C48-4E8E4E8981DF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929927" y="4504342"/>
                  <a:ext cx="17424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B93EBECA-2BDA-4B85-F862-738DFAB5BDC5}"/>
                    </a:ext>
                  </a:extLst>
                </p14:cNvPr>
                <p14:cNvContentPartPr/>
                <p14:nvPr/>
              </p14:nvContentPartPr>
              <p14:xfrm>
                <a:off x="4195247" y="4417942"/>
                <a:ext cx="20160" cy="1627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B93EBECA-2BDA-4B85-F862-738DFAB5BDC5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177607" y="4400302"/>
                  <a:ext cx="5580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33555A0D-26F0-EF9F-F0D9-E8741A5915DD}"/>
                    </a:ext>
                  </a:extLst>
                </p14:cNvPr>
                <p14:cNvContentPartPr/>
                <p14:nvPr/>
              </p14:nvContentPartPr>
              <p14:xfrm>
                <a:off x="4058807" y="4832662"/>
                <a:ext cx="205200" cy="2617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33555A0D-26F0-EF9F-F0D9-E8741A5915DD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040807" y="4814662"/>
                  <a:ext cx="24084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A81E97DF-01CF-96F9-F0F5-A8EFC2602A3D}"/>
                    </a:ext>
                  </a:extLst>
                </p14:cNvPr>
                <p14:cNvContentPartPr/>
                <p14:nvPr/>
              </p14:nvContentPartPr>
              <p14:xfrm>
                <a:off x="4278047" y="4994302"/>
                <a:ext cx="9000" cy="648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A81E97DF-01CF-96F9-F0F5-A8EFC2602A3D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260407" y="4976302"/>
                  <a:ext cx="44640" cy="4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D9576257-36BB-3693-09DE-AD55CF4A3433}"/>
              </a:ext>
            </a:extLst>
          </p:cNvPr>
          <p:cNvGrpSpPr/>
          <p:nvPr/>
        </p:nvGrpSpPr>
        <p:grpSpPr>
          <a:xfrm>
            <a:off x="4620407" y="3742222"/>
            <a:ext cx="981720" cy="1630800"/>
            <a:chOff x="4620407" y="3742222"/>
            <a:chExt cx="981720" cy="1630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85405F22-B696-76C1-6B0F-F4AFC309E979}"/>
                    </a:ext>
                  </a:extLst>
                </p14:cNvPr>
                <p14:cNvContentPartPr/>
                <p14:nvPr/>
              </p14:nvContentPartPr>
              <p14:xfrm>
                <a:off x="4620407" y="3894862"/>
                <a:ext cx="194040" cy="2739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85405F22-B696-76C1-6B0F-F4AFC309E97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602767" y="3877222"/>
                  <a:ext cx="22968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E95B171E-75F2-3409-1458-DA91C91E72B4}"/>
                    </a:ext>
                  </a:extLst>
                </p14:cNvPr>
                <p14:cNvContentPartPr/>
                <p14:nvPr/>
              </p14:nvContentPartPr>
              <p14:xfrm>
                <a:off x="4718687" y="4418302"/>
                <a:ext cx="141840" cy="2242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E95B171E-75F2-3409-1458-DA91C91E72B4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700687" y="4400662"/>
                  <a:ext cx="17748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D8D8AB60-65E6-EE82-3DC3-EDF285163F6F}"/>
                    </a:ext>
                  </a:extLst>
                </p14:cNvPr>
                <p14:cNvContentPartPr/>
                <p14:nvPr/>
              </p14:nvContentPartPr>
              <p14:xfrm>
                <a:off x="4811207" y="4926622"/>
                <a:ext cx="14400" cy="1807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D8D8AB60-65E6-EE82-3DC3-EDF285163F6F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793567" y="4908982"/>
                  <a:ext cx="5004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D04E39A2-912A-E9E0-07DE-4E1761BB8B41}"/>
                    </a:ext>
                  </a:extLst>
                </p14:cNvPr>
                <p14:cNvContentPartPr/>
                <p14:nvPr/>
              </p14:nvContentPartPr>
              <p14:xfrm>
                <a:off x="4978607" y="3742222"/>
                <a:ext cx="623520" cy="163080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D04E39A2-912A-E9E0-07DE-4E1761BB8B41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960967" y="3724582"/>
                  <a:ext cx="659160" cy="166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98F3F27A-2E76-B0EF-E983-AC7BE0C1DF7B}"/>
              </a:ext>
            </a:extLst>
          </p:cNvPr>
          <p:cNvGrpSpPr/>
          <p:nvPr/>
        </p:nvGrpSpPr>
        <p:grpSpPr>
          <a:xfrm>
            <a:off x="606047" y="5690542"/>
            <a:ext cx="1915200" cy="746280"/>
            <a:chOff x="606047" y="5690542"/>
            <a:chExt cx="1915200" cy="74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36A624B9-4B49-73F3-6BAC-C8053DD01AFC}"/>
                    </a:ext>
                  </a:extLst>
                </p14:cNvPr>
                <p14:cNvContentPartPr/>
                <p14:nvPr/>
              </p14:nvContentPartPr>
              <p14:xfrm>
                <a:off x="606047" y="5788102"/>
                <a:ext cx="133920" cy="5324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6A624B9-4B49-73F3-6BAC-C8053DD01AFC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88407" y="5770462"/>
                  <a:ext cx="169560" cy="56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1DC121CE-B964-3AF7-DF6C-0B27E05458F0}"/>
                    </a:ext>
                  </a:extLst>
                </p14:cNvPr>
                <p14:cNvContentPartPr/>
                <p14:nvPr/>
              </p14:nvContentPartPr>
              <p14:xfrm>
                <a:off x="799007" y="6001942"/>
                <a:ext cx="126720" cy="18180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1DC121CE-B964-3AF7-DF6C-0B27E05458F0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81007" y="5984302"/>
                  <a:ext cx="16236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27A9E4DD-D9CD-81FC-75FE-03928339B2BB}"/>
                    </a:ext>
                  </a:extLst>
                </p14:cNvPr>
                <p14:cNvContentPartPr/>
                <p14:nvPr/>
              </p14:nvContentPartPr>
              <p14:xfrm>
                <a:off x="991607" y="6079702"/>
                <a:ext cx="89640" cy="1278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27A9E4DD-D9CD-81FC-75FE-03928339B2BB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73607" y="6061702"/>
                  <a:ext cx="12528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E97100B2-3D8E-B79F-F0B8-D7EE5ABEE228}"/>
                    </a:ext>
                  </a:extLst>
                </p14:cNvPr>
                <p14:cNvContentPartPr/>
                <p14:nvPr/>
              </p14:nvContentPartPr>
              <p14:xfrm>
                <a:off x="1146767" y="6131542"/>
                <a:ext cx="45360" cy="1674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E97100B2-3D8E-B79F-F0B8-D7EE5ABEE228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129127" y="6113902"/>
                  <a:ext cx="8100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D675C714-9EEA-EF04-1CF9-1208D9C47056}"/>
                    </a:ext>
                  </a:extLst>
                </p14:cNvPr>
                <p14:cNvContentPartPr/>
                <p14:nvPr/>
              </p14:nvContentPartPr>
              <p14:xfrm>
                <a:off x="1363487" y="5968822"/>
                <a:ext cx="180720" cy="19764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D675C714-9EEA-EF04-1CF9-1208D9C47056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345847" y="5951182"/>
                  <a:ext cx="21636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61F2A07B-5B3B-6CD7-D34E-61A80D2B8232}"/>
                    </a:ext>
                  </a:extLst>
                </p14:cNvPr>
                <p14:cNvContentPartPr/>
                <p14:nvPr/>
              </p14:nvContentPartPr>
              <p14:xfrm>
                <a:off x="1556807" y="6080782"/>
                <a:ext cx="103680" cy="21204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61F2A07B-5B3B-6CD7-D34E-61A80D2B8232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539167" y="6063142"/>
                  <a:ext cx="13932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D0B36BF4-FB13-7D6B-4B22-6E4DFADC89B7}"/>
                    </a:ext>
                  </a:extLst>
                </p14:cNvPr>
                <p14:cNvContentPartPr/>
                <p14:nvPr/>
              </p14:nvContentPartPr>
              <p14:xfrm>
                <a:off x="1718087" y="6139102"/>
                <a:ext cx="54360" cy="1317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D0B36BF4-FB13-7D6B-4B22-6E4DFADC89B7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700447" y="6121462"/>
                  <a:ext cx="9000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BBD0E7FA-B3C6-35D9-9EF9-1AC14D459ED5}"/>
                    </a:ext>
                  </a:extLst>
                </p14:cNvPr>
                <p14:cNvContentPartPr/>
                <p14:nvPr/>
              </p14:nvContentPartPr>
              <p14:xfrm>
                <a:off x="1959287" y="5978902"/>
                <a:ext cx="211680" cy="1634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BBD0E7FA-B3C6-35D9-9EF9-1AC14D459ED5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941287" y="5960902"/>
                  <a:ext cx="24732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EBFB7AF-1368-F98E-B79B-74FB41B7ECB4}"/>
                    </a:ext>
                  </a:extLst>
                </p14:cNvPr>
                <p14:cNvContentPartPr/>
                <p14:nvPr/>
              </p14:nvContentPartPr>
              <p14:xfrm>
                <a:off x="2283287" y="6005902"/>
                <a:ext cx="97560" cy="20088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EBFB7AF-1368-F98E-B79B-74FB41B7ECB4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265647" y="5987902"/>
                  <a:ext cx="13320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C33B6996-4049-DC97-AE64-92B83236B635}"/>
                    </a:ext>
                  </a:extLst>
                </p14:cNvPr>
                <p14:cNvContentPartPr/>
                <p14:nvPr/>
              </p14:nvContentPartPr>
              <p14:xfrm>
                <a:off x="2363207" y="5690542"/>
                <a:ext cx="158040" cy="74628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C33B6996-4049-DC97-AE64-92B83236B635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345567" y="5672902"/>
                  <a:ext cx="193680" cy="78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EF8E405B-15AE-7E4E-087E-2EDF46B62136}"/>
              </a:ext>
            </a:extLst>
          </p:cNvPr>
          <p:cNvGrpSpPr/>
          <p:nvPr/>
        </p:nvGrpSpPr>
        <p:grpSpPr>
          <a:xfrm>
            <a:off x="2848847" y="5985022"/>
            <a:ext cx="275040" cy="146880"/>
            <a:chOff x="2848847" y="5985022"/>
            <a:chExt cx="275040" cy="14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30874FB6-5978-96B4-9814-057C95146C95}"/>
                    </a:ext>
                  </a:extLst>
                </p14:cNvPr>
                <p14:cNvContentPartPr/>
                <p14:nvPr/>
              </p14:nvContentPartPr>
              <p14:xfrm>
                <a:off x="2872247" y="5985022"/>
                <a:ext cx="94320" cy="2952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30874FB6-5978-96B4-9814-057C95146C95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854607" y="5967022"/>
                  <a:ext cx="12996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03B0B477-88F8-D6FD-6D19-3AC117442359}"/>
                    </a:ext>
                  </a:extLst>
                </p14:cNvPr>
                <p14:cNvContentPartPr/>
                <p14:nvPr/>
              </p14:nvContentPartPr>
              <p14:xfrm>
                <a:off x="2848847" y="6029662"/>
                <a:ext cx="275040" cy="10224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03B0B477-88F8-D6FD-6D19-3AC117442359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831207" y="6011662"/>
                  <a:ext cx="310680" cy="13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AB967F4A-80FD-5BB0-616A-0C3C4C168868}"/>
              </a:ext>
            </a:extLst>
          </p:cNvPr>
          <p:cNvGrpSpPr/>
          <p:nvPr/>
        </p:nvGrpSpPr>
        <p:grpSpPr>
          <a:xfrm>
            <a:off x="3422327" y="5726542"/>
            <a:ext cx="1214280" cy="598680"/>
            <a:chOff x="3422327" y="5726542"/>
            <a:chExt cx="1214280" cy="59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00B18FEF-5028-9E9B-C713-2C3765F3DC10}"/>
                    </a:ext>
                  </a:extLst>
                </p14:cNvPr>
                <p14:cNvContentPartPr/>
                <p14:nvPr/>
              </p14:nvContentPartPr>
              <p14:xfrm>
                <a:off x="3422327" y="5726542"/>
                <a:ext cx="115560" cy="59868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00B18FEF-5028-9E9B-C713-2C3765F3DC10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3404327" y="5708542"/>
                  <a:ext cx="151200" cy="63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1731A9B9-00FA-8B7E-EFD6-96DA33661CE8}"/>
                    </a:ext>
                  </a:extLst>
                </p14:cNvPr>
                <p14:cNvContentPartPr/>
                <p14:nvPr/>
              </p14:nvContentPartPr>
              <p14:xfrm>
                <a:off x="3681527" y="5767942"/>
                <a:ext cx="177480" cy="27540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1731A9B9-00FA-8B7E-EFD6-96DA33661CE8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3663527" y="5749942"/>
                  <a:ext cx="21312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7E944FB1-ECE1-78A9-A7F5-1BE3E4C9B396}"/>
                    </a:ext>
                  </a:extLst>
                </p14:cNvPr>
                <p14:cNvContentPartPr/>
                <p14:nvPr/>
              </p14:nvContentPartPr>
              <p14:xfrm>
                <a:off x="4053767" y="5973142"/>
                <a:ext cx="68040" cy="1659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7E944FB1-ECE1-78A9-A7F5-1BE3E4C9B396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035767" y="5955502"/>
                  <a:ext cx="10368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07D27812-D3D2-56C3-543D-407341FFA268}"/>
                    </a:ext>
                  </a:extLst>
                </p14:cNvPr>
                <p14:cNvContentPartPr/>
                <p14:nvPr/>
              </p14:nvContentPartPr>
              <p14:xfrm>
                <a:off x="4311887" y="5752462"/>
                <a:ext cx="158760" cy="27252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07D27812-D3D2-56C3-543D-407341FFA268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4293887" y="5734462"/>
                  <a:ext cx="19440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50C9CBFE-0B0A-CB2F-6318-C632677FBEA6}"/>
                    </a:ext>
                  </a:extLst>
                </p14:cNvPr>
                <p14:cNvContentPartPr/>
                <p14:nvPr/>
              </p14:nvContentPartPr>
              <p14:xfrm>
                <a:off x="4569647" y="5961622"/>
                <a:ext cx="66960" cy="14436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50C9CBFE-0B0A-CB2F-6318-C632677FBEA6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4551647" y="5943622"/>
                  <a:ext cx="102600" cy="18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9E0142A2-AF5C-C5BF-949E-7150A194DD9C}"/>
              </a:ext>
            </a:extLst>
          </p:cNvPr>
          <p:cNvGrpSpPr/>
          <p:nvPr/>
        </p:nvGrpSpPr>
        <p:grpSpPr>
          <a:xfrm>
            <a:off x="4849727" y="5508742"/>
            <a:ext cx="633960" cy="726120"/>
            <a:chOff x="4849727" y="5508742"/>
            <a:chExt cx="633960" cy="726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21320CB7-6D26-46A8-1154-0D5498003952}"/>
                    </a:ext>
                  </a:extLst>
                </p14:cNvPr>
                <p14:cNvContentPartPr/>
                <p14:nvPr/>
              </p14:nvContentPartPr>
              <p14:xfrm>
                <a:off x="4849727" y="5860102"/>
                <a:ext cx="136440" cy="529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21320CB7-6D26-46A8-1154-0D5498003952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4832087" y="5842102"/>
                  <a:ext cx="17208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CE8C2D91-AA08-7060-443F-265BA142DD0C}"/>
                    </a:ext>
                  </a:extLst>
                </p14:cNvPr>
                <p14:cNvContentPartPr/>
                <p14:nvPr/>
              </p14:nvContentPartPr>
              <p14:xfrm>
                <a:off x="5162207" y="5694142"/>
                <a:ext cx="118440" cy="26244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CE8C2D91-AA08-7060-443F-265BA142DD0C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5144207" y="5676502"/>
                  <a:ext cx="15408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F5DEDF4B-5AB1-A1FC-9CD9-26966FE31D54}"/>
                    </a:ext>
                  </a:extLst>
                </p14:cNvPr>
                <p14:cNvContentPartPr/>
                <p14:nvPr/>
              </p14:nvContentPartPr>
              <p14:xfrm>
                <a:off x="5350127" y="5508742"/>
                <a:ext cx="133560" cy="72612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F5DEDF4B-5AB1-A1FC-9CD9-26966FE31D54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5332127" y="5491102"/>
                  <a:ext cx="169200" cy="761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0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2EBE1B33-6FE7-060D-18CD-E915833F78CA}"/>
                  </a:ext>
                </a:extLst>
              </p14:cNvPr>
              <p14:cNvContentPartPr/>
              <p14:nvPr/>
            </p14:nvContentPartPr>
            <p14:xfrm>
              <a:off x="5976167" y="5974582"/>
              <a:ext cx="63720" cy="124920"/>
            </p14:xfrm>
          </p:contentPart>
        </mc:Choice>
        <mc:Fallback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2EBE1B33-6FE7-060D-18CD-E915833F78CA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5958167" y="5956942"/>
                <a:ext cx="99360" cy="160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45" name="Group 144">
            <a:extLst>
              <a:ext uri="{FF2B5EF4-FFF2-40B4-BE49-F238E27FC236}">
                <a16:creationId xmlns:a16="http://schemas.microsoft.com/office/drawing/2014/main" id="{DEAC2927-3917-40F4-103F-6F4A5C595025}"/>
              </a:ext>
            </a:extLst>
          </p:cNvPr>
          <p:cNvGrpSpPr/>
          <p:nvPr/>
        </p:nvGrpSpPr>
        <p:grpSpPr>
          <a:xfrm>
            <a:off x="6726767" y="5728702"/>
            <a:ext cx="309960" cy="337680"/>
            <a:chOff x="6726767" y="5728702"/>
            <a:chExt cx="309960" cy="33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C140C619-8FFE-4768-2446-943B6A46CF49}"/>
                    </a:ext>
                  </a:extLst>
                </p14:cNvPr>
                <p14:cNvContentPartPr/>
                <p14:nvPr/>
              </p14:nvContentPartPr>
              <p14:xfrm>
                <a:off x="6726767" y="5728702"/>
                <a:ext cx="238680" cy="20592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C140C619-8FFE-4768-2446-943B6A46CF49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6709127" y="5711062"/>
                  <a:ext cx="27432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2596F58C-305E-5635-ED24-4D59A894BB76}"/>
                    </a:ext>
                  </a:extLst>
                </p14:cNvPr>
                <p14:cNvContentPartPr/>
                <p14:nvPr/>
              </p14:nvContentPartPr>
              <p14:xfrm>
                <a:off x="7009727" y="5820502"/>
                <a:ext cx="27000" cy="24588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2596F58C-305E-5635-ED24-4D59A894BB76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6991727" y="5802502"/>
                  <a:ext cx="62640" cy="28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4509393E-A2B9-EED6-B78D-C18593928DB4}"/>
              </a:ext>
            </a:extLst>
          </p:cNvPr>
          <p:cNvGrpSpPr/>
          <p:nvPr/>
        </p:nvGrpSpPr>
        <p:grpSpPr>
          <a:xfrm>
            <a:off x="7265687" y="5721142"/>
            <a:ext cx="179280" cy="159120"/>
            <a:chOff x="7265687" y="5721142"/>
            <a:chExt cx="179280" cy="15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1D4D94D2-EC6B-76EA-B5EE-0EC7D58C018B}"/>
                    </a:ext>
                  </a:extLst>
                </p14:cNvPr>
                <p14:cNvContentPartPr/>
                <p14:nvPr/>
              </p14:nvContentPartPr>
              <p14:xfrm>
                <a:off x="7277927" y="5721142"/>
                <a:ext cx="117720" cy="6012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1D4D94D2-EC6B-76EA-B5EE-0EC7D58C018B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7260287" y="5703142"/>
                  <a:ext cx="15336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11BAFCD6-A124-03E5-B0AA-0B94C5744DD2}"/>
                    </a:ext>
                  </a:extLst>
                </p14:cNvPr>
                <p14:cNvContentPartPr/>
                <p14:nvPr/>
              </p14:nvContentPartPr>
              <p14:xfrm>
                <a:off x="7265687" y="5849662"/>
                <a:ext cx="179280" cy="3060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11BAFCD6-A124-03E5-B0AA-0B94C5744DD2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7247687" y="5831662"/>
                  <a:ext cx="214920" cy="66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0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9A7344D3-DDDF-A03A-A219-B482D400D682}"/>
                  </a:ext>
                </a:extLst>
              </p14:cNvPr>
              <p14:cNvContentPartPr/>
              <p14:nvPr/>
            </p14:nvContentPartPr>
            <p14:xfrm>
              <a:off x="7723247" y="5618542"/>
              <a:ext cx="199080" cy="274680"/>
            </p14:xfrm>
          </p:contentPart>
        </mc:Choice>
        <mc:Fallback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9A7344D3-DDDF-A03A-A219-B482D400D682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7705247" y="5600902"/>
                <a:ext cx="234720" cy="31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2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8D417DE2-6364-A36B-FB86-8F94C9F24BC5}"/>
                  </a:ext>
                </a:extLst>
              </p14:cNvPr>
              <p14:cNvContentPartPr/>
              <p14:nvPr/>
            </p14:nvContentPartPr>
            <p14:xfrm>
              <a:off x="8140127" y="5843542"/>
              <a:ext cx="3960" cy="5760"/>
            </p14:xfrm>
          </p:contentPart>
        </mc:Choice>
        <mc:Fallback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8D417DE2-6364-A36B-FB86-8F94C9F24BC5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8122487" y="5825542"/>
                <a:ext cx="39600" cy="4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8" name="Group 147">
            <a:extLst>
              <a:ext uri="{FF2B5EF4-FFF2-40B4-BE49-F238E27FC236}">
                <a16:creationId xmlns:a16="http://schemas.microsoft.com/office/drawing/2014/main" id="{34D740BF-06AC-7786-AF49-9FAE3DB4B2B5}"/>
              </a:ext>
            </a:extLst>
          </p:cNvPr>
          <p:cNvGrpSpPr/>
          <p:nvPr/>
        </p:nvGrpSpPr>
        <p:grpSpPr>
          <a:xfrm>
            <a:off x="5018567" y="965542"/>
            <a:ext cx="7920" cy="8280"/>
            <a:chOff x="5018567" y="965542"/>
            <a:chExt cx="7920" cy="8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E24A25C4-0054-AEA5-0A78-6BD231A814C4}"/>
                    </a:ext>
                  </a:extLst>
                </p14:cNvPr>
                <p14:cNvContentPartPr/>
                <p14:nvPr/>
              </p14:nvContentPartPr>
              <p14:xfrm>
                <a:off x="5026127" y="973462"/>
                <a:ext cx="360" cy="36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E24A25C4-0054-AEA5-0A78-6BD231A814C4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008127" y="95546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6481438C-5AFD-D43B-0424-46EA651CD71B}"/>
                    </a:ext>
                  </a:extLst>
                </p14:cNvPr>
                <p14:cNvContentPartPr/>
                <p14:nvPr/>
              </p14:nvContentPartPr>
              <p14:xfrm>
                <a:off x="5018567" y="965542"/>
                <a:ext cx="360" cy="36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6481438C-5AFD-D43B-0424-46EA651CD71B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000927" y="94754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7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947CBD74-DEE7-930C-C100-24DE714BD1E9}"/>
                  </a:ext>
                </a:extLst>
              </p14:cNvPr>
              <p14:cNvContentPartPr/>
              <p14:nvPr/>
            </p14:nvContentPartPr>
            <p14:xfrm>
              <a:off x="4530047" y="5794582"/>
              <a:ext cx="10080" cy="5400"/>
            </p14:xfrm>
          </p:contentPart>
        </mc:Choice>
        <mc:Fallback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947CBD74-DEE7-930C-C100-24DE714BD1E9}"/>
                  </a:ext>
                </a:extLst>
              </p:cNvPr>
              <p:cNvPicPr/>
              <p:nvPr/>
            </p:nvPicPr>
            <p:blipFill>
              <a:blip r:embed="rId238"/>
              <a:stretch>
                <a:fillRect/>
              </a:stretch>
            </p:blipFill>
            <p:spPr>
              <a:xfrm>
                <a:off x="4512047" y="5776582"/>
                <a:ext cx="4572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9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D286E7ED-6305-1549-7093-F2C092BACB9D}"/>
                  </a:ext>
                </a:extLst>
              </p14:cNvPr>
              <p14:cNvContentPartPr/>
              <p14:nvPr/>
            </p14:nvContentPartPr>
            <p14:xfrm>
              <a:off x="2221007" y="6444382"/>
              <a:ext cx="11520" cy="19440"/>
            </p14:xfrm>
          </p:contentPart>
        </mc:Choice>
        <mc:Fallback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D286E7ED-6305-1549-7093-F2C092BACB9D}"/>
                  </a:ext>
                </a:extLst>
              </p:cNvPr>
              <p:cNvPicPr/>
              <p:nvPr/>
            </p:nvPicPr>
            <p:blipFill>
              <a:blip r:embed="rId240"/>
              <a:stretch>
                <a:fillRect/>
              </a:stretch>
            </p:blipFill>
            <p:spPr>
              <a:xfrm>
                <a:off x="2203367" y="6426742"/>
                <a:ext cx="47160" cy="55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59706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43129969-CCAF-9EA2-0A06-FF11DD19CF24}"/>
              </a:ext>
            </a:extLst>
          </p:cNvPr>
          <p:cNvGrpSpPr/>
          <p:nvPr/>
        </p:nvGrpSpPr>
        <p:grpSpPr>
          <a:xfrm>
            <a:off x="181247" y="249502"/>
            <a:ext cx="639000" cy="368640"/>
            <a:chOff x="181247" y="249502"/>
            <a:chExt cx="639000" cy="36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D94AB137-26B3-0B38-E687-B6C4AFEB865D}"/>
                    </a:ext>
                  </a:extLst>
                </p14:cNvPr>
                <p14:cNvContentPartPr/>
                <p14:nvPr/>
              </p14:nvContentPartPr>
              <p14:xfrm>
                <a:off x="181247" y="249502"/>
                <a:ext cx="231840" cy="3542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D94AB137-26B3-0B38-E687-B6C4AFEB865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63607" y="231502"/>
                  <a:ext cx="267480" cy="38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94F108F-8916-7601-0A3F-0D457499E626}"/>
                    </a:ext>
                  </a:extLst>
                </p14:cNvPr>
                <p14:cNvContentPartPr/>
                <p14:nvPr/>
              </p14:nvContentPartPr>
              <p14:xfrm>
                <a:off x="465647" y="282622"/>
                <a:ext cx="347400" cy="3355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94F108F-8916-7601-0A3F-0D457499E62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48007" y="264622"/>
                  <a:ext cx="383040" cy="37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576C921-EABB-89F2-56C0-E2514038040C}"/>
                    </a:ext>
                  </a:extLst>
                </p14:cNvPr>
                <p14:cNvContentPartPr/>
                <p14:nvPr/>
              </p14:nvContentPartPr>
              <p14:xfrm>
                <a:off x="725207" y="473062"/>
                <a:ext cx="95040" cy="1328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576C921-EABB-89F2-56C0-E2514038040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07207" y="455422"/>
                  <a:ext cx="130680" cy="16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119744F-71D3-5CA9-B521-3DFAA832EDB6}"/>
              </a:ext>
            </a:extLst>
          </p:cNvPr>
          <p:cNvGrpSpPr/>
          <p:nvPr/>
        </p:nvGrpSpPr>
        <p:grpSpPr>
          <a:xfrm>
            <a:off x="1194647" y="107302"/>
            <a:ext cx="1603080" cy="959760"/>
            <a:chOff x="1194647" y="107302"/>
            <a:chExt cx="1603080" cy="95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1F76B19-8E6B-F6E9-E46D-D97F1B5A23D7}"/>
                    </a:ext>
                  </a:extLst>
                </p14:cNvPr>
                <p14:cNvContentPartPr/>
                <p14:nvPr/>
              </p14:nvContentPartPr>
              <p14:xfrm>
                <a:off x="1194647" y="370462"/>
                <a:ext cx="428760" cy="2012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1F76B19-8E6B-F6E9-E46D-D97F1B5A23D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77007" y="352822"/>
                  <a:ext cx="46440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D0AD845-31D0-BEAB-BD4F-9DA92A8FEEED}"/>
                    </a:ext>
                  </a:extLst>
                </p14:cNvPr>
                <p14:cNvContentPartPr/>
                <p14:nvPr/>
              </p14:nvContentPartPr>
              <p14:xfrm>
                <a:off x="1676327" y="131782"/>
                <a:ext cx="172800" cy="4291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D0AD845-31D0-BEAB-BD4F-9DA92A8FEEE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58687" y="113782"/>
                  <a:ext cx="208440" cy="46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9440039-8326-4563-0A69-91895792D0CE}"/>
                    </a:ext>
                  </a:extLst>
                </p14:cNvPr>
                <p14:cNvContentPartPr/>
                <p14:nvPr/>
              </p14:nvContentPartPr>
              <p14:xfrm>
                <a:off x="1859927" y="278302"/>
                <a:ext cx="23400" cy="244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9440039-8326-4563-0A69-91895792D0C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841927" y="260302"/>
                  <a:ext cx="5904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6F4F1B7-88A8-D593-F9B1-74639CE19F43}"/>
                    </a:ext>
                  </a:extLst>
                </p14:cNvPr>
                <p14:cNvContentPartPr/>
                <p14:nvPr/>
              </p14:nvContentPartPr>
              <p14:xfrm>
                <a:off x="1548167" y="351382"/>
                <a:ext cx="111240" cy="252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6F4F1B7-88A8-D593-F9B1-74639CE19F4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530167" y="333382"/>
                  <a:ext cx="14688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06500D5-7487-FFD3-5C5D-A4E9AA7DCA94}"/>
                    </a:ext>
                  </a:extLst>
                </p14:cNvPr>
                <p14:cNvContentPartPr/>
                <p14:nvPr/>
              </p14:nvContentPartPr>
              <p14:xfrm>
                <a:off x="1865687" y="236182"/>
                <a:ext cx="185400" cy="8308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06500D5-7487-FFD3-5C5D-A4E9AA7DCA9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847687" y="218182"/>
                  <a:ext cx="221040" cy="86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0556D26-2B7B-5C97-67AB-061D8B815464}"/>
                    </a:ext>
                  </a:extLst>
                </p14:cNvPr>
                <p14:cNvContentPartPr/>
                <p14:nvPr/>
              </p14:nvContentPartPr>
              <p14:xfrm>
                <a:off x="2100407" y="405742"/>
                <a:ext cx="51840" cy="1479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0556D26-2B7B-5C97-67AB-061D8B81546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082407" y="387742"/>
                  <a:ext cx="8748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D841A25-7505-2CCC-1DEB-CB8BCFEAF376}"/>
                    </a:ext>
                  </a:extLst>
                </p14:cNvPr>
                <p14:cNvContentPartPr/>
                <p14:nvPr/>
              </p14:nvContentPartPr>
              <p14:xfrm>
                <a:off x="2165567" y="288742"/>
                <a:ext cx="38880" cy="547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D841A25-7505-2CCC-1DEB-CB8BCFEAF37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147567" y="271102"/>
                  <a:ext cx="7452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45720CF-38EB-3A70-8795-29A852870813}"/>
                    </a:ext>
                  </a:extLst>
                </p14:cNvPr>
                <p14:cNvContentPartPr/>
                <p14:nvPr/>
              </p14:nvContentPartPr>
              <p14:xfrm>
                <a:off x="2224967" y="430222"/>
                <a:ext cx="236520" cy="1292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45720CF-38EB-3A70-8795-29A85287081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206967" y="412582"/>
                  <a:ext cx="27216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20622AD-81CE-4747-A859-E772A70BF44D}"/>
                    </a:ext>
                  </a:extLst>
                </p14:cNvPr>
                <p14:cNvContentPartPr/>
                <p14:nvPr/>
              </p14:nvContentPartPr>
              <p14:xfrm>
                <a:off x="2422247" y="275062"/>
                <a:ext cx="41040" cy="644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20622AD-81CE-4747-A859-E772A70BF44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404607" y="257422"/>
                  <a:ext cx="7668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06F7282-18F9-5776-3CB6-15EA803D39E8}"/>
                    </a:ext>
                  </a:extLst>
                </p14:cNvPr>
                <p14:cNvContentPartPr/>
                <p14:nvPr/>
              </p14:nvContentPartPr>
              <p14:xfrm>
                <a:off x="2501087" y="107302"/>
                <a:ext cx="296640" cy="4082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06F7282-18F9-5776-3CB6-15EA803D39E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483447" y="89662"/>
                  <a:ext cx="332280" cy="44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EFB42C7-60E7-1124-6264-6CB390EA9C42}"/>
              </a:ext>
            </a:extLst>
          </p:cNvPr>
          <p:cNvGrpSpPr/>
          <p:nvPr/>
        </p:nvGrpSpPr>
        <p:grpSpPr>
          <a:xfrm>
            <a:off x="3221087" y="143302"/>
            <a:ext cx="1640160" cy="357480"/>
            <a:chOff x="3221087" y="143302"/>
            <a:chExt cx="1640160" cy="35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96E766F-B086-EF93-3F14-D216C4A907DD}"/>
                    </a:ext>
                  </a:extLst>
                </p14:cNvPr>
                <p14:cNvContentPartPr/>
                <p14:nvPr/>
              </p14:nvContentPartPr>
              <p14:xfrm>
                <a:off x="3221087" y="330502"/>
                <a:ext cx="775440" cy="1702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96E766F-B086-EF93-3F14-D216C4A907D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203447" y="312502"/>
                  <a:ext cx="81108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425756B-D490-8CC6-EE7D-BCEE495B3C03}"/>
                    </a:ext>
                  </a:extLst>
                </p14:cNvPr>
                <p14:cNvContentPartPr/>
                <p14:nvPr/>
              </p14:nvContentPartPr>
              <p14:xfrm>
                <a:off x="3958007" y="205222"/>
                <a:ext cx="34200" cy="381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425756B-D490-8CC6-EE7D-BCEE495B3C0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940367" y="187582"/>
                  <a:ext cx="6984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EBF96B8-C56F-2CA5-6A15-6B8A6ED059DC}"/>
                    </a:ext>
                  </a:extLst>
                </p14:cNvPr>
                <p14:cNvContentPartPr/>
                <p14:nvPr/>
              </p14:nvContentPartPr>
              <p14:xfrm>
                <a:off x="4057367" y="349942"/>
                <a:ext cx="153720" cy="1270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EBF96B8-C56F-2CA5-6A15-6B8A6ED059D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039727" y="331942"/>
                  <a:ext cx="18936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8B4C024-999A-5F86-01EC-A370319DD80B}"/>
                    </a:ext>
                  </a:extLst>
                </p14:cNvPr>
                <p14:cNvContentPartPr/>
                <p14:nvPr/>
              </p14:nvContentPartPr>
              <p14:xfrm>
                <a:off x="4308287" y="143302"/>
                <a:ext cx="552960" cy="3261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8B4C024-999A-5F86-01EC-A370319DD80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290647" y="125662"/>
                  <a:ext cx="588600" cy="36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78C7272-127F-2685-658B-D58EDB9AF414}"/>
              </a:ext>
            </a:extLst>
          </p:cNvPr>
          <p:cNvGrpSpPr/>
          <p:nvPr/>
        </p:nvGrpSpPr>
        <p:grpSpPr>
          <a:xfrm>
            <a:off x="5166527" y="193342"/>
            <a:ext cx="1717200" cy="359280"/>
            <a:chOff x="5166527" y="193342"/>
            <a:chExt cx="1717200" cy="359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2CBAFF8-6F7C-4531-CE8C-49C6EC9A5B20}"/>
                    </a:ext>
                  </a:extLst>
                </p14:cNvPr>
                <p14:cNvContentPartPr/>
                <p14:nvPr/>
              </p14:nvContentPartPr>
              <p14:xfrm>
                <a:off x="5211527" y="196582"/>
                <a:ext cx="72720" cy="3024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2CBAFF8-6F7C-4531-CE8C-49C6EC9A5B2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193887" y="178942"/>
                  <a:ext cx="10836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23E179D-79DD-CB88-2A47-82A993CB9790}"/>
                    </a:ext>
                  </a:extLst>
                </p14:cNvPr>
                <p14:cNvContentPartPr/>
                <p14:nvPr/>
              </p14:nvContentPartPr>
              <p14:xfrm>
                <a:off x="5166527" y="311782"/>
                <a:ext cx="103680" cy="306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23E179D-79DD-CB88-2A47-82A993CB979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148527" y="293782"/>
                  <a:ext cx="13932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2E688B6-6B7C-9D04-CBA8-B5A1566BB733}"/>
                    </a:ext>
                  </a:extLst>
                </p14:cNvPr>
                <p14:cNvContentPartPr/>
                <p14:nvPr/>
              </p14:nvContentPartPr>
              <p14:xfrm>
                <a:off x="5324207" y="343822"/>
                <a:ext cx="103680" cy="1537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2E688B6-6B7C-9D04-CBA8-B5A1566BB73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306567" y="325822"/>
                  <a:ext cx="13932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E55A390-A180-F526-2F97-C6D9019D86E1}"/>
                    </a:ext>
                  </a:extLst>
                </p14:cNvPr>
                <p14:cNvContentPartPr/>
                <p14:nvPr/>
              </p14:nvContentPartPr>
              <p14:xfrm>
                <a:off x="5499887" y="402502"/>
                <a:ext cx="96840" cy="1242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E55A390-A180-F526-2F97-C6D9019D86E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481887" y="384862"/>
                  <a:ext cx="13248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B1343C4-2E4F-AFE9-E2B4-DB18591A76A5}"/>
                    </a:ext>
                  </a:extLst>
                </p14:cNvPr>
                <p14:cNvContentPartPr/>
                <p14:nvPr/>
              </p14:nvContentPartPr>
              <p14:xfrm>
                <a:off x="5647127" y="213862"/>
                <a:ext cx="146880" cy="3124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B1343C4-2E4F-AFE9-E2B4-DB18591A76A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629127" y="196222"/>
                  <a:ext cx="18252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4CBF8CD-6136-B666-90F6-99DC8FC5D085}"/>
                    </a:ext>
                  </a:extLst>
                </p14:cNvPr>
                <p14:cNvContentPartPr/>
                <p14:nvPr/>
              </p14:nvContentPartPr>
              <p14:xfrm>
                <a:off x="5815247" y="399982"/>
                <a:ext cx="354240" cy="1148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4CBF8CD-6136-B666-90F6-99DC8FC5D08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797247" y="382342"/>
                  <a:ext cx="38988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937E381-2D85-68D3-F07F-538D671C9A8C}"/>
                    </a:ext>
                  </a:extLst>
                </p14:cNvPr>
                <p14:cNvContentPartPr/>
                <p14:nvPr/>
              </p14:nvContentPartPr>
              <p14:xfrm>
                <a:off x="6159767" y="202702"/>
                <a:ext cx="35280" cy="399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937E381-2D85-68D3-F07F-538D671C9A8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142127" y="185062"/>
                  <a:ext cx="7092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F21FF61-27E3-5B41-E873-F5888C337C3A}"/>
                    </a:ext>
                  </a:extLst>
                </p14:cNvPr>
                <p14:cNvContentPartPr/>
                <p14:nvPr/>
              </p14:nvContentPartPr>
              <p14:xfrm>
                <a:off x="6240407" y="336262"/>
                <a:ext cx="124920" cy="2163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F21FF61-27E3-5B41-E873-F5888C337C3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222767" y="318622"/>
                  <a:ext cx="16056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0D5F98F-1DB6-D917-8655-0953C72AA7F7}"/>
                    </a:ext>
                  </a:extLst>
                </p14:cNvPr>
                <p14:cNvContentPartPr/>
                <p14:nvPr/>
              </p14:nvContentPartPr>
              <p14:xfrm>
                <a:off x="6493487" y="193342"/>
                <a:ext cx="390240" cy="1818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0D5F98F-1DB6-D917-8655-0953C72AA7F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475487" y="175702"/>
                  <a:ext cx="425880" cy="21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8A5085A-3651-6B64-2486-5E023C8569A1}"/>
              </a:ext>
            </a:extLst>
          </p:cNvPr>
          <p:cNvGrpSpPr/>
          <p:nvPr/>
        </p:nvGrpSpPr>
        <p:grpSpPr>
          <a:xfrm>
            <a:off x="7435967" y="348502"/>
            <a:ext cx="141480" cy="139320"/>
            <a:chOff x="7435967" y="348502"/>
            <a:chExt cx="141480" cy="13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0FB26C9-933F-169B-2F7F-8785CC3C7F83}"/>
                    </a:ext>
                  </a:extLst>
                </p14:cNvPr>
                <p14:cNvContentPartPr/>
                <p14:nvPr/>
              </p14:nvContentPartPr>
              <p14:xfrm>
                <a:off x="7435967" y="350302"/>
                <a:ext cx="29880" cy="1285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0FB26C9-933F-169B-2F7F-8785CC3C7F8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417967" y="332302"/>
                  <a:ext cx="6552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297335C-DCE5-AF8D-5598-A331118B4FAB}"/>
                    </a:ext>
                  </a:extLst>
                </p14:cNvPr>
                <p14:cNvContentPartPr/>
                <p14:nvPr/>
              </p14:nvContentPartPr>
              <p14:xfrm>
                <a:off x="7507247" y="348502"/>
                <a:ext cx="70200" cy="1393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297335C-DCE5-AF8D-5598-A331118B4FA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489607" y="330862"/>
                  <a:ext cx="105840" cy="174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1C865279-56EC-D7A2-970A-8826002E7705}"/>
                  </a:ext>
                </a:extLst>
              </p14:cNvPr>
              <p14:cNvContentPartPr/>
              <p14:nvPr/>
            </p14:nvContentPartPr>
            <p14:xfrm>
              <a:off x="7459007" y="203422"/>
              <a:ext cx="5400" cy="2088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1C865279-56EC-D7A2-970A-8826002E7705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441367" y="185422"/>
                <a:ext cx="41040" cy="56520"/>
              </a:xfrm>
              <a:prstGeom prst="rect">
                <a:avLst/>
              </a:prstGeom>
            </p:spPr>
          </p:pic>
        </mc:Fallback>
      </mc:AlternateContent>
      <p:grpSp>
        <p:nvGrpSpPr>
          <p:cNvPr id="47" name="Group 46">
            <a:extLst>
              <a:ext uri="{FF2B5EF4-FFF2-40B4-BE49-F238E27FC236}">
                <a16:creationId xmlns:a16="http://schemas.microsoft.com/office/drawing/2014/main" id="{85FB4211-533F-29AB-73D2-CAB60C34CD24}"/>
              </a:ext>
            </a:extLst>
          </p:cNvPr>
          <p:cNvGrpSpPr/>
          <p:nvPr/>
        </p:nvGrpSpPr>
        <p:grpSpPr>
          <a:xfrm>
            <a:off x="7953647" y="123502"/>
            <a:ext cx="1462680" cy="360360"/>
            <a:chOff x="7953647" y="123502"/>
            <a:chExt cx="1462680" cy="360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EC1ED23-4CC6-2742-6054-96432F51F244}"/>
                    </a:ext>
                  </a:extLst>
                </p14:cNvPr>
                <p14:cNvContentPartPr/>
                <p14:nvPr/>
              </p14:nvContentPartPr>
              <p14:xfrm>
                <a:off x="7953647" y="323302"/>
                <a:ext cx="138600" cy="1515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EC1ED23-4CC6-2742-6054-96432F51F24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936007" y="305662"/>
                  <a:ext cx="17424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97DBA12-D66F-9A87-BB06-3A062ADDDCE3}"/>
                    </a:ext>
                  </a:extLst>
                </p14:cNvPr>
                <p14:cNvContentPartPr/>
                <p14:nvPr/>
              </p14:nvContentPartPr>
              <p14:xfrm>
                <a:off x="8345327" y="168142"/>
                <a:ext cx="703080" cy="3157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97DBA12-D66F-9A87-BB06-3A062ADDDCE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327327" y="150142"/>
                  <a:ext cx="73872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8A3FB7C-FDC1-3DA8-53A9-1E32F8F06DAB}"/>
                    </a:ext>
                  </a:extLst>
                </p14:cNvPr>
                <p14:cNvContentPartPr/>
                <p14:nvPr/>
              </p14:nvContentPartPr>
              <p14:xfrm>
                <a:off x="9043367" y="123502"/>
                <a:ext cx="30600" cy="280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8A3FB7C-FDC1-3DA8-53A9-1E32F8F06DA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025367" y="105862"/>
                  <a:ext cx="6624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0C95279-9EF3-F0D1-3689-3872DE1CBA49}"/>
                    </a:ext>
                  </a:extLst>
                </p14:cNvPr>
                <p14:cNvContentPartPr/>
                <p14:nvPr/>
              </p14:nvContentPartPr>
              <p14:xfrm>
                <a:off x="9152447" y="290902"/>
                <a:ext cx="263880" cy="1494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0C95279-9EF3-F0D1-3689-3872DE1CBA4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134807" y="272902"/>
                  <a:ext cx="299520" cy="18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942C5C70-FCA0-7C3A-8496-BDC682B93462}"/>
              </a:ext>
            </a:extLst>
          </p:cNvPr>
          <p:cNvGrpSpPr/>
          <p:nvPr/>
        </p:nvGrpSpPr>
        <p:grpSpPr>
          <a:xfrm>
            <a:off x="9873527" y="160582"/>
            <a:ext cx="411840" cy="288000"/>
            <a:chOff x="9873527" y="160582"/>
            <a:chExt cx="411840" cy="28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E6454BF-78C2-0678-4744-D095D36FC05D}"/>
                    </a:ext>
                  </a:extLst>
                </p14:cNvPr>
                <p14:cNvContentPartPr/>
                <p14:nvPr/>
              </p14:nvContentPartPr>
              <p14:xfrm>
                <a:off x="9873527" y="160582"/>
                <a:ext cx="411840" cy="2880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E6454BF-78C2-0678-4744-D095D36FC05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855527" y="142942"/>
                  <a:ext cx="44748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B0F6129-9FAB-E26A-1512-47029D330B62}"/>
                    </a:ext>
                  </a:extLst>
                </p14:cNvPr>
                <p14:cNvContentPartPr/>
                <p14:nvPr/>
              </p14:nvContentPartPr>
              <p14:xfrm>
                <a:off x="9959207" y="182902"/>
                <a:ext cx="204480" cy="460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B0F6129-9FAB-E26A-1512-47029D330B6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941207" y="165262"/>
                  <a:ext cx="240120" cy="81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AD1F9F8-6032-20A3-2E85-2AD4EE672001}"/>
              </a:ext>
            </a:extLst>
          </p:cNvPr>
          <p:cNvGrpSpPr/>
          <p:nvPr/>
        </p:nvGrpSpPr>
        <p:grpSpPr>
          <a:xfrm>
            <a:off x="10775687" y="87142"/>
            <a:ext cx="649080" cy="608760"/>
            <a:chOff x="10775687" y="87142"/>
            <a:chExt cx="649080" cy="60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C1CB0B8-678D-7183-C371-F976E1AF0DB9}"/>
                    </a:ext>
                  </a:extLst>
                </p14:cNvPr>
                <p14:cNvContentPartPr/>
                <p14:nvPr/>
              </p14:nvContentPartPr>
              <p14:xfrm>
                <a:off x="10775687" y="112342"/>
                <a:ext cx="514800" cy="5835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C1CB0B8-678D-7183-C371-F976E1AF0DB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757687" y="94702"/>
                  <a:ext cx="550440" cy="61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FAAB38F-2245-871F-F74F-A715DE973B3C}"/>
                    </a:ext>
                  </a:extLst>
                </p14:cNvPr>
                <p14:cNvContentPartPr/>
                <p14:nvPr/>
              </p14:nvContentPartPr>
              <p14:xfrm>
                <a:off x="11045327" y="87142"/>
                <a:ext cx="379440" cy="871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FAAB38F-2245-871F-F74F-A715DE973B3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027327" y="69142"/>
                  <a:ext cx="415080" cy="12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1A8B14AF-6A13-984D-966F-BF9D12FB14A7}"/>
              </a:ext>
            </a:extLst>
          </p:cNvPr>
          <p:cNvGrpSpPr/>
          <p:nvPr/>
        </p:nvGrpSpPr>
        <p:grpSpPr>
          <a:xfrm>
            <a:off x="277727" y="1066342"/>
            <a:ext cx="609840" cy="389880"/>
            <a:chOff x="277727" y="1066342"/>
            <a:chExt cx="609840" cy="38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1C706DE-91ED-588E-BAF9-5C22190C2F91}"/>
                    </a:ext>
                  </a:extLst>
                </p14:cNvPr>
                <p14:cNvContentPartPr/>
                <p14:nvPr/>
              </p14:nvContentPartPr>
              <p14:xfrm>
                <a:off x="445487" y="1066342"/>
                <a:ext cx="9360" cy="3294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1C706DE-91ED-588E-BAF9-5C22190C2F9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27487" y="1048342"/>
                  <a:ext cx="45000" cy="3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5B87FB6-CADC-9CCA-B959-3AB3380DBE57}"/>
                    </a:ext>
                  </a:extLst>
                </p14:cNvPr>
                <p14:cNvContentPartPr/>
                <p14:nvPr/>
              </p14:nvContentPartPr>
              <p14:xfrm>
                <a:off x="277727" y="1124302"/>
                <a:ext cx="609840" cy="3319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5B87FB6-CADC-9CCA-B959-3AB3380DBE5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59727" y="1106662"/>
                  <a:ext cx="645480" cy="36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EDA71D91-CC43-38AC-A69F-AA5F0458CF64}"/>
              </a:ext>
            </a:extLst>
          </p:cNvPr>
          <p:cNvGrpSpPr/>
          <p:nvPr/>
        </p:nvGrpSpPr>
        <p:grpSpPr>
          <a:xfrm>
            <a:off x="1585967" y="989302"/>
            <a:ext cx="1878840" cy="855360"/>
            <a:chOff x="1585967" y="989302"/>
            <a:chExt cx="1878840" cy="85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FAFF549-AAC9-F26A-9416-83FABE7D6E9B}"/>
                    </a:ext>
                  </a:extLst>
                </p14:cNvPr>
                <p14:cNvContentPartPr/>
                <p14:nvPr/>
              </p14:nvContentPartPr>
              <p14:xfrm>
                <a:off x="1585967" y="1225102"/>
                <a:ext cx="232920" cy="1886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FAFF549-AAC9-F26A-9416-83FABE7D6E9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567967" y="1207102"/>
                  <a:ext cx="26856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35662BA-5C00-5D8C-0989-FF85338C766D}"/>
                    </a:ext>
                  </a:extLst>
                </p14:cNvPr>
                <p14:cNvContentPartPr/>
                <p14:nvPr/>
              </p14:nvContentPartPr>
              <p14:xfrm>
                <a:off x="1922927" y="1129342"/>
                <a:ext cx="137160" cy="2761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35662BA-5C00-5D8C-0989-FF85338C766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905287" y="1111342"/>
                  <a:ext cx="17280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347F5BD-1737-3758-3935-44F492C9CF82}"/>
                    </a:ext>
                  </a:extLst>
                </p14:cNvPr>
                <p14:cNvContentPartPr/>
                <p14:nvPr/>
              </p14:nvContentPartPr>
              <p14:xfrm>
                <a:off x="1887647" y="1209622"/>
                <a:ext cx="176400" cy="496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347F5BD-1737-3758-3935-44F492C9CF8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870007" y="1191982"/>
                  <a:ext cx="21204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AB21BE2-13D5-8456-5849-553FBE731B33}"/>
                    </a:ext>
                  </a:extLst>
                </p14:cNvPr>
                <p14:cNvContentPartPr/>
                <p14:nvPr/>
              </p14:nvContentPartPr>
              <p14:xfrm>
                <a:off x="2144687" y="1231942"/>
                <a:ext cx="173520" cy="1350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AB21BE2-13D5-8456-5849-553FBE731B3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127047" y="1214302"/>
                  <a:ext cx="20916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C826F80-1E4D-CCF7-E5AB-212C80D29C6E}"/>
                    </a:ext>
                  </a:extLst>
                </p14:cNvPr>
                <p14:cNvContentPartPr/>
                <p14:nvPr/>
              </p14:nvContentPartPr>
              <p14:xfrm>
                <a:off x="2365727" y="1210342"/>
                <a:ext cx="143280" cy="1094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C826F80-1E4D-CCF7-E5AB-212C80D29C6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348087" y="1192342"/>
                  <a:ext cx="17892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2C298C5-EF0B-361A-EC98-E80D62B13989}"/>
                    </a:ext>
                  </a:extLst>
                </p14:cNvPr>
                <p14:cNvContentPartPr/>
                <p14:nvPr/>
              </p14:nvContentPartPr>
              <p14:xfrm>
                <a:off x="2666327" y="1012342"/>
                <a:ext cx="47160" cy="3006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2C298C5-EF0B-361A-EC98-E80D62B1398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648687" y="994702"/>
                  <a:ext cx="8280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620A6C7-C459-A73A-DC9E-49683F3F681E}"/>
                    </a:ext>
                  </a:extLst>
                </p14:cNvPr>
                <p14:cNvContentPartPr/>
                <p14:nvPr/>
              </p14:nvContentPartPr>
              <p14:xfrm>
                <a:off x="2635727" y="1144102"/>
                <a:ext cx="253800" cy="1472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620A6C7-C459-A73A-DC9E-49683F3F681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617727" y="1126462"/>
                  <a:ext cx="28944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57D8D17-3FF5-E9A3-6D64-84EDB2827B14}"/>
                    </a:ext>
                  </a:extLst>
                </p14:cNvPr>
                <p14:cNvContentPartPr/>
                <p14:nvPr/>
              </p14:nvContentPartPr>
              <p14:xfrm>
                <a:off x="2794487" y="989302"/>
                <a:ext cx="62640" cy="496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57D8D17-3FF5-E9A3-6D64-84EDB2827B1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776847" y="971302"/>
                  <a:ext cx="9828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187889F-9437-BA50-DD16-CC41D923E09B}"/>
                    </a:ext>
                  </a:extLst>
                </p14:cNvPr>
                <p14:cNvContentPartPr/>
                <p14:nvPr/>
              </p14:nvContentPartPr>
              <p14:xfrm>
                <a:off x="2902127" y="1112422"/>
                <a:ext cx="199440" cy="1494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B187889F-9437-BA50-DD16-CC41D923E09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884127" y="1094422"/>
                  <a:ext cx="23508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D0EB2D5-B8BE-3149-6AFE-BAEC970BEFE0}"/>
                    </a:ext>
                  </a:extLst>
                </p14:cNvPr>
                <p14:cNvContentPartPr/>
                <p14:nvPr/>
              </p14:nvContentPartPr>
              <p14:xfrm>
                <a:off x="3107687" y="1120702"/>
                <a:ext cx="357120" cy="7239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D0EB2D5-B8BE-3149-6AFE-BAEC970BEFE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089687" y="1103062"/>
                  <a:ext cx="392760" cy="75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AA97D1C4-0246-6177-CFAF-36C878A48C01}"/>
              </a:ext>
            </a:extLst>
          </p:cNvPr>
          <p:cNvGrpSpPr/>
          <p:nvPr/>
        </p:nvGrpSpPr>
        <p:grpSpPr>
          <a:xfrm>
            <a:off x="3910847" y="956182"/>
            <a:ext cx="873720" cy="401400"/>
            <a:chOff x="3910847" y="956182"/>
            <a:chExt cx="873720" cy="401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C47762E-BD25-2ACD-E6E8-E780BA0F4BA1}"/>
                    </a:ext>
                  </a:extLst>
                </p14:cNvPr>
                <p14:cNvContentPartPr/>
                <p14:nvPr/>
              </p14:nvContentPartPr>
              <p14:xfrm>
                <a:off x="3910847" y="956182"/>
                <a:ext cx="180360" cy="4014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C47762E-BD25-2ACD-E6E8-E780BA0F4BA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892847" y="938182"/>
                  <a:ext cx="216000" cy="43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A394F17-32AD-88C4-46AB-1138F4760594}"/>
                    </a:ext>
                  </a:extLst>
                </p14:cNvPr>
                <p14:cNvContentPartPr/>
                <p14:nvPr/>
              </p14:nvContentPartPr>
              <p14:xfrm>
                <a:off x="4172567" y="1167862"/>
                <a:ext cx="127080" cy="1605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A394F17-32AD-88C4-46AB-1138F4760594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154927" y="1149862"/>
                  <a:ext cx="16272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0936A75-88EE-9307-87E1-8A2EA5658BC9}"/>
                    </a:ext>
                  </a:extLst>
                </p14:cNvPr>
                <p14:cNvContentPartPr/>
                <p14:nvPr/>
              </p14:nvContentPartPr>
              <p14:xfrm>
                <a:off x="4401167" y="1158862"/>
                <a:ext cx="83520" cy="1497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0936A75-88EE-9307-87E1-8A2EA5658BC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383167" y="1140862"/>
                  <a:ext cx="11916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E4C91CC-A636-583D-6448-BF066F43BD98}"/>
                    </a:ext>
                  </a:extLst>
                </p14:cNvPr>
                <p14:cNvContentPartPr/>
                <p14:nvPr/>
              </p14:nvContentPartPr>
              <p14:xfrm>
                <a:off x="4542287" y="1157062"/>
                <a:ext cx="88200" cy="1688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E4C91CC-A636-583D-6448-BF066F43BD9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524647" y="1139422"/>
                  <a:ext cx="12384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C8AB6D3F-5556-2872-9B50-D109EFA919A3}"/>
                    </a:ext>
                  </a:extLst>
                </p14:cNvPr>
                <p14:cNvContentPartPr/>
                <p14:nvPr/>
              </p14:nvContentPartPr>
              <p14:xfrm>
                <a:off x="4663607" y="1165342"/>
                <a:ext cx="120960" cy="1346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C8AB6D3F-5556-2872-9B50-D109EFA919A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645967" y="1147702"/>
                  <a:ext cx="15660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23A3B110-FD82-E165-43B2-0DF51E85E9C1}"/>
                    </a:ext>
                  </a:extLst>
                </p14:cNvPr>
                <p14:cNvContentPartPr/>
                <p14:nvPr/>
              </p14:nvContentPartPr>
              <p14:xfrm>
                <a:off x="4531127" y="1017382"/>
                <a:ext cx="88920" cy="262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23A3B110-FD82-E165-43B2-0DF51E85E9C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513487" y="999382"/>
                  <a:ext cx="124560" cy="6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E64E291C-047A-149A-DAE1-7D79975B4131}"/>
              </a:ext>
            </a:extLst>
          </p:cNvPr>
          <p:cNvGrpSpPr/>
          <p:nvPr/>
        </p:nvGrpSpPr>
        <p:grpSpPr>
          <a:xfrm>
            <a:off x="5153567" y="876262"/>
            <a:ext cx="1483920" cy="1035360"/>
            <a:chOff x="5153567" y="876262"/>
            <a:chExt cx="1483920" cy="103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C3922C94-83DB-4FF3-2366-55BEB9E0F4F4}"/>
                    </a:ext>
                  </a:extLst>
                </p14:cNvPr>
                <p14:cNvContentPartPr/>
                <p14:nvPr/>
              </p14:nvContentPartPr>
              <p14:xfrm>
                <a:off x="5153567" y="876262"/>
                <a:ext cx="436680" cy="10353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C3922C94-83DB-4FF3-2366-55BEB9E0F4F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135927" y="858262"/>
                  <a:ext cx="472320" cy="10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B864D83-1703-55E2-348A-E4DC0B55F7A1}"/>
                    </a:ext>
                  </a:extLst>
                </p14:cNvPr>
                <p14:cNvContentPartPr/>
                <p14:nvPr/>
              </p14:nvContentPartPr>
              <p14:xfrm>
                <a:off x="5629127" y="1125022"/>
                <a:ext cx="321840" cy="1605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EB864D83-1703-55E2-348A-E4DC0B55F7A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611127" y="1107022"/>
                  <a:ext cx="35748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0DB193D9-D500-1598-4C3E-04DCE21B47D7}"/>
                    </a:ext>
                  </a:extLst>
                </p14:cNvPr>
                <p14:cNvContentPartPr/>
                <p14:nvPr/>
              </p14:nvContentPartPr>
              <p14:xfrm>
                <a:off x="5977247" y="1129342"/>
                <a:ext cx="38160" cy="1378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0DB193D9-D500-1598-4C3E-04DCE21B47D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959247" y="1111342"/>
                  <a:ext cx="7380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A80C254-F62F-6AD2-3BAC-5D28CD808ABC}"/>
                    </a:ext>
                  </a:extLst>
                </p14:cNvPr>
                <p14:cNvContentPartPr/>
                <p14:nvPr/>
              </p14:nvContentPartPr>
              <p14:xfrm>
                <a:off x="5963567" y="934582"/>
                <a:ext cx="45000" cy="540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A80C254-F62F-6AD2-3BAC-5D28CD808AB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945927" y="916582"/>
                  <a:ext cx="8064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7B34CDDC-0AD9-7885-F945-2A119AC798D1}"/>
                    </a:ext>
                  </a:extLst>
                </p14:cNvPr>
                <p14:cNvContentPartPr/>
                <p14:nvPr/>
              </p14:nvContentPartPr>
              <p14:xfrm>
                <a:off x="6094247" y="940702"/>
                <a:ext cx="543240" cy="2973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7B34CDDC-0AD9-7885-F945-2A119AC798D1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076247" y="923062"/>
                  <a:ext cx="578880" cy="33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1D16F76B-A2A9-840B-8F71-4A7E81BCA9EA}"/>
              </a:ext>
            </a:extLst>
          </p:cNvPr>
          <p:cNvGrpSpPr/>
          <p:nvPr/>
        </p:nvGrpSpPr>
        <p:grpSpPr>
          <a:xfrm>
            <a:off x="7363247" y="879502"/>
            <a:ext cx="1379880" cy="383760"/>
            <a:chOff x="7363247" y="879502"/>
            <a:chExt cx="1379880" cy="38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D35D839-11CC-B344-E9EC-86B17B883BFC}"/>
                    </a:ext>
                  </a:extLst>
                </p14:cNvPr>
                <p14:cNvContentPartPr/>
                <p14:nvPr/>
              </p14:nvContentPartPr>
              <p14:xfrm>
                <a:off x="7363247" y="992182"/>
                <a:ext cx="634320" cy="2710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D35D839-11CC-B344-E9EC-86B17B883BFC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345607" y="974182"/>
                  <a:ext cx="66996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61FDECC2-5501-81DB-FBD9-AC46E9B90E4C}"/>
                    </a:ext>
                  </a:extLst>
                </p14:cNvPr>
                <p14:cNvContentPartPr/>
                <p14:nvPr/>
              </p14:nvContentPartPr>
              <p14:xfrm>
                <a:off x="8095487" y="882022"/>
                <a:ext cx="33840" cy="3268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61FDECC2-5501-81DB-FBD9-AC46E9B90E4C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077847" y="864022"/>
                  <a:ext cx="6948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BF66D8F-628B-02C9-B0F5-F5D61538FAB2}"/>
                    </a:ext>
                  </a:extLst>
                </p14:cNvPr>
                <p14:cNvContentPartPr/>
                <p14:nvPr/>
              </p14:nvContentPartPr>
              <p14:xfrm>
                <a:off x="8317607" y="1071382"/>
                <a:ext cx="18360" cy="1486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BF66D8F-628B-02C9-B0F5-F5D61538FAB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299607" y="1053742"/>
                  <a:ext cx="5400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A976E48-61D4-7685-E2F2-B3F9DA1B0019}"/>
                    </a:ext>
                  </a:extLst>
                </p14:cNvPr>
                <p14:cNvContentPartPr/>
                <p14:nvPr/>
              </p14:nvContentPartPr>
              <p14:xfrm>
                <a:off x="8441447" y="1069222"/>
                <a:ext cx="301680" cy="1479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A976E48-61D4-7685-E2F2-B3F9DA1B0019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423447" y="1051582"/>
                  <a:ext cx="33732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74502FD-B9E8-55FF-6A23-D787B65B9562}"/>
                    </a:ext>
                  </a:extLst>
                </p14:cNvPr>
                <p14:cNvContentPartPr/>
                <p14:nvPr/>
              </p14:nvContentPartPr>
              <p14:xfrm>
                <a:off x="8350367" y="879502"/>
                <a:ext cx="87120" cy="374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74502FD-B9E8-55FF-6A23-D787B65B9562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332727" y="861502"/>
                  <a:ext cx="12276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5CABECD5-540C-F8CC-186A-A3F74D0C423F}"/>
                    </a:ext>
                  </a:extLst>
                </p14:cNvPr>
                <p14:cNvContentPartPr/>
                <p14:nvPr/>
              </p14:nvContentPartPr>
              <p14:xfrm>
                <a:off x="7903967" y="946102"/>
                <a:ext cx="304560" cy="255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5CABECD5-540C-F8CC-186A-A3F74D0C423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885967" y="928462"/>
                  <a:ext cx="340200" cy="6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ABC8D2C7-D97F-EA06-D4D4-14226E20F73C}"/>
              </a:ext>
            </a:extLst>
          </p:cNvPr>
          <p:cNvGrpSpPr/>
          <p:nvPr/>
        </p:nvGrpSpPr>
        <p:grpSpPr>
          <a:xfrm>
            <a:off x="289967" y="1923502"/>
            <a:ext cx="601920" cy="528840"/>
            <a:chOff x="289967" y="1923502"/>
            <a:chExt cx="601920" cy="52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8A0C2645-AFA7-7DDD-B213-4EFDB0C8BF0E}"/>
                    </a:ext>
                  </a:extLst>
                </p14:cNvPr>
                <p14:cNvContentPartPr/>
                <p14:nvPr/>
              </p14:nvContentPartPr>
              <p14:xfrm>
                <a:off x="289967" y="1923502"/>
                <a:ext cx="440280" cy="5288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8A0C2645-AFA7-7DDD-B213-4EFDB0C8BF0E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71967" y="1905862"/>
                  <a:ext cx="475920" cy="56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CE39D0B-7C5F-4B4B-6C40-05EBCD3CA592}"/>
                    </a:ext>
                  </a:extLst>
                </p14:cNvPr>
                <p14:cNvContentPartPr/>
                <p14:nvPr/>
              </p14:nvContentPartPr>
              <p14:xfrm>
                <a:off x="793247" y="2082262"/>
                <a:ext cx="27720" cy="2736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CE39D0B-7C5F-4B4B-6C40-05EBCD3CA59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75247" y="2064262"/>
                  <a:ext cx="6336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FBA4A6F8-E749-A898-E84D-5D4C5CA1F8B7}"/>
                    </a:ext>
                  </a:extLst>
                </p14:cNvPr>
                <p14:cNvContentPartPr/>
                <p14:nvPr/>
              </p14:nvContentPartPr>
              <p14:xfrm>
                <a:off x="691727" y="2127622"/>
                <a:ext cx="200160" cy="892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FBA4A6F8-E749-A898-E84D-5D4C5CA1F8B7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73727" y="2109622"/>
                  <a:ext cx="235800" cy="12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37BEE3DF-0B05-D169-07BC-CA2A8DCE8A65}"/>
              </a:ext>
            </a:extLst>
          </p:cNvPr>
          <p:cNvGrpSpPr/>
          <p:nvPr/>
        </p:nvGrpSpPr>
        <p:grpSpPr>
          <a:xfrm>
            <a:off x="1286807" y="2014222"/>
            <a:ext cx="675000" cy="412920"/>
            <a:chOff x="1286807" y="2014222"/>
            <a:chExt cx="675000" cy="41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DB52FA4-C7BF-0CB8-E1B2-7296C6967B84}"/>
                    </a:ext>
                  </a:extLst>
                </p14:cNvPr>
                <p14:cNvContentPartPr/>
                <p14:nvPr/>
              </p14:nvContentPartPr>
              <p14:xfrm>
                <a:off x="1286807" y="2014222"/>
                <a:ext cx="201600" cy="4129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DB52FA4-C7BF-0CB8-E1B2-7296C6967B84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269167" y="1996222"/>
                  <a:ext cx="237240" cy="44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CE61CBAC-8403-B3A4-5612-8118AE5BD9C3}"/>
                    </a:ext>
                  </a:extLst>
                </p14:cNvPr>
                <p14:cNvContentPartPr/>
                <p14:nvPr/>
              </p14:nvContentPartPr>
              <p14:xfrm>
                <a:off x="1583087" y="2059582"/>
                <a:ext cx="378720" cy="3326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CE61CBAC-8403-B3A4-5612-8118AE5BD9C3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565447" y="2041582"/>
                  <a:ext cx="41436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489C8CCD-B343-2C0E-EFFF-FF37530AD704}"/>
                    </a:ext>
                  </a:extLst>
                </p14:cNvPr>
                <p14:cNvContentPartPr/>
                <p14:nvPr/>
              </p14:nvContentPartPr>
              <p14:xfrm>
                <a:off x="1439447" y="2174422"/>
                <a:ext cx="172080" cy="543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489C8CCD-B343-2C0E-EFFF-FF37530AD704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421807" y="2156782"/>
                  <a:ext cx="207720" cy="9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6012EE85-D0D8-8AEA-83FC-3B8B7881DD5D}"/>
              </a:ext>
            </a:extLst>
          </p:cNvPr>
          <p:cNvGrpSpPr/>
          <p:nvPr/>
        </p:nvGrpSpPr>
        <p:grpSpPr>
          <a:xfrm>
            <a:off x="2359247" y="1868422"/>
            <a:ext cx="1986120" cy="966600"/>
            <a:chOff x="2359247" y="1868422"/>
            <a:chExt cx="1986120" cy="966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1531553-1B12-5BF4-8511-2F9D796C53B6}"/>
                    </a:ext>
                  </a:extLst>
                </p14:cNvPr>
                <p14:cNvContentPartPr/>
                <p14:nvPr/>
              </p14:nvContentPartPr>
              <p14:xfrm>
                <a:off x="2359247" y="2049862"/>
                <a:ext cx="762840" cy="4219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1531553-1B12-5BF4-8511-2F9D796C53B6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341247" y="2031862"/>
                  <a:ext cx="798480" cy="45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AB55BAC3-5116-7D36-F064-A18BC02C8FA3}"/>
                    </a:ext>
                  </a:extLst>
                </p14:cNvPr>
                <p14:cNvContentPartPr/>
                <p14:nvPr/>
              </p14:nvContentPartPr>
              <p14:xfrm>
                <a:off x="2893847" y="2110702"/>
                <a:ext cx="97200" cy="252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AB55BAC3-5116-7D36-F064-A18BC02C8FA3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875847" y="2093062"/>
                  <a:ext cx="1328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B773898F-7477-C64B-874B-7D83C72872E6}"/>
                    </a:ext>
                  </a:extLst>
                </p14:cNvPr>
                <p14:cNvContentPartPr/>
                <p14:nvPr/>
              </p14:nvContentPartPr>
              <p14:xfrm>
                <a:off x="2795927" y="2187022"/>
                <a:ext cx="206640" cy="378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B773898F-7477-C64B-874B-7D83C72872E6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777927" y="2169022"/>
                  <a:ext cx="24228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FD871976-6E36-BBD0-73E2-7BC1A98BFC14}"/>
                    </a:ext>
                  </a:extLst>
                </p14:cNvPr>
                <p14:cNvContentPartPr/>
                <p14:nvPr/>
              </p14:nvContentPartPr>
              <p14:xfrm>
                <a:off x="3049367" y="2068942"/>
                <a:ext cx="336240" cy="7660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FD871976-6E36-BBD0-73E2-7BC1A98BFC14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031367" y="2051302"/>
                  <a:ext cx="371880" cy="80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D218666C-FCF0-DA7A-61A3-2B69509B8C50}"/>
                    </a:ext>
                  </a:extLst>
                </p14:cNvPr>
                <p14:cNvContentPartPr/>
                <p14:nvPr/>
              </p14:nvContentPartPr>
              <p14:xfrm>
                <a:off x="3408287" y="2147782"/>
                <a:ext cx="31680" cy="694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D218666C-FCF0-DA7A-61A3-2B69509B8C50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390287" y="2130142"/>
                  <a:ext cx="6732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7F885F9A-387C-4DA6-0996-ABC4A0622BB8}"/>
                    </a:ext>
                  </a:extLst>
                </p14:cNvPr>
                <p14:cNvContentPartPr/>
                <p14:nvPr/>
              </p14:nvContentPartPr>
              <p14:xfrm>
                <a:off x="3515207" y="2228062"/>
                <a:ext cx="253440" cy="15552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7F885F9A-387C-4DA6-0996-ABC4A0622BB8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497567" y="2210422"/>
                  <a:ext cx="28908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1F80D0A1-939E-2BFA-24BA-4C74CA13C4ED}"/>
                    </a:ext>
                  </a:extLst>
                </p14:cNvPr>
                <p14:cNvContentPartPr/>
                <p14:nvPr/>
              </p14:nvContentPartPr>
              <p14:xfrm>
                <a:off x="3766127" y="2053102"/>
                <a:ext cx="59760" cy="554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1F80D0A1-939E-2BFA-24BA-4C74CA13C4ED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748127" y="2035462"/>
                  <a:ext cx="9540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00E2CC7-89AC-6309-455A-0407DA823049}"/>
                    </a:ext>
                  </a:extLst>
                </p14:cNvPr>
                <p14:cNvContentPartPr/>
                <p14:nvPr/>
              </p14:nvContentPartPr>
              <p14:xfrm>
                <a:off x="3904007" y="1868422"/>
                <a:ext cx="441360" cy="4046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400E2CC7-89AC-6309-455A-0407DA823049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886367" y="1850422"/>
                  <a:ext cx="477000" cy="44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3D2B3FAF-208B-D5F0-854C-A2D5146CB2B2}"/>
              </a:ext>
            </a:extLst>
          </p:cNvPr>
          <p:cNvGrpSpPr/>
          <p:nvPr/>
        </p:nvGrpSpPr>
        <p:grpSpPr>
          <a:xfrm>
            <a:off x="4776287" y="1974622"/>
            <a:ext cx="2382840" cy="400320"/>
            <a:chOff x="4776287" y="1974622"/>
            <a:chExt cx="2382840" cy="40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9F24F013-79A3-5CB8-05F8-E1F7B48C4700}"/>
                    </a:ext>
                  </a:extLst>
                </p14:cNvPr>
                <p14:cNvContentPartPr/>
                <p14:nvPr/>
              </p14:nvContentPartPr>
              <p14:xfrm>
                <a:off x="4776287" y="2149582"/>
                <a:ext cx="309960" cy="17388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9F24F013-79A3-5CB8-05F8-E1F7B48C470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758287" y="2131582"/>
                  <a:ext cx="34560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D4A691B4-8F37-17D0-9CAC-82DAF29F265C}"/>
                    </a:ext>
                  </a:extLst>
                </p14:cNvPr>
                <p14:cNvContentPartPr/>
                <p14:nvPr/>
              </p14:nvContentPartPr>
              <p14:xfrm>
                <a:off x="5091287" y="2093422"/>
                <a:ext cx="623520" cy="1836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D4A691B4-8F37-17D0-9CAC-82DAF29F265C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073287" y="2075782"/>
                  <a:ext cx="65916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81656CC5-33CF-3BA3-806C-0DF3E1336D74}"/>
                    </a:ext>
                  </a:extLst>
                </p14:cNvPr>
                <p14:cNvContentPartPr/>
                <p14:nvPr/>
              </p14:nvContentPartPr>
              <p14:xfrm>
                <a:off x="5639207" y="1979302"/>
                <a:ext cx="43920" cy="615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81656CC5-33CF-3BA3-806C-0DF3E1336D7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621567" y="1961302"/>
                  <a:ext cx="7956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4E4A2F45-B3D3-C039-867C-9AE19963B121}"/>
                    </a:ext>
                  </a:extLst>
                </p14:cNvPr>
                <p14:cNvContentPartPr/>
                <p14:nvPr/>
              </p14:nvContentPartPr>
              <p14:xfrm>
                <a:off x="5765207" y="2168302"/>
                <a:ext cx="209160" cy="1418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4E4A2F45-B3D3-C039-867C-9AE19963B121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747207" y="2150662"/>
                  <a:ext cx="24480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A64E2D92-8639-C3E0-4247-4DE71A94DC9D}"/>
                    </a:ext>
                  </a:extLst>
                </p14:cNvPr>
                <p14:cNvContentPartPr/>
                <p14:nvPr/>
              </p14:nvContentPartPr>
              <p14:xfrm>
                <a:off x="6077327" y="1974622"/>
                <a:ext cx="516240" cy="3207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A64E2D92-8639-C3E0-4247-4DE71A94DC9D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059687" y="1956982"/>
                  <a:ext cx="55188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DB0AD7E0-0F10-7E4F-64F3-11478C8A98B3}"/>
                    </a:ext>
                  </a:extLst>
                </p14:cNvPr>
                <p14:cNvContentPartPr/>
                <p14:nvPr/>
              </p14:nvContentPartPr>
              <p14:xfrm>
                <a:off x="6796967" y="2012782"/>
                <a:ext cx="136800" cy="34272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DB0AD7E0-0F10-7E4F-64F3-11478C8A98B3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779327" y="1994782"/>
                  <a:ext cx="172440" cy="37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BC10ACC0-F80F-D5D4-EDB2-BD18B3C3A513}"/>
                    </a:ext>
                  </a:extLst>
                </p14:cNvPr>
                <p14:cNvContentPartPr/>
                <p14:nvPr/>
              </p14:nvContentPartPr>
              <p14:xfrm>
                <a:off x="6971927" y="2156422"/>
                <a:ext cx="187200" cy="2185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BC10ACC0-F80F-D5D4-EDB2-BD18B3C3A513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953927" y="2138782"/>
                  <a:ext cx="222840" cy="25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3A048D7B-D431-24E9-0AE9-3999B18AB530}"/>
              </a:ext>
            </a:extLst>
          </p:cNvPr>
          <p:cNvGrpSpPr/>
          <p:nvPr/>
        </p:nvGrpSpPr>
        <p:grpSpPr>
          <a:xfrm>
            <a:off x="7615607" y="1652062"/>
            <a:ext cx="3311640" cy="901080"/>
            <a:chOff x="7615607" y="1652062"/>
            <a:chExt cx="3311640" cy="90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4F0A6FCC-71F6-7817-55CC-55A04311524E}"/>
                    </a:ext>
                  </a:extLst>
                </p14:cNvPr>
                <p14:cNvContentPartPr/>
                <p14:nvPr/>
              </p14:nvContentPartPr>
              <p14:xfrm>
                <a:off x="7615607" y="2096662"/>
                <a:ext cx="163080" cy="1735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4F0A6FCC-71F6-7817-55CC-55A04311524E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597967" y="2078662"/>
                  <a:ext cx="19872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821C53E6-E915-FDAA-6453-A554CBE11CDF}"/>
                    </a:ext>
                  </a:extLst>
                </p14:cNvPr>
                <p14:cNvContentPartPr/>
                <p14:nvPr/>
              </p14:nvContentPartPr>
              <p14:xfrm>
                <a:off x="7822967" y="2189542"/>
                <a:ext cx="104040" cy="2055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821C53E6-E915-FDAA-6453-A554CBE11CDF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804967" y="2171542"/>
                  <a:ext cx="13968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B6A867B7-60D2-6933-B2C8-E5585875D584}"/>
                    </a:ext>
                  </a:extLst>
                </p14:cNvPr>
                <p14:cNvContentPartPr/>
                <p14:nvPr/>
              </p14:nvContentPartPr>
              <p14:xfrm>
                <a:off x="7863647" y="2160382"/>
                <a:ext cx="148320" cy="5724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B6A867B7-60D2-6933-B2C8-E5585875D58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846007" y="2142382"/>
                  <a:ext cx="18396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8A869C3-A28B-061B-AE57-0BE5AB1C2331}"/>
                    </a:ext>
                  </a:extLst>
                </p14:cNvPr>
                <p14:cNvContentPartPr/>
                <p14:nvPr/>
              </p14:nvContentPartPr>
              <p14:xfrm>
                <a:off x="8171447" y="2103142"/>
                <a:ext cx="173880" cy="12600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8A869C3-A28B-061B-AE57-0BE5AB1C2331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153447" y="2085142"/>
                  <a:ext cx="20952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593256F3-B5AE-0B35-2680-4E9388BD05BA}"/>
                    </a:ext>
                  </a:extLst>
                </p14:cNvPr>
                <p14:cNvContentPartPr/>
                <p14:nvPr/>
              </p14:nvContentPartPr>
              <p14:xfrm>
                <a:off x="8424167" y="2103502"/>
                <a:ext cx="180000" cy="1152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593256F3-B5AE-0B35-2680-4E9388BD05BA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406167" y="2085862"/>
                  <a:ext cx="21564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364D1848-D557-D80A-26E4-8EF8380556FA}"/>
                    </a:ext>
                  </a:extLst>
                </p14:cNvPr>
                <p14:cNvContentPartPr/>
                <p14:nvPr/>
              </p14:nvContentPartPr>
              <p14:xfrm>
                <a:off x="8717927" y="1879222"/>
                <a:ext cx="189000" cy="3283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64D1848-D557-D80A-26E4-8EF8380556FA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699927" y="1861222"/>
                  <a:ext cx="22464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462321AC-4D8E-2B56-BC05-8DDB39917D7C}"/>
                    </a:ext>
                  </a:extLst>
                </p14:cNvPr>
                <p14:cNvContentPartPr/>
                <p14:nvPr/>
              </p14:nvContentPartPr>
              <p14:xfrm>
                <a:off x="9106727" y="1898662"/>
                <a:ext cx="240840" cy="18648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462321AC-4D8E-2B56-BC05-8DDB39917D7C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089087" y="1880662"/>
                  <a:ext cx="27648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D1C4FD34-E645-F28F-DE33-FF3B768DB3FB}"/>
                    </a:ext>
                  </a:extLst>
                </p14:cNvPr>
                <p14:cNvContentPartPr/>
                <p14:nvPr/>
              </p14:nvContentPartPr>
              <p14:xfrm>
                <a:off x="9340007" y="1940422"/>
                <a:ext cx="274680" cy="29448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D1C4FD34-E645-F28F-DE33-FF3B768DB3FB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322007" y="1922782"/>
                  <a:ext cx="31032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EE8B27F1-DBBD-78CF-0D3D-E756E2F51C0B}"/>
                    </a:ext>
                  </a:extLst>
                </p14:cNvPr>
                <p14:cNvContentPartPr/>
                <p14:nvPr/>
              </p14:nvContentPartPr>
              <p14:xfrm>
                <a:off x="10210847" y="2039422"/>
                <a:ext cx="35640" cy="360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EE8B27F1-DBBD-78CF-0D3D-E756E2F51C0B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0193207" y="2021782"/>
                  <a:ext cx="7128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F376BFF0-F2B2-8489-7321-70B0E0D06256}"/>
                    </a:ext>
                  </a:extLst>
                </p14:cNvPr>
                <p14:cNvContentPartPr/>
                <p14:nvPr/>
              </p14:nvContentPartPr>
              <p14:xfrm>
                <a:off x="9721967" y="2069302"/>
                <a:ext cx="39600" cy="4932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F376BFF0-F2B2-8489-7321-70B0E0D06256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704327" y="2051662"/>
                  <a:ext cx="7524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175E1976-C261-778E-63A6-FED75898773A}"/>
                    </a:ext>
                  </a:extLst>
                </p14:cNvPr>
                <p14:cNvContentPartPr/>
                <p14:nvPr/>
              </p14:nvContentPartPr>
              <p14:xfrm>
                <a:off x="9994487" y="1652062"/>
                <a:ext cx="198720" cy="52488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175E1976-C261-778E-63A6-FED75898773A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976487" y="1634422"/>
                  <a:ext cx="234360" cy="56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D9946A5D-11B2-9503-ABF1-6F4434016455}"/>
                    </a:ext>
                  </a:extLst>
                </p14:cNvPr>
                <p14:cNvContentPartPr/>
                <p14:nvPr/>
              </p14:nvContentPartPr>
              <p14:xfrm>
                <a:off x="10048847" y="2018182"/>
                <a:ext cx="97920" cy="3312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D9946A5D-11B2-9503-ABF1-6F4434016455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0031207" y="2000182"/>
                  <a:ext cx="13356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575237A2-7FD1-06FD-A66B-CEF6174E0C0E}"/>
                    </a:ext>
                  </a:extLst>
                </p14:cNvPr>
                <p14:cNvContentPartPr/>
                <p14:nvPr/>
              </p14:nvContentPartPr>
              <p14:xfrm>
                <a:off x="10124087" y="1782742"/>
                <a:ext cx="267480" cy="77040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575237A2-7FD1-06FD-A66B-CEF6174E0C0E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0106447" y="1764742"/>
                  <a:ext cx="303120" cy="80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455F2692-7391-0F9D-2739-450DE5908D2C}"/>
                    </a:ext>
                  </a:extLst>
                </p14:cNvPr>
                <p14:cNvContentPartPr/>
                <p14:nvPr/>
              </p14:nvContentPartPr>
              <p14:xfrm>
                <a:off x="10410287" y="1774822"/>
                <a:ext cx="77040" cy="40068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455F2692-7391-0F9D-2739-450DE5908D2C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0392287" y="1757182"/>
                  <a:ext cx="112680" cy="43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256CD244-88F4-B3A6-27D2-45D73C4AFCA8}"/>
                    </a:ext>
                  </a:extLst>
                </p14:cNvPr>
                <p14:cNvContentPartPr/>
                <p14:nvPr/>
              </p14:nvContentPartPr>
              <p14:xfrm>
                <a:off x="10512887" y="1974982"/>
                <a:ext cx="414360" cy="15948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256CD244-88F4-B3A6-27D2-45D73C4AFCA8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495247" y="1956982"/>
                  <a:ext cx="45000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7949E976-B586-0856-4057-862AE4EA788D}"/>
                    </a:ext>
                  </a:extLst>
                </p14:cNvPr>
                <p14:cNvContentPartPr/>
                <p14:nvPr/>
              </p14:nvContentPartPr>
              <p14:xfrm>
                <a:off x="10470407" y="1883902"/>
                <a:ext cx="207360" cy="529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7949E976-B586-0856-4057-862AE4EA788D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452407" y="1865902"/>
                  <a:ext cx="243000" cy="8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A36EABBC-F031-B437-3694-FDDF715E6A1D}"/>
              </a:ext>
            </a:extLst>
          </p:cNvPr>
          <p:cNvGrpSpPr/>
          <p:nvPr/>
        </p:nvGrpSpPr>
        <p:grpSpPr>
          <a:xfrm>
            <a:off x="397967" y="2804422"/>
            <a:ext cx="1179360" cy="916920"/>
            <a:chOff x="397967" y="2804422"/>
            <a:chExt cx="1179360" cy="91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F165DD97-567E-11BC-DDBA-818357DE919A}"/>
                    </a:ext>
                  </a:extLst>
                </p14:cNvPr>
                <p14:cNvContentPartPr/>
                <p14:nvPr/>
              </p14:nvContentPartPr>
              <p14:xfrm>
                <a:off x="397967" y="2963542"/>
                <a:ext cx="160920" cy="18252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F165DD97-567E-11BC-DDBA-818357DE919A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379967" y="2945902"/>
                  <a:ext cx="19656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EFA78FEB-9D12-C754-162F-63DA410E17B6}"/>
                    </a:ext>
                  </a:extLst>
                </p14:cNvPr>
                <p14:cNvContentPartPr/>
                <p14:nvPr/>
              </p14:nvContentPartPr>
              <p14:xfrm>
                <a:off x="598847" y="2804422"/>
                <a:ext cx="176760" cy="3564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EFA78FEB-9D12-C754-162F-63DA410E17B6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80847" y="2786782"/>
                  <a:ext cx="21240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B1FA656F-36FC-34FD-FF09-9BB6839CE8A0}"/>
                    </a:ext>
                  </a:extLst>
                </p14:cNvPr>
                <p14:cNvContentPartPr/>
                <p14:nvPr/>
              </p14:nvContentPartPr>
              <p14:xfrm>
                <a:off x="831407" y="2821342"/>
                <a:ext cx="290160" cy="3571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B1FA656F-36FC-34FD-FF09-9BB6839CE8A0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13767" y="2803702"/>
                  <a:ext cx="325800" cy="39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E36AC1F1-5E1B-6609-0DC8-D7514D497422}"/>
                    </a:ext>
                  </a:extLst>
                </p14:cNvPr>
                <p14:cNvContentPartPr/>
                <p14:nvPr/>
              </p14:nvContentPartPr>
              <p14:xfrm>
                <a:off x="1053887" y="2911342"/>
                <a:ext cx="48240" cy="3168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E36AC1F1-5E1B-6609-0DC8-D7514D497422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035887" y="2893702"/>
                  <a:ext cx="8388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DA456A64-BA86-52D6-1639-3ACA325A30C5}"/>
                    </a:ext>
                  </a:extLst>
                </p14:cNvPr>
                <p14:cNvContentPartPr/>
                <p14:nvPr/>
              </p14:nvContentPartPr>
              <p14:xfrm>
                <a:off x="1144247" y="2950222"/>
                <a:ext cx="199440" cy="19008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DA456A64-BA86-52D6-1639-3ACA325A30C5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126607" y="2932582"/>
                  <a:ext cx="23508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305D1D10-34A1-B25A-CC24-0070518D4837}"/>
                    </a:ext>
                  </a:extLst>
                </p14:cNvPr>
                <p14:cNvContentPartPr/>
                <p14:nvPr/>
              </p14:nvContentPartPr>
              <p14:xfrm>
                <a:off x="1347287" y="2967862"/>
                <a:ext cx="230040" cy="75348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305D1D10-34A1-B25A-CC24-0070518D4837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329647" y="2949862"/>
                  <a:ext cx="265680" cy="78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DCEF5FB0-8738-0D28-E2E3-4853BBB5E36E}"/>
              </a:ext>
            </a:extLst>
          </p:cNvPr>
          <p:cNvGrpSpPr/>
          <p:nvPr/>
        </p:nvGrpSpPr>
        <p:grpSpPr>
          <a:xfrm>
            <a:off x="1988087" y="2786782"/>
            <a:ext cx="3661920" cy="723960"/>
            <a:chOff x="1988087" y="2786782"/>
            <a:chExt cx="3661920" cy="72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F2FF7BB9-B1A2-FC9D-6590-1D591E45AF23}"/>
                    </a:ext>
                  </a:extLst>
                </p14:cNvPr>
                <p14:cNvContentPartPr/>
                <p14:nvPr/>
              </p14:nvContentPartPr>
              <p14:xfrm>
                <a:off x="1988087" y="2794342"/>
                <a:ext cx="685080" cy="32184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F2FF7BB9-B1A2-FC9D-6590-1D591E45AF23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970087" y="2776342"/>
                  <a:ext cx="72072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BE2368F4-7D1E-9617-8B62-CE3ADDA4EFC6}"/>
                    </a:ext>
                  </a:extLst>
                </p14:cNvPr>
                <p14:cNvContentPartPr/>
                <p14:nvPr/>
              </p14:nvContentPartPr>
              <p14:xfrm>
                <a:off x="2541407" y="2808022"/>
                <a:ext cx="62280" cy="1368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BE2368F4-7D1E-9617-8B62-CE3ADDA4EFC6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523407" y="2790022"/>
                  <a:ext cx="9792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B24C8B4D-ED1E-3311-754B-B05FE0E0CE40}"/>
                    </a:ext>
                  </a:extLst>
                </p14:cNvPr>
                <p14:cNvContentPartPr/>
                <p14:nvPr/>
              </p14:nvContentPartPr>
              <p14:xfrm>
                <a:off x="2397767" y="2867062"/>
                <a:ext cx="171360" cy="4356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B24C8B4D-ED1E-3311-754B-B05FE0E0CE40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2379767" y="2849422"/>
                  <a:ext cx="20700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6F4FB3EA-BC2D-0750-4484-E7C717D22FF7}"/>
                    </a:ext>
                  </a:extLst>
                </p14:cNvPr>
                <p14:cNvContentPartPr/>
                <p14:nvPr/>
              </p14:nvContentPartPr>
              <p14:xfrm>
                <a:off x="2609087" y="2786782"/>
                <a:ext cx="279720" cy="7239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6F4FB3EA-BC2D-0750-4484-E7C717D22FF7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591087" y="2768782"/>
                  <a:ext cx="315360" cy="75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4E9762A7-8BEC-4D94-DADB-985A9EFB4D94}"/>
                    </a:ext>
                  </a:extLst>
                </p14:cNvPr>
                <p14:cNvContentPartPr/>
                <p14:nvPr/>
              </p14:nvContentPartPr>
              <p14:xfrm>
                <a:off x="2886287" y="2809462"/>
                <a:ext cx="21240" cy="2664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4E9762A7-8BEC-4D94-DADB-985A9EFB4D94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2868647" y="2791462"/>
                  <a:ext cx="5688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8CFB3865-D2E4-79C2-07B4-3D130E00E979}"/>
                    </a:ext>
                  </a:extLst>
                </p14:cNvPr>
                <p14:cNvContentPartPr/>
                <p14:nvPr/>
              </p14:nvContentPartPr>
              <p14:xfrm>
                <a:off x="3025967" y="2960662"/>
                <a:ext cx="264600" cy="17172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8CFB3865-D2E4-79C2-07B4-3D130E00E979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3007967" y="2943022"/>
                  <a:ext cx="30024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D2DEC693-2C9A-2AD1-DFC4-AF3099D6EB7E}"/>
                    </a:ext>
                  </a:extLst>
                </p14:cNvPr>
                <p14:cNvContentPartPr/>
                <p14:nvPr/>
              </p14:nvContentPartPr>
              <p14:xfrm>
                <a:off x="3272927" y="2899462"/>
                <a:ext cx="21960" cy="4968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D2DEC693-2C9A-2AD1-DFC4-AF3099D6EB7E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3255287" y="2881462"/>
                  <a:ext cx="5760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962B6BB7-F02F-249B-46E5-4802D5B1686C}"/>
                    </a:ext>
                  </a:extLst>
                </p14:cNvPr>
                <p14:cNvContentPartPr/>
                <p14:nvPr/>
              </p14:nvContentPartPr>
              <p14:xfrm>
                <a:off x="3358967" y="2793982"/>
                <a:ext cx="311760" cy="35964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962B6BB7-F02F-249B-46E5-4802D5B1686C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340967" y="2775982"/>
                  <a:ext cx="347400" cy="39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3432123A-A2DD-4CF5-5C43-9A9C4F1C616B}"/>
                    </a:ext>
                  </a:extLst>
                </p14:cNvPr>
                <p14:cNvContentPartPr/>
                <p14:nvPr/>
              </p14:nvContentPartPr>
              <p14:xfrm>
                <a:off x="3930287" y="2961022"/>
                <a:ext cx="768240" cy="18684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3432123A-A2DD-4CF5-5C43-9A9C4F1C616B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912287" y="2943022"/>
                  <a:ext cx="80388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67D376D7-8D4F-3CE6-6B5B-86D2E03DBBF7}"/>
                    </a:ext>
                  </a:extLst>
                </p14:cNvPr>
                <p14:cNvContentPartPr/>
                <p14:nvPr/>
              </p14:nvContentPartPr>
              <p14:xfrm>
                <a:off x="4658567" y="2845102"/>
                <a:ext cx="30600" cy="648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67D376D7-8D4F-3CE6-6B5B-86D2E03DBBF7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4640927" y="2827102"/>
                  <a:ext cx="6624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2648B578-DE8B-9236-BF3E-08D2E2F878C9}"/>
                    </a:ext>
                  </a:extLst>
                </p14:cNvPr>
                <p14:cNvContentPartPr/>
                <p14:nvPr/>
              </p14:nvContentPartPr>
              <p14:xfrm>
                <a:off x="4751087" y="2830342"/>
                <a:ext cx="694440" cy="30096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2648B578-DE8B-9236-BF3E-08D2E2F878C9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4733447" y="2812702"/>
                  <a:ext cx="73008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0F91D85A-7697-012E-C0EB-D834B9D0F380}"/>
                    </a:ext>
                  </a:extLst>
                </p14:cNvPr>
                <p14:cNvContentPartPr/>
                <p14:nvPr/>
              </p14:nvContentPartPr>
              <p14:xfrm>
                <a:off x="5454527" y="2898022"/>
                <a:ext cx="195480" cy="16920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0F91D85A-7697-012E-C0EB-D834B9D0F380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5436887" y="2880382"/>
                  <a:ext cx="231120" cy="204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4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7C8ABDB9-0E77-4E7D-FEA9-F7160331C881}"/>
                  </a:ext>
                </a:extLst>
              </p14:cNvPr>
              <p14:cNvContentPartPr/>
              <p14:nvPr/>
            </p14:nvContentPartPr>
            <p14:xfrm>
              <a:off x="5906687" y="3065782"/>
              <a:ext cx="66240" cy="122400"/>
            </p14:xfrm>
          </p:contentPart>
        </mc:Choice>
        <mc:Fallback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7C8ABDB9-0E77-4E7D-FEA9-F7160331C881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5889047" y="3047782"/>
                <a:ext cx="101880" cy="15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6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09C1856C-DA9F-CB62-EB39-B04FE2051B4F}"/>
                  </a:ext>
                </a:extLst>
              </p14:cNvPr>
              <p14:cNvContentPartPr/>
              <p14:nvPr/>
            </p14:nvContentPartPr>
            <p14:xfrm>
              <a:off x="2884847" y="3805942"/>
              <a:ext cx="52920" cy="29880"/>
            </p14:xfrm>
          </p:contentPart>
        </mc:Choice>
        <mc:Fallback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09C1856C-DA9F-CB62-EB39-B04FE2051B4F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2866847" y="3788302"/>
                <a:ext cx="88560" cy="65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60" name="Group 159">
            <a:extLst>
              <a:ext uri="{FF2B5EF4-FFF2-40B4-BE49-F238E27FC236}">
                <a16:creationId xmlns:a16="http://schemas.microsoft.com/office/drawing/2014/main" id="{4424165B-D08B-66E9-48CD-3F9AB633B18E}"/>
              </a:ext>
            </a:extLst>
          </p:cNvPr>
          <p:cNvGrpSpPr/>
          <p:nvPr/>
        </p:nvGrpSpPr>
        <p:grpSpPr>
          <a:xfrm>
            <a:off x="6430847" y="2634502"/>
            <a:ext cx="1988640" cy="509760"/>
            <a:chOff x="6430847" y="2634502"/>
            <a:chExt cx="1988640" cy="50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69C91A8E-D32A-9301-A6A2-BDB83C39CCD5}"/>
                    </a:ext>
                  </a:extLst>
                </p14:cNvPr>
                <p14:cNvContentPartPr/>
                <p14:nvPr/>
              </p14:nvContentPartPr>
              <p14:xfrm>
                <a:off x="6430847" y="2907382"/>
                <a:ext cx="546840" cy="21168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69C91A8E-D32A-9301-A6A2-BDB83C39CCD5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412847" y="2889742"/>
                  <a:ext cx="58248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FE5B51B3-FC53-E4CC-F06E-9CE560A6EF06}"/>
                    </a:ext>
                  </a:extLst>
                </p14:cNvPr>
                <p14:cNvContentPartPr/>
                <p14:nvPr/>
              </p14:nvContentPartPr>
              <p14:xfrm>
                <a:off x="7076687" y="2958862"/>
                <a:ext cx="78480" cy="14076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FE5B51B3-FC53-E4CC-F06E-9CE560A6EF06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7059047" y="2940862"/>
                  <a:ext cx="11412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303573F4-02C1-7191-245A-8E70B339AF06}"/>
                    </a:ext>
                  </a:extLst>
                </p14:cNvPr>
                <p14:cNvContentPartPr/>
                <p14:nvPr/>
              </p14:nvContentPartPr>
              <p14:xfrm>
                <a:off x="7200167" y="2634502"/>
                <a:ext cx="41400" cy="50976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303573F4-02C1-7191-245A-8E70B339AF06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7182527" y="2616502"/>
                  <a:ext cx="77040" cy="54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F1FC5917-CAAA-6EFE-CF9B-D90E3A1C43D9}"/>
                    </a:ext>
                  </a:extLst>
                </p14:cNvPr>
                <p14:cNvContentPartPr/>
                <p14:nvPr/>
              </p14:nvContentPartPr>
              <p14:xfrm>
                <a:off x="7279007" y="2961382"/>
                <a:ext cx="168480" cy="11052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F1FC5917-CAAA-6EFE-CF9B-D90E3A1C43D9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7261367" y="2943382"/>
                  <a:ext cx="20412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97069219-C006-4216-38DE-8EE4642D5985}"/>
                    </a:ext>
                  </a:extLst>
                </p14:cNvPr>
                <p14:cNvContentPartPr/>
                <p14:nvPr/>
              </p14:nvContentPartPr>
              <p14:xfrm>
                <a:off x="7461527" y="2928262"/>
                <a:ext cx="275760" cy="11988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97069219-C006-4216-38DE-8EE4642D5985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7443527" y="2910622"/>
                  <a:ext cx="31140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50069D75-CC7B-8514-C050-2FBE79350D72}"/>
                    </a:ext>
                  </a:extLst>
                </p14:cNvPr>
                <p14:cNvContentPartPr/>
                <p14:nvPr/>
              </p14:nvContentPartPr>
              <p14:xfrm>
                <a:off x="7819727" y="2853742"/>
                <a:ext cx="3240" cy="2772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50069D75-CC7B-8514-C050-2FBE79350D72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7801727" y="2835742"/>
                  <a:ext cx="3888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3D28BFAF-3AAA-F9B7-D229-821052A4427A}"/>
                    </a:ext>
                  </a:extLst>
                </p14:cNvPr>
                <p14:cNvContentPartPr/>
                <p14:nvPr/>
              </p14:nvContentPartPr>
              <p14:xfrm>
                <a:off x="7876967" y="2744302"/>
                <a:ext cx="527040" cy="31320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3D28BFAF-3AAA-F9B7-D229-821052A4427A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7859327" y="2726662"/>
                  <a:ext cx="56268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EDC460FA-958A-A04C-797E-EA28B52E44D3}"/>
                    </a:ext>
                  </a:extLst>
                </p14:cNvPr>
                <p14:cNvContentPartPr/>
                <p14:nvPr/>
              </p14:nvContentPartPr>
              <p14:xfrm>
                <a:off x="8230487" y="2729182"/>
                <a:ext cx="189000" cy="6228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EDC460FA-958A-A04C-797E-EA28B52E44D3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8212487" y="2711542"/>
                  <a:ext cx="22464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5CA8C223-8D12-765E-88BF-73268D8FFF26}"/>
                    </a:ext>
                  </a:extLst>
                </p14:cNvPr>
                <p14:cNvContentPartPr/>
                <p14:nvPr/>
              </p14:nvContentPartPr>
              <p14:xfrm>
                <a:off x="7262447" y="2815942"/>
                <a:ext cx="90720" cy="2952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5CA8C223-8D12-765E-88BF-73268D8FFF26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7244807" y="2797942"/>
                  <a:ext cx="12636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61998CF0-0AF8-F479-8909-BDC0563E3B22}"/>
                    </a:ext>
                  </a:extLst>
                </p14:cNvPr>
                <p14:cNvContentPartPr/>
                <p14:nvPr/>
              </p14:nvContentPartPr>
              <p14:xfrm>
                <a:off x="7029887" y="2746462"/>
                <a:ext cx="275760" cy="4680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61998CF0-0AF8-F479-8909-BDC0563E3B22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7012247" y="2728822"/>
                  <a:ext cx="311400" cy="8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37E6F58C-7CF6-203A-5445-794A942622B0}"/>
              </a:ext>
            </a:extLst>
          </p:cNvPr>
          <p:cNvGrpSpPr/>
          <p:nvPr/>
        </p:nvGrpSpPr>
        <p:grpSpPr>
          <a:xfrm>
            <a:off x="1826087" y="3701542"/>
            <a:ext cx="707760" cy="444240"/>
            <a:chOff x="1826087" y="3701542"/>
            <a:chExt cx="707760" cy="44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FD2BBCAF-480A-FE25-5421-7AD969633F24}"/>
                    </a:ext>
                  </a:extLst>
                </p14:cNvPr>
                <p14:cNvContentPartPr/>
                <p14:nvPr/>
              </p14:nvContentPartPr>
              <p14:xfrm>
                <a:off x="1826087" y="3701542"/>
                <a:ext cx="223560" cy="33516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FD2BBCAF-480A-FE25-5421-7AD969633F24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808087" y="3683542"/>
                  <a:ext cx="25920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E8FF344B-C64C-0786-99B4-99FCC214F2A7}"/>
                    </a:ext>
                  </a:extLst>
                </p14:cNvPr>
                <p14:cNvContentPartPr/>
                <p14:nvPr/>
              </p14:nvContentPartPr>
              <p14:xfrm>
                <a:off x="2142527" y="3832942"/>
                <a:ext cx="218160" cy="17820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E8FF344B-C64C-0786-99B4-99FCC214F2A7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2124887" y="3815302"/>
                  <a:ext cx="25380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83FD1090-B2DA-8C70-4A46-2FFDFB94A9C4}"/>
                    </a:ext>
                  </a:extLst>
                </p14:cNvPr>
                <p14:cNvContentPartPr/>
                <p14:nvPr/>
              </p14:nvContentPartPr>
              <p14:xfrm>
                <a:off x="2505767" y="3914662"/>
                <a:ext cx="28080" cy="23112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83FD1090-B2DA-8C70-4A46-2FFDFB94A9C4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2488127" y="3896662"/>
                  <a:ext cx="63720" cy="266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4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7ED38AC5-643C-9A97-342C-310FDA1E0C5D}"/>
                  </a:ext>
                </a:extLst>
              </p14:cNvPr>
              <p14:cNvContentPartPr/>
              <p14:nvPr/>
            </p14:nvContentPartPr>
            <p14:xfrm>
              <a:off x="2874407" y="3801622"/>
              <a:ext cx="168480" cy="39960"/>
            </p14:xfrm>
          </p:contentPart>
        </mc:Choice>
        <mc:Fallback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7ED38AC5-643C-9A97-342C-310FDA1E0C5D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2856767" y="3783982"/>
                <a:ext cx="20412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6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847763E5-A030-112B-6A42-F216AF1C825C}"/>
                  </a:ext>
                </a:extLst>
              </p14:cNvPr>
              <p14:cNvContentPartPr/>
              <p14:nvPr/>
            </p14:nvContentPartPr>
            <p14:xfrm>
              <a:off x="2940647" y="3718822"/>
              <a:ext cx="35280" cy="223560"/>
            </p14:xfrm>
          </p:contentPart>
        </mc:Choice>
        <mc:Fallback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847763E5-A030-112B-6A42-F216AF1C825C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2922647" y="3700822"/>
                <a:ext cx="70920" cy="25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8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B4A8A3C3-3458-BE55-B2DA-FBE01589047B}"/>
                  </a:ext>
                </a:extLst>
              </p14:cNvPr>
              <p14:cNvContentPartPr/>
              <p14:nvPr/>
            </p14:nvContentPartPr>
            <p14:xfrm>
              <a:off x="3131087" y="3725662"/>
              <a:ext cx="260640" cy="212040"/>
            </p14:xfrm>
          </p:contentPart>
        </mc:Choice>
        <mc:Fallback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B4A8A3C3-3458-BE55-B2DA-FBE01589047B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3113087" y="3708022"/>
                <a:ext cx="296280" cy="24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0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1CE00C80-A34A-FA84-C97F-76F2C8EB35DA}"/>
                  </a:ext>
                </a:extLst>
              </p14:cNvPr>
              <p14:cNvContentPartPr/>
              <p14:nvPr/>
            </p14:nvContentPartPr>
            <p14:xfrm>
              <a:off x="3417647" y="3863542"/>
              <a:ext cx="207720" cy="191160"/>
            </p14:xfrm>
          </p:contentPart>
        </mc:Choice>
        <mc:Fallback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1CE00C80-A34A-FA84-C97F-76F2C8EB35DA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3399647" y="3845902"/>
                <a:ext cx="243360" cy="226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94" name="Group 193">
            <a:extLst>
              <a:ext uri="{FF2B5EF4-FFF2-40B4-BE49-F238E27FC236}">
                <a16:creationId xmlns:a16="http://schemas.microsoft.com/office/drawing/2014/main" id="{D304049A-F764-1D05-F58E-629214BA31DE}"/>
              </a:ext>
            </a:extLst>
          </p:cNvPr>
          <p:cNvGrpSpPr/>
          <p:nvPr/>
        </p:nvGrpSpPr>
        <p:grpSpPr>
          <a:xfrm>
            <a:off x="3891767" y="3639622"/>
            <a:ext cx="2522880" cy="414000"/>
            <a:chOff x="3891767" y="3639622"/>
            <a:chExt cx="2522880" cy="414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9D1DC416-E70E-8568-C2B1-050CB5888BCD}"/>
                    </a:ext>
                  </a:extLst>
                </p14:cNvPr>
                <p14:cNvContentPartPr/>
                <p14:nvPr/>
              </p14:nvContentPartPr>
              <p14:xfrm>
                <a:off x="3891767" y="3786862"/>
                <a:ext cx="241200" cy="2880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9D1DC416-E70E-8568-C2B1-050CB5888BCD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3874127" y="3769222"/>
                  <a:ext cx="27684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212DF6EF-E4A1-6EF3-B9BE-1C8C16B375BF}"/>
                    </a:ext>
                  </a:extLst>
                </p14:cNvPr>
                <p14:cNvContentPartPr/>
                <p14:nvPr/>
              </p14:nvContentPartPr>
              <p14:xfrm>
                <a:off x="3984647" y="3702622"/>
                <a:ext cx="46440" cy="27756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212DF6EF-E4A1-6EF3-B9BE-1C8C16B375BF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3966647" y="3684982"/>
                  <a:ext cx="8208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13DF8599-8837-770C-BE0A-BAB29FDBA1F4}"/>
                    </a:ext>
                  </a:extLst>
                </p14:cNvPr>
                <p14:cNvContentPartPr/>
                <p14:nvPr/>
              </p14:nvContentPartPr>
              <p14:xfrm>
                <a:off x="4240607" y="3700462"/>
                <a:ext cx="160920" cy="25308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13DF8599-8837-770C-BE0A-BAB29FDBA1F4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4222967" y="3682462"/>
                  <a:ext cx="19656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545303ED-33A2-BB86-6007-14240AC748F4}"/>
                    </a:ext>
                  </a:extLst>
                </p14:cNvPr>
                <p14:cNvContentPartPr/>
                <p14:nvPr/>
              </p14:nvContentPartPr>
              <p14:xfrm>
                <a:off x="4440767" y="3835822"/>
                <a:ext cx="21960" cy="252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545303ED-33A2-BB86-6007-14240AC748F4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4423127" y="3817822"/>
                  <a:ext cx="576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7AE1F44B-FD56-C5EB-E7A3-53479AC6CACF}"/>
                    </a:ext>
                  </a:extLst>
                </p14:cNvPr>
                <p14:cNvContentPartPr/>
                <p14:nvPr/>
              </p14:nvContentPartPr>
              <p14:xfrm>
                <a:off x="4565327" y="3762022"/>
                <a:ext cx="156240" cy="16920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7AE1F44B-FD56-C5EB-E7A3-53479AC6CACF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4547327" y="3744382"/>
                  <a:ext cx="19188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64001476-40D7-0C0C-F35E-E8C80955F943}"/>
                    </a:ext>
                  </a:extLst>
                </p14:cNvPr>
                <p14:cNvContentPartPr/>
                <p14:nvPr/>
              </p14:nvContentPartPr>
              <p14:xfrm>
                <a:off x="4661087" y="3880102"/>
                <a:ext cx="183600" cy="17352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64001476-40D7-0C0C-F35E-E8C80955F943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4643087" y="3862102"/>
                  <a:ext cx="21924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A8E0A0D2-B349-43D9-56D6-505F5FE57353}"/>
                    </a:ext>
                  </a:extLst>
                </p14:cNvPr>
                <p14:cNvContentPartPr/>
                <p14:nvPr/>
              </p14:nvContentPartPr>
              <p14:xfrm>
                <a:off x="5016407" y="3749782"/>
                <a:ext cx="110160" cy="2520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A8E0A0D2-B349-43D9-56D6-505F5FE57353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4998407" y="3732142"/>
                  <a:ext cx="14580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B6AFC192-CA05-507C-289B-099475240B70}"/>
                    </a:ext>
                  </a:extLst>
                </p14:cNvPr>
                <p14:cNvContentPartPr/>
                <p14:nvPr/>
              </p14:nvContentPartPr>
              <p14:xfrm>
                <a:off x="5052767" y="3688582"/>
                <a:ext cx="37800" cy="26748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B6AFC192-CA05-507C-289B-099475240B70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5035127" y="3670582"/>
                  <a:ext cx="7344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4430DFD4-9B9A-A607-4C1D-BE4FE3593919}"/>
                    </a:ext>
                  </a:extLst>
                </p14:cNvPr>
                <p14:cNvContentPartPr/>
                <p14:nvPr/>
              </p14:nvContentPartPr>
              <p14:xfrm>
                <a:off x="5254367" y="3699742"/>
                <a:ext cx="142200" cy="15696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4430DFD4-9B9A-A607-4C1D-BE4FE3593919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5236367" y="3681742"/>
                  <a:ext cx="17784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2A02EDC2-31A0-E26C-3AD3-FAB54D220E53}"/>
                    </a:ext>
                  </a:extLst>
                </p14:cNvPr>
                <p14:cNvContentPartPr/>
                <p14:nvPr/>
              </p14:nvContentPartPr>
              <p14:xfrm>
                <a:off x="5541647" y="3794782"/>
                <a:ext cx="15840" cy="1008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2A02EDC2-31A0-E26C-3AD3-FAB54D220E53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5524007" y="3777142"/>
                  <a:ext cx="514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7A0E4069-7531-F729-590C-D7F3E9B0023F}"/>
                    </a:ext>
                  </a:extLst>
                </p14:cNvPr>
                <p14:cNvContentPartPr/>
                <p14:nvPr/>
              </p14:nvContentPartPr>
              <p14:xfrm>
                <a:off x="5642807" y="3677782"/>
                <a:ext cx="208800" cy="18216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7A0E4069-7531-F729-590C-D7F3E9B0023F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5624807" y="3659782"/>
                  <a:ext cx="24444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54CDEE37-C521-026A-1591-C43FB3AB7297}"/>
                    </a:ext>
                  </a:extLst>
                </p14:cNvPr>
                <p14:cNvContentPartPr/>
                <p14:nvPr/>
              </p14:nvContentPartPr>
              <p14:xfrm>
                <a:off x="5966807" y="3765262"/>
                <a:ext cx="106560" cy="20700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54CDEE37-C521-026A-1591-C43FB3AB7297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5948807" y="3747262"/>
                  <a:ext cx="14220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13C53CEF-5EA3-6833-028A-8D43BF1FCF01}"/>
                    </a:ext>
                  </a:extLst>
                </p14:cNvPr>
                <p14:cNvContentPartPr/>
                <p14:nvPr/>
              </p14:nvContentPartPr>
              <p14:xfrm>
                <a:off x="6196487" y="3739702"/>
                <a:ext cx="218160" cy="1656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13C53CEF-5EA3-6833-028A-8D43BF1FCF01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6178847" y="3722062"/>
                  <a:ext cx="25380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14A72D91-0729-DC4D-299F-674207328A2C}"/>
                    </a:ext>
                  </a:extLst>
                </p14:cNvPr>
                <p14:cNvContentPartPr/>
                <p14:nvPr/>
              </p14:nvContentPartPr>
              <p14:xfrm>
                <a:off x="6356687" y="3639622"/>
                <a:ext cx="20160" cy="25884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14A72D91-0729-DC4D-299F-674207328A2C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6338687" y="3621982"/>
                  <a:ext cx="55800" cy="29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706983DE-836E-2EE0-94AF-CB94DE97C100}"/>
              </a:ext>
            </a:extLst>
          </p:cNvPr>
          <p:cNvGrpSpPr/>
          <p:nvPr/>
        </p:nvGrpSpPr>
        <p:grpSpPr>
          <a:xfrm>
            <a:off x="6777527" y="3644662"/>
            <a:ext cx="611280" cy="380160"/>
            <a:chOff x="6777527" y="3644662"/>
            <a:chExt cx="611280" cy="380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B2F6A217-CC5D-7FBE-DD0E-F58BEA60E7FF}"/>
                    </a:ext>
                  </a:extLst>
                </p14:cNvPr>
                <p14:cNvContentPartPr/>
                <p14:nvPr/>
              </p14:nvContentPartPr>
              <p14:xfrm>
                <a:off x="6777527" y="3644662"/>
                <a:ext cx="236520" cy="20268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B2F6A217-CC5D-7FBE-DD0E-F58BEA60E7FF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6759887" y="3626662"/>
                  <a:ext cx="27216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FBE8AC16-4001-12EB-1888-DDF2CD850F62}"/>
                    </a:ext>
                  </a:extLst>
                </p14:cNvPr>
                <p14:cNvContentPartPr/>
                <p14:nvPr/>
              </p14:nvContentPartPr>
              <p14:xfrm>
                <a:off x="7063727" y="3801982"/>
                <a:ext cx="134640" cy="22284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FBE8AC16-4001-12EB-1888-DDF2CD850F62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7046087" y="3783982"/>
                  <a:ext cx="17028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8E6581AB-5CB8-2E5D-62E1-C6894B0934D3}"/>
                    </a:ext>
                  </a:extLst>
                </p14:cNvPr>
                <p14:cNvContentPartPr/>
                <p14:nvPr/>
              </p14:nvContentPartPr>
              <p14:xfrm>
                <a:off x="7171007" y="3751582"/>
                <a:ext cx="217800" cy="6084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8E6581AB-5CB8-2E5D-62E1-C6894B0934D3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7153367" y="3733942"/>
                  <a:ext cx="253440" cy="9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D6ADE8AD-68CF-9DC9-1470-22780946380A}"/>
              </a:ext>
            </a:extLst>
          </p:cNvPr>
          <p:cNvGrpSpPr/>
          <p:nvPr/>
        </p:nvGrpSpPr>
        <p:grpSpPr>
          <a:xfrm>
            <a:off x="7707767" y="3500302"/>
            <a:ext cx="806040" cy="330840"/>
            <a:chOff x="7707767" y="3500302"/>
            <a:chExt cx="806040" cy="33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30A276D7-9DFE-7B33-51C2-D6F87FAB900A}"/>
                    </a:ext>
                  </a:extLst>
                </p14:cNvPr>
                <p14:cNvContentPartPr/>
                <p14:nvPr/>
              </p14:nvContentPartPr>
              <p14:xfrm>
                <a:off x="7745927" y="3714502"/>
                <a:ext cx="99360" cy="720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30A276D7-9DFE-7B33-51C2-D6F87FAB900A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7728287" y="3696502"/>
                  <a:ext cx="1350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C1E23E62-9C98-EF11-5DD8-2C3388BE2E82}"/>
                    </a:ext>
                  </a:extLst>
                </p14:cNvPr>
                <p14:cNvContentPartPr/>
                <p14:nvPr/>
              </p14:nvContentPartPr>
              <p14:xfrm>
                <a:off x="7707767" y="3789382"/>
                <a:ext cx="177840" cy="4176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C1E23E62-9C98-EF11-5DD8-2C3388BE2E82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7690127" y="3771382"/>
                  <a:ext cx="21348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88D7BFFC-926C-7112-2215-86D8F8B7BEFF}"/>
                    </a:ext>
                  </a:extLst>
                </p14:cNvPr>
                <p14:cNvContentPartPr/>
                <p14:nvPr/>
              </p14:nvContentPartPr>
              <p14:xfrm>
                <a:off x="8062367" y="3500302"/>
                <a:ext cx="451440" cy="30096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88D7BFFC-926C-7112-2215-86D8F8B7BEFF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8044367" y="3482302"/>
                  <a:ext cx="487080" cy="33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0EA942AA-CF30-BA74-7CB9-9F1EE4EFB45B}"/>
              </a:ext>
            </a:extLst>
          </p:cNvPr>
          <p:cNvGrpSpPr/>
          <p:nvPr/>
        </p:nvGrpSpPr>
        <p:grpSpPr>
          <a:xfrm>
            <a:off x="1819607" y="4439542"/>
            <a:ext cx="3294720" cy="494640"/>
            <a:chOff x="1819607" y="4439542"/>
            <a:chExt cx="3294720" cy="49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3FD4D76D-A045-34DB-FEA4-9FB94190E95E}"/>
                    </a:ext>
                  </a:extLst>
                </p14:cNvPr>
                <p14:cNvContentPartPr/>
                <p14:nvPr/>
              </p14:nvContentPartPr>
              <p14:xfrm>
                <a:off x="1819607" y="4439542"/>
                <a:ext cx="181080" cy="41472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3FD4D76D-A045-34DB-FEA4-9FB94190E95E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801607" y="4421542"/>
                  <a:ext cx="216720" cy="45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615E926D-1CEE-8BBA-B4DD-60EFA15B12FB}"/>
                    </a:ext>
                  </a:extLst>
                </p14:cNvPr>
                <p14:cNvContentPartPr/>
                <p14:nvPr/>
              </p14:nvContentPartPr>
              <p14:xfrm>
                <a:off x="2047127" y="4631062"/>
                <a:ext cx="207720" cy="18648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615E926D-1CEE-8BBA-B4DD-60EFA15B12FB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2029487" y="4613422"/>
                  <a:ext cx="24336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06B5D210-68B7-5083-9B7F-35FD23708E95}"/>
                    </a:ext>
                  </a:extLst>
                </p14:cNvPr>
                <p14:cNvContentPartPr/>
                <p14:nvPr/>
              </p14:nvContentPartPr>
              <p14:xfrm>
                <a:off x="2363207" y="4731502"/>
                <a:ext cx="29520" cy="20268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06B5D210-68B7-5083-9B7F-35FD23708E95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2345567" y="4713502"/>
                  <a:ext cx="6516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DFE22B88-FF16-86A1-784A-F892D07C14C0}"/>
                    </a:ext>
                  </a:extLst>
                </p14:cNvPr>
                <p14:cNvContentPartPr/>
                <p14:nvPr/>
              </p14:nvContentPartPr>
              <p14:xfrm>
                <a:off x="2602607" y="4706662"/>
                <a:ext cx="172080" cy="4968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DFE22B88-FF16-86A1-784A-F892D07C14C0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2584967" y="4688662"/>
                  <a:ext cx="20772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D438C367-9496-B872-9BB9-99218AD94767}"/>
                    </a:ext>
                  </a:extLst>
                </p14:cNvPr>
                <p14:cNvContentPartPr/>
                <p14:nvPr/>
              </p14:nvContentPartPr>
              <p14:xfrm>
                <a:off x="2712047" y="4613782"/>
                <a:ext cx="23760" cy="24336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D438C367-9496-B872-9BB9-99218AD94767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2694407" y="4596142"/>
                  <a:ext cx="5940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2B6C0BD9-5CCC-F9DE-2F90-4978066D4A76}"/>
                    </a:ext>
                  </a:extLst>
                </p14:cNvPr>
                <p14:cNvContentPartPr/>
                <p14:nvPr/>
              </p14:nvContentPartPr>
              <p14:xfrm>
                <a:off x="3013007" y="4531342"/>
                <a:ext cx="165600" cy="26856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2B6C0BD9-5CCC-F9DE-2F90-4978066D4A76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2995007" y="4513702"/>
                  <a:ext cx="20124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66494854-D50F-F706-BA8D-7FF1AD33C187}"/>
                    </a:ext>
                  </a:extLst>
                </p14:cNvPr>
                <p14:cNvContentPartPr/>
                <p14:nvPr/>
              </p14:nvContentPartPr>
              <p14:xfrm>
                <a:off x="3286607" y="4605142"/>
                <a:ext cx="186480" cy="15372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66494854-D50F-F706-BA8D-7FF1AD33C187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3268967" y="4587502"/>
                  <a:ext cx="22212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71BD919C-5166-DD7D-790B-0B4A4D821DF2}"/>
                    </a:ext>
                  </a:extLst>
                </p14:cNvPr>
                <p14:cNvContentPartPr/>
                <p14:nvPr/>
              </p14:nvContentPartPr>
              <p14:xfrm>
                <a:off x="3555167" y="4671382"/>
                <a:ext cx="152640" cy="18072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71BD919C-5166-DD7D-790B-0B4A4D821DF2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3537527" y="4653382"/>
                  <a:ext cx="18828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342C23A0-A209-B5EA-9C46-E5F00D77E541}"/>
                    </a:ext>
                  </a:extLst>
                </p14:cNvPr>
                <p14:cNvContentPartPr/>
                <p14:nvPr/>
              </p14:nvContentPartPr>
              <p14:xfrm>
                <a:off x="3892487" y="4614502"/>
                <a:ext cx="216720" cy="6336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342C23A0-A209-B5EA-9C46-E5F00D77E541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3874487" y="4596502"/>
                  <a:ext cx="25236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EAE49ED6-BBE4-FEE5-8FB0-482DC862D7D8}"/>
                    </a:ext>
                  </a:extLst>
                </p14:cNvPr>
                <p14:cNvContentPartPr/>
                <p14:nvPr/>
              </p14:nvContentPartPr>
              <p14:xfrm>
                <a:off x="4280207" y="4527382"/>
                <a:ext cx="318960" cy="21600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EAE49ED6-BBE4-FEE5-8FB0-482DC862D7D8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4262207" y="4509382"/>
                  <a:ext cx="35460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17065F7E-6E52-3520-D9F4-D720A5B1BF11}"/>
                    </a:ext>
                  </a:extLst>
                </p14:cNvPr>
                <p14:cNvContentPartPr/>
                <p14:nvPr/>
              </p14:nvContentPartPr>
              <p14:xfrm>
                <a:off x="4616447" y="4627822"/>
                <a:ext cx="137160" cy="28188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17065F7E-6E52-3520-D9F4-D720A5B1BF11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4598447" y="4610182"/>
                  <a:ext cx="17280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2BA4CEF4-B00E-61A3-EAB7-3E67D9858A49}"/>
                    </a:ext>
                  </a:extLst>
                </p14:cNvPr>
                <p14:cNvContentPartPr/>
                <p14:nvPr/>
              </p14:nvContentPartPr>
              <p14:xfrm>
                <a:off x="4906607" y="4579222"/>
                <a:ext cx="207720" cy="2340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2BA4CEF4-B00E-61A3-EAB7-3E67D9858A49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4888967" y="4561222"/>
                  <a:ext cx="24336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45A8C6C9-8ACB-1893-3AB3-8B886B336055}"/>
                    </a:ext>
                  </a:extLst>
                </p14:cNvPr>
                <p14:cNvContentPartPr/>
                <p14:nvPr/>
              </p14:nvContentPartPr>
              <p14:xfrm>
                <a:off x="4934327" y="4482742"/>
                <a:ext cx="62280" cy="33408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45A8C6C9-8ACB-1893-3AB3-8B886B336055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4916687" y="4465102"/>
                  <a:ext cx="97920" cy="36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2" name="Group 221">
            <a:extLst>
              <a:ext uri="{FF2B5EF4-FFF2-40B4-BE49-F238E27FC236}">
                <a16:creationId xmlns:a16="http://schemas.microsoft.com/office/drawing/2014/main" id="{0ACCDD9B-7D75-5789-A512-5A373FA72505}"/>
              </a:ext>
            </a:extLst>
          </p:cNvPr>
          <p:cNvGrpSpPr/>
          <p:nvPr/>
        </p:nvGrpSpPr>
        <p:grpSpPr>
          <a:xfrm>
            <a:off x="5443007" y="4359982"/>
            <a:ext cx="760680" cy="547560"/>
            <a:chOff x="5443007" y="4359982"/>
            <a:chExt cx="760680" cy="54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BD0A5CC4-9AFD-9297-ECB1-EAEA14AA9DB8}"/>
                    </a:ext>
                  </a:extLst>
                </p14:cNvPr>
                <p14:cNvContentPartPr/>
                <p14:nvPr/>
              </p14:nvContentPartPr>
              <p14:xfrm>
                <a:off x="5443007" y="4359982"/>
                <a:ext cx="219600" cy="37800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BD0A5CC4-9AFD-9297-ECB1-EAEA14AA9DB8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5425007" y="4342342"/>
                  <a:ext cx="255240" cy="41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BA54BC14-A97F-C1BC-8757-83AD0729CD35}"/>
                    </a:ext>
                  </a:extLst>
                </p14:cNvPr>
                <p14:cNvContentPartPr/>
                <p14:nvPr/>
              </p14:nvContentPartPr>
              <p14:xfrm>
                <a:off x="5723807" y="4541422"/>
                <a:ext cx="9000" cy="1260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BA54BC14-A97F-C1BC-8757-83AD0729CD35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5705807" y="4523782"/>
                  <a:ext cx="4464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C4037A78-22A8-B5CA-B056-840635E7D15D}"/>
                    </a:ext>
                  </a:extLst>
                </p14:cNvPr>
                <p14:cNvContentPartPr/>
                <p14:nvPr/>
              </p14:nvContentPartPr>
              <p14:xfrm>
                <a:off x="5831807" y="4483462"/>
                <a:ext cx="200880" cy="18324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C4037A78-22A8-B5CA-B056-840635E7D15D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5814167" y="4465822"/>
                  <a:ext cx="23652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715E4640-160E-B115-1F30-E3DE92779C14}"/>
                    </a:ext>
                  </a:extLst>
                </p14:cNvPr>
                <p14:cNvContentPartPr/>
                <p14:nvPr/>
              </p14:nvContentPartPr>
              <p14:xfrm>
                <a:off x="6101807" y="4597582"/>
                <a:ext cx="101880" cy="30996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715E4640-160E-B115-1F30-E3DE92779C14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6084167" y="4579942"/>
                  <a:ext cx="137520" cy="34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4B281DA2-7E71-F5FA-E78F-3A4BA191521A}"/>
              </a:ext>
            </a:extLst>
          </p:cNvPr>
          <p:cNvGrpSpPr/>
          <p:nvPr/>
        </p:nvGrpSpPr>
        <p:grpSpPr>
          <a:xfrm>
            <a:off x="6550007" y="4507582"/>
            <a:ext cx="221040" cy="255240"/>
            <a:chOff x="6550007" y="4507582"/>
            <a:chExt cx="221040" cy="25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F40584AB-52B7-FE07-B848-60EDFF4A7B0B}"/>
                    </a:ext>
                  </a:extLst>
                </p14:cNvPr>
                <p14:cNvContentPartPr/>
                <p14:nvPr/>
              </p14:nvContentPartPr>
              <p14:xfrm>
                <a:off x="6550007" y="4629622"/>
                <a:ext cx="221040" cy="4320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F40584AB-52B7-FE07-B848-60EDFF4A7B0B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6532007" y="4611622"/>
                  <a:ext cx="25668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3E6A49D8-4A00-EEDD-4C62-2E65C80C1D75}"/>
                    </a:ext>
                  </a:extLst>
                </p14:cNvPr>
                <p14:cNvContentPartPr/>
                <p14:nvPr/>
              </p14:nvContentPartPr>
              <p14:xfrm>
                <a:off x="6691487" y="4507582"/>
                <a:ext cx="28800" cy="25524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3E6A49D8-4A00-EEDD-4C62-2E65C80C1D75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6673847" y="4489582"/>
                  <a:ext cx="64440" cy="29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0" name="Group 219">
            <a:extLst>
              <a:ext uri="{FF2B5EF4-FFF2-40B4-BE49-F238E27FC236}">
                <a16:creationId xmlns:a16="http://schemas.microsoft.com/office/drawing/2014/main" id="{28889FB7-35F1-2321-E2B6-24D8AF591E70}"/>
              </a:ext>
            </a:extLst>
          </p:cNvPr>
          <p:cNvGrpSpPr/>
          <p:nvPr/>
        </p:nvGrpSpPr>
        <p:grpSpPr>
          <a:xfrm>
            <a:off x="7086047" y="4481302"/>
            <a:ext cx="418320" cy="289440"/>
            <a:chOff x="7086047" y="4481302"/>
            <a:chExt cx="418320" cy="28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6B0A0AAC-E198-DBF8-3F5A-48B92AA8EF87}"/>
                    </a:ext>
                  </a:extLst>
                </p14:cNvPr>
                <p14:cNvContentPartPr/>
                <p14:nvPr/>
              </p14:nvContentPartPr>
              <p14:xfrm>
                <a:off x="7086047" y="4481302"/>
                <a:ext cx="234720" cy="19728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6B0A0AAC-E198-DBF8-3F5A-48B92AA8EF87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7068407" y="4463302"/>
                  <a:ext cx="27036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3DD88A62-CF81-86D0-8492-FB9AC10D1771}"/>
                    </a:ext>
                  </a:extLst>
                </p14:cNvPr>
                <p14:cNvContentPartPr/>
                <p14:nvPr/>
              </p14:nvContentPartPr>
              <p14:xfrm>
                <a:off x="7388447" y="4575622"/>
                <a:ext cx="115920" cy="19512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3DD88A62-CF81-86D0-8492-FB9AC10D1771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7370807" y="4557982"/>
                  <a:ext cx="151560" cy="23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D822DD3D-AAF7-04E1-1E25-D31B05698C6D}"/>
              </a:ext>
            </a:extLst>
          </p:cNvPr>
          <p:cNvGrpSpPr/>
          <p:nvPr/>
        </p:nvGrpSpPr>
        <p:grpSpPr>
          <a:xfrm>
            <a:off x="7769687" y="4492102"/>
            <a:ext cx="293760" cy="118440"/>
            <a:chOff x="7769687" y="4492102"/>
            <a:chExt cx="293760" cy="118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EECD0B4E-97D4-2613-14A5-4FAC70D2E918}"/>
                    </a:ext>
                  </a:extLst>
                </p14:cNvPr>
                <p14:cNvContentPartPr/>
                <p14:nvPr/>
              </p14:nvContentPartPr>
              <p14:xfrm>
                <a:off x="7769687" y="4492102"/>
                <a:ext cx="177840" cy="1404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EECD0B4E-97D4-2613-14A5-4FAC70D2E918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7751687" y="4474102"/>
                  <a:ext cx="21348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BB408602-6620-4E62-7185-79A798BDF1AF}"/>
                    </a:ext>
                  </a:extLst>
                </p14:cNvPr>
                <p14:cNvContentPartPr/>
                <p14:nvPr/>
              </p14:nvContentPartPr>
              <p14:xfrm>
                <a:off x="7833047" y="4569862"/>
                <a:ext cx="230400" cy="4068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BB408602-6620-4E62-7185-79A798BDF1AF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7815407" y="4552222"/>
                  <a:ext cx="266040" cy="76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68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6A5BCEC1-8C3A-52A1-02A4-086ECC8AC5DB}"/>
                  </a:ext>
                </a:extLst>
              </p14:cNvPr>
              <p14:cNvContentPartPr/>
              <p14:nvPr/>
            </p14:nvContentPartPr>
            <p14:xfrm>
              <a:off x="8397167" y="4228222"/>
              <a:ext cx="167760" cy="308160"/>
            </p14:xfrm>
          </p:contentPart>
        </mc:Choice>
        <mc:Fallback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6A5BCEC1-8C3A-52A1-02A4-086ECC8AC5DB}"/>
                  </a:ext>
                </a:extLst>
              </p:cNvPr>
              <p:cNvPicPr/>
              <p:nvPr/>
            </p:nvPicPr>
            <p:blipFill>
              <a:blip r:embed="rId369"/>
              <a:stretch>
                <a:fillRect/>
              </a:stretch>
            </p:blipFill>
            <p:spPr>
              <a:xfrm>
                <a:off x="8379527" y="4210222"/>
                <a:ext cx="203400" cy="343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42" name="Group 241">
            <a:extLst>
              <a:ext uri="{FF2B5EF4-FFF2-40B4-BE49-F238E27FC236}">
                <a16:creationId xmlns:a16="http://schemas.microsoft.com/office/drawing/2014/main" id="{E6AC0883-9BC6-06C2-6CF5-DC0CA6BE1715}"/>
              </a:ext>
            </a:extLst>
          </p:cNvPr>
          <p:cNvGrpSpPr/>
          <p:nvPr/>
        </p:nvGrpSpPr>
        <p:grpSpPr>
          <a:xfrm>
            <a:off x="2203007" y="5275102"/>
            <a:ext cx="1757520" cy="411480"/>
            <a:chOff x="2203007" y="5275102"/>
            <a:chExt cx="1757520" cy="41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76D46F51-2E7E-CE42-D3DC-AFAFBFBE7294}"/>
                    </a:ext>
                  </a:extLst>
                </p14:cNvPr>
                <p14:cNvContentPartPr/>
                <p14:nvPr/>
              </p14:nvContentPartPr>
              <p14:xfrm>
                <a:off x="2203007" y="5362222"/>
                <a:ext cx="251640" cy="22536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76D46F51-2E7E-CE42-D3DC-AFAFBFBE7294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2185007" y="5344222"/>
                  <a:ext cx="28728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724BEA79-E947-2A7C-F5AD-3C3695842691}"/>
                    </a:ext>
                  </a:extLst>
                </p14:cNvPr>
                <p14:cNvContentPartPr/>
                <p14:nvPr/>
              </p14:nvContentPartPr>
              <p14:xfrm>
                <a:off x="2583527" y="5465542"/>
                <a:ext cx="8280" cy="20988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724BEA79-E947-2A7C-F5AD-3C3695842691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2565887" y="5447542"/>
                  <a:ext cx="4392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96E8DF1B-CD82-C68C-5367-0C8072A66928}"/>
                    </a:ext>
                  </a:extLst>
                </p14:cNvPr>
                <p14:cNvContentPartPr/>
                <p14:nvPr/>
              </p14:nvContentPartPr>
              <p14:xfrm>
                <a:off x="2748767" y="5417302"/>
                <a:ext cx="109080" cy="3708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96E8DF1B-CD82-C68C-5367-0C8072A66928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2730767" y="5399302"/>
                  <a:ext cx="14472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3EDF1505-59FC-838D-D8D0-EDA3D438BFFC}"/>
                    </a:ext>
                  </a:extLst>
                </p14:cNvPr>
                <p14:cNvContentPartPr/>
                <p14:nvPr/>
              </p14:nvContentPartPr>
              <p14:xfrm>
                <a:off x="2782607" y="5361862"/>
                <a:ext cx="23400" cy="20808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3EDF1505-59FC-838D-D8D0-EDA3D438BFFC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2764967" y="5343862"/>
                  <a:ext cx="5904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5E4D140F-4E21-03C6-855A-1997235D583E}"/>
                    </a:ext>
                  </a:extLst>
                </p14:cNvPr>
                <p14:cNvContentPartPr/>
                <p14:nvPr/>
              </p14:nvContentPartPr>
              <p14:xfrm>
                <a:off x="3000407" y="5312542"/>
                <a:ext cx="270720" cy="28368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5E4D140F-4E21-03C6-855A-1997235D583E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2982407" y="5294542"/>
                  <a:ext cx="30636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78283734-9E9C-D024-CB11-FD1786753D64}"/>
                    </a:ext>
                  </a:extLst>
                </p14:cNvPr>
                <p14:cNvContentPartPr/>
                <p14:nvPr/>
              </p14:nvContentPartPr>
              <p14:xfrm>
                <a:off x="3250607" y="5409022"/>
                <a:ext cx="258480" cy="16056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78283734-9E9C-D024-CB11-FD1786753D64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3232967" y="5391382"/>
                  <a:ext cx="29412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B09384C6-4CF3-FBB8-6283-6A00645BF668}"/>
                    </a:ext>
                  </a:extLst>
                </p14:cNvPr>
                <p14:cNvContentPartPr/>
                <p14:nvPr/>
              </p14:nvContentPartPr>
              <p14:xfrm>
                <a:off x="3510527" y="5492542"/>
                <a:ext cx="188280" cy="19404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B09384C6-4CF3-FBB8-6283-6A00645BF668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3492887" y="5474902"/>
                  <a:ext cx="22392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F2D8A2C3-C5CE-270E-6AF4-605457A47D9F}"/>
                    </a:ext>
                  </a:extLst>
                </p14:cNvPr>
                <p14:cNvContentPartPr/>
                <p14:nvPr/>
              </p14:nvContentPartPr>
              <p14:xfrm>
                <a:off x="3780887" y="5368342"/>
                <a:ext cx="179640" cy="4104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F2D8A2C3-C5CE-270E-6AF4-605457A47D9F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3763247" y="5350702"/>
                  <a:ext cx="21528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4406D574-CFCA-91D1-3666-3D32E6704FF9}"/>
                    </a:ext>
                  </a:extLst>
                </p14:cNvPr>
                <p14:cNvContentPartPr/>
                <p14:nvPr/>
              </p14:nvContentPartPr>
              <p14:xfrm>
                <a:off x="3858287" y="5275102"/>
                <a:ext cx="38160" cy="27504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4406D574-CFCA-91D1-3666-3D32E6704FF9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3840287" y="5257102"/>
                  <a:ext cx="73800" cy="31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8BADA445-53B4-D3E2-CC5A-D6A04BE379DE}"/>
              </a:ext>
            </a:extLst>
          </p:cNvPr>
          <p:cNvGrpSpPr/>
          <p:nvPr/>
        </p:nvGrpSpPr>
        <p:grpSpPr>
          <a:xfrm>
            <a:off x="4277687" y="5239102"/>
            <a:ext cx="761040" cy="388440"/>
            <a:chOff x="4277687" y="5239102"/>
            <a:chExt cx="761040" cy="388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23840606-D127-32A7-0CB8-7A07B8A7E22E}"/>
                    </a:ext>
                  </a:extLst>
                </p14:cNvPr>
                <p14:cNvContentPartPr/>
                <p14:nvPr/>
              </p14:nvContentPartPr>
              <p14:xfrm>
                <a:off x="4277687" y="5239102"/>
                <a:ext cx="172080" cy="28836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23840606-D127-32A7-0CB8-7A07B8A7E22E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4260047" y="5221462"/>
                  <a:ext cx="20772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A4E0FF94-D252-51CA-5F37-E4EC9D83E276}"/>
                    </a:ext>
                  </a:extLst>
                </p14:cNvPr>
                <p14:cNvContentPartPr/>
                <p14:nvPr/>
              </p14:nvContentPartPr>
              <p14:xfrm>
                <a:off x="4544447" y="5357902"/>
                <a:ext cx="5760" cy="1008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A4E0FF94-D252-51CA-5F37-E4EC9D83E276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4526447" y="5339902"/>
                  <a:ext cx="414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1DB20929-B2A3-9069-D174-2CCE77A6C463}"/>
                    </a:ext>
                  </a:extLst>
                </p14:cNvPr>
                <p14:cNvContentPartPr/>
                <p14:nvPr/>
              </p14:nvContentPartPr>
              <p14:xfrm>
                <a:off x="4646687" y="5292022"/>
                <a:ext cx="234360" cy="17100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1DB20929-B2A3-9069-D174-2CCE77A6C463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4628687" y="5274022"/>
                  <a:ext cx="27000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8B114112-9F1E-4BBC-96F8-FF21DD4E6D36}"/>
                    </a:ext>
                  </a:extLst>
                </p14:cNvPr>
                <p14:cNvContentPartPr/>
                <p14:nvPr/>
              </p14:nvContentPartPr>
              <p14:xfrm>
                <a:off x="4832087" y="5368342"/>
                <a:ext cx="206640" cy="25920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8B114112-9F1E-4BBC-96F8-FF21DD4E6D36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4814087" y="5350702"/>
                  <a:ext cx="242280" cy="29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0" name="Group 239">
            <a:extLst>
              <a:ext uri="{FF2B5EF4-FFF2-40B4-BE49-F238E27FC236}">
                <a16:creationId xmlns:a16="http://schemas.microsoft.com/office/drawing/2014/main" id="{D238E630-8085-B15D-CD28-DBC24D1A0099}"/>
              </a:ext>
            </a:extLst>
          </p:cNvPr>
          <p:cNvGrpSpPr/>
          <p:nvPr/>
        </p:nvGrpSpPr>
        <p:grpSpPr>
          <a:xfrm>
            <a:off x="5300807" y="5310382"/>
            <a:ext cx="163440" cy="243360"/>
            <a:chOff x="5300807" y="5310382"/>
            <a:chExt cx="163440" cy="243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21C9DB29-7455-0BB3-8F2B-D660D8BB5A00}"/>
                    </a:ext>
                  </a:extLst>
                </p14:cNvPr>
                <p14:cNvContentPartPr/>
                <p14:nvPr/>
              </p14:nvContentPartPr>
              <p14:xfrm>
                <a:off x="5300807" y="5370142"/>
                <a:ext cx="163440" cy="2556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21C9DB29-7455-0BB3-8F2B-D660D8BB5A00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5282807" y="5352502"/>
                  <a:ext cx="19908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4E39AFAF-4BCE-00C0-3DE2-A5F63F3A300A}"/>
                    </a:ext>
                  </a:extLst>
                </p14:cNvPr>
                <p14:cNvContentPartPr/>
                <p14:nvPr/>
              </p14:nvContentPartPr>
              <p14:xfrm>
                <a:off x="5384687" y="5310382"/>
                <a:ext cx="38880" cy="24336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4E39AFAF-4BCE-00C0-3DE2-A5F63F3A300A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5366687" y="5292382"/>
                  <a:ext cx="74520" cy="27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2F89CD6C-62C5-ABEA-8A7C-6EB8CB767811}"/>
              </a:ext>
            </a:extLst>
          </p:cNvPr>
          <p:cNvGrpSpPr/>
          <p:nvPr/>
        </p:nvGrpSpPr>
        <p:grpSpPr>
          <a:xfrm>
            <a:off x="5810927" y="5307142"/>
            <a:ext cx="328680" cy="432360"/>
            <a:chOff x="5810927" y="5307142"/>
            <a:chExt cx="328680" cy="432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11FF9F07-1E3E-2AAF-2589-5E8E144DFAFB}"/>
                    </a:ext>
                  </a:extLst>
                </p14:cNvPr>
                <p14:cNvContentPartPr/>
                <p14:nvPr/>
              </p14:nvContentPartPr>
              <p14:xfrm>
                <a:off x="5810927" y="5307142"/>
                <a:ext cx="200880" cy="17640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11FF9F07-1E3E-2AAF-2589-5E8E144DFAFB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5792927" y="5289502"/>
                  <a:ext cx="23652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E6EC2F8C-6B5E-34BE-CB35-012F3D575D17}"/>
                    </a:ext>
                  </a:extLst>
                </p14:cNvPr>
                <p14:cNvContentPartPr/>
                <p14:nvPr/>
              </p14:nvContentPartPr>
              <p14:xfrm>
                <a:off x="6042047" y="5418022"/>
                <a:ext cx="97560" cy="32148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E6EC2F8C-6B5E-34BE-CB35-012F3D575D17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6024047" y="5400022"/>
                  <a:ext cx="133200" cy="35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8" name="Group 247">
            <a:extLst>
              <a:ext uri="{FF2B5EF4-FFF2-40B4-BE49-F238E27FC236}">
                <a16:creationId xmlns:a16="http://schemas.microsoft.com/office/drawing/2014/main" id="{569BDB69-051F-0930-4BA0-A8C22AF60D00}"/>
              </a:ext>
            </a:extLst>
          </p:cNvPr>
          <p:cNvGrpSpPr/>
          <p:nvPr/>
        </p:nvGrpSpPr>
        <p:grpSpPr>
          <a:xfrm>
            <a:off x="6430487" y="5153782"/>
            <a:ext cx="647280" cy="348120"/>
            <a:chOff x="6430487" y="5153782"/>
            <a:chExt cx="647280" cy="34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2CE80E52-35A4-AB60-DE9C-E28F6F5FE385}"/>
                    </a:ext>
                  </a:extLst>
                </p14:cNvPr>
                <p14:cNvContentPartPr/>
                <p14:nvPr/>
              </p14:nvContentPartPr>
              <p14:xfrm>
                <a:off x="6430487" y="5303542"/>
                <a:ext cx="93600" cy="3384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2CE80E52-35A4-AB60-DE9C-E28F6F5FE385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6412847" y="5285542"/>
                  <a:ext cx="12924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6B40FEC9-8722-5420-8BCC-BF93224AA826}"/>
                    </a:ext>
                  </a:extLst>
                </p14:cNvPr>
                <p14:cNvContentPartPr/>
                <p14:nvPr/>
              </p14:nvContentPartPr>
              <p14:xfrm>
                <a:off x="6432647" y="5368342"/>
                <a:ext cx="243360" cy="6300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6B40FEC9-8722-5420-8BCC-BF93224AA826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6415007" y="5350702"/>
                  <a:ext cx="27900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54F43BB9-785D-DC46-7CA5-7F6AB32773A1}"/>
                    </a:ext>
                  </a:extLst>
                </p14:cNvPr>
                <p14:cNvContentPartPr/>
                <p14:nvPr/>
              </p14:nvContentPartPr>
              <p14:xfrm>
                <a:off x="6911447" y="5153782"/>
                <a:ext cx="166320" cy="34812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54F43BB9-785D-DC46-7CA5-7F6AB32773A1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6893447" y="5136142"/>
                  <a:ext cx="201960" cy="383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10">
            <p14:nvContentPartPr>
              <p14:cNvPr id="247" name="Ink 246">
                <a:extLst>
                  <a:ext uri="{FF2B5EF4-FFF2-40B4-BE49-F238E27FC236}">
                    <a16:creationId xmlns:a16="http://schemas.microsoft.com/office/drawing/2014/main" id="{0B66EDA7-5A13-6033-BBEA-92E1865DEC65}"/>
                  </a:ext>
                </a:extLst>
              </p14:cNvPr>
              <p14:cNvContentPartPr/>
              <p14:nvPr/>
            </p14:nvContentPartPr>
            <p14:xfrm>
              <a:off x="7432727" y="5516662"/>
              <a:ext cx="55080" cy="10800"/>
            </p14:xfrm>
          </p:contentPart>
        </mc:Choice>
        <mc:Fallback>
          <p:pic>
            <p:nvPicPr>
              <p:cNvPr id="247" name="Ink 246">
                <a:extLst>
                  <a:ext uri="{FF2B5EF4-FFF2-40B4-BE49-F238E27FC236}">
                    <a16:creationId xmlns:a16="http://schemas.microsoft.com/office/drawing/2014/main" id="{0B66EDA7-5A13-6033-BBEA-92E1865DEC65}"/>
                  </a:ext>
                </a:extLst>
              </p:cNvPr>
              <p:cNvPicPr/>
              <p:nvPr/>
            </p:nvPicPr>
            <p:blipFill>
              <a:blip r:embed="rId411"/>
              <a:stretch>
                <a:fillRect/>
              </a:stretch>
            </p:blipFill>
            <p:spPr>
              <a:xfrm>
                <a:off x="7414727" y="5499022"/>
                <a:ext cx="90720" cy="46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22925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98AB408E-A788-6753-2F23-92C0AD5F04E5}"/>
              </a:ext>
            </a:extLst>
          </p:cNvPr>
          <p:cNvGrpSpPr/>
          <p:nvPr/>
        </p:nvGrpSpPr>
        <p:grpSpPr>
          <a:xfrm>
            <a:off x="705767" y="274342"/>
            <a:ext cx="495360" cy="1405080"/>
            <a:chOff x="705767" y="274342"/>
            <a:chExt cx="495360" cy="140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E87F2926-D45E-B7A1-E89E-9EFD603F3764}"/>
                    </a:ext>
                  </a:extLst>
                </p14:cNvPr>
                <p14:cNvContentPartPr/>
                <p14:nvPr/>
              </p14:nvContentPartPr>
              <p14:xfrm>
                <a:off x="705767" y="274342"/>
                <a:ext cx="277560" cy="14050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E87F2926-D45E-B7A1-E89E-9EFD603F376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88127" y="256342"/>
                  <a:ext cx="313200" cy="144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CEC1677-9AFC-5B01-65E7-6FAFD3B3EF47}"/>
                    </a:ext>
                  </a:extLst>
                </p14:cNvPr>
                <p14:cNvContentPartPr/>
                <p14:nvPr/>
              </p14:nvContentPartPr>
              <p14:xfrm>
                <a:off x="1026887" y="433102"/>
                <a:ext cx="144000" cy="2746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CEC1677-9AFC-5B01-65E7-6FAFD3B3EF4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09247" y="415462"/>
                  <a:ext cx="17964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D60ECBC-4C3C-45E1-BFF0-6A02554D574E}"/>
                    </a:ext>
                  </a:extLst>
                </p14:cNvPr>
                <p14:cNvContentPartPr/>
                <p14:nvPr/>
              </p14:nvContentPartPr>
              <p14:xfrm>
                <a:off x="1106447" y="909022"/>
                <a:ext cx="94680" cy="2156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D60ECBC-4C3C-45E1-BFF0-6A02554D574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88807" y="891382"/>
                  <a:ext cx="13032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6CEF174-A49E-5E55-7C0E-7A1F3EA0D49D}"/>
                    </a:ext>
                  </a:extLst>
                </p14:cNvPr>
                <p14:cNvContentPartPr/>
                <p14:nvPr/>
              </p14:nvContentPartPr>
              <p14:xfrm>
                <a:off x="1145687" y="1293142"/>
                <a:ext cx="10080" cy="1951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6CEF174-A49E-5E55-7C0E-7A1F3EA0D49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27687" y="1275502"/>
                  <a:ext cx="45720" cy="230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2295EAB-CF25-D4DB-D83C-5B884C9E66E1}"/>
                  </a:ext>
                </a:extLst>
              </p14:cNvPr>
              <p14:cNvContentPartPr/>
              <p14:nvPr/>
            </p14:nvContentPartPr>
            <p14:xfrm>
              <a:off x="1555727" y="450742"/>
              <a:ext cx="44280" cy="2019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2295EAB-CF25-D4DB-D83C-5B884C9E66E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537727" y="433102"/>
                <a:ext cx="7992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563155D-BBE5-6A36-8259-4BD105CEE873}"/>
                  </a:ext>
                </a:extLst>
              </p14:cNvPr>
              <p14:cNvContentPartPr/>
              <p14:nvPr/>
            </p14:nvContentPartPr>
            <p14:xfrm>
              <a:off x="1476527" y="851062"/>
              <a:ext cx="128520" cy="2268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563155D-BBE5-6A36-8259-4BD105CEE87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458527" y="833062"/>
                <a:ext cx="164160" cy="26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39F7A8C-1F27-E4F9-4AFC-EF5DB7865B89}"/>
                  </a:ext>
                </a:extLst>
              </p14:cNvPr>
              <p14:cNvContentPartPr/>
              <p14:nvPr/>
            </p14:nvContentPartPr>
            <p14:xfrm>
              <a:off x="1539167" y="1257142"/>
              <a:ext cx="190440" cy="1933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39F7A8C-1F27-E4F9-4AFC-EF5DB7865B8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521527" y="1239502"/>
                <a:ext cx="226080" cy="2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D95D0CE-53D3-5F60-14B7-4463E1DBA904}"/>
                  </a:ext>
                </a:extLst>
              </p14:cNvPr>
              <p14:cNvContentPartPr/>
              <p14:nvPr/>
            </p14:nvContentPartPr>
            <p14:xfrm>
              <a:off x="1987007" y="503302"/>
              <a:ext cx="172800" cy="2300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D95D0CE-53D3-5F60-14B7-4463E1DBA90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969367" y="485662"/>
                <a:ext cx="208440" cy="26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53719D9-A318-60AB-4AE8-CBB2E2C86611}"/>
                  </a:ext>
                </a:extLst>
              </p14:cNvPr>
              <p14:cNvContentPartPr/>
              <p14:nvPr/>
            </p14:nvContentPartPr>
            <p14:xfrm>
              <a:off x="2002847" y="1007302"/>
              <a:ext cx="136440" cy="1800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53719D9-A318-60AB-4AE8-CBB2E2C8661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984847" y="989302"/>
                <a:ext cx="172080" cy="5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7CEC62F1-78CB-C5C1-5B6A-4C21CC1F9334}"/>
                  </a:ext>
                </a:extLst>
              </p14:cNvPr>
              <p14:cNvContentPartPr/>
              <p14:nvPr/>
            </p14:nvContentPartPr>
            <p14:xfrm>
              <a:off x="2233967" y="888502"/>
              <a:ext cx="23040" cy="1936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7CEC62F1-78CB-C5C1-5B6A-4C21CC1F933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216327" y="870502"/>
                <a:ext cx="58680" cy="22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BDB6B91-7069-B174-D381-69BEEA979949}"/>
                  </a:ext>
                </a:extLst>
              </p14:cNvPr>
              <p14:cNvContentPartPr/>
              <p14:nvPr/>
            </p14:nvContentPartPr>
            <p14:xfrm>
              <a:off x="2109407" y="1218982"/>
              <a:ext cx="168120" cy="24984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BDB6B91-7069-B174-D381-69BEEA97994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091767" y="1200982"/>
                <a:ext cx="203760" cy="28548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F5B548F3-C912-26DC-1B3C-EF1809F3FA18}"/>
              </a:ext>
            </a:extLst>
          </p:cNvPr>
          <p:cNvGrpSpPr/>
          <p:nvPr/>
        </p:nvGrpSpPr>
        <p:grpSpPr>
          <a:xfrm>
            <a:off x="4710407" y="-16898"/>
            <a:ext cx="1068120" cy="2862995"/>
            <a:chOff x="4710407" y="-16898"/>
            <a:chExt cx="1068120" cy="2862995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3888B32-ACCF-D05C-0746-8C786CD0F77C}"/>
                    </a:ext>
                  </a:extLst>
                </p14:cNvPr>
                <p14:cNvContentPartPr/>
                <p14:nvPr/>
              </p14:nvContentPartPr>
              <p14:xfrm>
                <a:off x="4710407" y="-16898"/>
                <a:ext cx="425880" cy="27640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3888B32-ACCF-D05C-0746-8C786CD0F77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692407" y="-34538"/>
                  <a:ext cx="461520" cy="27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5B14E9C-88E9-2036-6B6D-60A630123072}"/>
                    </a:ext>
                  </a:extLst>
                </p14:cNvPr>
                <p14:cNvContentPartPr/>
                <p14:nvPr/>
              </p14:nvContentPartPr>
              <p14:xfrm>
                <a:off x="5138087" y="337617"/>
                <a:ext cx="246600" cy="1857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5B14E9C-88E9-2036-6B6D-60A63012307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120087" y="319617"/>
                  <a:ext cx="28224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A3A8711-4F20-7D78-9CCD-4601315D9A1A}"/>
                    </a:ext>
                  </a:extLst>
                </p14:cNvPr>
                <p14:cNvContentPartPr/>
                <p14:nvPr/>
              </p14:nvContentPartPr>
              <p14:xfrm>
                <a:off x="5421047" y="438777"/>
                <a:ext cx="36720" cy="1418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A3A8711-4F20-7D78-9CCD-4601315D9A1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403407" y="420777"/>
                  <a:ext cx="7236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BDF64B5-631C-0048-9E73-A6A98D8E2555}"/>
                    </a:ext>
                  </a:extLst>
                </p14:cNvPr>
                <p14:cNvContentPartPr/>
                <p14:nvPr/>
              </p14:nvContentPartPr>
              <p14:xfrm>
                <a:off x="5243927" y="822177"/>
                <a:ext cx="202320" cy="1609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BDF64B5-631C-0048-9E73-A6A98D8E255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225927" y="804537"/>
                  <a:ext cx="23796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92C6000-2F78-7E2F-24B2-348A978B6619}"/>
                    </a:ext>
                  </a:extLst>
                </p14:cNvPr>
                <p14:cNvContentPartPr/>
                <p14:nvPr/>
              </p14:nvContentPartPr>
              <p14:xfrm>
                <a:off x="5472527" y="930537"/>
                <a:ext cx="220680" cy="1396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92C6000-2F78-7E2F-24B2-348A978B661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454887" y="912897"/>
                  <a:ext cx="25632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0374EDE-89A6-38B6-39F4-80DB9065DA1C}"/>
                    </a:ext>
                  </a:extLst>
                </p14:cNvPr>
                <p14:cNvContentPartPr/>
                <p14:nvPr/>
              </p14:nvContentPartPr>
              <p14:xfrm>
                <a:off x="5175167" y="1277577"/>
                <a:ext cx="194400" cy="1868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0374EDE-89A6-38B6-39F4-80DB9065DA1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157167" y="1259937"/>
                  <a:ext cx="23004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8BD9550-7B09-2D32-189F-308B09E84C01}"/>
                    </a:ext>
                  </a:extLst>
                </p14:cNvPr>
                <p14:cNvContentPartPr/>
                <p14:nvPr/>
              </p14:nvContentPartPr>
              <p14:xfrm>
                <a:off x="5310527" y="1353537"/>
                <a:ext cx="194760" cy="2282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8BD9550-7B09-2D32-189F-308B09E84C0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292527" y="1335897"/>
                  <a:ext cx="23040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B389D5B-4B8F-4AEA-8B15-D12D373F63B8}"/>
                    </a:ext>
                  </a:extLst>
                </p14:cNvPr>
                <p14:cNvContentPartPr/>
                <p14:nvPr/>
              </p14:nvContentPartPr>
              <p14:xfrm>
                <a:off x="5093807" y="1722537"/>
                <a:ext cx="227520" cy="1828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B389D5B-4B8F-4AEA-8B15-D12D373F63B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076167" y="1704897"/>
                  <a:ext cx="26316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2C23AC6-5E6F-97B1-7C1B-D78654D09AB2}"/>
                    </a:ext>
                  </a:extLst>
                </p14:cNvPr>
                <p14:cNvContentPartPr/>
                <p14:nvPr/>
              </p14:nvContentPartPr>
              <p14:xfrm>
                <a:off x="5393327" y="1798857"/>
                <a:ext cx="108000" cy="1461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2C23AC6-5E6F-97B1-7C1B-D78654D09AB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375687" y="1780857"/>
                  <a:ext cx="14364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6D4574F-B9A2-10B7-1CA1-DD7CF7D4FF47}"/>
                    </a:ext>
                  </a:extLst>
                </p14:cNvPr>
                <p14:cNvContentPartPr/>
                <p14:nvPr/>
              </p14:nvContentPartPr>
              <p14:xfrm>
                <a:off x="5213327" y="2179737"/>
                <a:ext cx="202320" cy="1522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6D4574F-B9A2-10B7-1CA1-DD7CF7D4FF4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195687" y="2162097"/>
                  <a:ext cx="23796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CA7E2AA-D214-0775-F904-40CC831DEBF3}"/>
                    </a:ext>
                  </a:extLst>
                </p14:cNvPr>
                <p14:cNvContentPartPr/>
                <p14:nvPr/>
              </p14:nvContentPartPr>
              <p14:xfrm>
                <a:off x="5501687" y="2200257"/>
                <a:ext cx="276840" cy="2426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CA7E2AA-D214-0775-F904-40CC831DEBF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483687" y="2182617"/>
                  <a:ext cx="31248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747948B-7ACC-CFE9-156F-5D2F22545F3C}"/>
                    </a:ext>
                  </a:extLst>
                </p14:cNvPr>
                <p14:cNvContentPartPr/>
                <p14:nvPr/>
              </p14:nvContentPartPr>
              <p14:xfrm>
                <a:off x="5189207" y="2575017"/>
                <a:ext cx="145080" cy="2293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747948B-7ACC-CFE9-156F-5D2F22545F3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171567" y="2557017"/>
                  <a:ext cx="18072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4A19AF7-5803-AC33-8AA8-92D088768D58}"/>
                    </a:ext>
                  </a:extLst>
                </p14:cNvPr>
                <p14:cNvContentPartPr/>
                <p14:nvPr/>
              </p14:nvContentPartPr>
              <p14:xfrm>
                <a:off x="5463887" y="2689857"/>
                <a:ext cx="103680" cy="1562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4A19AF7-5803-AC33-8AA8-92D088768D5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445887" y="2672217"/>
                  <a:ext cx="139320" cy="191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F0B7A467-3F3C-A234-433B-00925D041A5D}"/>
                  </a:ext>
                </a:extLst>
              </p14:cNvPr>
              <p14:cNvContentPartPr/>
              <p14:nvPr/>
            </p14:nvContentPartPr>
            <p14:xfrm>
              <a:off x="5797967" y="157257"/>
              <a:ext cx="281880" cy="255816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F0B7A467-3F3C-A234-433B-00925D041A5D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5779967" y="139617"/>
                <a:ext cx="317520" cy="2593800"/>
              </a:xfrm>
              <a:prstGeom prst="rect">
                <a:avLst/>
              </a:prstGeom>
            </p:spPr>
          </p:pic>
        </mc:Fallback>
      </mc:AlternateContent>
      <p:grpSp>
        <p:nvGrpSpPr>
          <p:cNvPr id="54" name="Group 53">
            <a:extLst>
              <a:ext uri="{FF2B5EF4-FFF2-40B4-BE49-F238E27FC236}">
                <a16:creationId xmlns:a16="http://schemas.microsoft.com/office/drawing/2014/main" id="{39339A67-5B31-AEC1-36F1-41E093BF364B}"/>
              </a:ext>
            </a:extLst>
          </p:cNvPr>
          <p:cNvGrpSpPr/>
          <p:nvPr/>
        </p:nvGrpSpPr>
        <p:grpSpPr>
          <a:xfrm>
            <a:off x="6338327" y="1080657"/>
            <a:ext cx="200520" cy="180360"/>
            <a:chOff x="6338327" y="1080657"/>
            <a:chExt cx="200520" cy="180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FA6ED0F-0116-F92E-BA67-F16FD8356F83}"/>
                    </a:ext>
                  </a:extLst>
                </p14:cNvPr>
                <p14:cNvContentPartPr/>
                <p14:nvPr/>
              </p14:nvContentPartPr>
              <p14:xfrm>
                <a:off x="6363887" y="1080657"/>
                <a:ext cx="117000" cy="291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FA6ED0F-0116-F92E-BA67-F16FD8356F8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346247" y="1063017"/>
                  <a:ext cx="15264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2250BB4-EB99-B13B-2300-B615F286C2B8}"/>
                    </a:ext>
                  </a:extLst>
                </p14:cNvPr>
                <p14:cNvContentPartPr/>
                <p14:nvPr/>
              </p14:nvContentPartPr>
              <p14:xfrm>
                <a:off x="6338327" y="1173537"/>
                <a:ext cx="200520" cy="874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2250BB4-EB99-B13B-2300-B615F286C2B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320327" y="1155537"/>
                  <a:ext cx="236160" cy="12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4B162F3-3071-89A8-E3DE-0B06ED7E9B31}"/>
              </a:ext>
            </a:extLst>
          </p:cNvPr>
          <p:cNvGrpSpPr/>
          <p:nvPr/>
        </p:nvGrpSpPr>
        <p:grpSpPr>
          <a:xfrm>
            <a:off x="6872927" y="181737"/>
            <a:ext cx="1596240" cy="1818720"/>
            <a:chOff x="6872927" y="181737"/>
            <a:chExt cx="1596240" cy="181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70F482F-97A4-7C26-84EE-960C91F11FA7}"/>
                    </a:ext>
                  </a:extLst>
                </p14:cNvPr>
                <p14:cNvContentPartPr/>
                <p14:nvPr/>
              </p14:nvContentPartPr>
              <p14:xfrm>
                <a:off x="6872927" y="181737"/>
                <a:ext cx="317880" cy="17172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70F482F-97A4-7C26-84EE-960C91F11FA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854927" y="163737"/>
                  <a:ext cx="353520" cy="175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76C4822-4BD4-CF0A-F3D8-435CC400575E}"/>
                    </a:ext>
                  </a:extLst>
                </p14:cNvPr>
                <p14:cNvContentPartPr/>
                <p14:nvPr/>
              </p14:nvContentPartPr>
              <p14:xfrm>
                <a:off x="7360727" y="526977"/>
                <a:ext cx="146880" cy="2350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76C4822-4BD4-CF0A-F3D8-435CC400575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343087" y="508977"/>
                  <a:ext cx="18252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8022A0D-E5E9-CDC0-A61C-C98EF82F0DCD}"/>
                    </a:ext>
                  </a:extLst>
                </p14:cNvPr>
                <p14:cNvContentPartPr/>
                <p14:nvPr/>
              </p14:nvContentPartPr>
              <p14:xfrm>
                <a:off x="7303847" y="1029897"/>
                <a:ext cx="131760" cy="2019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8022A0D-E5E9-CDC0-A61C-C98EF82F0DC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285847" y="1012257"/>
                  <a:ext cx="16740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5B8D6EE-1025-BE47-9F13-41C21AC85845}"/>
                    </a:ext>
                  </a:extLst>
                </p14:cNvPr>
                <p14:cNvContentPartPr/>
                <p14:nvPr/>
              </p14:nvContentPartPr>
              <p14:xfrm>
                <a:off x="7257407" y="1408977"/>
                <a:ext cx="120960" cy="2232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5B8D6EE-1025-BE47-9F13-41C21AC8584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239767" y="1390977"/>
                  <a:ext cx="15660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B463F351-E77A-5B37-17BC-4427D24DAC3B}"/>
                    </a:ext>
                  </a:extLst>
                </p14:cNvPr>
                <p14:cNvContentPartPr/>
                <p14:nvPr/>
              </p14:nvContentPartPr>
              <p14:xfrm>
                <a:off x="7712087" y="210177"/>
                <a:ext cx="442440" cy="14576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B463F351-E77A-5B37-17BC-4427D24DAC3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694447" y="192537"/>
                  <a:ext cx="478080" cy="149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1172C2E-A49E-4F60-EBB7-88DFF0575A10}"/>
                    </a:ext>
                  </a:extLst>
                </p14:cNvPr>
                <p14:cNvContentPartPr/>
                <p14:nvPr/>
              </p14:nvContentPartPr>
              <p14:xfrm>
                <a:off x="8388167" y="1969857"/>
                <a:ext cx="81000" cy="306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1172C2E-A49E-4F60-EBB7-88DFF0575A1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370167" y="1952217"/>
                  <a:ext cx="116640" cy="6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210DB592-0E00-FBEF-5F52-E16930D06D07}"/>
              </a:ext>
            </a:extLst>
          </p:cNvPr>
          <p:cNvGrpSpPr/>
          <p:nvPr/>
        </p:nvGrpSpPr>
        <p:grpSpPr>
          <a:xfrm>
            <a:off x="2672447" y="288742"/>
            <a:ext cx="1773000" cy="1599035"/>
            <a:chOff x="2672447" y="288742"/>
            <a:chExt cx="1773000" cy="1599035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4F10BA5-A7BB-0718-EE22-3E8BFF2F8D68}"/>
                    </a:ext>
                  </a:extLst>
                </p14:cNvPr>
                <p14:cNvContentPartPr/>
                <p14:nvPr/>
              </p14:nvContentPartPr>
              <p14:xfrm>
                <a:off x="2672447" y="370822"/>
                <a:ext cx="148680" cy="2782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4F10BA5-A7BB-0718-EE22-3E8BFF2F8D6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654807" y="353182"/>
                  <a:ext cx="18432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6E97ED1-7C31-2716-BF46-7B8E486BD4DD}"/>
                    </a:ext>
                  </a:extLst>
                </p14:cNvPr>
                <p14:cNvContentPartPr/>
                <p14:nvPr/>
              </p14:nvContentPartPr>
              <p14:xfrm>
                <a:off x="2722847" y="864742"/>
                <a:ext cx="151920" cy="1735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6E97ED1-7C31-2716-BF46-7B8E486BD4D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705207" y="846742"/>
                  <a:ext cx="18756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D4A269E-339F-8E3E-213D-E199F3E3E2A1}"/>
                    </a:ext>
                  </a:extLst>
                </p14:cNvPr>
                <p14:cNvContentPartPr/>
                <p14:nvPr/>
              </p14:nvContentPartPr>
              <p14:xfrm>
                <a:off x="2764607" y="1283782"/>
                <a:ext cx="35280" cy="2329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D4A269E-339F-8E3E-213D-E199F3E3E2A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746607" y="1266142"/>
                  <a:ext cx="7092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10AE2A6-D17D-A4E4-CE96-8BA563A1CC26}"/>
                    </a:ext>
                  </a:extLst>
                </p14:cNvPr>
                <p14:cNvContentPartPr/>
                <p14:nvPr/>
              </p14:nvContentPartPr>
              <p14:xfrm>
                <a:off x="3301727" y="428782"/>
                <a:ext cx="67680" cy="3384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10AE2A6-D17D-A4E4-CE96-8BA563A1CC2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283727" y="411142"/>
                  <a:ext cx="10332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CDE0AA0-D65A-C1B1-231C-0DEE603D7328}"/>
                    </a:ext>
                  </a:extLst>
                </p14:cNvPr>
                <p14:cNvContentPartPr/>
                <p14:nvPr/>
              </p14:nvContentPartPr>
              <p14:xfrm>
                <a:off x="3203447" y="966982"/>
                <a:ext cx="145440" cy="2134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CDE0AA0-D65A-C1B1-231C-0DEE603D732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185447" y="948982"/>
                  <a:ext cx="18108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5D76571-5C3F-24AB-B14A-E8C69CFDE320}"/>
                    </a:ext>
                  </a:extLst>
                </p14:cNvPr>
                <p14:cNvContentPartPr/>
                <p14:nvPr/>
              </p14:nvContentPartPr>
              <p14:xfrm>
                <a:off x="3233687" y="1355782"/>
                <a:ext cx="138600" cy="2156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5D76571-5C3F-24AB-B14A-E8C69CFDE320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215687" y="1337782"/>
                  <a:ext cx="17424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0C6E3AA-2F46-072E-7E13-093E0AB51698}"/>
                    </a:ext>
                  </a:extLst>
                </p14:cNvPr>
                <p14:cNvContentPartPr/>
                <p14:nvPr/>
              </p14:nvContentPartPr>
              <p14:xfrm>
                <a:off x="3797807" y="461542"/>
                <a:ext cx="184680" cy="2293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0C6E3AA-2F46-072E-7E13-093E0AB5169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779807" y="443902"/>
                  <a:ext cx="22032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56F4722-5C95-BBD0-E6D0-1B03F73DED8E}"/>
                    </a:ext>
                  </a:extLst>
                </p14:cNvPr>
                <p14:cNvContentPartPr/>
                <p14:nvPr/>
              </p14:nvContentPartPr>
              <p14:xfrm>
                <a:off x="3907247" y="889222"/>
                <a:ext cx="25200" cy="2304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56F4722-5C95-BBD0-E6D0-1B03F73DED8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889247" y="871582"/>
                  <a:ext cx="6084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94E1775-8564-D8E9-9FFF-9F9E4D50B5C2}"/>
                    </a:ext>
                  </a:extLst>
                </p14:cNvPr>
                <p14:cNvContentPartPr/>
                <p14:nvPr/>
              </p14:nvContentPartPr>
              <p14:xfrm>
                <a:off x="3914807" y="1318702"/>
                <a:ext cx="159120" cy="2235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94E1775-8564-D8E9-9FFF-9F9E4D50B5C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897167" y="1301062"/>
                  <a:ext cx="19476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61CC81E-370F-1C8D-8B9A-F6711E22A74D}"/>
                    </a:ext>
                  </a:extLst>
                </p14:cNvPr>
                <p14:cNvContentPartPr/>
                <p14:nvPr/>
              </p14:nvContentPartPr>
              <p14:xfrm>
                <a:off x="4122887" y="288742"/>
                <a:ext cx="322560" cy="13010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61CC81E-370F-1C8D-8B9A-F6711E22A74D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105247" y="271102"/>
                  <a:ext cx="358200" cy="133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09B1F65-C037-4648-4F6C-A81B011E586A}"/>
                    </a:ext>
                  </a:extLst>
                </p14:cNvPr>
                <p14:cNvContentPartPr/>
                <p14:nvPr/>
              </p14:nvContentPartPr>
              <p14:xfrm>
                <a:off x="2792687" y="1639017"/>
                <a:ext cx="1349640" cy="2487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09B1F65-C037-4648-4F6C-A81B011E586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774687" y="1621377"/>
                  <a:ext cx="1385280" cy="28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A684F615-6020-7BBB-510D-EF78C7335922}"/>
              </a:ext>
            </a:extLst>
          </p:cNvPr>
          <p:cNvGrpSpPr/>
          <p:nvPr/>
        </p:nvGrpSpPr>
        <p:grpSpPr>
          <a:xfrm>
            <a:off x="1165847" y="3353697"/>
            <a:ext cx="1653480" cy="601560"/>
            <a:chOff x="1165847" y="3353697"/>
            <a:chExt cx="1653480" cy="60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71435E1-83B6-6E58-B34D-F75F0E9F0B87}"/>
                    </a:ext>
                  </a:extLst>
                </p14:cNvPr>
                <p14:cNvContentPartPr/>
                <p14:nvPr/>
              </p14:nvContentPartPr>
              <p14:xfrm>
                <a:off x="1189607" y="3435777"/>
                <a:ext cx="162360" cy="3121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71435E1-83B6-6E58-B34D-F75F0E9F0B87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171607" y="3418137"/>
                  <a:ext cx="19800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7FDEBF0-89A0-FCCE-C202-90DFA99CB3DF}"/>
                    </a:ext>
                  </a:extLst>
                </p14:cNvPr>
                <p14:cNvContentPartPr/>
                <p14:nvPr/>
              </p14:nvContentPartPr>
              <p14:xfrm>
                <a:off x="1165847" y="3558177"/>
                <a:ext cx="155520" cy="2797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7FDEBF0-89A0-FCCE-C202-90DFA99CB3D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148207" y="3540177"/>
                  <a:ext cx="19116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4BA4801-2C67-D6A8-276F-EC2996C1A5C8}"/>
                    </a:ext>
                  </a:extLst>
                </p14:cNvPr>
                <p14:cNvContentPartPr/>
                <p14:nvPr/>
              </p14:nvContentPartPr>
              <p14:xfrm>
                <a:off x="1395887" y="3712977"/>
                <a:ext cx="16200" cy="2286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4BA4801-2C67-D6A8-276F-EC2996C1A5C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378247" y="3694977"/>
                  <a:ext cx="5184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7DCD764-D5F2-A56F-40C9-011AD41533DB}"/>
                    </a:ext>
                  </a:extLst>
                </p14:cNvPr>
                <p14:cNvContentPartPr/>
                <p14:nvPr/>
              </p14:nvContentPartPr>
              <p14:xfrm>
                <a:off x="1394447" y="3709017"/>
                <a:ext cx="156240" cy="2462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7DCD764-D5F2-A56F-40C9-011AD41533D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376807" y="3691017"/>
                  <a:ext cx="19188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4470922D-872F-7B5E-BB55-ECD64306C4BF}"/>
                    </a:ext>
                  </a:extLst>
                </p14:cNvPr>
                <p14:cNvContentPartPr/>
                <p14:nvPr/>
              </p14:nvContentPartPr>
              <p14:xfrm>
                <a:off x="1688567" y="3687057"/>
                <a:ext cx="76320" cy="201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4470922D-872F-7B5E-BB55-ECD64306C4B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670927" y="3669057"/>
                  <a:ext cx="11196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699D63E-07E5-66E6-E50C-E9DA2A5786E8}"/>
                    </a:ext>
                  </a:extLst>
                </p14:cNvPr>
                <p14:cNvContentPartPr/>
                <p14:nvPr/>
              </p14:nvContentPartPr>
              <p14:xfrm>
                <a:off x="1720607" y="3768057"/>
                <a:ext cx="81360" cy="388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699D63E-07E5-66E6-E50C-E9DA2A5786E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702967" y="3750057"/>
                  <a:ext cx="11700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7440DC5-C00A-FED2-4DF4-E69C8798730C}"/>
                    </a:ext>
                  </a:extLst>
                </p14:cNvPr>
                <p14:cNvContentPartPr/>
                <p14:nvPr/>
              </p14:nvContentPartPr>
              <p14:xfrm>
                <a:off x="2005007" y="3634137"/>
                <a:ext cx="25560" cy="1936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7440DC5-C00A-FED2-4DF4-E69C8798730C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987007" y="3616137"/>
                  <a:ext cx="6120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E8CC34B-FC17-3CBB-1A0F-6748C717F930}"/>
                    </a:ext>
                  </a:extLst>
                </p14:cNvPr>
                <p14:cNvContentPartPr/>
                <p14:nvPr/>
              </p14:nvContentPartPr>
              <p14:xfrm>
                <a:off x="2004647" y="3587337"/>
                <a:ext cx="153720" cy="2628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E8CC34B-FC17-3CBB-1A0F-6748C717F930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986647" y="3569697"/>
                  <a:ext cx="18936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EB099C9-3E57-E4DE-662F-8A30480ED1F5}"/>
                    </a:ext>
                  </a:extLst>
                </p14:cNvPr>
                <p14:cNvContentPartPr/>
                <p14:nvPr/>
              </p14:nvContentPartPr>
              <p14:xfrm>
                <a:off x="2298407" y="3498777"/>
                <a:ext cx="91800" cy="504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EB099C9-3E57-E4DE-662F-8A30480ED1F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280767" y="3481137"/>
                  <a:ext cx="12744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05E5F06-D54A-98D9-132A-D2746FD7E2E2}"/>
                    </a:ext>
                  </a:extLst>
                </p14:cNvPr>
                <p14:cNvContentPartPr/>
                <p14:nvPr/>
              </p14:nvContentPartPr>
              <p14:xfrm>
                <a:off x="2464007" y="3353697"/>
                <a:ext cx="28800" cy="1969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05E5F06-D54A-98D9-132A-D2746FD7E2E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446367" y="3336057"/>
                  <a:ext cx="6444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67EC23D-B476-997C-C1EF-B4A8B2C0B4DD}"/>
                    </a:ext>
                  </a:extLst>
                </p14:cNvPr>
                <p14:cNvContentPartPr/>
                <p14:nvPr/>
              </p14:nvContentPartPr>
              <p14:xfrm>
                <a:off x="2674607" y="3446217"/>
                <a:ext cx="144720" cy="3697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67EC23D-B476-997C-C1EF-B4A8B2C0B4D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656967" y="3428577"/>
                  <a:ext cx="180360" cy="40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C3896867-28C3-0BC2-D13B-1943219BBEE2}"/>
              </a:ext>
            </a:extLst>
          </p:cNvPr>
          <p:cNvGrpSpPr/>
          <p:nvPr/>
        </p:nvGrpSpPr>
        <p:grpSpPr>
          <a:xfrm>
            <a:off x="3127847" y="3599217"/>
            <a:ext cx="132120" cy="112680"/>
            <a:chOff x="3127847" y="3599217"/>
            <a:chExt cx="132120" cy="11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D2F88CD-292D-FFC0-1B64-70A6080C972D}"/>
                    </a:ext>
                  </a:extLst>
                </p14:cNvPr>
                <p14:cNvContentPartPr/>
                <p14:nvPr/>
              </p14:nvContentPartPr>
              <p14:xfrm>
                <a:off x="3140087" y="3599217"/>
                <a:ext cx="100800" cy="241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1D2F88CD-292D-FFC0-1B64-70A6080C972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122447" y="3581577"/>
                  <a:ext cx="13644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A6A5F1E-2A2A-2F72-DC1F-9342A5827CBB}"/>
                    </a:ext>
                  </a:extLst>
                </p14:cNvPr>
                <p14:cNvContentPartPr/>
                <p14:nvPr/>
              </p14:nvContentPartPr>
              <p14:xfrm>
                <a:off x="3127847" y="3674457"/>
                <a:ext cx="132120" cy="374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A6A5F1E-2A2A-2F72-DC1F-9342A5827CBB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109847" y="3656817"/>
                  <a:ext cx="167760" cy="7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0DB10752-07B7-41E0-E32C-B7EF49D62CE6}"/>
              </a:ext>
            </a:extLst>
          </p:cNvPr>
          <p:cNvGrpSpPr/>
          <p:nvPr/>
        </p:nvGrpSpPr>
        <p:grpSpPr>
          <a:xfrm>
            <a:off x="3657047" y="3387897"/>
            <a:ext cx="980280" cy="441720"/>
            <a:chOff x="3657047" y="3387897"/>
            <a:chExt cx="980280" cy="441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88E0152-BA4F-0CDD-EE0D-97D552433F03}"/>
                    </a:ext>
                  </a:extLst>
                </p14:cNvPr>
                <p14:cNvContentPartPr/>
                <p14:nvPr/>
              </p14:nvContentPartPr>
              <p14:xfrm>
                <a:off x="3706007" y="3387897"/>
                <a:ext cx="225000" cy="1220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88E0152-BA4F-0CDD-EE0D-97D552433F03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688007" y="3369897"/>
                  <a:ext cx="26064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05A3AC44-9251-F6BC-934D-52F87BD9266D}"/>
                    </a:ext>
                  </a:extLst>
                </p14:cNvPr>
                <p14:cNvContentPartPr/>
                <p14:nvPr/>
              </p14:nvContentPartPr>
              <p14:xfrm>
                <a:off x="3814367" y="3429657"/>
                <a:ext cx="61560" cy="2865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05A3AC44-9251-F6BC-934D-52F87BD9266D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796367" y="3412017"/>
                  <a:ext cx="9720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A8053994-BE9D-CAB4-2840-43F31EAF0ACE}"/>
                    </a:ext>
                  </a:extLst>
                </p14:cNvPr>
                <p14:cNvContentPartPr/>
                <p14:nvPr/>
              </p14:nvContentPartPr>
              <p14:xfrm>
                <a:off x="3657047" y="3685257"/>
                <a:ext cx="599400" cy="1443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A8053994-BE9D-CAB4-2840-43F31EAF0AC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639047" y="3667257"/>
                  <a:ext cx="63504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1BB5C36B-6CBC-9C7F-1C76-0AB789B9E810}"/>
                    </a:ext>
                  </a:extLst>
                </p14:cNvPr>
                <p14:cNvContentPartPr/>
                <p14:nvPr/>
              </p14:nvContentPartPr>
              <p14:xfrm>
                <a:off x="4466327" y="3482217"/>
                <a:ext cx="171000" cy="3258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1BB5C36B-6CBC-9C7F-1C76-0AB789B9E81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448327" y="3464217"/>
                  <a:ext cx="206640" cy="36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4383EF60-5E6E-DB41-9EDF-96FCE73BCE66}"/>
              </a:ext>
            </a:extLst>
          </p:cNvPr>
          <p:cNvGrpSpPr/>
          <p:nvPr/>
        </p:nvGrpSpPr>
        <p:grpSpPr>
          <a:xfrm>
            <a:off x="5012807" y="3457377"/>
            <a:ext cx="615600" cy="552960"/>
            <a:chOff x="5012807" y="3457377"/>
            <a:chExt cx="615600" cy="552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F1932CA-4AD3-21F4-7CCA-937AB4E9F326}"/>
                    </a:ext>
                  </a:extLst>
                </p14:cNvPr>
                <p14:cNvContentPartPr/>
                <p14:nvPr/>
              </p14:nvContentPartPr>
              <p14:xfrm>
                <a:off x="5012807" y="3992337"/>
                <a:ext cx="13680" cy="180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F1932CA-4AD3-21F4-7CCA-937AB4E9F326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994807" y="3974337"/>
                  <a:ext cx="4932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C5A7B254-F8E3-CB01-5423-FFF326394E43}"/>
                    </a:ext>
                  </a:extLst>
                </p14:cNvPr>
                <p14:cNvContentPartPr/>
                <p14:nvPr/>
              </p14:nvContentPartPr>
              <p14:xfrm>
                <a:off x="5204687" y="3662937"/>
                <a:ext cx="63360" cy="169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C5A7B254-F8E3-CB01-5423-FFF326394E4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187047" y="3644937"/>
                  <a:ext cx="9900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9F99599D-F94D-FE7F-0445-845AFABA3FAB}"/>
                    </a:ext>
                  </a:extLst>
                </p14:cNvPr>
                <p14:cNvContentPartPr/>
                <p14:nvPr/>
              </p14:nvContentPartPr>
              <p14:xfrm>
                <a:off x="5156447" y="3746457"/>
                <a:ext cx="196560" cy="360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9F99599D-F94D-FE7F-0445-845AFABA3FAB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138447" y="3728457"/>
                  <a:ext cx="23220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35081A07-934B-54C3-9B82-C45FA612902B}"/>
                    </a:ext>
                  </a:extLst>
                </p14:cNvPr>
                <p14:cNvContentPartPr/>
                <p14:nvPr/>
              </p14:nvContentPartPr>
              <p14:xfrm>
                <a:off x="5498447" y="3457377"/>
                <a:ext cx="129960" cy="3844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35081A07-934B-54C3-9B82-C45FA612902B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480447" y="3439377"/>
                  <a:ext cx="165600" cy="42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0CC7B296-9ED4-F901-7E5D-F443E6F8A5F1}"/>
              </a:ext>
            </a:extLst>
          </p:cNvPr>
          <p:cNvGrpSpPr/>
          <p:nvPr/>
        </p:nvGrpSpPr>
        <p:grpSpPr>
          <a:xfrm>
            <a:off x="5986967" y="3318417"/>
            <a:ext cx="1797120" cy="434160"/>
            <a:chOff x="5986967" y="3318417"/>
            <a:chExt cx="1797120" cy="434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BCBE9ECB-C79B-148E-DCAD-6D4341A3CE8D}"/>
                    </a:ext>
                  </a:extLst>
                </p14:cNvPr>
                <p14:cNvContentPartPr/>
                <p14:nvPr/>
              </p14:nvContentPartPr>
              <p14:xfrm>
                <a:off x="5986967" y="3328857"/>
                <a:ext cx="464760" cy="3895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BCBE9ECB-C79B-148E-DCAD-6D4341A3CE8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969327" y="3310857"/>
                  <a:ext cx="500400" cy="42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3732692-5B18-6C2E-8B03-E589FA9450E2}"/>
                    </a:ext>
                  </a:extLst>
                </p14:cNvPr>
                <p14:cNvContentPartPr/>
                <p14:nvPr/>
              </p14:nvContentPartPr>
              <p14:xfrm>
                <a:off x="6421487" y="3318417"/>
                <a:ext cx="333000" cy="41724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3732692-5B18-6C2E-8B03-E589FA9450E2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403487" y="3300417"/>
                  <a:ext cx="368640" cy="45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DE514CD-2579-5383-6FC6-0C4E0E1E4EF0}"/>
                    </a:ext>
                  </a:extLst>
                </p14:cNvPr>
                <p14:cNvContentPartPr/>
                <p14:nvPr/>
              </p14:nvContentPartPr>
              <p14:xfrm>
                <a:off x="6693287" y="3367017"/>
                <a:ext cx="49320" cy="468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DE514CD-2579-5383-6FC6-0C4E0E1E4EF0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675647" y="3349377"/>
                  <a:ext cx="8496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423CC42C-3F4B-5744-BAA2-6E8E0A0189E4}"/>
                    </a:ext>
                  </a:extLst>
                </p14:cNvPr>
                <p14:cNvContentPartPr/>
                <p14:nvPr/>
              </p14:nvContentPartPr>
              <p14:xfrm>
                <a:off x="6784367" y="3321297"/>
                <a:ext cx="565560" cy="4312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423CC42C-3F4B-5744-BAA2-6E8E0A0189E4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766727" y="3303297"/>
                  <a:ext cx="601200" cy="46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268789FD-4D05-E1F2-C4E2-8C015C5FE20A}"/>
                    </a:ext>
                  </a:extLst>
                </p14:cNvPr>
                <p14:cNvContentPartPr/>
                <p14:nvPr/>
              </p14:nvContentPartPr>
              <p14:xfrm>
                <a:off x="7597247" y="3552057"/>
                <a:ext cx="22320" cy="1533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268789FD-4D05-E1F2-C4E2-8C015C5FE20A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579607" y="3534417"/>
                  <a:ext cx="5796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9717C46-F2F2-F7C6-E590-83E59657F432}"/>
                    </a:ext>
                  </a:extLst>
                </p14:cNvPr>
                <p14:cNvContentPartPr/>
                <p14:nvPr/>
              </p14:nvContentPartPr>
              <p14:xfrm>
                <a:off x="7655207" y="3554577"/>
                <a:ext cx="128880" cy="1616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9717C46-F2F2-F7C6-E590-83E59657F432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637567" y="3536937"/>
                  <a:ext cx="16452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8FB423D6-64DB-F481-3FD7-A2F6F0934D98}"/>
                    </a:ext>
                  </a:extLst>
                </p14:cNvPr>
                <p14:cNvContentPartPr/>
                <p14:nvPr/>
              </p14:nvContentPartPr>
              <p14:xfrm>
                <a:off x="7619927" y="3348657"/>
                <a:ext cx="13320" cy="320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8FB423D6-64DB-F481-3FD7-A2F6F0934D9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602287" y="3330657"/>
                  <a:ext cx="48960" cy="67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ED127536-960D-F4FF-2504-E36BAFFA65BC}"/>
                  </a:ext>
                </a:extLst>
              </p14:cNvPr>
              <p14:cNvContentPartPr/>
              <p14:nvPr/>
            </p14:nvContentPartPr>
            <p14:xfrm>
              <a:off x="504887" y="4748337"/>
              <a:ext cx="14040" cy="2196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ED127536-960D-F4FF-2504-E36BAFFA65BC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486887" y="4730337"/>
                <a:ext cx="49680" cy="57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4" name="Group 123">
            <a:extLst>
              <a:ext uri="{FF2B5EF4-FFF2-40B4-BE49-F238E27FC236}">
                <a16:creationId xmlns:a16="http://schemas.microsoft.com/office/drawing/2014/main" id="{7ED8FE9A-0726-4760-06A4-A7A8A10FC8EB}"/>
              </a:ext>
            </a:extLst>
          </p:cNvPr>
          <p:cNvGrpSpPr/>
          <p:nvPr/>
        </p:nvGrpSpPr>
        <p:grpSpPr>
          <a:xfrm>
            <a:off x="527207" y="4713057"/>
            <a:ext cx="837720" cy="343440"/>
            <a:chOff x="527207" y="4713057"/>
            <a:chExt cx="837720" cy="343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8B43681D-43C5-D760-F471-36966FC691AE}"/>
                    </a:ext>
                  </a:extLst>
                </p14:cNvPr>
                <p14:cNvContentPartPr/>
                <p14:nvPr/>
              </p14:nvContentPartPr>
              <p14:xfrm>
                <a:off x="527207" y="4713057"/>
                <a:ext cx="536040" cy="777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8B43681D-43C5-D760-F471-36966FC691AE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09207" y="4695057"/>
                  <a:ext cx="57168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2E1775B7-F15B-D50C-0933-5EF582F7EACC}"/>
                    </a:ext>
                  </a:extLst>
                </p14:cNvPr>
                <p14:cNvContentPartPr/>
                <p14:nvPr/>
              </p14:nvContentPartPr>
              <p14:xfrm>
                <a:off x="820607" y="4737177"/>
                <a:ext cx="84600" cy="28224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2E1775B7-F15B-D50C-0933-5EF582F7EACC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02967" y="4719177"/>
                  <a:ext cx="12024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D6ED19E5-2D1F-E4A1-B46E-367DD816B2A2}"/>
                    </a:ext>
                  </a:extLst>
                </p14:cNvPr>
                <p14:cNvContentPartPr/>
                <p14:nvPr/>
              </p14:nvContentPartPr>
              <p14:xfrm>
                <a:off x="896207" y="4893057"/>
                <a:ext cx="117720" cy="1605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D6ED19E5-2D1F-E4A1-B46E-367DD816B2A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78567" y="4875057"/>
                  <a:ext cx="15336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E6502296-A602-153E-1572-680B88ACB7D3}"/>
                    </a:ext>
                  </a:extLst>
                </p14:cNvPr>
                <p14:cNvContentPartPr/>
                <p14:nvPr/>
              </p14:nvContentPartPr>
              <p14:xfrm>
                <a:off x="998807" y="4925457"/>
                <a:ext cx="198000" cy="1310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E6502296-A602-153E-1572-680B88ACB7D3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81167" y="4907817"/>
                  <a:ext cx="23364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80C0A9F7-0D1C-93E2-AD47-B92C9F1D7793}"/>
                    </a:ext>
                  </a:extLst>
                </p14:cNvPr>
                <p14:cNvContentPartPr/>
                <p14:nvPr/>
              </p14:nvContentPartPr>
              <p14:xfrm>
                <a:off x="1207967" y="4891257"/>
                <a:ext cx="156960" cy="15336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80C0A9F7-0D1C-93E2-AD47-B92C9F1D7793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190327" y="4873617"/>
                  <a:ext cx="192600" cy="18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E80FDDA8-0E84-776D-2773-240AB15AA649}"/>
              </a:ext>
            </a:extLst>
          </p:cNvPr>
          <p:cNvGrpSpPr/>
          <p:nvPr/>
        </p:nvGrpSpPr>
        <p:grpSpPr>
          <a:xfrm>
            <a:off x="1687847" y="4724217"/>
            <a:ext cx="1258200" cy="721800"/>
            <a:chOff x="1687847" y="4724217"/>
            <a:chExt cx="1258200" cy="72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9C585A17-BAB0-2E31-6A21-63494912DA00}"/>
                    </a:ext>
                  </a:extLst>
                </p14:cNvPr>
                <p14:cNvContentPartPr/>
                <p14:nvPr/>
              </p14:nvContentPartPr>
              <p14:xfrm>
                <a:off x="1710167" y="4870377"/>
                <a:ext cx="72720" cy="57564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9C585A17-BAB0-2E31-6A21-63494912DA00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692527" y="4852737"/>
                  <a:ext cx="108360" cy="61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F9A1B074-74FC-BEDA-5810-B9FC326ADD5E}"/>
                    </a:ext>
                  </a:extLst>
                </p14:cNvPr>
                <p14:cNvContentPartPr/>
                <p14:nvPr/>
              </p14:nvContentPartPr>
              <p14:xfrm>
                <a:off x="1687847" y="4895937"/>
                <a:ext cx="192600" cy="1674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F9A1B074-74FC-BEDA-5810-B9FC326ADD5E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670207" y="4878297"/>
                  <a:ext cx="22824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855E6AB2-271C-CC0E-5C3F-828A459E05B6}"/>
                    </a:ext>
                  </a:extLst>
                </p14:cNvPr>
                <p14:cNvContentPartPr/>
                <p14:nvPr/>
              </p14:nvContentPartPr>
              <p14:xfrm>
                <a:off x="1955687" y="4724217"/>
                <a:ext cx="210240" cy="3157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855E6AB2-271C-CC0E-5C3F-828A459E05B6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937687" y="4706217"/>
                  <a:ext cx="24588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CEB13142-30B9-EAF5-34FE-6F55F6B2F4EC}"/>
                    </a:ext>
                  </a:extLst>
                </p14:cNvPr>
                <p14:cNvContentPartPr/>
                <p14:nvPr/>
              </p14:nvContentPartPr>
              <p14:xfrm>
                <a:off x="2227487" y="4873257"/>
                <a:ext cx="718560" cy="2365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CEB13142-30B9-EAF5-34FE-6F55F6B2F4EC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209487" y="4855257"/>
                  <a:ext cx="754200" cy="27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8DF39486-D1DB-759E-4D84-48D81BAEF02C}"/>
              </a:ext>
            </a:extLst>
          </p:cNvPr>
          <p:cNvGrpSpPr/>
          <p:nvPr/>
        </p:nvGrpSpPr>
        <p:grpSpPr>
          <a:xfrm>
            <a:off x="3364727" y="4562937"/>
            <a:ext cx="1551600" cy="491760"/>
            <a:chOff x="3364727" y="4562937"/>
            <a:chExt cx="1551600" cy="491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693BEB05-4A1A-E41A-F5CF-9DAB7319E699}"/>
                    </a:ext>
                  </a:extLst>
                </p14:cNvPr>
                <p14:cNvContentPartPr/>
                <p14:nvPr/>
              </p14:nvContentPartPr>
              <p14:xfrm>
                <a:off x="3364727" y="4595337"/>
                <a:ext cx="747360" cy="45936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693BEB05-4A1A-E41A-F5CF-9DAB7319E699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346727" y="4577337"/>
                  <a:ext cx="783000" cy="49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C6AAEA4D-CD9A-617A-31E5-3B35A2F1E7F9}"/>
                    </a:ext>
                  </a:extLst>
                </p14:cNvPr>
                <p14:cNvContentPartPr/>
                <p14:nvPr/>
              </p14:nvContentPartPr>
              <p14:xfrm>
                <a:off x="4177967" y="4749417"/>
                <a:ext cx="204120" cy="2397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C6AAEA4D-CD9A-617A-31E5-3B35A2F1E7F9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159967" y="4731777"/>
                  <a:ext cx="23976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91B8C503-FD40-3565-4C47-DBD67929E5C3}"/>
                    </a:ext>
                  </a:extLst>
                </p14:cNvPr>
                <p14:cNvContentPartPr/>
                <p14:nvPr/>
              </p14:nvContentPartPr>
              <p14:xfrm>
                <a:off x="4460567" y="4863177"/>
                <a:ext cx="144720" cy="1378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91B8C503-FD40-3565-4C47-DBD67929E5C3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442927" y="4845537"/>
                  <a:ext cx="18036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60D58680-1257-C5D0-2F27-170C00CF477A}"/>
                    </a:ext>
                  </a:extLst>
                </p14:cNvPr>
                <p14:cNvContentPartPr/>
                <p14:nvPr/>
              </p14:nvContentPartPr>
              <p14:xfrm>
                <a:off x="4725167" y="4562937"/>
                <a:ext cx="191160" cy="4197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60D58680-1257-C5D0-2F27-170C00CF477A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707527" y="4545297"/>
                  <a:ext cx="226800" cy="45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87A48C4C-0790-A68B-D6E6-5E42DA4467A1}"/>
                    </a:ext>
                  </a:extLst>
                </p14:cNvPr>
                <p14:cNvContentPartPr/>
                <p14:nvPr/>
              </p14:nvContentPartPr>
              <p14:xfrm>
                <a:off x="3960887" y="4755537"/>
                <a:ext cx="137520" cy="2088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87A48C4C-0790-A68B-D6E6-5E42DA4467A1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943247" y="4737897"/>
                  <a:ext cx="173160" cy="56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1D880C9F-E161-C358-A50F-F67784CA56EE}"/>
                  </a:ext>
                </a:extLst>
              </p14:cNvPr>
              <p14:cNvContentPartPr/>
              <p14:nvPr/>
            </p14:nvContentPartPr>
            <p14:xfrm>
              <a:off x="10653647" y="4729257"/>
              <a:ext cx="38520" cy="15840"/>
            </p14:xfrm>
          </p:contentPart>
        </mc:Choice>
        <mc:Fallback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1D880C9F-E161-C358-A50F-F67784CA56EE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10636007" y="4711257"/>
                <a:ext cx="74160" cy="51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02" name="Group 201">
            <a:extLst>
              <a:ext uri="{FF2B5EF4-FFF2-40B4-BE49-F238E27FC236}">
                <a16:creationId xmlns:a16="http://schemas.microsoft.com/office/drawing/2014/main" id="{ECAB46D5-499C-2A87-134A-7285C7C6EA7E}"/>
              </a:ext>
            </a:extLst>
          </p:cNvPr>
          <p:cNvGrpSpPr/>
          <p:nvPr/>
        </p:nvGrpSpPr>
        <p:grpSpPr>
          <a:xfrm>
            <a:off x="503087" y="5289417"/>
            <a:ext cx="5684400" cy="1527480"/>
            <a:chOff x="503087" y="5289417"/>
            <a:chExt cx="5684400" cy="152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A2A79C2B-A623-8D3C-0FEC-8CBA885FD53B}"/>
                    </a:ext>
                  </a:extLst>
                </p14:cNvPr>
                <p14:cNvContentPartPr/>
                <p14:nvPr/>
              </p14:nvContentPartPr>
              <p14:xfrm>
                <a:off x="503087" y="5632857"/>
                <a:ext cx="268200" cy="18468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A2A79C2B-A623-8D3C-0FEC-8CBA885FD53B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85087" y="5614857"/>
                  <a:ext cx="30384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F40ECE6F-B5A0-D177-E4EF-C807F1F884ED}"/>
                    </a:ext>
                  </a:extLst>
                </p14:cNvPr>
                <p14:cNvContentPartPr/>
                <p14:nvPr/>
              </p14:nvContentPartPr>
              <p14:xfrm>
                <a:off x="769487" y="5619177"/>
                <a:ext cx="100080" cy="21924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F40ECE6F-B5A0-D177-E4EF-C807F1F884ED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51487" y="5601537"/>
                  <a:ext cx="13572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29AA9FF7-7245-08DD-CCC8-B3E17445DB19}"/>
                    </a:ext>
                  </a:extLst>
                </p14:cNvPr>
                <p14:cNvContentPartPr/>
                <p14:nvPr/>
              </p14:nvContentPartPr>
              <p14:xfrm>
                <a:off x="980447" y="5627817"/>
                <a:ext cx="258840" cy="13896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29AA9FF7-7245-08DD-CCC8-B3E17445DB19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62807" y="5610177"/>
                  <a:ext cx="29448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001399BB-4B98-32EA-5B4F-C0BD2C39D74C}"/>
                    </a:ext>
                  </a:extLst>
                </p14:cNvPr>
                <p14:cNvContentPartPr/>
                <p14:nvPr/>
              </p14:nvContentPartPr>
              <p14:xfrm>
                <a:off x="1310567" y="5614497"/>
                <a:ext cx="577080" cy="16488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001399BB-4B98-32EA-5B4F-C0BD2C39D74C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292567" y="5596857"/>
                  <a:ext cx="61272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91FD23DA-859C-DFC8-3B4F-000C90B86C34}"/>
                    </a:ext>
                  </a:extLst>
                </p14:cNvPr>
                <p14:cNvContentPartPr/>
                <p14:nvPr/>
              </p14:nvContentPartPr>
              <p14:xfrm>
                <a:off x="2310287" y="5429457"/>
                <a:ext cx="75960" cy="28404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91FD23DA-859C-DFC8-3B4F-000C90B86C34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2292287" y="5411457"/>
                  <a:ext cx="11160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FC306763-3A4A-9A0A-20F3-78AC68601484}"/>
                    </a:ext>
                  </a:extLst>
                </p14:cNvPr>
                <p14:cNvContentPartPr/>
                <p14:nvPr/>
              </p14:nvContentPartPr>
              <p14:xfrm>
                <a:off x="2203727" y="5471937"/>
                <a:ext cx="613800" cy="26244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FC306763-3A4A-9A0A-20F3-78AC68601484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2186087" y="5453937"/>
                  <a:ext cx="64944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CC2F6AA3-081F-E37B-5B0D-0F700CA5D037}"/>
                    </a:ext>
                  </a:extLst>
                </p14:cNvPr>
                <p14:cNvContentPartPr/>
                <p14:nvPr/>
              </p14:nvContentPartPr>
              <p14:xfrm>
                <a:off x="655727" y="6148737"/>
                <a:ext cx="271800" cy="18072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CC2F6AA3-081F-E37B-5B0D-0F700CA5D037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37727" y="6130737"/>
                  <a:ext cx="30744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4C3B31F8-C03E-DAE4-9495-7F25D9F0C2E6}"/>
                    </a:ext>
                  </a:extLst>
                </p14:cNvPr>
                <p14:cNvContentPartPr/>
                <p14:nvPr/>
              </p14:nvContentPartPr>
              <p14:xfrm>
                <a:off x="931487" y="6135777"/>
                <a:ext cx="190080" cy="15696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4C3B31F8-C03E-DAE4-9495-7F25D9F0C2E6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13847" y="6118137"/>
                  <a:ext cx="22572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F51C845E-8722-373C-DEB6-7F71CF60EFD4}"/>
                    </a:ext>
                  </a:extLst>
                </p14:cNvPr>
                <p14:cNvContentPartPr/>
                <p14:nvPr/>
              </p14:nvContentPartPr>
              <p14:xfrm>
                <a:off x="1146767" y="6124977"/>
                <a:ext cx="236520" cy="11556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F51C845E-8722-373C-DEB6-7F71CF60EFD4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128767" y="6107337"/>
                  <a:ext cx="27216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18A0186F-8E27-98C4-C408-3F105058A0BC}"/>
                    </a:ext>
                  </a:extLst>
                </p14:cNvPr>
                <p14:cNvContentPartPr/>
                <p14:nvPr/>
              </p14:nvContentPartPr>
              <p14:xfrm>
                <a:off x="1315607" y="6050097"/>
                <a:ext cx="20880" cy="2124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18A0186F-8E27-98C4-C408-3F105058A0BC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297967" y="6032457"/>
                  <a:ext cx="5652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646FD16A-51C5-D898-3080-8711F3365E39}"/>
                    </a:ext>
                  </a:extLst>
                </p14:cNvPr>
                <p14:cNvContentPartPr/>
                <p14:nvPr/>
              </p14:nvContentPartPr>
              <p14:xfrm>
                <a:off x="1447007" y="6014457"/>
                <a:ext cx="603720" cy="24804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646FD16A-51C5-D898-3080-8711F3365E39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429007" y="5996457"/>
                  <a:ext cx="63936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A6E769BC-110F-6775-461A-4A22DA07FF56}"/>
                    </a:ext>
                  </a:extLst>
                </p14:cNvPr>
                <p14:cNvContentPartPr/>
                <p14:nvPr/>
              </p14:nvContentPartPr>
              <p14:xfrm>
                <a:off x="2641847" y="6119937"/>
                <a:ext cx="41040" cy="2124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A6E769BC-110F-6775-461A-4A22DA07FF56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623847" y="6102297"/>
                  <a:ext cx="7668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906A324E-4367-1AC0-FEA0-2382874F1D4F}"/>
                    </a:ext>
                  </a:extLst>
                </p14:cNvPr>
                <p14:cNvContentPartPr/>
                <p14:nvPr/>
              </p14:nvContentPartPr>
              <p14:xfrm>
                <a:off x="3159167" y="5569857"/>
                <a:ext cx="434160" cy="13608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906A324E-4367-1AC0-FEA0-2382874F1D4F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141167" y="5551857"/>
                  <a:ext cx="46980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4B15F1DB-F867-8D1B-E328-6F0F8DE381C9}"/>
                    </a:ext>
                  </a:extLst>
                </p14:cNvPr>
                <p14:cNvContentPartPr/>
                <p14:nvPr/>
              </p14:nvContentPartPr>
              <p14:xfrm>
                <a:off x="3660287" y="5342697"/>
                <a:ext cx="184680" cy="30960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4B15F1DB-F867-8D1B-E328-6F0F8DE381C9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3642287" y="5324697"/>
                  <a:ext cx="22032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327E7A30-6E7F-DF4C-1089-C12F66ECF257}"/>
                    </a:ext>
                  </a:extLst>
                </p14:cNvPr>
                <p14:cNvContentPartPr/>
                <p14:nvPr/>
              </p14:nvContentPartPr>
              <p14:xfrm>
                <a:off x="3794567" y="5408937"/>
                <a:ext cx="62280" cy="3780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327E7A30-6E7F-DF4C-1089-C12F66ECF257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3776567" y="5391297"/>
                  <a:ext cx="9792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DB82C7D7-4C70-BB5E-8329-4592F6CAD283}"/>
                    </a:ext>
                  </a:extLst>
                </p14:cNvPr>
                <p14:cNvContentPartPr/>
                <p14:nvPr/>
              </p14:nvContentPartPr>
              <p14:xfrm>
                <a:off x="3548687" y="5544297"/>
                <a:ext cx="134280" cy="3024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DB82C7D7-4C70-BB5E-8329-4592F6CAD283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3531047" y="5526297"/>
                  <a:ext cx="16992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D5CB45B8-AD83-7562-3CEA-E8802ED09E08}"/>
                    </a:ext>
                  </a:extLst>
                </p14:cNvPr>
                <p14:cNvContentPartPr/>
                <p14:nvPr/>
              </p14:nvContentPartPr>
              <p14:xfrm>
                <a:off x="3718607" y="5355657"/>
                <a:ext cx="230040" cy="75384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D5CB45B8-AD83-7562-3CEA-E8802ED09E08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3700607" y="5337657"/>
                  <a:ext cx="265680" cy="78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5E6D6E10-C68A-8675-C869-F4FD0E23DC84}"/>
                    </a:ext>
                  </a:extLst>
                </p14:cNvPr>
                <p14:cNvContentPartPr/>
                <p14:nvPr/>
              </p14:nvContentPartPr>
              <p14:xfrm>
                <a:off x="4044407" y="5517297"/>
                <a:ext cx="49680" cy="14148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5E6D6E10-C68A-8675-C869-F4FD0E23DC84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4026767" y="5499657"/>
                  <a:ext cx="8532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ED3C09CE-FDE8-FAE5-4E8C-64C7F9E2031D}"/>
                    </a:ext>
                  </a:extLst>
                </p14:cNvPr>
                <p14:cNvContentPartPr/>
                <p14:nvPr/>
              </p14:nvContentPartPr>
              <p14:xfrm>
                <a:off x="4118927" y="5386617"/>
                <a:ext cx="42840" cy="7596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ED3C09CE-FDE8-FAE5-4E8C-64C7F9E2031D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4100927" y="5368617"/>
                  <a:ext cx="7848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8FDD2C40-045E-0F0B-1FC1-A61B1B2D50CE}"/>
                    </a:ext>
                  </a:extLst>
                </p14:cNvPr>
                <p14:cNvContentPartPr/>
                <p14:nvPr/>
              </p14:nvContentPartPr>
              <p14:xfrm>
                <a:off x="4211807" y="5508657"/>
                <a:ext cx="202320" cy="15588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8FDD2C40-045E-0F0B-1FC1-A61B1B2D50CE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4193807" y="5491017"/>
                  <a:ext cx="23796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AFE5AE40-08BA-DFBF-336A-A20F2750DF70}"/>
                    </a:ext>
                  </a:extLst>
                </p14:cNvPr>
                <p14:cNvContentPartPr/>
                <p14:nvPr/>
              </p14:nvContentPartPr>
              <p14:xfrm>
                <a:off x="4466687" y="5391297"/>
                <a:ext cx="19080" cy="3708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AFE5AE40-08BA-DFBF-336A-A20F2750DF70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4449047" y="5373297"/>
                  <a:ext cx="5472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B4C3B584-7073-8E50-989C-C3E81FA39D83}"/>
                    </a:ext>
                  </a:extLst>
                </p14:cNvPr>
                <p14:cNvContentPartPr/>
                <p14:nvPr/>
              </p14:nvContentPartPr>
              <p14:xfrm>
                <a:off x="4559567" y="5296617"/>
                <a:ext cx="314640" cy="32760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B4C3B584-7073-8E50-989C-C3E81FA39D83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541927" y="5278617"/>
                  <a:ext cx="35028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F872651D-59A8-E6E9-74C6-8B67528CD526}"/>
                    </a:ext>
                  </a:extLst>
                </p14:cNvPr>
                <p14:cNvContentPartPr/>
                <p14:nvPr/>
              </p14:nvContentPartPr>
              <p14:xfrm>
                <a:off x="5249327" y="5596857"/>
                <a:ext cx="18360" cy="2016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F872651D-59A8-E6E9-74C6-8B67528CD526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231327" y="5578857"/>
                  <a:ext cx="5400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D05A7AF4-D3FF-472F-238A-03B4EFAED866}"/>
                    </a:ext>
                  </a:extLst>
                </p14:cNvPr>
                <p14:cNvContentPartPr/>
                <p14:nvPr/>
              </p14:nvContentPartPr>
              <p14:xfrm>
                <a:off x="4993727" y="5430897"/>
                <a:ext cx="156240" cy="19152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D05A7AF4-D3FF-472F-238A-03B4EFAED866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976087" y="5412897"/>
                  <a:ext cx="19188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BD614698-BACA-F406-AF76-66A35F15C704}"/>
                    </a:ext>
                  </a:extLst>
                </p14:cNvPr>
                <p14:cNvContentPartPr/>
                <p14:nvPr/>
              </p14:nvContentPartPr>
              <p14:xfrm>
                <a:off x="5151047" y="5484537"/>
                <a:ext cx="94320" cy="12996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BD614698-BACA-F406-AF76-66A35F15C704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5133047" y="5466537"/>
                  <a:ext cx="12996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9DB0BC5A-88E0-C06C-7772-2E10C327B26E}"/>
                    </a:ext>
                  </a:extLst>
                </p14:cNvPr>
                <p14:cNvContentPartPr/>
                <p14:nvPr/>
              </p14:nvContentPartPr>
              <p14:xfrm>
                <a:off x="5300087" y="5477337"/>
                <a:ext cx="181440" cy="15408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9DB0BC5A-88E0-C06C-7772-2E10C327B26E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282087" y="5459697"/>
                  <a:ext cx="21708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B211F4B6-947A-2FA0-AB19-582AFBE63B5C}"/>
                    </a:ext>
                  </a:extLst>
                </p14:cNvPr>
                <p14:cNvContentPartPr/>
                <p14:nvPr/>
              </p14:nvContentPartPr>
              <p14:xfrm>
                <a:off x="5454167" y="5354937"/>
                <a:ext cx="27720" cy="2772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B211F4B6-947A-2FA0-AB19-582AFBE63B5C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5436167" y="5337297"/>
                  <a:ext cx="6336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2BBBC68D-6F81-6C48-F0C3-BDCF85C9A859}"/>
                    </a:ext>
                  </a:extLst>
                </p14:cNvPr>
                <p14:cNvContentPartPr/>
                <p14:nvPr/>
              </p14:nvContentPartPr>
              <p14:xfrm>
                <a:off x="5490887" y="5490297"/>
                <a:ext cx="173160" cy="13392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2BBBC68D-6F81-6C48-F0C3-BDCF85C9A859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472887" y="5472657"/>
                  <a:ext cx="20880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13EEC210-D508-F342-97B0-353F12CB59A5}"/>
                    </a:ext>
                  </a:extLst>
                </p14:cNvPr>
                <p14:cNvContentPartPr/>
                <p14:nvPr/>
              </p14:nvContentPartPr>
              <p14:xfrm>
                <a:off x="5668007" y="5289417"/>
                <a:ext cx="311400" cy="30276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13EEC210-D508-F342-97B0-353F12CB59A5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650007" y="5271777"/>
                  <a:ext cx="34704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B6023914-F096-A298-DC73-4F67A7ED8F64}"/>
                    </a:ext>
                  </a:extLst>
                </p14:cNvPr>
                <p14:cNvContentPartPr/>
                <p14:nvPr/>
              </p14:nvContentPartPr>
              <p14:xfrm>
                <a:off x="6164807" y="5594337"/>
                <a:ext cx="22680" cy="360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B6023914-F096-A298-DC73-4F67A7ED8F64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146807" y="5576697"/>
                  <a:ext cx="583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9B4B813B-3657-7D71-A029-63654FB0A28C}"/>
                    </a:ext>
                  </a:extLst>
                </p14:cNvPr>
                <p14:cNvContentPartPr/>
                <p14:nvPr/>
              </p14:nvContentPartPr>
              <p14:xfrm>
                <a:off x="2463647" y="6029937"/>
                <a:ext cx="1041840" cy="67500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9B4B813B-3657-7D71-A029-63654FB0A28C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2445647" y="6011937"/>
                  <a:ext cx="1077480" cy="71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886EEC98-3AD9-9D60-CB59-ACCA4574D4BA}"/>
                    </a:ext>
                  </a:extLst>
                </p14:cNvPr>
                <p14:cNvContentPartPr/>
                <p14:nvPr/>
              </p14:nvContentPartPr>
              <p14:xfrm>
                <a:off x="4006607" y="6055137"/>
                <a:ext cx="647280" cy="30312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886EEC98-3AD9-9D60-CB59-ACCA4574D4BA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3988967" y="6037497"/>
                  <a:ext cx="68292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904C51EA-F2BB-13FC-1113-FBF24CE52F9D}"/>
                    </a:ext>
                  </a:extLst>
                </p14:cNvPr>
                <p14:cNvContentPartPr/>
                <p14:nvPr/>
              </p14:nvContentPartPr>
              <p14:xfrm>
                <a:off x="4012367" y="6117417"/>
                <a:ext cx="209880" cy="5220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904C51EA-F2BB-13FC-1113-FBF24CE52F9D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3994367" y="6099777"/>
                  <a:ext cx="24552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BBA9EE07-1BAF-0450-C5EA-D577DC3DC678}"/>
                    </a:ext>
                  </a:extLst>
                </p14:cNvPr>
                <p14:cNvContentPartPr/>
                <p14:nvPr/>
              </p14:nvContentPartPr>
              <p14:xfrm>
                <a:off x="4831727" y="6055137"/>
                <a:ext cx="125640" cy="25488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BBA9EE07-1BAF-0450-C5EA-D577DC3DC678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4813727" y="6037137"/>
                  <a:ext cx="16128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1BC8BDCE-2ECA-9184-3BC9-76728386D196}"/>
                    </a:ext>
                  </a:extLst>
                </p14:cNvPr>
                <p14:cNvContentPartPr/>
                <p14:nvPr/>
              </p14:nvContentPartPr>
              <p14:xfrm>
                <a:off x="5081567" y="6080337"/>
                <a:ext cx="539640" cy="18684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1BC8BDCE-2ECA-9184-3BC9-76728386D196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5063567" y="6062697"/>
                  <a:ext cx="57528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5E71AE94-DC8A-ACE0-2FF1-779C1A278305}"/>
                    </a:ext>
                  </a:extLst>
                </p14:cNvPr>
                <p14:cNvContentPartPr/>
                <p14:nvPr/>
              </p14:nvContentPartPr>
              <p14:xfrm>
                <a:off x="5455967" y="5938497"/>
                <a:ext cx="15120" cy="2304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5E71AE94-DC8A-ACE0-2FF1-779C1A278305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5437967" y="5920497"/>
                  <a:ext cx="5076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B7B8A21B-F6B8-7B59-CFCF-50815C4E7A56}"/>
                    </a:ext>
                  </a:extLst>
                </p14:cNvPr>
                <p14:cNvContentPartPr/>
                <p14:nvPr/>
              </p14:nvContentPartPr>
              <p14:xfrm>
                <a:off x="618647" y="6597657"/>
                <a:ext cx="271800" cy="17460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B7B8A21B-F6B8-7B59-CFCF-50815C4E7A56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600647" y="6579657"/>
                  <a:ext cx="30744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9F75B0B8-B9ED-5AD9-AE85-7B77D04E2107}"/>
                    </a:ext>
                  </a:extLst>
                </p14:cNvPr>
                <p14:cNvContentPartPr/>
                <p14:nvPr/>
              </p14:nvContentPartPr>
              <p14:xfrm>
                <a:off x="951287" y="6485697"/>
                <a:ext cx="624600" cy="31176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9F75B0B8-B9ED-5AD9-AE85-7B77D04E2107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933287" y="6467697"/>
                  <a:ext cx="66024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E3876620-C5D5-A744-090A-F0902200A47D}"/>
                    </a:ext>
                  </a:extLst>
                </p14:cNvPr>
                <p14:cNvContentPartPr/>
                <p14:nvPr/>
              </p14:nvContentPartPr>
              <p14:xfrm>
                <a:off x="1654727" y="6619977"/>
                <a:ext cx="209520" cy="16668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E3876620-C5D5-A744-090A-F0902200A47D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636727" y="6601977"/>
                  <a:ext cx="24516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DF9F3CB0-1C85-4024-E3D9-64AD94280C3A}"/>
                    </a:ext>
                  </a:extLst>
                </p14:cNvPr>
                <p14:cNvContentPartPr/>
                <p14:nvPr/>
              </p14:nvContentPartPr>
              <p14:xfrm>
                <a:off x="1566167" y="6484257"/>
                <a:ext cx="62280" cy="4608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DF9F3CB0-1C85-4024-E3D9-64AD94280C3A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548167" y="6466617"/>
                  <a:ext cx="9792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015DACDF-099A-4FAD-64ED-82A15ECB0621}"/>
                    </a:ext>
                  </a:extLst>
                </p14:cNvPr>
                <p14:cNvContentPartPr/>
                <p14:nvPr/>
              </p14:nvContentPartPr>
              <p14:xfrm>
                <a:off x="1024367" y="6573537"/>
                <a:ext cx="368280" cy="7632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015DACDF-099A-4FAD-64ED-82A15ECB0621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006367" y="6555537"/>
                  <a:ext cx="40392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EA6B8DCA-6A69-7889-8F56-095600EB7E4E}"/>
                    </a:ext>
                  </a:extLst>
                </p14:cNvPr>
                <p14:cNvContentPartPr/>
                <p14:nvPr/>
              </p14:nvContentPartPr>
              <p14:xfrm>
                <a:off x="1998887" y="6653817"/>
                <a:ext cx="356760" cy="16020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EA6B8DCA-6A69-7889-8F56-095600EB7E4E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980887" y="6636177"/>
                  <a:ext cx="39240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45838300-EE44-5F48-DCBC-EB584AFCFEFA}"/>
                    </a:ext>
                  </a:extLst>
                </p14:cNvPr>
                <p14:cNvContentPartPr/>
                <p14:nvPr/>
              </p14:nvContentPartPr>
              <p14:xfrm>
                <a:off x="2422967" y="6450057"/>
                <a:ext cx="197640" cy="36684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45838300-EE44-5F48-DCBC-EB584AFCFEFA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2404967" y="6432417"/>
                  <a:ext cx="233280" cy="4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C3B11079-F93C-AB83-1B32-CE13E3637447}"/>
                    </a:ext>
                  </a:extLst>
                </p14:cNvPr>
                <p14:cNvContentPartPr/>
                <p14:nvPr/>
              </p14:nvContentPartPr>
              <p14:xfrm>
                <a:off x="2992127" y="6643377"/>
                <a:ext cx="19080" cy="16740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C3B11079-F93C-AB83-1B32-CE13E3637447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2974487" y="6625377"/>
                  <a:ext cx="5472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0FC9F523-047D-C8AF-F63B-26EC4AF9DE95}"/>
                    </a:ext>
                  </a:extLst>
                </p14:cNvPr>
                <p14:cNvContentPartPr/>
                <p14:nvPr/>
              </p14:nvContentPartPr>
              <p14:xfrm>
                <a:off x="2991767" y="6537537"/>
                <a:ext cx="16920" cy="2628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0FC9F523-047D-C8AF-F63B-26EC4AF9DE95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2974127" y="6519897"/>
                  <a:ext cx="5256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713799AB-CE82-5159-82CF-DFA671B99F98}"/>
                    </a:ext>
                  </a:extLst>
                </p14:cNvPr>
                <p14:cNvContentPartPr/>
                <p14:nvPr/>
              </p14:nvContentPartPr>
              <p14:xfrm>
                <a:off x="3109847" y="6652017"/>
                <a:ext cx="153720" cy="12924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713799AB-CE82-5159-82CF-DFA671B99F98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3092207" y="6634017"/>
                  <a:ext cx="18936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B817A089-E5DD-A941-0CF8-06912018482F}"/>
                    </a:ext>
                  </a:extLst>
                </p14:cNvPr>
                <p14:cNvContentPartPr/>
                <p14:nvPr/>
              </p14:nvContentPartPr>
              <p14:xfrm>
                <a:off x="3332687" y="6520977"/>
                <a:ext cx="16560" cy="26352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B817A089-E5DD-A941-0CF8-06912018482F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3314687" y="6502977"/>
                  <a:ext cx="5220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E07488B6-360D-2257-72F8-A212B7633FCA}"/>
                    </a:ext>
                  </a:extLst>
                </p14:cNvPr>
                <p14:cNvContentPartPr/>
                <p14:nvPr/>
              </p14:nvContentPartPr>
              <p14:xfrm>
                <a:off x="3261407" y="6589377"/>
                <a:ext cx="436320" cy="16308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E07488B6-360D-2257-72F8-A212B7633FCA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3243767" y="6571377"/>
                  <a:ext cx="47196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A49A2BA0-3065-CE30-EC19-541865DA8A74}"/>
                    </a:ext>
                  </a:extLst>
                </p14:cNvPr>
                <p14:cNvContentPartPr/>
                <p14:nvPr/>
              </p14:nvContentPartPr>
              <p14:xfrm>
                <a:off x="3725807" y="6474537"/>
                <a:ext cx="404280" cy="26856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A49A2BA0-3065-CE30-EC19-541865DA8A74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3707807" y="6456537"/>
                  <a:ext cx="43992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1CD122AA-C11C-9853-98D3-F3487AB33A5C}"/>
                    </a:ext>
                  </a:extLst>
                </p14:cNvPr>
                <p14:cNvContentPartPr/>
                <p14:nvPr/>
              </p14:nvContentPartPr>
              <p14:xfrm>
                <a:off x="4225127" y="6571377"/>
                <a:ext cx="308160" cy="16272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1CD122AA-C11C-9853-98D3-F3487AB33A5C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4207487" y="6553377"/>
                  <a:ext cx="34380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CEE8AB5E-636D-49B8-9D17-923E8DBF731E}"/>
                    </a:ext>
                  </a:extLst>
                </p14:cNvPr>
                <p14:cNvContentPartPr/>
                <p14:nvPr/>
              </p14:nvContentPartPr>
              <p14:xfrm>
                <a:off x="4885727" y="6509097"/>
                <a:ext cx="119520" cy="20484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CEE8AB5E-636D-49B8-9D17-923E8DBF731E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4868087" y="6491457"/>
                  <a:ext cx="15516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9B1A4A9A-BD8C-57CB-B68F-537C9F3C119B}"/>
                    </a:ext>
                  </a:extLst>
                </p14:cNvPr>
                <p14:cNvContentPartPr/>
                <p14:nvPr/>
              </p14:nvContentPartPr>
              <p14:xfrm>
                <a:off x="5168687" y="6429537"/>
                <a:ext cx="38880" cy="22392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9B1A4A9A-BD8C-57CB-B68F-537C9F3C119B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5151047" y="6411537"/>
                  <a:ext cx="7452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09EEB7A8-4887-F1D5-ABE9-E5263A1BAA33}"/>
                    </a:ext>
                  </a:extLst>
                </p14:cNvPr>
                <p14:cNvContentPartPr/>
                <p14:nvPr/>
              </p14:nvContentPartPr>
              <p14:xfrm>
                <a:off x="5026127" y="6464097"/>
                <a:ext cx="557640" cy="25920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09EEB7A8-4887-F1D5-ABE9-E5263A1BAA33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5008127" y="6446097"/>
                  <a:ext cx="59328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2979B8BA-4FBB-655A-6BA5-BCE6B81C424E}"/>
                    </a:ext>
                  </a:extLst>
                </p14:cNvPr>
                <p14:cNvContentPartPr/>
                <p14:nvPr/>
              </p14:nvContentPartPr>
              <p14:xfrm>
                <a:off x="5675927" y="6481377"/>
                <a:ext cx="168840" cy="18864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2979B8BA-4FBB-655A-6BA5-BCE6B81C424E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5658287" y="6463377"/>
                  <a:ext cx="20448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A443D88A-39F8-6868-6DCF-DCC956B474FC}"/>
                    </a:ext>
                  </a:extLst>
                </p14:cNvPr>
                <p14:cNvContentPartPr/>
                <p14:nvPr/>
              </p14:nvContentPartPr>
              <p14:xfrm>
                <a:off x="6041687" y="6586497"/>
                <a:ext cx="360" cy="36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A443D88A-39F8-6868-6DCF-DCC956B474FC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6023687" y="6568497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5BD85AEF-0923-5683-6D2E-11F5335941CA}"/>
              </a:ext>
            </a:extLst>
          </p:cNvPr>
          <p:cNvGrpSpPr/>
          <p:nvPr/>
        </p:nvGrpSpPr>
        <p:grpSpPr>
          <a:xfrm>
            <a:off x="183407" y="4817817"/>
            <a:ext cx="135360" cy="235440"/>
            <a:chOff x="183407" y="4817817"/>
            <a:chExt cx="135360" cy="23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C0595340-9BB6-DE5E-E9C1-376E5D40B9C7}"/>
                    </a:ext>
                  </a:extLst>
                </p14:cNvPr>
                <p14:cNvContentPartPr/>
                <p14:nvPr/>
              </p14:nvContentPartPr>
              <p14:xfrm>
                <a:off x="183407" y="4817817"/>
                <a:ext cx="56160" cy="23544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C0595340-9BB6-DE5E-E9C1-376E5D40B9C7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65407" y="4799817"/>
                  <a:ext cx="9180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1281349D-21AC-EC6E-3531-40F2FDAE340A}"/>
                    </a:ext>
                  </a:extLst>
                </p14:cNvPr>
                <p14:cNvContentPartPr/>
                <p14:nvPr/>
              </p14:nvContentPartPr>
              <p14:xfrm>
                <a:off x="306167" y="4942377"/>
                <a:ext cx="12600" cy="2376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1281349D-21AC-EC6E-3531-40F2FDAE340A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288527" y="4924737"/>
                  <a:ext cx="48240" cy="5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9709AA37-15B7-F0BA-E7A1-96D01015DDF7}"/>
              </a:ext>
            </a:extLst>
          </p:cNvPr>
          <p:cNvGrpSpPr/>
          <p:nvPr/>
        </p:nvGrpSpPr>
        <p:grpSpPr>
          <a:xfrm>
            <a:off x="6667727" y="4400937"/>
            <a:ext cx="3646800" cy="951120"/>
            <a:chOff x="6667727" y="4400937"/>
            <a:chExt cx="3646800" cy="95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430A79E7-0988-CC91-5999-4F5CC3D00888}"/>
                    </a:ext>
                  </a:extLst>
                </p14:cNvPr>
                <p14:cNvContentPartPr/>
                <p14:nvPr/>
              </p14:nvContentPartPr>
              <p14:xfrm>
                <a:off x="7096847" y="4711257"/>
                <a:ext cx="38880" cy="25344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430A79E7-0988-CC91-5999-4F5CC3D00888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7078847" y="4693257"/>
                  <a:ext cx="7452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88A6FAF6-01B6-A0E4-204F-0A0AE30D88BD}"/>
                    </a:ext>
                  </a:extLst>
                </p14:cNvPr>
                <p14:cNvContentPartPr/>
                <p14:nvPr/>
              </p14:nvContentPartPr>
              <p14:xfrm>
                <a:off x="7107287" y="4705497"/>
                <a:ext cx="151920" cy="29340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88A6FAF6-01B6-A0E4-204F-0A0AE30D88BD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7089287" y="4687857"/>
                  <a:ext cx="18756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30E97531-56C3-19C2-8B2C-8866CC8C5F19}"/>
                    </a:ext>
                  </a:extLst>
                </p14:cNvPr>
                <p14:cNvContentPartPr/>
                <p14:nvPr/>
              </p14:nvContentPartPr>
              <p14:xfrm>
                <a:off x="7365047" y="4849137"/>
                <a:ext cx="48240" cy="1224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30E97531-56C3-19C2-8B2C-8866CC8C5F19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7347407" y="4831137"/>
                  <a:ext cx="8388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F5D76799-E077-5D69-34A9-3A66F96D8208}"/>
                    </a:ext>
                  </a:extLst>
                </p14:cNvPr>
                <p14:cNvContentPartPr/>
                <p14:nvPr/>
              </p14:nvContentPartPr>
              <p14:xfrm>
                <a:off x="7414007" y="4729257"/>
                <a:ext cx="17640" cy="3168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F5D76799-E077-5D69-34A9-3A66F96D8208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7396367" y="4711617"/>
                  <a:ext cx="5328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116B928A-48E8-4AAB-F28F-ECC6AA453B60}"/>
                    </a:ext>
                  </a:extLst>
                </p14:cNvPr>
                <p14:cNvContentPartPr/>
                <p14:nvPr/>
              </p14:nvContentPartPr>
              <p14:xfrm>
                <a:off x="7509767" y="4877217"/>
                <a:ext cx="224640" cy="47484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116B928A-48E8-4AAB-F28F-ECC6AA453B60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7491767" y="4859217"/>
                  <a:ext cx="260280" cy="51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BC149406-D372-9F6D-F6F0-0D2F48C472BF}"/>
                    </a:ext>
                  </a:extLst>
                </p14:cNvPr>
                <p14:cNvContentPartPr/>
                <p14:nvPr/>
              </p14:nvContentPartPr>
              <p14:xfrm>
                <a:off x="7962647" y="4638177"/>
                <a:ext cx="433440" cy="30348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BC149406-D372-9F6D-F6F0-0D2F48C472BF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7944647" y="4620177"/>
                  <a:ext cx="46908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84EF951B-C531-1DC2-9485-FB27DFA2D339}"/>
                    </a:ext>
                  </a:extLst>
                </p14:cNvPr>
                <p14:cNvContentPartPr/>
                <p14:nvPr/>
              </p14:nvContentPartPr>
              <p14:xfrm>
                <a:off x="8625047" y="4457097"/>
                <a:ext cx="1040760" cy="50184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84EF951B-C531-1DC2-9485-FB27DFA2D339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8607047" y="4439097"/>
                  <a:ext cx="1076400" cy="53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531E07DA-0494-8F6A-210E-8203853B13AA}"/>
                    </a:ext>
                  </a:extLst>
                </p14:cNvPr>
                <p14:cNvContentPartPr/>
                <p14:nvPr/>
              </p14:nvContentPartPr>
              <p14:xfrm>
                <a:off x="9805127" y="4659777"/>
                <a:ext cx="117000" cy="15840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531E07DA-0494-8F6A-210E-8203853B13AA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9787487" y="4641777"/>
                  <a:ext cx="15264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D1FC5529-16F7-F2BE-5D90-B43D56CB55B5}"/>
                    </a:ext>
                  </a:extLst>
                </p14:cNvPr>
                <p14:cNvContentPartPr/>
                <p14:nvPr/>
              </p14:nvContentPartPr>
              <p14:xfrm>
                <a:off x="10049927" y="4400937"/>
                <a:ext cx="264600" cy="37512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D1FC5529-16F7-F2BE-5D90-B43D56CB55B5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0032287" y="4383297"/>
                  <a:ext cx="300240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AF642244-A23C-2CEB-9A79-3350D73C2977}"/>
                    </a:ext>
                  </a:extLst>
                </p14:cNvPr>
                <p14:cNvContentPartPr/>
                <p14:nvPr/>
              </p14:nvContentPartPr>
              <p14:xfrm>
                <a:off x="9424607" y="4518657"/>
                <a:ext cx="187920" cy="1836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AF642244-A23C-2CEB-9A79-3350D73C2977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9406967" y="4501017"/>
                  <a:ext cx="22356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729DE5B1-8A84-E74F-2F4A-AB1209085E34}"/>
                    </a:ext>
                  </a:extLst>
                </p14:cNvPr>
                <p14:cNvContentPartPr/>
                <p14:nvPr/>
              </p14:nvContentPartPr>
              <p14:xfrm>
                <a:off x="6667727" y="4706577"/>
                <a:ext cx="134280" cy="24084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729DE5B1-8A84-E74F-2F4A-AB1209085E34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6649727" y="4688577"/>
                  <a:ext cx="16992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A8F248BF-0F19-EEC3-DD43-2C2B4467584D}"/>
                    </a:ext>
                  </a:extLst>
                </p14:cNvPr>
                <p14:cNvContentPartPr/>
                <p14:nvPr/>
              </p14:nvContentPartPr>
              <p14:xfrm>
                <a:off x="6881567" y="4835817"/>
                <a:ext cx="3960" cy="864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A8F248BF-0F19-EEC3-DD43-2C2B4467584D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6863567" y="4818177"/>
                  <a:ext cx="39600" cy="4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3675C3A3-94BE-BA04-4BC5-224B0CF37EC0}"/>
              </a:ext>
            </a:extLst>
          </p:cNvPr>
          <p:cNvGrpSpPr/>
          <p:nvPr/>
        </p:nvGrpSpPr>
        <p:grpSpPr>
          <a:xfrm>
            <a:off x="8186567" y="3207537"/>
            <a:ext cx="4118400" cy="1009080"/>
            <a:chOff x="8186567" y="3207537"/>
            <a:chExt cx="4118400" cy="100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D44BDC65-6A03-159E-47A4-B4E36AF42D47}"/>
                    </a:ext>
                  </a:extLst>
                </p14:cNvPr>
                <p14:cNvContentPartPr/>
                <p14:nvPr/>
              </p14:nvContentPartPr>
              <p14:xfrm>
                <a:off x="8186567" y="3525777"/>
                <a:ext cx="213480" cy="17172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D44BDC65-6A03-159E-47A4-B4E36AF42D47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8168927" y="3508137"/>
                  <a:ext cx="24912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12CA4ED6-3743-8F61-9B2E-C9F3A80AAAFE}"/>
                    </a:ext>
                  </a:extLst>
                </p14:cNvPr>
                <p14:cNvContentPartPr/>
                <p14:nvPr/>
              </p14:nvContentPartPr>
              <p14:xfrm>
                <a:off x="8553767" y="3366657"/>
                <a:ext cx="151920" cy="3297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12CA4ED6-3743-8F61-9B2E-C9F3A80AAAFE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8536127" y="3348657"/>
                  <a:ext cx="18756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1CA4C083-869E-DEF8-D8DE-CFA7E2CF54F4}"/>
                    </a:ext>
                  </a:extLst>
                </p14:cNvPr>
                <p14:cNvContentPartPr/>
                <p14:nvPr/>
              </p14:nvContentPartPr>
              <p14:xfrm>
                <a:off x="8780207" y="3520017"/>
                <a:ext cx="315720" cy="1648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1CA4C083-869E-DEF8-D8DE-CFA7E2CF54F4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8762567" y="3502017"/>
                  <a:ext cx="35136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EDEABB7-1D29-FC33-C398-778BFF3CCDA5}"/>
                    </a:ext>
                  </a:extLst>
                </p14:cNvPr>
                <p14:cNvContentPartPr/>
                <p14:nvPr/>
              </p14:nvContentPartPr>
              <p14:xfrm>
                <a:off x="9173687" y="3516057"/>
                <a:ext cx="23400" cy="1490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1EDEABB7-1D29-FC33-C398-778BFF3CCDA5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9155687" y="3498417"/>
                  <a:ext cx="5904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2254CFA2-8650-E8DB-9D78-AB02FB3F5BDF}"/>
                    </a:ext>
                  </a:extLst>
                </p14:cNvPr>
                <p14:cNvContentPartPr/>
                <p14:nvPr/>
              </p14:nvContentPartPr>
              <p14:xfrm>
                <a:off x="9271967" y="3509217"/>
                <a:ext cx="77040" cy="14112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2254CFA2-8650-E8DB-9D78-AB02FB3F5BDF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9254327" y="3491577"/>
                  <a:ext cx="11268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6E7A558B-BC54-C08C-BB4A-4B4A63F9C55C}"/>
                    </a:ext>
                  </a:extLst>
                </p14:cNvPr>
                <p14:cNvContentPartPr/>
                <p14:nvPr/>
              </p14:nvContentPartPr>
              <p14:xfrm>
                <a:off x="9255767" y="3298977"/>
                <a:ext cx="78120" cy="478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6E7A558B-BC54-C08C-BB4A-4B4A63F9C55C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9238127" y="3281337"/>
                  <a:ext cx="11376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E3E2B261-D045-6C89-2990-2C37CCDAD291}"/>
                    </a:ext>
                  </a:extLst>
                </p14:cNvPr>
                <p14:cNvContentPartPr/>
                <p14:nvPr/>
              </p14:nvContentPartPr>
              <p14:xfrm>
                <a:off x="9559607" y="3208977"/>
                <a:ext cx="1080720" cy="10076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E3E2B261-D045-6C89-2990-2C37CCDAD291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9541967" y="3191337"/>
                  <a:ext cx="1116360" cy="10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F431ABE9-F229-04C9-4695-CF9F95C790C1}"/>
                    </a:ext>
                  </a:extLst>
                </p14:cNvPr>
                <p14:cNvContentPartPr/>
                <p14:nvPr/>
              </p14:nvContentPartPr>
              <p14:xfrm>
                <a:off x="10613327" y="3299697"/>
                <a:ext cx="46440" cy="349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F431ABE9-F229-04C9-4695-CF9F95C790C1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0595327" y="3282057"/>
                  <a:ext cx="8208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5266BA57-422F-568A-7582-4CD56DEDE165}"/>
                    </a:ext>
                  </a:extLst>
                </p14:cNvPr>
                <p14:cNvContentPartPr/>
                <p14:nvPr/>
              </p14:nvContentPartPr>
              <p14:xfrm>
                <a:off x="10713047" y="3315537"/>
                <a:ext cx="581760" cy="31248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5266BA57-422F-568A-7582-4CD56DEDE165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10695407" y="3297897"/>
                  <a:ext cx="61740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91EBD505-3D93-8120-CDD1-2B8CC9BF5471}"/>
                    </a:ext>
                  </a:extLst>
                </p14:cNvPr>
                <p14:cNvContentPartPr/>
                <p14:nvPr/>
              </p14:nvContentPartPr>
              <p14:xfrm>
                <a:off x="11425487" y="3403017"/>
                <a:ext cx="109080" cy="1630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91EBD505-3D93-8120-CDD1-2B8CC9BF5471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1407847" y="3385377"/>
                  <a:ext cx="14472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47782265-DA89-87E1-7E25-354F47160B10}"/>
                    </a:ext>
                  </a:extLst>
                </p14:cNvPr>
                <p14:cNvContentPartPr/>
                <p14:nvPr/>
              </p14:nvContentPartPr>
              <p14:xfrm>
                <a:off x="11566247" y="3412377"/>
                <a:ext cx="104400" cy="1461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47782265-DA89-87E1-7E25-354F47160B10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1548607" y="3394377"/>
                  <a:ext cx="14004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D16F46BA-B70B-C8B0-6E65-185EA06EF7CD}"/>
                    </a:ext>
                  </a:extLst>
                </p14:cNvPr>
                <p14:cNvContentPartPr/>
                <p14:nvPr/>
              </p14:nvContentPartPr>
              <p14:xfrm>
                <a:off x="11751647" y="3207537"/>
                <a:ext cx="54360" cy="3261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D16F46BA-B70B-C8B0-6E65-185EA06EF7CD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1734007" y="3189897"/>
                  <a:ext cx="9000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772FE49A-8154-5DF5-76A6-3F1D6EC71B16}"/>
                    </a:ext>
                  </a:extLst>
                </p14:cNvPr>
                <p14:cNvContentPartPr/>
                <p14:nvPr/>
              </p14:nvContentPartPr>
              <p14:xfrm>
                <a:off x="11821487" y="3381057"/>
                <a:ext cx="185040" cy="1537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772FE49A-8154-5DF5-76A6-3F1D6EC71B16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1803487" y="3363417"/>
                  <a:ext cx="22068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A980E430-4358-5FC7-CA9B-C2D03DF82794}"/>
                    </a:ext>
                  </a:extLst>
                </p14:cNvPr>
                <p14:cNvContentPartPr/>
                <p14:nvPr/>
              </p14:nvContentPartPr>
              <p14:xfrm>
                <a:off x="12239447" y="3526497"/>
                <a:ext cx="65520" cy="432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A980E430-4358-5FC7-CA9B-C2D03DF82794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2221807" y="3508497"/>
                  <a:ext cx="1011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5C633A4F-A61B-5500-673F-4A913B575AF3}"/>
                    </a:ext>
                  </a:extLst>
                </p14:cNvPr>
                <p14:cNvContentPartPr/>
                <p14:nvPr/>
              </p14:nvContentPartPr>
              <p14:xfrm>
                <a:off x="10546007" y="3645657"/>
                <a:ext cx="38880" cy="1080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5C633A4F-A61B-5500-673F-4A913B575AF3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10528367" y="3627657"/>
                  <a:ext cx="74520" cy="46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72219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A945A7FE-E03E-0F5D-CA1D-2B783AB49523}"/>
              </a:ext>
            </a:extLst>
          </p:cNvPr>
          <p:cNvGrpSpPr/>
          <p:nvPr/>
        </p:nvGrpSpPr>
        <p:grpSpPr>
          <a:xfrm>
            <a:off x="144527" y="173542"/>
            <a:ext cx="2176200" cy="729720"/>
            <a:chOff x="144527" y="173542"/>
            <a:chExt cx="2176200" cy="729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4AB66DDC-DF4B-2C0C-109A-1E6476EB7263}"/>
                    </a:ext>
                  </a:extLst>
                </p14:cNvPr>
                <p14:cNvContentPartPr/>
                <p14:nvPr/>
              </p14:nvContentPartPr>
              <p14:xfrm>
                <a:off x="144527" y="173542"/>
                <a:ext cx="233640" cy="3445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4AB66DDC-DF4B-2C0C-109A-1E6476EB726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26887" y="155542"/>
                  <a:ext cx="269280" cy="3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0FAFCE8-95C9-9442-5CC9-DE4DA9850B3A}"/>
                    </a:ext>
                  </a:extLst>
                </p14:cNvPr>
                <p14:cNvContentPartPr/>
                <p14:nvPr/>
              </p14:nvContentPartPr>
              <p14:xfrm>
                <a:off x="413087" y="218182"/>
                <a:ext cx="233640" cy="2703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0FAFCE8-95C9-9442-5CC9-DE4DA9850B3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95447" y="200542"/>
                  <a:ext cx="26928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AC6567A-E5E5-073D-05CF-53CC843B00A9}"/>
                    </a:ext>
                  </a:extLst>
                </p14:cNvPr>
                <p14:cNvContentPartPr/>
                <p14:nvPr/>
              </p14:nvContentPartPr>
              <p14:xfrm>
                <a:off x="721607" y="360382"/>
                <a:ext cx="91800" cy="1634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AC6567A-E5E5-073D-05CF-53CC843B00A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03607" y="342382"/>
                  <a:ext cx="12744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1307A33-98F2-4991-C6D3-ECB97DE667BC}"/>
                    </a:ext>
                  </a:extLst>
                </p14:cNvPr>
                <p14:cNvContentPartPr/>
                <p14:nvPr/>
              </p14:nvContentPartPr>
              <p14:xfrm>
                <a:off x="741407" y="239422"/>
                <a:ext cx="12240" cy="208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1307A33-98F2-4991-C6D3-ECB97DE667B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23767" y="221422"/>
                  <a:ext cx="4788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29BF134-29AF-B00A-3E92-4E55B5FB7E95}"/>
                    </a:ext>
                  </a:extLst>
                </p14:cNvPr>
                <p14:cNvContentPartPr/>
                <p14:nvPr/>
              </p14:nvContentPartPr>
              <p14:xfrm>
                <a:off x="1060727" y="190822"/>
                <a:ext cx="276480" cy="7124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29BF134-29AF-B00A-3E92-4E55B5FB7E9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43087" y="172822"/>
                  <a:ext cx="312120" cy="74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C70B28B-2066-8329-9C87-1A009677A144}"/>
                    </a:ext>
                  </a:extLst>
                </p14:cNvPr>
                <p14:cNvContentPartPr/>
                <p14:nvPr/>
              </p14:nvContentPartPr>
              <p14:xfrm>
                <a:off x="1379687" y="231142"/>
                <a:ext cx="419040" cy="3056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C70B28B-2066-8329-9C87-1A009677A14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361687" y="213502"/>
                  <a:ext cx="45468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E677428-F50C-57D2-D062-DC55D38AB7D0}"/>
                    </a:ext>
                  </a:extLst>
                </p14:cNvPr>
                <p14:cNvContentPartPr/>
                <p14:nvPr/>
              </p14:nvContentPartPr>
              <p14:xfrm>
                <a:off x="1620887" y="298102"/>
                <a:ext cx="148320" cy="342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E677428-F50C-57D2-D062-DC55D38AB7D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602887" y="280102"/>
                  <a:ext cx="18396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B16D4DE-1595-5913-03E3-D4DE7B9B18D5}"/>
                    </a:ext>
                  </a:extLst>
                </p14:cNvPr>
                <p14:cNvContentPartPr/>
                <p14:nvPr/>
              </p14:nvContentPartPr>
              <p14:xfrm>
                <a:off x="2043887" y="231862"/>
                <a:ext cx="276840" cy="6375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B16D4DE-1595-5913-03E3-D4DE7B9B18D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026247" y="213862"/>
                  <a:ext cx="312480" cy="67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E931430-777B-EB15-96A5-19BEC4BB6FB7}"/>
              </a:ext>
            </a:extLst>
          </p:cNvPr>
          <p:cNvGrpSpPr/>
          <p:nvPr/>
        </p:nvGrpSpPr>
        <p:grpSpPr>
          <a:xfrm>
            <a:off x="2606927" y="188662"/>
            <a:ext cx="2120760" cy="348480"/>
            <a:chOff x="2606927" y="188662"/>
            <a:chExt cx="2120760" cy="34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FC871AC-1FB9-B2CE-5B73-85B02F1B4682}"/>
                    </a:ext>
                  </a:extLst>
                </p14:cNvPr>
                <p14:cNvContentPartPr/>
                <p14:nvPr/>
              </p14:nvContentPartPr>
              <p14:xfrm>
                <a:off x="2606927" y="240142"/>
                <a:ext cx="599760" cy="2970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FC871AC-1FB9-B2CE-5B73-85B02F1B468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589287" y="222142"/>
                  <a:ext cx="63540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8747308-E735-9FDF-1F28-42ACF5E6DF6C}"/>
                    </a:ext>
                  </a:extLst>
                </p14:cNvPr>
                <p14:cNvContentPartPr/>
                <p14:nvPr/>
              </p14:nvContentPartPr>
              <p14:xfrm>
                <a:off x="2714927" y="307822"/>
                <a:ext cx="156600" cy="590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8747308-E735-9FDF-1F28-42ACF5E6DF6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696927" y="290182"/>
                  <a:ext cx="19224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564D4B0-B021-02E7-A0D4-6F484A011B13}"/>
                    </a:ext>
                  </a:extLst>
                </p14:cNvPr>
                <p14:cNvContentPartPr/>
                <p14:nvPr/>
              </p14:nvContentPartPr>
              <p14:xfrm>
                <a:off x="3440687" y="353902"/>
                <a:ext cx="169560" cy="1760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564D4B0-B021-02E7-A0D4-6F484A011B1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423047" y="335902"/>
                  <a:ext cx="20520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93752A1-C735-4146-4C67-78BF8F3AE6F1}"/>
                    </a:ext>
                  </a:extLst>
                </p14:cNvPr>
                <p14:cNvContentPartPr/>
                <p14:nvPr/>
              </p14:nvContentPartPr>
              <p14:xfrm>
                <a:off x="3660287" y="255622"/>
                <a:ext cx="436320" cy="2689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93752A1-C735-4146-4C67-78BF8F3AE6F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642647" y="237982"/>
                  <a:ext cx="47196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EB4B52D-19C6-CDF6-3774-C00C00A59F21}"/>
                    </a:ext>
                  </a:extLst>
                </p14:cNvPr>
                <p14:cNvContentPartPr/>
                <p14:nvPr/>
              </p14:nvContentPartPr>
              <p14:xfrm>
                <a:off x="4192367" y="202702"/>
                <a:ext cx="65880" cy="3042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EB4B52D-19C6-CDF6-3774-C00C00A59F2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174367" y="185062"/>
                  <a:ext cx="10152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89EDC44-F80A-7B76-0A3F-BBFA16C741D9}"/>
                    </a:ext>
                  </a:extLst>
                </p14:cNvPr>
                <p14:cNvContentPartPr/>
                <p14:nvPr/>
              </p14:nvContentPartPr>
              <p14:xfrm>
                <a:off x="4303607" y="397462"/>
                <a:ext cx="29160" cy="1108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89EDC44-F80A-7B76-0A3F-BBFA16C741D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285967" y="379462"/>
                  <a:ext cx="6480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5C3EB13-CFD0-341D-9A65-ECDDC1530D61}"/>
                    </a:ext>
                  </a:extLst>
                </p14:cNvPr>
                <p14:cNvContentPartPr/>
                <p14:nvPr/>
              </p14:nvContentPartPr>
              <p14:xfrm>
                <a:off x="4408367" y="368662"/>
                <a:ext cx="319320" cy="1458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5C3EB13-CFD0-341D-9A65-ECDDC1530D6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390367" y="350662"/>
                  <a:ext cx="35496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8B1C809-F63D-4717-302A-D1E81833B4E5}"/>
                    </a:ext>
                  </a:extLst>
                </p14:cNvPr>
                <p14:cNvContentPartPr/>
                <p14:nvPr/>
              </p14:nvContentPartPr>
              <p14:xfrm>
                <a:off x="4330247" y="188662"/>
                <a:ext cx="58320" cy="72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8B1C809-F63D-4717-302A-D1E81833B4E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312247" y="170662"/>
                  <a:ext cx="9396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48BAEA7-93AB-8DF0-8FBF-7B179E8E2D6D}"/>
                    </a:ext>
                  </a:extLst>
                </p14:cNvPr>
                <p14:cNvContentPartPr/>
                <p14:nvPr/>
              </p14:nvContentPartPr>
              <p14:xfrm>
                <a:off x="3979247" y="249142"/>
                <a:ext cx="226440" cy="306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48BAEA7-93AB-8DF0-8FBF-7B179E8E2D6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961607" y="231502"/>
                  <a:ext cx="262080" cy="6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0AF06CE-10E8-38FB-294B-E86F8A26CA3B}"/>
              </a:ext>
            </a:extLst>
          </p:cNvPr>
          <p:cNvGrpSpPr/>
          <p:nvPr/>
        </p:nvGrpSpPr>
        <p:grpSpPr>
          <a:xfrm>
            <a:off x="5094167" y="339142"/>
            <a:ext cx="397440" cy="174600"/>
            <a:chOff x="5094167" y="339142"/>
            <a:chExt cx="397440" cy="174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FFFF0E1-30F3-A10B-45E7-A58067478FE6}"/>
                    </a:ext>
                  </a:extLst>
                </p14:cNvPr>
                <p14:cNvContentPartPr/>
                <p14:nvPr/>
              </p14:nvContentPartPr>
              <p14:xfrm>
                <a:off x="5094167" y="339142"/>
                <a:ext cx="158400" cy="1627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FFFF0E1-30F3-A10B-45E7-A58067478FE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076527" y="321502"/>
                  <a:ext cx="19404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2CD03F9-E3FC-C60A-CAA8-221817D68318}"/>
                    </a:ext>
                  </a:extLst>
                </p14:cNvPr>
                <p14:cNvContentPartPr/>
                <p14:nvPr/>
              </p14:nvContentPartPr>
              <p14:xfrm>
                <a:off x="5304767" y="363622"/>
                <a:ext cx="186840" cy="1501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2CD03F9-E3FC-C60A-CAA8-221817D6831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286767" y="345622"/>
                  <a:ext cx="222480" cy="185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BA38394C-0BC5-2268-2190-A247CB3B02F4}"/>
                  </a:ext>
                </a:extLst>
              </p14:cNvPr>
              <p14:cNvContentPartPr/>
              <p14:nvPr/>
            </p14:nvContentPartPr>
            <p14:xfrm>
              <a:off x="5289647" y="211342"/>
              <a:ext cx="27000" cy="1692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BA38394C-0BC5-2268-2190-A247CB3B02F4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5271647" y="193702"/>
                <a:ext cx="62640" cy="5256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2854503C-9D51-D69B-39D7-1F09BE1A597D}"/>
              </a:ext>
            </a:extLst>
          </p:cNvPr>
          <p:cNvGrpSpPr/>
          <p:nvPr/>
        </p:nvGrpSpPr>
        <p:grpSpPr>
          <a:xfrm>
            <a:off x="5851607" y="265342"/>
            <a:ext cx="3088080" cy="309240"/>
            <a:chOff x="5851607" y="265342"/>
            <a:chExt cx="3088080" cy="30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5AAB51B-5B9B-16B0-FB03-3A69EF420068}"/>
                    </a:ext>
                  </a:extLst>
                </p14:cNvPr>
                <p14:cNvContentPartPr/>
                <p14:nvPr/>
              </p14:nvContentPartPr>
              <p14:xfrm>
                <a:off x="5851607" y="265342"/>
                <a:ext cx="569520" cy="2667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5AAB51B-5B9B-16B0-FB03-3A69EF42006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833607" y="247342"/>
                  <a:ext cx="60516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721A140-A5F4-1D23-C16F-7227EE818CDA}"/>
                    </a:ext>
                  </a:extLst>
                </p14:cNvPr>
                <p14:cNvContentPartPr/>
                <p14:nvPr/>
              </p14:nvContentPartPr>
              <p14:xfrm>
                <a:off x="6402767" y="296302"/>
                <a:ext cx="37440" cy="417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721A140-A5F4-1D23-C16F-7227EE818CD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385127" y="278302"/>
                  <a:ext cx="7308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7D0B741-B951-D93E-16D5-073591BBD746}"/>
                    </a:ext>
                  </a:extLst>
                </p14:cNvPr>
                <p14:cNvContentPartPr/>
                <p14:nvPr/>
              </p14:nvContentPartPr>
              <p14:xfrm>
                <a:off x="6471527" y="438502"/>
                <a:ext cx="106560" cy="860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7D0B741-B951-D93E-16D5-073591BBD74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453887" y="420502"/>
                  <a:ext cx="14220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E0E5743-432F-4A89-4F01-76AE42338C8D}"/>
                    </a:ext>
                  </a:extLst>
                </p14:cNvPr>
                <p14:cNvContentPartPr/>
                <p14:nvPr/>
              </p14:nvContentPartPr>
              <p14:xfrm>
                <a:off x="6617327" y="270022"/>
                <a:ext cx="263880" cy="2595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E0E5743-432F-4A89-4F01-76AE42338C8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599687" y="252382"/>
                  <a:ext cx="29952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5D85A9A-291D-6529-20F0-E42097B43C79}"/>
                    </a:ext>
                  </a:extLst>
                </p14:cNvPr>
                <p14:cNvContentPartPr/>
                <p14:nvPr/>
              </p14:nvContentPartPr>
              <p14:xfrm>
                <a:off x="7151927" y="389902"/>
                <a:ext cx="457560" cy="1684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5D85A9A-291D-6529-20F0-E42097B43C7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133927" y="371902"/>
                  <a:ext cx="49320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3475252-6347-8ABD-5559-A07DFA28B7E2}"/>
                    </a:ext>
                  </a:extLst>
                </p14:cNvPr>
                <p14:cNvContentPartPr/>
                <p14:nvPr/>
              </p14:nvContentPartPr>
              <p14:xfrm>
                <a:off x="7775087" y="403942"/>
                <a:ext cx="653040" cy="1706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3475252-6347-8ABD-5559-A07DFA28B7E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757447" y="385942"/>
                  <a:ext cx="68868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39C553C-0EAA-01FA-EA73-3F30569E18D0}"/>
                    </a:ext>
                  </a:extLst>
                </p14:cNvPr>
                <p14:cNvContentPartPr/>
                <p14:nvPr/>
              </p14:nvContentPartPr>
              <p14:xfrm>
                <a:off x="8527487" y="385582"/>
                <a:ext cx="412200" cy="1580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39C553C-0EAA-01FA-EA73-3F30569E18D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509487" y="367942"/>
                  <a:ext cx="447840" cy="19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51FE88C-20CF-6138-67A3-F1AB5095A2F1}"/>
              </a:ext>
            </a:extLst>
          </p:cNvPr>
          <p:cNvGrpSpPr/>
          <p:nvPr/>
        </p:nvGrpSpPr>
        <p:grpSpPr>
          <a:xfrm>
            <a:off x="9375287" y="192262"/>
            <a:ext cx="2548800" cy="718200"/>
            <a:chOff x="9375287" y="192262"/>
            <a:chExt cx="2548800" cy="71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3C46277-D515-E64A-E899-A1A3B401D1C7}"/>
                    </a:ext>
                  </a:extLst>
                </p14:cNvPr>
                <p14:cNvContentPartPr/>
                <p14:nvPr/>
              </p14:nvContentPartPr>
              <p14:xfrm>
                <a:off x="9375287" y="276502"/>
                <a:ext cx="622080" cy="3474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3C46277-D515-E64A-E899-A1A3B401D1C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357287" y="258502"/>
                  <a:ext cx="657720" cy="38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ADBB7B0-E954-8A20-861A-B0307C44DAA1}"/>
                    </a:ext>
                  </a:extLst>
                </p14:cNvPr>
                <p14:cNvContentPartPr/>
                <p14:nvPr/>
              </p14:nvContentPartPr>
              <p14:xfrm>
                <a:off x="9445127" y="396382"/>
                <a:ext cx="87480" cy="226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ADBB7B0-E954-8A20-861A-B0307C44DAA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427487" y="378382"/>
                  <a:ext cx="12312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6C44009-AB50-5AF7-3C65-18FA9EC84836}"/>
                    </a:ext>
                  </a:extLst>
                </p14:cNvPr>
                <p14:cNvContentPartPr/>
                <p14:nvPr/>
              </p14:nvContentPartPr>
              <p14:xfrm>
                <a:off x="10235327" y="261022"/>
                <a:ext cx="666360" cy="2962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6C44009-AB50-5AF7-3C65-18FA9EC8483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217327" y="243022"/>
                  <a:ext cx="70200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4C5473F-6978-D940-E9FB-086DFF18FCB5}"/>
                    </a:ext>
                  </a:extLst>
                </p14:cNvPr>
                <p14:cNvContentPartPr/>
                <p14:nvPr/>
              </p14:nvContentPartPr>
              <p14:xfrm>
                <a:off x="10913927" y="253462"/>
                <a:ext cx="21960" cy="219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4C5473F-6978-D940-E9FB-086DFF18FCB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896287" y="235822"/>
                  <a:ext cx="5760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F0D7542-7EF4-A017-745C-50EAAA69D8DE}"/>
                    </a:ext>
                  </a:extLst>
                </p14:cNvPr>
                <p14:cNvContentPartPr/>
                <p14:nvPr/>
              </p14:nvContentPartPr>
              <p14:xfrm>
                <a:off x="10703327" y="319702"/>
                <a:ext cx="111600" cy="198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F0D7542-7EF4-A017-745C-50EAAA69D8D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685327" y="301702"/>
                  <a:ext cx="14724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E84BB2D-EEAD-5B24-8A46-DD8CA124130E}"/>
                    </a:ext>
                  </a:extLst>
                </p14:cNvPr>
                <p14:cNvContentPartPr/>
                <p14:nvPr/>
              </p14:nvContentPartPr>
              <p14:xfrm>
                <a:off x="10817087" y="236902"/>
                <a:ext cx="278280" cy="6735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E84BB2D-EEAD-5B24-8A46-DD8CA124130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799447" y="219262"/>
                  <a:ext cx="313920" cy="70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3D7145A-2217-DD28-961F-2E761C253D4F}"/>
                    </a:ext>
                  </a:extLst>
                </p14:cNvPr>
                <p14:cNvContentPartPr/>
                <p14:nvPr/>
              </p14:nvContentPartPr>
              <p14:xfrm>
                <a:off x="11147207" y="258502"/>
                <a:ext cx="34920" cy="338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3D7145A-2217-DD28-961F-2E761C253D4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129567" y="240502"/>
                  <a:ext cx="7056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82E0D8A-1D5A-310F-86A8-503B90E28F69}"/>
                    </a:ext>
                  </a:extLst>
                </p14:cNvPr>
                <p14:cNvContentPartPr/>
                <p14:nvPr/>
              </p14:nvContentPartPr>
              <p14:xfrm>
                <a:off x="11155847" y="394942"/>
                <a:ext cx="247680" cy="1274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82E0D8A-1D5A-310F-86A8-503B90E28F6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138207" y="377302"/>
                  <a:ext cx="28332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3BDFC55-9F02-7DCD-489E-85BB40E3D405}"/>
                    </a:ext>
                  </a:extLst>
                </p14:cNvPr>
                <p14:cNvContentPartPr/>
                <p14:nvPr/>
              </p14:nvContentPartPr>
              <p14:xfrm>
                <a:off x="11421527" y="262822"/>
                <a:ext cx="28080" cy="442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3BDFC55-9F02-7DCD-489E-85BB40E3D40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403527" y="245182"/>
                  <a:ext cx="6372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07BBE67-A3D2-7A24-0C2C-B3EA00CB54A6}"/>
                    </a:ext>
                  </a:extLst>
                </p14:cNvPr>
                <p14:cNvContentPartPr/>
                <p14:nvPr/>
              </p14:nvContentPartPr>
              <p14:xfrm>
                <a:off x="11463287" y="192262"/>
                <a:ext cx="460800" cy="3308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07BBE67-A3D2-7A24-0C2C-B3EA00CB54A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445647" y="174262"/>
                  <a:ext cx="496440" cy="366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0B4A3190-2A12-11D5-6D18-ED688495D6C0}"/>
                  </a:ext>
                </a:extLst>
              </p14:cNvPr>
              <p14:cNvContentPartPr/>
              <p14:nvPr/>
            </p14:nvContentPartPr>
            <p14:xfrm>
              <a:off x="12353207" y="603742"/>
              <a:ext cx="12240" cy="36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0B4A3190-2A12-11D5-6D18-ED688495D6C0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2335567" y="585742"/>
                <a:ext cx="4788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68" name="Group 67">
            <a:extLst>
              <a:ext uri="{FF2B5EF4-FFF2-40B4-BE49-F238E27FC236}">
                <a16:creationId xmlns:a16="http://schemas.microsoft.com/office/drawing/2014/main" id="{A8A232CB-25DA-0A17-1163-3524D100C629}"/>
              </a:ext>
            </a:extLst>
          </p:cNvPr>
          <p:cNvGrpSpPr/>
          <p:nvPr/>
        </p:nvGrpSpPr>
        <p:grpSpPr>
          <a:xfrm>
            <a:off x="229487" y="1081822"/>
            <a:ext cx="1486080" cy="307440"/>
            <a:chOff x="229487" y="1081822"/>
            <a:chExt cx="1486080" cy="30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8DDDCC6-341A-5BEF-833D-F0891838D21B}"/>
                    </a:ext>
                  </a:extLst>
                </p14:cNvPr>
                <p14:cNvContentPartPr/>
                <p14:nvPr/>
              </p14:nvContentPartPr>
              <p14:xfrm>
                <a:off x="229487" y="1162822"/>
                <a:ext cx="196560" cy="1926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8DDDCC6-341A-5BEF-833D-F0891838D21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11487" y="1144822"/>
                  <a:ext cx="23220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E1AC5EA-EE66-28FC-2B91-19745F7083BA}"/>
                    </a:ext>
                  </a:extLst>
                </p14:cNvPr>
                <p14:cNvContentPartPr/>
                <p14:nvPr/>
              </p14:nvContentPartPr>
              <p14:xfrm>
                <a:off x="425327" y="1156702"/>
                <a:ext cx="390960" cy="2005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E1AC5EA-EE66-28FC-2B91-19745F7083B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07687" y="1138702"/>
                  <a:ext cx="42660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52B3053-9067-5814-C603-CC94CCEE3841}"/>
                    </a:ext>
                  </a:extLst>
                </p14:cNvPr>
                <p14:cNvContentPartPr/>
                <p14:nvPr/>
              </p14:nvContentPartPr>
              <p14:xfrm>
                <a:off x="775607" y="1081822"/>
                <a:ext cx="43200" cy="460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52B3053-9067-5814-C603-CC94CCEE384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57967" y="1063822"/>
                  <a:ext cx="7884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C205498-5E9D-441C-20B8-AE55E98F3227}"/>
                    </a:ext>
                  </a:extLst>
                </p14:cNvPr>
                <p14:cNvContentPartPr/>
                <p14:nvPr/>
              </p14:nvContentPartPr>
              <p14:xfrm>
                <a:off x="849047" y="1221142"/>
                <a:ext cx="197280" cy="1443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C205498-5E9D-441C-20B8-AE55E98F322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31047" y="1203142"/>
                  <a:ext cx="23292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21992BA0-8BD4-EAB5-A0C4-539483AAF3FE}"/>
                    </a:ext>
                  </a:extLst>
                </p14:cNvPr>
                <p14:cNvContentPartPr/>
                <p14:nvPr/>
              </p14:nvContentPartPr>
              <p14:xfrm>
                <a:off x="1112567" y="1104862"/>
                <a:ext cx="459000" cy="2808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21992BA0-8BD4-EAB5-A0C4-539483AAF3F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94567" y="1087222"/>
                  <a:ext cx="49464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45CFA73-F0AD-5717-CCBD-60C909A1DCFD}"/>
                    </a:ext>
                  </a:extLst>
                </p14:cNvPr>
                <p14:cNvContentPartPr/>
                <p14:nvPr/>
              </p14:nvContentPartPr>
              <p14:xfrm>
                <a:off x="1592807" y="1246342"/>
                <a:ext cx="122760" cy="1429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45CFA73-F0AD-5717-CCBD-60C909A1DCF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574807" y="1228702"/>
                  <a:ext cx="158400" cy="17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2BB67450-FEBD-7C7F-576D-BB5207D67566}"/>
              </a:ext>
            </a:extLst>
          </p:cNvPr>
          <p:cNvGrpSpPr/>
          <p:nvPr/>
        </p:nvGrpSpPr>
        <p:grpSpPr>
          <a:xfrm>
            <a:off x="2301647" y="1257502"/>
            <a:ext cx="203040" cy="188280"/>
            <a:chOff x="2301647" y="1257502"/>
            <a:chExt cx="203040" cy="188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CD5EE05-DF51-BDE1-A43D-12A688D61A2C}"/>
                    </a:ext>
                  </a:extLst>
                </p14:cNvPr>
                <p14:cNvContentPartPr/>
                <p14:nvPr/>
              </p14:nvContentPartPr>
              <p14:xfrm>
                <a:off x="2301647" y="1257502"/>
                <a:ext cx="28080" cy="1767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CD5EE05-DF51-BDE1-A43D-12A688D61A2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284007" y="1239862"/>
                  <a:ext cx="6372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CB0E775-20A9-1FD2-00BD-828F1DF36BE5}"/>
                    </a:ext>
                  </a:extLst>
                </p14:cNvPr>
                <p14:cNvContentPartPr/>
                <p14:nvPr/>
              </p14:nvContentPartPr>
              <p14:xfrm>
                <a:off x="2409287" y="1291342"/>
                <a:ext cx="95400" cy="1544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CB0E775-20A9-1FD2-00BD-828F1DF36BE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391287" y="1273342"/>
                  <a:ext cx="131040" cy="190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6308272C-89B0-9013-B61B-AF9EBB075F16}"/>
                  </a:ext>
                </a:extLst>
              </p14:cNvPr>
              <p14:cNvContentPartPr/>
              <p14:nvPr/>
            </p14:nvContentPartPr>
            <p14:xfrm>
              <a:off x="2374007" y="1074622"/>
              <a:ext cx="22680" cy="2736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6308272C-89B0-9013-B61B-AF9EBB075F16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2356007" y="1056622"/>
                <a:ext cx="58320" cy="63000"/>
              </a:xfrm>
              <a:prstGeom prst="rect">
                <a:avLst/>
              </a:prstGeom>
            </p:spPr>
          </p:pic>
        </mc:Fallback>
      </mc:AlternateContent>
      <p:grpSp>
        <p:nvGrpSpPr>
          <p:cNvPr id="66" name="Group 65">
            <a:extLst>
              <a:ext uri="{FF2B5EF4-FFF2-40B4-BE49-F238E27FC236}">
                <a16:creationId xmlns:a16="http://schemas.microsoft.com/office/drawing/2014/main" id="{CA6930A2-4C77-D891-9AD2-924A9BD892FA}"/>
              </a:ext>
            </a:extLst>
          </p:cNvPr>
          <p:cNvGrpSpPr/>
          <p:nvPr/>
        </p:nvGrpSpPr>
        <p:grpSpPr>
          <a:xfrm>
            <a:off x="2882687" y="1067422"/>
            <a:ext cx="1234440" cy="330120"/>
            <a:chOff x="2882687" y="1067422"/>
            <a:chExt cx="1234440" cy="330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E3A6E0D-932F-8886-8177-2D532EA6D760}"/>
                    </a:ext>
                  </a:extLst>
                </p14:cNvPr>
                <p14:cNvContentPartPr/>
                <p14:nvPr/>
              </p14:nvContentPartPr>
              <p14:xfrm>
                <a:off x="2882687" y="1211062"/>
                <a:ext cx="147600" cy="1864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E3A6E0D-932F-8886-8177-2D532EA6D76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865047" y="1193062"/>
                  <a:ext cx="18324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E6C533BB-09DD-D4E8-55AD-CCD6042D2E75}"/>
                    </a:ext>
                  </a:extLst>
                </p14:cNvPr>
                <p14:cNvContentPartPr/>
                <p14:nvPr/>
              </p14:nvContentPartPr>
              <p14:xfrm>
                <a:off x="3081407" y="1108462"/>
                <a:ext cx="712800" cy="2761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E6C533BB-09DD-D4E8-55AD-CCD6042D2E7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063767" y="1090462"/>
                  <a:ext cx="74844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ED41B7DD-465E-5D2D-F2B9-71C9DEF1219B}"/>
                    </a:ext>
                  </a:extLst>
                </p14:cNvPr>
                <p14:cNvContentPartPr/>
                <p14:nvPr/>
              </p14:nvContentPartPr>
              <p14:xfrm>
                <a:off x="3837047" y="1067422"/>
                <a:ext cx="280080" cy="2944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ED41B7DD-465E-5D2D-F2B9-71C9DEF1219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819047" y="1049782"/>
                  <a:ext cx="315720" cy="33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AECDC050-50D4-74EF-18B9-9D01F107235A}"/>
              </a:ext>
            </a:extLst>
          </p:cNvPr>
          <p:cNvGrpSpPr/>
          <p:nvPr/>
        </p:nvGrpSpPr>
        <p:grpSpPr>
          <a:xfrm>
            <a:off x="4401167" y="1088302"/>
            <a:ext cx="1558440" cy="638640"/>
            <a:chOff x="4401167" y="1088302"/>
            <a:chExt cx="1558440" cy="63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88D7299-081E-251B-DA72-8F955E529122}"/>
                    </a:ext>
                  </a:extLst>
                </p14:cNvPr>
                <p14:cNvContentPartPr/>
                <p14:nvPr/>
              </p14:nvContentPartPr>
              <p14:xfrm>
                <a:off x="4401167" y="1097662"/>
                <a:ext cx="1086480" cy="6292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88D7299-081E-251B-DA72-8F955E52912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383167" y="1079662"/>
                  <a:ext cx="1122120" cy="66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2067C61-E9A8-9354-9EDD-AE4B87FE708B}"/>
                    </a:ext>
                  </a:extLst>
                </p14:cNvPr>
                <p14:cNvContentPartPr/>
                <p14:nvPr/>
              </p14:nvContentPartPr>
              <p14:xfrm>
                <a:off x="5756927" y="1088302"/>
                <a:ext cx="202680" cy="478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2067C61-E9A8-9354-9EDD-AE4B87FE708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738927" y="1070662"/>
                  <a:ext cx="23832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D687146-1676-D043-5471-78D025D12800}"/>
                    </a:ext>
                  </a:extLst>
                </p14:cNvPr>
                <p14:cNvContentPartPr/>
                <p14:nvPr/>
              </p14:nvContentPartPr>
              <p14:xfrm>
                <a:off x="5854487" y="1107022"/>
                <a:ext cx="66960" cy="2156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D687146-1676-D043-5471-78D025D1280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836487" y="1089022"/>
                  <a:ext cx="10260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96EF88A-9460-1E8D-AAE6-A088DDCE758D}"/>
                    </a:ext>
                  </a:extLst>
                </p14:cNvPr>
                <p14:cNvContentPartPr/>
                <p14:nvPr/>
              </p14:nvContentPartPr>
              <p14:xfrm>
                <a:off x="5693567" y="1361902"/>
                <a:ext cx="238680" cy="295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96EF88A-9460-1E8D-AAE6-A088DDCE758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675927" y="1343902"/>
                  <a:ext cx="274320" cy="65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33D5CED5-573C-FF79-D342-803B66C391C3}"/>
                  </a:ext>
                </a:extLst>
              </p14:cNvPr>
              <p14:cNvContentPartPr/>
              <p14:nvPr/>
            </p14:nvContentPartPr>
            <p14:xfrm>
              <a:off x="6318527" y="1367662"/>
              <a:ext cx="38880" cy="1008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33D5CED5-573C-FF79-D342-803B66C391C3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6300887" y="1349662"/>
                <a:ext cx="74520" cy="45720"/>
              </a:xfrm>
              <a:prstGeom prst="rect">
                <a:avLst/>
              </a:prstGeom>
            </p:spPr>
          </p:pic>
        </mc:Fallback>
      </mc:AlternateContent>
      <p:grpSp>
        <p:nvGrpSpPr>
          <p:cNvPr id="77" name="Group 76">
            <a:extLst>
              <a:ext uri="{FF2B5EF4-FFF2-40B4-BE49-F238E27FC236}">
                <a16:creationId xmlns:a16="http://schemas.microsoft.com/office/drawing/2014/main" id="{C668D7BD-4AAE-F6DE-FA1F-A2F394878D5B}"/>
              </a:ext>
            </a:extLst>
          </p:cNvPr>
          <p:cNvGrpSpPr/>
          <p:nvPr/>
        </p:nvGrpSpPr>
        <p:grpSpPr>
          <a:xfrm>
            <a:off x="70367" y="2003782"/>
            <a:ext cx="1882440" cy="595800"/>
            <a:chOff x="70367" y="2003782"/>
            <a:chExt cx="1882440" cy="59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00C08C9D-AD4E-65CE-BC83-6D73AA6D72B7}"/>
                    </a:ext>
                  </a:extLst>
                </p14:cNvPr>
                <p14:cNvContentPartPr/>
                <p14:nvPr/>
              </p14:nvContentPartPr>
              <p14:xfrm>
                <a:off x="70367" y="2003782"/>
                <a:ext cx="1089720" cy="4921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00C08C9D-AD4E-65CE-BC83-6D73AA6D72B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2367" y="1986142"/>
                  <a:ext cx="1125360" cy="52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A0818629-123B-21CC-51BF-5611BE84BADB}"/>
                    </a:ext>
                  </a:extLst>
                </p14:cNvPr>
                <p14:cNvContentPartPr/>
                <p14:nvPr/>
              </p14:nvContentPartPr>
              <p14:xfrm>
                <a:off x="1360247" y="2178382"/>
                <a:ext cx="81360" cy="3200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A0818629-123B-21CC-51BF-5611BE84BADB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342247" y="2160742"/>
                  <a:ext cx="11700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77F5CB24-39F2-A0B8-625C-C4D55F1A3796}"/>
                    </a:ext>
                  </a:extLst>
                </p14:cNvPr>
                <p14:cNvContentPartPr/>
                <p14:nvPr/>
              </p14:nvContentPartPr>
              <p14:xfrm>
                <a:off x="1467887" y="2191702"/>
                <a:ext cx="72000" cy="2908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77F5CB24-39F2-A0B8-625C-C4D55F1A379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450247" y="2174062"/>
                  <a:ext cx="10764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0212E54-4033-3915-691F-E10A633612F9}"/>
                    </a:ext>
                  </a:extLst>
                </p14:cNvPr>
                <p14:cNvContentPartPr/>
                <p14:nvPr/>
              </p14:nvContentPartPr>
              <p14:xfrm>
                <a:off x="1312007" y="2122942"/>
                <a:ext cx="227160" cy="1447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0212E54-4033-3915-691F-E10A633612F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294007" y="2104942"/>
                  <a:ext cx="26280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BA78EB4-374D-AA8D-B4E2-701AC6454961}"/>
                    </a:ext>
                  </a:extLst>
                </p14:cNvPr>
                <p14:cNvContentPartPr/>
                <p14:nvPr/>
              </p14:nvContentPartPr>
              <p14:xfrm>
                <a:off x="1253687" y="2418142"/>
                <a:ext cx="318240" cy="1814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BA78EB4-374D-AA8D-B4E2-701AC6454961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235687" y="2400502"/>
                  <a:ext cx="35388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924D2776-F029-3794-729D-68AAB4376C5B}"/>
                    </a:ext>
                  </a:extLst>
                </p14:cNvPr>
                <p14:cNvContentPartPr/>
                <p14:nvPr/>
              </p14:nvContentPartPr>
              <p14:xfrm>
                <a:off x="1771367" y="2273062"/>
                <a:ext cx="17280" cy="385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24D2776-F029-3794-729D-68AAB4376C5B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753727" y="2255422"/>
                  <a:ext cx="5292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B23DBBFA-0CB9-F478-31FA-E14C84C490D2}"/>
                    </a:ext>
                  </a:extLst>
                </p14:cNvPr>
                <p14:cNvContentPartPr/>
                <p14:nvPr/>
              </p14:nvContentPartPr>
              <p14:xfrm>
                <a:off x="1786847" y="2423182"/>
                <a:ext cx="1080" cy="165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23DBBFA-0CB9-F478-31FA-E14C84C490D2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769207" y="2405182"/>
                  <a:ext cx="3672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7C2A1AFA-C9C8-34DA-71EB-1C4592271E7C}"/>
                    </a:ext>
                  </a:extLst>
                </p14:cNvPr>
                <p14:cNvContentPartPr/>
                <p14:nvPr/>
              </p14:nvContentPartPr>
              <p14:xfrm>
                <a:off x="1865327" y="2351902"/>
                <a:ext cx="87480" cy="363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7C2A1AFA-C9C8-34DA-71EB-1C4592271E7C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847687" y="2334262"/>
                  <a:ext cx="123120" cy="7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6E4495B3-596B-0F98-C967-241192566473}"/>
              </a:ext>
            </a:extLst>
          </p:cNvPr>
          <p:cNvGrpSpPr/>
          <p:nvPr/>
        </p:nvGrpSpPr>
        <p:grpSpPr>
          <a:xfrm>
            <a:off x="2348447" y="2112502"/>
            <a:ext cx="1990080" cy="725400"/>
            <a:chOff x="2348447" y="2112502"/>
            <a:chExt cx="1990080" cy="72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6BFC1CE-5178-7AEE-35CA-F01E102F829B}"/>
                    </a:ext>
                  </a:extLst>
                </p14:cNvPr>
                <p14:cNvContentPartPr/>
                <p14:nvPr/>
              </p14:nvContentPartPr>
              <p14:xfrm>
                <a:off x="2348447" y="2151742"/>
                <a:ext cx="241560" cy="3168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6BFC1CE-5178-7AEE-35CA-F01E102F829B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330447" y="2134102"/>
                  <a:ext cx="27720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53E22645-2516-1548-31EC-B18D4BCDE56E}"/>
                    </a:ext>
                  </a:extLst>
                </p14:cNvPr>
                <p14:cNvContentPartPr/>
                <p14:nvPr/>
              </p14:nvContentPartPr>
              <p14:xfrm>
                <a:off x="2386247" y="2112502"/>
                <a:ext cx="942480" cy="7254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53E22645-2516-1548-31EC-B18D4BCDE56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368247" y="2094502"/>
                  <a:ext cx="978120" cy="76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8AECEF10-B54C-7448-AF66-BE3881CB7929}"/>
                    </a:ext>
                  </a:extLst>
                </p14:cNvPr>
                <p14:cNvContentPartPr/>
                <p14:nvPr/>
              </p14:nvContentPartPr>
              <p14:xfrm>
                <a:off x="2973767" y="2146702"/>
                <a:ext cx="185760" cy="280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8AECEF10-B54C-7448-AF66-BE3881CB7929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956127" y="2128702"/>
                  <a:ext cx="22140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BC65064-03AB-9093-435D-960DDE9BDE63}"/>
                    </a:ext>
                  </a:extLst>
                </p14:cNvPr>
                <p14:cNvContentPartPr/>
                <p14:nvPr/>
              </p14:nvContentPartPr>
              <p14:xfrm>
                <a:off x="3645167" y="2120782"/>
                <a:ext cx="693360" cy="3200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BC65064-03AB-9093-435D-960DDE9BDE6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627167" y="2102782"/>
                  <a:ext cx="72900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87E6A9F-BE31-B26E-AA47-AB8E5A06014E}"/>
                    </a:ext>
                  </a:extLst>
                </p14:cNvPr>
                <p14:cNvContentPartPr/>
                <p14:nvPr/>
              </p14:nvContentPartPr>
              <p14:xfrm>
                <a:off x="3711047" y="2178382"/>
                <a:ext cx="328320" cy="496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87E6A9F-BE31-B26E-AA47-AB8E5A06014E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693407" y="2160382"/>
                  <a:ext cx="363960" cy="8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EC725253-792B-419F-D8DE-F80D959C5F28}"/>
              </a:ext>
            </a:extLst>
          </p:cNvPr>
          <p:cNvGrpSpPr/>
          <p:nvPr/>
        </p:nvGrpSpPr>
        <p:grpSpPr>
          <a:xfrm>
            <a:off x="4759367" y="1926742"/>
            <a:ext cx="1565640" cy="520920"/>
            <a:chOff x="4759367" y="1926742"/>
            <a:chExt cx="1565640" cy="520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F6B0303C-E89E-82F9-E191-322EE28F18E3}"/>
                    </a:ext>
                  </a:extLst>
                </p14:cNvPr>
                <p14:cNvContentPartPr/>
                <p14:nvPr/>
              </p14:nvContentPartPr>
              <p14:xfrm>
                <a:off x="4759367" y="2135902"/>
                <a:ext cx="1124280" cy="3117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F6B0303C-E89E-82F9-E191-322EE28F18E3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741367" y="2117902"/>
                  <a:ext cx="115992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04D273B6-34BE-3998-8F07-AD403295466A}"/>
                    </a:ext>
                  </a:extLst>
                </p14:cNvPr>
                <p14:cNvContentPartPr/>
                <p14:nvPr/>
              </p14:nvContentPartPr>
              <p14:xfrm>
                <a:off x="5930807" y="1926742"/>
                <a:ext cx="394200" cy="3301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04D273B6-34BE-3998-8F07-AD403295466A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913167" y="1908742"/>
                  <a:ext cx="429840" cy="365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D0181949-1820-07BC-4101-342F5753992F}"/>
                  </a:ext>
                </a:extLst>
              </p14:cNvPr>
              <p14:cNvContentPartPr/>
              <p14:nvPr/>
            </p14:nvContentPartPr>
            <p14:xfrm>
              <a:off x="6790487" y="2013862"/>
              <a:ext cx="439560" cy="60804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D0181949-1820-07BC-4101-342F5753992F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6772847" y="1995862"/>
                <a:ext cx="475200" cy="643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6" name="Group 105">
            <a:extLst>
              <a:ext uri="{FF2B5EF4-FFF2-40B4-BE49-F238E27FC236}">
                <a16:creationId xmlns:a16="http://schemas.microsoft.com/office/drawing/2014/main" id="{0A4B4842-8113-C4B0-E081-BE973144F39F}"/>
              </a:ext>
            </a:extLst>
          </p:cNvPr>
          <p:cNvGrpSpPr/>
          <p:nvPr/>
        </p:nvGrpSpPr>
        <p:grpSpPr>
          <a:xfrm>
            <a:off x="7541087" y="1859062"/>
            <a:ext cx="4255920" cy="805320"/>
            <a:chOff x="7541087" y="1859062"/>
            <a:chExt cx="4255920" cy="80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AC510C2D-80A9-6D09-521A-EB0021DE3448}"/>
                    </a:ext>
                  </a:extLst>
                </p14:cNvPr>
                <p14:cNvContentPartPr/>
                <p14:nvPr/>
              </p14:nvContentPartPr>
              <p14:xfrm>
                <a:off x="7541087" y="2062462"/>
                <a:ext cx="504720" cy="2037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AC510C2D-80A9-6D09-521A-EB0021DE344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523087" y="2044822"/>
                  <a:ext cx="54036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FFD75E05-AA1C-6C5F-8B3F-A3FACB9A1B78}"/>
                    </a:ext>
                  </a:extLst>
                </p14:cNvPr>
                <p14:cNvContentPartPr/>
                <p14:nvPr/>
              </p14:nvContentPartPr>
              <p14:xfrm>
                <a:off x="8076407" y="1871302"/>
                <a:ext cx="230040" cy="3348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FFD75E05-AA1C-6C5F-8B3F-A3FACB9A1B7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058407" y="1853662"/>
                  <a:ext cx="265680" cy="37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4D1A30CC-8C50-02AF-3941-E4BADF17E360}"/>
                    </a:ext>
                  </a:extLst>
                </p14:cNvPr>
                <p14:cNvContentPartPr/>
                <p14:nvPr/>
              </p14:nvContentPartPr>
              <p14:xfrm>
                <a:off x="8363327" y="1953382"/>
                <a:ext cx="49320" cy="4212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4D1A30CC-8C50-02AF-3941-E4BADF17E360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345687" y="1935382"/>
                  <a:ext cx="8496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3D1BD695-66FE-86BF-FA4C-6F4C8DC3C285}"/>
                    </a:ext>
                  </a:extLst>
                </p14:cNvPr>
                <p14:cNvContentPartPr/>
                <p14:nvPr/>
              </p14:nvContentPartPr>
              <p14:xfrm>
                <a:off x="8091527" y="2029702"/>
                <a:ext cx="111600" cy="198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3D1BD695-66FE-86BF-FA4C-6F4C8DC3C28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073527" y="2012062"/>
                  <a:ext cx="14724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39C529F-FFEB-49C3-E65E-DA3F6634580F}"/>
                    </a:ext>
                  </a:extLst>
                </p14:cNvPr>
                <p14:cNvContentPartPr/>
                <p14:nvPr/>
              </p14:nvContentPartPr>
              <p14:xfrm>
                <a:off x="8350727" y="1859062"/>
                <a:ext cx="390240" cy="8053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39C529F-FFEB-49C3-E65E-DA3F6634580F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333087" y="1841062"/>
                  <a:ext cx="425880" cy="84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E6FC4FEF-9B57-13A7-2BA0-C55E4301FC74}"/>
                    </a:ext>
                  </a:extLst>
                </p14:cNvPr>
                <p14:cNvContentPartPr/>
                <p14:nvPr/>
              </p14:nvContentPartPr>
              <p14:xfrm>
                <a:off x="8476727" y="2208982"/>
                <a:ext cx="232920" cy="874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E6FC4FEF-9B57-13A7-2BA0-C55E4301FC74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458727" y="2191342"/>
                  <a:ext cx="26856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FD1BCFCC-452A-A983-D93D-C20A2A23860E}"/>
                    </a:ext>
                  </a:extLst>
                </p14:cNvPr>
                <p14:cNvContentPartPr/>
                <p14:nvPr/>
              </p14:nvContentPartPr>
              <p14:xfrm>
                <a:off x="8815487" y="2093422"/>
                <a:ext cx="19440" cy="1346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FD1BCFCC-452A-A983-D93D-C20A2A23860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797847" y="2075422"/>
                  <a:ext cx="5508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67785AC9-2E83-B4FF-F1BF-54C9A927A48D}"/>
                    </a:ext>
                  </a:extLst>
                </p14:cNvPr>
                <p14:cNvContentPartPr/>
                <p14:nvPr/>
              </p14:nvContentPartPr>
              <p14:xfrm>
                <a:off x="8893247" y="1983982"/>
                <a:ext cx="176040" cy="2617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67785AC9-2E83-B4FF-F1BF-54C9A927A48D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875607" y="1965982"/>
                  <a:ext cx="21168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A0A4FABE-D077-79AA-3A36-5933F59E1244}"/>
                    </a:ext>
                  </a:extLst>
                </p14:cNvPr>
                <p14:cNvContentPartPr/>
                <p14:nvPr/>
              </p14:nvContentPartPr>
              <p14:xfrm>
                <a:off x="9193127" y="2112862"/>
                <a:ext cx="38520" cy="1101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A0A4FABE-D077-79AA-3A36-5933F59E1244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175127" y="2094862"/>
                  <a:ext cx="7416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3B9AFBA6-15D6-13CC-5602-E3AC727343F1}"/>
                    </a:ext>
                  </a:extLst>
                </p14:cNvPr>
                <p14:cNvContentPartPr/>
                <p14:nvPr/>
              </p14:nvContentPartPr>
              <p14:xfrm>
                <a:off x="9268727" y="1936462"/>
                <a:ext cx="25200" cy="381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3B9AFBA6-15D6-13CC-5602-E3AC727343F1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250727" y="1918462"/>
                  <a:ext cx="6084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9CF753C-13BF-D74B-4F66-60F3C53A69CE}"/>
                    </a:ext>
                  </a:extLst>
                </p14:cNvPr>
                <p14:cNvContentPartPr/>
                <p14:nvPr/>
              </p14:nvContentPartPr>
              <p14:xfrm>
                <a:off x="9320567" y="1918822"/>
                <a:ext cx="456840" cy="29808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9CF753C-13BF-D74B-4F66-60F3C53A69CE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302927" y="1900822"/>
                  <a:ext cx="49248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B73BA79D-78C3-FD02-C692-2ABFCC45208E}"/>
                    </a:ext>
                  </a:extLst>
                </p14:cNvPr>
                <p14:cNvContentPartPr/>
                <p14:nvPr/>
              </p14:nvContentPartPr>
              <p14:xfrm>
                <a:off x="9892247" y="2128702"/>
                <a:ext cx="776520" cy="1893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B73BA79D-78C3-FD02-C692-2ABFCC45208E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874607" y="2110702"/>
                  <a:ext cx="81216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BBF96EF-10C6-FE37-C517-3B9A17473F3E}"/>
                    </a:ext>
                  </a:extLst>
                </p14:cNvPr>
                <p14:cNvContentPartPr/>
                <p14:nvPr/>
              </p14:nvContentPartPr>
              <p14:xfrm>
                <a:off x="10640687" y="2039062"/>
                <a:ext cx="47160" cy="5544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BBF96EF-10C6-FE37-C517-3B9A17473F3E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0623047" y="2021422"/>
                  <a:ext cx="8280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3B916A11-1F5A-B66D-1F4E-FAE89A29626B}"/>
                    </a:ext>
                  </a:extLst>
                </p14:cNvPr>
                <p14:cNvContentPartPr/>
                <p14:nvPr/>
              </p14:nvContentPartPr>
              <p14:xfrm>
                <a:off x="10670567" y="2187382"/>
                <a:ext cx="201240" cy="1123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3B916A11-1F5A-B66D-1F4E-FAE89A29626B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0652567" y="2169382"/>
                  <a:ext cx="23688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0ABD3E6B-6054-9D86-8122-ED039B97D1BD}"/>
                    </a:ext>
                  </a:extLst>
                </p14:cNvPr>
                <p14:cNvContentPartPr/>
                <p14:nvPr/>
              </p14:nvContentPartPr>
              <p14:xfrm>
                <a:off x="10942727" y="2039782"/>
                <a:ext cx="626760" cy="23904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0ABD3E6B-6054-9D86-8122-ED039B97D1BD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924727" y="2021782"/>
                  <a:ext cx="66240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21A9D3D4-4756-38FB-2C9A-0C3AA423F264}"/>
                    </a:ext>
                  </a:extLst>
                </p14:cNvPr>
                <p14:cNvContentPartPr/>
                <p14:nvPr/>
              </p14:nvContentPartPr>
              <p14:xfrm>
                <a:off x="11453567" y="2018542"/>
                <a:ext cx="343440" cy="2127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21A9D3D4-4756-38FB-2C9A-0C3AA423F264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1435567" y="2000542"/>
                  <a:ext cx="379080" cy="24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5222B178-D46E-BA48-70A1-B0F42ABF3D11}"/>
              </a:ext>
            </a:extLst>
          </p:cNvPr>
          <p:cNvGrpSpPr/>
          <p:nvPr/>
        </p:nvGrpSpPr>
        <p:grpSpPr>
          <a:xfrm>
            <a:off x="214007" y="2953822"/>
            <a:ext cx="394200" cy="242280"/>
            <a:chOff x="214007" y="2953822"/>
            <a:chExt cx="394200" cy="24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20FF9B43-5EEE-0C20-5F4B-6C7C0EBCBB10}"/>
                    </a:ext>
                  </a:extLst>
                </p14:cNvPr>
                <p14:cNvContentPartPr/>
                <p14:nvPr/>
              </p14:nvContentPartPr>
              <p14:xfrm>
                <a:off x="214007" y="2953822"/>
                <a:ext cx="351720" cy="2422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20FF9B43-5EEE-0C20-5F4B-6C7C0EBCBB10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96367" y="2935822"/>
                  <a:ext cx="38736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5F7B78AB-3F93-D2EE-A1D4-671AD09B0041}"/>
                    </a:ext>
                  </a:extLst>
                </p14:cNvPr>
                <p14:cNvContentPartPr/>
                <p14:nvPr/>
              </p14:nvContentPartPr>
              <p14:xfrm>
                <a:off x="498407" y="2999542"/>
                <a:ext cx="109800" cy="936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5F7B78AB-3F93-D2EE-A1D4-671AD09B0041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80767" y="2981902"/>
                  <a:ext cx="14544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CAFC52FA-5DB5-6BE5-71EC-F664707B0162}"/>
                    </a:ext>
                  </a:extLst>
                </p14:cNvPr>
                <p14:cNvContentPartPr/>
                <p14:nvPr/>
              </p14:nvContentPartPr>
              <p14:xfrm>
                <a:off x="487967" y="2979382"/>
                <a:ext cx="113400" cy="1177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CAFC52FA-5DB5-6BE5-71EC-F664707B0162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70327" y="2961382"/>
                  <a:ext cx="149040" cy="15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15D0DB40-0226-CB18-3A68-E1ACD3558BBD}"/>
              </a:ext>
            </a:extLst>
          </p:cNvPr>
          <p:cNvGrpSpPr/>
          <p:nvPr/>
        </p:nvGrpSpPr>
        <p:grpSpPr>
          <a:xfrm>
            <a:off x="918887" y="2732062"/>
            <a:ext cx="1285200" cy="887040"/>
            <a:chOff x="918887" y="2732062"/>
            <a:chExt cx="1285200" cy="88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837EC77B-403A-9B99-AACA-DE2814C5757B}"/>
                    </a:ext>
                  </a:extLst>
                </p14:cNvPr>
                <p14:cNvContentPartPr/>
                <p14:nvPr/>
              </p14:nvContentPartPr>
              <p14:xfrm>
                <a:off x="918887" y="2732062"/>
                <a:ext cx="244800" cy="8870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837EC77B-403A-9B99-AACA-DE2814C5757B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00887" y="2714422"/>
                  <a:ext cx="280440" cy="9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FF78B684-3A69-842A-13CE-94545A6601A3}"/>
                    </a:ext>
                  </a:extLst>
                </p14:cNvPr>
                <p14:cNvContentPartPr/>
                <p14:nvPr/>
              </p14:nvContentPartPr>
              <p14:xfrm>
                <a:off x="1198247" y="3018262"/>
                <a:ext cx="223200" cy="1836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FF78B684-3A69-842A-13CE-94545A6601A3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180247" y="3000622"/>
                  <a:ext cx="25884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019C8091-725A-DD13-EEE7-DF33E8F8E114}"/>
                    </a:ext>
                  </a:extLst>
                </p14:cNvPr>
                <p14:cNvContentPartPr/>
                <p14:nvPr/>
              </p14:nvContentPartPr>
              <p14:xfrm>
                <a:off x="1485167" y="3038062"/>
                <a:ext cx="127080" cy="1357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019C8091-725A-DD13-EEE7-DF33E8F8E114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467527" y="3020062"/>
                  <a:ext cx="16272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C4095110-DDDB-DA10-E62F-08E546289D0F}"/>
                    </a:ext>
                  </a:extLst>
                </p14:cNvPr>
                <p14:cNvContentPartPr/>
                <p14:nvPr/>
              </p14:nvContentPartPr>
              <p14:xfrm>
                <a:off x="1630247" y="3038062"/>
                <a:ext cx="100080" cy="1252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C4095110-DDDB-DA10-E62F-08E546289D0F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612247" y="3020422"/>
                  <a:ext cx="13572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372AF2E8-E3D3-657D-1469-DB56851E3F2A}"/>
                    </a:ext>
                  </a:extLst>
                </p14:cNvPr>
                <p14:cNvContentPartPr/>
                <p14:nvPr/>
              </p14:nvContentPartPr>
              <p14:xfrm>
                <a:off x="1792247" y="3013222"/>
                <a:ext cx="128880" cy="1519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372AF2E8-E3D3-657D-1469-DB56851E3F2A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774607" y="2995222"/>
                  <a:ext cx="16452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1EA8AA80-6B42-6F92-21CD-029E11C8C2AD}"/>
                    </a:ext>
                  </a:extLst>
                </p14:cNvPr>
                <p14:cNvContentPartPr/>
                <p14:nvPr/>
              </p14:nvContentPartPr>
              <p14:xfrm>
                <a:off x="2005367" y="2823862"/>
                <a:ext cx="198720" cy="3456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1EA8AA80-6B42-6F92-21CD-029E11C8C2AD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987727" y="2806222"/>
                  <a:ext cx="234360" cy="38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D1CAEA86-A25C-55DF-1B23-4A4E14D35189}"/>
              </a:ext>
            </a:extLst>
          </p:cNvPr>
          <p:cNvGrpSpPr/>
          <p:nvPr/>
        </p:nvGrpSpPr>
        <p:grpSpPr>
          <a:xfrm>
            <a:off x="2545007" y="2887582"/>
            <a:ext cx="472680" cy="752040"/>
            <a:chOff x="2545007" y="2887582"/>
            <a:chExt cx="472680" cy="75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0FA0D26B-BE53-2F7B-228A-377C5F553760}"/>
                    </a:ext>
                  </a:extLst>
                </p14:cNvPr>
                <p14:cNvContentPartPr/>
                <p14:nvPr/>
              </p14:nvContentPartPr>
              <p14:xfrm>
                <a:off x="2545007" y="2887582"/>
                <a:ext cx="234360" cy="75204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0FA0D26B-BE53-2F7B-228A-377C5F553760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527367" y="2869942"/>
                  <a:ext cx="270000" cy="78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19ED9FEC-A40F-D0C8-F090-328FFEB49ADB}"/>
                    </a:ext>
                  </a:extLst>
                </p14:cNvPr>
                <p14:cNvContentPartPr/>
                <p14:nvPr/>
              </p14:nvContentPartPr>
              <p14:xfrm>
                <a:off x="2720327" y="3043102"/>
                <a:ext cx="297360" cy="18108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19ED9FEC-A40F-D0C8-F090-328FFEB49ADB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702327" y="3025102"/>
                  <a:ext cx="333000" cy="21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5F2D5D3B-D6C5-66EA-7489-BD2522331761}"/>
              </a:ext>
            </a:extLst>
          </p:cNvPr>
          <p:cNvGrpSpPr/>
          <p:nvPr/>
        </p:nvGrpSpPr>
        <p:grpSpPr>
          <a:xfrm>
            <a:off x="3370847" y="2910622"/>
            <a:ext cx="530640" cy="277920"/>
            <a:chOff x="3370847" y="2910622"/>
            <a:chExt cx="530640" cy="27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9121B23F-ED63-DA94-66F7-A176473533D4}"/>
                    </a:ext>
                  </a:extLst>
                </p14:cNvPr>
                <p14:cNvContentPartPr/>
                <p14:nvPr/>
              </p14:nvContentPartPr>
              <p14:xfrm>
                <a:off x="3370847" y="2910622"/>
                <a:ext cx="171720" cy="27792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9121B23F-ED63-DA94-66F7-A176473533D4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353207" y="2892622"/>
                  <a:ext cx="20736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FD169DC6-D770-DF42-1169-76C3EF0C1809}"/>
                    </a:ext>
                  </a:extLst>
                </p14:cNvPr>
                <p14:cNvContentPartPr/>
                <p14:nvPr/>
              </p14:nvContentPartPr>
              <p14:xfrm>
                <a:off x="3592967" y="2924662"/>
                <a:ext cx="308520" cy="25092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FD169DC6-D770-DF42-1169-76C3EF0C1809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574967" y="2906662"/>
                  <a:ext cx="34416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9B11A235-A021-92B5-EDA1-5D754B056CCB}"/>
                    </a:ext>
                  </a:extLst>
                </p14:cNvPr>
                <p14:cNvContentPartPr/>
                <p14:nvPr/>
              </p14:nvContentPartPr>
              <p14:xfrm>
                <a:off x="3372287" y="3015742"/>
                <a:ext cx="125280" cy="3888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9B11A235-A021-92B5-EDA1-5D754B056CCB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354287" y="2997742"/>
                  <a:ext cx="160920" cy="7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09F1614F-A505-2F15-21B2-E5E54E4DDA56}"/>
              </a:ext>
            </a:extLst>
          </p:cNvPr>
          <p:cNvGrpSpPr/>
          <p:nvPr/>
        </p:nvGrpSpPr>
        <p:grpSpPr>
          <a:xfrm>
            <a:off x="4392527" y="2757622"/>
            <a:ext cx="3014280" cy="784440"/>
            <a:chOff x="4392527" y="2757622"/>
            <a:chExt cx="3014280" cy="784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0F8F5DF6-C909-499D-D460-92628F2DFEE0}"/>
                    </a:ext>
                  </a:extLst>
                </p14:cNvPr>
                <p14:cNvContentPartPr/>
                <p14:nvPr/>
              </p14:nvContentPartPr>
              <p14:xfrm>
                <a:off x="4392527" y="2903062"/>
                <a:ext cx="182880" cy="2948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0F8F5DF6-C909-499D-D460-92628F2DFEE0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374887" y="2885062"/>
                  <a:ext cx="21852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42CB03F9-E116-A59F-CCEB-F5BCD32D0D5A}"/>
                    </a:ext>
                  </a:extLst>
                </p14:cNvPr>
                <p14:cNvContentPartPr/>
                <p14:nvPr/>
              </p14:nvContentPartPr>
              <p14:xfrm>
                <a:off x="4644527" y="3072622"/>
                <a:ext cx="33840" cy="12528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42CB03F9-E116-A59F-CCEB-F5BCD32D0D5A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626527" y="3054622"/>
                  <a:ext cx="6948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7320504C-D270-EC1A-631A-59D256C5ABA9}"/>
                    </a:ext>
                  </a:extLst>
                </p14:cNvPr>
                <p14:cNvContentPartPr/>
                <p14:nvPr/>
              </p14:nvContentPartPr>
              <p14:xfrm>
                <a:off x="4624367" y="2950582"/>
                <a:ext cx="45720" cy="4356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7320504C-D270-EC1A-631A-59D256C5ABA9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606727" y="2932942"/>
                  <a:ext cx="8136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D2929DAF-5FA7-3B47-F7AD-9CEE5BF5A005}"/>
                    </a:ext>
                  </a:extLst>
                </p14:cNvPr>
                <p14:cNvContentPartPr/>
                <p14:nvPr/>
              </p14:nvContentPartPr>
              <p14:xfrm>
                <a:off x="4735967" y="3050302"/>
                <a:ext cx="286560" cy="14004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D2929DAF-5FA7-3B47-F7AD-9CEE5BF5A005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4717967" y="3032302"/>
                  <a:ext cx="32220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A7018763-1E87-2EE7-6574-B954AED62844}"/>
                    </a:ext>
                  </a:extLst>
                </p14:cNvPr>
                <p14:cNvContentPartPr/>
                <p14:nvPr/>
              </p14:nvContentPartPr>
              <p14:xfrm>
                <a:off x="4963487" y="3041662"/>
                <a:ext cx="167400" cy="50040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A7018763-1E87-2EE7-6574-B954AED62844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4945847" y="3023662"/>
                  <a:ext cx="203040" cy="53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9408B72C-CA27-D723-18FF-162068DC63B9}"/>
                    </a:ext>
                  </a:extLst>
                </p14:cNvPr>
                <p14:cNvContentPartPr/>
                <p14:nvPr/>
              </p14:nvContentPartPr>
              <p14:xfrm>
                <a:off x="4969607" y="2914222"/>
                <a:ext cx="914040" cy="28224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9408B72C-CA27-D723-18FF-162068DC63B9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4951967" y="2896582"/>
                  <a:ext cx="94968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4EA982E5-CC19-26BE-98BC-DD792BDFA8DA}"/>
                    </a:ext>
                  </a:extLst>
                </p14:cNvPr>
                <p14:cNvContentPartPr/>
                <p14:nvPr/>
              </p14:nvContentPartPr>
              <p14:xfrm>
                <a:off x="6216287" y="2757622"/>
                <a:ext cx="785880" cy="42264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4EA982E5-CC19-26BE-98BC-DD792BDFA8DA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6198287" y="2739982"/>
                  <a:ext cx="821520" cy="45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E374A0E7-F007-3CC7-F48B-CD617533CFC0}"/>
                    </a:ext>
                  </a:extLst>
                </p14:cNvPr>
                <p14:cNvContentPartPr/>
                <p14:nvPr/>
              </p14:nvContentPartPr>
              <p14:xfrm>
                <a:off x="7049687" y="2939782"/>
                <a:ext cx="357120" cy="14544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E374A0E7-F007-3CC7-F48B-CD617533CFC0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7032047" y="2921782"/>
                  <a:ext cx="39276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A7021DF0-F02B-D067-CF8B-50AB2F448D96}"/>
                    </a:ext>
                  </a:extLst>
                </p14:cNvPr>
                <p14:cNvContentPartPr/>
                <p14:nvPr/>
              </p14:nvContentPartPr>
              <p14:xfrm>
                <a:off x="6992807" y="2858782"/>
                <a:ext cx="60120" cy="1620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A7021DF0-F02B-D067-CF8B-50AB2F448D96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975167" y="2841142"/>
                  <a:ext cx="9576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D3EF685A-0071-D023-07C9-5B2ED36F11BE}"/>
                    </a:ext>
                  </a:extLst>
                </p14:cNvPr>
                <p14:cNvContentPartPr/>
                <p14:nvPr/>
              </p14:nvContentPartPr>
              <p14:xfrm>
                <a:off x="6706607" y="2837542"/>
                <a:ext cx="230400" cy="4356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D3EF685A-0071-D023-07C9-5B2ED36F11BE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6688607" y="2819542"/>
                  <a:ext cx="266040" cy="7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75826E68-2A36-EEB8-9DBA-C3F2145B289D}"/>
              </a:ext>
            </a:extLst>
          </p:cNvPr>
          <p:cNvGrpSpPr/>
          <p:nvPr/>
        </p:nvGrpSpPr>
        <p:grpSpPr>
          <a:xfrm>
            <a:off x="7914047" y="2740342"/>
            <a:ext cx="2340360" cy="640800"/>
            <a:chOff x="7914047" y="2740342"/>
            <a:chExt cx="2340360" cy="640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A3EDB68D-3EF8-CE9C-C3EC-CB3576791A7D}"/>
                    </a:ext>
                  </a:extLst>
                </p14:cNvPr>
                <p14:cNvContentPartPr/>
                <p14:nvPr/>
              </p14:nvContentPartPr>
              <p14:xfrm>
                <a:off x="7914047" y="2796142"/>
                <a:ext cx="418320" cy="33840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A3EDB68D-3EF8-CE9C-C3EC-CB3576791A7D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7896407" y="2778502"/>
                  <a:ext cx="45396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0E3AA113-4847-B62D-95BD-D6662B76C629}"/>
                    </a:ext>
                  </a:extLst>
                </p14:cNvPr>
                <p14:cNvContentPartPr/>
                <p14:nvPr/>
              </p14:nvContentPartPr>
              <p14:xfrm>
                <a:off x="7945367" y="2871022"/>
                <a:ext cx="294840" cy="4068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0E3AA113-4847-B62D-95BD-D6662B76C629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7927367" y="2853022"/>
                  <a:ext cx="33048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9E3B00BC-F91B-229A-D048-71A9B01626D0}"/>
                    </a:ext>
                  </a:extLst>
                </p14:cNvPr>
                <p14:cNvContentPartPr/>
                <p14:nvPr/>
              </p14:nvContentPartPr>
              <p14:xfrm>
                <a:off x="8538647" y="2771302"/>
                <a:ext cx="599400" cy="60984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9E3B00BC-F91B-229A-D048-71A9B01626D0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8521007" y="2753662"/>
                  <a:ext cx="635040" cy="64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05DCC9F6-CE1A-2744-F07C-A558B17EA50E}"/>
                    </a:ext>
                  </a:extLst>
                </p14:cNvPr>
                <p14:cNvContentPartPr/>
                <p14:nvPr/>
              </p14:nvContentPartPr>
              <p14:xfrm>
                <a:off x="9018527" y="2838262"/>
                <a:ext cx="170280" cy="4428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05DCC9F6-CE1A-2744-F07C-A558B17EA50E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9000527" y="2820262"/>
                  <a:ext cx="20592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537C0144-2F53-821C-B518-6BCC0E4E533F}"/>
                    </a:ext>
                  </a:extLst>
                </p14:cNvPr>
                <p14:cNvContentPartPr/>
                <p14:nvPr/>
              </p14:nvContentPartPr>
              <p14:xfrm>
                <a:off x="9498767" y="2740342"/>
                <a:ext cx="755640" cy="32508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537C0144-2F53-821C-B518-6BCC0E4E533F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9481127" y="2722702"/>
                  <a:ext cx="791280" cy="3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E103F981-8CDA-67B8-0EFD-C59C9658C638}"/>
                    </a:ext>
                  </a:extLst>
                </p14:cNvPr>
                <p14:cNvContentPartPr/>
                <p14:nvPr/>
              </p14:nvContentPartPr>
              <p14:xfrm>
                <a:off x="9618287" y="2861662"/>
                <a:ext cx="131400" cy="3204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E103F981-8CDA-67B8-0EFD-C59C9658C638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9600647" y="2843662"/>
                  <a:ext cx="167040" cy="6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D0C0F3EA-7777-02F4-1BCE-9462EB10A084}"/>
              </a:ext>
            </a:extLst>
          </p:cNvPr>
          <p:cNvGrpSpPr/>
          <p:nvPr/>
        </p:nvGrpSpPr>
        <p:grpSpPr>
          <a:xfrm>
            <a:off x="223367" y="3644302"/>
            <a:ext cx="1556280" cy="784080"/>
            <a:chOff x="223367" y="3644302"/>
            <a:chExt cx="1556280" cy="784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7AD588E6-30D8-E377-F0BB-2FE8E62D375C}"/>
                    </a:ext>
                  </a:extLst>
                </p14:cNvPr>
                <p14:cNvContentPartPr/>
                <p14:nvPr/>
              </p14:nvContentPartPr>
              <p14:xfrm>
                <a:off x="223367" y="3756622"/>
                <a:ext cx="338400" cy="67176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7AD588E6-30D8-E377-F0BB-2FE8E62D375C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205727" y="3738622"/>
                  <a:ext cx="374040" cy="70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EB24BE08-E109-09E4-FB78-18635A6E6D44}"/>
                    </a:ext>
                  </a:extLst>
                </p14:cNvPr>
                <p14:cNvContentPartPr/>
                <p14:nvPr/>
              </p14:nvContentPartPr>
              <p14:xfrm>
                <a:off x="656447" y="3669502"/>
                <a:ext cx="52200" cy="30024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EB24BE08-E109-09E4-FB78-18635A6E6D44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38447" y="3651502"/>
                  <a:ext cx="8784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1A3C95CE-344C-BC85-7767-C28E1F7DBBB3}"/>
                    </a:ext>
                  </a:extLst>
                </p14:cNvPr>
                <p14:cNvContentPartPr/>
                <p14:nvPr/>
              </p14:nvContentPartPr>
              <p14:xfrm>
                <a:off x="785687" y="3828982"/>
                <a:ext cx="63360" cy="14220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1A3C95CE-344C-BC85-7767-C28E1F7DBBB3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67687" y="3810982"/>
                  <a:ext cx="9900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3E2A00B3-20AF-A544-49C8-A640C1EC3227}"/>
                    </a:ext>
                  </a:extLst>
                </p14:cNvPr>
                <p14:cNvContentPartPr/>
                <p14:nvPr/>
              </p14:nvContentPartPr>
              <p14:xfrm>
                <a:off x="732407" y="3679222"/>
                <a:ext cx="39960" cy="1584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3E2A00B3-20AF-A544-49C8-A640C1EC3227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14407" y="3661582"/>
                  <a:ext cx="7560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99F00B7F-A9BF-D8DF-EE22-7510F50A2FF0}"/>
                    </a:ext>
                  </a:extLst>
                </p14:cNvPr>
                <p14:cNvContentPartPr/>
                <p14:nvPr/>
              </p14:nvContentPartPr>
              <p14:xfrm>
                <a:off x="581927" y="3746182"/>
                <a:ext cx="199800" cy="4104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99F00B7F-A9BF-D8DF-EE22-7510F50A2FF0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563927" y="3728182"/>
                  <a:ext cx="23544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63040FDD-3F4A-32D2-CE69-5A211D678AC6}"/>
                    </a:ext>
                  </a:extLst>
                </p14:cNvPr>
                <p14:cNvContentPartPr/>
                <p14:nvPr/>
              </p14:nvContentPartPr>
              <p14:xfrm>
                <a:off x="959207" y="3836182"/>
                <a:ext cx="315360" cy="15012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63040FDD-3F4A-32D2-CE69-5A211D678AC6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941567" y="3818542"/>
                  <a:ext cx="35100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50BA7A86-6BD8-7F21-E599-E7305945343A}"/>
                    </a:ext>
                  </a:extLst>
                </p14:cNvPr>
                <p14:cNvContentPartPr/>
                <p14:nvPr/>
              </p14:nvContentPartPr>
              <p14:xfrm>
                <a:off x="1324607" y="3644302"/>
                <a:ext cx="455040" cy="36216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50BA7A86-6BD8-7F21-E599-E7305945343A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306967" y="3626662"/>
                  <a:ext cx="490680" cy="39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9EC4F64C-C80C-7067-D372-07246150D4E5}"/>
              </a:ext>
            </a:extLst>
          </p:cNvPr>
          <p:cNvGrpSpPr/>
          <p:nvPr/>
        </p:nvGrpSpPr>
        <p:grpSpPr>
          <a:xfrm>
            <a:off x="2222447" y="3654022"/>
            <a:ext cx="1900800" cy="381600"/>
            <a:chOff x="2222447" y="3654022"/>
            <a:chExt cx="1900800" cy="38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4A05E8D3-AC7D-F064-6F72-94875372E905}"/>
                    </a:ext>
                  </a:extLst>
                </p14:cNvPr>
                <p14:cNvContentPartPr/>
                <p14:nvPr/>
              </p14:nvContentPartPr>
              <p14:xfrm>
                <a:off x="2222447" y="3795502"/>
                <a:ext cx="199440" cy="24012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4A05E8D3-AC7D-F064-6F72-94875372E905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2204807" y="3777502"/>
                  <a:ext cx="23508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89543C24-3DCB-BB47-0B3E-A5BB89946C99}"/>
                    </a:ext>
                  </a:extLst>
                </p14:cNvPr>
                <p14:cNvContentPartPr/>
                <p14:nvPr/>
              </p14:nvContentPartPr>
              <p14:xfrm>
                <a:off x="2512607" y="3733222"/>
                <a:ext cx="665640" cy="29304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89543C24-3DCB-BB47-0B3E-A5BB89946C99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2494967" y="3715222"/>
                  <a:ext cx="70128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37B535C0-D8D2-7D85-6AA8-62F22B0B8F76}"/>
                    </a:ext>
                  </a:extLst>
                </p14:cNvPr>
                <p14:cNvContentPartPr/>
                <p14:nvPr/>
              </p14:nvContentPartPr>
              <p14:xfrm>
                <a:off x="3216407" y="3654022"/>
                <a:ext cx="87480" cy="35316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37B535C0-D8D2-7D85-6AA8-62F22B0B8F76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3198767" y="3636022"/>
                  <a:ext cx="12312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0B6B8E3A-70B3-2605-48A0-B79C63D38EED}"/>
                    </a:ext>
                  </a:extLst>
                </p14:cNvPr>
                <p14:cNvContentPartPr/>
                <p14:nvPr/>
              </p14:nvContentPartPr>
              <p14:xfrm>
                <a:off x="3383807" y="3791902"/>
                <a:ext cx="497520" cy="17964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0B6B8E3A-70B3-2605-48A0-B79C63D38EED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3366167" y="3773902"/>
                  <a:ext cx="53316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4772D25F-6E14-C3C5-DE48-A4E3F71DCBD9}"/>
                    </a:ext>
                  </a:extLst>
                </p14:cNvPr>
                <p14:cNvContentPartPr/>
                <p14:nvPr/>
              </p14:nvContentPartPr>
              <p14:xfrm>
                <a:off x="3340967" y="3718822"/>
                <a:ext cx="44640" cy="864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4772D25F-6E14-C3C5-DE48-A4E3F71DCBD9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3322967" y="3701182"/>
                  <a:ext cx="802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9B42FE09-02DC-F8E2-D26C-DCBCD65B8B23}"/>
                    </a:ext>
                  </a:extLst>
                </p14:cNvPr>
                <p14:cNvContentPartPr/>
                <p14:nvPr/>
              </p14:nvContentPartPr>
              <p14:xfrm>
                <a:off x="3126047" y="3759142"/>
                <a:ext cx="187920" cy="2340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9B42FE09-02DC-F8E2-D26C-DCBCD65B8B23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3108047" y="3741142"/>
                  <a:ext cx="22356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8812D868-97F3-5E22-F6DF-19E32DC358A3}"/>
                    </a:ext>
                  </a:extLst>
                </p14:cNvPr>
                <p14:cNvContentPartPr/>
                <p14:nvPr/>
              </p14:nvContentPartPr>
              <p14:xfrm>
                <a:off x="4117487" y="3968662"/>
                <a:ext cx="5760" cy="1692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8812D868-97F3-5E22-F6DF-19E32DC358A3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099487" y="3951022"/>
                  <a:ext cx="41400" cy="52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669087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oup 54">
            <a:extLst>
              <a:ext uri="{FF2B5EF4-FFF2-40B4-BE49-F238E27FC236}">
                <a16:creationId xmlns:a16="http://schemas.microsoft.com/office/drawing/2014/main" id="{7282881C-59AA-6AD0-4ADA-0D40B9916511}"/>
              </a:ext>
            </a:extLst>
          </p:cNvPr>
          <p:cNvGrpSpPr/>
          <p:nvPr/>
        </p:nvGrpSpPr>
        <p:grpSpPr>
          <a:xfrm>
            <a:off x="169367" y="68782"/>
            <a:ext cx="11966760" cy="887760"/>
            <a:chOff x="169367" y="68782"/>
            <a:chExt cx="11966760" cy="88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67615BBB-9E17-4DC8-B3AA-3ED664934F5F}"/>
                    </a:ext>
                  </a:extLst>
                </p14:cNvPr>
                <p14:cNvContentPartPr/>
                <p14:nvPr/>
              </p14:nvContentPartPr>
              <p14:xfrm>
                <a:off x="439367" y="251302"/>
                <a:ext cx="11160" cy="2548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67615BBB-9E17-4DC8-B3AA-3ED664934F5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21367" y="233302"/>
                  <a:ext cx="4680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2FE32CA-5EAF-032A-348F-B7BA8EF5B91E}"/>
                    </a:ext>
                  </a:extLst>
                </p14:cNvPr>
                <p14:cNvContentPartPr/>
                <p14:nvPr/>
              </p14:nvContentPartPr>
              <p14:xfrm>
                <a:off x="429287" y="163462"/>
                <a:ext cx="236160" cy="3524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2FE32CA-5EAF-032A-348F-B7BA8EF5B91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11647" y="145462"/>
                  <a:ext cx="27180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57F0E40-696F-9C23-105F-352197A346A1}"/>
                    </a:ext>
                  </a:extLst>
                </p14:cNvPr>
                <p14:cNvContentPartPr/>
                <p14:nvPr/>
              </p14:nvContentPartPr>
              <p14:xfrm>
                <a:off x="749687" y="335542"/>
                <a:ext cx="16200" cy="1414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57F0E40-696F-9C23-105F-352197A346A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32047" y="317542"/>
                  <a:ext cx="5184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A22DBD1-44DF-7BC6-3188-8820148C1C42}"/>
                    </a:ext>
                  </a:extLst>
                </p14:cNvPr>
                <p14:cNvContentPartPr/>
                <p14:nvPr/>
              </p14:nvContentPartPr>
              <p14:xfrm>
                <a:off x="759047" y="265342"/>
                <a:ext cx="29520" cy="338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A22DBD1-44DF-7BC6-3188-8820148C1C4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41047" y="247342"/>
                  <a:ext cx="6516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B04A5D7-4748-AC80-EC33-3D2285C77873}"/>
                    </a:ext>
                  </a:extLst>
                </p14:cNvPr>
                <p14:cNvContentPartPr/>
                <p14:nvPr/>
              </p14:nvContentPartPr>
              <p14:xfrm>
                <a:off x="749327" y="387382"/>
                <a:ext cx="133560" cy="4996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B04A5D7-4748-AC80-EC33-3D2285C7787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31327" y="369382"/>
                  <a:ext cx="169200" cy="53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D020F1A-6F99-6D8E-AD12-590DEE5034C4}"/>
                    </a:ext>
                  </a:extLst>
                </p14:cNvPr>
                <p14:cNvContentPartPr/>
                <p14:nvPr/>
              </p14:nvContentPartPr>
              <p14:xfrm>
                <a:off x="1110407" y="206662"/>
                <a:ext cx="406080" cy="2826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D020F1A-6F99-6D8E-AD12-590DEE5034C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92407" y="189022"/>
                  <a:ext cx="44172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F6E46DA-8F04-FF19-9E03-0F03164B4DEE}"/>
                    </a:ext>
                  </a:extLst>
                </p14:cNvPr>
                <p14:cNvContentPartPr/>
                <p14:nvPr/>
              </p14:nvContentPartPr>
              <p14:xfrm>
                <a:off x="1810247" y="117382"/>
                <a:ext cx="136440" cy="2962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F6E46DA-8F04-FF19-9E03-0F03164B4DE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792607" y="99742"/>
                  <a:ext cx="17208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9AAF65B-672F-5D7A-3F76-FDB1D55AD573}"/>
                    </a:ext>
                  </a:extLst>
                </p14:cNvPr>
                <p14:cNvContentPartPr/>
                <p14:nvPr/>
              </p14:nvContentPartPr>
              <p14:xfrm>
                <a:off x="1802687" y="158422"/>
                <a:ext cx="138240" cy="518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9AAF65B-672F-5D7A-3F76-FDB1D55AD57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784687" y="140422"/>
                  <a:ext cx="17388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D13EFB0-342D-FE38-9BAF-944E1AB4DB20}"/>
                    </a:ext>
                  </a:extLst>
                </p14:cNvPr>
                <p14:cNvContentPartPr/>
                <p14:nvPr/>
              </p14:nvContentPartPr>
              <p14:xfrm>
                <a:off x="2020847" y="177502"/>
                <a:ext cx="103320" cy="1882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D13EFB0-342D-FE38-9BAF-944E1AB4DB2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002847" y="159502"/>
                  <a:ext cx="13896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C288B3A-A7AA-B682-6191-9739BF4AC2F0}"/>
                    </a:ext>
                  </a:extLst>
                </p14:cNvPr>
                <p14:cNvContentPartPr/>
                <p14:nvPr/>
              </p14:nvContentPartPr>
              <p14:xfrm>
                <a:off x="2231807" y="211342"/>
                <a:ext cx="138240" cy="1648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C288B3A-A7AA-B682-6191-9739BF4AC2F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213807" y="193702"/>
                  <a:ext cx="17388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4469CE0-136E-206F-4BE6-3B2FF8056711}"/>
                    </a:ext>
                  </a:extLst>
                </p14:cNvPr>
                <p14:cNvContentPartPr/>
                <p14:nvPr/>
              </p14:nvContentPartPr>
              <p14:xfrm>
                <a:off x="2373287" y="113062"/>
                <a:ext cx="110880" cy="3016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4469CE0-136E-206F-4BE6-3B2FF805671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355647" y="95422"/>
                  <a:ext cx="14652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604E75A-05BD-394F-6B90-E8E646B88F39}"/>
                    </a:ext>
                  </a:extLst>
                </p14:cNvPr>
                <p14:cNvContentPartPr/>
                <p14:nvPr/>
              </p14:nvContentPartPr>
              <p14:xfrm>
                <a:off x="2517287" y="271462"/>
                <a:ext cx="280440" cy="1288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604E75A-05BD-394F-6B90-E8E646B88F3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499647" y="253822"/>
                  <a:ext cx="31608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10E835B-D057-7E03-4CD5-442655F29011}"/>
                    </a:ext>
                  </a:extLst>
                </p14:cNvPr>
                <p14:cNvContentPartPr/>
                <p14:nvPr/>
              </p14:nvContentPartPr>
              <p14:xfrm>
                <a:off x="2775767" y="126742"/>
                <a:ext cx="42480" cy="565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10E835B-D057-7E03-4CD5-442655F2901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758127" y="108742"/>
                  <a:ext cx="7812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1AF0179-4F5D-2824-0912-4B77502B8EBB}"/>
                    </a:ext>
                  </a:extLst>
                </p14:cNvPr>
                <p14:cNvContentPartPr/>
                <p14:nvPr/>
              </p14:nvContentPartPr>
              <p14:xfrm>
                <a:off x="2885927" y="257422"/>
                <a:ext cx="140040" cy="3693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1AF0179-4F5D-2824-0912-4B77502B8EB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867927" y="239782"/>
                  <a:ext cx="175680" cy="40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BDE4BA5-79A3-15CA-0523-ECED75DF85A5}"/>
                    </a:ext>
                  </a:extLst>
                </p14:cNvPr>
                <p14:cNvContentPartPr/>
                <p14:nvPr/>
              </p14:nvContentPartPr>
              <p14:xfrm>
                <a:off x="3179327" y="186502"/>
                <a:ext cx="376920" cy="1803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BDE4BA5-79A3-15CA-0523-ECED75DF85A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161327" y="168862"/>
                  <a:ext cx="41256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76ED2E7-714F-887D-F85D-820E19138315}"/>
                    </a:ext>
                  </a:extLst>
                </p14:cNvPr>
                <p14:cNvContentPartPr/>
                <p14:nvPr/>
              </p14:nvContentPartPr>
              <p14:xfrm>
                <a:off x="4098407" y="298822"/>
                <a:ext cx="195480" cy="2059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76ED2E7-714F-887D-F85D-820E1913831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080767" y="281182"/>
                  <a:ext cx="23112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492370C-13E5-74E4-3145-56DC675CFEB6}"/>
                    </a:ext>
                  </a:extLst>
                </p14:cNvPr>
                <p14:cNvContentPartPr/>
                <p14:nvPr/>
              </p14:nvContentPartPr>
              <p14:xfrm>
                <a:off x="4378487" y="270742"/>
                <a:ext cx="225360" cy="2574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492370C-13E5-74E4-3145-56DC675CFEB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360847" y="253102"/>
                  <a:ext cx="26100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4933E17-F7E4-A34F-EA97-A259550205A6}"/>
                    </a:ext>
                  </a:extLst>
                </p14:cNvPr>
                <p14:cNvContentPartPr/>
                <p14:nvPr/>
              </p14:nvContentPartPr>
              <p14:xfrm>
                <a:off x="5178767" y="162742"/>
                <a:ext cx="106920" cy="3204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4933E17-F7E4-A34F-EA97-A259550205A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160767" y="144742"/>
                  <a:ext cx="14256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C5CFD24-8321-174B-1B17-14A9C91D6FAA}"/>
                    </a:ext>
                  </a:extLst>
                </p14:cNvPr>
                <p14:cNvContentPartPr/>
                <p14:nvPr/>
              </p14:nvContentPartPr>
              <p14:xfrm>
                <a:off x="5417807" y="156622"/>
                <a:ext cx="180000" cy="2898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C5CFD24-8321-174B-1B17-14A9C91D6FA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400167" y="138622"/>
                  <a:ext cx="21564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3C62783-E8E4-C2F0-FDD4-5C3D8055B8BE}"/>
                    </a:ext>
                  </a:extLst>
                </p14:cNvPr>
                <p14:cNvContentPartPr/>
                <p14:nvPr/>
              </p14:nvContentPartPr>
              <p14:xfrm>
                <a:off x="5690327" y="263902"/>
                <a:ext cx="160200" cy="1756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3C62783-E8E4-C2F0-FDD4-5C3D8055B8B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672687" y="246262"/>
                  <a:ext cx="19584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2A5C2DA-8118-668E-6946-EF35E7FB70AB}"/>
                    </a:ext>
                  </a:extLst>
                </p14:cNvPr>
                <p14:cNvContentPartPr/>
                <p14:nvPr/>
              </p14:nvContentPartPr>
              <p14:xfrm>
                <a:off x="5915327" y="275782"/>
                <a:ext cx="109080" cy="1047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2A5C2DA-8118-668E-6946-EF35E7FB70A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897687" y="257782"/>
                  <a:ext cx="14472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00297E2-D3E2-70D4-7863-575043FC099A}"/>
                    </a:ext>
                  </a:extLst>
                </p14:cNvPr>
                <p14:cNvContentPartPr/>
                <p14:nvPr/>
              </p14:nvContentPartPr>
              <p14:xfrm>
                <a:off x="6073007" y="219262"/>
                <a:ext cx="219240" cy="1274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00297E2-D3E2-70D4-7863-575043FC099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055367" y="201622"/>
                  <a:ext cx="25488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11CB172-4752-E8EC-1AEC-EBAEA47B7CC7}"/>
                    </a:ext>
                  </a:extLst>
                </p14:cNvPr>
                <p14:cNvContentPartPr/>
                <p14:nvPr/>
              </p14:nvContentPartPr>
              <p14:xfrm>
                <a:off x="6332207" y="209542"/>
                <a:ext cx="145080" cy="1749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11CB172-4752-E8EC-1AEC-EBAEA47B7CC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314567" y="191542"/>
                  <a:ext cx="18072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A371A84-82EB-385A-0954-F3FB16FE5409}"/>
                    </a:ext>
                  </a:extLst>
                </p14:cNvPr>
                <p14:cNvContentPartPr/>
                <p14:nvPr/>
              </p14:nvContentPartPr>
              <p14:xfrm>
                <a:off x="6589967" y="68782"/>
                <a:ext cx="67320" cy="1540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A371A84-82EB-385A-0954-F3FB16FE540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571967" y="50782"/>
                  <a:ext cx="10296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A950AD5-5AFD-37AA-223F-B9B5E87659D2}"/>
                    </a:ext>
                  </a:extLst>
                </p14:cNvPr>
                <p14:cNvContentPartPr/>
                <p14:nvPr/>
              </p14:nvContentPartPr>
              <p14:xfrm>
                <a:off x="6636407" y="183982"/>
                <a:ext cx="119520" cy="1872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A950AD5-5AFD-37AA-223F-B9B5E87659D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618767" y="165982"/>
                  <a:ext cx="15516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4615E6D-426F-1E76-0845-E4801D6C248D}"/>
                    </a:ext>
                  </a:extLst>
                </p14:cNvPr>
                <p14:cNvContentPartPr/>
                <p14:nvPr/>
              </p14:nvContentPartPr>
              <p14:xfrm>
                <a:off x="7196927" y="130342"/>
                <a:ext cx="47880" cy="2908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4615E6D-426F-1E76-0845-E4801D6C248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178927" y="112702"/>
                  <a:ext cx="8352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6B94B90-F9EC-D02C-4EB6-973531E7444D}"/>
                    </a:ext>
                  </a:extLst>
                </p14:cNvPr>
                <p14:cNvContentPartPr/>
                <p14:nvPr/>
              </p14:nvContentPartPr>
              <p14:xfrm>
                <a:off x="7237607" y="151942"/>
                <a:ext cx="218520" cy="3268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6B94B90-F9EC-D02C-4EB6-973531E7444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219967" y="133942"/>
                  <a:ext cx="25416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E5600C2-4623-8BA7-5CEC-D80C11D5D23A}"/>
                    </a:ext>
                  </a:extLst>
                </p14:cNvPr>
                <p14:cNvContentPartPr/>
                <p14:nvPr/>
              </p14:nvContentPartPr>
              <p14:xfrm>
                <a:off x="7468007" y="317542"/>
                <a:ext cx="52200" cy="1465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E5600C2-4623-8BA7-5CEC-D80C11D5D23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450007" y="299542"/>
                  <a:ext cx="8784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47D5DE1-9F6B-9197-BC00-8A47B092A308}"/>
                    </a:ext>
                  </a:extLst>
                </p14:cNvPr>
                <p14:cNvContentPartPr/>
                <p14:nvPr/>
              </p14:nvContentPartPr>
              <p14:xfrm>
                <a:off x="7537847" y="186142"/>
                <a:ext cx="4680" cy="399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47D5DE1-9F6B-9197-BC00-8A47B092A30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519847" y="168142"/>
                  <a:ext cx="4032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1F656DC-8196-4294-E7D1-A8881B7204FA}"/>
                    </a:ext>
                  </a:extLst>
                </p14:cNvPr>
                <p14:cNvContentPartPr/>
                <p14:nvPr/>
              </p14:nvContentPartPr>
              <p14:xfrm>
                <a:off x="7473767" y="343102"/>
                <a:ext cx="286560" cy="5922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1F656DC-8196-4294-E7D1-A8881B7204F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456127" y="325102"/>
                  <a:ext cx="322200" cy="62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37F7BBE-9EE8-734B-2263-275804B79F70}"/>
                    </a:ext>
                  </a:extLst>
                </p14:cNvPr>
                <p14:cNvContentPartPr/>
                <p14:nvPr/>
              </p14:nvContentPartPr>
              <p14:xfrm>
                <a:off x="7966247" y="158782"/>
                <a:ext cx="362160" cy="3430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37F7BBE-9EE8-734B-2263-275804B79F7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948607" y="140782"/>
                  <a:ext cx="397800" cy="37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797E876-3D9E-4279-2778-4841560DC37D}"/>
                    </a:ext>
                  </a:extLst>
                </p14:cNvPr>
                <p14:cNvContentPartPr/>
                <p14:nvPr/>
              </p14:nvContentPartPr>
              <p14:xfrm>
                <a:off x="8695967" y="326542"/>
                <a:ext cx="345600" cy="2340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797E876-3D9E-4279-2778-4841560DC37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678327" y="308542"/>
                  <a:ext cx="38124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E718884-72FB-374A-8243-1DFB2CD40FCE}"/>
                    </a:ext>
                  </a:extLst>
                </p14:cNvPr>
                <p14:cNvContentPartPr/>
                <p14:nvPr/>
              </p14:nvContentPartPr>
              <p14:xfrm>
                <a:off x="9233807" y="233662"/>
                <a:ext cx="305280" cy="5299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E718884-72FB-374A-8243-1DFB2CD40FC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215807" y="216022"/>
                  <a:ext cx="340920" cy="56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A86C01E-ED13-49ED-6874-0FBE0B947A34}"/>
                    </a:ext>
                  </a:extLst>
                </p14:cNvPr>
                <p14:cNvContentPartPr/>
                <p14:nvPr/>
              </p14:nvContentPartPr>
              <p14:xfrm>
                <a:off x="9540527" y="394942"/>
                <a:ext cx="150120" cy="2113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A86C01E-ED13-49ED-6874-0FBE0B947A3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522527" y="377302"/>
                  <a:ext cx="18576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6023801-C304-6A89-2834-3E138387D487}"/>
                    </a:ext>
                  </a:extLst>
                </p14:cNvPr>
                <p14:cNvContentPartPr/>
                <p14:nvPr/>
              </p14:nvContentPartPr>
              <p14:xfrm>
                <a:off x="9764447" y="425182"/>
                <a:ext cx="183600" cy="1602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6023801-C304-6A89-2834-3E138387D48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746447" y="407182"/>
                  <a:ext cx="21924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44EA7C9-939F-BE70-6B81-9B454AADCDBA}"/>
                    </a:ext>
                  </a:extLst>
                </p14:cNvPr>
                <p14:cNvContentPartPr/>
                <p14:nvPr/>
              </p14:nvContentPartPr>
              <p14:xfrm>
                <a:off x="10004567" y="245902"/>
                <a:ext cx="375480" cy="3200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44EA7C9-939F-BE70-6B81-9B454AADCDB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986567" y="228262"/>
                  <a:ext cx="41112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CABDEAB-6558-E836-2A6C-F0A7E737E81B}"/>
                    </a:ext>
                  </a:extLst>
                </p14:cNvPr>
                <p14:cNvContentPartPr/>
                <p14:nvPr/>
              </p14:nvContentPartPr>
              <p14:xfrm>
                <a:off x="10412087" y="158422"/>
                <a:ext cx="115560" cy="3981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CABDEAB-6558-E836-2A6C-F0A7E737E81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394447" y="140422"/>
                  <a:ext cx="151200" cy="43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E176223-61F1-45F6-FE58-9ED93DA6000A}"/>
                    </a:ext>
                  </a:extLst>
                </p14:cNvPr>
                <p14:cNvContentPartPr/>
                <p14:nvPr/>
              </p14:nvContentPartPr>
              <p14:xfrm>
                <a:off x="10399127" y="400702"/>
                <a:ext cx="356760" cy="5277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E176223-61F1-45F6-FE58-9ED93DA6000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381127" y="383062"/>
                  <a:ext cx="392400" cy="56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554A423-D348-2CFE-0531-ADD2657F208B}"/>
                    </a:ext>
                  </a:extLst>
                </p14:cNvPr>
                <p14:cNvContentPartPr/>
                <p14:nvPr/>
              </p14:nvContentPartPr>
              <p14:xfrm>
                <a:off x="10411367" y="262822"/>
                <a:ext cx="240840" cy="342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554A423-D348-2CFE-0531-ADD2657F208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393367" y="244822"/>
                  <a:ext cx="27648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07AB46C-7E68-4D93-59B6-9420F23F81CA}"/>
                    </a:ext>
                  </a:extLst>
                </p14:cNvPr>
                <p14:cNvContentPartPr/>
                <p14:nvPr/>
              </p14:nvContentPartPr>
              <p14:xfrm>
                <a:off x="10933367" y="406822"/>
                <a:ext cx="78840" cy="3258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07AB46C-7E68-4D93-59B6-9420F23F81C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915727" y="389182"/>
                  <a:ext cx="11448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3A284D4-C822-7B6C-3DB5-E8F3C3D695F8}"/>
                    </a:ext>
                  </a:extLst>
                </p14:cNvPr>
                <p14:cNvContentPartPr/>
                <p14:nvPr/>
              </p14:nvContentPartPr>
              <p14:xfrm>
                <a:off x="11026607" y="309262"/>
                <a:ext cx="477000" cy="3319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3A284D4-C822-7B6C-3DB5-E8F3C3D695F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1008967" y="291262"/>
                  <a:ext cx="51264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A908D0E-AEFF-0885-E0BC-B7DD1BF4FE62}"/>
                    </a:ext>
                  </a:extLst>
                </p14:cNvPr>
                <p14:cNvContentPartPr/>
                <p14:nvPr/>
              </p14:nvContentPartPr>
              <p14:xfrm>
                <a:off x="11389487" y="318262"/>
                <a:ext cx="465840" cy="2851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A908D0E-AEFF-0885-E0BC-B7DD1BF4FE6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1371487" y="300262"/>
                  <a:ext cx="50148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4DF1C55-A529-8847-F6B4-0907A29DB3BA}"/>
                    </a:ext>
                  </a:extLst>
                </p14:cNvPr>
                <p14:cNvContentPartPr/>
                <p14:nvPr/>
              </p14:nvContentPartPr>
              <p14:xfrm>
                <a:off x="11927687" y="311062"/>
                <a:ext cx="208440" cy="2469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4DF1C55-A529-8847-F6B4-0907A29DB3B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1910047" y="293422"/>
                  <a:ext cx="24408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681A75F-3B82-ECEE-3733-3E86DA2611D0}"/>
                    </a:ext>
                  </a:extLst>
                </p14:cNvPr>
                <p14:cNvContentPartPr/>
                <p14:nvPr/>
              </p14:nvContentPartPr>
              <p14:xfrm>
                <a:off x="169367" y="678622"/>
                <a:ext cx="11716200" cy="2779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681A75F-3B82-ECEE-3733-3E86DA2611D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51727" y="660982"/>
                  <a:ext cx="11751840" cy="31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E42D6E6E-2578-19BA-5F9D-3959F4809808}"/>
              </a:ext>
            </a:extLst>
          </p:cNvPr>
          <p:cNvGrpSpPr/>
          <p:nvPr/>
        </p:nvGrpSpPr>
        <p:grpSpPr>
          <a:xfrm>
            <a:off x="2235047" y="1270822"/>
            <a:ext cx="1159560" cy="324000"/>
            <a:chOff x="2235047" y="1270822"/>
            <a:chExt cx="1159560" cy="324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922ACDD-D948-21FF-EB15-075E9DD6FCF8}"/>
                    </a:ext>
                  </a:extLst>
                </p14:cNvPr>
                <p14:cNvContentPartPr/>
                <p14:nvPr/>
              </p14:nvContentPartPr>
              <p14:xfrm>
                <a:off x="2235047" y="1276582"/>
                <a:ext cx="543600" cy="3182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922ACDD-D948-21FF-EB15-075E9DD6FCF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217047" y="1258582"/>
                  <a:ext cx="579240" cy="35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B532EAA-42F1-DD08-BAAB-1F4DF3DFAF24}"/>
                    </a:ext>
                  </a:extLst>
                </p14:cNvPr>
                <p14:cNvContentPartPr/>
                <p14:nvPr/>
              </p14:nvContentPartPr>
              <p14:xfrm>
                <a:off x="2808167" y="1384582"/>
                <a:ext cx="76680" cy="1818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B532EAA-42F1-DD08-BAAB-1F4DF3DFAF2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790167" y="1366582"/>
                  <a:ext cx="11232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19180AE-7C45-9A9F-D120-1422262B7803}"/>
                    </a:ext>
                  </a:extLst>
                </p14:cNvPr>
                <p14:cNvContentPartPr/>
                <p14:nvPr/>
              </p14:nvContentPartPr>
              <p14:xfrm>
                <a:off x="2871167" y="1270822"/>
                <a:ext cx="29520" cy="165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19180AE-7C45-9A9F-D120-1422262B780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853167" y="1253182"/>
                  <a:ext cx="6516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EDEF14D-4D11-EC32-1A90-C8307E7FB14B}"/>
                    </a:ext>
                  </a:extLst>
                </p14:cNvPr>
                <p14:cNvContentPartPr/>
                <p14:nvPr/>
              </p14:nvContentPartPr>
              <p14:xfrm>
                <a:off x="2982407" y="1350022"/>
                <a:ext cx="412200" cy="1868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EDEF14D-4D11-EC32-1A90-C8307E7FB14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964767" y="1332382"/>
                  <a:ext cx="447840" cy="22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8545ACDC-9102-1B20-5F56-97D817E373ED}"/>
              </a:ext>
            </a:extLst>
          </p:cNvPr>
          <p:cNvGrpSpPr/>
          <p:nvPr/>
        </p:nvGrpSpPr>
        <p:grpSpPr>
          <a:xfrm>
            <a:off x="4260407" y="1231942"/>
            <a:ext cx="859320" cy="374400"/>
            <a:chOff x="4260407" y="1231942"/>
            <a:chExt cx="859320" cy="374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E200E9A9-DA58-1262-3F02-5222041B30B1}"/>
                    </a:ext>
                  </a:extLst>
                </p14:cNvPr>
                <p14:cNvContentPartPr/>
                <p14:nvPr/>
              </p14:nvContentPartPr>
              <p14:xfrm>
                <a:off x="4260407" y="1231942"/>
                <a:ext cx="164160" cy="3744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E200E9A9-DA58-1262-3F02-5222041B30B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242407" y="1214302"/>
                  <a:ext cx="199800" cy="41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787409E-04C1-B116-C9E0-013C4BBD3FD1}"/>
                    </a:ext>
                  </a:extLst>
                </p14:cNvPr>
                <p14:cNvContentPartPr/>
                <p14:nvPr/>
              </p14:nvContentPartPr>
              <p14:xfrm>
                <a:off x="4573967" y="1305022"/>
                <a:ext cx="180360" cy="2620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787409E-04C1-B116-C9E0-013C4BBD3FD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556327" y="1287022"/>
                  <a:ext cx="21600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83F75847-9734-5D78-B7F0-01B3F53A0EBC}"/>
                    </a:ext>
                  </a:extLst>
                </p14:cNvPr>
                <p14:cNvContentPartPr/>
                <p14:nvPr/>
              </p14:nvContentPartPr>
              <p14:xfrm>
                <a:off x="4780607" y="1431742"/>
                <a:ext cx="218160" cy="1260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83F75847-9734-5D78-B7F0-01B3F53A0EBC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762607" y="1413742"/>
                  <a:ext cx="25380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1546434-1E11-754B-D397-F0D175A748CA}"/>
                    </a:ext>
                  </a:extLst>
                </p14:cNvPr>
                <p14:cNvContentPartPr/>
                <p14:nvPr/>
              </p14:nvContentPartPr>
              <p14:xfrm>
                <a:off x="4997327" y="1279822"/>
                <a:ext cx="88920" cy="2865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1546434-1E11-754B-D397-F0D175A748C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979687" y="1261822"/>
                  <a:ext cx="12456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98D2CDB-8350-6B74-4F86-E4A5EBB3EA3B}"/>
                    </a:ext>
                  </a:extLst>
                </p14:cNvPr>
                <p14:cNvContentPartPr/>
                <p14:nvPr/>
              </p14:nvContentPartPr>
              <p14:xfrm>
                <a:off x="4957727" y="1288822"/>
                <a:ext cx="162000" cy="298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98D2CDB-8350-6B74-4F86-E4A5EBB3EA3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939727" y="1271182"/>
                  <a:ext cx="19764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B24138A1-8CF4-62EE-64EE-B845274C3094}"/>
                    </a:ext>
                  </a:extLst>
                </p14:cNvPr>
                <p14:cNvContentPartPr/>
                <p14:nvPr/>
              </p14:nvContentPartPr>
              <p14:xfrm>
                <a:off x="4302527" y="1323022"/>
                <a:ext cx="247680" cy="374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B24138A1-8CF4-62EE-64EE-B845274C309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284527" y="1305022"/>
                  <a:ext cx="283320" cy="7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41C88563-73D8-9BA0-6EAE-02E97ED4C97A}"/>
              </a:ext>
            </a:extLst>
          </p:cNvPr>
          <p:cNvGrpSpPr/>
          <p:nvPr/>
        </p:nvGrpSpPr>
        <p:grpSpPr>
          <a:xfrm>
            <a:off x="5949167" y="1245982"/>
            <a:ext cx="1904760" cy="543600"/>
            <a:chOff x="5949167" y="1245982"/>
            <a:chExt cx="1904760" cy="543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4F06764-FCC3-9450-30BF-592D3B13D788}"/>
                    </a:ext>
                  </a:extLst>
                </p14:cNvPr>
                <p14:cNvContentPartPr/>
                <p14:nvPr/>
              </p14:nvContentPartPr>
              <p14:xfrm>
                <a:off x="5949167" y="1357582"/>
                <a:ext cx="176400" cy="2055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44F06764-FCC3-9450-30BF-592D3B13D78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931167" y="1339582"/>
                  <a:ext cx="21204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F9E843F-14DF-D037-E92D-DB409BE8EC55}"/>
                    </a:ext>
                  </a:extLst>
                </p14:cNvPr>
                <p14:cNvContentPartPr/>
                <p14:nvPr/>
              </p14:nvContentPartPr>
              <p14:xfrm>
                <a:off x="6188927" y="1417342"/>
                <a:ext cx="194040" cy="1281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F9E843F-14DF-D037-E92D-DB409BE8EC5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170927" y="1399702"/>
                  <a:ext cx="22968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6B04EBC-3D90-DBF8-8EA7-CE25BB0C839E}"/>
                    </a:ext>
                  </a:extLst>
                </p14:cNvPr>
                <p14:cNvContentPartPr/>
                <p14:nvPr/>
              </p14:nvContentPartPr>
              <p14:xfrm>
                <a:off x="6442367" y="1301062"/>
                <a:ext cx="16200" cy="2296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6B04EBC-3D90-DBF8-8EA7-CE25BB0C839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424367" y="1283062"/>
                  <a:ext cx="5184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818DEE5-2EBC-1DF0-9985-D03B290B322E}"/>
                    </a:ext>
                  </a:extLst>
                </p14:cNvPr>
                <p14:cNvContentPartPr/>
                <p14:nvPr/>
              </p14:nvContentPartPr>
              <p14:xfrm>
                <a:off x="6586007" y="1390342"/>
                <a:ext cx="67680" cy="1321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818DEE5-2EBC-1DF0-9985-D03B290B322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568007" y="1372342"/>
                  <a:ext cx="10332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9D4C606C-B725-28E5-E91E-0D9928DE5F0E}"/>
                    </a:ext>
                  </a:extLst>
                </p14:cNvPr>
                <p14:cNvContentPartPr/>
                <p14:nvPr/>
              </p14:nvContentPartPr>
              <p14:xfrm>
                <a:off x="6666287" y="1245982"/>
                <a:ext cx="38880" cy="597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D4C606C-B725-28E5-E91E-0D9928DE5F0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648287" y="1228342"/>
                  <a:ext cx="7452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D4BB6F8-BD1D-99C4-F37B-FDD35C94DD4B}"/>
                    </a:ext>
                  </a:extLst>
                </p14:cNvPr>
                <p14:cNvContentPartPr/>
                <p14:nvPr/>
              </p14:nvContentPartPr>
              <p14:xfrm>
                <a:off x="6371807" y="1345702"/>
                <a:ext cx="128520" cy="176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D4BB6F8-BD1D-99C4-F37B-FDD35C94DD4B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354167" y="1328062"/>
                  <a:ext cx="16416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F6B8356-FC4D-7AAB-DEBB-76DB43233EB6}"/>
                    </a:ext>
                  </a:extLst>
                </p14:cNvPr>
                <p14:cNvContentPartPr/>
                <p14:nvPr/>
              </p14:nvContentPartPr>
              <p14:xfrm>
                <a:off x="6624167" y="1279462"/>
                <a:ext cx="334440" cy="5101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F6B8356-FC4D-7AAB-DEBB-76DB43233EB6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606167" y="1261822"/>
                  <a:ext cx="370080" cy="54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E01B34B-15B0-768A-9E3E-C61627B8C14F}"/>
                    </a:ext>
                  </a:extLst>
                </p14:cNvPr>
                <p14:cNvContentPartPr/>
                <p14:nvPr/>
              </p14:nvContentPartPr>
              <p14:xfrm>
                <a:off x="7032047" y="1302502"/>
                <a:ext cx="14400" cy="331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E01B34B-15B0-768A-9E3E-C61627B8C14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014047" y="1284502"/>
                  <a:ext cx="5004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E9EAA6B-B98C-F64F-7881-2567AA69AC1D}"/>
                    </a:ext>
                  </a:extLst>
                </p14:cNvPr>
                <p14:cNvContentPartPr/>
                <p14:nvPr/>
              </p14:nvContentPartPr>
              <p14:xfrm>
                <a:off x="7128167" y="1457662"/>
                <a:ext cx="144000" cy="1310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E9EAA6B-B98C-F64F-7881-2567AA69AC1D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110167" y="1439662"/>
                  <a:ext cx="17964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4864EA1B-DAD0-45A9-F411-E7BB9891A6E5}"/>
                    </a:ext>
                  </a:extLst>
                </p14:cNvPr>
                <p14:cNvContentPartPr/>
                <p14:nvPr/>
              </p14:nvContentPartPr>
              <p14:xfrm>
                <a:off x="7300967" y="1445062"/>
                <a:ext cx="71640" cy="1116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4864EA1B-DAD0-45A9-F411-E7BB9891A6E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282967" y="1427062"/>
                  <a:ext cx="10728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1DEB411-D73B-7292-4FB8-14F7A2ED7BD3}"/>
                    </a:ext>
                  </a:extLst>
                </p14:cNvPr>
                <p14:cNvContentPartPr/>
                <p14:nvPr/>
              </p14:nvContentPartPr>
              <p14:xfrm>
                <a:off x="7395647" y="1292782"/>
                <a:ext cx="36360" cy="381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1DEB411-D73B-7292-4FB8-14F7A2ED7BD3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377647" y="1274782"/>
                  <a:ext cx="7200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CDB262C-8F55-63F1-7ED8-B2B62641D224}"/>
                    </a:ext>
                  </a:extLst>
                </p14:cNvPr>
                <p14:cNvContentPartPr/>
                <p14:nvPr/>
              </p14:nvContentPartPr>
              <p14:xfrm>
                <a:off x="7440287" y="1295662"/>
                <a:ext cx="413640" cy="3067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CDB262C-8F55-63F1-7ED8-B2B62641D22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422647" y="1278022"/>
                  <a:ext cx="449280" cy="34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FD49229F-CEA9-2ABB-A4BE-3D03AA9B6C8A}"/>
              </a:ext>
            </a:extLst>
          </p:cNvPr>
          <p:cNvGrpSpPr/>
          <p:nvPr/>
        </p:nvGrpSpPr>
        <p:grpSpPr>
          <a:xfrm>
            <a:off x="8841407" y="1283422"/>
            <a:ext cx="2329200" cy="395280"/>
            <a:chOff x="8841407" y="1283422"/>
            <a:chExt cx="2329200" cy="395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FE37D7C0-6AFB-7F0B-6765-9068E3B3DFE5}"/>
                    </a:ext>
                  </a:extLst>
                </p14:cNvPr>
                <p14:cNvContentPartPr/>
                <p14:nvPr/>
              </p14:nvContentPartPr>
              <p14:xfrm>
                <a:off x="8841407" y="1455502"/>
                <a:ext cx="100080" cy="1990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FE37D7C0-6AFB-7F0B-6765-9068E3B3DFE5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823767" y="1437862"/>
                  <a:ext cx="13572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FDFB6EC-5D78-E25B-38FA-9BD84F48A1C5}"/>
                    </a:ext>
                  </a:extLst>
                </p14:cNvPr>
                <p14:cNvContentPartPr/>
                <p14:nvPr/>
              </p14:nvContentPartPr>
              <p14:xfrm>
                <a:off x="9070727" y="1361182"/>
                <a:ext cx="151560" cy="2926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BFDFB6EC-5D78-E25B-38FA-9BD84F48A1C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052727" y="1343542"/>
                  <a:ext cx="18720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52121CC2-9D02-CB3F-5445-336A91B711C6}"/>
                    </a:ext>
                  </a:extLst>
                </p14:cNvPr>
                <p14:cNvContentPartPr/>
                <p14:nvPr/>
              </p14:nvContentPartPr>
              <p14:xfrm>
                <a:off x="9283847" y="1511302"/>
                <a:ext cx="99000" cy="1346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52121CC2-9D02-CB3F-5445-336A91B711C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265847" y="1493662"/>
                  <a:ext cx="13464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C681A6FE-8A45-1869-D5C6-7A0897EA4FF3}"/>
                    </a:ext>
                  </a:extLst>
                </p14:cNvPr>
                <p14:cNvContentPartPr/>
                <p14:nvPr/>
              </p14:nvContentPartPr>
              <p14:xfrm>
                <a:off x="9487967" y="1375582"/>
                <a:ext cx="299880" cy="2761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681A6FE-8A45-1869-D5C6-7A0897EA4FF3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470327" y="1357582"/>
                  <a:ext cx="33552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5872F2B-4838-7E1C-E9D3-326DB0742E9A}"/>
                    </a:ext>
                  </a:extLst>
                </p14:cNvPr>
                <p14:cNvContentPartPr/>
                <p14:nvPr/>
              </p14:nvContentPartPr>
              <p14:xfrm>
                <a:off x="9900167" y="1283422"/>
                <a:ext cx="181080" cy="3952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5872F2B-4838-7E1C-E9D3-326DB0742E9A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882167" y="1265782"/>
                  <a:ext cx="216720" cy="43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CD6A36C-0B30-3F88-A0A6-C737E53F8DD3}"/>
                    </a:ext>
                  </a:extLst>
                </p14:cNvPr>
                <p14:cNvContentPartPr/>
                <p14:nvPr/>
              </p14:nvContentPartPr>
              <p14:xfrm>
                <a:off x="10338287" y="1342822"/>
                <a:ext cx="727920" cy="2577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CD6A36C-0B30-3F88-A0A6-C737E53F8DD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320287" y="1324822"/>
                  <a:ext cx="76356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809690D7-FE69-06D9-EBB7-BB17447AB02B}"/>
                    </a:ext>
                  </a:extLst>
                </p14:cNvPr>
                <p14:cNvContentPartPr/>
                <p14:nvPr/>
              </p14:nvContentPartPr>
              <p14:xfrm>
                <a:off x="10815287" y="1356862"/>
                <a:ext cx="355320" cy="277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809690D7-FE69-06D9-EBB7-BB17447AB02B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797287" y="1339222"/>
                  <a:ext cx="390960" cy="6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D57C3FA9-AE12-15B7-D555-EAC7B731A041}"/>
              </a:ext>
            </a:extLst>
          </p:cNvPr>
          <p:cNvGrpSpPr/>
          <p:nvPr/>
        </p:nvGrpSpPr>
        <p:grpSpPr>
          <a:xfrm>
            <a:off x="383567" y="1221502"/>
            <a:ext cx="1418760" cy="1450440"/>
            <a:chOff x="383567" y="1221502"/>
            <a:chExt cx="1418760" cy="145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A6CB8A5-94E6-3D41-6D38-ADF1EFE0E62F}"/>
                    </a:ext>
                  </a:extLst>
                </p14:cNvPr>
                <p14:cNvContentPartPr/>
                <p14:nvPr/>
              </p14:nvContentPartPr>
              <p14:xfrm>
                <a:off x="822047" y="1763302"/>
                <a:ext cx="4680" cy="234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A6CB8A5-94E6-3D41-6D38-ADF1EFE0E62F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04407" y="1745302"/>
                  <a:ext cx="4032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D14B870-ACA5-9D81-22AF-3DA7BB192B1A}"/>
                    </a:ext>
                  </a:extLst>
                </p14:cNvPr>
                <p14:cNvContentPartPr/>
                <p14:nvPr/>
              </p14:nvContentPartPr>
              <p14:xfrm>
                <a:off x="840047" y="1653142"/>
                <a:ext cx="21240" cy="615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D14B870-ACA5-9D81-22AF-3DA7BB192B1A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22047" y="1635142"/>
                  <a:ext cx="5688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2350245-D93F-DEAE-F52E-F0516E851A1C}"/>
                    </a:ext>
                  </a:extLst>
                </p14:cNvPr>
                <p14:cNvContentPartPr/>
                <p14:nvPr/>
              </p14:nvContentPartPr>
              <p14:xfrm>
                <a:off x="383567" y="1244542"/>
                <a:ext cx="219960" cy="3448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2350245-D93F-DEAE-F52E-F0516E851A1C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65567" y="1226542"/>
                  <a:ext cx="25560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02226670-568D-A875-4C84-E4D3AA51DD2E}"/>
                    </a:ext>
                  </a:extLst>
                </p14:cNvPr>
                <p14:cNvContentPartPr/>
                <p14:nvPr/>
              </p14:nvContentPartPr>
              <p14:xfrm>
                <a:off x="637367" y="1221502"/>
                <a:ext cx="124200" cy="9457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02226670-568D-A875-4C84-E4D3AA51DD2E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19367" y="1203502"/>
                  <a:ext cx="159840" cy="9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66BD831-911A-FAFE-2967-137FAE14BC52}"/>
                    </a:ext>
                  </a:extLst>
                </p14:cNvPr>
                <p14:cNvContentPartPr/>
                <p14:nvPr/>
              </p14:nvContentPartPr>
              <p14:xfrm>
                <a:off x="641687" y="1601302"/>
                <a:ext cx="182160" cy="831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66BD831-911A-FAFE-2967-137FAE14BC52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23687" y="1583302"/>
                  <a:ext cx="21780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BB97027-DF7C-14EE-B7AA-1C8630BE9487}"/>
                    </a:ext>
                  </a:extLst>
                </p14:cNvPr>
                <p14:cNvContentPartPr/>
                <p14:nvPr/>
              </p14:nvContentPartPr>
              <p14:xfrm>
                <a:off x="1310207" y="1456942"/>
                <a:ext cx="492120" cy="1800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FBB97027-DF7C-14EE-B7AA-1C8630BE9487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292207" y="1438942"/>
                  <a:ext cx="52776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DFE3A921-1210-DD4B-730B-33B6D6173183}"/>
                    </a:ext>
                  </a:extLst>
                </p14:cNvPr>
                <p14:cNvContentPartPr/>
                <p14:nvPr/>
              </p14:nvContentPartPr>
              <p14:xfrm>
                <a:off x="464927" y="2204662"/>
                <a:ext cx="820080" cy="4672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DFE3A921-1210-DD4B-730B-33B6D6173183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47287" y="2187022"/>
                  <a:ext cx="855720" cy="50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530B0175-9B9C-C9AF-FCA4-7AE2119580F7}"/>
              </a:ext>
            </a:extLst>
          </p:cNvPr>
          <p:cNvGrpSpPr/>
          <p:nvPr/>
        </p:nvGrpSpPr>
        <p:grpSpPr>
          <a:xfrm>
            <a:off x="1628447" y="2331742"/>
            <a:ext cx="1420920" cy="692280"/>
            <a:chOff x="1628447" y="2331742"/>
            <a:chExt cx="1420920" cy="69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527C0508-8D55-A7E6-2F50-4CE860EF1D2F}"/>
                    </a:ext>
                  </a:extLst>
                </p14:cNvPr>
                <p14:cNvContentPartPr/>
                <p14:nvPr/>
              </p14:nvContentPartPr>
              <p14:xfrm>
                <a:off x="1628447" y="2335342"/>
                <a:ext cx="231840" cy="6886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527C0508-8D55-A7E6-2F50-4CE860EF1D2F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610447" y="2317342"/>
                  <a:ext cx="267480" cy="72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1EB7FED8-0C1B-1497-669D-DA12A88430FE}"/>
                    </a:ext>
                  </a:extLst>
                </p14:cNvPr>
                <p14:cNvContentPartPr/>
                <p14:nvPr/>
              </p14:nvContentPartPr>
              <p14:xfrm>
                <a:off x="1899887" y="2530102"/>
                <a:ext cx="118800" cy="1814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1EB7FED8-0C1B-1497-669D-DA12A88430FE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881887" y="2512462"/>
                  <a:ext cx="15444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D4F4D2B3-ADE2-50D2-E72E-457FBDF6C69B}"/>
                    </a:ext>
                  </a:extLst>
                </p14:cNvPr>
                <p14:cNvContentPartPr/>
                <p14:nvPr/>
              </p14:nvContentPartPr>
              <p14:xfrm>
                <a:off x="2069447" y="2523982"/>
                <a:ext cx="72720" cy="1843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D4F4D2B3-ADE2-50D2-E72E-457FBDF6C69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051447" y="2506342"/>
                  <a:ext cx="10836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453BB483-A70D-BD63-5DF5-068D96E78128}"/>
                    </a:ext>
                  </a:extLst>
                </p14:cNvPr>
                <p14:cNvContentPartPr/>
                <p14:nvPr/>
              </p14:nvContentPartPr>
              <p14:xfrm>
                <a:off x="2217407" y="2546302"/>
                <a:ext cx="45360" cy="1364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453BB483-A70D-BD63-5DF5-068D96E78128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199407" y="2528302"/>
                  <a:ext cx="8100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59C54F5-ADE5-1909-3B22-05711EAE51B0}"/>
                    </a:ext>
                  </a:extLst>
                </p14:cNvPr>
                <p14:cNvContentPartPr/>
                <p14:nvPr/>
              </p14:nvContentPartPr>
              <p14:xfrm>
                <a:off x="2246207" y="2363782"/>
                <a:ext cx="50760" cy="374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59C54F5-ADE5-1909-3B22-05711EAE51B0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228207" y="2346142"/>
                  <a:ext cx="8640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E9988B27-1FA2-0853-FFF8-B8FEB5784EFB}"/>
                    </a:ext>
                  </a:extLst>
                </p14:cNvPr>
                <p14:cNvContentPartPr/>
                <p14:nvPr/>
              </p14:nvContentPartPr>
              <p14:xfrm>
                <a:off x="2410007" y="2331742"/>
                <a:ext cx="23760" cy="3351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E9988B27-1FA2-0853-FFF8-B8FEB5784EFB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392007" y="2314102"/>
                  <a:ext cx="5940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321308D9-B165-D42A-7535-1490E12B3FDD}"/>
                    </a:ext>
                  </a:extLst>
                </p14:cNvPr>
                <p14:cNvContentPartPr/>
                <p14:nvPr/>
              </p14:nvContentPartPr>
              <p14:xfrm>
                <a:off x="2512607" y="2523262"/>
                <a:ext cx="45720" cy="1659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321308D9-B165-D42A-7535-1490E12B3FDD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494967" y="2505622"/>
                  <a:ext cx="8136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A7C58951-3A4C-35FA-D846-2528686F9648}"/>
                    </a:ext>
                  </a:extLst>
                </p14:cNvPr>
                <p14:cNvContentPartPr/>
                <p14:nvPr/>
              </p14:nvContentPartPr>
              <p14:xfrm>
                <a:off x="2667407" y="2558902"/>
                <a:ext cx="381960" cy="1710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A7C58951-3A4C-35FA-D846-2528686F9648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649767" y="2541262"/>
                  <a:ext cx="41760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E0CE9E34-0151-C1C5-9308-36BAA9755D6F}"/>
                    </a:ext>
                  </a:extLst>
                </p14:cNvPr>
                <p14:cNvContentPartPr/>
                <p14:nvPr/>
              </p14:nvContentPartPr>
              <p14:xfrm>
                <a:off x="2626367" y="2373502"/>
                <a:ext cx="58320" cy="284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E0CE9E34-0151-C1C5-9308-36BAA9755D6F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608727" y="2355502"/>
                  <a:ext cx="9396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C1A8BF27-2EA8-6652-11E8-A0B649B8E428}"/>
                    </a:ext>
                  </a:extLst>
                </p14:cNvPr>
                <p14:cNvContentPartPr/>
                <p14:nvPr/>
              </p14:nvContentPartPr>
              <p14:xfrm>
                <a:off x="2339807" y="2423902"/>
                <a:ext cx="174240" cy="255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C1A8BF27-2EA8-6652-11E8-A0B649B8E428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322167" y="2405902"/>
                  <a:ext cx="209880" cy="6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C9CD3E23-DEBD-82CC-7DC8-8349B4792321}"/>
              </a:ext>
            </a:extLst>
          </p:cNvPr>
          <p:cNvGrpSpPr/>
          <p:nvPr/>
        </p:nvGrpSpPr>
        <p:grpSpPr>
          <a:xfrm>
            <a:off x="3614567" y="2396902"/>
            <a:ext cx="1284840" cy="249120"/>
            <a:chOff x="3614567" y="2396902"/>
            <a:chExt cx="1284840" cy="24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4F83000B-7601-F771-19B5-EB1DB5ED7A0A}"/>
                    </a:ext>
                  </a:extLst>
                </p14:cNvPr>
                <p14:cNvContentPartPr/>
                <p14:nvPr/>
              </p14:nvContentPartPr>
              <p14:xfrm>
                <a:off x="3614567" y="2491222"/>
                <a:ext cx="202320" cy="15480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4F83000B-7601-F771-19B5-EB1DB5ED7A0A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596567" y="2473582"/>
                  <a:ext cx="23796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A6AE1CA5-FF73-A38B-4753-EC297C4A232B}"/>
                    </a:ext>
                  </a:extLst>
                </p14:cNvPr>
                <p14:cNvContentPartPr/>
                <p14:nvPr/>
              </p14:nvContentPartPr>
              <p14:xfrm>
                <a:off x="3857567" y="2396902"/>
                <a:ext cx="1041840" cy="21924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A6AE1CA5-FF73-A38B-4753-EC297C4A232B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839927" y="2378902"/>
                  <a:ext cx="1077480" cy="254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D08176D1-C593-219F-484C-F662BC06BEDB}"/>
                  </a:ext>
                </a:extLst>
              </p14:cNvPr>
              <p14:cNvContentPartPr/>
              <p14:nvPr/>
            </p14:nvContentPartPr>
            <p14:xfrm>
              <a:off x="5675927" y="2487622"/>
              <a:ext cx="8280" cy="792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D08176D1-C593-219F-484C-F662BC06BEDB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5658287" y="2469622"/>
                <a:ext cx="43920" cy="43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5" name="Group 134">
            <a:extLst>
              <a:ext uri="{FF2B5EF4-FFF2-40B4-BE49-F238E27FC236}">
                <a16:creationId xmlns:a16="http://schemas.microsoft.com/office/drawing/2014/main" id="{D5D3F654-63E6-B378-4597-9DB050B80467}"/>
              </a:ext>
            </a:extLst>
          </p:cNvPr>
          <p:cNvGrpSpPr/>
          <p:nvPr/>
        </p:nvGrpSpPr>
        <p:grpSpPr>
          <a:xfrm>
            <a:off x="5376047" y="2192062"/>
            <a:ext cx="957960" cy="366120"/>
            <a:chOff x="5376047" y="2192062"/>
            <a:chExt cx="957960" cy="366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9AF10534-0706-9027-D70A-340ED59CB9EC}"/>
                    </a:ext>
                  </a:extLst>
                </p14:cNvPr>
                <p14:cNvContentPartPr/>
                <p14:nvPr/>
              </p14:nvContentPartPr>
              <p14:xfrm>
                <a:off x="5376047" y="2192062"/>
                <a:ext cx="957960" cy="36612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9AF10534-0706-9027-D70A-340ED59CB9EC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358407" y="2174062"/>
                  <a:ext cx="993600" cy="4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EB3A6D66-D697-D7F5-6C8C-BC59D3484639}"/>
                    </a:ext>
                  </a:extLst>
                </p14:cNvPr>
                <p14:cNvContentPartPr/>
                <p14:nvPr/>
              </p14:nvContentPartPr>
              <p14:xfrm>
                <a:off x="5453447" y="2313742"/>
                <a:ext cx="319320" cy="9432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EB3A6D66-D697-D7F5-6C8C-BC59D3484639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435807" y="2295742"/>
                  <a:ext cx="354960" cy="12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1D88DBC8-096A-4BB3-EB28-1542C6C71183}"/>
              </a:ext>
            </a:extLst>
          </p:cNvPr>
          <p:cNvGrpSpPr/>
          <p:nvPr/>
        </p:nvGrpSpPr>
        <p:grpSpPr>
          <a:xfrm>
            <a:off x="7017287" y="2150302"/>
            <a:ext cx="2306520" cy="817920"/>
            <a:chOff x="7017287" y="2150302"/>
            <a:chExt cx="2306520" cy="81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07C6E894-FD20-5030-650D-75DAB7496DC2}"/>
                    </a:ext>
                  </a:extLst>
                </p14:cNvPr>
                <p14:cNvContentPartPr/>
                <p14:nvPr/>
              </p14:nvContentPartPr>
              <p14:xfrm>
                <a:off x="7017287" y="2269102"/>
                <a:ext cx="174600" cy="2300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07C6E894-FD20-5030-650D-75DAB7496DC2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999287" y="2251462"/>
                  <a:ext cx="21024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692BE414-522E-18B6-8AFD-6AA7B3EB89DC}"/>
                    </a:ext>
                  </a:extLst>
                </p14:cNvPr>
                <p14:cNvContentPartPr/>
                <p14:nvPr/>
              </p14:nvContentPartPr>
              <p14:xfrm>
                <a:off x="7190807" y="2324182"/>
                <a:ext cx="121680" cy="1537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692BE414-522E-18B6-8AFD-6AA7B3EB89DC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173167" y="2306182"/>
                  <a:ext cx="15732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D8A9C439-C9C5-BAE3-5852-28207F180C45}"/>
                    </a:ext>
                  </a:extLst>
                </p14:cNvPr>
                <p14:cNvContentPartPr/>
                <p14:nvPr/>
              </p14:nvContentPartPr>
              <p14:xfrm>
                <a:off x="7379447" y="2303662"/>
                <a:ext cx="136440" cy="1807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D8A9C439-C9C5-BAE3-5852-28207F180C45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361447" y="2286022"/>
                  <a:ext cx="17208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F79F90A5-F607-D342-6E2C-1A292320D427}"/>
                    </a:ext>
                  </a:extLst>
                </p14:cNvPr>
                <p14:cNvContentPartPr/>
                <p14:nvPr/>
              </p14:nvContentPartPr>
              <p14:xfrm>
                <a:off x="7555127" y="2305462"/>
                <a:ext cx="217440" cy="19224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F79F90A5-F607-D342-6E2C-1A292320D427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7537127" y="2287822"/>
                  <a:ext cx="25308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0BA8771A-9AF9-E40C-8EA0-8644D2AD2DF2}"/>
                    </a:ext>
                  </a:extLst>
                </p14:cNvPr>
                <p14:cNvContentPartPr/>
                <p14:nvPr/>
              </p14:nvContentPartPr>
              <p14:xfrm>
                <a:off x="7833407" y="2348662"/>
                <a:ext cx="81360" cy="1663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0BA8771A-9AF9-E40C-8EA0-8644D2AD2DF2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7815767" y="2330662"/>
                  <a:ext cx="11700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EBE09A48-3B25-A2C2-3D7B-B9226E820B91}"/>
                    </a:ext>
                  </a:extLst>
                </p14:cNvPr>
                <p14:cNvContentPartPr/>
                <p14:nvPr/>
              </p14:nvContentPartPr>
              <p14:xfrm>
                <a:off x="7952207" y="2325262"/>
                <a:ext cx="58320" cy="50328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EBE09A48-3B25-A2C2-3D7B-B9226E820B91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7934207" y="2307622"/>
                  <a:ext cx="93960" cy="53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D3E2A719-7225-AD67-1AED-B63DF0298C0F}"/>
                    </a:ext>
                  </a:extLst>
                </p14:cNvPr>
                <p14:cNvContentPartPr/>
                <p14:nvPr/>
              </p14:nvContentPartPr>
              <p14:xfrm>
                <a:off x="7942847" y="2364142"/>
                <a:ext cx="157320" cy="13500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D3E2A719-7225-AD67-1AED-B63DF0298C0F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7925207" y="2346142"/>
                  <a:ext cx="19296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6542BD82-2A1D-E2C8-D0BC-9B88A1FC87E8}"/>
                    </a:ext>
                  </a:extLst>
                </p14:cNvPr>
                <p14:cNvContentPartPr/>
                <p14:nvPr/>
              </p14:nvContentPartPr>
              <p14:xfrm>
                <a:off x="8156327" y="2353702"/>
                <a:ext cx="374040" cy="1414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6542BD82-2A1D-E2C8-D0BC-9B88A1FC87E8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8138327" y="2336062"/>
                  <a:ext cx="40968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E860AC5-ED20-BF82-EC09-D596B3D9EB6F}"/>
                    </a:ext>
                  </a:extLst>
                </p14:cNvPr>
                <p14:cNvContentPartPr/>
                <p14:nvPr/>
              </p14:nvContentPartPr>
              <p14:xfrm>
                <a:off x="8499047" y="2158942"/>
                <a:ext cx="303840" cy="32544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E860AC5-ED20-BF82-EC09-D596B3D9EB6F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8481047" y="2141302"/>
                  <a:ext cx="33948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B1EA8C06-2D9C-0CA1-E4E6-26A721FE4933}"/>
                    </a:ext>
                  </a:extLst>
                </p14:cNvPr>
                <p14:cNvContentPartPr/>
                <p14:nvPr/>
              </p14:nvContentPartPr>
              <p14:xfrm>
                <a:off x="8782727" y="2150302"/>
                <a:ext cx="47880" cy="3060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B1EA8C06-2D9C-0CA1-E4E6-26A721FE4933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8765087" y="2132662"/>
                  <a:ext cx="8352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8FB66365-8467-363D-D5CA-6E3AC8CDC0BC}"/>
                    </a:ext>
                  </a:extLst>
                </p14:cNvPr>
                <p14:cNvContentPartPr/>
                <p14:nvPr/>
              </p14:nvContentPartPr>
              <p14:xfrm>
                <a:off x="8862287" y="2320942"/>
                <a:ext cx="218160" cy="14940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8FB66365-8467-363D-D5CA-6E3AC8CDC0BC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844647" y="2302942"/>
                  <a:ext cx="25380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AEC3A222-CF34-1649-799C-D9017AFD3F91}"/>
                    </a:ext>
                  </a:extLst>
                </p14:cNvPr>
                <p14:cNvContentPartPr/>
                <p14:nvPr/>
              </p14:nvContentPartPr>
              <p14:xfrm>
                <a:off x="9074327" y="2307262"/>
                <a:ext cx="249480" cy="66096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AEC3A222-CF34-1649-799C-D9017AFD3F91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056327" y="2289622"/>
                  <a:ext cx="285120" cy="69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8C4B75BC-EEC2-BC5E-F692-EF806B6A3255}"/>
              </a:ext>
            </a:extLst>
          </p:cNvPr>
          <p:cNvGrpSpPr/>
          <p:nvPr/>
        </p:nvGrpSpPr>
        <p:grpSpPr>
          <a:xfrm>
            <a:off x="9776687" y="2005582"/>
            <a:ext cx="1973520" cy="666000"/>
            <a:chOff x="9776687" y="2005582"/>
            <a:chExt cx="1973520" cy="66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E7FE22E0-2D81-DD4A-CF36-2971EA63F9A7}"/>
                    </a:ext>
                  </a:extLst>
                </p14:cNvPr>
                <p14:cNvContentPartPr/>
                <p14:nvPr/>
              </p14:nvContentPartPr>
              <p14:xfrm>
                <a:off x="9776687" y="2086222"/>
                <a:ext cx="776880" cy="30132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E7FE22E0-2D81-DD4A-CF36-2971EA63F9A7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759047" y="2068222"/>
                  <a:ext cx="81252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1AF54F90-6756-7A68-050F-BE4126F7844F}"/>
                    </a:ext>
                  </a:extLst>
                </p14:cNvPr>
                <p14:cNvContentPartPr/>
                <p14:nvPr/>
              </p14:nvContentPartPr>
              <p14:xfrm>
                <a:off x="10502807" y="2088742"/>
                <a:ext cx="56520" cy="262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1AF54F90-6756-7A68-050F-BE4126F7844F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0484807" y="2070742"/>
                  <a:ext cx="9216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5225E113-F465-2B82-D58C-1B2935D23A55}"/>
                    </a:ext>
                  </a:extLst>
                </p14:cNvPr>
                <p14:cNvContentPartPr/>
                <p14:nvPr/>
              </p14:nvContentPartPr>
              <p14:xfrm>
                <a:off x="10299767" y="2162902"/>
                <a:ext cx="139680" cy="3492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5225E113-F465-2B82-D58C-1B2935D23A55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0282127" y="2144902"/>
                  <a:ext cx="17532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A4293B62-9405-051A-65EC-FD4B867C3070}"/>
                    </a:ext>
                  </a:extLst>
                </p14:cNvPr>
                <p14:cNvContentPartPr/>
                <p14:nvPr/>
              </p14:nvContentPartPr>
              <p14:xfrm>
                <a:off x="10528367" y="2021782"/>
                <a:ext cx="191520" cy="64980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A4293B62-9405-051A-65EC-FD4B867C3070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0510367" y="2003782"/>
                  <a:ext cx="227160" cy="68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676402C5-96C4-186B-80EC-47D74256DC76}"/>
                    </a:ext>
                  </a:extLst>
                </p14:cNvPr>
                <p14:cNvContentPartPr/>
                <p14:nvPr/>
              </p14:nvContentPartPr>
              <p14:xfrm>
                <a:off x="10784327" y="2150302"/>
                <a:ext cx="20160" cy="1026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676402C5-96C4-186B-80EC-47D74256DC76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0766327" y="2132662"/>
                  <a:ext cx="5580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C5854A6C-86BE-56E5-9D30-49F51D9552E9}"/>
                    </a:ext>
                  </a:extLst>
                </p14:cNvPr>
                <p14:cNvContentPartPr/>
                <p14:nvPr/>
              </p14:nvContentPartPr>
              <p14:xfrm>
                <a:off x="10883327" y="2081902"/>
                <a:ext cx="16920" cy="547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C5854A6C-86BE-56E5-9D30-49F51D9552E9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0865327" y="2063902"/>
                  <a:ext cx="5256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BC14D6AF-46FF-7830-B7A4-4B732A19592F}"/>
                    </a:ext>
                  </a:extLst>
                </p14:cNvPr>
                <p14:cNvContentPartPr/>
                <p14:nvPr/>
              </p14:nvContentPartPr>
              <p14:xfrm>
                <a:off x="10923287" y="2174062"/>
                <a:ext cx="208080" cy="12564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BC14D6AF-46FF-7830-B7A4-4B732A19592F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905647" y="2156062"/>
                  <a:ext cx="24372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5C1B2BCF-7E2E-59DB-F73B-85DEF5E3DD10}"/>
                    </a:ext>
                  </a:extLst>
                </p14:cNvPr>
                <p14:cNvContentPartPr/>
                <p14:nvPr/>
              </p14:nvContentPartPr>
              <p14:xfrm>
                <a:off x="11157647" y="2043382"/>
                <a:ext cx="30600" cy="356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5C1B2BCF-7E2E-59DB-F73B-85DEF5E3DD10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1140007" y="2025382"/>
                  <a:ext cx="6624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A35C0DAA-E6D1-EE2B-69EA-833F9EBD1313}"/>
                    </a:ext>
                  </a:extLst>
                </p14:cNvPr>
                <p14:cNvContentPartPr/>
                <p14:nvPr/>
              </p14:nvContentPartPr>
              <p14:xfrm>
                <a:off x="11252327" y="2005582"/>
                <a:ext cx="497880" cy="30780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A35C0DAA-E6D1-EE2B-69EA-833F9EBD1313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1234327" y="1987582"/>
                  <a:ext cx="533520" cy="34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2037B021-7BC8-96E2-B26C-6403BF59B480}"/>
              </a:ext>
            </a:extLst>
          </p:cNvPr>
          <p:cNvGrpSpPr/>
          <p:nvPr/>
        </p:nvGrpSpPr>
        <p:grpSpPr>
          <a:xfrm>
            <a:off x="460247" y="3123382"/>
            <a:ext cx="902160" cy="419400"/>
            <a:chOff x="460247" y="3123382"/>
            <a:chExt cx="902160" cy="41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2284E426-D0C1-090A-3366-8D44283C2B81}"/>
                    </a:ext>
                  </a:extLst>
                </p14:cNvPr>
                <p14:cNvContentPartPr/>
                <p14:nvPr/>
              </p14:nvContentPartPr>
              <p14:xfrm>
                <a:off x="585887" y="3251902"/>
                <a:ext cx="226440" cy="23940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2284E426-D0C1-090A-3366-8D44283C2B81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68247" y="3234262"/>
                  <a:ext cx="26208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9B045455-5F82-5508-7063-0A49D3845F14}"/>
                    </a:ext>
                  </a:extLst>
                </p14:cNvPr>
                <p14:cNvContentPartPr/>
                <p14:nvPr/>
              </p14:nvContentPartPr>
              <p14:xfrm>
                <a:off x="871367" y="3290062"/>
                <a:ext cx="83880" cy="15408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9B045455-5F82-5508-7063-0A49D3845F14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853727" y="3272422"/>
                  <a:ext cx="11952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F6839712-551E-77CF-2995-F18EF9FBB6B4}"/>
                    </a:ext>
                  </a:extLst>
                </p14:cNvPr>
                <p14:cNvContentPartPr/>
                <p14:nvPr/>
              </p14:nvContentPartPr>
              <p14:xfrm>
                <a:off x="460247" y="3308782"/>
                <a:ext cx="205200" cy="23400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F6839712-551E-77CF-2995-F18EF9FBB6B4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442247" y="3291142"/>
                  <a:ext cx="24084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C5E0EB28-3D68-756E-D08E-9B04F4044C34}"/>
                    </a:ext>
                  </a:extLst>
                </p14:cNvPr>
                <p14:cNvContentPartPr/>
                <p14:nvPr/>
              </p14:nvContentPartPr>
              <p14:xfrm>
                <a:off x="1015007" y="3123382"/>
                <a:ext cx="347400" cy="40752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C5E0EB28-3D68-756E-D08E-9B04F4044C34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997367" y="3105742"/>
                  <a:ext cx="383040" cy="44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D311A012-53FB-8477-A621-0172BBADBCD1}"/>
                    </a:ext>
                  </a:extLst>
                </p14:cNvPr>
                <p14:cNvContentPartPr/>
                <p14:nvPr/>
              </p14:nvContentPartPr>
              <p14:xfrm>
                <a:off x="945887" y="3177742"/>
                <a:ext cx="270000" cy="5112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D311A012-53FB-8477-A621-0172BBADBCD1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927887" y="3159742"/>
                  <a:ext cx="305640" cy="8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56E8E943-E62B-0552-A46E-769B5C5495F7}"/>
              </a:ext>
            </a:extLst>
          </p:cNvPr>
          <p:cNvGrpSpPr/>
          <p:nvPr/>
        </p:nvGrpSpPr>
        <p:grpSpPr>
          <a:xfrm>
            <a:off x="1849127" y="3185302"/>
            <a:ext cx="925560" cy="372960"/>
            <a:chOff x="1849127" y="3185302"/>
            <a:chExt cx="925560" cy="372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C9E7BC09-61B1-7D90-1B19-E23C1059F835}"/>
                    </a:ext>
                  </a:extLst>
                </p14:cNvPr>
                <p14:cNvContentPartPr/>
                <p14:nvPr/>
              </p14:nvContentPartPr>
              <p14:xfrm>
                <a:off x="1849127" y="3367462"/>
                <a:ext cx="525600" cy="16992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C9E7BC09-61B1-7D90-1B19-E23C1059F835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831487" y="3349822"/>
                  <a:ext cx="56124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1A7E0AC2-2F8A-D385-AB1E-70A8F37D90C2}"/>
                    </a:ext>
                  </a:extLst>
                </p14:cNvPr>
                <p14:cNvContentPartPr/>
                <p14:nvPr/>
              </p14:nvContentPartPr>
              <p14:xfrm>
                <a:off x="2402087" y="3373942"/>
                <a:ext cx="109080" cy="18432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1A7E0AC2-2F8A-D385-AB1E-70A8F37D90C2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2384087" y="3355942"/>
                  <a:ext cx="14472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CAB5ABE5-2024-38BF-B907-8D8FFED8FDA6}"/>
                    </a:ext>
                  </a:extLst>
                </p14:cNvPr>
                <p14:cNvContentPartPr/>
                <p14:nvPr/>
              </p14:nvContentPartPr>
              <p14:xfrm>
                <a:off x="2640407" y="3185302"/>
                <a:ext cx="88200" cy="35748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CAB5ABE5-2024-38BF-B907-8D8FFED8FDA6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2622767" y="3167662"/>
                  <a:ext cx="123840" cy="39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91D9BE0B-A04B-D620-EDFB-8058BF2C883F}"/>
                    </a:ext>
                  </a:extLst>
                </p14:cNvPr>
                <p14:cNvContentPartPr/>
                <p14:nvPr/>
              </p14:nvContentPartPr>
              <p14:xfrm>
                <a:off x="2534207" y="3277102"/>
                <a:ext cx="240480" cy="6480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91D9BE0B-A04B-D620-EDFB-8058BF2C883F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2516207" y="3259462"/>
                  <a:ext cx="276120" cy="100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2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960ABA62-4B43-5E86-134A-90998A2A114A}"/>
                  </a:ext>
                </a:extLst>
              </p14:cNvPr>
              <p14:cNvContentPartPr/>
              <p14:nvPr/>
            </p14:nvContentPartPr>
            <p14:xfrm>
              <a:off x="3234407" y="3248302"/>
              <a:ext cx="436680" cy="330840"/>
            </p14:xfrm>
          </p:contentPart>
        </mc:Choice>
        <mc:Fallback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960ABA62-4B43-5E86-134A-90998A2A114A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3216767" y="3230302"/>
                <a:ext cx="472320" cy="366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2" name="Group 151">
            <a:extLst>
              <a:ext uri="{FF2B5EF4-FFF2-40B4-BE49-F238E27FC236}">
                <a16:creationId xmlns:a16="http://schemas.microsoft.com/office/drawing/2014/main" id="{B4DAEFE8-C8D0-92EB-7466-57D6C2EF4252}"/>
              </a:ext>
            </a:extLst>
          </p:cNvPr>
          <p:cNvGrpSpPr/>
          <p:nvPr/>
        </p:nvGrpSpPr>
        <p:grpSpPr>
          <a:xfrm>
            <a:off x="3940367" y="3060382"/>
            <a:ext cx="2077920" cy="493920"/>
            <a:chOff x="3940367" y="3060382"/>
            <a:chExt cx="2077920" cy="493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38F34D26-4ED3-D565-7A90-5ADBD41FCDC9}"/>
                    </a:ext>
                  </a:extLst>
                </p14:cNvPr>
                <p14:cNvContentPartPr/>
                <p14:nvPr/>
              </p14:nvContentPartPr>
              <p14:xfrm>
                <a:off x="3940367" y="3372862"/>
                <a:ext cx="783000" cy="18144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38F34D26-4ED3-D565-7A90-5ADBD41FCDC9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3922727" y="3355222"/>
                  <a:ext cx="81864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88F5B815-8C10-7835-61C6-ECD0A27FABB6}"/>
                    </a:ext>
                  </a:extLst>
                </p14:cNvPr>
                <p14:cNvContentPartPr/>
                <p14:nvPr/>
              </p14:nvContentPartPr>
              <p14:xfrm>
                <a:off x="4824887" y="3367462"/>
                <a:ext cx="140760" cy="3744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88F5B815-8C10-7835-61C6-ECD0A27FABB6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806887" y="3349822"/>
                  <a:ext cx="17640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F6F7EEFE-EF61-1177-09AA-9892A7CDE5CA}"/>
                    </a:ext>
                  </a:extLst>
                </p14:cNvPr>
                <p14:cNvContentPartPr/>
                <p14:nvPr/>
              </p14:nvContentPartPr>
              <p14:xfrm>
                <a:off x="5126207" y="3193942"/>
                <a:ext cx="176400" cy="30132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F6F7EEFE-EF61-1177-09AA-9892A7CDE5CA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5108207" y="3175942"/>
                  <a:ext cx="21204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03E06528-95A2-4F19-A6A2-4031298EBAAA}"/>
                    </a:ext>
                  </a:extLst>
                </p14:cNvPr>
                <p14:cNvContentPartPr/>
                <p14:nvPr/>
              </p14:nvContentPartPr>
              <p14:xfrm>
                <a:off x="5336807" y="3278902"/>
                <a:ext cx="681480" cy="17100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03E06528-95A2-4F19-A6A2-4031298EBAAA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5319167" y="3261262"/>
                  <a:ext cx="71712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C8E3DA71-D36B-56F7-ADFE-88E0E34DF9BF}"/>
                    </a:ext>
                  </a:extLst>
                </p14:cNvPr>
                <p14:cNvContentPartPr/>
                <p14:nvPr/>
              </p14:nvContentPartPr>
              <p14:xfrm>
                <a:off x="5868527" y="3060382"/>
                <a:ext cx="5040" cy="2952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C8E3DA71-D36B-56F7-ADFE-88E0E34DF9BF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5850527" y="3042382"/>
                  <a:ext cx="40680" cy="65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4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A73F0715-E459-C901-7C5D-7B591D3976A4}"/>
                  </a:ext>
                </a:extLst>
              </p14:cNvPr>
              <p14:cNvContentPartPr/>
              <p14:nvPr/>
            </p14:nvContentPartPr>
            <p14:xfrm>
              <a:off x="6533447" y="3457822"/>
              <a:ext cx="39960" cy="33120"/>
            </p14:xfrm>
          </p:contentPart>
        </mc:Choice>
        <mc:Fallback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A73F0715-E459-C901-7C5D-7B591D3976A4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6515447" y="3440182"/>
                <a:ext cx="75600" cy="6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9" name="Group 168">
            <a:extLst>
              <a:ext uri="{FF2B5EF4-FFF2-40B4-BE49-F238E27FC236}">
                <a16:creationId xmlns:a16="http://schemas.microsoft.com/office/drawing/2014/main" id="{39AE61A6-2A92-E14F-7CFF-5CE1A5265B56}"/>
              </a:ext>
            </a:extLst>
          </p:cNvPr>
          <p:cNvGrpSpPr/>
          <p:nvPr/>
        </p:nvGrpSpPr>
        <p:grpSpPr>
          <a:xfrm>
            <a:off x="3271487" y="4016902"/>
            <a:ext cx="651600" cy="541080"/>
            <a:chOff x="3271487" y="4016902"/>
            <a:chExt cx="651600" cy="54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345190B2-EF97-8405-8928-EC967123A575}"/>
                    </a:ext>
                  </a:extLst>
                </p14:cNvPr>
                <p14:cNvContentPartPr/>
                <p14:nvPr/>
              </p14:nvContentPartPr>
              <p14:xfrm>
                <a:off x="3317567" y="4016902"/>
                <a:ext cx="156240" cy="32292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345190B2-EF97-8405-8928-EC967123A575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3299927" y="3998902"/>
                  <a:ext cx="19188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FBEE35D2-1EB2-FD3F-4155-FDDF2F50B924}"/>
                    </a:ext>
                  </a:extLst>
                </p14:cNvPr>
                <p14:cNvContentPartPr/>
                <p14:nvPr/>
              </p14:nvContentPartPr>
              <p14:xfrm>
                <a:off x="3271487" y="4066222"/>
                <a:ext cx="281880" cy="30816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FBEE35D2-1EB2-FD3F-4155-FDDF2F50B924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3253847" y="4048222"/>
                  <a:ext cx="31752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2C1DCB31-588F-6671-E182-76C8763CA314}"/>
                    </a:ext>
                  </a:extLst>
                </p14:cNvPr>
                <p14:cNvContentPartPr/>
                <p14:nvPr/>
              </p14:nvContentPartPr>
              <p14:xfrm>
                <a:off x="3406127" y="4296982"/>
                <a:ext cx="218520" cy="26100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2C1DCB31-588F-6671-E182-76C8763CA314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3388487" y="4279342"/>
                  <a:ext cx="25416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0C738652-AAFE-9566-038C-408364ADCA8F}"/>
                    </a:ext>
                  </a:extLst>
                </p14:cNvPr>
                <p14:cNvContentPartPr/>
                <p14:nvPr/>
              </p14:nvContentPartPr>
              <p14:xfrm>
                <a:off x="3629327" y="4161622"/>
                <a:ext cx="33480" cy="2268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0C738652-AAFE-9566-038C-408364ADCA8F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3611687" y="4143982"/>
                  <a:ext cx="6912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AA1CC3E4-91BC-8C72-D19A-A3368F2BC31D}"/>
                    </a:ext>
                  </a:extLst>
                </p14:cNvPr>
                <p14:cNvContentPartPr/>
                <p14:nvPr/>
              </p14:nvContentPartPr>
              <p14:xfrm>
                <a:off x="3792767" y="4252702"/>
                <a:ext cx="117720" cy="3096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AA1CC3E4-91BC-8C72-D19A-A3368F2BC31D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3774767" y="4235062"/>
                  <a:ext cx="15336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EC936232-1235-BFCB-346B-1AB3E58F1305}"/>
                    </a:ext>
                  </a:extLst>
                </p14:cNvPr>
                <p14:cNvContentPartPr/>
                <p14:nvPr/>
              </p14:nvContentPartPr>
              <p14:xfrm>
                <a:off x="3811847" y="4339822"/>
                <a:ext cx="111240" cy="3996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EC936232-1235-BFCB-346B-1AB3E58F1305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3794207" y="4322182"/>
                  <a:ext cx="146880" cy="7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7C6C54FE-B4A9-0C3A-E5E6-CEF82E5917ED}"/>
              </a:ext>
            </a:extLst>
          </p:cNvPr>
          <p:cNvGrpSpPr/>
          <p:nvPr/>
        </p:nvGrpSpPr>
        <p:grpSpPr>
          <a:xfrm>
            <a:off x="4328807" y="4120582"/>
            <a:ext cx="1076760" cy="408960"/>
            <a:chOff x="4328807" y="4120582"/>
            <a:chExt cx="1076760" cy="40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6559ADC0-B16E-F935-1540-D1F7299933FD}"/>
                    </a:ext>
                  </a:extLst>
                </p14:cNvPr>
                <p14:cNvContentPartPr/>
                <p14:nvPr/>
              </p14:nvContentPartPr>
              <p14:xfrm>
                <a:off x="4328807" y="4140022"/>
                <a:ext cx="184680" cy="18396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6559ADC0-B16E-F935-1540-D1F7299933FD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4311167" y="4122382"/>
                  <a:ext cx="2203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CC0702F4-13A8-1E34-DFDC-53BDDB66BA62}"/>
                    </a:ext>
                  </a:extLst>
                </p14:cNvPr>
                <p14:cNvContentPartPr/>
                <p14:nvPr/>
              </p14:nvContentPartPr>
              <p14:xfrm>
                <a:off x="4500887" y="4295182"/>
                <a:ext cx="117000" cy="21708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CC0702F4-13A8-1E34-DFDC-53BDDB66BA62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4482887" y="4277542"/>
                  <a:ext cx="15264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5E880262-2BB3-C476-87A5-EE423211B7B7}"/>
                    </a:ext>
                  </a:extLst>
                </p14:cNvPr>
                <p14:cNvContentPartPr/>
                <p14:nvPr/>
              </p14:nvContentPartPr>
              <p14:xfrm>
                <a:off x="4632647" y="4188262"/>
                <a:ext cx="2880" cy="3240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5E880262-2BB3-C476-87A5-EE423211B7B7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4614647" y="4170622"/>
                  <a:ext cx="3852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C538D5CF-2872-07F4-EDD3-BECB501D8354}"/>
                    </a:ext>
                  </a:extLst>
                </p14:cNvPr>
                <p14:cNvContentPartPr/>
                <p14:nvPr/>
              </p14:nvContentPartPr>
              <p14:xfrm>
                <a:off x="4780607" y="4245862"/>
                <a:ext cx="82800" cy="2016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C538D5CF-2872-07F4-EDD3-BECB501D8354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4762607" y="4227862"/>
                  <a:ext cx="1184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DC9EA78B-1258-AFC5-3CBF-A76AAC637CF3}"/>
                    </a:ext>
                  </a:extLst>
                </p14:cNvPr>
                <p14:cNvContentPartPr/>
                <p14:nvPr/>
              </p14:nvContentPartPr>
              <p14:xfrm>
                <a:off x="5004527" y="4126702"/>
                <a:ext cx="197640" cy="15984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DC9EA78B-1258-AFC5-3CBF-A76AAC637CF3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4986527" y="4109062"/>
                  <a:ext cx="23328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79FFAEF3-C4D2-8962-8B3B-527B37771674}"/>
                    </a:ext>
                  </a:extLst>
                </p14:cNvPr>
                <p14:cNvContentPartPr/>
                <p14:nvPr/>
              </p14:nvContentPartPr>
              <p14:xfrm>
                <a:off x="5153927" y="4258102"/>
                <a:ext cx="185760" cy="27144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79FFAEF3-C4D2-8962-8B3B-527B37771674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5135927" y="4240462"/>
                  <a:ext cx="22140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47059935-3078-6FFE-EF6B-AC6FAD5F0FB9}"/>
                    </a:ext>
                  </a:extLst>
                </p14:cNvPr>
                <p14:cNvContentPartPr/>
                <p14:nvPr/>
              </p14:nvContentPartPr>
              <p14:xfrm>
                <a:off x="5366327" y="4120582"/>
                <a:ext cx="39240" cy="3852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47059935-3078-6FFE-EF6B-AC6FAD5F0FB9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5348327" y="4102582"/>
                  <a:ext cx="74880" cy="7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2B279401-46D4-1177-2C29-7583FD453CC7}"/>
              </a:ext>
            </a:extLst>
          </p:cNvPr>
          <p:cNvGrpSpPr/>
          <p:nvPr/>
        </p:nvGrpSpPr>
        <p:grpSpPr>
          <a:xfrm>
            <a:off x="5866727" y="4012582"/>
            <a:ext cx="1448280" cy="430920"/>
            <a:chOff x="5866727" y="4012582"/>
            <a:chExt cx="1448280" cy="430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2D960F76-C49C-809A-1E76-69BFA70A91B0}"/>
                    </a:ext>
                  </a:extLst>
                </p14:cNvPr>
                <p14:cNvContentPartPr/>
                <p14:nvPr/>
              </p14:nvContentPartPr>
              <p14:xfrm>
                <a:off x="5866727" y="4174942"/>
                <a:ext cx="306000" cy="26856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2D960F76-C49C-809A-1E76-69BFA70A91B0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5849087" y="4157302"/>
                  <a:ext cx="34164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7E4E95C5-F55E-4CE3-2EC5-CF43F414E398}"/>
                    </a:ext>
                  </a:extLst>
                </p14:cNvPr>
                <p14:cNvContentPartPr/>
                <p14:nvPr/>
              </p14:nvContentPartPr>
              <p14:xfrm>
                <a:off x="6283967" y="4041022"/>
                <a:ext cx="124200" cy="28908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7E4E95C5-F55E-4CE3-2EC5-CF43F414E398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6266327" y="4023382"/>
                  <a:ext cx="15984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ABF0AA24-6F43-D8DA-F40C-7CC4BD902294}"/>
                    </a:ext>
                  </a:extLst>
                </p14:cNvPr>
                <p14:cNvContentPartPr/>
                <p14:nvPr/>
              </p14:nvContentPartPr>
              <p14:xfrm>
                <a:off x="6474407" y="4182142"/>
                <a:ext cx="523800" cy="14400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ABF0AA24-6F43-D8DA-F40C-7CC4BD902294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6456407" y="4164142"/>
                  <a:ext cx="55944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D1776112-9E95-45B4-07CA-516205CCB218}"/>
                    </a:ext>
                  </a:extLst>
                </p14:cNvPr>
                <p14:cNvContentPartPr/>
                <p14:nvPr/>
              </p14:nvContentPartPr>
              <p14:xfrm>
                <a:off x="7039247" y="4014382"/>
                <a:ext cx="20160" cy="25704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D1776112-9E95-45B4-07CA-516205CCB218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7021607" y="3996742"/>
                  <a:ext cx="5580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7B396C78-0C70-265D-E2A5-8C2FC9CF1C0D}"/>
                    </a:ext>
                  </a:extLst>
                </p14:cNvPr>
                <p14:cNvContentPartPr/>
                <p14:nvPr/>
              </p14:nvContentPartPr>
              <p14:xfrm>
                <a:off x="7146527" y="4012582"/>
                <a:ext cx="168480" cy="29088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7B396C78-0C70-265D-E2A5-8C2FC9CF1C0D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7128887" y="3994582"/>
                  <a:ext cx="204120" cy="32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6D68E498-92E4-5663-E340-A5C456855E16}"/>
              </a:ext>
            </a:extLst>
          </p:cNvPr>
          <p:cNvGrpSpPr/>
          <p:nvPr/>
        </p:nvGrpSpPr>
        <p:grpSpPr>
          <a:xfrm>
            <a:off x="7650887" y="4029862"/>
            <a:ext cx="683280" cy="291600"/>
            <a:chOff x="7650887" y="4029862"/>
            <a:chExt cx="683280" cy="29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43684A75-6A87-B96F-CDDB-2C08A066AEA2}"/>
                    </a:ext>
                  </a:extLst>
                </p14:cNvPr>
                <p14:cNvContentPartPr/>
                <p14:nvPr/>
              </p14:nvContentPartPr>
              <p14:xfrm>
                <a:off x="7650887" y="4284742"/>
                <a:ext cx="20160" cy="1080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43684A75-6A87-B96F-CDDB-2C08A066AEA2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7633247" y="4267102"/>
                  <a:ext cx="5580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D425D557-29FE-616A-8A43-43B4B7DE0F32}"/>
                    </a:ext>
                  </a:extLst>
                </p14:cNvPr>
                <p14:cNvContentPartPr/>
                <p14:nvPr/>
              </p14:nvContentPartPr>
              <p14:xfrm>
                <a:off x="7884527" y="4029862"/>
                <a:ext cx="162720" cy="28368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D425D557-29FE-616A-8A43-43B4B7DE0F32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7866887" y="4012222"/>
                  <a:ext cx="19836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EBDD5239-ADB1-8FFE-B35D-F8C7CBC201C4}"/>
                    </a:ext>
                  </a:extLst>
                </p14:cNvPr>
                <p14:cNvContentPartPr/>
                <p14:nvPr/>
              </p14:nvContentPartPr>
              <p14:xfrm>
                <a:off x="8168207" y="4155142"/>
                <a:ext cx="165960" cy="16632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EBDD5239-ADB1-8FFE-B35D-F8C7CBC201C4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8150567" y="4137502"/>
                  <a:ext cx="201600" cy="20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E6A2B7DA-DB6E-A99B-25B9-08D881CF53CC}"/>
              </a:ext>
            </a:extLst>
          </p:cNvPr>
          <p:cNvGrpSpPr/>
          <p:nvPr/>
        </p:nvGrpSpPr>
        <p:grpSpPr>
          <a:xfrm>
            <a:off x="8621447" y="3944542"/>
            <a:ext cx="1771560" cy="798120"/>
            <a:chOff x="8621447" y="3944542"/>
            <a:chExt cx="1771560" cy="79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FA885696-C9BC-40F0-233F-41BD9BE4FF87}"/>
                    </a:ext>
                  </a:extLst>
                </p14:cNvPr>
                <p14:cNvContentPartPr/>
                <p14:nvPr/>
              </p14:nvContentPartPr>
              <p14:xfrm>
                <a:off x="8621447" y="4137502"/>
                <a:ext cx="165960" cy="60516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FA885696-C9BC-40F0-233F-41BD9BE4FF87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8603447" y="4119502"/>
                  <a:ext cx="201600" cy="64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AB8DF7C9-9676-FD4A-EACB-5F673B0EE47B}"/>
                    </a:ext>
                  </a:extLst>
                </p14:cNvPr>
                <p14:cNvContentPartPr/>
                <p14:nvPr/>
              </p14:nvContentPartPr>
              <p14:xfrm>
                <a:off x="8678327" y="4146502"/>
                <a:ext cx="165240" cy="16884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AB8DF7C9-9676-FD4A-EACB-5F673B0EE47B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8660327" y="4128502"/>
                  <a:ext cx="20088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1300DB09-E58C-19E8-5E76-19BEEE6BCB1E}"/>
                    </a:ext>
                  </a:extLst>
                </p14:cNvPr>
                <p14:cNvContentPartPr/>
                <p14:nvPr/>
              </p14:nvContentPartPr>
              <p14:xfrm>
                <a:off x="8890007" y="4149022"/>
                <a:ext cx="130680" cy="18324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1300DB09-E58C-19E8-5E76-19BEEE6BCB1E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8872007" y="4131382"/>
                  <a:ext cx="16632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B05BF79A-BA39-C1C3-2B0C-6BFBC6491E9C}"/>
                    </a:ext>
                  </a:extLst>
                </p14:cNvPr>
                <p14:cNvContentPartPr/>
                <p14:nvPr/>
              </p14:nvContentPartPr>
              <p14:xfrm>
                <a:off x="9165407" y="4129582"/>
                <a:ext cx="69840" cy="16524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B05BF79A-BA39-C1C3-2B0C-6BFBC6491E9C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9147767" y="4111582"/>
                  <a:ext cx="10548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F5D5D758-F64F-C9CC-0745-5095E71F83E6}"/>
                    </a:ext>
                  </a:extLst>
                </p14:cNvPr>
                <p14:cNvContentPartPr/>
                <p14:nvPr/>
              </p14:nvContentPartPr>
              <p14:xfrm>
                <a:off x="9328847" y="4141462"/>
                <a:ext cx="72000" cy="15300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F5D5D758-F64F-C9CC-0745-5095E71F83E6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9311207" y="4123462"/>
                  <a:ext cx="10764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B445961B-3192-8E31-C60C-E03FC64F0E60}"/>
                    </a:ext>
                  </a:extLst>
                </p14:cNvPr>
                <p14:cNvContentPartPr/>
                <p14:nvPr/>
              </p14:nvContentPartPr>
              <p14:xfrm>
                <a:off x="9377807" y="3968662"/>
                <a:ext cx="41040" cy="3744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B445961B-3192-8E31-C60C-E03FC64F0E60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9360167" y="3951022"/>
                  <a:ext cx="7668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1B4E6D53-B881-8E39-73C7-C9FC225B358C}"/>
                    </a:ext>
                  </a:extLst>
                </p14:cNvPr>
                <p14:cNvContentPartPr/>
                <p14:nvPr/>
              </p14:nvContentPartPr>
              <p14:xfrm>
                <a:off x="9581207" y="3973342"/>
                <a:ext cx="13680" cy="27432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1B4E6D53-B881-8E39-73C7-C9FC225B358C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9563207" y="3955702"/>
                  <a:ext cx="4932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085D4C06-52A7-75D4-0943-9C08D0B9DC54}"/>
                    </a:ext>
                  </a:extLst>
                </p14:cNvPr>
                <p14:cNvContentPartPr/>
                <p14:nvPr/>
              </p14:nvContentPartPr>
              <p14:xfrm>
                <a:off x="9494807" y="4107622"/>
                <a:ext cx="285120" cy="15480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085D4C06-52A7-75D4-0943-9C08D0B9DC54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9477167" y="4089622"/>
                  <a:ext cx="32076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10EB0A01-F994-259A-4081-9B3F5F1104EB}"/>
                    </a:ext>
                  </a:extLst>
                </p14:cNvPr>
                <p14:cNvContentPartPr/>
                <p14:nvPr/>
              </p14:nvContentPartPr>
              <p14:xfrm>
                <a:off x="9768767" y="3944542"/>
                <a:ext cx="45360" cy="4176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10EB0A01-F994-259A-4081-9B3F5F1104EB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9750767" y="3926902"/>
                  <a:ext cx="8100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9752E9DD-8560-C440-543E-281AB09B6251}"/>
                    </a:ext>
                  </a:extLst>
                </p14:cNvPr>
                <p14:cNvContentPartPr/>
                <p14:nvPr/>
              </p14:nvContentPartPr>
              <p14:xfrm>
                <a:off x="9929327" y="4067302"/>
                <a:ext cx="463680" cy="17136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9752E9DD-8560-C440-543E-281AB09B6251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9911687" y="4049302"/>
                  <a:ext cx="499320" cy="207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8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B3D20FAA-461B-C0DE-12DB-775271323CB6}"/>
                  </a:ext>
                </a:extLst>
              </p14:cNvPr>
              <p14:cNvContentPartPr/>
              <p14:nvPr/>
            </p14:nvContentPartPr>
            <p14:xfrm>
              <a:off x="11055767" y="4248382"/>
              <a:ext cx="21960" cy="6120"/>
            </p14:xfrm>
          </p:contentPart>
        </mc:Choice>
        <mc:Fallback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B3D20FAA-461B-C0DE-12DB-775271323CB6}"/>
                  </a:ext>
                </a:extLst>
              </p:cNvPr>
              <p:cNvPicPr/>
              <p:nvPr/>
            </p:nvPicPr>
            <p:blipFill>
              <a:blip r:embed="rId329"/>
              <a:stretch>
                <a:fillRect/>
              </a:stretch>
            </p:blipFill>
            <p:spPr>
              <a:xfrm>
                <a:off x="11037767" y="4230742"/>
                <a:ext cx="57600" cy="41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11" name="Group 210">
            <a:extLst>
              <a:ext uri="{FF2B5EF4-FFF2-40B4-BE49-F238E27FC236}">
                <a16:creationId xmlns:a16="http://schemas.microsoft.com/office/drawing/2014/main" id="{163AE0D3-8B63-F891-76D2-5BD1DD72667F}"/>
              </a:ext>
            </a:extLst>
          </p:cNvPr>
          <p:cNvGrpSpPr/>
          <p:nvPr/>
        </p:nvGrpSpPr>
        <p:grpSpPr>
          <a:xfrm>
            <a:off x="188087" y="4160542"/>
            <a:ext cx="2695320" cy="880560"/>
            <a:chOff x="188087" y="4160542"/>
            <a:chExt cx="2695320" cy="880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B6D7C284-B673-F603-933D-F69465992132}"/>
                    </a:ext>
                  </a:extLst>
                </p14:cNvPr>
                <p14:cNvContentPartPr/>
                <p14:nvPr/>
              </p14:nvContentPartPr>
              <p14:xfrm>
                <a:off x="188087" y="4191502"/>
                <a:ext cx="221760" cy="9792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B6D7C284-B673-F603-933D-F69465992132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70447" y="4173862"/>
                  <a:ext cx="25740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5C6CFA2D-AF60-1D37-8112-FCBBB2DDD3F3}"/>
                    </a:ext>
                  </a:extLst>
                </p14:cNvPr>
                <p14:cNvContentPartPr/>
                <p14:nvPr/>
              </p14:nvContentPartPr>
              <p14:xfrm>
                <a:off x="288887" y="4243342"/>
                <a:ext cx="46080" cy="25632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5C6CFA2D-AF60-1D37-8112-FCBBB2DDD3F3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271247" y="4225702"/>
                  <a:ext cx="8172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FE6B1610-674E-2CF5-E93B-607AD5F77C6C}"/>
                    </a:ext>
                  </a:extLst>
                </p14:cNvPr>
                <p14:cNvContentPartPr/>
                <p14:nvPr/>
              </p14:nvContentPartPr>
              <p14:xfrm>
                <a:off x="192407" y="4464382"/>
                <a:ext cx="195840" cy="11376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FE6B1610-674E-2CF5-E93B-607AD5F77C6C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74767" y="4446742"/>
                  <a:ext cx="23148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FBE03F62-1B5B-D1C8-36C7-EC3DE2422F70}"/>
                    </a:ext>
                  </a:extLst>
                </p14:cNvPr>
                <p14:cNvContentPartPr/>
                <p14:nvPr/>
              </p14:nvContentPartPr>
              <p14:xfrm>
                <a:off x="424967" y="4447462"/>
                <a:ext cx="145440" cy="16236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FBE03F62-1B5B-D1C8-36C7-EC3DE2422F70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407327" y="4429462"/>
                  <a:ext cx="18108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DE5D6D7D-23A9-98AD-1A7C-783A5EE33B77}"/>
                    </a:ext>
                  </a:extLst>
                </p14:cNvPr>
                <p14:cNvContentPartPr/>
                <p14:nvPr/>
              </p14:nvContentPartPr>
              <p14:xfrm>
                <a:off x="600287" y="4468342"/>
                <a:ext cx="189360" cy="14328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DE5D6D7D-23A9-98AD-1A7C-783A5EE33B77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582287" y="4450342"/>
                  <a:ext cx="22500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9673C4D6-8CD9-B7A1-1395-E7F8E0C89F42}"/>
                    </a:ext>
                  </a:extLst>
                </p14:cNvPr>
                <p14:cNvContentPartPr/>
                <p14:nvPr/>
              </p14:nvContentPartPr>
              <p14:xfrm>
                <a:off x="802967" y="4442782"/>
                <a:ext cx="273600" cy="13932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9673C4D6-8CD9-B7A1-1395-E7F8E0C89F42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784967" y="4424782"/>
                  <a:ext cx="30924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F05A9D5B-7296-7AEF-E8AC-8BE5CD588579}"/>
                    </a:ext>
                  </a:extLst>
                </p14:cNvPr>
                <p14:cNvContentPartPr/>
                <p14:nvPr/>
              </p14:nvContentPartPr>
              <p14:xfrm>
                <a:off x="1146047" y="4437022"/>
                <a:ext cx="34920" cy="12168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F05A9D5B-7296-7AEF-E8AC-8BE5CD588579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128407" y="4419022"/>
                  <a:ext cx="7056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BCF6B4C5-3988-135A-9A56-1C5167B0994E}"/>
                    </a:ext>
                  </a:extLst>
                </p14:cNvPr>
                <p14:cNvContentPartPr/>
                <p14:nvPr/>
              </p14:nvContentPartPr>
              <p14:xfrm>
                <a:off x="1116167" y="4306702"/>
                <a:ext cx="22320" cy="3204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BCF6B4C5-3988-135A-9A56-1C5167B0994E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1098527" y="4289062"/>
                  <a:ext cx="5796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3F18BA23-AF56-6C4D-244C-E25CA9305D7B}"/>
                    </a:ext>
                  </a:extLst>
                </p14:cNvPr>
                <p14:cNvContentPartPr/>
                <p14:nvPr/>
              </p14:nvContentPartPr>
              <p14:xfrm>
                <a:off x="1196087" y="4403902"/>
                <a:ext cx="159480" cy="12312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3F18BA23-AF56-6C4D-244C-E25CA9305D7B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1178447" y="4385902"/>
                  <a:ext cx="19512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7915A9A3-0D4F-469A-5C33-D2A263AD9660}"/>
                    </a:ext>
                  </a:extLst>
                </p14:cNvPr>
                <p14:cNvContentPartPr/>
                <p14:nvPr/>
              </p14:nvContentPartPr>
              <p14:xfrm>
                <a:off x="1314167" y="4370062"/>
                <a:ext cx="206280" cy="67104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7915A9A3-0D4F-469A-5C33-D2A263AD9660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296527" y="4352422"/>
                  <a:ext cx="241920" cy="70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F1F3A526-B3B9-F0F7-6F8D-6FECF1EEA566}"/>
                    </a:ext>
                  </a:extLst>
                </p14:cNvPr>
                <p14:cNvContentPartPr/>
                <p14:nvPr/>
              </p14:nvContentPartPr>
              <p14:xfrm>
                <a:off x="1683167" y="4446022"/>
                <a:ext cx="336240" cy="15372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F1F3A526-B3B9-F0F7-6F8D-6FECF1EEA566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665167" y="4428382"/>
                  <a:ext cx="37188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CEB2189F-FB45-8CEE-B5F6-EDF18D6A848D}"/>
                    </a:ext>
                  </a:extLst>
                </p14:cNvPr>
                <p14:cNvContentPartPr/>
                <p14:nvPr/>
              </p14:nvContentPartPr>
              <p14:xfrm>
                <a:off x="2048927" y="4456822"/>
                <a:ext cx="114840" cy="11556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CEB2189F-FB45-8CEE-B5F6-EDF18D6A848D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2030927" y="4438822"/>
                  <a:ext cx="15048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57310ACF-5818-B36B-0C43-6DDDB74D3D09}"/>
                    </a:ext>
                  </a:extLst>
                </p14:cNvPr>
                <p14:cNvContentPartPr/>
                <p14:nvPr/>
              </p14:nvContentPartPr>
              <p14:xfrm>
                <a:off x="2187167" y="4160542"/>
                <a:ext cx="101160" cy="38772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57310ACF-5818-B36B-0C43-6DDDB74D3D09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2169167" y="4142542"/>
                  <a:ext cx="136800" cy="42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B8F643B6-1D61-0B3B-8755-BE62EA549AD2}"/>
                    </a:ext>
                  </a:extLst>
                </p14:cNvPr>
                <p14:cNvContentPartPr/>
                <p14:nvPr/>
              </p14:nvContentPartPr>
              <p14:xfrm>
                <a:off x="2304887" y="4363582"/>
                <a:ext cx="145080" cy="15120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B8F643B6-1D61-0B3B-8755-BE62EA549AD2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2286887" y="4345942"/>
                  <a:ext cx="18072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80F577C6-4BF6-95EB-7765-458A66FDDD62}"/>
                    </a:ext>
                  </a:extLst>
                </p14:cNvPr>
                <p14:cNvContentPartPr/>
                <p14:nvPr/>
              </p14:nvContentPartPr>
              <p14:xfrm>
                <a:off x="2448527" y="4263502"/>
                <a:ext cx="169560" cy="21024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80F577C6-4BF6-95EB-7765-458A66FDDD62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2430887" y="4245862"/>
                  <a:ext cx="20520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FD400A04-EC63-FDE4-88CB-5E66B15124A3}"/>
                    </a:ext>
                  </a:extLst>
                </p14:cNvPr>
                <p14:cNvContentPartPr/>
                <p14:nvPr/>
              </p14:nvContentPartPr>
              <p14:xfrm>
                <a:off x="2091407" y="4232902"/>
                <a:ext cx="107280" cy="1836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FD400A04-EC63-FDE4-88CB-5E66B15124A3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2073407" y="4214902"/>
                  <a:ext cx="14292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064125AF-4DAE-C2C7-A6E9-C027EFC48AF5}"/>
                    </a:ext>
                  </a:extLst>
                </p14:cNvPr>
                <p14:cNvContentPartPr/>
                <p14:nvPr/>
              </p14:nvContentPartPr>
              <p14:xfrm>
                <a:off x="2704847" y="4271062"/>
                <a:ext cx="33480" cy="432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064125AF-4DAE-C2C7-A6E9-C027EFC48AF5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2686847" y="4253422"/>
                  <a:ext cx="6912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050062E1-EE3D-4FA2-8071-C86D8B96F45C}"/>
                    </a:ext>
                  </a:extLst>
                </p14:cNvPr>
                <p14:cNvContentPartPr/>
                <p14:nvPr/>
              </p14:nvContentPartPr>
              <p14:xfrm>
                <a:off x="2791967" y="4307062"/>
                <a:ext cx="91440" cy="4104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050062E1-EE3D-4FA2-8071-C86D8B96F45C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2774327" y="4289062"/>
                  <a:ext cx="127080" cy="76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66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573E269C-ADDD-7E10-C760-1AF4F213C1DB}"/>
                  </a:ext>
                </a:extLst>
              </p14:cNvPr>
              <p14:cNvContentPartPr/>
              <p14:nvPr/>
            </p14:nvContentPartPr>
            <p14:xfrm>
              <a:off x="1079807" y="4776502"/>
              <a:ext cx="14040" cy="13320"/>
            </p14:xfrm>
          </p:contentPart>
        </mc:Choice>
        <mc:Fallback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573E269C-ADDD-7E10-C760-1AF4F213C1DB}"/>
                  </a:ext>
                </a:extLst>
              </p:cNvPr>
              <p:cNvPicPr/>
              <p:nvPr/>
            </p:nvPicPr>
            <p:blipFill>
              <a:blip r:embed="rId367"/>
              <a:stretch>
                <a:fillRect/>
              </a:stretch>
            </p:blipFill>
            <p:spPr>
              <a:xfrm>
                <a:off x="1062167" y="4758502"/>
                <a:ext cx="4968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8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C82A6635-A381-2A67-EE07-A29D200A2A0F}"/>
                  </a:ext>
                </a:extLst>
              </p14:cNvPr>
              <p14:cNvContentPartPr/>
              <p14:nvPr/>
            </p14:nvContentPartPr>
            <p14:xfrm>
              <a:off x="2686847" y="5439982"/>
              <a:ext cx="4680" cy="10800"/>
            </p14:xfrm>
          </p:contentPart>
        </mc:Choice>
        <mc:Fallback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C82A6635-A381-2A67-EE07-A29D200A2A0F}"/>
                  </a:ext>
                </a:extLst>
              </p:cNvPr>
              <p:cNvPicPr/>
              <p:nvPr/>
            </p:nvPicPr>
            <p:blipFill>
              <a:blip r:embed="rId369"/>
              <a:stretch>
                <a:fillRect/>
              </a:stretch>
            </p:blipFill>
            <p:spPr>
              <a:xfrm>
                <a:off x="2668847" y="5422342"/>
                <a:ext cx="40320" cy="46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18" name="Group 217">
            <a:extLst>
              <a:ext uri="{FF2B5EF4-FFF2-40B4-BE49-F238E27FC236}">
                <a16:creationId xmlns:a16="http://schemas.microsoft.com/office/drawing/2014/main" id="{10BF5458-083A-F235-D2E3-EE0D33E5C5E3}"/>
              </a:ext>
            </a:extLst>
          </p:cNvPr>
          <p:cNvGrpSpPr/>
          <p:nvPr/>
        </p:nvGrpSpPr>
        <p:grpSpPr>
          <a:xfrm>
            <a:off x="4408727" y="4574182"/>
            <a:ext cx="33840" cy="25560"/>
            <a:chOff x="4408727" y="4574182"/>
            <a:chExt cx="33840" cy="25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C842F002-BB57-1F5E-12D0-B4ACB1B08AF0}"/>
                    </a:ext>
                  </a:extLst>
                </p14:cNvPr>
                <p14:cNvContentPartPr/>
                <p14:nvPr/>
              </p14:nvContentPartPr>
              <p14:xfrm>
                <a:off x="4433927" y="4593262"/>
                <a:ext cx="1440" cy="648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C842F002-BB57-1F5E-12D0-B4ACB1B08AF0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4416287" y="4575622"/>
                  <a:ext cx="3708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D790F80F-BDBB-6140-06A7-1B0D898ADD7D}"/>
                    </a:ext>
                  </a:extLst>
                </p14:cNvPr>
                <p14:cNvContentPartPr/>
                <p14:nvPr/>
              </p14:nvContentPartPr>
              <p14:xfrm>
                <a:off x="4428527" y="4574182"/>
                <a:ext cx="360" cy="36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D790F80F-BDBB-6140-06A7-1B0D898ADD7D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4410527" y="455654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A57AB6E3-073E-1DF9-2EF3-E3762676407B}"/>
                    </a:ext>
                  </a:extLst>
                </p14:cNvPr>
                <p14:cNvContentPartPr/>
                <p14:nvPr/>
              </p14:nvContentPartPr>
              <p14:xfrm>
                <a:off x="4408727" y="4594702"/>
                <a:ext cx="2880" cy="216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A57AB6E3-073E-1DF9-2EF3-E3762676407B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4391087" y="4576702"/>
                  <a:ext cx="385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6FA031CD-B3EE-A104-DB91-79916F547BCD}"/>
                    </a:ext>
                  </a:extLst>
                </p14:cNvPr>
                <p14:cNvContentPartPr/>
                <p14:nvPr/>
              </p14:nvContentPartPr>
              <p14:xfrm>
                <a:off x="4433927" y="4575622"/>
                <a:ext cx="8640" cy="1836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6FA031CD-B3EE-A104-DB91-79916F547BCD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4415927" y="4557982"/>
                  <a:ext cx="44280" cy="5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6558A4B1-F36C-3D3D-2E41-29A2AF7B087E}"/>
              </a:ext>
            </a:extLst>
          </p:cNvPr>
          <p:cNvGrpSpPr/>
          <p:nvPr/>
        </p:nvGrpSpPr>
        <p:grpSpPr>
          <a:xfrm>
            <a:off x="445487" y="5329822"/>
            <a:ext cx="703440" cy="345960"/>
            <a:chOff x="445487" y="5329822"/>
            <a:chExt cx="703440" cy="34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F2466718-A1F2-71B2-E73C-B83D17C0A668}"/>
                    </a:ext>
                  </a:extLst>
                </p14:cNvPr>
                <p14:cNvContentPartPr/>
                <p14:nvPr/>
              </p14:nvContentPartPr>
              <p14:xfrm>
                <a:off x="445487" y="5469862"/>
                <a:ext cx="286200" cy="1080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F2466718-A1F2-71B2-E73C-B83D17C0A668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427487" y="5451862"/>
                  <a:ext cx="3218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332915CF-3B89-B01E-D687-5323F03E9A10}"/>
                    </a:ext>
                  </a:extLst>
                </p14:cNvPr>
                <p14:cNvContentPartPr/>
                <p14:nvPr/>
              </p14:nvContentPartPr>
              <p14:xfrm>
                <a:off x="814127" y="5345662"/>
                <a:ext cx="114840" cy="29988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332915CF-3B89-B01E-D687-5323F03E9A10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796127" y="5328022"/>
                  <a:ext cx="15048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D1EE9784-C31C-FED4-D74A-CA42B45F86E9}"/>
                    </a:ext>
                  </a:extLst>
                </p14:cNvPr>
                <p14:cNvContentPartPr/>
                <p14:nvPr/>
              </p14:nvContentPartPr>
              <p14:xfrm>
                <a:off x="881447" y="5329822"/>
                <a:ext cx="267480" cy="34596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D1EE9784-C31C-FED4-D74A-CA42B45F86E9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863447" y="5312182"/>
                  <a:ext cx="303120" cy="381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84">
            <p14:nvContentPartPr>
              <p14:cNvPr id="222" name="Ink 221">
                <a:extLst>
                  <a:ext uri="{FF2B5EF4-FFF2-40B4-BE49-F238E27FC236}">
                    <a16:creationId xmlns:a16="http://schemas.microsoft.com/office/drawing/2014/main" id="{BD0D5FA4-EA13-A1DB-1EB9-6D153F7F5ADC}"/>
                  </a:ext>
                </a:extLst>
              </p14:cNvPr>
              <p14:cNvContentPartPr/>
              <p14:nvPr/>
            </p14:nvContentPartPr>
            <p14:xfrm>
              <a:off x="1525127" y="5555902"/>
              <a:ext cx="288360" cy="152280"/>
            </p14:xfrm>
          </p:contentPart>
        </mc:Choice>
        <mc:Fallback>
          <p:pic>
            <p:nvPicPr>
              <p:cNvPr id="222" name="Ink 221">
                <a:extLst>
                  <a:ext uri="{FF2B5EF4-FFF2-40B4-BE49-F238E27FC236}">
                    <a16:creationId xmlns:a16="http://schemas.microsoft.com/office/drawing/2014/main" id="{BD0D5FA4-EA13-A1DB-1EB9-6D153F7F5ADC}"/>
                  </a:ext>
                </a:extLst>
              </p:cNvPr>
              <p:cNvPicPr/>
              <p:nvPr/>
            </p:nvPicPr>
            <p:blipFill>
              <a:blip r:embed="rId385"/>
              <a:stretch>
                <a:fillRect/>
              </a:stretch>
            </p:blipFill>
            <p:spPr>
              <a:xfrm>
                <a:off x="1507487" y="5537902"/>
                <a:ext cx="324000" cy="187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42" name="Group 241">
            <a:extLst>
              <a:ext uri="{FF2B5EF4-FFF2-40B4-BE49-F238E27FC236}">
                <a16:creationId xmlns:a16="http://schemas.microsoft.com/office/drawing/2014/main" id="{1B24337D-9BC4-0EF1-6CF7-71E93BBDD5C9}"/>
              </a:ext>
            </a:extLst>
          </p:cNvPr>
          <p:cNvGrpSpPr/>
          <p:nvPr/>
        </p:nvGrpSpPr>
        <p:grpSpPr>
          <a:xfrm>
            <a:off x="2309207" y="5280502"/>
            <a:ext cx="1683360" cy="782640"/>
            <a:chOff x="2309207" y="5280502"/>
            <a:chExt cx="1683360" cy="782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E771E3EE-AE1B-6CFD-56C4-E66C7BE053E5}"/>
                    </a:ext>
                  </a:extLst>
                </p14:cNvPr>
                <p14:cNvContentPartPr/>
                <p14:nvPr/>
              </p14:nvContentPartPr>
              <p14:xfrm>
                <a:off x="2309207" y="5520262"/>
                <a:ext cx="79560" cy="37296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E771E3EE-AE1B-6CFD-56C4-E66C7BE053E5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2291207" y="5502622"/>
                  <a:ext cx="115200" cy="40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F6438CD0-5870-82E3-D381-81DE721DBA87}"/>
                    </a:ext>
                  </a:extLst>
                </p14:cNvPr>
                <p14:cNvContentPartPr/>
                <p14:nvPr/>
              </p14:nvContentPartPr>
              <p14:xfrm>
                <a:off x="2327567" y="5425942"/>
                <a:ext cx="166320" cy="13968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F6438CD0-5870-82E3-D381-81DE721DBA87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2309567" y="5408302"/>
                  <a:ext cx="20196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23D86DBD-5569-4B42-A9A6-347F8E767F21}"/>
                    </a:ext>
                  </a:extLst>
                </p14:cNvPr>
                <p14:cNvContentPartPr/>
                <p14:nvPr/>
              </p14:nvContentPartPr>
              <p14:xfrm>
                <a:off x="2552927" y="5454382"/>
                <a:ext cx="361800" cy="17280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23D86DBD-5569-4B42-A9A6-347F8E767F21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2535287" y="5436382"/>
                  <a:ext cx="39744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05BADF01-053D-25B7-38EF-1FE7B67FFC44}"/>
                    </a:ext>
                  </a:extLst>
                </p14:cNvPr>
                <p14:cNvContentPartPr/>
                <p14:nvPr/>
              </p14:nvContentPartPr>
              <p14:xfrm>
                <a:off x="3028127" y="5295262"/>
                <a:ext cx="353160" cy="33876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05BADF01-053D-25B7-38EF-1FE7B67FFC44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3010127" y="5277622"/>
                  <a:ext cx="388800" cy="37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52E858EB-9147-F8E9-36C4-C21B86BB9C80}"/>
                    </a:ext>
                  </a:extLst>
                </p14:cNvPr>
                <p14:cNvContentPartPr/>
                <p14:nvPr/>
              </p14:nvContentPartPr>
              <p14:xfrm>
                <a:off x="3496847" y="5280502"/>
                <a:ext cx="75240" cy="36972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52E858EB-9147-F8E9-36C4-C21B86BB9C80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3478847" y="5262862"/>
                  <a:ext cx="110880" cy="40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49322AAD-543A-36BD-AEB5-DAC082F50987}"/>
                    </a:ext>
                  </a:extLst>
                </p14:cNvPr>
                <p14:cNvContentPartPr/>
                <p14:nvPr/>
              </p14:nvContentPartPr>
              <p14:xfrm>
                <a:off x="3422327" y="5452582"/>
                <a:ext cx="370440" cy="61056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49322AAD-543A-36BD-AEB5-DAC082F50987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3404327" y="5434942"/>
                  <a:ext cx="406080" cy="64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397A169F-A1EE-584C-E5A2-7256A4369E1F}"/>
                    </a:ext>
                  </a:extLst>
                </p14:cNvPr>
                <p14:cNvContentPartPr/>
                <p14:nvPr/>
              </p14:nvContentPartPr>
              <p14:xfrm>
                <a:off x="3933887" y="5648062"/>
                <a:ext cx="58680" cy="12276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397A169F-A1EE-584C-E5A2-7256A4369E1F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3915887" y="5630062"/>
                  <a:ext cx="94320" cy="15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E9B0B3F5-1347-528A-C407-922C79FAC4ED}"/>
              </a:ext>
            </a:extLst>
          </p:cNvPr>
          <p:cNvGrpSpPr/>
          <p:nvPr/>
        </p:nvGrpSpPr>
        <p:grpSpPr>
          <a:xfrm>
            <a:off x="4815167" y="5195902"/>
            <a:ext cx="1251000" cy="690840"/>
            <a:chOff x="4815167" y="5195902"/>
            <a:chExt cx="1251000" cy="69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7977561C-4E73-A584-C5B4-F6E78ED1D3AF}"/>
                    </a:ext>
                  </a:extLst>
                </p14:cNvPr>
                <p14:cNvContentPartPr/>
                <p14:nvPr/>
              </p14:nvContentPartPr>
              <p14:xfrm>
                <a:off x="4815167" y="5195902"/>
                <a:ext cx="309960" cy="46404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7977561C-4E73-A584-C5B4-F6E78ED1D3AF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4797167" y="5178262"/>
                  <a:ext cx="345600" cy="49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D2831DDB-79BA-5F1C-D147-54339A2A8CD9}"/>
                    </a:ext>
                  </a:extLst>
                </p14:cNvPr>
                <p14:cNvContentPartPr/>
                <p14:nvPr/>
              </p14:nvContentPartPr>
              <p14:xfrm>
                <a:off x="5211527" y="5409022"/>
                <a:ext cx="143280" cy="17172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D2831DDB-79BA-5F1C-D147-54339A2A8CD9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5193887" y="5391022"/>
                  <a:ext cx="17892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BEE6E25C-DC8B-D2FB-C327-B321D09BE33D}"/>
                    </a:ext>
                  </a:extLst>
                </p14:cNvPr>
                <p14:cNvContentPartPr/>
                <p14:nvPr/>
              </p14:nvContentPartPr>
              <p14:xfrm>
                <a:off x="5456327" y="5441062"/>
                <a:ext cx="147600" cy="11664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BEE6E25C-DC8B-D2FB-C327-B321D09BE33D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5438687" y="5423422"/>
                  <a:ext cx="18324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1D53CDA5-BAB6-C257-19A9-107B8C6378BD}"/>
                    </a:ext>
                  </a:extLst>
                </p14:cNvPr>
                <p14:cNvContentPartPr/>
                <p14:nvPr/>
              </p14:nvContentPartPr>
              <p14:xfrm>
                <a:off x="5577287" y="5391022"/>
                <a:ext cx="488880" cy="49572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1D53CDA5-BAB6-C257-19A9-107B8C6378BD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5559287" y="5373022"/>
                  <a:ext cx="524520" cy="53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0" name="Group 239">
            <a:extLst>
              <a:ext uri="{FF2B5EF4-FFF2-40B4-BE49-F238E27FC236}">
                <a16:creationId xmlns:a16="http://schemas.microsoft.com/office/drawing/2014/main" id="{865F534D-F462-2435-9C69-88A8D98B8A0A}"/>
              </a:ext>
            </a:extLst>
          </p:cNvPr>
          <p:cNvGrpSpPr/>
          <p:nvPr/>
        </p:nvGrpSpPr>
        <p:grpSpPr>
          <a:xfrm>
            <a:off x="6476927" y="5080702"/>
            <a:ext cx="1619280" cy="842760"/>
            <a:chOff x="6476927" y="5080702"/>
            <a:chExt cx="1619280" cy="84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60E14AC0-3EAF-9EC7-518B-96F8A66718C4}"/>
                    </a:ext>
                  </a:extLst>
                </p14:cNvPr>
                <p14:cNvContentPartPr/>
                <p14:nvPr/>
              </p14:nvContentPartPr>
              <p14:xfrm>
                <a:off x="6476927" y="5385982"/>
                <a:ext cx="632880" cy="53748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60E14AC0-3EAF-9EC7-518B-96F8A66718C4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6459287" y="5368342"/>
                  <a:ext cx="668520" cy="57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57377065-53E3-BC1E-30DA-84B2917D0866}"/>
                    </a:ext>
                  </a:extLst>
                </p14:cNvPr>
                <p14:cNvContentPartPr/>
                <p14:nvPr/>
              </p14:nvContentPartPr>
              <p14:xfrm>
                <a:off x="7173527" y="5360062"/>
                <a:ext cx="292680" cy="13464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57377065-53E3-BC1E-30DA-84B2917D0866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7155887" y="5342062"/>
                  <a:ext cx="32832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AFAD552E-18CF-30FB-2C10-D5F25B1AF3B3}"/>
                    </a:ext>
                  </a:extLst>
                </p14:cNvPr>
                <p14:cNvContentPartPr/>
                <p14:nvPr/>
              </p14:nvContentPartPr>
              <p14:xfrm>
                <a:off x="7445687" y="5080702"/>
                <a:ext cx="209160" cy="39456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AFAD552E-18CF-30FB-2C10-D5F25B1AF3B3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7428047" y="5062702"/>
                  <a:ext cx="244800" cy="43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53C11C8C-A94B-A521-45AA-27091C7BF6B8}"/>
                    </a:ext>
                  </a:extLst>
                </p14:cNvPr>
                <p14:cNvContentPartPr/>
                <p14:nvPr/>
              </p14:nvContentPartPr>
              <p14:xfrm>
                <a:off x="7741967" y="5290582"/>
                <a:ext cx="354240" cy="14652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53C11C8C-A94B-A521-45AA-27091C7BF6B8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7723967" y="5272582"/>
                  <a:ext cx="38988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4C30F143-0A71-5928-ECE0-F1A473AB7797}"/>
                    </a:ext>
                  </a:extLst>
                </p14:cNvPr>
                <p14:cNvContentPartPr/>
                <p14:nvPr/>
              </p14:nvContentPartPr>
              <p14:xfrm>
                <a:off x="7856087" y="5094382"/>
                <a:ext cx="108720" cy="4176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4C30F143-0A71-5928-ECE0-F1A473AB7797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7838447" y="5076382"/>
                  <a:ext cx="14436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2F4DB53E-269D-9783-D13C-AC5992136946}"/>
                    </a:ext>
                  </a:extLst>
                </p14:cNvPr>
                <p14:cNvContentPartPr/>
                <p14:nvPr/>
              </p14:nvContentPartPr>
              <p14:xfrm>
                <a:off x="7318607" y="5183302"/>
                <a:ext cx="218880" cy="1944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2F4DB53E-269D-9783-D13C-AC5992136946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7300607" y="5165662"/>
                  <a:ext cx="254520" cy="5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0" name="Group 249">
            <a:extLst>
              <a:ext uri="{FF2B5EF4-FFF2-40B4-BE49-F238E27FC236}">
                <a16:creationId xmlns:a16="http://schemas.microsoft.com/office/drawing/2014/main" id="{84699CD1-90F9-4CD5-1029-DB2E62FB219D}"/>
              </a:ext>
            </a:extLst>
          </p:cNvPr>
          <p:cNvGrpSpPr/>
          <p:nvPr/>
        </p:nvGrpSpPr>
        <p:grpSpPr>
          <a:xfrm>
            <a:off x="8401847" y="5054782"/>
            <a:ext cx="1262880" cy="327960"/>
            <a:chOff x="8401847" y="5054782"/>
            <a:chExt cx="1262880" cy="327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502BE87A-90A9-E419-5E45-352DC1ADC2B1}"/>
                    </a:ext>
                  </a:extLst>
                </p14:cNvPr>
                <p14:cNvContentPartPr/>
                <p14:nvPr/>
              </p14:nvContentPartPr>
              <p14:xfrm>
                <a:off x="8401847" y="5244502"/>
                <a:ext cx="225360" cy="13824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502BE87A-90A9-E419-5E45-352DC1ADC2B1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8383847" y="5226862"/>
                  <a:ext cx="26100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E5298ED8-FF71-96EF-E577-581A7AD0001A}"/>
                    </a:ext>
                  </a:extLst>
                </p14:cNvPr>
                <p14:cNvContentPartPr/>
                <p14:nvPr/>
              </p14:nvContentPartPr>
              <p14:xfrm>
                <a:off x="8673647" y="5054782"/>
                <a:ext cx="991080" cy="30960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E5298ED8-FF71-96EF-E577-581A7AD0001A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8655647" y="5037142"/>
                  <a:ext cx="1026720" cy="34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71678395-1E0D-3345-6782-BC32B7344478}"/>
              </a:ext>
            </a:extLst>
          </p:cNvPr>
          <p:cNvGrpSpPr/>
          <p:nvPr/>
        </p:nvGrpSpPr>
        <p:grpSpPr>
          <a:xfrm>
            <a:off x="10031207" y="4921582"/>
            <a:ext cx="1846800" cy="955080"/>
            <a:chOff x="10031207" y="4921582"/>
            <a:chExt cx="1846800" cy="95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BB575F3C-77B6-98B3-32B3-2C1D35AE6C40}"/>
                    </a:ext>
                  </a:extLst>
                </p14:cNvPr>
                <p14:cNvContentPartPr/>
                <p14:nvPr/>
              </p14:nvContentPartPr>
              <p14:xfrm>
                <a:off x="10031207" y="4948582"/>
                <a:ext cx="754560" cy="92808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BB575F3C-77B6-98B3-32B3-2C1D35AE6C40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10013207" y="4930582"/>
                  <a:ext cx="790200" cy="9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3C6CEE82-D72C-CD45-F16B-75B02B3B4D91}"/>
                    </a:ext>
                  </a:extLst>
                </p14:cNvPr>
                <p14:cNvContentPartPr/>
                <p14:nvPr/>
              </p14:nvContentPartPr>
              <p14:xfrm>
                <a:off x="11046407" y="4921582"/>
                <a:ext cx="831600" cy="34488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3C6CEE82-D72C-CD45-F16B-75B02B3B4D91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11028407" y="4903942"/>
                  <a:ext cx="86724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1397ED1A-2BE0-3FA4-5D95-0390361E668C}"/>
                    </a:ext>
                  </a:extLst>
                </p14:cNvPr>
                <p14:cNvContentPartPr/>
                <p14:nvPr/>
              </p14:nvContentPartPr>
              <p14:xfrm>
                <a:off x="11123447" y="4984222"/>
                <a:ext cx="228240" cy="2304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1397ED1A-2BE0-3FA4-5D95-0390361E668C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11105447" y="4966582"/>
                  <a:ext cx="263880" cy="5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7" name="Group 266">
            <a:extLst>
              <a:ext uri="{FF2B5EF4-FFF2-40B4-BE49-F238E27FC236}">
                <a16:creationId xmlns:a16="http://schemas.microsoft.com/office/drawing/2014/main" id="{C10C3445-9065-3123-FFB6-5F90FA41AD42}"/>
              </a:ext>
            </a:extLst>
          </p:cNvPr>
          <p:cNvGrpSpPr/>
          <p:nvPr/>
        </p:nvGrpSpPr>
        <p:grpSpPr>
          <a:xfrm>
            <a:off x="391847" y="6209077"/>
            <a:ext cx="2289600" cy="794385"/>
            <a:chOff x="391847" y="6209077"/>
            <a:chExt cx="2289600" cy="794385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2D94AE4D-9252-0408-49B8-3F0B379A2F90}"/>
                    </a:ext>
                  </a:extLst>
                </p14:cNvPr>
                <p14:cNvContentPartPr/>
                <p14:nvPr/>
              </p14:nvContentPartPr>
              <p14:xfrm>
                <a:off x="391847" y="6295342"/>
                <a:ext cx="295560" cy="21240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2D94AE4D-9252-0408-49B8-3F0B379A2F90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373847" y="6277702"/>
                  <a:ext cx="33120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E91FC3DA-CF55-0F70-D0C0-5D1E1E73FC84}"/>
                    </a:ext>
                  </a:extLst>
                </p14:cNvPr>
                <p14:cNvContentPartPr/>
                <p14:nvPr/>
              </p14:nvContentPartPr>
              <p14:xfrm>
                <a:off x="779207" y="6293182"/>
                <a:ext cx="88200" cy="19764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E91FC3DA-CF55-0F70-D0C0-5D1E1E73FC84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761567" y="6275542"/>
                  <a:ext cx="12384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1611BAF9-75F8-FA80-70F0-D6F1CE2F1698}"/>
                    </a:ext>
                  </a:extLst>
                </p14:cNvPr>
                <p14:cNvContentPartPr/>
                <p14:nvPr/>
              </p14:nvContentPartPr>
              <p14:xfrm>
                <a:off x="942287" y="6310462"/>
                <a:ext cx="217440" cy="18720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1611BAF9-75F8-FA80-70F0-D6F1CE2F1698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924287" y="6292462"/>
                  <a:ext cx="25308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CA950A47-4B66-9A54-4659-84B072F628D3}"/>
                    </a:ext>
                  </a:extLst>
                </p14:cNvPr>
                <p14:cNvContentPartPr/>
                <p14:nvPr/>
              </p14:nvContentPartPr>
              <p14:xfrm>
                <a:off x="1186727" y="6355102"/>
                <a:ext cx="141840" cy="17064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CA950A47-4B66-9A54-4659-84B072F628D3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1169087" y="6337102"/>
                  <a:ext cx="17748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C99B117C-48E7-06C9-7F05-17F05F31FA61}"/>
                    </a:ext>
                  </a:extLst>
                </p14:cNvPr>
                <p14:cNvContentPartPr/>
                <p14:nvPr/>
              </p14:nvContentPartPr>
              <p14:xfrm>
                <a:off x="1286087" y="6330622"/>
                <a:ext cx="193680" cy="67284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C99B117C-48E7-06C9-7F05-17F05F31FA61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1268087" y="6312622"/>
                  <a:ext cx="229320" cy="70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28E7537F-5A69-E6F5-8CE5-247F67FD6456}"/>
                    </a:ext>
                  </a:extLst>
                </p14:cNvPr>
                <p14:cNvContentPartPr/>
                <p14:nvPr/>
              </p14:nvContentPartPr>
              <p14:xfrm>
                <a:off x="1391207" y="6388717"/>
                <a:ext cx="143640" cy="16164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28E7537F-5A69-E6F5-8CE5-247F67FD6456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1373207" y="6371077"/>
                  <a:ext cx="17928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3305FA2B-A8C2-DC5D-1591-1D2FDB2EDBFC}"/>
                    </a:ext>
                  </a:extLst>
                </p14:cNvPr>
                <p14:cNvContentPartPr/>
                <p14:nvPr/>
              </p14:nvContentPartPr>
              <p14:xfrm>
                <a:off x="1592087" y="6371437"/>
                <a:ext cx="306000" cy="15372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3305FA2B-A8C2-DC5D-1591-1D2FDB2EDBFC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1574087" y="6353437"/>
                  <a:ext cx="34164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70A6F0BE-87F9-BC50-7E51-298CCC3718A5}"/>
                    </a:ext>
                  </a:extLst>
                </p14:cNvPr>
                <p14:cNvContentPartPr/>
                <p14:nvPr/>
              </p14:nvContentPartPr>
              <p14:xfrm>
                <a:off x="1950647" y="6209077"/>
                <a:ext cx="208440" cy="31068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70A6F0BE-87F9-BC50-7E51-298CCC3718A5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1933007" y="6191077"/>
                  <a:ext cx="24408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2E43D76D-08E7-9FFA-9441-8DEE0B0CC69D}"/>
                    </a:ext>
                  </a:extLst>
                </p14:cNvPr>
                <p14:cNvContentPartPr/>
                <p14:nvPr/>
              </p14:nvContentPartPr>
              <p14:xfrm>
                <a:off x="2211287" y="6381157"/>
                <a:ext cx="46080" cy="10692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2E43D76D-08E7-9FFA-9441-8DEE0B0CC69D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2193287" y="6363157"/>
                  <a:ext cx="8172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1C035CB9-263C-0998-DC8E-3B21BC8EA6D3}"/>
                    </a:ext>
                  </a:extLst>
                </p14:cNvPr>
                <p14:cNvContentPartPr/>
                <p14:nvPr/>
              </p14:nvContentPartPr>
              <p14:xfrm>
                <a:off x="2223527" y="6227797"/>
                <a:ext cx="57960" cy="2700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1C035CB9-263C-0998-DC8E-3B21BC8EA6D3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2205887" y="6209797"/>
                  <a:ext cx="9360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72445606-DE01-52B8-D078-3019C2DA90C2}"/>
                    </a:ext>
                  </a:extLst>
                </p14:cNvPr>
                <p14:cNvContentPartPr/>
                <p14:nvPr/>
              </p14:nvContentPartPr>
              <p14:xfrm>
                <a:off x="2336207" y="6324277"/>
                <a:ext cx="180000" cy="16344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72445606-DE01-52B8-D078-3019C2DA90C2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2318207" y="6306637"/>
                  <a:ext cx="21564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6EF7AFA7-BE70-3F6E-85F7-1FA68276D25E}"/>
                    </a:ext>
                  </a:extLst>
                </p14:cNvPr>
                <p14:cNvContentPartPr/>
                <p14:nvPr/>
              </p14:nvContentPartPr>
              <p14:xfrm>
                <a:off x="2420087" y="6350557"/>
                <a:ext cx="261360" cy="56376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6EF7AFA7-BE70-3F6E-85F7-1FA68276D25E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2402447" y="6332917"/>
                  <a:ext cx="297000" cy="59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6" name="Group 265">
            <a:extLst>
              <a:ext uri="{FF2B5EF4-FFF2-40B4-BE49-F238E27FC236}">
                <a16:creationId xmlns:a16="http://schemas.microsoft.com/office/drawing/2014/main" id="{D5379A30-D60E-17F9-146A-2259E749BC7D}"/>
              </a:ext>
            </a:extLst>
          </p:cNvPr>
          <p:cNvGrpSpPr/>
          <p:nvPr/>
        </p:nvGrpSpPr>
        <p:grpSpPr>
          <a:xfrm>
            <a:off x="3182567" y="6278917"/>
            <a:ext cx="277920" cy="407520"/>
            <a:chOff x="3182567" y="6278917"/>
            <a:chExt cx="277920" cy="40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9F521721-0C87-7495-B9DD-FB3A0C379288}"/>
                    </a:ext>
                  </a:extLst>
                </p14:cNvPr>
                <p14:cNvContentPartPr/>
                <p14:nvPr/>
              </p14:nvContentPartPr>
              <p14:xfrm>
                <a:off x="3182567" y="6278917"/>
                <a:ext cx="133920" cy="20736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9F521721-0C87-7495-B9DD-FB3A0C379288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3164927" y="6261277"/>
                  <a:ext cx="16956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664639ED-E137-535B-0263-27122392AD6B}"/>
                    </a:ext>
                  </a:extLst>
                </p14:cNvPr>
                <p14:cNvContentPartPr/>
                <p14:nvPr/>
              </p14:nvContentPartPr>
              <p14:xfrm>
                <a:off x="3296687" y="6398437"/>
                <a:ext cx="140400" cy="28800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664639ED-E137-535B-0263-27122392AD6B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3279047" y="6380437"/>
                  <a:ext cx="17604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31C200E7-8BAA-D62E-BC59-EAB0E7786581}"/>
                    </a:ext>
                  </a:extLst>
                </p14:cNvPr>
                <p14:cNvContentPartPr/>
                <p14:nvPr/>
              </p14:nvContentPartPr>
              <p14:xfrm>
                <a:off x="3455447" y="6290077"/>
                <a:ext cx="5040" cy="2520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31C200E7-8BAA-D62E-BC59-EAB0E7786581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3437807" y="6272437"/>
                  <a:ext cx="40680" cy="60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60">
            <p14:nvContentPartPr>
              <p14:cNvPr id="268" name="Ink 267">
                <a:extLst>
                  <a:ext uri="{FF2B5EF4-FFF2-40B4-BE49-F238E27FC236}">
                    <a16:creationId xmlns:a16="http://schemas.microsoft.com/office/drawing/2014/main" id="{770A2AA2-3E27-5418-D0E6-B299DB92293D}"/>
                  </a:ext>
                </a:extLst>
              </p14:cNvPr>
              <p14:cNvContentPartPr/>
              <p14:nvPr/>
            </p14:nvContentPartPr>
            <p14:xfrm>
              <a:off x="4196327" y="6156877"/>
              <a:ext cx="1073880" cy="305640"/>
            </p14:xfrm>
          </p:contentPart>
        </mc:Choice>
        <mc:Fallback>
          <p:pic>
            <p:nvPicPr>
              <p:cNvPr id="268" name="Ink 267">
                <a:extLst>
                  <a:ext uri="{FF2B5EF4-FFF2-40B4-BE49-F238E27FC236}">
                    <a16:creationId xmlns:a16="http://schemas.microsoft.com/office/drawing/2014/main" id="{770A2AA2-3E27-5418-D0E6-B299DB92293D}"/>
                  </a:ext>
                </a:extLst>
              </p:cNvPr>
              <p:cNvPicPr/>
              <p:nvPr/>
            </p:nvPicPr>
            <p:blipFill>
              <a:blip r:embed="rId461"/>
              <a:stretch>
                <a:fillRect/>
              </a:stretch>
            </p:blipFill>
            <p:spPr>
              <a:xfrm>
                <a:off x="4178327" y="6139237"/>
                <a:ext cx="1109520" cy="341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72" name="Group 271">
            <a:extLst>
              <a:ext uri="{FF2B5EF4-FFF2-40B4-BE49-F238E27FC236}">
                <a16:creationId xmlns:a16="http://schemas.microsoft.com/office/drawing/2014/main" id="{EDC4148A-D644-713F-3B6E-80E671632E36}"/>
              </a:ext>
            </a:extLst>
          </p:cNvPr>
          <p:cNvGrpSpPr/>
          <p:nvPr/>
        </p:nvGrpSpPr>
        <p:grpSpPr>
          <a:xfrm>
            <a:off x="5888687" y="6053917"/>
            <a:ext cx="1234800" cy="388800"/>
            <a:chOff x="5888687" y="6053917"/>
            <a:chExt cx="1234800" cy="38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2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23511878-13FD-B2CA-A68A-71467B2AA7B4}"/>
                    </a:ext>
                  </a:extLst>
                </p14:cNvPr>
                <p14:cNvContentPartPr/>
                <p14:nvPr/>
              </p14:nvContentPartPr>
              <p14:xfrm>
                <a:off x="5888687" y="6053917"/>
                <a:ext cx="421200" cy="38880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23511878-13FD-B2CA-A68A-71467B2AA7B4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5871047" y="6035917"/>
                  <a:ext cx="456840" cy="42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4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B3A60F48-DC63-17C4-A8C3-075BBCAD9538}"/>
                    </a:ext>
                  </a:extLst>
                </p14:cNvPr>
                <p14:cNvContentPartPr/>
                <p14:nvPr/>
              </p14:nvContentPartPr>
              <p14:xfrm>
                <a:off x="6415727" y="6102877"/>
                <a:ext cx="261360" cy="27396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B3A60F48-DC63-17C4-A8C3-075BBCAD9538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6398087" y="6084877"/>
                  <a:ext cx="29700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6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94CCA7E9-3390-288D-6FA8-F3268FB8EB8A}"/>
                    </a:ext>
                  </a:extLst>
                </p14:cNvPr>
                <p14:cNvContentPartPr/>
                <p14:nvPr/>
              </p14:nvContentPartPr>
              <p14:xfrm>
                <a:off x="6691487" y="6097837"/>
                <a:ext cx="432000" cy="25740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94CCA7E9-3390-288D-6FA8-F3268FB8EB8A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6673847" y="6080197"/>
                  <a:ext cx="467640" cy="293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4012175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0FE409B6-E620-291D-4C69-A84F16731F80}"/>
              </a:ext>
            </a:extLst>
          </p:cNvPr>
          <p:cNvGrpSpPr/>
          <p:nvPr/>
        </p:nvGrpSpPr>
        <p:grpSpPr>
          <a:xfrm>
            <a:off x="220847" y="229342"/>
            <a:ext cx="1121040" cy="501840"/>
            <a:chOff x="220847" y="229342"/>
            <a:chExt cx="1121040" cy="50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B3B5A84E-4162-EA0B-EF14-DBDF4C469E90}"/>
                    </a:ext>
                  </a:extLst>
                </p14:cNvPr>
                <p14:cNvContentPartPr/>
                <p14:nvPr/>
              </p14:nvContentPartPr>
              <p14:xfrm>
                <a:off x="220847" y="229342"/>
                <a:ext cx="258840" cy="3531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B3B5A84E-4162-EA0B-EF14-DBDF4C469E9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03207" y="211342"/>
                  <a:ext cx="29448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59CCC4F2-0940-2EB6-6D01-9FF14B1E2E54}"/>
                    </a:ext>
                  </a:extLst>
                </p14:cNvPr>
                <p14:cNvContentPartPr/>
                <p14:nvPr/>
              </p14:nvContentPartPr>
              <p14:xfrm>
                <a:off x="482567" y="416182"/>
                <a:ext cx="171720" cy="1494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59CCC4F2-0940-2EB6-6D01-9FF14B1E2E5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64927" y="398182"/>
                  <a:ext cx="20736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43E686F-BD15-C201-AD91-19F37D00AF7A}"/>
                    </a:ext>
                  </a:extLst>
                </p14:cNvPr>
                <p14:cNvContentPartPr/>
                <p14:nvPr/>
              </p14:nvContentPartPr>
              <p14:xfrm>
                <a:off x="728447" y="434902"/>
                <a:ext cx="121680" cy="1486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43E686F-BD15-C201-AD91-19F37D00AF7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10447" y="416902"/>
                  <a:ext cx="15732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44CE4C9-7821-7706-BA4B-9E7FCEC4AC8D}"/>
                    </a:ext>
                  </a:extLst>
                </p14:cNvPr>
                <p14:cNvContentPartPr/>
                <p14:nvPr/>
              </p14:nvContentPartPr>
              <p14:xfrm>
                <a:off x="871727" y="454342"/>
                <a:ext cx="173160" cy="1400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44CE4C9-7821-7706-BA4B-9E7FCEC4AC8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54087" y="436702"/>
                  <a:ext cx="20880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39524CE-EF38-3463-C29B-6FFF5460D628}"/>
                    </a:ext>
                  </a:extLst>
                </p14:cNvPr>
                <p14:cNvContentPartPr/>
                <p14:nvPr/>
              </p14:nvContentPartPr>
              <p14:xfrm>
                <a:off x="1189247" y="379822"/>
                <a:ext cx="36360" cy="2538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39524CE-EF38-3463-C29B-6FFF5460D62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71247" y="362182"/>
                  <a:ext cx="7200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92A8769-9F86-D3EF-655F-A65B1E5906AE}"/>
                    </a:ext>
                  </a:extLst>
                </p14:cNvPr>
                <p14:cNvContentPartPr/>
                <p14:nvPr/>
              </p14:nvContentPartPr>
              <p14:xfrm>
                <a:off x="1062527" y="347782"/>
                <a:ext cx="255960" cy="201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92A8769-9F86-D3EF-655F-A65B1E5906A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44887" y="329782"/>
                  <a:ext cx="29160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520936F-79FC-6BF9-EC0D-A9799B4692CF}"/>
                    </a:ext>
                  </a:extLst>
                </p14:cNvPr>
                <p14:cNvContentPartPr/>
                <p14:nvPr/>
              </p14:nvContentPartPr>
              <p14:xfrm>
                <a:off x="1089887" y="583942"/>
                <a:ext cx="252000" cy="1472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520936F-79FC-6BF9-EC0D-A9799B4692C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72247" y="565942"/>
                  <a:ext cx="287640" cy="182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83649E9-384B-4709-FF87-61330574B350}"/>
                  </a:ext>
                </a:extLst>
              </p14:cNvPr>
              <p14:cNvContentPartPr/>
              <p14:nvPr/>
            </p14:nvContentPartPr>
            <p14:xfrm>
              <a:off x="1670567" y="405742"/>
              <a:ext cx="20880" cy="442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83649E9-384B-4709-FF87-61330574B35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652927" y="388102"/>
                <a:ext cx="56520" cy="7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9D94C4F-CE5B-844E-4E67-618C26C6185E}"/>
                  </a:ext>
                </a:extLst>
              </p14:cNvPr>
              <p14:cNvContentPartPr/>
              <p14:nvPr/>
            </p14:nvContentPartPr>
            <p14:xfrm>
              <a:off x="1625567" y="660622"/>
              <a:ext cx="8640" cy="172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29D94C4F-CE5B-844E-4E67-618C26C6185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607927" y="642622"/>
                <a:ext cx="44280" cy="52920"/>
              </a:xfrm>
              <a:prstGeom prst="rect">
                <a:avLst/>
              </a:prstGeom>
            </p:spPr>
          </p:pic>
        </mc:Fallback>
      </mc:AlternateContent>
      <p:grpSp>
        <p:nvGrpSpPr>
          <p:cNvPr id="52" name="Group 51">
            <a:extLst>
              <a:ext uri="{FF2B5EF4-FFF2-40B4-BE49-F238E27FC236}">
                <a16:creationId xmlns:a16="http://schemas.microsoft.com/office/drawing/2014/main" id="{E3656633-6D65-2120-C618-766C511B514F}"/>
              </a:ext>
            </a:extLst>
          </p:cNvPr>
          <p:cNvGrpSpPr/>
          <p:nvPr/>
        </p:nvGrpSpPr>
        <p:grpSpPr>
          <a:xfrm>
            <a:off x="2259527" y="334102"/>
            <a:ext cx="412200" cy="646560"/>
            <a:chOff x="2259527" y="334102"/>
            <a:chExt cx="412200" cy="64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50C7F1B-E3AE-1A0E-AF49-12DA0D1765DD}"/>
                    </a:ext>
                  </a:extLst>
                </p14:cNvPr>
                <p14:cNvContentPartPr/>
                <p14:nvPr/>
              </p14:nvContentPartPr>
              <p14:xfrm>
                <a:off x="2259527" y="367942"/>
                <a:ext cx="266400" cy="3121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50C7F1B-E3AE-1A0E-AF49-12DA0D1765D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241527" y="350302"/>
                  <a:ext cx="30204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1965E43-87C0-FF2A-8D9A-B8B2E4607BAD}"/>
                    </a:ext>
                  </a:extLst>
                </p14:cNvPr>
                <p14:cNvContentPartPr/>
                <p14:nvPr/>
              </p14:nvContentPartPr>
              <p14:xfrm>
                <a:off x="2448887" y="334102"/>
                <a:ext cx="222840" cy="6465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1965E43-87C0-FF2A-8D9A-B8B2E4607BA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431247" y="316462"/>
                  <a:ext cx="258480" cy="68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6A599662-D197-7D58-06B0-BCA4DC9EB53D}"/>
              </a:ext>
            </a:extLst>
          </p:cNvPr>
          <p:cNvGrpSpPr/>
          <p:nvPr/>
        </p:nvGrpSpPr>
        <p:grpSpPr>
          <a:xfrm>
            <a:off x="3307847" y="337702"/>
            <a:ext cx="746280" cy="254520"/>
            <a:chOff x="3307847" y="337702"/>
            <a:chExt cx="746280" cy="254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003DED1-15E8-EB69-FFBD-F643C5653697}"/>
                    </a:ext>
                  </a:extLst>
                </p14:cNvPr>
                <p14:cNvContentPartPr/>
                <p14:nvPr/>
              </p14:nvContentPartPr>
              <p14:xfrm>
                <a:off x="3307847" y="384142"/>
                <a:ext cx="173520" cy="2080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003DED1-15E8-EB69-FFBD-F643C565369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290207" y="366142"/>
                  <a:ext cx="20916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9D8EFBE-514F-E951-F5C8-3339342E166A}"/>
                    </a:ext>
                  </a:extLst>
                </p14:cNvPr>
                <p14:cNvContentPartPr/>
                <p14:nvPr/>
              </p14:nvContentPartPr>
              <p14:xfrm>
                <a:off x="3598727" y="337702"/>
                <a:ext cx="455400" cy="2192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9D8EFBE-514F-E951-F5C8-3339342E166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580727" y="319702"/>
                  <a:ext cx="49104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9CECA57-5E5A-D57A-FC4A-8CC94C7FAC90}"/>
                    </a:ext>
                  </a:extLst>
                </p14:cNvPr>
                <p14:cNvContentPartPr/>
                <p14:nvPr/>
              </p14:nvContentPartPr>
              <p14:xfrm>
                <a:off x="3450047" y="369742"/>
                <a:ext cx="185760" cy="496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9CECA57-5E5A-D57A-FC4A-8CC94C7FAC9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432407" y="352102"/>
                  <a:ext cx="221400" cy="8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6220E988-582D-21CD-ADE1-978187C8EC20}"/>
              </a:ext>
            </a:extLst>
          </p:cNvPr>
          <p:cNvGrpSpPr/>
          <p:nvPr/>
        </p:nvGrpSpPr>
        <p:grpSpPr>
          <a:xfrm>
            <a:off x="4497287" y="266782"/>
            <a:ext cx="811080" cy="340920"/>
            <a:chOff x="4497287" y="266782"/>
            <a:chExt cx="811080" cy="340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CCE4D55-C805-5B13-CD7E-4EF1DE9C386F}"/>
                    </a:ext>
                  </a:extLst>
                </p14:cNvPr>
                <p14:cNvContentPartPr/>
                <p14:nvPr/>
              </p14:nvContentPartPr>
              <p14:xfrm>
                <a:off x="4497287" y="377662"/>
                <a:ext cx="149040" cy="2275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CCE4D55-C805-5B13-CD7E-4EF1DE9C386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479287" y="360022"/>
                  <a:ext cx="18468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46169E5-F119-0BB6-D924-1B00546AFF15}"/>
                    </a:ext>
                  </a:extLst>
                </p14:cNvPr>
                <p14:cNvContentPartPr/>
                <p14:nvPr/>
              </p14:nvContentPartPr>
              <p14:xfrm>
                <a:off x="4534367" y="266782"/>
                <a:ext cx="59400" cy="3409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46169E5-F119-0BB6-D924-1B00546AFF1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516727" y="248782"/>
                  <a:ext cx="95040" cy="37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E8A2767-8FD7-C1E3-2E4B-07A99D925220}"/>
                    </a:ext>
                  </a:extLst>
                </p14:cNvPr>
                <p14:cNvContentPartPr/>
                <p14:nvPr/>
              </p14:nvContentPartPr>
              <p14:xfrm>
                <a:off x="4737767" y="429142"/>
                <a:ext cx="167760" cy="1314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E8A2767-8FD7-C1E3-2E4B-07A99D92522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720127" y="411142"/>
                  <a:ext cx="20340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76A84C8-84F0-1875-B66B-E4A55B8B21EB}"/>
                    </a:ext>
                  </a:extLst>
                </p14:cNvPr>
                <p14:cNvContentPartPr/>
                <p14:nvPr/>
              </p14:nvContentPartPr>
              <p14:xfrm>
                <a:off x="4960967" y="405382"/>
                <a:ext cx="91080" cy="1602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76A84C8-84F0-1875-B66B-E4A55B8B21E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943327" y="387742"/>
                  <a:ext cx="1267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50BF3E7-5755-DCC5-2899-8DE4303FE98D}"/>
                    </a:ext>
                  </a:extLst>
                </p14:cNvPr>
                <p14:cNvContentPartPr/>
                <p14:nvPr/>
              </p14:nvContentPartPr>
              <p14:xfrm>
                <a:off x="5144207" y="393862"/>
                <a:ext cx="35640" cy="1472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50BF3E7-5755-DCC5-2899-8DE4303FE98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126207" y="375862"/>
                  <a:ext cx="7128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D990D39-9EB2-81C1-BC26-F6BE7B23AE16}"/>
                    </a:ext>
                  </a:extLst>
                </p14:cNvPr>
                <p14:cNvContentPartPr/>
                <p14:nvPr/>
              </p14:nvContentPartPr>
              <p14:xfrm>
                <a:off x="5260487" y="408622"/>
                <a:ext cx="47880" cy="1411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D990D39-9EB2-81C1-BC26-F6BE7B23AE1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242487" y="390622"/>
                  <a:ext cx="8352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CBFFAB3-FB1D-70D7-D8D9-04E1C8AE0919}"/>
                    </a:ext>
                  </a:extLst>
                </p14:cNvPr>
                <p14:cNvContentPartPr/>
                <p14:nvPr/>
              </p14:nvContentPartPr>
              <p14:xfrm>
                <a:off x="5111807" y="285502"/>
                <a:ext cx="23400" cy="234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CBFFAB3-FB1D-70D7-D8D9-04E1C8AE091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094167" y="267862"/>
                  <a:ext cx="59040" cy="5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DF615D6-6113-1305-2909-BC7340BDC397}"/>
              </a:ext>
            </a:extLst>
          </p:cNvPr>
          <p:cNvGrpSpPr/>
          <p:nvPr/>
        </p:nvGrpSpPr>
        <p:grpSpPr>
          <a:xfrm>
            <a:off x="5707607" y="290902"/>
            <a:ext cx="222840" cy="261000"/>
            <a:chOff x="5707607" y="290902"/>
            <a:chExt cx="222840" cy="26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EFCCCBB-B397-44A2-7C2F-B6CF8B671D76}"/>
                    </a:ext>
                  </a:extLst>
                </p14:cNvPr>
                <p14:cNvContentPartPr/>
                <p14:nvPr/>
              </p14:nvContentPartPr>
              <p14:xfrm>
                <a:off x="5707607" y="354262"/>
                <a:ext cx="112320" cy="1958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EFCCCBB-B397-44A2-7C2F-B6CF8B671D7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689607" y="336622"/>
                  <a:ext cx="14796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21EAE03-6BFE-8322-0010-4D581B7FD885}"/>
                    </a:ext>
                  </a:extLst>
                </p14:cNvPr>
                <p14:cNvContentPartPr/>
                <p14:nvPr/>
              </p14:nvContentPartPr>
              <p14:xfrm>
                <a:off x="5745767" y="290902"/>
                <a:ext cx="184680" cy="2610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21EAE03-6BFE-8322-0010-4D581B7FD88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727767" y="272902"/>
                  <a:ext cx="220320" cy="29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5B6BBBB2-B8DC-0E31-C365-89D8D501BDFA}"/>
              </a:ext>
            </a:extLst>
          </p:cNvPr>
          <p:cNvGrpSpPr/>
          <p:nvPr/>
        </p:nvGrpSpPr>
        <p:grpSpPr>
          <a:xfrm>
            <a:off x="6685727" y="100822"/>
            <a:ext cx="1419120" cy="388080"/>
            <a:chOff x="6685727" y="100822"/>
            <a:chExt cx="1419120" cy="38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FD656FD-3ABE-EF92-46A6-79FC30DB0448}"/>
                    </a:ext>
                  </a:extLst>
                </p14:cNvPr>
                <p14:cNvContentPartPr/>
                <p14:nvPr/>
              </p14:nvContentPartPr>
              <p14:xfrm>
                <a:off x="6685727" y="304942"/>
                <a:ext cx="533880" cy="1638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FD656FD-3ABE-EF92-46A6-79FC30DB044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667727" y="287302"/>
                  <a:ext cx="56952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3C287B9-4EE5-84C4-CFAA-D2EA09214D19}"/>
                    </a:ext>
                  </a:extLst>
                </p14:cNvPr>
                <p14:cNvContentPartPr/>
                <p14:nvPr/>
              </p14:nvContentPartPr>
              <p14:xfrm>
                <a:off x="7398167" y="124222"/>
                <a:ext cx="42120" cy="2937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3C287B9-4EE5-84C4-CFAA-D2EA09214D1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380167" y="106582"/>
                  <a:ext cx="7776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0E0D747-6048-0302-4C0E-FDB61D091F29}"/>
                    </a:ext>
                  </a:extLst>
                </p14:cNvPr>
                <p14:cNvContentPartPr/>
                <p14:nvPr/>
              </p14:nvContentPartPr>
              <p14:xfrm>
                <a:off x="7272167" y="268582"/>
                <a:ext cx="219960" cy="522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0E0D747-6048-0302-4C0E-FDB61D091F2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254527" y="250942"/>
                  <a:ext cx="25560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57F54FC-BDA1-D2B3-6578-EA8207CC4C89}"/>
                    </a:ext>
                  </a:extLst>
                </p14:cNvPr>
                <p14:cNvContentPartPr/>
                <p14:nvPr/>
              </p14:nvContentPartPr>
              <p14:xfrm>
                <a:off x="7485647" y="312862"/>
                <a:ext cx="134280" cy="1350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57F54FC-BDA1-D2B3-6578-EA8207CC4C8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468007" y="294862"/>
                  <a:ext cx="16992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5A8B8FE-76A9-F37F-17F5-FB2CD7ED5D5A}"/>
                    </a:ext>
                  </a:extLst>
                </p14:cNvPr>
                <p14:cNvContentPartPr/>
                <p14:nvPr/>
              </p14:nvContentPartPr>
              <p14:xfrm>
                <a:off x="7741967" y="322222"/>
                <a:ext cx="21960" cy="1234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5A8B8FE-76A9-F37F-17F5-FB2CD7ED5D5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724327" y="304222"/>
                  <a:ext cx="5760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8950F29-72B7-0A98-5913-1719385B4E72}"/>
                    </a:ext>
                  </a:extLst>
                </p14:cNvPr>
                <p14:cNvContentPartPr/>
                <p14:nvPr/>
              </p14:nvContentPartPr>
              <p14:xfrm>
                <a:off x="7827287" y="325822"/>
                <a:ext cx="144720" cy="1440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8950F29-72B7-0A98-5913-1719385B4E7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809287" y="307822"/>
                  <a:ext cx="18036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C8E4133-03FD-7883-84EF-87E92C53DD04}"/>
                    </a:ext>
                  </a:extLst>
                </p14:cNvPr>
                <p14:cNvContentPartPr/>
                <p14:nvPr/>
              </p14:nvContentPartPr>
              <p14:xfrm>
                <a:off x="7963367" y="334822"/>
                <a:ext cx="141480" cy="1540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C8E4133-03FD-7883-84EF-87E92C53DD0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945367" y="316822"/>
                  <a:ext cx="17712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FE158AC-C2E5-5CE9-F23F-BED2D970926B}"/>
                    </a:ext>
                  </a:extLst>
                </p14:cNvPr>
                <p14:cNvContentPartPr/>
                <p14:nvPr/>
              </p14:nvContentPartPr>
              <p14:xfrm>
                <a:off x="7702727" y="100822"/>
                <a:ext cx="29520" cy="288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FE158AC-C2E5-5CE9-F23F-BED2D970926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684727" y="82822"/>
                  <a:ext cx="65160" cy="6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4C819DE3-C783-34CE-F24C-380D6CA3D8C9}"/>
              </a:ext>
            </a:extLst>
          </p:cNvPr>
          <p:cNvGrpSpPr/>
          <p:nvPr/>
        </p:nvGrpSpPr>
        <p:grpSpPr>
          <a:xfrm>
            <a:off x="8785967" y="342022"/>
            <a:ext cx="425160" cy="162720"/>
            <a:chOff x="8785967" y="342022"/>
            <a:chExt cx="425160" cy="16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4F99E3E-3716-BB5B-DEA3-9639F0353C86}"/>
                    </a:ext>
                  </a:extLst>
                </p14:cNvPr>
                <p14:cNvContentPartPr/>
                <p14:nvPr/>
              </p14:nvContentPartPr>
              <p14:xfrm>
                <a:off x="8785967" y="342022"/>
                <a:ext cx="209520" cy="1627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4F99E3E-3716-BB5B-DEA3-9639F0353C8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767967" y="324382"/>
                  <a:ext cx="24516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C90A2E2-9875-5747-3849-B35077B2C116}"/>
                    </a:ext>
                  </a:extLst>
                </p14:cNvPr>
                <p14:cNvContentPartPr/>
                <p14:nvPr/>
              </p14:nvContentPartPr>
              <p14:xfrm>
                <a:off x="9052367" y="351022"/>
                <a:ext cx="158760" cy="1317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C90A2E2-9875-5747-3849-B35077B2C11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034727" y="333382"/>
                  <a:ext cx="194400" cy="16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D1D4235-E74E-A192-0159-FF41338854FA}"/>
              </a:ext>
            </a:extLst>
          </p:cNvPr>
          <p:cNvGrpSpPr/>
          <p:nvPr/>
        </p:nvGrpSpPr>
        <p:grpSpPr>
          <a:xfrm>
            <a:off x="9689207" y="168142"/>
            <a:ext cx="1870200" cy="686520"/>
            <a:chOff x="9689207" y="168142"/>
            <a:chExt cx="1870200" cy="686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BC20086-5D4F-C85F-B091-B4579F25DE39}"/>
                    </a:ext>
                  </a:extLst>
                </p14:cNvPr>
                <p14:cNvContentPartPr/>
                <p14:nvPr/>
              </p14:nvContentPartPr>
              <p14:xfrm>
                <a:off x="9689207" y="183262"/>
                <a:ext cx="729720" cy="3312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BC20086-5D4F-C85F-B091-B4579F25DE3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671567" y="165622"/>
                  <a:ext cx="76536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1EF8427-F2C3-F6C3-7B9B-4738DBF6CAD3}"/>
                    </a:ext>
                  </a:extLst>
                </p14:cNvPr>
                <p14:cNvContentPartPr/>
                <p14:nvPr/>
              </p14:nvContentPartPr>
              <p14:xfrm>
                <a:off x="10267727" y="199102"/>
                <a:ext cx="63000" cy="108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1EF8427-F2C3-F6C3-7B9B-4738DBF6CAD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249727" y="181102"/>
                  <a:ext cx="986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4790012-6FAC-F4FD-8D2F-CEE79F9EE55D}"/>
                    </a:ext>
                  </a:extLst>
                </p14:cNvPr>
                <p14:cNvContentPartPr/>
                <p14:nvPr/>
              </p14:nvContentPartPr>
              <p14:xfrm>
                <a:off x="10130567" y="254902"/>
                <a:ext cx="261360" cy="410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4790012-6FAC-F4FD-8D2F-CEE79F9EE55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112567" y="236902"/>
                  <a:ext cx="29700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BC2F095-EFDB-CDB4-A30E-AAAE76FA9303}"/>
                    </a:ext>
                  </a:extLst>
                </p14:cNvPr>
                <p14:cNvContentPartPr/>
                <p14:nvPr/>
              </p14:nvContentPartPr>
              <p14:xfrm>
                <a:off x="10339367" y="185062"/>
                <a:ext cx="365040" cy="6696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BC2F095-EFDB-CDB4-A30E-AAAE76FA930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321367" y="167422"/>
                  <a:ext cx="400680" cy="70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09C6479-902F-6DC3-94B4-AB79E361018B}"/>
                    </a:ext>
                  </a:extLst>
                </p14:cNvPr>
                <p14:cNvContentPartPr/>
                <p14:nvPr/>
              </p14:nvContentPartPr>
              <p14:xfrm>
                <a:off x="10742927" y="246622"/>
                <a:ext cx="18360" cy="288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09C6479-902F-6DC3-94B4-AB79E361018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724927" y="228982"/>
                  <a:ext cx="5400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4AE3B45-220B-F12C-5259-1A1AFDE9B897}"/>
                    </a:ext>
                  </a:extLst>
                </p14:cNvPr>
                <p14:cNvContentPartPr/>
                <p14:nvPr/>
              </p14:nvContentPartPr>
              <p14:xfrm>
                <a:off x="10799807" y="370822"/>
                <a:ext cx="149040" cy="1396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4AE3B45-220B-F12C-5259-1A1AFDE9B89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782167" y="352822"/>
                  <a:ext cx="18468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4B77D9F-1443-CC34-B943-1319CD8FECF6}"/>
                    </a:ext>
                  </a:extLst>
                </p14:cNvPr>
                <p14:cNvContentPartPr/>
                <p14:nvPr/>
              </p14:nvContentPartPr>
              <p14:xfrm>
                <a:off x="11051447" y="373342"/>
                <a:ext cx="31680" cy="1177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4B77D9F-1443-CC34-B943-1319CD8FECF6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1033447" y="355702"/>
                  <a:ext cx="6732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7744363C-BADA-9C60-BE4B-DB20C5787144}"/>
                    </a:ext>
                  </a:extLst>
                </p14:cNvPr>
                <p14:cNvContentPartPr/>
                <p14:nvPr/>
              </p14:nvContentPartPr>
              <p14:xfrm>
                <a:off x="11099327" y="230782"/>
                <a:ext cx="38160" cy="388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7744363C-BADA-9C60-BE4B-DB20C578714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1081687" y="212782"/>
                  <a:ext cx="7380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A58711C-539C-FCE9-EEBD-29A910805159}"/>
                    </a:ext>
                  </a:extLst>
                </p14:cNvPr>
                <p14:cNvContentPartPr/>
                <p14:nvPr/>
              </p14:nvContentPartPr>
              <p14:xfrm>
                <a:off x="11194367" y="168142"/>
                <a:ext cx="365040" cy="3502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A58711C-539C-FCE9-EEBD-29A91080515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1176727" y="150142"/>
                  <a:ext cx="400680" cy="385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6C51DFBD-6968-798A-C719-578656B5752A}"/>
                  </a:ext>
                </a:extLst>
              </p14:cNvPr>
              <p14:cNvContentPartPr/>
              <p14:nvPr/>
            </p14:nvContentPartPr>
            <p14:xfrm>
              <a:off x="12093647" y="560182"/>
              <a:ext cx="33480" cy="2952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6C51DFBD-6968-798A-C719-578656B5752A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2075647" y="542542"/>
                <a:ext cx="69120" cy="65160"/>
              </a:xfrm>
              <a:prstGeom prst="rect">
                <a:avLst/>
              </a:prstGeom>
            </p:spPr>
          </p:pic>
        </mc:Fallback>
      </mc:AlternateContent>
      <p:grpSp>
        <p:nvGrpSpPr>
          <p:cNvPr id="58" name="Group 57">
            <a:extLst>
              <a:ext uri="{FF2B5EF4-FFF2-40B4-BE49-F238E27FC236}">
                <a16:creationId xmlns:a16="http://schemas.microsoft.com/office/drawing/2014/main" id="{AFF57D3F-7574-8870-865E-4FBF70E27764}"/>
              </a:ext>
            </a:extLst>
          </p:cNvPr>
          <p:cNvGrpSpPr/>
          <p:nvPr/>
        </p:nvGrpSpPr>
        <p:grpSpPr>
          <a:xfrm>
            <a:off x="502367" y="1029622"/>
            <a:ext cx="1051560" cy="333720"/>
            <a:chOff x="502367" y="1029622"/>
            <a:chExt cx="1051560" cy="333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7AF2FA2-D929-5B36-ED9B-9FFB96728FEF}"/>
                    </a:ext>
                  </a:extLst>
                </p14:cNvPr>
                <p14:cNvContentPartPr/>
                <p14:nvPr/>
              </p14:nvContentPartPr>
              <p14:xfrm>
                <a:off x="502367" y="1193422"/>
                <a:ext cx="270000" cy="1486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7AF2FA2-D929-5B36-ED9B-9FFB96728FE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84367" y="1175782"/>
                  <a:ext cx="30564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2B66E70-22D2-EBD3-12A0-3CC593F37BE1}"/>
                    </a:ext>
                  </a:extLst>
                </p14:cNvPr>
                <p14:cNvContentPartPr/>
                <p14:nvPr/>
              </p14:nvContentPartPr>
              <p14:xfrm>
                <a:off x="870287" y="1207822"/>
                <a:ext cx="77760" cy="1555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2B66E70-22D2-EBD3-12A0-3CC593F37BE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52287" y="1189822"/>
                  <a:ext cx="11340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EA41535-3869-C58F-66F0-B6D09C161282}"/>
                    </a:ext>
                  </a:extLst>
                </p14:cNvPr>
                <p14:cNvContentPartPr/>
                <p14:nvPr/>
              </p14:nvContentPartPr>
              <p14:xfrm>
                <a:off x="1101407" y="1029622"/>
                <a:ext cx="36360" cy="3157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EA41535-3869-C58F-66F0-B6D09C16128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83767" y="1011982"/>
                  <a:ext cx="7200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E5A1008-5AE3-6F09-02B9-95C3A97327D5}"/>
                    </a:ext>
                  </a:extLst>
                </p14:cNvPr>
                <p14:cNvContentPartPr/>
                <p14:nvPr/>
              </p14:nvContentPartPr>
              <p14:xfrm>
                <a:off x="1201847" y="1195942"/>
                <a:ext cx="352080" cy="1350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E5A1008-5AE3-6F09-02B9-95C3A97327D5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183847" y="1178302"/>
                  <a:ext cx="38772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884C3B3-12C1-ED77-7D70-2F5DD33286DA}"/>
                    </a:ext>
                  </a:extLst>
                </p14:cNvPr>
                <p14:cNvContentPartPr/>
                <p14:nvPr/>
              </p14:nvContentPartPr>
              <p14:xfrm>
                <a:off x="1024007" y="1077862"/>
                <a:ext cx="270360" cy="244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884C3B3-12C1-ED77-7D70-2F5DD33286D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06007" y="1060222"/>
                  <a:ext cx="306000" cy="6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0B64DDD1-6BDF-8157-3702-1632A64B37E2}"/>
              </a:ext>
            </a:extLst>
          </p:cNvPr>
          <p:cNvGrpSpPr/>
          <p:nvPr/>
        </p:nvGrpSpPr>
        <p:grpSpPr>
          <a:xfrm>
            <a:off x="2176727" y="1091902"/>
            <a:ext cx="595080" cy="342000"/>
            <a:chOff x="2176727" y="1091902"/>
            <a:chExt cx="595080" cy="34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1CE504B-9657-5BAD-D9FA-6EAD45420419}"/>
                    </a:ext>
                  </a:extLst>
                </p14:cNvPr>
                <p14:cNvContentPartPr/>
                <p14:nvPr/>
              </p14:nvContentPartPr>
              <p14:xfrm>
                <a:off x="2176727" y="1239862"/>
                <a:ext cx="174960" cy="1731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1CE504B-9657-5BAD-D9FA-6EAD4542041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159087" y="1221862"/>
                  <a:ext cx="21060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CB71248-A0BE-2B07-7122-F4F46F506AD9}"/>
                    </a:ext>
                  </a:extLst>
                </p14:cNvPr>
                <p14:cNvContentPartPr/>
                <p14:nvPr/>
              </p14:nvContentPartPr>
              <p14:xfrm>
                <a:off x="2412887" y="1281262"/>
                <a:ext cx="171720" cy="1378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CB71248-A0BE-2B07-7122-F4F46F506AD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394887" y="1263262"/>
                  <a:ext cx="20736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301D796-50D2-E745-F8C4-3EBE4A7AB543}"/>
                    </a:ext>
                  </a:extLst>
                </p14:cNvPr>
                <p14:cNvContentPartPr/>
                <p14:nvPr/>
              </p14:nvContentPartPr>
              <p14:xfrm>
                <a:off x="2597567" y="1091902"/>
                <a:ext cx="174240" cy="3420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301D796-50D2-E745-F8C4-3EBE4A7AB54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579927" y="1074262"/>
                  <a:ext cx="209880" cy="37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25B57CA2-EC70-BD3A-9048-FFA113843543}"/>
              </a:ext>
            </a:extLst>
          </p:cNvPr>
          <p:cNvGrpSpPr/>
          <p:nvPr/>
        </p:nvGrpSpPr>
        <p:grpSpPr>
          <a:xfrm>
            <a:off x="3204527" y="1143022"/>
            <a:ext cx="673200" cy="337680"/>
            <a:chOff x="3204527" y="1143022"/>
            <a:chExt cx="673200" cy="33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5375E70-165E-AB25-64BD-B9C342586016}"/>
                    </a:ext>
                  </a:extLst>
                </p14:cNvPr>
                <p14:cNvContentPartPr/>
                <p14:nvPr/>
              </p14:nvContentPartPr>
              <p14:xfrm>
                <a:off x="3204527" y="1175782"/>
                <a:ext cx="266400" cy="3049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5375E70-165E-AB25-64BD-B9C34258601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186527" y="1158142"/>
                  <a:ext cx="30204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0B2BF91-6A9E-06F0-FAC7-7BC2A6ED8A01}"/>
                    </a:ext>
                  </a:extLst>
                </p14:cNvPr>
                <p14:cNvContentPartPr/>
                <p14:nvPr/>
              </p14:nvContentPartPr>
              <p14:xfrm>
                <a:off x="3519527" y="1143022"/>
                <a:ext cx="358200" cy="2548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0B2BF91-6A9E-06F0-FAC7-7BC2A6ED8A0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501887" y="1125382"/>
                  <a:ext cx="39384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21AFCFF-B5F9-4176-5A8C-7C9A57887460}"/>
                    </a:ext>
                  </a:extLst>
                </p14:cNvPr>
                <p14:cNvContentPartPr/>
                <p14:nvPr/>
              </p14:nvContentPartPr>
              <p14:xfrm>
                <a:off x="3253847" y="1285222"/>
                <a:ext cx="198720" cy="244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21AFCFF-B5F9-4176-5A8C-7C9A5788746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236207" y="1267222"/>
                  <a:ext cx="234360" cy="6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D797FFA4-9418-DD7E-3466-2330127CAF5E}"/>
              </a:ext>
            </a:extLst>
          </p:cNvPr>
          <p:cNvGrpSpPr/>
          <p:nvPr/>
        </p:nvGrpSpPr>
        <p:grpSpPr>
          <a:xfrm>
            <a:off x="4390727" y="1065622"/>
            <a:ext cx="2181960" cy="741960"/>
            <a:chOff x="4390727" y="1065622"/>
            <a:chExt cx="2181960" cy="74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C7E6738D-3164-7F3E-BA68-DEC58956E49B}"/>
                    </a:ext>
                  </a:extLst>
                </p14:cNvPr>
                <p14:cNvContentPartPr/>
                <p14:nvPr/>
              </p14:nvContentPartPr>
              <p14:xfrm>
                <a:off x="4390727" y="1223662"/>
                <a:ext cx="127800" cy="1522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C7E6738D-3164-7F3E-BA68-DEC58956E49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372727" y="1205662"/>
                  <a:ext cx="16344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BFE04CB6-E3BC-D73F-0FB5-F96790964103}"/>
                    </a:ext>
                  </a:extLst>
                </p14:cNvPr>
                <p14:cNvContentPartPr/>
                <p14:nvPr/>
              </p14:nvContentPartPr>
              <p14:xfrm>
                <a:off x="4651367" y="1195942"/>
                <a:ext cx="9720" cy="4125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BFE04CB6-E3BC-D73F-0FB5-F9679096410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633727" y="1177942"/>
                  <a:ext cx="45360" cy="44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9A80998-48A7-8BFE-C380-F93600A34B8E}"/>
                    </a:ext>
                  </a:extLst>
                </p14:cNvPr>
                <p14:cNvContentPartPr/>
                <p14:nvPr/>
              </p14:nvContentPartPr>
              <p14:xfrm>
                <a:off x="4606727" y="1217182"/>
                <a:ext cx="167040" cy="1141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9A80998-48A7-8BFE-C380-F93600A34B8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588727" y="1199542"/>
                  <a:ext cx="20268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DFDD9F5-865A-39B2-62E4-7314E765B2B6}"/>
                    </a:ext>
                  </a:extLst>
                </p14:cNvPr>
                <p14:cNvContentPartPr/>
                <p14:nvPr/>
              </p14:nvContentPartPr>
              <p14:xfrm>
                <a:off x="4870607" y="1089022"/>
                <a:ext cx="45000" cy="2746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DFDD9F5-865A-39B2-62E4-7314E765B2B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852967" y="1071382"/>
                  <a:ext cx="8064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B2B93CAF-174B-05DA-9D7C-4CA41A0B4AEC}"/>
                    </a:ext>
                  </a:extLst>
                </p14:cNvPr>
                <p14:cNvContentPartPr/>
                <p14:nvPr/>
              </p14:nvContentPartPr>
              <p14:xfrm>
                <a:off x="4996247" y="1231942"/>
                <a:ext cx="79560" cy="1148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B2B93CAF-174B-05DA-9D7C-4CA41A0B4AE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978607" y="1214302"/>
                  <a:ext cx="11520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A9CF139F-97BC-B490-88C6-30AC922BAB0D}"/>
                    </a:ext>
                  </a:extLst>
                </p14:cNvPr>
                <p14:cNvContentPartPr/>
                <p14:nvPr/>
              </p14:nvContentPartPr>
              <p14:xfrm>
                <a:off x="5099927" y="1115662"/>
                <a:ext cx="18360" cy="442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A9CF139F-97BC-B490-88C6-30AC922BAB0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082287" y="1098022"/>
                  <a:ext cx="5400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45D9552D-5A82-B1E0-9419-DDBCB005C51D}"/>
                    </a:ext>
                  </a:extLst>
                </p14:cNvPr>
                <p14:cNvContentPartPr/>
                <p14:nvPr/>
              </p14:nvContentPartPr>
              <p14:xfrm>
                <a:off x="4775567" y="1164622"/>
                <a:ext cx="155160" cy="165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45D9552D-5A82-B1E0-9419-DDBCB005C51D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757567" y="1146622"/>
                  <a:ext cx="19080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AD9DC53B-AD57-A2A4-11D3-EE6997E1C9C1}"/>
                    </a:ext>
                  </a:extLst>
                </p14:cNvPr>
                <p14:cNvContentPartPr/>
                <p14:nvPr/>
              </p14:nvContentPartPr>
              <p14:xfrm>
                <a:off x="5184167" y="1243462"/>
                <a:ext cx="254520" cy="1252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AD9DC53B-AD57-A2A4-11D3-EE6997E1C9C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166527" y="1225822"/>
                  <a:ext cx="29016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6E2995B2-F66C-4D33-D8FB-7931327B1444}"/>
                    </a:ext>
                  </a:extLst>
                </p14:cNvPr>
                <p14:cNvContentPartPr/>
                <p14:nvPr/>
              </p14:nvContentPartPr>
              <p14:xfrm>
                <a:off x="5510327" y="1099102"/>
                <a:ext cx="631440" cy="2775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6E2995B2-F66C-4D33-D8FB-7931327B144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492687" y="1081462"/>
                  <a:ext cx="66708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0A7A460D-4445-1463-6200-F7BD66D1F9A6}"/>
                    </a:ext>
                  </a:extLst>
                </p14:cNvPr>
                <p14:cNvContentPartPr/>
                <p14:nvPr/>
              </p14:nvContentPartPr>
              <p14:xfrm>
                <a:off x="6145367" y="1096942"/>
                <a:ext cx="25560" cy="374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0A7A460D-4445-1463-6200-F7BD66D1F9A6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127727" y="1079302"/>
                  <a:ext cx="6120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D3498678-879B-D5A8-E227-34A669C140C0}"/>
                    </a:ext>
                  </a:extLst>
                </p14:cNvPr>
                <p14:cNvContentPartPr/>
                <p14:nvPr/>
              </p14:nvContentPartPr>
              <p14:xfrm>
                <a:off x="6264167" y="1065622"/>
                <a:ext cx="36360" cy="2959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D3498678-879B-D5A8-E227-34A669C140C0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246527" y="1047622"/>
                  <a:ext cx="7200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2470E0DD-3599-5852-1B5E-69A3496784CC}"/>
                    </a:ext>
                  </a:extLst>
                </p14:cNvPr>
                <p14:cNvContentPartPr/>
                <p14:nvPr/>
              </p14:nvContentPartPr>
              <p14:xfrm>
                <a:off x="6184967" y="1217182"/>
                <a:ext cx="387720" cy="5904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2470E0DD-3599-5852-1B5E-69A3496784CC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166967" y="1199182"/>
                  <a:ext cx="423360" cy="62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81F20258-B076-D7BE-5263-042D525DCF76}"/>
              </a:ext>
            </a:extLst>
          </p:cNvPr>
          <p:cNvGrpSpPr/>
          <p:nvPr/>
        </p:nvGrpSpPr>
        <p:grpSpPr>
          <a:xfrm>
            <a:off x="7147607" y="939262"/>
            <a:ext cx="1564200" cy="350280"/>
            <a:chOff x="7147607" y="939262"/>
            <a:chExt cx="1564200" cy="35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B406FFBB-C81E-F00F-9424-CB90A09C2810}"/>
                    </a:ext>
                  </a:extLst>
                </p14:cNvPr>
                <p14:cNvContentPartPr/>
                <p14:nvPr/>
              </p14:nvContentPartPr>
              <p14:xfrm>
                <a:off x="7147607" y="1096582"/>
                <a:ext cx="522720" cy="1929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B406FFBB-C81E-F00F-9424-CB90A09C281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129607" y="1078582"/>
                  <a:ext cx="55836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EB26D045-28B8-EAA4-EACF-BA4D72B4F033}"/>
                    </a:ext>
                  </a:extLst>
                </p14:cNvPr>
                <p14:cNvContentPartPr/>
                <p14:nvPr/>
              </p14:nvContentPartPr>
              <p14:xfrm>
                <a:off x="7704527" y="939262"/>
                <a:ext cx="349920" cy="3060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EB26D045-28B8-EAA4-EACF-BA4D72B4F03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686887" y="921622"/>
                  <a:ext cx="38556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7DBEB7D3-E84E-A9C1-0801-5ABDCE912FAE}"/>
                    </a:ext>
                  </a:extLst>
                </p14:cNvPr>
                <p14:cNvContentPartPr/>
                <p14:nvPr/>
              </p14:nvContentPartPr>
              <p14:xfrm>
                <a:off x="8036087" y="949342"/>
                <a:ext cx="42120" cy="298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7DBEB7D3-E84E-A9C1-0801-5ABDCE912FA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018087" y="931342"/>
                  <a:ext cx="7776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CDDE4851-CA90-B3DC-1E14-86DEBF52CF33}"/>
                    </a:ext>
                  </a:extLst>
                </p14:cNvPr>
                <p14:cNvContentPartPr/>
                <p14:nvPr/>
              </p14:nvContentPartPr>
              <p14:xfrm>
                <a:off x="8180807" y="972022"/>
                <a:ext cx="22320" cy="2851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CDDE4851-CA90-B3DC-1E14-86DEBF52CF33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162807" y="954022"/>
                  <a:ext cx="5796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E7456A9-38E4-B59C-73F3-F64F5B8C3BFB}"/>
                    </a:ext>
                  </a:extLst>
                </p14:cNvPr>
                <p14:cNvContentPartPr/>
                <p14:nvPr/>
              </p14:nvContentPartPr>
              <p14:xfrm>
                <a:off x="8288447" y="1107742"/>
                <a:ext cx="52920" cy="1508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E7456A9-38E4-B59C-73F3-F64F5B8C3BF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270807" y="1089742"/>
                  <a:ext cx="8856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251A8680-23A4-E207-098E-9EAF11D2BC12}"/>
                    </a:ext>
                  </a:extLst>
                </p14:cNvPr>
                <p14:cNvContentPartPr/>
                <p14:nvPr/>
              </p14:nvContentPartPr>
              <p14:xfrm>
                <a:off x="8404367" y="1100182"/>
                <a:ext cx="97560" cy="1339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251A8680-23A4-E207-098E-9EAF11D2BC12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386367" y="1082542"/>
                  <a:ext cx="13320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861536F3-1CF3-17E5-A2C4-47F1CE0DF531}"/>
                    </a:ext>
                  </a:extLst>
                </p14:cNvPr>
                <p14:cNvContentPartPr/>
                <p14:nvPr/>
              </p14:nvContentPartPr>
              <p14:xfrm>
                <a:off x="8558807" y="1093702"/>
                <a:ext cx="153000" cy="1303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861536F3-1CF3-17E5-A2C4-47F1CE0DF531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541167" y="1075702"/>
                  <a:ext cx="18864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2726EBEF-9F57-A02C-C95C-92122621942A}"/>
                    </a:ext>
                  </a:extLst>
                </p14:cNvPr>
                <p14:cNvContentPartPr/>
                <p14:nvPr/>
              </p14:nvContentPartPr>
              <p14:xfrm>
                <a:off x="8359007" y="980662"/>
                <a:ext cx="90720" cy="183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2726EBEF-9F57-A02C-C95C-92122621942A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341367" y="963022"/>
                  <a:ext cx="12636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A762C64C-0B99-CCA3-265C-3E9F9A8B9F3B}"/>
                    </a:ext>
                  </a:extLst>
                </p14:cNvPr>
                <p14:cNvContentPartPr/>
                <p14:nvPr/>
              </p14:nvContentPartPr>
              <p14:xfrm>
                <a:off x="8122847" y="1037902"/>
                <a:ext cx="183600" cy="183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A762C64C-0B99-CCA3-265C-3E9F9A8B9F3B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104847" y="1019902"/>
                  <a:ext cx="219240" cy="5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012EC753-E3E6-B5E3-BFED-19AB45569C24}"/>
              </a:ext>
            </a:extLst>
          </p:cNvPr>
          <p:cNvGrpSpPr/>
          <p:nvPr/>
        </p:nvGrpSpPr>
        <p:grpSpPr>
          <a:xfrm>
            <a:off x="9132287" y="1141222"/>
            <a:ext cx="192240" cy="125280"/>
            <a:chOff x="9132287" y="1141222"/>
            <a:chExt cx="192240" cy="125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6E204AAE-2C0C-342B-5C87-328FA98C45F1}"/>
                    </a:ext>
                  </a:extLst>
                </p14:cNvPr>
                <p14:cNvContentPartPr/>
                <p14:nvPr/>
              </p14:nvContentPartPr>
              <p14:xfrm>
                <a:off x="9132287" y="1150222"/>
                <a:ext cx="25200" cy="1162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6E204AAE-2C0C-342B-5C87-328FA98C45F1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114287" y="1132582"/>
                  <a:ext cx="6084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675558A-9F61-3E5B-6DCE-C9C6F8FC5A83}"/>
                    </a:ext>
                  </a:extLst>
                </p14:cNvPr>
                <p14:cNvContentPartPr/>
                <p14:nvPr/>
              </p14:nvContentPartPr>
              <p14:xfrm>
                <a:off x="9224807" y="1141222"/>
                <a:ext cx="99720" cy="1242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675558A-9F61-3E5B-6DCE-C9C6F8FC5A83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207167" y="1123582"/>
                  <a:ext cx="135360" cy="159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D307736E-90C5-BC51-5E37-2CCFA4776C1A}"/>
                  </a:ext>
                </a:extLst>
              </p14:cNvPr>
              <p14:cNvContentPartPr/>
              <p14:nvPr/>
            </p14:nvContentPartPr>
            <p14:xfrm>
              <a:off x="9120407" y="1000462"/>
              <a:ext cx="14040" cy="2808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D307736E-90C5-BC51-5E37-2CCFA4776C1A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9102767" y="982822"/>
                <a:ext cx="49680" cy="63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3" name="Group 102">
            <a:extLst>
              <a:ext uri="{FF2B5EF4-FFF2-40B4-BE49-F238E27FC236}">
                <a16:creationId xmlns:a16="http://schemas.microsoft.com/office/drawing/2014/main" id="{16FFA01D-7A2E-9278-00CC-17CD5B3168CB}"/>
              </a:ext>
            </a:extLst>
          </p:cNvPr>
          <p:cNvGrpSpPr/>
          <p:nvPr/>
        </p:nvGrpSpPr>
        <p:grpSpPr>
          <a:xfrm>
            <a:off x="9753287" y="982102"/>
            <a:ext cx="1651680" cy="715680"/>
            <a:chOff x="9753287" y="982102"/>
            <a:chExt cx="1651680" cy="715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5D2B7DF4-36FC-8503-0542-B480D277B61A}"/>
                    </a:ext>
                  </a:extLst>
                </p14:cNvPr>
                <p14:cNvContentPartPr/>
                <p14:nvPr/>
              </p14:nvContentPartPr>
              <p14:xfrm>
                <a:off x="9753287" y="1135462"/>
                <a:ext cx="166320" cy="1620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5D2B7DF4-36FC-8503-0542-B480D277B61A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735287" y="1117462"/>
                  <a:ext cx="20196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7C314631-07A9-923F-4E58-8CF2D643AD2F}"/>
                    </a:ext>
                  </a:extLst>
                </p14:cNvPr>
                <p14:cNvContentPartPr/>
                <p14:nvPr/>
              </p14:nvContentPartPr>
              <p14:xfrm>
                <a:off x="9954527" y="1166062"/>
                <a:ext cx="173880" cy="1180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7C314631-07A9-923F-4E58-8CF2D643AD2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936887" y="1148422"/>
                  <a:ext cx="20952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FC4AB2C9-D1C6-E27A-D236-55E3E9E1428D}"/>
                    </a:ext>
                  </a:extLst>
                </p14:cNvPr>
                <p14:cNvContentPartPr/>
                <p14:nvPr/>
              </p14:nvContentPartPr>
              <p14:xfrm>
                <a:off x="10202927" y="992182"/>
                <a:ext cx="176760" cy="2934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FC4AB2C9-D1C6-E27A-D236-55E3E9E1428D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0184927" y="974542"/>
                  <a:ext cx="21240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56A896C-FF20-5E21-DE6A-68472731B2A6}"/>
                    </a:ext>
                  </a:extLst>
                </p14:cNvPr>
                <p14:cNvContentPartPr/>
                <p14:nvPr/>
              </p14:nvContentPartPr>
              <p14:xfrm>
                <a:off x="10433687" y="1055902"/>
                <a:ext cx="7920" cy="403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56A896C-FF20-5E21-DE6A-68472731B2A6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0416047" y="1037902"/>
                  <a:ext cx="4356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8F29B6B8-712C-32F7-0687-2AEBC2B8F6D3}"/>
                    </a:ext>
                  </a:extLst>
                </p14:cNvPr>
                <p14:cNvContentPartPr/>
                <p14:nvPr/>
              </p14:nvContentPartPr>
              <p14:xfrm>
                <a:off x="10128047" y="1102702"/>
                <a:ext cx="127800" cy="115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8F29B6B8-712C-32F7-0687-2AEBC2B8F6D3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0110047" y="1084702"/>
                  <a:ext cx="16344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87F3914-4C6C-EEAC-2C6D-D22F5A8E8ECE}"/>
                    </a:ext>
                  </a:extLst>
                </p14:cNvPr>
                <p14:cNvContentPartPr/>
                <p14:nvPr/>
              </p14:nvContentPartPr>
              <p14:xfrm>
                <a:off x="10413887" y="1159222"/>
                <a:ext cx="155160" cy="1400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87F3914-4C6C-EEAC-2C6D-D22F5A8E8ECE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0395887" y="1141582"/>
                  <a:ext cx="19080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E7397515-71E8-1B11-931E-D9DB656FF5D6}"/>
                    </a:ext>
                  </a:extLst>
                </p14:cNvPr>
                <p14:cNvContentPartPr/>
                <p14:nvPr/>
              </p14:nvContentPartPr>
              <p14:xfrm>
                <a:off x="10555007" y="1006582"/>
                <a:ext cx="208800" cy="6912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E7397515-71E8-1B11-931E-D9DB656FF5D6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0537007" y="988942"/>
                  <a:ext cx="244440" cy="72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0E9DC054-6769-C6F0-27C2-B5CC8E2FB67C}"/>
                    </a:ext>
                  </a:extLst>
                </p14:cNvPr>
                <p14:cNvContentPartPr/>
                <p14:nvPr/>
              </p14:nvContentPartPr>
              <p14:xfrm>
                <a:off x="10835087" y="1186582"/>
                <a:ext cx="17640" cy="1044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0E9DC054-6769-C6F0-27C2-B5CC8E2FB67C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817087" y="1168942"/>
                  <a:ext cx="5328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C191F45D-1B19-64A6-B2CB-9002CC1A0622}"/>
                    </a:ext>
                  </a:extLst>
                </p14:cNvPr>
                <p14:cNvContentPartPr/>
                <p14:nvPr/>
              </p14:nvContentPartPr>
              <p14:xfrm>
                <a:off x="10892327" y="1094062"/>
                <a:ext cx="26280" cy="255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C191F45D-1B19-64A6-B2CB-9002CC1A0622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874687" y="1076062"/>
                  <a:ext cx="6192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77D3B527-BECF-7F31-2243-67355C5B5AE2}"/>
                    </a:ext>
                  </a:extLst>
                </p14:cNvPr>
                <p14:cNvContentPartPr/>
                <p14:nvPr/>
              </p14:nvContentPartPr>
              <p14:xfrm>
                <a:off x="10961447" y="1152382"/>
                <a:ext cx="85680" cy="1177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77D3B527-BECF-7F31-2243-67355C5B5AE2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943807" y="1134382"/>
                  <a:ext cx="12132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B7C1BBA1-BE66-6675-45CA-21E889446758}"/>
                    </a:ext>
                  </a:extLst>
                </p14:cNvPr>
                <p14:cNvContentPartPr/>
                <p14:nvPr/>
              </p14:nvContentPartPr>
              <p14:xfrm>
                <a:off x="11211287" y="982102"/>
                <a:ext cx="193680" cy="3009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B7C1BBA1-BE66-6675-45CA-21E889446758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1193647" y="964102"/>
                  <a:ext cx="229320" cy="336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6AA25CA3-D542-F2F0-FCBE-162BD897D090}"/>
                  </a:ext>
                </a:extLst>
              </p14:cNvPr>
              <p14:cNvContentPartPr/>
              <p14:nvPr/>
            </p14:nvContentPartPr>
            <p14:xfrm>
              <a:off x="11577047" y="1245622"/>
              <a:ext cx="39960" cy="6300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6AA25CA3-D542-F2F0-FCBE-162BD897D090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11559407" y="1227622"/>
                <a:ext cx="75600" cy="98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50" name="Group 149">
            <a:extLst>
              <a:ext uri="{FF2B5EF4-FFF2-40B4-BE49-F238E27FC236}">
                <a16:creationId xmlns:a16="http://schemas.microsoft.com/office/drawing/2014/main" id="{90355C73-0C60-0422-97B2-7FF29687A9EA}"/>
              </a:ext>
            </a:extLst>
          </p:cNvPr>
          <p:cNvGrpSpPr/>
          <p:nvPr/>
        </p:nvGrpSpPr>
        <p:grpSpPr>
          <a:xfrm>
            <a:off x="443687" y="1744582"/>
            <a:ext cx="1698480" cy="435240"/>
            <a:chOff x="443687" y="1744582"/>
            <a:chExt cx="1698480" cy="43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E0C67C4B-A4CD-B869-8F09-52E819FBE237}"/>
                    </a:ext>
                  </a:extLst>
                </p14:cNvPr>
                <p14:cNvContentPartPr/>
                <p14:nvPr/>
              </p14:nvContentPartPr>
              <p14:xfrm>
                <a:off x="594527" y="1744582"/>
                <a:ext cx="39240" cy="3312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E0C67C4B-A4CD-B869-8F09-52E819FBE237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76527" y="1726942"/>
                  <a:ext cx="7488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56E853D2-F22B-EB27-4FA0-89B0D6235063}"/>
                    </a:ext>
                  </a:extLst>
                </p14:cNvPr>
                <p14:cNvContentPartPr/>
                <p14:nvPr/>
              </p14:nvContentPartPr>
              <p14:xfrm>
                <a:off x="443687" y="1781302"/>
                <a:ext cx="531000" cy="31464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56E853D2-F22B-EB27-4FA0-89B0D6235063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25687" y="1763302"/>
                  <a:ext cx="56664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3273B4E8-2F5F-FE97-26D7-80FA6DEB1F62}"/>
                    </a:ext>
                  </a:extLst>
                </p14:cNvPr>
                <p14:cNvContentPartPr/>
                <p14:nvPr/>
              </p14:nvContentPartPr>
              <p14:xfrm>
                <a:off x="1033367" y="1950142"/>
                <a:ext cx="225360" cy="12960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3273B4E8-2F5F-FE97-26D7-80FA6DEB1F62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015367" y="1932502"/>
                  <a:ext cx="26100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58CB6E2A-4CB0-9E76-858E-3ECB5876BC71}"/>
                    </a:ext>
                  </a:extLst>
                </p14:cNvPr>
                <p14:cNvContentPartPr/>
                <p14:nvPr/>
              </p14:nvContentPartPr>
              <p14:xfrm>
                <a:off x="1547087" y="1899382"/>
                <a:ext cx="187920" cy="2804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58CB6E2A-4CB0-9E76-858E-3ECB5876BC71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529447" y="1881742"/>
                  <a:ext cx="22356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427064F6-95B3-8709-50E2-3B1D41347B5B}"/>
                    </a:ext>
                  </a:extLst>
                </p14:cNvPr>
                <p14:cNvContentPartPr/>
                <p14:nvPr/>
              </p14:nvContentPartPr>
              <p14:xfrm>
                <a:off x="1801607" y="1860142"/>
                <a:ext cx="340560" cy="3024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427064F6-95B3-8709-50E2-3B1D41347B5B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783967" y="1842142"/>
                  <a:ext cx="37620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DB0735BC-197B-9E3C-264C-977D6133ED58}"/>
                    </a:ext>
                  </a:extLst>
                </p14:cNvPr>
                <p14:cNvContentPartPr/>
                <p14:nvPr/>
              </p14:nvContentPartPr>
              <p14:xfrm>
                <a:off x="1498127" y="2016742"/>
                <a:ext cx="156600" cy="223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DB0735BC-197B-9E3C-264C-977D6133ED58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480487" y="1999102"/>
                  <a:ext cx="192240" cy="5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4336E980-AE61-4B7C-BA32-F3BE90FB3EEE}"/>
              </a:ext>
            </a:extLst>
          </p:cNvPr>
          <p:cNvGrpSpPr/>
          <p:nvPr/>
        </p:nvGrpSpPr>
        <p:grpSpPr>
          <a:xfrm>
            <a:off x="2450687" y="1846102"/>
            <a:ext cx="1497600" cy="393120"/>
            <a:chOff x="2450687" y="1846102"/>
            <a:chExt cx="1497600" cy="39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E1D35191-CDF0-81B7-A03C-DE872A723192}"/>
                    </a:ext>
                  </a:extLst>
                </p14:cNvPr>
                <p14:cNvContentPartPr/>
                <p14:nvPr/>
              </p14:nvContentPartPr>
              <p14:xfrm>
                <a:off x="2450687" y="2054182"/>
                <a:ext cx="433440" cy="18504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E1D35191-CDF0-81B7-A03C-DE872A723192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432687" y="2036182"/>
                  <a:ext cx="46908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6D48D1CD-7617-6351-8FFA-5B0911E09312}"/>
                    </a:ext>
                  </a:extLst>
                </p14:cNvPr>
                <p14:cNvContentPartPr/>
                <p14:nvPr/>
              </p14:nvContentPartPr>
              <p14:xfrm>
                <a:off x="2931647" y="2020702"/>
                <a:ext cx="797040" cy="1602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6D48D1CD-7617-6351-8FFA-5B0911E09312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914007" y="2002702"/>
                  <a:ext cx="83268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8F25FEE6-9C10-5F9C-F051-4359CEB2B498}"/>
                    </a:ext>
                  </a:extLst>
                </p14:cNvPr>
                <p14:cNvContentPartPr/>
                <p14:nvPr/>
              </p14:nvContentPartPr>
              <p14:xfrm>
                <a:off x="3694847" y="1846102"/>
                <a:ext cx="83160" cy="2739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8F25FEE6-9C10-5F9C-F051-4359CEB2B498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677207" y="1828102"/>
                  <a:ext cx="11880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E128F74F-84CB-85FF-F7B7-1F7244E30505}"/>
                    </a:ext>
                  </a:extLst>
                </p14:cNvPr>
                <p14:cNvContentPartPr/>
                <p14:nvPr/>
              </p14:nvContentPartPr>
              <p14:xfrm>
                <a:off x="3631127" y="1902982"/>
                <a:ext cx="317160" cy="511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E128F74F-84CB-85FF-F7B7-1F7244E30505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613487" y="1884982"/>
                  <a:ext cx="352800" cy="8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4259F403-1C87-9F00-DBFC-398EE49DD499}"/>
              </a:ext>
            </a:extLst>
          </p:cNvPr>
          <p:cNvGrpSpPr/>
          <p:nvPr/>
        </p:nvGrpSpPr>
        <p:grpSpPr>
          <a:xfrm>
            <a:off x="4290647" y="1852942"/>
            <a:ext cx="1310400" cy="346680"/>
            <a:chOff x="4290647" y="1852942"/>
            <a:chExt cx="1310400" cy="34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A1B0FBB5-84F8-5C0A-1589-834846B7281D}"/>
                    </a:ext>
                  </a:extLst>
                </p14:cNvPr>
                <p14:cNvContentPartPr/>
                <p14:nvPr/>
              </p14:nvContentPartPr>
              <p14:xfrm>
                <a:off x="4290647" y="1982542"/>
                <a:ext cx="134640" cy="21708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A1B0FBB5-84F8-5C0A-1589-834846B7281D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273007" y="1964542"/>
                  <a:ext cx="17028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8D53F26C-BE06-C1A7-9ADB-84DC2A67A00D}"/>
                    </a:ext>
                  </a:extLst>
                </p14:cNvPr>
                <p14:cNvContentPartPr/>
                <p14:nvPr/>
              </p14:nvContentPartPr>
              <p14:xfrm>
                <a:off x="4473887" y="1852942"/>
                <a:ext cx="663480" cy="3045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8D53F26C-BE06-C1A7-9ADB-84DC2A67A00D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455887" y="1835302"/>
                  <a:ext cx="69912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440BDA93-E003-4AFD-9E1C-7C7822685D36}"/>
                    </a:ext>
                  </a:extLst>
                </p14:cNvPr>
                <p14:cNvContentPartPr/>
                <p14:nvPr/>
              </p14:nvContentPartPr>
              <p14:xfrm>
                <a:off x="5179487" y="2026822"/>
                <a:ext cx="181440" cy="1202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440BDA93-E003-4AFD-9E1C-7C7822685D36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161487" y="2008822"/>
                  <a:ext cx="21708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B16B0F22-B0DB-BCFF-78FB-5C236412567E}"/>
                    </a:ext>
                  </a:extLst>
                </p14:cNvPr>
                <p14:cNvContentPartPr/>
                <p14:nvPr/>
              </p14:nvContentPartPr>
              <p14:xfrm>
                <a:off x="5469287" y="2013502"/>
                <a:ext cx="131760" cy="10764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B16B0F22-B0DB-BCFF-78FB-5C236412567E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451287" y="1995862"/>
                  <a:ext cx="16740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8392073F-0904-139C-2A6B-779B99220364}"/>
                    </a:ext>
                  </a:extLst>
                </p14:cNvPr>
                <p14:cNvContentPartPr/>
                <p14:nvPr/>
              </p14:nvContentPartPr>
              <p14:xfrm>
                <a:off x="5307287" y="1874902"/>
                <a:ext cx="72360" cy="230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8392073F-0904-139C-2A6B-779B99220364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289647" y="1856902"/>
                  <a:ext cx="10800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5E961974-39B1-61F0-7688-6095E952CA74}"/>
                    </a:ext>
                  </a:extLst>
                </p14:cNvPr>
                <p14:cNvContentPartPr/>
                <p14:nvPr/>
              </p14:nvContentPartPr>
              <p14:xfrm>
                <a:off x="5052767" y="1914862"/>
                <a:ext cx="147960" cy="273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5E961974-39B1-61F0-7688-6095E952CA74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5035127" y="1896862"/>
                  <a:ext cx="183600" cy="6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3164C7D0-8256-0320-B011-37CA9558A919}"/>
              </a:ext>
            </a:extLst>
          </p:cNvPr>
          <p:cNvGrpSpPr/>
          <p:nvPr/>
        </p:nvGrpSpPr>
        <p:grpSpPr>
          <a:xfrm>
            <a:off x="6102887" y="1920982"/>
            <a:ext cx="208080" cy="263160"/>
            <a:chOff x="6102887" y="1920982"/>
            <a:chExt cx="208080" cy="26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03B9AE9D-80EF-F116-FFC2-A19358D23339}"/>
                    </a:ext>
                  </a:extLst>
                </p14:cNvPr>
                <p14:cNvContentPartPr/>
                <p14:nvPr/>
              </p14:nvContentPartPr>
              <p14:xfrm>
                <a:off x="6102887" y="2026102"/>
                <a:ext cx="17640" cy="15804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03B9AE9D-80EF-F116-FFC2-A19358D23339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6084887" y="2008462"/>
                  <a:ext cx="5328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01B9D879-CE15-EDD8-B06F-DB1C63C9D8AA}"/>
                    </a:ext>
                  </a:extLst>
                </p14:cNvPr>
                <p14:cNvContentPartPr/>
                <p14:nvPr/>
              </p14:nvContentPartPr>
              <p14:xfrm>
                <a:off x="6217367" y="2041222"/>
                <a:ext cx="93600" cy="13932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01B9D879-CE15-EDD8-B06F-DB1C63C9D8AA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6199727" y="2023582"/>
                  <a:ext cx="12924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041C5981-E933-42A0-F3A9-3CA7E9B5CCF2}"/>
                    </a:ext>
                  </a:extLst>
                </p14:cNvPr>
                <p14:cNvContentPartPr/>
                <p14:nvPr/>
              </p14:nvContentPartPr>
              <p14:xfrm>
                <a:off x="6158327" y="1920982"/>
                <a:ext cx="13320" cy="349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041C5981-E933-42A0-F3A9-3CA7E9B5CCF2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140687" y="1903342"/>
                  <a:ext cx="48960" cy="70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0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1AFDB513-ECCA-56BD-6F6A-A256CDC17470}"/>
                  </a:ext>
                </a:extLst>
              </p14:cNvPr>
              <p14:cNvContentPartPr/>
              <p14:nvPr/>
            </p14:nvContentPartPr>
            <p14:xfrm>
              <a:off x="6842327" y="2030422"/>
              <a:ext cx="249120" cy="127080"/>
            </p14:xfrm>
          </p:contentPart>
        </mc:Choice>
        <mc:Fallback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1AFDB513-ECCA-56BD-6F6A-A256CDC17470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6824687" y="2012422"/>
                <a:ext cx="284760" cy="162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46" name="Group 145">
            <a:extLst>
              <a:ext uri="{FF2B5EF4-FFF2-40B4-BE49-F238E27FC236}">
                <a16:creationId xmlns:a16="http://schemas.microsoft.com/office/drawing/2014/main" id="{B62AE980-7E0D-D954-E53E-F12095F162BF}"/>
              </a:ext>
            </a:extLst>
          </p:cNvPr>
          <p:cNvGrpSpPr/>
          <p:nvPr/>
        </p:nvGrpSpPr>
        <p:grpSpPr>
          <a:xfrm>
            <a:off x="7368287" y="1736302"/>
            <a:ext cx="2686680" cy="1029600"/>
            <a:chOff x="7368287" y="1736302"/>
            <a:chExt cx="2686680" cy="1029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0ABD3AC8-F52F-0323-C556-7A83FBB778BF}"/>
                    </a:ext>
                  </a:extLst>
                </p14:cNvPr>
                <p14:cNvContentPartPr/>
                <p14:nvPr/>
              </p14:nvContentPartPr>
              <p14:xfrm>
                <a:off x="7368287" y="1776982"/>
                <a:ext cx="187560" cy="38952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0ABD3AC8-F52F-0323-C556-7A83FBB778BF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7350287" y="1758982"/>
                  <a:ext cx="223200" cy="42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0A14CF9E-90DD-CE7C-4806-01A70BD6BFF2}"/>
                    </a:ext>
                  </a:extLst>
                </p14:cNvPr>
                <p14:cNvContentPartPr/>
                <p14:nvPr/>
              </p14:nvContentPartPr>
              <p14:xfrm>
                <a:off x="7618847" y="2026102"/>
                <a:ext cx="313560" cy="13212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0A14CF9E-90DD-CE7C-4806-01A70BD6BFF2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7601207" y="2008102"/>
                  <a:ext cx="34920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BBBAB1BE-0FFC-8F6E-1F8E-D6297A9F1057}"/>
                    </a:ext>
                  </a:extLst>
                </p14:cNvPr>
                <p14:cNvContentPartPr/>
                <p14:nvPr/>
              </p14:nvContentPartPr>
              <p14:xfrm>
                <a:off x="7952207" y="2018182"/>
                <a:ext cx="50760" cy="1429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BBBAB1BE-0FFC-8F6E-1F8E-D6297A9F1057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7934207" y="2000182"/>
                  <a:ext cx="8640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C4064D21-3650-49A2-BFD0-3B970E40E578}"/>
                    </a:ext>
                  </a:extLst>
                </p14:cNvPr>
                <p14:cNvContentPartPr/>
                <p14:nvPr/>
              </p14:nvContentPartPr>
              <p14:xfrm>
                <a:off x="8093687" y="2013502"/>
                <a:ext cx="136440" cy="12672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C4064D21-3650-49A2-BFD0-3B970E40E578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8075687" y="1995502"/>
                  <a:ext cx="17208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2B839ED3-47CA-96FA-5D63-6B8ECCB9EC16}"/>
                    </a:ext>
                  </a:extLst>
                </p14:cNvPr>
                <p14:cNvContentPartPr/>
                <p14:nvPr/>
              </p14:nvContentPartPr>
              <p14:xfrm>
                <a:off x="7990727" y="1842142"/>
                <a:ext cx="70920" cy="2952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2B839ED3-47CA-96FA-5D63-6B8ECCB9EC16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7972727" y="1824502"/>
                  <a:ext cx="10656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680EBD2B-7372-C623-8448-7E8BCBC03EDE}"/>
                    </a:ext>
                  </a:extLst>
                </p14:cNvPr>
                <p14:cNvContentPartPr/>
                <p14:nvPr/>
              </p14:nvContentPartPr>
              <p14:xfrm>
                <a:off x="8404727" y="1736302"/>
                <a:ext cx="819000" cy="102960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680EBD2B-7372-C623-8448-7E8BCBC03EDE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8387087" y="1718302"/>
                  <a:ext cx="854640" cy="10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F0D6E7F0-874B-7CD2-2913-2CAB07F305BF}"/>
                    </a:ext>
                  </a:extLst>
                </p14:cNvPr>
                <p14:cNvContentPartPr/>
                <p14:nvPr/>
              </p14:nvContentPartPr>
              <p14:xfrm>
                <a:off x="9343247" y="2009902"/>
                <a:ext cx="49320" cy="11772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F0D6E7F0-874B-7CD2-2913-2CAB07F305BF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9325247" y="1991902"/>
                  <a:ext cx="849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DACF36DE-3473-A3E0-A5F8-C4E1B7F7365B}"/>
                    </a:ext>
                  </a:extLst>
                </p14:cNvPr>
                <p14:cNvContentPartPr/>
                <p14:nvPr/>
              </p14:nvContentPartPr>
              <p14:xfrm>
                <a:off x="9346847" y="1797142"/>
                <a:ext cx="35640" cy="3132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DACF36DE-3473-A3E0-A5F8-C4E1B7F7365B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9328847" y="1779502"/>
                  <a:ext cx="7128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E42844D1-94BA-CF9C-23FE-E868F161809B}"/>
                    </a:ext>
                  </a:extLst>
                </p14:cNvPr>
                <p14:cNvContentPartPr/>
                <p14:nvPr/>
              </p14:nvContentPartPr>
              <p14:xfrm>
                <a:off x="9484007" y="1860502"/>
                <a:ext cx="137520" cy="26856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E42844D1-94BA-CF9C-23FE-E868F161809B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9466367" y="1842502"/>
                  <a:ext cx="17316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0C529B3E-9305-87C9-8DF5-8F79B19D36AD}"/>
                    </a:ext>
                  </a:extLst>
                </p14:cNvPr>
                <p14:cNvContentPartPr/>
                <p14:nvPr/>
              </p14:nvContentPartPr>
              <p14:xfrm>
                <a:off x="9736727" y="1782382"/>
                <a:ext cx="318240" cy="31824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0C529B3E-9305-87C9-8DF5-8F79B19D36AD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9718727" y="1764742"/>
                  <a:ext cx="353880" cy="35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B54EB404-642B-54E1-54E8-F4C6B6142479}"/>
              </a:ext>
            </a:extLst>
          </p:cNvPr>
          <p:cNvGrpSpPr/>
          <p:nvPr/>
        </p:nvGrpSpPr>
        <p:grpSpPr>
          <a:xfrm>
            <a:off x="10300127" y="1760782"/>
            <a:ext cx="1528200" cy="387360"/>
            <a:chOff x="10300127" y="1760782"/>
            <a:chExt cx="1528200" cy="387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92BF59EB-5223-1CAD-D887-3226F12A5395}"/>
                    </a:ext>
                  </a:extLst>
                </p14:cNvPr>
                <p14:cNvContentPartPr/>
                <p14:nvPr/>
              </p14:nvContentPartPr>
              <p14:xfrm>
                <a:off x="10300127" y="1995862"/>
                <a:ext cx="171000" cy="15228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92BF59EB-5223-1CAD-D887-3226F12A5395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0282127" y="1978222"/>
                  <a:ext cx="20664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F0907913-90CE-9005-4788-5B597517208A}"/>
                    </a:ext>
                  </a:extLst>
                </p14:cNvPr>
                <p14:cNvContentPartPr/>
                <p14:nvPr/>
              </p14:nvContentPartPr>
              <p14:xfrm>
                <a:off x="10523687" y="1922782"/>
                <a:ext cx="594720" cy="22428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F0907913-90CE-9005-4788-5B597517208A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0506047" y="1905142"/>
                  <a:ext cx="63036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12971A89-773D-F061-0231-305016293146}"/>
                    </a:ext>
                  </a:extLst>
                </p14:cNvPr>
                <p14:cNvContentPartPr/>
                <p14:nvPr/>
              </p14:nvContentPartPr>
              <p14:xfrm>
                <a:off x="11179607" y="1760782"/>
                <a:ext cx="45000" cy="37224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12971A89-773D-F061-0231-305016293146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1161607" y="1742782"/>
                  <a:ext cx="80640" cy="40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29B0E582-C125-E51C-831B-7865D8F040D2}"/>
                    </a:ext>
                  </a:extLst>
                </p14:cNvPr>
                <p14:cNvContentPartPr/>
                <p14:nvPr/>
              </p14:nvContentPartPr>
              <p14:xfrm>
                <a:off x="11358167" y="1991542"/>
                <a:ext cx="23400" cy="15264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29B0E582-C125-E51C-831B-7865D8F040D2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1340167" y="1973542"/>
                  <a:ext cx="5904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1640508F-6748-03FF-B440-575D3B01B9B8}"/>
                    </a:ext>
                  </a:extLst>
                </p14:cNvPr>
                <p14:cNvContentPartPr/>
                <p14:nvPr/>
              </p14:nvContentPartPr>
              <p14:xfrm>
                <a:off x="11471207" y="1950862"/>
                <a:ext cx="357120" cy="17424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1640508F-6748-03FF-B440-575D3B01B9B8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1453567" y="1933222"/>
                  <a:ext cx="39276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46E87DEE-2DFE-7CC6-893C-24D00F546E93}"/>
                    </a:ext>
                  </a:extLst>
                </p14:cNvPr>
                <p14:cNvContentPartPr/>
                <p14:nvPr/>
              </p14:nvContentPartPr>
              <p14:xfrm>
                <a:off x="11486327" y="1828102"/>
                <a:ext cx="55440" cy="1260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46E87DEE-2DFE-7CC6-893C-24D00F546E93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1468327" y="1810462"/>
                  <a:ext cx="910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5CCD20EA-E416-ED8B-8B05-8F94A61C1CCB}"/>
                    </a:ext>
                  </a:extLst>
                </p14:cNvPr>
                <p14:cNvContentPartPr/>
                <p14:nvPr/>
              </p14:nvContentPartPr>
              <p14:xfrm>
                <a:off x="11089247" y="1883902"/>
                <a:ext cx="109800" cy="2988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5CCD20EA-E416-ED8B-8B05-8F94A61C1CCB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1071247" y="1865902"/>
                  <a:ext cx="145440" cy="65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6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CFD73D73-736C-B669-7A8F-22BBEEF241DD}"/>
                  </a:ext>
                </a:extLst>
              </p14:cNvPr>
              <p14:cNvContentPartPr/>
              <p14:nvPr/>
            </p14:nvContentPartPr>
            <p14:xfrm>
              <a:off x="12112727" y="2084782"/>
              <a:ext cx="60480" cy="23040"/>
            </p14:xfrm>
          </p:contentPart>
        </mc:Choice>
        <mc:Fallback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CFD73D73-736C-B669-7A8F-22BBEEF241DD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12095087" y="2067142"/>
                <a:ext cx="96120" cy="58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62" name="Group 161">
            <a:extLst>
              <a:ext uri="{FF2B5EF4-FFF2-40B4-BE49-F238E27FC236}">
                <a16:creationId xmlns:a16="http://schemas.microsoft.com/office/drawing/2014/main" id="{CBA0C7D6-99E5-4D99-702C-874106F0AAB4}"/>
              </a:ext>
            </a:extLst>
          </p:cNvPr>
          <p:cNvGrpSpPr/>
          <p:nvPr/>
        </p:nvGrpSpPr>
        <p:grpSpPr>
          <a:xfrm>
            <a:off x="50927" y="2650702"/>
            <a:ext cx="1393560" cy="372960"/>
            <a:chOff x="50927" y="2650702"/>
            <a:chExt cx="1393560" cy="372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31F4D106-CD4D-408C-731C-4778CF2D756A}"/>
                    </a:ext>
                  </a:extLst>
                </p14:cNvPr>
                <p14:cNvContentPartPr/>
                <p14:nvPr/>
              </p14:nvContentPartPr>
              <p14:xfrm>
                <a:off x="50927" y="2650702"/>
                <a:ext cx="223920" cy="28188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31F4D106-CD4D-408C-731C-4778CF2D756A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33287" y="2632702"/>
                  <a:ext cx="25956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54327302-2D00-73EE-0618-D8787181C065}"/>
                    </a:ext>
                  </a:extLst>
                </p14:cNvPr>
                <p14:cNvContentPartPr/>
                <p14:nvPr/>
              </p14:nvContentPartPr>
              <p14:xfrm>
                <a:off x="308327" y="2772022"/>
                <a:ext cx="123480" cy="12456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54327302-2D00-73EE-0618-D8787181C065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290687" y="2754022"/>
                  <a:ext cx="1591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1DF681DC-4EE0-46D7-000D-394B47AAE748}"/>
                    </a:ext>
                  </a:extLst>
                </p14:cNvPr>
                <p14:cNvContentPartPr/>
                <p14:nvPr/>
              </p14:nvContentPartPr>
              <p14:xfrm>
                <a:off x="482927" y="2763022"/>
                <a:ext cx="98280" cy="15876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1DF681DC-4EE0-46D7-000D-394B47AAE748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65287" y="2745022"/>
                  <a:ext cx="13392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F8331864-D6CD-1564-B649-18825E39852A}"/>
                    </a:ext>
                  </a:extLst>
                </p14:cNvPr>
                <p14:cNvContentPartPr/>
                <p14:nvPr/>
              </p14:nvContentPartPr>
              <p14:xfrm>
                <a:off x="611807" y="2815942"/>
                <a:ext cx="128520" cy="11124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F8331864-D6CD-1564-B649-18825E39852A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593807" y="2797942"/>
                  <a:ext cx="16416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11CECF88-0A39-D8F8-4148-E6BA262065A4}"/>
                    </a:ext>
                  </a:extLst>
                </p14:cNvPr>
                <p14:cNvContentPartPr/>
                <p14:nvPr/>
              </p14:nvContentPartPr>
              <p14:xfrm>
                <a:off x="860927" y="2759062"/>
                <a:ext cx="32760" cy="16956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11CECF88-0A39-D8F8-4148-E6BA262065A4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843287" y="2741062"/>
                  <a:ext cx="6840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25133923-46CE-8241-19EF-B1AAFB227AB6}"/>
                    </a:ext>
                  </a:extLst>
                </p14:cNvPr>
                <p14:cNvContentPartPr/>
                <p14:nvPr/>
              </p14:nvContentPartPr>
              <p14:xfrm>
                <a:off x="976847" y="2759422"/>
                <a:ext cx="16920" cy="20556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25133923-46CE-8241-19EF-B1AAFB227AB6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959207" y="2741422"/>
                  <a:ext cx="5256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7674AFF1-EE2F-7FCE-3841-D30C9D8DD914}"/>
                    </a:ext>
                  </a:extLst>
                </p14:cNvPr>
                <p14:cNvContentPartPr/>
                <p14:nvPr/>
              </p14:nvContentPartPr>
              <p14:xfrm>
                <a:off x="802247" y="2680942"/>
                <a:ext cx="238320" cy="11052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7674AFF1-EE2F-7FCE-3841-D30C9D8DD914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784247" y="2662942"/>
                  <a:ext cx="27396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7CF60A2A-01BF-03E8-4494-F83D9CB61348}"/>
                    </a:ext>
                  </a:extLst>
                </p14:cNvPr>
                <p14:cNvContentPartPr/>
                <p14:nvPr/>
              </p14:nvContentPartPr>
              <p14:xfrm>
                <a:off x="867047" y="2951302"/>
                <a:ext cx="223560" cy="7236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7CF60A2A-01BF-03E8-4494-F83D9CB61348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849407" y="2933662"/>
                  <a:ext cx="2592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59C8B861-8F6F-F5ED-1ACF-B3D311A1E44C}"/>
                    </a:ext>
                  </a:extLst>
                </p14:cNvPr>
                <p14:cNvContentPartPr/>
                <p14:nvPr/>
              </p14:nvContentPartPr>
              <p14:xfrm>
                <a:off x="1245767" y="2774542"/>
                <a:ext cx="10080" cy="2592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59C8B861-8F6F-F5ED-1ACF-B3D311A1E44C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227767" y="2756902"/>
                  <a:ext cx="4572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97BB4D6B-57FB-0D3A-79F7-EF5FDCA0253D}"/>
                    </a:ext>
                  </a:extLst>
                </p14:cNvPr>
                <p14:cNvContentPartPr/>
                <p14:nvPr/>
              </p14:nvContentPartPr>
              <p14:xfrm>
                <a:off x="1279247" y="2937622"/>
                <a:ext cx="5760" cy="2304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97BB4D6B-57FB-0D3A-79F7-EF5FDCA0253D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261247" y="2919982"/>
                  <a:ext cx="4140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0877DAA2-BB3D-0E2F-2953-4898E64C7BE8}"/>
                    </a:ext>
                  </a:extLst>
                </p14:cNvPr>
                <p14:cNvContentPartPr/>
                <p14:nvPr/>
              </p14:nvContentPartPr>
              <p14:xfrm>
                <a:off x="1423607" y="2816662"/>
                <a:ext cx="20880" cy="4428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0877DAA2-BB3D-0E2F-2953-4898E64C7BE8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405967" y="2798662"/>
                  <a:ext cx="56520" cy="7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52B44A56-E04F-89CE-AE44-17187D4F9884}"/>
              </a:ext>
            </a:extLst>
          </p:cNvPr>
          <p:cNvGrpSpPr/>
          <p:nvPr/>
        </p:nvGrpSpPr>
        <p:grpSpPr>
          <a:xfrm>
            <a:off x="1763087" y="2687422"/>
            <a:ext cx="1327320" cy="1008360"/>
            <a:chOff x="1763087" y="2687422"/>
            <a:chExt cx="1327320" cy="100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854088E5-1401-6298-4C45-59A468BF4F00}"/>
                    </a:ext>
                  </a:extLst>
                </p14:cNvPr>
                <p14:cNvContentPartPr/>
                <p14:nvPr/>
              </p14:nvContentPartPr>
              <p14:xfrm>
                <a:off x="1763087" y="2687422"/>
                <a:ext cx="501480" cy="100836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854088E5-1401-6298-4C45-59A468BF4F00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745087" y="2669422"/>
                  <a:ext cx="537120" cy="10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D3F8A975-D3B0-98C9-D83F-8283BDA6040E}"/>
                    </a:ext>
                  </a:extLst>
                </p14:cNvPr>
                <p14:cNvContentPartPr/>
                <p14:nvPr/>
              </p14:nvContentPartPr>
              <p14:xfrm>
                <a:off x="2453927" y="2926102"/>
                <a:ext cx="636480" cy="12672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D3F8A975-D3B0-98C9-D83F-8283BDA6040E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2436287" y="2908462"/>
                  <a:ext cx="672120" cy="162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4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290FFAC6-45F8-6A98-C571-42C303F8E570}"/>
                  </a:ext>
                </a:extLst>
              </p14:cNvPr>
              <p14:cNvContentPartPr/>
              <p14:nvPr/>
            </p14:nvContentPartPr>
            <p14:xfrm>
              <a:off x="3377327" y="2902342"/>
              <a:ext cx="389520" cy="153360"/>
            </p14:xfrm>
          </p:contentPart>
        </mc:Choice>
        <mc:Fallback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290FFAC6-45F8-6A98-C571-42C303F8E570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3359687" y="2884702"/>
                <a:ext cx="425160" cy="189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8" name="Group 167">
            <a:extLst>
              <a:ext uri="{FF2B5EF4-FFF2-40B4-BE49-F238E27FC236}">
                <a16:creationId xmlns:a16="http://schemas.microsoft.com/office/drawing/2014/main" id="{75EFDEF2-8301-6440-C421-E4BA526CCDF9}"/>
              </a:ext>
            </a:extLst>
          </p:cNvPr>
          <p:cNvGrpSpPr/>
          <p:nvPr/>
        </p:nvGrpSpPr>
        <p:grpSpPr>
          <a:xfrm>
            <a:off x="4084007" y="2879662"/>
            <a:ext cx="982440" cy="196560"/>
            <a:chOff x="4084007" y="2879662"/>
            <a:chExt cx="982440" cy="19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D30A7E56-708E-F41F-FC6E-BB642C105F31}"/>
                    </a:ext>
                  </a:extLst>
                </p14:cNvPr>
                <p14:cNvContentPartPr/>
                <p14:nvPr/>
              </p14:nvContentPartPr>
              <p14:xfrm>
                <a:off x="4084007" y="2900902"/>
                <a:ext cx="317520" cy="12708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D30A7E56-708E-F41F-FC6E-BB642C105F31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4066367" y="2882902"/>
                  <a:ext cx="35316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833BA761-03F0-509C-1665-058A4A63DD23}"/>
                    </a:ext>
                  </a:extLst>
                </p14:cNvPr>
                <p14:cNvContentPartPr/>
                <p14:nvPr/>
              </p14:nvContentPartPr>
              <p14:xfrm>
                <a:off x="4479287" y="2879662"/>
                <a:ext cx="587160" cy="19656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833BA761-03F0-509C-1665-058A4A63DD23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4461647" y="2861662"/>
                  <a:ext cx="622800" cy="23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9E7E7EB2-A1DD-AEB5-4DDD-D02A2C2D742A}"/>
              </a:ext>
            </a:extLst>
          </p:cNvPr>
          <p:cNvGrpSpPr/>
          <p:nvPr/>
        </p:nvGrpSpPr>
        <p:grpSpPr>
          <a:xfrm>
            <a:off x="5597447" y="2691382"/>
            <a:ext cx="1658520" cy="680040"/>
            <a:chOff x="5597447" y="2691382"/>
            <a:chExt cx="1658520" cy="68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F67FC893-CDC1-7624-E8D0-C208005F5A29}"/>
                    </a:ext>
                  </a:extLst>
                </p14:cNvPr>
                <p14:cNvContentPartPr/>
                <p14:nvPr/>
              </p14:nvContentPartPr>
              <p14:xfrm>
                <a:off x="5597447" y="2747902"/>
                <a:ext cx="537840" cy="32220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F67FC893-CDC1-7624-E8D0-C208005F5A29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5579807" y="2729902"/>
                  <a:ext cx="57348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DCABD80A-D7E2-06CB-ABE4-17DC4270754F}"/>
                    </a:ext>
                  </a:extLst>
                </p14:cNvPr>
                <p14:cNvContentPartPr/>
                <p14:nvPr/>
              </p14:nvContentPartPr>
              <p14:xfrm>
                <a:off x="5997407" y="2860942"/>
                <a:ext cx="281880" cy="16488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DCABD80A-D7E2-06CB-ABE4-17DC4270754F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5979767" y="2842942"/>
                  <a:ext cx="31752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C314A68F-5D09-B273-58DE-574ACFEFDE57}"/>
                    </a:ext>
                  </a:extLst>
                </p14:cNvPr>
                <p14:cNvContentPartPr/>
                <p14:nvPr/>
              </p14:nvContentPartPr>
              <p14:xfrm>
                <a:off x="6215207" y="2736742"/>
                <a:ext cx="21960" cy="2556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C314A68F-5D09-B273-58DE-574ACFEFDE57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6197567" y="2718742"/>
                  <a:ext cx="5760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4D6DC2F6-0DA0-18DB-E4BA-159B7339E88D}"/>
                    </a:ext>
                  </a:extLst>
                </p14:cNvPr>
                <p14:cNvContentPartPr/>
                <p14:nvPr/>
              </p14:nvContentPartPr>
              <p14:xfrm>
                <a:off x="6264527" y="2754742"/>
                <a:ext cx="290880" cy="61668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4D6DC2F6-0DA0-18DB-E4BA-159B7339E88D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6246887" y="2736742"/>
                  <a:ext cx="326520" cy="65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4C0B18CD-1A30-99F0-76C7-6B2FDA8E7821}"/>
                    </a:ext>
                  </a:extLst>
                </p14:cNvPr>
                <p14:cNvContentPartPr/>
                <p14:nvPr/>
              </p14:nvContentPartPr>
              <p14:xfrm>
                <a:off x="6522647" y="2850862"/>
                <a:ext cx="58680" cy="3636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4C0B18CD-1A30-99F0-76C7-6B2FDA8E7821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6504647" y="2833222"/>
                  <a:ext cx="9432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5BB3BE06-E770-A799-0ED7-A3C22C0F793F}"/>
                    </a:ext>
                  </a:extLst>
                </p14:cNvPr>
                <p14:cNvContentPartPr/>
                <p14:nvPr/>
              </p14:nvContentPartPr>
              <p14:xfrm>
                <a:off x="6627047" y="2925022"/>
                <a:ext cx="262440" cy="15516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5BB3BE06-E770-A799-0ED7-A3C22C0F793F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6609047" y="2907022"/>
                  <a:ext cx="29808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84CB6DCE-3552-3C89-7E35-A6AE2F88CEF3}"/>
                    </a:ext>
                  </a:extLst>
                </p14:cNvPr>
                <p14:cNvContentPartPr/>
                <p14:nvPr/>
              </p14:nvContentPartPr>
              <p14:xfrm>
                <a:off x="6835847" y="2817022"/>
                <a:ext cx="50400" cy="3924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84CB6DCE-3552-3C89-7E35-A6AE2F88CEF3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6817847" y="2799382"/>
                  <a:ext cx="8604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391AADD3-E60C-0241-B7A2-96054EB2179B}"/>
                    </a:ext>
                  </a:extLst>
                </p14:cNvPr>
                <p14:cNvContentPartPr/>
                <p14:nvPr/>
              </p14:nvContentPartPr>
              <p14:xfrm>
                <a:off x="6927647" y="2691382"/>
                <a:ext cx="328320" cy="35172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391AADD3-E60C-0241-B7A2-96054EB2179B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6909647" y="2673742"/>
                  <a:ext cx="363960" cy="38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BFC4B34E-344A-4BF7-F171-E17A7159E100}"/>
              </a:ext>
            </a:extLst>
          </p:cNvPr>
          <p:cNvGrpSpPr/>
          <p:nvPr/>
        </p:nvGrpSpPr>
        <p:grpSpPr>
          <a:xfrm>
            <a:off x="7580327" y="2662582"/>
            <a:ext cx="1141200" cy="402120"/>
            <a:chOff x="7580327" y="2662582"/>
            <a:chExt cx="1141200" cy="40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345B9C94-0384-ECC6-D901-E6F20A93A828}"/>
                    </a:ext>
                  </a:extLst>
                </p14:cNvPr>
                <p14:cNvContentPartPr/>
                <p14:nvPr/>
              </p14:nvContentPartPr>
              <p14:xfrm>
                <a:off x="7580327" y="2900182"/>
                <a:ext cx="294120" cy="16452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345B9C94-0384-ECC6-D901-E6F20A93A828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7562687" y="2882182"/>
                  <a:ext cx="32976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EAF15AC4-EA15-0F2E-917E-9039E47093CC}"/>
                    </a:ext>
                  </a:extLst>
                </p14:cNvPr>
                <p14:cNvContentPartPr/>
                <p14:nvPr/>
              </p14:nvContentPartPr>
              <p14:xfrm>
                <a:off x="7955807" y="2901262"/>
                <a:ext cx="146880" cy="14436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EAF15AC4-EA15-0F2E-917E-9039E47093CC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7938167" y="2883262"/>
                  <a:ext cx="18252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3B59F23E-D38B-131D-D18A-5B6C8362FCB5}"/>
                    </a:ext>
                  </a:extLst>
                </p14:cNvPr>
                <p14:cNvContentPartPr/>
                <p14:nvPr/>
              </p14:nvContentPartPr>
              <p14:xfrm>
                <a:off x="8118167" y="2662582"/>
                <a:ext cx="96480" cy="38700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3B59F23E-D38B-131D-D18A-5B6C8362FCB5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8100527" y="2644582"/>
                  <a:ext cx="132120" cy="42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BACA751D-8F4F-A4A8-531F-3D9476706D83}"/>
                    </a:ext>
                  </a:extLst>
                </p14:cNvPr>
                <p14:cNvContentPartPr/>
                <p14:nvPr/>
              </p14:nvContentPartPr>
              <p14:xfrm>
                <a:off x="8250287" y="2869222"/>
                <a:ext cx="471240" cy="16668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BACA751D-8F4F-A4A8-531F-3D9476706D83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8232287" y="2851222"/>
                  <a:ext cx="50688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DBDDDF86-A67B-5318-2878-953B292DF32A}"/>
                    </a:ext>
                  </a:extLst>
                </p14:cNvPr>
                <p14:cNvContentPartPr/>
                <p14:nvPr/>
              </p14:nvContentPartPr>
              <p14:xfrm>
                <a:off x="8056607" y="2768782"/>
                <a:ext cx="298440" cy="2376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DBDDDF86-A67B-5318-2878-953B292DF32A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8038967" y="2751142"/>
                  <a:ext cx="334080" cy="5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06351D79-9233-A21B-23C4-96673C23B532}"/>
              </a:ext>
            </a:extLst>
          </p:cNvPr>
          <p:cNvGrpSpPr/>
          <p:nvPr/>
        </p:nvGrpSpPr>
        <p:grpSpPr>
          <a:xfrm>
            <a:off x="9289247" y="2685262"/>
            <a:ext cx="1565280" cy="598320"/>
            <a:chOff x="9289247" y="2685262"/>
            <a:chExt cx="1565280" cy="59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8BEC6280-ECC3-4C7E-AAD6-89CF84B6AEB9}"/>
                    </a:ext>
                  </a:extLst>
                </p14:cNvPr>
                <p14:cNvContentPartPr/>
                <p14:nvPr/>
              </p14:nvContentPartPr>
              <p14:xfrm>
                <a:off x="9289247" y="2685262"/>
                <a:ext cx="470520" cy="59832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8BEC6280-ECC3-4C7E-AAD6-89CF84B6AEB9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9271607" y="2667622"/>
                  <a:ext cx="506160" cy="63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D02184B6-F965-A6CC-FDB3-62345E0F3BCB}"/>
                    </a:ext>
                  </a:extLst>
                </p14:cNvPr>
                <p14:cNvContentPartPr/>
                <p14:nvPr/>
              </p14:nvContentPartPr>
              <p14:xfrm>
                <a:off x="9821687" y="2799022"/>
                <a:ext cx="1032840" cy="45504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D02184B6-F965-A6CC-FDB3-62345E0F3BCB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9804047" y="2781022"/>
                  <a:ext cx="1068480" cy="49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AB44B480-CC35-1B5A-FDF9-09A701568567}"/>
              </a:ext>
            </a:extLst>
          </p:cNvPr>
          <p:cNvGrpSpPr/>
          <p:nvPr/>
        </p:nvGrpSpPr>
        <p:grpSpPr>
          <a:xfrm>
            <a:off x="11197247" y="2756542"/>
            <a:ext cx="268560" cy="163800"/>
            <a:chOff x="11197247" y="2756542"/>
            <a:chExt cx="268560" cy="16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4344FAEB-8AC7-7B38-B17B-D790DA1D9657}"/>
                    </a:ext>
                  </a:extLst>
                </p14:cNvPr>
                <p14:cNvContentPartPr/>
                <p14:nvPr/>
              </p14:nvContentPartPr>
              <p14:xfrm>
                <a:off x="11197247" y="2778502"/>
                <a:ext cx="21960" cy="14184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4344FAEB-8AC7-7B38-B17B-D790DA1D9657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1179607" y="2760502"/>
                  <a:ext cx="5760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591DF7E9-78C3-F43B-EEA3-9C0361993C37}"/>
                    </a:ext>
                  </a:extLst>
                </p14:cNvPr>
                <p14:cNvContentPartPr/>
                <p14:nvPr/>
              </p14:nvContentPartPr>
              <p14:xfrm>
                <a:off x="11316767" y="2756542"/>
                <a:ext cx="149040" cy="13428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591DF7E9-78C3-F43B-EEA3-9C0361993C37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1298767" y="2738542"/>
                  <a:ext cx="184680" cy="169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4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BB311B3A-924D-BE20-CEF3-BA4EA8B95416}"/>
                  </a:ext>
                </a:extLst>
              </p14:cNvPr>
              <p14:cNvContentPartPr/>
              <p14:nvPr/>
            </p14:nvContentPartPr>
            <p14:xfrm>
              <a:off x="11205887" y="2459542"/>
              <a:ext cx="91440" cy="18360"/>
            </p14:xfrm>
          </p:contentPart>
        </mc:Choice>
        <mc:Fallback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BB311B3A-924D-BE20-CEF3-BA4EA8B95416}"/>
                  </a:ext>
                </a:extLst>
              </p:cNvPr>
              <p:cNvPicPr/>
              <p:nvPr/>
            </p:nvPicPr>
            <p:blipFill>
              <a:blip r:embed="rId325"/>
              <a:stretch>
                <a:fillRect/>
              </a:stretch>
            </p:blipFill>
            <p:spPr>
              <a:xfrm>
                <a:off x="11188247" y="2441902"/>
                <a:ext cx="127080" cy="54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7" name="Group 206">
            <a:extLst>
              <a:ext uri="{FF2B5EF4-FFF2-40B4-BE49-F238E27FC236}">
                <a16:creationId xmlns:a16="http://schemas.microsoft.com/office/drawing/2014/main" id="{A4A37BCB-8904-1D5A-C376-BB6DCDB77EE4}"/>
              </a:ext>
            </a:extLst>
          </p:cNvPr>
          <p:cNvGrpSpPr/>
          <p:nvPr/>
        </p:nvGrpSpPr>
        <p:grpSpPr>
          <a:xfrm>
            <a:off x="129407" y="3482662"/>
            <a:ext cx="670680" cy="392400"/>
            <a:chOff x="129407" y="3482662"/>
            <a:chExt cx="670680" cy="39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784A6B22-E512-7A0C-6FE8-413A7F8F9E31}"/>
                    </a:ext>
                  </a:extLst>
                </p14:cNvPr>
                <p14:cNvContentPartPr/>
                <p14:nvPr/>
              </p14:nvContentPartPr>
              <p14:xfrm>
                <a:off x="289247" y="3482662"/>
                <a:ext cx="56160" cy="34056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784A6B22-E512-7A0C-6FE8-413A7F8F9E31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271607" y="3464662"/>
                  <a:ext cx="9180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018192B9-66CB-D961-5EA5-D105E75A0829}"/>
                    </a:ext>
                  </a:extLst>
                </p14:cNvPr>
                <p14:cNvContentPartPr/>
                <p14:nvPr/>
              </p14:nvContentPartPr>
              <p14:xfrm>
                <a:off x="129407" y="3547822"/>
                <a:ext cx="670680" cy="32724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018192B9-66CB-D961-5EA5-D105E75A0829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11767" y="3529822"/>
                  <a:ext cx="706320" cy="36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88320674-3AF5-972C-FC51-773F9A343EAF}"/>
              </a:ext>
            </a:extLst>
          </p:cNvPr>
          <p:cNvGrpSpPr/>
          <p:nvPr/>
        </p:nvGrpSpPr>
        <p:grpSpPr>
          <a:xfrm>
            <a:off x="1061807" y="3545662"/>
            <a:ext cx="628560" cy="359280"/>
            <a:chOff x="1061807" y="3545662"/>
            <a:chExt cx="628560" cy="359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F85D4EF3-2E60-BE61-8296-617944B4B988}"/>
                    </a:ext>
                  </a:extLst>
                </p14:cNvPr>
                <p14:cNvContentPartPr/>
                <p14:nvPr/>
              </p14:nvContentPartPr>
              <p14:xfrm>
                <a:off x="1061807" y="3545662"/>
                <a:ext cx="145440" cy="30672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F85D4EF3-2E60-BE61-8296-617944B4B988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044167" y="3528022"/>
                  <a:ext cx="18108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FF187C5E-2B47-3AE5-16AD-703FFD8B1F30}"/>
                    </a:ext>
                  </a:extLst>
                </p14:cNvPr>
                <p14:cNvContentPartPr/>
                <p14:nvPr/>
              </p14:nvContentPartPr>
              <p14:xfrm>
                <a:off x="1246487" y="3682462"/>
                <a:ext cx="265680" cy="17172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FF187C5E-2B47-3AE5-16AD-703FFD8B1F30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1228847" y="3664462"/>
                  <a:ext cx="30132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4E9DA97F-987A-5BCD-EE42-9E8AB054C54F}"/>
                    </a:ext>
                  </a:extLst>
                </p14:cNvPr>
                <p14:cNvContentPartPr/>
                <p14:nvPr/>
              </p14:nvContentPartPr>
              <p14:xfrm>
                <a:off x="1530167" y="3728182"/>
                <a:ext cx="31320" cy="17676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4E9DA97F-987A-5BCD-EE42-9E8AB054C54F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512527" y="3710182"/>
                  <a:ext cx="6696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1C499B66-6BC5-6824-F416-9AB0044B5F16}"/>
                    </a:ext>
                  </a:extLst>
                </p14:cNvPr>
                <p14:cNvContentPartPr/>
                <p14:nvPr/>
              </p14:nvContentPartPr>
              <p14:xfrm>
                <a:off x="1556087" y="3718822"/>
                <a:ext cx="134280" cy="16020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1C499B66-6BC5-6824-F416-9AB0044B5F16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538447" y="3700822"/>
                  <a:ext cx="1699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9146E82B-53D4-486D-43F2-0ED065541AC4}"/>
                    </a:ext>
                  </a:extLst>
                </p14:cNvPr>
                <p14:cNvContentPartPr/>
                <p14:nvPr/>
              </p14:nvContentPartPr>
              <p14:xfrm>
                <a:off x="1598927" y="3560062"/>
                <a:ext cx="15120" cy="2556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9146E82B-53D4-486D-43F2-0ED065541AC4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580927" y="3542062"/>
                  <a:ext cx="50760" cy="6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BD23FD99-2C6D-8F4F-7E52-9BFE47C2286B}"/>
              </a:ext>
            </a:extLst>
          </p:cNvPr>
          <p:cNvGrpSpPr/>
          <p:nvPr/>
        </p:nvGrpSpPr>
        <p:grpSpPr>
          <a:xfrm>
            <a:off x="2414327" y="3634942"/>
            <a:ext cx="221040" cy="287640"/>
            <a:chOff x="2414327" y="3634942"/>
            <a:chExt cx="221040" cy="287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78EC188B-12C2-1504-A6AF-1D027714BDA9}"/>
                    </a:ext>
                  </a:extLst>
                </p14:cNvPr>
                <p14:cNvContentPartPr/>
                <p14:nvPr/>
              </p14:nvContentPartPr>
              <p14:xfrm>
                <a:off x="2414327" y="3657622"/>
                <a:ext cx="27720" cy="24624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78EC188B-12C2-1504-A6AF-1D027714BDA9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2396687" y="3639982"/>
                  <a:ext cx="6336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F7AB2B54-C6C7-7912-4DCE-A350F6A0B186}"/>
                    </a:ext>
                  </a:extLst>
                </p14:cNvPr>
                <p14:cNvContentPartPr/>
                <p14:nvPr/>
              </p14:nvContentPartPr>
              <p14:xfrm>
                <a:off x="2438087" y="3634942"/>
                <a:ext cx="197280" cy="28764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F7AB2B54-C6C7-7912-4DCE-A350F6A0B186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2420447" y="3617302"/>
                  <a:ext cx="232920" cy="32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46287F2A-E3A5-A1A0-5F7E-CEFD79761A7C}"/>
              </a:ext>
            </a:extLst>
          </p:cNvPr>
          <p:cNvGrpSpPr/>
          <p:nvPr/>
        </p:nvGrpSpPr>
        <p:grpSpPr>
          <a:xfrm>
            <a:off x="3194807" y="3591382"/>
            <a:ext cx="463320" cy="316080"/>
            <a:chOff x="3194807" y="3591382"/>
            <a:chExt cx="463320" cy="316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16908552-25C6-94DC-2D47-5804FB3D5962}"/>
                    </a:ext>
                  </a:extLst>
                </p14:cNvPr>
                <p14:cNvContentPartPr/>
                <p14:nvPr/>
              </p14:nvContentPartPr>
              <p14:xfrm>
                <a:off x="3194807" y="3591382"/>
                <a:ext cx="428760" cy="31608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16908552-25C6-94DC-2D47-5804FB3D5962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3176807" y="3573742"/>
                  <a:ext cx="46440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91E83BED-995E-9AA8-8E34-06B1644188CA}"/>
                    </a:ext>
                  </a:extLst>
                </p14:cNvPr>
                <p14:cNvContentPartPr/>
                <p14:nvPr/>
              </p14:nvContentPartPr>
              <p14:xfrm>
                <a:off x="3510527" y="3621622"/>
                <a:ext cx="147600" cy="1908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91E83BED-995E-9AA8-8E34-06B1644188CA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3492527" y="3603982"/>
                  <a:ext cx="183240" cy="54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8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E8128CA3-43BB-4C1A-10E0-644068C8884C}"/>
                  </a:ext>
                </a:extLst>
              </p14:cNvPr>
              <p14:cNvContentPartPr/>
              <p14:nvPr/>
            </p14:nvContentPartPr>
            <p14:xfrm>
              <a:off x="4135487" y="3676702"/>
              <a:ext cx="275040" cy="188280"/>
            </p14:xfrm>
          </p:contentPart>
        </mc:Choice>
        <mc:Fallback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E8128CA3-43BB-4C1A-10E0-644068C8884C}"/>
                  </a:ext>
                </a:extLst>
              </p:cNvPr>
              <p:cNvPicPr/>
              <p:nvPr/>
            </p:nvPicPr>
            <p:blipFill>
              <a:blip r:embed="rId349"/>
              <a:stretch>
                <a:fillRect/>
              </a:stretch>
            </p:blipFill>
            <p:spPr>
              <a:xfrm>
                <a:off x="4117487" y="3659062"/>
                <a:ext cx="310680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0">
            <p14:nvContentPartPr>
              <p14:cNvPr id="208" name="Ink 207">
                <a:extLst>
                  <a:ext uri="{FF2B5EF4-FFF2-40B4-BE49-F238E27FC236}">
                    <a16:creationId xmlns:a16="http://schemas.microsoft.com/office/drawing/2014/main" id="{FCD4E06D-914B-D4C1-5992-E9F8CB624651}"/>
                  </a:ext>
                </a:extLst>
              </p14:cNvPr>
              <p14:cNvContentPartPr/>
              <p14:nvPr/>
            </p14:nvContentPartPr>
            <p14:xfrm>
              <a:off x="4797167" y="3655462"/>
              <a:ext cx="948600" cy="345960"/>
            </p14:xfrm>
          </p:contentPart>
        </mc:Choice>
        <mc:Fallback>
          <p:pic>
            <p:nvPicPr>
              <p:cNvPr id="208" name="Ink 207">
                <a:extLst>
                  <a:ext uri="{FF2B5EF4-FFF2-40B4-BE49-F238E27FC236}">
                    <a16:creationId xmlns:a16="http://schemas.microsoft.com/office/drawing/2014/main" id="{FCD4E06D-914B-D4C1-5992-E9F8CB624651}"/>
                  </a:ext>
                </a:extLst>
              </p:cNvPr>
              <p:cNvPicPr/>
              <p:nvPr/>
            </p:nvPicPr>
            <p:blipFill>
              <a:blip r:embed="rId351"/>
              <a:stretch>
                <a:fillRect/>
              </a:stretch>
            </p:blipFill>
            <p:spPr>
              <a:xfrm>
                <a:off x="4779167" y="3637462"/>
                <a:ext cx="984240" cy="38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2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C7147EE8-C818-3761-9E81-90B73CAC3D8E}"/>
                  </a:ext>
                </a:extLst>
              </p14:cNvPr>
              <p14:cNvContentPartPr/>
              <p14:nvPr/>
            </p14:nvContentPartPr>
            <p14:xfrm>
              <a:off x="6317807" y="3511462"/>
              <a:ext cx="1162080" cy="393480"/>
            </p14:xfrm>
          </p:contentPart>
        </mc:Choice>
        <mc:Fallback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C7147EE8-C818-3761-9E81-90B73CAC3D8E}"/>
                  </a:ext>
                </a:extLst>
              </p:cNvPr>
              <p:cNvPicPr/>
              <p:nvPr/>
            </p:nvPicPr>
            <p:blipFill>
              <a:blip r:embed="rId353"/>
              <a:stretch>
                <a:fillRect/>
              </a:stretch>
            </p:blipFill>
            <p:spPr>
              <a:xfrm>
                <a:off x="6300167" y="3493462"/>
                <a:ext cx="1197720" cy="42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4">
            <p14:nvContentPartPr>
              <p14:cNvPr id="211" name="Ink 210">
                <a:extLst>
                  <a:ext uri="{FF2B5EF4-FFF2-40B4-BE49-F238E27FC236}">
                    <a16:creationId xmlns:a16="http://schemas.microsoft.com/office/drawing/2014/main" id="{B11ACEFE-A04F-AD2A-3444-1006FC3C1DBA}"/>
                  </a:ext>
                </a:extLst>
              </p14:cNvPr>
              <p14:cNvContentPartPr/>
              <p14:nvPr/>
            </p14:nvContentPartPr>
            <p14:xfrm>
              <a:off x="8066687" y="3548542"/>
              <a:ext cx="23760" cy="18000"/>
            </p14:xfrm>
          </p:contentPart>
        </mc:Choice>
        <mc:Fallback>
          <p:pic>
            <p:nvPicPr>
              <p:cNvPr id="211" name="Ink 210">
                <a:extLst>
                  <a:ext uri="{FF2B5EF4-FFF2-40B4-BE49-F238E27FC236}">
                    <a16:creationId xmlns:a16="http://schemas.microsoft.com/office/drawing/2014/main" id="{B11ACEFE-A04F-AD2A-3444-1006FC3C1DBA}"/>
                  </a:ext>
                </a:extLst>
              </p:cNvPr>
              <p:cNvPicPr/>
              <p:nvPr/>
            </p:nvPicPr>
            <p:blipFill>
              <a:blip r:embed="rId355"/>
              <a:stretch>
                <a:fillRect/>
              </a:stretch>
            </p:blipFill>
            <p:spPr>
              <a:xfrm>
                <a:off x="8048687" y="3530542"/>
                <a:ext cx="59400" cy="53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36" name="Group 235">
            <a:extLst>
              <a:ext uri="{FF2B5EF4-FFF2-40B4-BE49-F238E27FC236}">
                <a16:creationId xmlns:a16="http://schemas.microsoft.com/office/drawing/2014/main" id="{BDEDBCA3-3E64-F6D3-20CD-CAE891B67A4E}"/>
              </a:ext>
            </a:extLst>
          </p:cNvPr>
          <p:cNvGrpSpPr/>
          <p:nvPr/>
        </p:nvGrpSpPr>
        <p:grpSpPr>
          <a:xfrm>
            <a:off x="7962647" y="3418942"/>
            <a:ext cx="670680" cy="379800"/>
            <a:chOff x="7962647" y="3418942"/>
            <a:chExt cx="670680" cy="379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625973D7-A082-30BC-2DCD-3FC1041E7A95}"/>
                    </a:ext>
                  </a:extLst>
                </p14:cNvPr>
                <p14:cNvContentPartPr/>
                <p14:nvPr/>
              </p14:nvContentPartPr>
              <p14:xfrm>
                <a:off x="7962647" y="3635302"/>
                <a:ext cx="362880" cy="14328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625973D7-A082-30BC-2DCD-3FC1041E7A95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7945007" y="3617302"/>
                  <a:ext cx="39852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E43D5034-DCA8-A040-EA8E-0CA6B9911C1A}"/>
                    </a:ext>
                  </a:extLst>
                </p14:cNvPr>
                <p14:cNvContentPartPr/>
                <p14:nvPr/>
              </p14:nvContentPartPr>
              <p14:xfrm>
                <a:off x="8386727" y="3418942"/>
                <a:ext cx="246600" cy="37980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E43D5034-DCA8-A040-EA8E-0CA6B9911C1A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8369087" y="3401302"/>
                  <a:ext cx="282240" cy="41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D3D5BAFA-6579-A1BC-B6BD-84F72AA6375D}"/>
              </a:ext>
            </a:extLst>
          </p:cNvPr>
          <p:cNvGrpSpPr/>
          <p:nvPr/>
        </p:nvGrpSpPr>
        <p:grpSpPr>
          <a:xfrm>
            <a:off x="8939327" y="3395182"/>
            <a:ext cx="829440" cy="446400"/>
            <a:chOff x="8939327" y="3395182"/>
            <a:chExt cx="829440" cy="446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310BBCC7-A334-4BC6-2183-AE195FC3F2C3}"/>
                    </a:ext>
                  </a:extLst>
                </p14:cNvPr>
                <p14:cNvContentPartPr/>
                <p14:nvPr/>
              </p14:nvContentPartPr>
              <p14:xfrm>
                <a:off x="9224447" y="3514702"/>
                <a:ext cx="39240" cy="2304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310BBCC7-A334-4BC6-2183-AE195FC3F2C3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9206447" y="3497062"/>
                  <a:ext cx="7488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7906033F-1F7B-B55A-A584-83F05429EF94}"/>
                    </a:ext>
                  </a:extLst>
                </p14:cNvPr>
                <p14:cNvContentPartPr/>
                <p14:nvPr/>
              </p14:nvContentPartPr>
              <p14:xfrm>
                <a:off x="9406967" y="3691822"/>
                <a:ext cx="252000" cy="6228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7906033F-1F7B-B55A-A584-83F05429EF94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9388967" y="3673822"/>
                  <a:ext cx="28764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44631DEF-0570-8F4C-CB95-3A34FC172FCB}"/>
                    </a:ext>
                  </a:extLst>
                </p14:cNvPr>
                <p14:cNvContentPartPr/>
                <p14:nvPr/>
              </p14:nvContentPartPr>
              <p14:xfrm>
                <a:off x="8939327" y="3395182"/>
                <a:ext cx="829440" cy="44640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44631DEF-0570-8F4C-CB95-3A34FC172FCB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8921687" y="3377542"/>
                  <a:ext cx="865080" cy="48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64846546-6B71-A402-16DC-F4861B6B6839}"/>
                    </a:ext>
                  </a:extLst>
                </p14:cNvPr>
                <p14:cNvContentPartPr/>
                <p14:nvPr/>
              </p14:nvContentPartPr>
              <p14:xfrm>
                <a:off x="9014567" y="3534502"/>
                <a:ext cx="193680" cy="4788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64846546-6B71-A402-16DC-F4861B6B6839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8996567" y="3516862"/>
                  <a:ext cx="229320" cy="8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44620C7D-AC31-9AAB-2A43-1CA253192E39}"/>
              </a:ext>
            </a:extLst>
          </p:cNvPr>
          <p:cNvGrpSpPr/>
          <p:nvPr/>
        </p:nvGrpSpPr>
        <p:grpSpPr>
          <a:xfrm>
            <a:off x="10219127" y="3309862"/>
            <a:ext cx="1635480" cy="753840"/>
            <a:chOff x="10219127" y="3309862"/>
            <a:chExt cx="1635480" cy="753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FF9983CF-39F5-BA97-2739-B16FD6E5BF9F}"/>
                    </a:ext>
                  </a:extLst>
                </p14:cNvPr>
                <p14:cNvContentPartPr/>
                <p14:nvPr/>
              </p14:nvContentPartPr>
              <p14:xfrm>
                <a:off x="10219127" y="3466462"/>
                <a:ext cx="337680" cy="57096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FF9983CF-39F5-BA97-2739-B16FD6E5BF9F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10201127" y="3448822"/>
                  <a:ext cx="373320" cy="60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7E41BBA5-04B3-CFF4-CFDB-E7C43BB96F96}"/>
                    </a:ext>
                  </a:extLst>
                </p14:cNvPr>
                <p14:cNvContentPartPr/>
                <p14:nvPr/>
              </p14:nvContentPartPr>
              <p14:xfrm>
                <a:off x="10696487" y="3357022"/>
                <a:ext cx="34200" cy="27432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7E41BBA5-04B3-CFF4-CFDB-E7C43BB96F96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10678487" y="3339382"/>
                  <a:ext cx="6984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9EA92A96-2EEE-C337-3FD6-9585D5682AF8}"/>
                    </a:ext>
                  </a:extLst>
                </p14:cNvPr>
                <p14:cNvContentPartPr/>
                <p14:nvPr/>
              </p14:nvContentPartPr>
              <p14:xfrm>
                <a:off x="10638527" y="3470782"/>
                <a:ext cx="229320" cy="16380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9EA92A96-2EEE-C337-3FD6-9585D5682AF8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10620887" y="3453142"/>
                  <a:ext cx="26496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9C3314DF-1A37-703E-4698-D4668CC90D7A}"/>
                    </a:ext>
                  </a:extLst>
                </p14:cNvPr>
                <p14:cNvContentPartPr/>
                <p14:nvPr/>
              </p14:nvContentPartPr>
              <p14:xfrm>
                <a:off x="10886927" y="3357742"/>
                <a:ext cx="39240" cy="1836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9C3314DF-1A37-703E-4698-D4668CC90D7A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10868927" y="3339742"/>
                  <a:ext cx="7488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1FF08DF8-561A-FE3A-2B0B-FCDDA2B1ADF2}"/>
                    </a:ext>
                  </a:extLst>
                </p14:cNvPr>
                <p14:cNvContentPartPr/>
                <p14:nvPr/>
              </p14:nvContentPartPr>
              <p14:xfrm>
                <a:off x="10972967" y="3471502"/>
                <a:ext cx="201240" cy="12924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1FF08DF8-561A-FE3A-2B0B-FCDDA2B1ADF2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10954967" y="3453502"/>
                  <a:ext cx="23688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BF64EB6F-3186-7FCA-9EB6-92ED2C917A1C}"/>
                    </a:ext>
                  </a:extLst>
                </p14:cNvPr>
                <p14:cNvContentPartPr/>
                <p14:nvPr/>
              </p14:nvContentPartPr>
              <p14:xfrm>
                <a:off x="11233607" y="3319582"/>
                <a:ext cx="370440" cy="28296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BF64EB6F-3186-7FCA-9EB6-92ED2C917A1C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11215967" y="3301942"/>
                  <a:ext cx="40608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053C4A12-3D45-A11A-2EFA-7C240033BB9D}"/>
                    </a:ext>
                  </a:extLst>
                </p14:cNvPr>
                <p14:cNvContentPartPr/>
                <p14:nvPr/>
              </p14:nvContentPartPr>
              <p14:xfrm>
                <a:off x="11568047" y="3309862"/>
                <a:ext cx="38880" cy="3384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053C4A12-3D45-A11A-2EFA-7C240033BB9D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11550407" y="3292222"/>
                  <a:ext cx="7452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3274B3FB-0C7C-EA0F-CC70-50B375F86C21}"/>
                    </a:ext>
                  </a:extLst>
                </p14:cNvPr>
                <p14:cNvContentPartPr/>
                <p14:nvPr/>
              </p14:nvContentPartPr>
              <p14:xfrm>
                <a:off x="11648327" y="3320302"/>
                <a:ext cx="21960" cy="27180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3274B3FB-0C7C-EA0F-CC70-50B375F86C21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11630327" y="3302662"/>
                  <a:ext cx="5760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E34C8A74-5C95-B2EB-3F73-03B773F27AEC}"/>
                    </a:ext>
                  </a:extLst>
                </p14:cNvPr>
                <p14:cNvContentPartPr/>
                <p14:nvPr/>
              </p14:nvContentPartPr>
              <p14:xfrm>
                <a:off x="11546087" y="3426502"/>
                <a:ext cx="308520" cy="63720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E34C8A74-5C95-B2EB-3F73-03B773F27AEC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11528087" y="3408502"/>
                  <a:ext cx="344160" cy="67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4" name="Group 273">
            <a:extLst>
              <a:ext uri="{FF2B5EF4-FFF2-40B4-BE49-F238E27FC236}">
                <a16:creationId xmlns:a16="http://schemas.microsoft.com/office/drawing/2014/main" id="{28362C45-57AB-41A9-686E-47C009F7215D}"/>
              </a:ext>
            </a:extLst>
          </p:cNvPr>
          <p:cNvGrpSpPr/>
          <p:nvPr/>
        </p:nvGrpSpPr>
        <p:grpSpPr>
          <a:xfrm>
            <a:off x="450527" y="4157302"/>
            <a:ext cx="1549440" cy="354240"/>
            <a:chOff x="450527" y="4157302"/>
            <a:chExt cx="1549440" cy="35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E4A0DD8D-C5D8-F91F-DD9A-6E76F9839179}"/>
                    </a:ext>
                  </a:extLst>
                </p14:cNvPr>
                <p14:cNvContentPartPr/>
                <p14:nvPr/>
              </p14:nvContentPartPr>
              <p14:xfrm>
                <a:off x="450527" y="4267822"/>
                <a:ext cx="591480" cy="21708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E4A0DD8D-C5D8-F91F-DD9A-6E76F9839179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432527" y="4250182"/>
                  <a:ext cx="62712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9991E07D-4607-9B3A-7BFE-A2CBAF68A9CB}"/>
                    </a:ext>
                  </a:extLst>
                </p14:cNvPr>
                <p14:cNvContentPartPr/>
                <p14:nvPr/>
              </p14:nvContentPartPr>
              <p14:xfrm>
                <a:off x="1069007" y="4157302"/>
                <a:ext cx="291240" cy="35244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9991E07D-4607-9B3A-7BFE-A2CBAF68A9CB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1051367" y="4139662"/>
                  <a:ext cx="32688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EAA02D71-4745-6D6C-C1A3-DD4D0055F1BF}"/>
                    </a:ext>
                  </a:extLst>
                </p14:cNvPr>
                <p14:cNvContentPartPr/>
                <p14:nvPr/>
              </p14:nvContentPartPr>
              <p14:xfrm>
                <a:off x="1295807" y="4191502"/>
                <a:ext cx="38160" cy="3636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EAA02D71-4745-6D6C-C1A3-DD4D0055F1BF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1278167" y="4173502"/>
                  <a:ext cx="738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F856424F-90B5-E6CB-23FD-926716E14854}"/>
                    </a:ext>
                  </a:extLst>
                </p14:cNvPr>
                <p14:cNvContentPartPr/>
                <p14:nvPr/>
              </p14:nvContentPartPr>
              <p14:xfrm>
                <a:off x="1461407" y="4195102"/>
                <a:ext cx="37080" cy="31644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F856424F-90B5-E6CB-23FD-926716E14854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1443767" y="4177462"/>
                  <a:ext cx="7272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8E7CB3CC-FDAB-E9CB-AC25-B3D382FEB59A}"/>
                    </a:ext>
                  </a:extLst>
                </p14:cNvPr>
                <p14:cNvContentPartPr/>
                <p14:nvPr/>
              </p14:nvContentPartPr>
              <p14:xfrm>
                <a:off x="1574807" y="4367542"/>
                <a:ext cx="51120" cy="11988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8E7CB3CC-FDAB-E9CB-AC25-B3D382FEB59A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1556807" y="4349902"/>
                  <a:ext cx="8676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8889EE04-FFCA-4FE6-0642-86DBDD79A41C}"/>
                    </a:ext>
                  </a:extLst>
                </p14:cNvPr>
                <p14:cNvContentPartPr/>
                <p14:nvPr/>
              </p14:nvContentPartPr>
              <p14:xfrm>
                <a:off x="1656527" y="4381582"/>
                <a:ext cx="142200" cy="10836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8889EE04-FFCA-4FE6-0642-86DBDD79A41C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1638527" y="4363582"/>
                  <a:ext cx="17784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50700B7D-5485-6BEA-54BD-2D9C6452857D}"/>
                    </a:ext>
                  </a:extLst>
                </p14:cNvPr>
                <p14:cNvContentPartPr/>
                <p14:nvPr/>
              </p14:nvContentPartPr>
              <p14:xfrm>
                <a:off x="1859207" y="4352422"/>
                <a:ext cx="140760" cy="12384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50700B7D-5485-6BEA-54BD-2D9C6452857D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1841567" y="4334782"/>
                  <a:ext cx="17640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B597A58B-4E2C-DC65-96CE-F8E8897AC185}"/>
                    </a:ext>
                  </a:extLst>
                </p14:cNvPr>
                <p14:cNvContentPartPr/>
                <p14:nvPr/>
              </p14:nvContentPartPr>
              <p14:xfrm>
                <a:off x="1773887" y="4239022"/>
                <a:ext cx="98640" cy="1692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B597A58B-4E2C-DC65-96CE-F8E8897AC185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1756247" y="4221382"/>
                  <a:ext cx="13428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6B48D13F-EB87-F5EA-D3D9-34BB28CBEC71}"/>
                    </a:ext>
                  </a:extLst>
                </p14:cNvPr>
                <p14:cNvContentPartPr/>
                <p14:nvPr/>
              </p14:nvContentPartPr>
              <p14:xfrm>
                <a:off x="1395167" y="4332262"/>
                <a:ext cx="193680" cy="4896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6B48D13F-EB87-F5EA-D3D9-34BB28CBEC71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1377167" y="4314622"/>
                  <a:ext cx="229320" cy="8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3" name="Group 272">
            <a:extLst>
              <a:ext uri="{FF2B5EF4-FFF2-40B4-BE49-F238E27FC236}">
                <a16:creationId xmlns:a16="http://schemas.microsoft.com/office/drawing/2014/main" id="{8E4A1B59-A600-3DC3-906E-410C40E5715D}"/>
              </a:ext>
            </a:extLst>
          </p:cNvPr>
          <p:cNvGrpSpPr/>
          <p:nvPr/>
        </p:nvGrpSpPr>
        <p:grpSpPr>
          <a:xfrm>
            <a:off x="2709887" y="4341622"/>
            <a:ext cx="218520" cy="186120"/>
            <a:chOff x="2709887" y="4341622"/>
            <a:chExt cx="218520" cy="186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BAE7C89C-869D-49BB-484C-BE7C0ED4CA75}"/>
                    </a:ext>
                  </a:extLst>
                </p14:cNvPr>
                <p14:cNvContentPartPr/>
                <p14:nvPr/>
              </p14:nvContentPartPr>
              <p14:xfrm>
                <a:off x="2709887" y="4341622"/>
                <a:ext cx="30600" cy="17712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BAE7C89C-869D-49BB-484C-BE7C0ED4CA75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2691887" y="4323982"/>
                  <a:ext cx="6624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3054E800-B46B-6117-44A7-4B242E7E2789}"/>
                    </a:ext>
                  </a:extLst>
                </p14:cNvPr>
                <p14:cNvContentPartPr/>
                <p14:nvPr/>
              </p14:nvContentPartPr>
              <p14:xfrm>
                <a:off x="2831207" y="4368622"/>
                <a:ext cx="97200" cy="15912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3054E800-B46B-6117-44A7-4B242E7E2789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2813207" y="4350622"/>
                  <a:ext cx="132840" cy="194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08">
            <p14:nvContentPartPr>
              <p14:cNvPr id="248" name="Ink 247">
                <a:extLst>
                  <a:ext uri="{FF2B5EF4-FFF2-40B4-BE49-F238E27FC236}">
                    <a16:creationId xmlns:a16="http://schemas.microsoft.com/office/drawing/2014/main" id="{DCEEDF55-47FD-ACA4-610D-C98C5301483B}"/>
                  </a:ext>
                </a:extLst>
              </p14:cNvPr>
              <p14:cNvContentPartPr/>
              <p14:nvPr/>
            </p14:nvContentPartPr>
            <p14:xfrm>
              <a:off x="2779367" y="4189342"/>
              <a:ext cx="11160" cy="36000"/>
            </p14:xfrm>
          </p:contentPart>
        </mc:Choice>
        <mc:Fallback>
          <p:pic>
            <p:nvPicPr>
              <p:cNvPr id="248" name="Ink 247">
                <a:extLst>
                  <a:ext uri="{FF2B5EF4-FFF2-40B4-BE49-F238E27FC236}">
                    <a16:creationId xmlns:a16="http://schemas.microsoft.com/office/drawing/2014/main" id="{DCEEDF55-47FD-ACA4-610D-C98C5301483B}"/>
                  </a:ext>
                </a:extLst>
              </p:cNvPr>
              <p:cNvPicPr/>
              <p:nvPr/>
            </p:nvPicPr>
            <p:blipFill>
              <a:blip r:embed="rId409"/>
              <a:stretch>
                <a:fillRect/>
              </a:stretch>
            </p:blipFill>
            <p:spPr>
              <a:xfrm>
                <a:off x="2761367" y="4171342"/>
                <a:ext cx="46800" cy="71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72" name="Group 271">
            <a:extLst>
              <a:ext uri="{FF2B5EF4-FFF2-40B4-BE49-F238E27FC236}">
                <a16:creationId xmlns:a16="http://schemas.microsoft.com/office/drawing/2014/main" id="{45C84AAC-6BFC-8841-62C9-C2919E0953D9}"/>
              </a:ext>
            </a:extLst>
          </p:cNvPr>
          <p:cNvGrpSpPr/>
          <p:nvPr/>
        </p:nvGrpSpPr>
        <p:grpSpPr>
          <a:xfrm>
            <a:off x="3669647" y="4224262"/>
            <a:ext cx="1998360" cy="766800"/>
            <a:chOff x="3669647" y="4224262"/>
            <a:chExt cx="1998360" cy="76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945916FA-A423-4408-D821-063EBB5095DB}"/>
                    </a:ext>
                  </a:extLst>
                </p14:cNvPr>
                <p14:cNvContentPartPr/>
                <p14:nvPr/>
              </p14:nvContentPartPr>
              <p14:xfrm>
                <a:off x="3669647" y="4387702"/>
                <a:ext cx="150840" cy="18756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945916FA-A423-4408-D821-063EBB5095DB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3652007" y="4369702"/>
                  <a:ext cx="18648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C87C9DE3-3BC6-B646-4AF8-427F5BBBC75E}"/>
                    </a:ext>
                  </a:extLst>
                </p14:cNvPr>
                <p14:cNvContentPartPr/>
                <p14:nvPr/>
              </p14:nvContentPartPr>
              <p14:xfrm>
                <a:off x="3898247" y="4444942"/>
                <a:ext cx="213480" cy="15408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C87C9DE3-3BC6-B646-4AF8-427F5BBBC75E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3880247" y="4427302"/>
                  <a:ext cx="24912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43768E31-1132-71BB-B55F-7D885DA929DA}"/>
                    </a:ext>
                  </a:extLst>
                </p14:cNvPr>
                <p14:cNvContentPartPr/>
                <p14:nvPr/>
              </p14:nvContentPartPr>
              <p14:xfrm>
                <a:off x="4257167" y="4280422"/>
                <a:ext cx="69480" cy="28692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43768E31-1132-71BB-B55F-7D885DA929DA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4239527" y="4262782"/>
                  <a:ext cx="10512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4B55E6AA-A3E5-3539-B41D-03107A021928}"/>
                    </a:ext>
                  </a:extLst>
                </p14:cNvPr>
                <p14:cNvContentPartPr/>
                <p14:nvPr/>
              </p14:nvContentPartPr>
              <p14:xfrm>
                <a:off x="4387127" y="4448542"/>
                <a:ext cx="46440" cy="11088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4B55E6AA-A3E5-3539-B41D-03107A021928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4369127" y="4430542"/>
                  <a:ext cx="8208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A2D4F6EA-37B7-28F1-1BCF-9C21229B31B0}"/>
                    </a:ext>
                  </a:extLst>
                </p14:cNvPr>
                <p14:cNvContentPartPr/>
                <p14:nvPr/>
              </p14:nvContentPartPr>
              <p14:xfrm>
                <a:off x="4364087" y="4272862"/>
                <a:ext cx="51840" cy="4140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A2D4F6EA-37B7-28F1-1BCF-9C21229B31B0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4346447" y="4255222"/>
                  <a:ext cx="8748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D6B15E32-28F2-8BFA-5AE0-92F35EC39CD3}"/>
                    </a:ext>
                  </a:extLst>
                </p14:cNvPr>
                <p14:cNvContentPartPr/>
                <p14:nvPr/>
              </p14:nvContentPartPr>
              <p14:xfrm>
                <a:off x="4153487" y="4383742"/>
                <a:ext cx="126360" cy="2808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D6B15E32-28F2-8BFA-5AE0-92F35EC39CD3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4135487" y="4365742"/>
                  <a:ext cx="16200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51EE34A0-A9F1-EAFD-CE9C-64465BB8DB9E}"/>
                    </a:ext>
                  </a:extLst>
                </p14:cNvPr>
                <p14:cNvContentPartPr/>
                <p14:nvPr/>
              </p14:nvContentPartPr>
              <p14:xfrm>
                <a:off x="4572527" y="4246582"/>
                <a:ext cx="329040" cy="74448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51EE34A0-A9F1-EAFD-CE9C-64465BB8DB9E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4554527" y="4228582"/>
                  <a:ext cx="364680" cy="78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4F6D4217-6867-9728-6D17-E95EDD622BCC}"/>
                    </a:ext>
                  </a:extLst>
                </p14:cNvPr>
                <p14:cNvContentPartPr/>
                <p14:nvPr/>
              </p14:nvContentPartPr>
              <p14:xfrm>
                <a:off x="4997687" y="4430182"/>
                <a:ext cx="59760" cy="14040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4F6D4217-6867-9728-6D17-E95EDD622BCC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4979687" y="4412542"/>
                  <a:ext cx="9540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7E173219-8C9A-A99E-75A4-624A0A9ABCA0}"/>
                    </a:ext>
                  </a:extLst>
                </p14:cNvPr>
                <p14:cNvContentPartPr/>
                <p14:nvPr/>
              </p14:nvContentPartPr>
              <p14:xfrm>
                <a:off x="5053487" y="4370422"/>
                <a:ext cx="32760" cy="2988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7E173219-8C9A-A99E-75A4-624A0A9ABCA0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5035847" y="4352422"/>
                  <a:ext cx="6840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C684CE3A-C9A6-E30E-EB8D-E8CA05890126}"/>
                    </a:ext>
                  </a:extLst>
                </p14:cNvPr>
                <p14:cNvContentPartPr/>
                <p14:nvPr/>
              </p14:nvContentPartPr>
              <p14:xfrm>
                <a:off x="5120087" y="4469062"/>
                <a:ext cx="113760" cy="11304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C684CE3A-C9A6-E30E-EB8D-E8CA05890126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5102447" y="4451062"/>
                  <a:ext cx="14940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965393C2-A0E8-F4FC-4B7A-8F0DD8C9F055}"/>
                    </a:ext>
                  </a:extLst>
                </p14:cNvPr>
                <p14:cNvContentPartPr/>
                <p14:nvPr/>
              </p14:nvContentPartPr>
              <p14:xfrm>
                <a:off x="5233487" y="4224262"/>
                <a:ext cx="228960" cy="39096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965393C2-A0E8-F4FC-4B7A-8F0DD8C9F055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5215487" y="4206622"/>
                  <a:ext cx="264600" cy="42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EB674F50-EA09-DB00-66FB-A0D7EA97E01D}"/>
                    </a:ext>
                  </a:extLst>
                </p14:cNvPr>
                <p14:cNvContentPartPr/>
                <p14:nvPr/>
              </p14:nvContentPartPr>
              <p14:xfrm>
                <a:off x="5599967" y="4538182"/>
                <a:ext cx="68040" cy="15660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EB674F50-EA09-DB00-66FB-A0D7EA97E01D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5581967" y="4520542"/>
                  <a:ext cx="103680" cy="19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1" name="Group 270">
            <a:extLst>
              <a:ext uri="{FF2B5EF4-FFF2-40B4-BE49-F238E27FC236}">
                <a16:creationId xmlns:a16="http://schemas.microsoft.com/office/drawing/2014/main" id="{1A5DDB70-FA39-ED8B-1BFD-209F1B48A2D7}"/>
              </a:ext>
            </a:extLst>
          </p:cNvPr>
          <p:cNvGrpSpPr/>
          <p:nvPr/>
        </p:nvGrpSpPr>
        <p:grpSpPr>
          <a:xfrm>
            <a:off x="5987327" y="4323262"/>
            <a:ext cx="1087560" cy="374760"/>
            <a:chOff x="5987327" y="4323262"/>
            <a:chExt cx="1087560" cy="37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A03CC993-9F2F-0E0D-1DFB-A2C16B360C70}"/>
                    </a:ext>
                  </a:extLst>
                </p14:cNvPr>
                <p14:cNvContentPartPr/>
                <p14:nvPr/>
              </p14:nvContentPartPr>
              <p14:xfrm>
                <a:off x="6034127" y="4323262"/>
                <a:ext cx="166320" cy="35388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A03CC993-9F2F-0E0D-1DFB-A2C16B360C70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6016127" y="4305262"/>
                  <a:ext cx="201960" cy="38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12B6D829-7F3D-E8D6-CE61-7CD5C4F72E58}"/>
                    </a:ext>
                  </a:extLst>
                </p14:cNvPr>
                <p14:cNvContentPartPr/>
                <p14:nvPr/>
              </p14:nvContentPartPr>
              <p14:xfrm>
                <a:off x="5987327" y="4346662"/>
                <a:ext cx="1087560" cy="35136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12B6D829-7F3D-E8D6-CE61-7CD5C4F72E58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5969327" y="4329022"/>
                  <a:ext cx="1123200" cy="38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C6EEBEAB-E9D8-22B4-DB1F-FA94D5A2192A}"/>
              </a:ext>
            </a:extLst>
          </p:cNvPr>
          <p:cNvGrpSpPr/>
          <p:nvPr/>
        </p:nvGrpSpPr>
        <p:grpSpPr>
          <a:xfrm>
            <a:off x="7483847" y="4323622"/>
            <a:ext cx="1441800" cy="732960"/>
            <a:chOff x="7483847" y="4323622"/>
            <a:chExt cx="1441800" cy="732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08535243-2950-C925-8F1B-1FE9E6F65395}"/>
                    </a:ext>
                  </a:extLst>
                </p14:cNvPr>
                <p14:cNvContentPartPr/>
                <p14:nvPr/>
              </p14:nvContentPartPr>
              <p14:xfrm>
                <a:off x="7483847" y="4480942"/>
                <a:ext cx="210960" cy="17064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08535243-2950-C925-8F1B-1FE9E6F65395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7466207" y="4463302"/>
                  <a:ext cx="24660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27696D96-61AA-9DB8-BB1E-5D0C478099A2}"/>
                    </a:ext>
                  </a:extLst>
                </p14:cNvPr>
                <p14:cNvContentPartPr/>
                <p14:nvPr/>
              </p14:nvContentPartPr>
              <p14:xfrm>
                <a:off x="7756727" y="4323622"/>
                <a:ext cx="1168920" cy="73296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27696D96-61AA-9DB8-BB1E-5D0C478099A2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7738727" y="4305982"/>
                  <a:ext cx="1204560" cy="76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174663E2-B884-4310-5A0D-BC036D9FA807}"/>
                    </a:ext>
                  </a:extLst>
                </p14:cNvPr>
                <p14:cNvContentPartPr/>
                <p14:nvPr/>
              </p14:nvContentPartPr>
              <p14:xfrm>
                <a:off x="8331647" y="4355302"/>
                <a:ext cx="158400" cy="576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174663E2-B884-4310-5A0D-BC036D9FA807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8314007" y="4337302"/>
                  <a:ext cx="194040" cy="4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9" name="Group 268">
            <a:extLst>
              <a:ext uri="{FF2B5EF4-FFF2-40B4-BE49-F238E27FC236}">
                <a16:creationId xmlns:a16="http://schemas.microsoft.com/office/drawing/2014/main" id="{B35ED14C-E074-B05C-0AB1-9A301FB7699E}"/>
              </a:ext>
            </a:extLst>
          </p:cNvPr>
          <p:cNvGrpSpPr/>
          <p:nvPr/>
        </p:nvGrpSpPr>
        <p:grpSpPr>
          <a:xfrm>
            <a:off x="9337127" y="4425862"/>
            <a:ext cx="228240" cy="178560"/>
            <a:chOff x="9337127" y="4425862"/>
            <a:chExt cx="228240" cy="17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DD0E17D6-101A-AFFC-DC25-935F44C75098}"/>
                    </a:ext>
                  </a:extLst>
                </p14:cNvPr>
                <p14:cNvContentPartPr/>
                <p14:nvPr/>
              </p14:nvContentPartPr>
              <p14:xfrm>
                <a:off x="9337127" y="4425862"/>
                <a:ext cx="20520" cy="14832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DD0E17D6-101A-AFFC-DC25-935F44C75098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9319487" y="4408222"/>
                  <a:ext cx="5616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959E6BD2-D8F0-015A-D9B0-91241E6C5913}"/>
                    </a:ext>
                  </a:extLst>
                </p14:cNvPr>
                <p14:cNvContentPartPr/>
                <p14:nvPr/>
              </p14:nvContentPartPr>
              <p14:xfrm>
                <a:off x="9448367" y="4464742"/>
                <a:ext cx="117000" cy="13968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959E6BD2-D8F0-015A-D9B0-91241E6C5913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9430367" y="4446742"/>
                  <a:ext cx="152640" cy="175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48">
            <p14:nvContentPartPr>
              <p14:cNvPr id="268" name="Ink 267">
                <a:extLst>
                  <a:ext uri="{FF2B5EF4-FFF2-40B4-BE49-F238E27FC236}">
                    <a16:creationId xmlns:a16="http://schemas.microsoft.com/office/drawing/2014/main" id="{D8412ABE-8A19-F0A8-A9F4-0C6D83967D3D}"/>
                  </a:ext>
                </a:extLst>
              </p14:cNvPr>
              <p14:cNvContentPartPr/>
              <p14:nvPr/>
            </p14:nvContentPartPr>
            <p14:xfrm>
              <a:off x="9419927" y="4271782"/>
              <a:ext cx="20880" cy="24480"/>
            </p14:xfrm>
          </p:contentPart>
        </mc:Choice>
        <mc:Fallback>
          <p:pic>
            <p:nvPicPr>
              <p:cNvPr id="268" name="Ink 267">
                <a:extLst>
                  <a:ext uri="{FF2B5EF4-FFF2-40B4-BE49-F238E27FC236}">
                    <a16:creationId xmlns:a16="http://schemas.microsoft.com/office/drawing/2014/main" id="{D8412ABE-8A19-F0A8-A9F4-0C6D83967D3D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9401927" y="4254142"/>
                <a:ext cx="56520" cy="60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96" name="Group 295">
            <a:extLst>
              <a:ext uri="{FF2B5EF4-FFF2-40B4-BE49-F238E27FC236}">
                <a16:creationId xmlns:a16="http://schemas.microsoft.com/office/drawing/2014/main" id="{2291FFC6-7F34-8E21-F69A-1E2004804C6B}"/>
              </a:ext>
            </a:extLst>
          </p:cNvPr>
          <p:cNvGrpSpPr/>
          <p:nvPr/>
        </p:nvGrpSpPr>
        <p:grpSpPr>
          <a:xfrm>
            <a:off x="9980807" y="4127062"/>
            <a:ext cx="1915200" cy="499680"/>
            <a:chOff x="9980807" y="4127062"/>
            <a:chExt cx="1915200" cy="49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9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908538A2-1D0E-67CC-600A-6AB62D7470AF}"/>
                    </a:ext>
                  </a:extLst>
                </p14:cNvPr>
                <p14:cNvContentPartPr/>
                <p14:nvPr/>
              </p14:nvContentPartPr>
              <p14:xfrm>
                <a:off x="9980807" y="4428742"/>
                <a:ext cx="534960" cy="19800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908538A2-1D0E-67CC-600A-6AB62D7470AF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9962807" y="4411102"/>
                  <a:ext cx="57060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1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CF943F71-3623-4198-D65C-F5A8A95FBF8E}"/>
                    </a:ext>
                  </a:extLst>
                </p14:cNvPr>
                <p14:cNvContentPartPr/>
                <p14:nvPr/>
              </p14:nvContentPartPr>
              <p14:xfrm>
                <a:off x="10593167" y="4430182"/>
                <a:ext cx="104760" cy="16056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CF943F71-3623-4198-D65C-F5A8A95FBF8E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10575527" y="4412182"/>
                  <a:ext cx="14040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3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9D7549D9-BFD4-5AB8-1519-4BFC9C5FA0CC}"/>
                    </a:ext>
                  </a:extLst>
                </p14:cNvPr>
                <p14:cNvContentPartPr/>
                <p14:nvPr/>
              </p14:nvContentPartPr>
              <p14:xfrm>
                <a:off x="10787207" y="4435222"/>
                <a:ext cx="28080" cy="13716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9D7549D9-BFD4-5AB8-1519-4BFC9C5FA0CC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10769567" y="4417222"/>
                  <a:ext cx="6372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5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ABACE74F-7F4A-9F0E-02A2-95CB64571C9B}"/>
                    </a:ext>
                  </a:extLst>
                </p14:cNvPr>
                <p14:cNvContentPartPr/>
                <p14:nvPr/>
              </p14:nvContentPartPr>
              <p14:xfrm>
                <a:off x="10773167" y="4306342"/>
                <a:ext cx="39960" cy="3672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ABACE74F-7F4A-9F0E-02A2-95CB64571C9B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10755167" y="4288702"/>
                  <a:ext cx="7560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7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63EE8E06-5CD7-9F89-BBAC-7BFBCF8ADE1A}"/>
                    </a:ext>
                  </a:extLst>
                </p14:cNvPr>
                <p14:cNvContentPartPr/>
                <p14:nvPr/>
              </p14:nvContentPartPr>
              <p14:xfrm>
                <a:off x="10891247" y="4432702"/>
                <a:ext cx="132840" cy="15696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63EE8E06-5CD7-9F89-BBAC-7BFBCF8ADE1A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10873607" y="4415062"/>
                  <a:ext cx="16848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9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4AEB34C0-B8DA-849B-5806-00B1EAFBC244}"/>
                    </a:ext>
                  </a:extLst>
                </p14:cNvPr>
                <p14:cNvContentPartPr/>
                <p14:nvPr/>
              </p14:nvContentPartPr>
              <p14:xfrm>
                <a:off x="11208767" y="4234702"/>
                <a:ext cx="31680" cy="28116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4AEB34C0-B8DA-849B-5806-00B1EAFBC244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11190767" y="4217062"/>
                  <a:ext cx="6732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1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23D4511E-55D1-FF8F-3DC2-72B9C34753E5}"/>
                    </a:ext>
                  </a:extLst>
                </p14:cNvPr>
                <p14:cNvContentPartPr/>
                <p14:nvPr/>
              </p14:nvContentPartPr>
              <p14:xfrm>
                <a:off x="11149367" y="4325062"/>
                <a:ext cx="309240" cy="15948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23D4511E-55D1-FF8F-3DC2-72B9C34753E5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11131727" y="4307062"/>
                  <a:ext cx="34488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3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2E119320-BC34-4282-0046-AB9500538454}"/>
                    </a:ext>
                  </a:extLst>
                </p14:cNvPr>
                <p14:cNvContentPartPr/>
                <p14:nvPr/>
              </p14:nvContentPartPr>
              <p14:xfrm>
                <a:off x="11534567" y="4360342"/>
                <a:ext cx="219960" cy="12204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2E119320-BC34-4282-0046-AB9500538454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11516567" y="4342702"/>
                  <a:ext cx="25560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5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716EDE6F-0BEF-B1F6-1779-F1C9FEC1D7A0}"/>
                    </a:ext>
                  </a:extLst>
                </p14:cNvPr>
                <p14:cNvContentPartPr/>
                <p14:nvPr/>
              </p14:nvContentPartPr>
              <p14:xfrm>
                <a:off x="11854967" y="4127062"/>
                <a:ext cx="41040" cy="32256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716EDE6F-0BEF-B1F6-1779-F1C9FEC1D7A0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11836967" y="4109422"/>
                  <a:ext cx="7668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7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5271D46C-0BDC-0987-4B36-100A85BCE818}"/>
                    </a:ext>
                  </a:extLst>
                </p14:cNvPr>
                <p14:cNvContentPartPr/>
                <p14:nvPr/>
              </p14:nvContentPartPr>
              <p14:xfrm>
                <a:off x="11554727" y="4231822"/>
                <a:ext cx="106200" cy="2988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5271D46C-0BDC-0987-4B36-100A85BCE818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11536727" y="4213822"/>
                  <a:ext cx="141840" cy="65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69">
            <p14:nvContentPartPr>
              <p14:cNvPr id="285" name="Ink 284">
                <a:extLst>
                  <a:ext uri="{FF2B5EF4-FFF2-40B4-BE49-F238E27FC236}">
                    <a16:creationId xmlns:a16="http://schemas.microsoft.com/office/drawing/2014/main" id="{60353580-1AB2-ED42-6253-4427F77F75A3}"/>
                  </a:ext>
                </a:extLst>
              </p14:cNvPr>
              <p14:cNvContentPartPr/>
              <p14:nvPr/>
            </p14:nvContentPartPr>
            <p14:xfrm>
              <a:off x="12385967" y="4663462"/>
              <a:ext cx="360" cy="360"/>
            </p14:xfrm>
          </p:contentPart>
        </mc:Choice>
        <mc:Fallback>
          <p:pic>
            <p:nvPicPr>
              <p:cNvPr id="285" name="Ink 284">
                <a:extLst>
                  <a:ext uri="{FF2B5EF4-FFF2-40B4-BE49-F238E27FC236}">
                    <a16:creationId xmlns:a16="http://schemas.microsoft.com/office/drawing/2014/main" id="{60353580-1AB2-ED42-6253-4427F77F75A3}"/>
                  </a:ext>
                </a:extLst>
              </p:cNvPr>
              <p:cNvPicPr/>
              <p:nvPr/>
            </p:nvPicPr>
            <p:blipFill>
              <a:blip r:embed="rId470"/>
              <a:stretch>
                <a:fillRect/>
              </a:stretch>
            </p:blipFill>
            <p:spPr>
              <a:xfrm>
                <a:off x="12368327" y="4645462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95" name="Group 294">
            <a:extLst>
              <a:ext uri="{FF2B5EF4-FFF2-40B4-BE49-F238E27FC236}">
                <a16:creationId xmlns:a16="http://schemas.microsoft.com/office/drawing/2014/main" id="{37EEE4F1-3214-2F73-5AD3-69DBD5BAC67A}"/>
              </a:ext>
            </a:extLst>
          </p:cNvPr>
          <p:cNvGrpSpPr/>
          <p:nvPr/>
        </p:nvGrpSpPr>
        <p:grpSpPr>
          <a:xfrm>
            <a:off x="155327" y="4956502"/>
            <a:ext cx="1531800" cy="499320"/>
            <a:chOff x="155327" y="4956502"/>
            <a:chExt cx="1531800" cy="49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1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D71EC844-D8B7-4413-1A3F-AD2D31F9318D}"/>
                    </a:ext>
                  </a:extLst>
                </p14:cNvPr>
                <p14:cNvContentPartPr/>
                <p14:nvPr/>
              </p14:nvContentPartPr>
              <p14:xfrm>
                <a:off x="155327" y="4974862"/>
                <a:ext cx="295560" cy="32040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D71EC844-D8B7-4413-1A3F-AD2D31F9318D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137327" y="4957222"/>
                  <a:ext cx="33120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3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1B3DA850-2264-E731-CF5B-428392ADEA86}"/>
                    </a:ext>
                  </a:extLst>
                </p14:cNvPr>
                <p14:cNvContentPartPr/>
                <p14:nvPr/>
              </p14:nvContentPartPr>
              <p14:xfrm>
                <a:off x="478607" y="5040382"/>
                <a:ext cx="585720" cy="27324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1B3DA850-2264-E731-CF5B-428392ADEA86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460607" y="5022382"/>
                  <a:ext cx="62136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5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1CE21206-B9BD-5CC8-EF63-BBD7BC5D785C}"/>
                    </a:ext>
                  </a:extLst>
                </p14:cNvPr>
                <p14:cNvContentPartPr/>
                <p14:nvPr/>
              </p14:nvContentPartPr>
              <p14:xfrm>
                <a:off x="1152527" y="5060902"/>
                <a:ext cx="14400" cy="21996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1CE21206-B9BD-5CC8-EF63-BBD7BC5D785C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1134887" y="5042902"/>
                  <a:ext cx="5004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7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7260E6E8-A199-A42A-71EA-68E95030E04B}"/>
                    </a:ext>
                  </a:extLst>
                </p14:cNvPr>
                <p14:cNvContentPartPr/>
                <p14:nvPr/>
              </p14:nvContentPartPr>
              <p14:xfrm>
                <a:off x="1278527" y="5077822"/>
                <a:ext cx="14040" cy="21420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7260E6E8-A199-A42A-71EA-68E95030E04B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1260527" y="5059822"/>
                  <a:ext cx="4968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9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788398E5-D3FE-4459-5496-89CAFDA7E5B8}"/>
                    </a:ext>
                  </a:extLst>
                </p14:cNvPr>
                <p14:cNvContentPartPr/>
                <p14:nvPr/>
              </p14:nvContentPartPr>
              <p14:xfrm>
                <a:off x="1363127" y="5097262"/>
                <a:ext cx="12600" cy="22320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788398E5-D3FE-4459-5496-89CAFDA7E5B8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1345487" y="5079622"/>
                  <a:ext cx="4824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1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7C4000C2-910A-A73F-59E6-D3C4C77D3C8D}"/>
                    </a:ext>
                  </a:extLst>
                </p14:cNvPr>
                <p14:cNvContentPartPr/>
                <p14:nvPr/>
              </p14:nvContentPartPr>
              <p14:xfrm>
                <a:off x="989447" y="4956502"/>
                <a:ext cx="375840" cy="16848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7C4000C2-910A-A73F-59E6-D3C4C77D3C8D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971447" y="4938862"/>
                  <a:ext cx="41148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3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BF3BAE7F-51B8-4062-136A-E192A7E67F5E}"/>
                    </a:ext>
                  </a:extLst>
                </p14:cNvPr>
                <p14:cNvContentPartPr/>
                <p14:nvPr/>
              </p14:nvContentPartPr>
              <p14:xfrm>
                <a:off x="1020047" y="5310382"/>
                <a:ext cx="366480" cy="14544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BF3BAE7F-51B8-4062-136A-E192A7E67F5E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1002407" y="5292382"/>
                  <a:ext cx="40212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5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53B899B8-0B87-E7C4-0EAE-EFF2C2F9BE18}"/>
                    </a:ext>
                  </a:extLst>
                </p14:cNvPr>
                <p14:cNvContentPartPr/>
                <p14:nvPr/>
              </p14:nvContentPartPr>
              <p14:xfrm>
                <a:off x="1576607" y="5133982"/>
                <a:ext cx="13320" cy="5724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53B899B8-0B87-E7C4-0EAE-EFF2C2F9BE18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1558967" y="5115982"/>
                  <a:ext cx="4896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7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E302031B-98A5-F7CA-772C-A3ABFB185779}"/>
                    </a:ext>
                  </a:extLst>
                </p14:cNvPr>
                <p14:cNvContentPartPr/>
                <p14:nvPr/>
              </p14:nvContentPartPr>
              <p14:xfrm>
                <a:off x="1683167" y="5266462"/>
                <a:ext cx="3960" cy="2952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E302031B-98A5-F7CA-772C-A3ABFB185779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1665167" y="5248462"/>
                  <a:ext cx="39600" cy="6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3" name="Group 302">
            <a:extLst>
              <a:ext uri="{FF2B5EF4-FFF2-40B4-BE49-F238E27FC236}">
                <a16:creationId xmlns:a16="http://schemas.microsoft.com/office/drawing/2014/main" id="{A977EF00-AD66-D10D-0945-F9E3A9944008}"/>
              </a:ext>
            </a:extLst>
          </p:cNvPr>
          <p:cNvGrpSpPr/>
          <p:nvPr/>
        </p:nvGrpSpPr>
        <p:grpSpPr>
          <a:xfrm>
            <a:off x="1925447" y="4987462"/>
            <a:ext cx="365760" cy="650160"/>
            <a:chOff x="1925447" y="4987462"/>
            <a:chExt cx="365760" cy="650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9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7F013916-443D-A30F-464D-9A2CA8D5FE44}"/>
                    </a:ext>
                  </a:extLst>
                </p14:cNvPr>
                <p14:cNvContentPartPr/>
                <p14:nvPr/>
              </p14:nvContentPartPr>
              <p14:xfrm>
                <a:off x="1925447" y="5001142"/>
                <a:ext cx="148680" cy="36324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7F013916-443D-A30F-464D-9A2CA8D5FE44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1907807" y="4983142"/>
                  <a:ext cx="184320" cy="39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1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86E9CFC0-D73C-A0F5-B81B-A7428CBB2219}"/>
                    </a:ext>
                  </a:extLst>
                </p14:cNvPr>
                <p14:cNvContentPartPr/>
                <p14:nvPr/>
              </p14:nvContentPartPr>
              <p14:xfrm>
                <a:off x="2068007" y="4987462"/>
                <a:ext cx="223200" cy="65016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86E9CFC0-D73C-A0F5-B81B-A7428CBB2219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2050007" y="4969462"/>
                  <a:ext cx="258840" cy="68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2" name="Group 301">
            <a:extLst>
              <a:ext uri="{FF2B5EF4-FFF2-40B4-BE49-F238E27FC236}">
                <a16:creationId xmlns:a16="http://schemas.microsoft.com/office/drawing/2014/main" id="{50112E1D-B531-3057-F770-D0C3B77BAF8A}"/>
              </a:ext>
            </a:extLst>
          </p:cNvPr>
          <p:cNvGrpSpPr/>
          <p:nvPr/>
        </p:nvGrpSpPr>
        <p:grpSpPr>
          <a:xfrm>
            <a:off x="2758847" y="5137582"/>
            <a:ext cx="409680" cy="268920"/>
            <a:chOff x="2758847" y="5137582"/>
            <a:chExt cx="409680" cy="26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3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7FC328C6-1CDA-27E8-1305-582D5014AE47}"/>
                    </a:ext>
                  </a:extLst>
                </p14:cNvPr>
                <p14:cNvContentPartPr/>
                <p14:nvPr/>
              </p14:nvContentPartPr>
              <p14:xfrm>
                <a:off x="2758847" y="5137582"/>
                <a:ext cx="334080" cy="26892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7FC328C6-1CDA-27E8-1305-582D5014AE47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2740847" y="5119942"/>
                  <a:ext cx="36972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5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9B1048BF-EF65-8B3C-BE5E-E3A716758879}"/>
                    </a:ext>
                  </a:extLst>
                </p14:cNvPr>
                <p14:cNvContentPartPr/>
                <p14:nvPr/>
              </p14:nvContentPartPr>
              <p14:xfrm>
                <a:off x="2887367" y="5198782"/>
                <a:ext cx="281160" cy="4320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9B1048BF-EF65-8B3C-BE5E-E3A716758879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2869367" y="5181142"/>
                  <a:ext cx="316800" cy="7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8" name="Group 317">
            <a:extLst>
              <a:ext uri="{FF2B5EF4-FFF2-40B4-BE49-F238E27FC236}">
                <a16:creationId xmlns:a16="http://schemas.microsoft.com/office/drawing/2014/main" id="{11B89123-C7F6-45DF-AC8F-FCCB7AC01157}"/>
              </a:ext>
            </a:extLst>
          </p:cNvPr>
          <p:cNvGrpSpPr/>
          <p:nvPr/>
        </p:nvGrpSpPr>
        <p:grpSpPr>
          <a:xfrm>
            <a:off x="3552287" y="5130382"/>
            <a:ext cx="1036800" cy="416880"/>
            <a:chOff x="3552287" y="5130382"/>
            <a:chExt cx="1036800" cy="41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7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E706BEE9-AB98-D6D7-D8DF-B023E4992F35}"/>
                    </a:ext>
                  </a:extLst>
                </p14:cNvPr>
                <p14:cNvContentPartPr/>
                <p14:nvPr/>
              </p14:nvContentPartPr>
              <p14:xfrm>
                <a:off x="3552287" y="5166742"/>
                <a:ext cx="503640" cy="38052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E706BEE9-AB98-D6D7-D8DF-B023E4992F35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3534647" y="5148742"/>
                  <a:ext cx="539280" cy="41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9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3F42B88D-201C-6F47-07F8-6F0017A20823}"/>
                    </a:ext>
                  </a:extLst>
                </p14:cNvPr>
                <p14:cNvContentPartPr/>
                <p14:nvPr/>
              </p14:nvContentPartPr>
              <p14:xfrm>
                <a:off x="4037207" y="5300302"/>
                <a:ext cx="313920" cy="18360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3F42B88D-201C-6F47-07F8-6F0017A20823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4019567" y="5282662"/>
                  <a:ext cx="34956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1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A453D3D2-FE09-33DB-BDFA-1491CE03FCAD}"/>
                    </a:ext>
                  </a:extLst>
                </p14:cNvPr>
                <p14:cNvContentPartPr/>
                <p14:nvPr/>
              </p14:nvContentPartPr>
              <p14:xfrm>
                <a:off x="4476767" y="5130382"/>
                <a:ext cx="90000" cy="33804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A453D3D2-FE09-33DB-BDFA-1491CE03FCAD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4458767" y="5112742"/>
                  <a:ext cx="12564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3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41BFBF8C-8A2A-BD52-F3CE-F11C3D5268E2}"/>
                    </a:ext>
                  </a:extLst>
                </p14:cNvPr>
                <p14:cNvContentPartPr/>
                <p14:nvPr/>
              </p14:nvContentPartPr>
              <p14:xfrm>
                <a:off x="4381727" y="5189062"/>
                <a:ext cx="207360" cy="8928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41BFBF8C-8A2A-BD52-F3CE-F11C3D5268E2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4363727" y="5171062"/>
                  <a:ext cx="243000" cy="124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05">
            <p14:nvContentPartPr>
              <p14:cNvPr id="307" name="Ink 306">
                <a:extLst>
                  <a:ext uri="{FF2B5EF4-FFF2-40B4-BE49-F238E27FC236}">
                    <a16:creationId xmlns:a16="http://schemas.microsoft.com/office/drawing/2014/main" id="{1B8B98D8-0B87-690B-97B2-98A271483033}"/>
                  </a:ext>
                </a:extLst>
              </p14:cNvPr>
              <p14:cNvContentPartPr/>
              <p14:nvPr/>
            </p14:nvContentPartPr>
            <p14:xfrm>
              <a:off x="5022527" y="5220022"/>
              <a:ext cx="587160" cy="198360"/>
            </p14:xfrm>
          </p:contentPart>
        </mc:Choice>
        <mc:Fallback>
          <p:pic>
            <p:nvPicPr>
              <p:cNvPr id="307" name="Ink 306">
                <a:extLst>
                  <a:ext uri="{FF2B5EF4-FFF2-40B4-BE49-F238E27FC236}">
                    <a16:creationId xmlns:a16="http://schemas.microsoft.com/office/drawing/2014/main" id="{1B8B98D8-0B87-690B-97B2-98A271483033}"/>
                  </a:ext>
                </a:extLst>
              </p:cNvPr>
              <p:cNvPicPr/>
              <p:nvPr/>
            </p:nvPicPr>
            <p:blipFill>
              <a:blip r:embed="rId506"/>
              <a:stretch>
                <a:fillRect/>
              </a:stretch>
            </p:blipFill>
            <p:spPr>
              <a:xfrm>
                <a:off x="5004527" y="5202382"/>
                <a:ext cx="622800" cy="234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39" name="Group 338">
            <a:extLst>
              <a:ext uri="{FF2B5EF4-FFF2-40B4-BE49-F238E27FC236}">
                <a16:creationId xmlns:a16="http://schemas.microsoft.com/office/drawing/2014/main" id="{AFDA6EB9-0A96-9346-7214-544D285984AF}"/>
              </a:ext>
            </a:extLst>
          </p:cNvPr>
          <p:cNvGrpSpPr/>
          <p:nvPr/>
        </p:nvGrpSpPr>
        <p:grpSpPr>
          <a:xfrm>
            <a:off x="5993087" y="5123902"/>
            <a:ext cx="3300480" cy="537840"/>
            <a:chOff x="5993087" y="5123902"/>
            <a:chExt cx="3300480" cy="537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7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96C34905-3A09-C991-DFEF-4EC785DF1DAA}"/>
                    </a:ext>
                  </a:extLst>
                </p14:cNvPr>
                <p14:cNvContentPartPr/>
                <p14:nvPr/>
              </p14:nvContentPartPr>
              <p14:xfrm>
                <a:off x="5993087" y="5144782"/>
                <a:ext cx="894600" cy="30240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96C34905-3A09-C991-DFEF-4EC785DF1DAA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5975447" y="5126782"/>
                  <a:ext cx="93024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9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AAFF6FFC-1E96-F62F-92EE-EA5230F36540}"/>
                    </a:ext>
                  </a:extLst>
                </p14:cNvPr>
                <p14:cNvContentPartPr/>
                <p14:nvPr/>
              </p14:nvContentPartPr>
              <p14:xfrm>
                <a:off x="6767087" y="5164222"/>
                <a:ext cx="54720" cy="15120"/>
              </p14:xfrm>
            </p:contentPart>
          </mc:Choice>
          <mc:Fallback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AAFF6FFC-1E96-F62F-92EE-EA5230F36540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6749447" y="5146582"/>
                  <a:ext cx="9036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1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AB9F6512-568E-D210-C85A-FAF621D1E292}"/>
                    </a:ext>
                  </a:extLst>
                </p14:cNvPr>
                <p14:cNvContentPartPr/>
                <p14:nvPr/>
              </p14:nvContentPartPr>
              <p14:xfrm>
                <a:off x="6501767" y="5241622"/>
                <a:ext cx="190080" cy="17280"/>
              </p14:xfrm>
            </p:contentPart>
          </mc:Choice>
          <mc:Fallback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AB9F6512-568E-D210-C85A-FAF621D1E292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6483767" y="5223622"/>
                  <a:ext cx="2257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3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1EC14E89-7653-E1A4-0430-77AAD736323D}"/>
                    </a:ext>
                  </a:extLst>
                </p14:cNvPr>
                <p14:cNvContentPartPr/>
                <p14:nvPr/>
              </p14:nvContentPartPr>
              <p14:xfrm>
                <a:off x="6948167" y="5195542"/>
                <a:ext cx="146880" cy="46620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1EC14E89-7653-E1A4-0430-77AAD736323D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6930167" y="5177542"/>
                  <a:ext cx="182520" cy="50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5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6CCE6C6E-5853-CD17-053D-1DF37F764E71}"/>
                    </a:ext>
                  </a:extLst>
                </p14:cNvPr>
                <p14:cNvContentPartPr/>
                <p14:nvPr/>
              </p14:nvContentPartPr>
              <p14:xfrm>
                <a:off x="6983087" y="5400382"/>
                <a:ext cx="201960" cy="7200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6CCE6C6E-5853-CD17-053D-1DF37F764E71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6965087" y="5382742"/>
                  <a:ext cx="23760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7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E015EEA3-5C78-2F99-BB4E-6940DB5C49C6}"/>
                    </a:ext>
                  </a:extLst>
                </p14:cNvPr>
                <p14:cNvContentPartPr/>
                <p14:nvPr/>
              </p14:nvContentPartPr>
              <p14:xfrm>
                <a:off x="7261727" y="5322262"/>
                <a:ext cx="41040" cy="127800"/>
              </p14:xfrm>
            </p:contentPart>
          </mc:Choice>
          <mc:Fallback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E015EEA3-5C78-2F99-BB4E-6940DB5C49C6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7244087" y="5304622"/>
                  <a:ext cx="7668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9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9067174A-588B-50EA-77E4-66F536E20F99}"/>
                    </a:ext>
                  </a:extLst>
                </p14:cNvPr>
                <p14:cNvContentPartPr/>
                <p14:nvPr/>
              </p14:nvContentPartPr>
              <p14:xfrm>
                <a:off x="7290167" y="5196982"/>
                <a:ext cx="24480" cy="40680"/>
              </p14:xfrm>
            </p:contentPart>
          </mc:Choice>
          <mc:Fallback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9067174A-588B-50EA-77E4-66F536E20F99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7272527" y="5179342"/>
                  <a:ext cx="6012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1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DE4DA71D-3E48-F83A-722F-6347302F5177}"/>
                    </a:ext>
                  </a:extLst>
                </p14:cNvPr>
                <p14:cNvContentPartPr/>
                <p14:nvPr/>
              </p14:nvContentPartPr>
              <p14:xfrm>
                <a:off x="7425167" y="5343142"/>
                <a:ext cx="179640" cy="178920"/>
              </p14:xfrm>
            </p:contentPart>
          </mc:Choice>
          <mc:Fallback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DE4DA71D-3E48-F83A-722F-6347302F5177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7407167" y="5325502"/>
                  <a:ext cx="21528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3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41A54883-124C-1A68-1490-306C4F21F452}"/>
                    </a:ext>
                  </a:extLst>
                </p14:cNvPr>
                <p14:cNvContentPartPr/>
                <p14:nvPr/>
              </p14:nvContentPartPr>
              <p14:xfrm>
                <a:off x="7946447" y="5502622"/>
                <a:ext cx="32040" cy="972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41A54883-124C-1A68-1490-306C4F21F452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7928807" y="5484622"/>
                  <a:ext cx="6768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5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1DD52BA2-2D20-1755-0ADB-E86517956F7E}"/>
                    </a:ext>
                  </a:extLst>
                </p14:cNvPr>
                <p14:cNvContentPartPr/>
                <p14:nvPr/>
              </p14:nvContentPartPr>
              <p14:xfrm>
                <a:off x="7832327" y="5388142"/>
                <a:ext cx="79200" cy="167040"/>
              </p14:xfrm>
            </p:contentPart>
          </mc:Choice>
          <mc:Fallback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1DD52BA2-2D20-1755-0ADB-E86517956F7E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7814327" y="5370502"/>
                  <a:ext cx="11484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7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96E2B803-5863-5003-4DD3-D4A31A4CE4B6}"/>
                    </a:ext>
                  </a:extLst>
                </p14:cNvPr>
                <p14:cNvContentPartPr/>
                <p14:nvPr/>
              </p14:nvContentPartPr>
              <p14:xfrm>
                <a:off x="7906487" y="5304622"/>
                <a:ext cx="14040" cy="2124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96E2B803-5863-5003-4DD3-D4A31A4CE4B6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7888487" y="5286982"/>
                  <a:ext cx="4968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9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292D2FB8-80B1-D28A-AA2D-FEF36F6C6898}"/>
                    </a:ext>
                  </a:extLst>
                </p14:cNvPr>
                <p14:cNvContentPartPr/>
                <p14:nvPr/>
              </p14:nvContentPartPr>
              <p14:xfrm>
                <a:off x="7992527" y="5206342"/>
                <a:ext cx="357480" cy="334440"/>
              </p14:xfrm>
            </p:contentPart>
          </mc:Choice>
          <mc:Fallback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292D2FB8-80B1-D28A-AA2D-FEF36F6C6898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7974887" y="5188702"/>
                  <a:ext cx="393120" cy="37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1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B821DD14-4A0E-F6B7-717C-37DCD411FE22}"/>
                    </a:ext>
                  </a:extLst>
                </p14:cNvPr>
                <p14:cNvContentPartPr/>
                <p14:nvPr/>
              </p14:nvContentPartPr>
              <p14:xfrm>
                <a:off x="8560607" y="5473462"/>
                <a:ext cx="18720" cy="24480"/>
              </p14:xfrm>
            </p:contentPart>
          </mc:Choice>
          <mc:Fallback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B821DD14-4A0E-F6B7-717C-37DCD411FE22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8542967" y="5455822"/>
                  <a:ext cx="5436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3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09EC7355-39D6-1ECE-8082-7CBA2E1B216E}"/>
                    </a:ext>
                  </a:extLst>
                </p14:cNvPr>
                <p14:cNvContentPartPr/>
                <p14:nvPr/>
              </p14:nvContentPartPr>
              <p14:xfrm>
                <a:off x="8632247" y="5123902"/>
                <a:ext cx="610560" cy="383040"/>
              </p14:xfrm>
            </p:contentPart>
          </mc:Choice>
          <mc:Fallback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09EC7355-39D6-1ECE-8082-7CBA2E1B216E}"/>
                    </a:ext>
                  </a:extLst>
                </p:cNvPr>
                <p:cNvPicPr/>
                <p:nvPr/>
              </p:nvPicPr>
              <p:blipFill>
                <a:blip r:embed="rId534"/>
                <a:stretch>
                  <a:fillRect/>
                </a:stretch>
              </p:blipFill>
              <p:spPr>
                <a:xfrm>
                  <a:off x="8614247" y="5105902"/>
                  <a:ext cx="646200" cy="41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5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1A8C99A5-623C-23C8-FF7D-C15AA54AB509}"/>
                    </a:ext>
                  </a:extLst>
                </p14:cNvPr>
                <p14:cNvContentPartPr/>
                <p14:nvPr/>
              </p14:nvContentPartPr>
              <p14:xfrm>
                <a:off x="9062447" y="5180422"/>
                <a:ext cx="231120" cy="12600"/>
              </p14:xfrm>
            </p:contentPart>
          </mc:Choice>
          <mc:Fallback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1A8C99A5-623C-23C8-FF7D-C15AA54AB509}"/>
                    </a:ext>
                  </a:extLst>
                </p:cNvPr>
                <p:cNvPicPr/>
                <p:nvPr/>
              </p:nvPicPr>
              <p:blipFill>
                <a:blip r:embed="rId536"/>
                <a:stretch>
                  <a:fillRect/>
                </a:stretch>
              </p:blipFill>
              <p:spPr>
                <a:xfrm>
                  <a:off x="9044447" y="5162422"/>
                  <a:ext cx="266760" cy="48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37">
            <p14:nvContentPartPr>
              <p14:cNvPr id="327" name="Ink 326">
                <a:extLst>
                  <a:ext uri="{FF2B5EF4-FFF2-40B4-BE49-F238E27FC236}">
                    <a16:creationId xmlns:a16="http://schemas.microsoft.com/office/drawing/2014/main" id="{A8B2E064-6698-4BF1-CC49-9639E1A4C94D}"/>
                  </a:ext>
                </a:extLst>
              </p14:cNvPr>
              <p14:cNvContentPartPr/>
              <p14:nvPr/>
            </p14:nvContentPartPr>
            <p14:xfrm>
              <a:off x="9597407" y="5294182"/>
              <a:ext cx="226080" cy="113760"/>
            </p14:xfrm>
          </p:contentPart>
        </mc:Choice>
        <mc:Fallback>
          <p:pic>
            <p:nvPicPr>
              <p:cNvPr id="327" name="Ink 326">
                <a:extLst>
                  <a:ext uri="{FF2B5EF4-FFF2-40B4-BE49-F238E27FC236}">
                    <a16:creationId xmlns:a16="http://schemas.microsoft.com/office/drawing/2014/main" id="{A8B2E064-6698-4BF1-CC49-9639E1A4C94D}"/>
                  </a:ext>
                </a:extLst>
              </p:cNvPr>
              <p:cNvPicPr/>
              <p:nvPr/>
            </p:nvPicPr>
            <p:blipFill>
              <a:blip r:embed="rId538"/>
              <a:stretch>
                <a:fillRect/>
              </a:stretch>
            </p:blipFill>
            <p:spPr>
              <a:xfrm>
                <a:off x="9579407" y="5276542"/>
                <a:ext cx="261720" cy="149400"/>
              </a:xfrm>
              <a:prstGeom prst="rect">
                <a:avLst/>
              </a:prstGeom>
            </p:spPr>
          </p:pic>
        </mc:Fallback>
      </mc:AlternateContent>
      <p:grpSp>
        <p:nvGrpSpPr>
          <p:cNvPr id="338" name="Group 337">
            <a:extLst>
              <a:ext uri="{FF2B5EF4-FFF2-40B4-BE49-F238E27FC236}">
                <a16:creationId xmlns:a16="http://schemas.microsoft.com/office/drawing/2014/main" id="{FD5A1F4A-CD42-2E70-F8F6-9D14FC36B775}"/>
              </a:ext>
            </a:extLst>
          </p:cNvPr>
          <p:cNvGrpSpPr/>
          <p:nvPr/>
        </p:nvGrpSpPr>
        <p:grpSpPr>
          <a:xfrm>
            <a:off x="10111847" y="5028502"/>
            <a:ext cx="1941840" cy="684360"/>
            <a:chOff x="10111847" y="5028502"/>
            <a:chExt cx="1941840" cy="68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9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A2685C67-16FF-D806-32D8-E32D3D706CA2}"/>
                    </a:ext>
                  </a:extLst>
                </p14:cNvPr>
                <p14:cNvContentPartPr/>
                <p14:nvPr/>
              </p14:nvContentPartPr>
              <p14:xfrm>
                <a:off x="10121567" y="5062702"/>
                <a:ext cx="155160" cy="650160"/>
              </p14:xfrm>
            </p:contentPart>
          </mc:Choice>
          <mc:Fallback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A2685C67-16FF-D806-32D8-E32D3D706CA2}"/>
                    </a:ext>
                  </a:extLst>
                </p:cNvPr>
                <p:cNvPicPr/>
                <p:nvPr/>
              </p:nvPicPr>
              <p:blipFill>
                <a:blip r:embed="rId540"/>
                <a:stretch>
                  <a:fillRect/>
                </a:stretch>
              </p:blipFill>
              <p:spPr>
                <a:xfrm>
                  <a:off x="10103567" y="5045062"/>
                  <a:ext cx="190800" cy="68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1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01FCF3AC-C3ED-3194-5B7B-FE69C6F558C9}"/>
                    </a:ext>
                  </a:extLst>
                </p14:cNvPr>
                <p14:cNvContentPartPr/>
                <p14:nvPr/>
              </p14:nvContentPartPr>
              <p14:xfrm>
                <a:off x="10111847" y="5251702"/>
                <a:ext cx="220320" cy="10512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01FCF3AC-C3ED-3194-5B7B-FE69C6F558C9}"/>
                    </a:ext>
                  </a:extLst>
                </p:cNvPr>
                <p:cNvPicPr/>
                <p:nvPr/>
              </p:nvPicPr>
              <p:blipFill>
                <a:blip r:embed="rId542"/>
                <a:stretch>
                  <a:fillRect/>
                </a:stretch>
              </p:blipFill>
              <p:spPr>
                <a:xfrm>
                  <a:off x="10093847" y="5234062"/>
                  <a:ext cx="25596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3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536C48A6-5F5D-06EB-1CDC-68D813703AE3}"/>
                    </a:ext>
                  </a:extLst>
                </p14:cNvPr>
                <p14:cNvContentPartPr/>
                <p14:nvPr/>
              </p14:nvContentPartPr>
              <p14:xfrm>
                <a:off x="10381487" y="5231902"/>
                <a:ext cx="146160" cy="142920"/>
              </p14:xfrm>
            </p:contentPart>
          </mc:Choice>
          <mc:Fallback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536C48A6-5F5D-06EB-1CDC-68D813703AE3}"/>
                    </a:ext>
                  </a:extLst>
                </p:cNvPr>
                <p:cNvPicPr/>
                <p:nvPr/>
              </p:nvPicPr>
              <p:blipFill>
                <a:blip r:embed="rId544"/>
                <a:stretch>
                  <a:fillRect/>
                </a:stretch>
              </p:blipFill>
              <p:spPr>
                <a:xfrm>
                  <a:off x="10363487" y="5213902"/>
                  <a:ext cx="18180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5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8B3F5DBE-8D23-CD1B-B197-E88362F9FD6A}"/>
                    </a:ext>
                  </a:extLst>
                </p14:cNvPr>
                <p14:cNvContentPartPr/>
                <p14:nvPr/>
              </p14:nvContentPartPr>
              <p14:xfrm>
                <a:off x="10630607" y="5214622"/>
                <a:ext cx="86040" cy="156960"/>
              </p14:xfrm>
            </p:contentPart>
          </mc:Choice>
          <mc:Fallback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8B3F5DBE-8D23-CD1B-B197-E88362F9FD6A}"/>
                    </a:ext>
                  </a:extLst>
                </p:cNvPr>
                <p:cNvPicPr/>
                <p:nvPr/>
              </p:nvPicPr>
              <p:blipFill>
                <a:blip r:embed="rId546"/>
                <a:stretch>
                  <a:fillRect/>
                </a:stretch>
              </p:blipFill>
              <p:spPr>
                <a:xfrm>
                  <a:off x="10612607" y="5196622"/>
                  <a:ext cx="12168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7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AAA285BB-0AFD-702B-4C10-6857AFF9242E}"/>
                    </a:ext>
                  </a:extLst>
                </p14:cNvPr>
                <p14:cNvContentPartPr/>
                <p14:nvPr/>
              </p14:nvContentPartPr>
              <p14:xfrm>
                <a:off x="10819607" y="5232982"/>
                <a:ext cx="67680" cy="101160"/>
              </p14:xfrm>
            </p:contentPart>
          </mc:Choice>
          <mc:Fallback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AAA285BB-0AFD-702B-4C10-6857AFF9242E}"/>
                    </a:ext>
                  </a:extLst>
                </p:cNvPr>
                <p:cNvPicPr/>
                <p:nvPr/>
              </p:nvPicPr>
              <p:blipFill>
                <a:blip r:embed="rId548"/>
                <a:stretch>
                  <a:fillRect/>
                </a:stretch>
              </p:blipFill>
              <p:spPr>
                <a:xfrm>
                  <a:off x="10801607" y="5215342"/>
                  <a:ext cx="10332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9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B4619E3B-6F74-A3B4-2BDF-18874AC69C60}"/>
                    </a:ext>
                  </a:extLst>
                </p14:cNvPr>
                <p14:cNvContentPartPr/>
                <p14:nvPr/>
              </p14:nvContentPartPr>
              <p14:xfrm>
                <a:off x="10818167" y="5067742"/>
                <a:ext cx="27720" cy="21960"/>
              </p14:xfrm>
            </p:contentPart>
          </mc:Choice>
          <mc:Fallback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B4619E3B-6F74-A3B4-2BDF-18874AC69C60}"/>
                    </a:ext>
                  </a:extLst>
                </p:cNvPr>
                <p:cNvPicPr/>
                <p:nvPr/>
              </p:nvPicPr>
              <p:blipFill>
                <a:blip r:embed="rId550"/>
                <a:stretch>
                  <a:fillRect/>
                </a:stretch>
              </p:blipFill>
              <p:spPr>
                <a:xfrm>
                  <a:off x="10800527" y="5050102"/>
                  <a:ext cx="6336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1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7AC3C2E7-8A77-8888-B0A7-5276B65C8119}"/>
                    </a:ext>
                  </a:extLst>
                </p14:cNvPr>
                <p14:cNvContentPartPr/>
                <p14:nvPr/>
              </p14:nvContentPartPr>
              <p14:xfrm>
                <a:off x="11001047" y="5040022"/>
                <a:ext cx="48960" cy="270000"/>
              </p14:xfrm>
            </p:contentPart>
          </mc:Choice>
          <mc:Fallback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7AC3C2E7-8A77-8888-B0A7-5276B65C8119}"/>
                    </a:ext>
                  </a:extLst>
                </p:cNvPr>
                <p:cNvPicPr/>
                <p:nvPr/>
              </p:nvPicPr>
              <p:blipFill>
                <a:blip r:embed="rId552"/>
                <a:stretch>
                  <a:fillRect/>
                </a:stretch>
              </p:blipFill>
              <p:spPr>
                <a:xfrm>
                  <a:off x="10983047" y="5022022"/>
                  <a:ext cx="8460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3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A5BD48AE-877C-C6C1-2FB0-855CB34ED5A3}"/>
                    </a:ext>
                  </a:extLst>
                </p14:cNvPr>
                <p14:cNvContentPartPr/>
                <p14:nvPr/>
              </p14:nvContentPartPr>
              <p14:xfrm>
                <a:off x="10911407" y="5153422"/>
                <a:ext cx="370080" cy="144000"/>
              </p14:xfrm>
            </p:contentPart>
          </mc:Choice>
          <mc:Fallback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A5BD48AE-877C-C6C1-2FB0-855CB34ED5A3}"/>
                    </a:ext>
                  </a:extLst>
                </p:cNvPr>
                <p:cNvPicPr/>
                <p:nvPr/>
              </p:nvPicPr>
              <p:blipFill>
                <a:blip r:embed="rId554"/>
                <a:stretch>
                  <a:fillRect/>
                </a:stretch>
              </p:blipFill>
              <p:spPr>
                <a:xfrm>
                  <a:off x="10893407" y="5135422"/>
                  <a:ext cx="40572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5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9FA401CE-053D-4B46-EEB3-12328360F86B}"/>
                    </a:ext>
                  </a:extLst>
                </p14:cNvPr>
                <p14:cNvContentPartPr/>
                <p14:nvPr/>
              </p14:nvContentPartPr>
              <p14:xfrm>
                <a:off x="11212727" y="5028502"/>
                <a:ext cx="59760" cy="31680"/>
              </p14:xfrm>
            </p:contentPart>
          </mc:Choice>
          <mc:Fallback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9FA401CE-053D-4B46-EEB3-12328360F86B}"/>
                    </a:ext>
                  </a:extLst>
                </p:cNvPr>
                <p:cNvPicPr/>
                <p:nvPr/>
              </p:nvPicPr>
              <p:blipFill>
                <a:blip r:embed="rId556"/>
                <a:stretch>
                  <a:fillRect/>
                </a:stretch>
              </p:blipFill>
              <p:spPr>
                <a:xfrm>
                  <a:off x="11195087" y="5010502"/>
                  <a:ext cx="9540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7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95EE818A-3C75-B4D5-813C-019ED131EC8A}"/>
                    </a:ext>
                  </a:extLst>
                </p14:cNvPr>
                <p14:cNvContentPartPr/>
                <p14:nvPr/>
              </p14:nvContentPartPr>
              <p14:xfrm>
                <a:off x="11296967" y="5140102"/>
                <a:ext cx="756720" cy="258120"/>
              </p14:xfrm>
            </p:contentPart>
          </mc:Choice>
          <mc:Fallback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95EE818A-3C75-B4D5-813C-019ED131EC8A}"/>
                    </a:ext>
                  </a:extLst>
                </p:cNvPr>
                <p:cNvPicPr/>
                <p:nvPr/>
              </p:nvPicPr>
              <p:blipFill>
                <a:blip r:embed="rId558"/>
                <a:stretch>
                  <a:fillRect/>
                </a:stretch>
              </p:blipFill>
              <p:spPr>
                <a:xfrm>
                  <a:off x="11279327" y="5122462"/>
                  <a:ext cx="792360" cy="29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4" name="Group 353">
            <a:extLst>
              <a:ext uri="{FF2B5EF4-FFF2-40B4-BE49-F238E27FC236}">
                <a16:creationId xmlns:a16="http://schemas.microsoft.com/office/drawing/2014/main" id="{C61086B3-F8B5-A0D0-036F-18A283372CD2}"/>
              </a:ext>
            </a:extLst>
          </p:cNvPr>
          <p:cNvGrpSpPr/>
          <p:nvPr/>
        </p:nvGrpSpPr>
        <p:grpSpPr>
          <a:xfrm>
            <a:off x="340727" y="5751742"/>
            <a:ext cx="1969920" cy="492840"/>
            <a:chOff x="340727" y="5751742"/>
            <a:chExt cx="1969920" cy="492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9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28647A08-6085-6DC4-23BA-242DAB977B6E}"/>
                    </a:ext>
                  </a:extLst>
                </p14:cNvPr>
                <p14:cNvContentPartPr/>
                <p14:nvPr/>
              </p14:nvContentPartPr>
              <p14:xfrm>
                <a:off x="340727" y="5751742"/>
                <a:ext cx="973440" cy="378720"/>
              </p14:xfrm>
            </p:contentPart>
          </mc:Choice>
          <mc:Fallback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28647A08-6085-6DC4-23BA-242DAB977B6E}"/>
                    </a:ext>
                  </a:extLst>
                </p:cNvPr>
                <p:cNvPicPr/>
                <p:nvPr/>
              </p:nvPicPr>
              <p:blipFill>
                <a:blip r:embed="rId560"/>
                <a:stretch>
                  <a:fillRect/>
                </a:stretch>
              </p:blipFill>
              <p:spPr>
                <a:xfrm>
                  <a:off x="323087" y="5733742"/>
                  <a:ext cx="1009080" cy="41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1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F8B90A8B-1791-2152-E170-2A2933899C5C}"/>
                    </a:ext>
                  </a:extLst>
                </p14:cNvPr>
                <p14:cNvContentPartPr/>
                <p14:nvPr/>
              </p14:nvContentPartPr>
              <p14:xfrm>
                <a:off x="1498127" y="6102022"/>
                <a:ext cx="76320" cy="142560"/>
              </p14:xfrm>
            </p:contentPart>
          </mc:Choice>
          <mc:Fallback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F8B90A8B-1791-2152-E170-2A2933899C5C}"/>
                    </a:ext>
                  </a:extLst>
                </p:cNvPr>
                <p:cNvPicPr/>
                <p:nvPr/>
              </p:nvPicPr>
              <p:blipFill>
                <a:blip r:embed="rId562"/>
                <a:stretch>
                  <a:fillRect/>
                </a:stretch>
              </p:blipFill>
              <p:spPr>
                <a:xfrm>
                  <a:off x="1480127" y="6084382"/>
                  <a:ext cx="11196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3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4FBCD46B-CA30-4D75-7CF2-2E791F8567F7}"/>
                    </a:ext>
                  </a:extLst>
                </p14:cNvPr>
                <p14:cNvContentPartPr/>
                <p14:nvPr/>
              </p14:nvContentPartPr>
              <p14:xfrm>
                <a:off x="1530887" y="5958742"/>
                <a:ext cx="523080" cy="269640"/>
              </p14:xfrm>
            </p:contentPart>
          </mc:Choice>
          <mc:Fallback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4FBCD46B-CA30-4D75-7CF2-2E791F8567F7}"/>
                    </a:ext>
                  </a:extLst>
                </p:cNvPr>
                <p:cNvPicPr/>
                <p:nvPr/>
              </p:nvPicPr>
              <p:blipFill>
                <a:blip r:embed="rId564"/>
                <a:stretch>
                  <a:fillRect/>
                </a:stretch>
              </p:blipFill>
              <p:spPr>
                <a:xfrm>
                  <a:off x="1512887" y="5941102"/>
                  <a:ext cx="55872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5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F1362785-E3EA-9DD4-DC16-B51F710D715E}"/>
                    </a:ext>
                  </a:extLst>
                </p14:cNvPr>
                <p14:cNvContentPartPr/>
                <p14:nvPr/>
              </p14:nvContentPartPr>
              <p14:xfrm>
                <a:off x="2109047" y="5864422"/>
                <a:ext cx="201600" cy="345240"/>
              </p14:xfrm>
            </p:contentPart>
          </mc:Choice>
          <mc:Fallback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F1362785-E3EA-9DD4-DC16-B51F710D715E}"/>
                    </a:ext>
                  </a:extLst>
                </p:cNvPr>
                <p:cNvPicPr/>
                <p:nvPr/>
              </p:nvPicPr>
              <p:blipFill>
                <a:blip r:embed="rId566"/>
                <a:stretch>
                  <a:fillRect/>
                </a:stretch>
              </p:blipFill>
              <p:spPr>
                <a:xfrm>
                  <a:off x="2091407" y="5846422"/>
                  <a:ext cx="237240" cy="38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3" name="Group 352">
            <a:extLst>
              <a:ext uri="{FF2B5EF4-FFF2-40B4-BE49-F238E27FC236}">
                <a16:creationId xmlns:a16="http://schemas.microsoft.com/office/drawing/2014/main" id="{EC373506-A952-67DE-5BA8-9797D9FDEFCF}"/>
              </a:ext>
            </a:extLst>
          </p:cNvPr>
          <p:cNvGrpSpPr/>
          <p:nvPr/>
        </p:nvGrpSpPr>
        <p:grpSpPr>
          <a:xfrm>
            <a:off x="2887367" y="5860462"/>
            <a:ext cx="727560" cy="285480"/>
            <a:chOff x="2887367" y="5860462"/>
            <a:chExt cx="727560" cy="28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7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BA32E06D-7E38-C906-588B-1375A6EDD6BF}"/>
                    </a:ext>
                  </a:extLst>
                </p14:cNvPr>
                <p14:cNvContentPartPr/>
                <p14:nvPr/>
              </p14:nvContentPartPr>
              <p14:xfrm>
                <a:off x="2988167" y="5870542"/>
                <a:ext cx="42840" cy="246960"/>
              </p14:xfrm>
            </p:contentPart>
          </mc:Choice>
          <mc:Fallback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BA32E06D-7E38-C906-588B-1375A6EDD6BF}"/>
                    </a:ext>
                  </a:extLst>
                </p:cNvPr>
                <p:cNvPicPr/>
                <p:nvPr/>
              </p:nvPicPr>
              <p:blipFill>
                <a:blip r:embed="rId568"/>
                <a:stretch>
                  <a:fillRect/>
                </a:stretch>
              </p:blipFill>
              <p:spPr>
                <a:xfrm>
                  <a:off x="2970167" y="5852902"/>
                  <a:ext cx="7848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9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9122791A-EFC8-6D9D-A0B7-DDF102CC95A2}"/>
                    </a:ext>
                  </a:extLst>
                </p14:cNvPr>
                <p14:cNvContentPartPr/>
                <p14:nvPr/>
              </p14:nvContentPartPr>
              <p14:xfrm>
                <a:off x="2887367" y="5860462"/>
                <a:ext cx="727560" cy="285480"/>
              </p14:xfrm>
            </p:contentPart>
          </mc:Choice>
          <mc:Fallback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9122791A-EFC8-6D9D-A0B7-DDF102CC95A2}"/>
                    </a:ext>
                  </a:extLst>
                </p:cNvPr>
                <p:cNvPicPr/>
                <p:nvPr/>
              </p:nvPicPr>
              <p:blipFill>
                <a:blip r:embed="rId570"/>
                <a:stretch>
                  <a:fillRect/>
                </a:stretch>
              </p:blipFill>
              <p:spPr>
                <a:xfrm>
                  <a:off x="2869367" y="5842462"/>
                  <a:ext cx="763200" cy="32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1" name="Group 380">
            <a:extLst>
              <a:ext uri="{FF2B5EF4-FFF2-40B4-BE49-F238E27FC236}">
                <a16:creationId xmlns:a16="http://schemas.microsoft.com/office/drawing/2014/main" id="{407FAD05-8070-B546-49B0-B06118AA6BE4}"/>
              </a:ext>
            </a:extLst>
          </p:cNvPr>
          <p:cNvGrpSpPr/>
          <p:nvPr/>
        </p:nvGrpSpPr>
        <p:grpSpPr>
          <a:xfrm>
            <a:off x="3996887" y="5740942"/>
            <a:ext cx="1680120" cy="655200"/>
            <a:chOff x="3996887" y="5740942"/>
            <a:chExt cx="1680120" cy="65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1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BAC8CEDF-89C6-D5B3-3757-70169D005C44}"/>
                    </a:ext>
                  </a:extLst>
                </p14:cNvPr>
                <p14:cNvContentPartPr/>
                <p14:nvPr/>
              </p14:nvContentPartPr>
              <p14:xfrm>
                <a:off x="3996887" y="5952982"/>
                <a:ext cx="254520" cy="443160"/>
              </p14:xfrm>
            </p:contentPart>
          </mc:Choice>
          <mc:Fallback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BAC8CEDF-89C6-D5B3-3757-70169D005C44}"/>
                    </a:ext>
                  </a:extLst>
                </p:cNvPr>
                <p:cNvPicPr/>
                <p:nvPr/>
              </p:nvPicPr>
              <p:blipFill>
                <a:blip r:embed="rId572"/>
                <a:stretch>
                  <a:fillRect/>
                </a:stretch>
              </p:blipFill>
              <p:spPr>
                <a:xfrm>
                  <a:off x="3979247" y="5935342"/>
                  <a:ext cx="290160" cy="47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3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05C857DB-8794-7514-F830-1EA5E8706AE1}"/>
                    </a:ext>
                  </a:extLst>
                </p14:cNvPr>
                <p14:cNvContentPartPr/>
                <p14:nvPr/>
              </p14:nvContentPartPr>
              <p14:xfrm>
                <a:off x="4186247" y="5954422"/>
                <a:ext cx="188280" cy="104040"/>
              </p14:xfrm>
            </p:contentPart>
          </mc:Choice>
          <mc:Fallback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05C857DB-8794-7514-F830-1EA5E8706AE1}"/>
                    </a:ext>
                  </a:extLst>
                </p:cNvPr>
                <p:cNvPicPr/>
                <p:nvPr/>
              </p:nvPicPr>
              <p:blipFill>
                <a:blip r:embed="rId574"/>
                <a:stretch>
                  <a:fillRect/>
                </a:stretch>
              </p:blipFill>
              <p:spPr>
                <a:xfrm>
                  <a:off x="4168247" y="5936782"/>
                  <a:ext cx="22392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5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6866D313-F0CD-2A55-82B3-4DCF994AEB07}"/>
                    </a:ext>
                  </a:extLst>
                </p14:cNvPr>
                <p14:cNvContentPartPr/>
                <p14:nvPr/>
              </p14:nvContentPartPr>
              <p14:xfrm>
                <a:off x="4451207" y="5823742"/>
                <a:ext cx="206280" cy="259560"/>
              </p14:xfrm>
            </p:contentPart>
          </mc:Choice>
          <mc:Fallback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6866D313-F0CD-2A55-82B3-4DCF994AEB07}"/>
                    </a:ext>
                  </a:extLst>
                </p:cNvPr>
                <p:cNvPicPr/>
                <p:nvPr/>
              </p:nvPicPr>
              <p:blipFill>
                <a:blip r:embed="rId576"/>
                <a:stretch>
                  <a:fillRect/>
                </a:stretch>
              </p:blipFill>
              <p:spPr>
                <a:xfrm>
                  <a:off x="4433567" y="5805742"/>
                  <a:ext cx="24192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7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DF5FB016-2647-4A99-F238-39E8993A0277}"/>
                    </a:ext>
                  </a:extLst>
                </p14:cNvPr>
                <p14:cNvContentPartPr/>
                <p14:nvPr/>
              </p14:nvContentPartPr>
              <p14:xfrm>
                <a:off x="4634447" y="5779102"/>
                <a:ext cx="32400" cy="10080"/>
              </p14:xfrm>
            </p:contentPart>
          </mc:Choice>
          <mc:Fallback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DF5FB016-2647-4A99-F238-39E8993A0277}"/>
                    </a:ext>
                  </a:extLst>
                </p:cNvPr>
                <p:cNvPicPr/>
                <p:nvPr/>
              </p:nvPicPr>
              <p:blipFill>
                <a:blip r:embed="rId578"/>
                <a:stretch>
                  <a:fillRect/>
                </a:stretch>
              </p:blipFill>
              <p:spPr>
                <a:xfrm>
                  <a:off x="4616807" y="5761102"/>
                  <a:ext cx="680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9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F85824A5-88F8-70BA-86CE-424FA3F69C9A}"/>
                    </a:ext>
                  </a:extLst>
                </p14:cNvPr>
                <p14:cNvContentPartPr/>
                <p14:nvPr/>
              </p14:nvContentPartPr>
              <p14:xfrm>
                <a:off x="4382087" y="5913742"/>
                <a:ext cx="138960" cy="19080"/>
              </p14:xfrm>
            </p:contentPart>
          </mc:Choice>
          <mc:Fallback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F85824A5-88F8-70BA-86CE-424FA3F69C9A}"/>
                    </a:ext>
                  </a:extLst>
                </p:cNvPr>
                <p:cNvPicPr/>
                <p:nvPr/>
              </p:nvPicPr>
              <p:blipFill>
                <a:blip r:embed="rId580"/>
                <a:stretch>
                  <a:fillRect/>
                </a:stretch>
              </p:blipFill>
              <p:spPr>
                <a:xfrm>
                  <a:off x="4364447" y="5896102"/>
                  <a:ext cx="17460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1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A6077DDB-04FE-E6F4-DDCB-9E0F0D9C1823}"/>
                    </a:ext>
                  </a:extLst>
                </p14:cNvPr>
                <p14:cNvContentPartPr/>
                <p14:nvPr/>
              </p14:nvContentPartPr>
              <p14:xfrm>
                <a:off x="4789607" y="5925262"/>
                <a:ext cx="307080" cy="138960"/>
              </p14:xfrm>
            </p:contentPart>
          </mc:Choice>
          <mc:Fallback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A6077DDB-04FE-E6F4-DDCB-9E0F0D9C1823}"/>
                    </a:ext>
                  </a:extLst>
                </p:cNvPr>
                <p:cNvPicPr/>
                <p:nvPr/>
              </p:nvPicPr>
              <p:blipFill>
                <a:blip r:embed="rId582"/>
                <a:stretch>
                  <a:fillRect/>
                </a:stretch>
              </p:blipFill>
              <p:spPr>
                <a:xfrm>
                  <a:off x="4771967" y="5907262"/>
                  <a:ext cx="34272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3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5B4D3F50-732F-13B5-E856-4FFFC5CA3380}"/>
                    </a:ext>
                  </a:extLst>
                </p14:cNvPr>
                <p14:cNvContentPartPr/>
                <p14:nvPr/>
              </p14:nvContentPartPr>
              <p14:xfrm>
                <a:off x="5135567" y="5740942"/>
                <a:ext cx="541440" cy="338040"/>
              </p14:xfrm>
            </p:contentPart>
          </mc:Choice>
          <mc:Fallback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5B4D3F50-732F-13B5-E856-4FFFC5CA3380}"/>
                    </a:ext>
                  </a:extLst>
                </p:cNvPr>
                <p:cNvPicPr/>
                <p:nvPr/>
              </p:nvPicPr>
              <p:blipFill>
                <a:blip r:embed="rId584"/>
                <a:stretch>
                  <a:fillRect/>
                </a:stretch>
              </p:blipFill>
              <p:spPr>
                <a:xfrm>
                  <a:off x="5117927" y="5722942"/>
                  <a:ext cx="577080" cy="37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0" name="Group 379">
            <a:extLst>
              <a:ext uri="{FF2B5EF4-FFF2-40B4-BE49-F238E27FC236}">
                <a16:creationId xmlns:a16="http://schemas.microsoft.com/office/drawing/2014/main" id="{B53B4A17-BD16-7F1B-F9DE-A5501B7A8F23}"/>
              </a:ext>
            </a:extLst>
          </p:cNvPr>
          <p:cNvGrpSpPr/>
          <p:nvPr/>
        </p:nvGrpSpPr>
        <p:grpSpPr>
          <a:xfrm>
            <a:off x="6156167" y="5768662"/>
            <a:ext cx="1992960" cy="339840"/>
            <a:chOff x="6156167" y="5768662"/>
            <a:chExt cx="1992960" cy="339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5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58E243D5-182B-0BE9-BE5B-45BE05286E08}"/>
                    </a:ext>
                  </a:extLst>
                </p14:cNvPr>
                <p14:cNvContentPartPr/>
                <p14:nvPr/>
              </p14:nvContentPartPr>
              <p14:xfrm>
                <a:off x="6156167" y="5929942"/>
                <a:ext cx="614880" cy="178560"/>
              </p14:xfrm>
            </p:contentPart>
          </mc:Choice>
          <mc:Fallback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58E243D5-182B-0BE9-BE5B-45BE05286E08}"/>
                    </a:ext>
                  </a:extLst>
                </p:cNvPr>
                <p:cNvPicPr/>
                <p:nvPr/>
              </p:nvPicPr>
              <p:blipFill>
                <a:blip r:embed="rId586"/>
                <a:stretch>
                  <a:fillRect/>
                </a:stretch>
              </p:blipFill>
              <p:spPr>
                <a:xfrm>
                  <a:off x="6138527" y="5912302"/>
                  <a:ext cx="65052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7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211170BD-825C-E228-94D5-E04B584E7027}"/>
                    </a:ext>
                  </a:extLst>
                </p14:cNvPr>
                <p14:cNvContentPartPr/>
                <p14:nvPr/>
              </p14:nvContentPartPr>
              <p14:xfrm>
                <a:off x="6798767" y="5792062"/>
                <a:ext cx="507960" cy="292320"/>
              </p14:xfrm>
            </p:contentPart>
          </mc:Choice>
          <mc:Fallback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211170BD-825C-E228-94D5-E04B584E7027}"/>
                    </a:ext>
                  </a:extLst>
                </p:cNvPr>
                <p:cNvPicPr/>
                <p:nvPr/>
              </p:nvPicPr>
              <p:blipFill>
                <a:blip r:embed="rId588"/>
                <a:stretch>
                  <a:fillRect/>
                </a:stretch>
              </p:blipFill>
              <p:spPr>
                <a:xfrm>
                  <a:off x="6781127" y="5774062"/>
                  <a:ext cx="54360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9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9C8E28DF-4525-3FA5-1265-2B3F87E85073}"/>
                    </a:ext>
                  </a:extLst>
                </p14:cNvPr>
                <p14:cNvContentPartPr/>
                <p14:nvPr/>
              </p14:nvContentPartPr>
              <p14:xfrm>
                <a:off x="7258847" y="5768662"/>
                <a:ext cx="59040" cy="28800"/>
              </p14:xfrm>
            </p:contentPart>
          </mc:Choice>
          <mc:Fallback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9C8E28DF-4525-3FA5-1265-2B3F87E85073}"/>
                    </a:ext>
                  </a:extLst>
                </p:cNvPr>
                <p:cNvPicPr/>
                <p:nvPr/>
              </p:nvPicPr>
              <p:blipFill>
                <a:blip r:embed="rId590"/>
                <a:stretch>
                  <a:fillRect/>
                </a:stretch>
              </p:blipFill>
              <p:spPr>
                <a:xfrm>
                  <a:off x="7241207" y="5750662"/>
                  <a:ext cx="9468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1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A7ABCA9E-705C-F5B2-45F7-B8ECA199D4FB}"/>
                    </a:ext>
                  </a:extLst>
                </p14:cNvPr>
                <p14:cNvContentPartPr/>
                <p14:nvPr/>
              </p14:nvContentPartPr>
              <p14:xfrm>
                <a:off x="7411487" y="5787742"/>
                <a:ext cx="89280" cy="271440"/>
              </p14:xfrm>
            </p:contentPart>
          </mc:Choice>
          <mc:Fallback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A7ABCA9E-705C-F5B2-45F7-B8ECA199D4FB}"/>
                    </a:ext>
                  </a:extLst>
                </p:cNvPr>
                <p:cNvPicPr/>
                <p:nvPr/>
              </p:nvPicPr>
              <p:blipFill>
                <a:blip r:embed="rId592"/>
                <a:stretch>
                  <a:fillRect/>
                </a:stretch>
              </p:blipFill>
              <p:spPr>
                <a:xfrm>
                  <a:off x="7393847" y="5770102"/>
                  <a:ext cx="12492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3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8991698E-313F-AB9F-867F-078ADE1DB9AA}"/>
                    </a:ext>
                  </a:extLst>
                </p14:cNvPr>
                <p14:cNvContentPartPr/>
                <p14:nvPr/>
              </p14:nvContentPartPr>
              <p14:xfrm>
                <a:off x="7339487" y="5903302"/>
                <a:ext cx="269640" cy="147600"/>
              </p14:xfrm>
            </p:contentPart>
          </mc:Choice>
          <mc:Fallback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8991698E-313F-AB9F-867F-078ADE1DB9AA}"/>
                    </a:ext>
                  </a:extLst>
                </p:cNvPr>
                <p:cNvPicPr/>
                <p:nvPr/>
              </p:nvPicPr>
              <p:blipFill>
                <a:blip r:embed="rId594"/>
                <a:stretch>
                  <a:fillRect/>
                </a:stretch>
              </p:blipFill>
              <p:spPr>
                <a:xfrm>
                  <a:off x="7321487" y="5885302"/>
                  <a:ext cx="30528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5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B93409B9-2D58-3274-236F-8FD6515F5E72}"/>
                    </a:ext>
                  </a:extLst>
                </p14:cNvPr>
                <p14:cNvContentPartPr/>
                <p14:nvPr/>
              </p14:nvContentPartPr>
              <p14:xfrm>
                <a:off x="7604447" y="5804662"/>
                <a:ext cx="40320" cy="42840"/>
              </p14:xfrm>
            </p:contentPart>
          </mc:Choice>
          <mc:Fallback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B93409B9-2D58-3274-236F-8FD6515F5E72}"/>
                    </a:ext>
                  </a:extLst>
                </p:cNvPr>
                <p:cNvPicPr/>
                <p:nvPr/>
              </p:nvPicPr>
              <p:blipFill>
                <a:blip r:embed="rId596"/>
                <a:stretch>
                  <a:fillRect/>
                </a:stretch>
              </p:blipFill>
              <p:spPr>
                <a:xfrm>
                  <a:off x="7586807" y="5786662"/>
                  <a:ext cx="7596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7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CE36E1E2-6FB7-E6D5-125D-52F745C18FE7}"/>
                    </a:ext>
                  </a:extLst>
                </p14:cNvPr>
                <p14:cNvContentPartPr/>
                <p14:nvPr/>
              </p14:nvContentPartPr>
              <p14:xfrm>
                <a:off x="7709567" y="5887462"/>
                <a:ext cx="439560" cy="185040"/>
              </p14:xfrm>
            </p:contentPart>
          </mc:Choice>
          <mc:Fallback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CE36E1E2-6FB7-E6D5-125D-52F745C18FE7}"/>
                    </a:ext>
                  </a:extLst>
                </p:cNvPr>
                <p:cNvPicPr/>
                <p:nvPr/>
              </p:nvPicPr>
              <p:blipFill>
                <a:blip r:embed="rId598"/>
                <a:stretch>
                  <a:fillRect/>
                </a:stretch>
              </p:blipFill>
              <p:spPr>
                <a:xfrm>
                  <a:off x="7691567" y="5869462"/>
                  <a:ext cx="475200" cy="22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9" name="Group 378">
            <a:extLst>
              <a:ext uri="{FF2B5EF4-FFF2-40B4-BE49-F238E27FC236}">
                <a16:creationId xmlns:a16="http://schemas.microsoft.com/office/drawing/2014/main" id="{A1570DE9-35A2-2B70-989A-2CD0D372D035}"/>
              </a:ext>
            </a:extLst>
          </p:cNvPr>
          <p:cNvGrpSpPr/>
          <p:nvPr/>
        </p:nvGrpSpPr>
        <p:grpSpPr>
          <a:xfrm>
            <a:off x="8463047" y="5675062"/>
            <a:ext cx="2815200" cy="528840"/>
            <a:chOff x="8463047" y="5675062"/>
            <a:chExt cx="2815200" cy="52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99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FC524702-D95E-0553-3831-E71EA229F205}"/>
                    </a:ext>
                  </a:extLst>
                </p14:cNvPr>
                <p14:cNvContentPartPr/>
                <p14:nvPr/>
              </p14:nvContentPartPr>
              <p14:xfrm>
                <a:off x="8463047" y="5875582"/>
                <a:ext cx="47160" cy="168840"/>
              </p14:xfrm>
            </p:contentPart>
          </mc:Choice>
          <mc:Fallback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FC524702-D95E-0553-3831-E71EA229F205}"/>
                    </a:ext>
                  </a:extLst>
                </p:cNvPr>
                <p:cNvPicPr/>
                <p:nvPr/>
              </p:nvPicPr>
              <p:blipFill>
                <a:blip r:embed="rId600"/>
                <a:stretch>
                  <a:fillRect/>
                </a:stretch>
              </p:blipFill>
              <p:spPr>
                <a:xfrm>
                  <a:off x="8445407" y="5857582"/>
                  <a:ext cx="8280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1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D15647C0-FF7C-6FD4-8032-5F40CB0ABDFC}"/>
                    </a:ext>
                  </a:extLst>
                </p14:cNvPr>
                <p14:cNvContentPartPr/>
                <p14:nvPr/>
              </p14:nvContentPartPr>
              <p14:xfrm>
                <a:off x="8617127" y="5905462"/>
                <a:ext cx="88920" cy="134640"/>
              </p14:xfrm>
            </p:contentPart>
          </mc:Choice>
          <mc:Fallback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D15647C0-FF7C-6FD4-8032-5F40CB0ABDFC}"/>
                    </a:ext>
                  </a:extLst>
                </p:cNvPr>
                <p:cNvPicPr/>
                <p:nvPr/>
              </p:nvPicPr>
              <p:blipFill>
                <a:blip r:embed="rId602"/>
                <a:stretch>
                  <a:fillRect/>
                </a:stretch>
              </p:blipFill>
              <p:spPr>
                <a:xfrm>
                  <a:off x="8599127" y="5887822"/>
                  <a:ext cx="12456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3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D5CCD291-1F19-9302-94D5-F98ABAC213F3}"/>
                    </a:ext>
                  </a:extLst>
                </p14:cNvPr>
                <p14:cNvContentPartPr/>
                <p14:nvPr/>
              </p14:nvContentPartPr>
              <p14:xfrm>
                <a:off x="8588687" y="5770462"/>
                <a:ext cx="1440" cy="23400"/>
              </p14:xfrm>
            </p:contentPart>
          </mc:Choice>
          <mc:Fallback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D5CCD291-1F19-9302-94D5-F98ABAC213F3}"/>
                    </a:ext>
                  </a:extLst>
                </p:cNvPr>
                <p:cNvPicPr/>
                <p:nvPr/>
              </p:nvPicPr>
              <p:blipFill>
                <a:blip r:embed="rId604"/>
                <a:stretch>
                  <a:fillRect/>
                </a:stretch>
              </p:blipFill>
              <p:spPr>
                <a:xfrm>
                  <a:off x="8570687" y="5752462"/>
                  <a:ext cx="3708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5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951F59BA-728F-A171-140D-7DA961CB6063}"/>
                    </a:ext>
                  </a:extLst>
                </p14:cNvPr>
                <p14:cNvContentPartPr/>
                <p14:nvPr/>
              </p14:nvContentPartPr>
              <p14:xfrm>
                <a:off x="8983247" y="5869102"/>
                <a:ext cx="176760" cy="203400"/>
              </p14:xfrm>
            </p:contentPart>
          </mc:Choice>
          <mc:Fallback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951F59BA-728F-A171-140D-7DA961CB6063}"/>
                    </a:ext>
                  </a:extLst>
                </p:cNvPr>
                <p:cNvPicPr/>
                <p:nvPr/>
              </p:nvPicPr>
              <p:blipFill>
                <a:blip r:embed="rId606"/>
                <a:stretch>
                  <a:fillRect/>
                </a:stretch>
              </p:blipFill>
              <p:spPr>
                <a:xfrm>
                  <a:off x="8965607" y="5851462"/>
                  <a:ext cx="21240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7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66BF878D-8132-869D-5530-CAD2CD7E2EB2}"/>
                    </a:ext>
                  </a:extLst>
                </p14:cNvPr>
                <p14:cNvContentPartPr/>
                <p14:nvPr/>
              </p14:nvContentPartPr>
              <p14:xfrm>
                <a:off x="9202127" y="5757502"/>
                <a:ext cx="532080" cy="308880"/>
              </p14:xfrm>
            </p:contentPart>
          </mc:Choice>
          <mc:Fallback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66BF878D-8132-869D-5530-CAD2CD7E2EB2}"/>
                    </a:ext>
                  </a:extLst>
                </p:cNvPr>
                <p:cNvPicPr/>
                <p:nvPr/>
              </p:nvPicPr>
              <p:blipFill>
                <a:blip r:embed="rId608"/>
                <a:stretch>
                  <a:fillRect/>
                </a:stretch>
              </p:blipFill>
              <p:spPr>
                <a:xfrm>
                  <a:off x="9184487" y="5739502"/>
                  <a:ext cx="56772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9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08930358-C78C-E0D6-C4ED-C30D6A12681C}"/>
                    </a:ext>
                  </a:extLst>
                </p14:cNvPr>
                <p14:cNvContentPartPr/>
                <p14:nvPr/>
              </p14:nvContentPartPr>
              <p14:xfrm>
                <a:off x="9701087" y="5748142"/>
                <a:ext cx="63360" cy="44640"/>
              </p14:xfrm>
            </p:contentPart>
          </mc:Choice>
          <mc:Fallback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08930358-C78C-E0D6-C4ED-C30D6A12681C}"/>
                    </a:ext>
                  </a:extLst>
                </p:cNvPr>
                <p:cNvPicPr/>
                <p:nvPr/>
              </p:nvPicPr>
              <p:blipFill>
                <a:blip r:embed="rId610"/>
                <a:stretch>
                  <a:fillRect/>
                </a:stretch>
              </p:blipFill>
              <p:spPr>
                <a:xfrm>
                  <a:off x="9683447" y="5730502"/>
                  <a:ext cx="9900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1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DE3550D4-7561-7888-1729-4038F4EBA9C8}"/>
                    </a:ext>
                  </a:extLst>
                </p14:cNvPr>
                <p14:cNvContentPartPr/>
                <p14:nvPr/>
              </p14:nvContentPartPr>
              <p14:xfrm>
                <a:off x="9463847" y="5858662"/>
                <a:ext cx="131400" cy="14040"/>
              </p14:xfrm>
            </p:contentPart>
          </mc:Choice>
          <mc:Fallback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DE3550D4-7561-7888-1729-4038F4EBA9C8}"/>
                    </a:ext>
                  </a:extLst>
                </p:cNvPr>
                <p:cNvPicPr/>
                <p:nvPr/>
              </p:nvPicPr>
              <p:blipFill>
                <a:blip r:embed="rId612"/>
                <a:stretch>
                  <a:fillRect/>
                </a:stretch>
              </p:blipFill>
              <p:spPr>
                <a:xfrm>
                  <a:off x="9445847" y="5841022"/>
                  <a:ext cx="16704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3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ECC47959-DB2C-0776-4F98-C0CB694B264D}"/>
                    </a:ext>
                  </a:extLst>
                </p14:cNvPr>
                <p14:cNvContentPartPr/>
                <p14:nvPr/>
              </p14:nvContentPartPr>
              <p14:xfrm>
                <a:off x="9869207" y="5844622"/>
                <a:ext cx="110160" cy="163440"/>
              </p14:xfrm>
            </p:contentPart>
          </mc:Choice>
          <mc:Fallback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ECC47959-DB2C-0776-4F98-C0CB694B264D}"/>
                    </a:ext>
                  </a:extLst>
                </p:cNvPr>
                <p:cNvPicPr/>
                <p:nvPr/>
              </p:nvPicPr>
              <p:blipFill>
                <a:blip r:embed="rId614"/>
                <a:stretch>
                  <a:fillRect/>
                </a:stretch>
              </p:blipFill>
              <p:spPr>
                <a:xfrm>
                  <a:off x="9851207" y="5826622"/>
                  <a:ext cx="14580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5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B6276CCA-5F83-5D16-5B0E-B761FFAAD27E}"/>
                    </a:ext>
                  </a:extLst>
                </p14:cNvPr>
                <p14:cNvContentPartPr/>
                <p14:nvPr/>
              </p14:nvContentPartPr>
              <p14:xfrm>
                <a:off x="10047767" y="5697742"/>
                <a:ext cx="195840" cy="506160"/>
              </p14:xfrm>
            </p:contentPart>
          </mc:Choice>
          <mc:Fallback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B6276CCA-5F83-5D16-5B0E-B761FFAAD27E}"/>
                    </a:ext>
                  </a:extLst>
                </p:cNvPr>
                <p:cNvPicPr/>
                <p:nvPr/>
              </p:nvPicPr>
              <p:blipFill>
                <a:blip r:embed="rId616"/>
                <a:stretch>
                  <a:fillRect/>
                </a:stretch>
              </p:blipFill>
              <p:spPr>
                <a:xfrm>
                  <a:off x="10029767" y="5680102"/>
                  <a:ext cx="231480" cy="54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7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4850F2CC-D907-67A7-5D6F-463EDFB9270E}"/>
                    </a:ext>
                  </a:extLst>
                </p14:cNvPr>
                <p14:cNvContentPartPr/>
                <p14:nvPr/>
              </p14:nvContentPartPr>
              <p14:xfrm>
                <a:off x="10153247" y="5926342"/>
                <a:ext cx="220680" cy="47520"/>
              </p14:xfrm>
            </p:contentPart>
          </mc:Choice>
          <mc:Fallback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4850F2CC-D907-67A7-5D6F-463EDFB9270E}"/>
                    </a:ext>
                  </a:extLst>
                </p:cNvPr>
                <p:cNvPicPr/>
                <p:nvPr/>
              </p:nvPicPr>
              <p:blipFill>
                <a:blip r:embed="rId618"/>
                <a:stretch>
                  <a:fillRect/>
                </a:stretch>
              </p:blipFill>
              <p:spPr>
                <a:xfrm>
                  <a:off x="10135607" y="5908342"/>
                  <a:ext cx="25632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9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2D2FCABD-E32D-617D-248D-4DF6924675E1}"/>
                    </a:ext>
                  </a:extLst>
                </p14:cNvPr>
                <p14:cNvContentPartPr/>
                <p14:nvPr/>
              </p14:nvContentPartPr>
              <p14:xfrm>
                <a:off x="10387967" y="5871262"/>
                <a:ext cx="25560" cy="108360"/>
              </p14:xfrm>
            </p:contentPart>
          </mc:Choice>
          <mc:Fallback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2D2FCABD-E32D-617D-248D-4DF6924675E1}"/>
                    </a:ext>
                  </a:extLst>
                </p:cNvPr>
                <p:cNvPicPr/>
                <p:nvPr/>
              </p:nvPicPr>
              <p:blipFill>
                <a:blip r:embed="rId620"/>
                <a:stretch>
                  <a:fillRect/>
                </a:stretch>
              </p:blipFill>
              <p:spPr>
                <a:xfrm>
                  <a:off x="10369967" y="5853262"/>
                  <a:ext cx="612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1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478FD5CF-5F22-4F8C-AAAE-DB3E5E888784}"/>
                    </a:ext>
                  </a:extLst>
                </p14:cNvPr>
                <p14:cNvContentPartPr/>
                <p14:nvPr/>
              </p14:nvContentPartPr>
              <p14:xfrm>
                <a:off x="10504607" y="5782702"/>
                <a:ext cx="13320" cy="30600"/>
              </p14:xfrm>
            </p:contentPart>
          </mc:Choice>
          <mc:Fallback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478FD5CF-5F22-4F8C-AAAE-DB3E5E888784}"/>
                    </a:ext>
                  </a:extLst>
                </p:cNvPr>
                <p:cNvPicPr/>
                <p:nvPr/>
              </p:nvPicPr>
              <p:blipFill>
                <a:blip r:embed="rId622"/>
                <a:stretch>
                  <a:fillRect/>
                </a:stretch>
              </p:blipFill>
              <p:spPr>
                <a:xfrm>
                  <a:off x="10486967" y="5765062"/>
                  <a:ext cx="4896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3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92F69492-1FDB-8A9C-3F44-F9FC07B1459B}"/>
                    </a:ext>
                  </a:extLst>
                </p14:cNvPr>
                <p14:cNvContentPartPr/>
                <p14:nvPr/>
              </p14:nvContentPartPr>
              <p14:xfrm>
                <a:off x="10487327" y="5675062"/>
                <a:ext cx="560520" cy="332280"/>
              </p14:xfrm>
            </p:contentPart>
          </mc:Choice>
          <mc:Fallback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92F69492-1FDB-8A9C-3F44-F9FC07B1459B}"/>
                    </a:ext>
                  </a:extLst>
                </p:cNvPr>
                <p:cNvPicPr/>
                <p:nvPr/>
              </p:nvPicPr>
              <p:blipFill>
                <a:blip r:embed="rId624"/>
                <a:stretch>
                  <a:fillRect/>
                </a:stretch>
              </p:blipFill>
              <p:spPr>
                <a:xfrm>
                  <a:off x="10469687" y="5657062"/>
                  <a:ext cx="596160" cy="36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5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025AE121-9144-7997-8CE4-1B4CC7B39400}"/>
                    </a:ext>
                  </a:extLst>
                </p14:cNvPr>
                <p14:cNvContentPartPr/>
                <p14:nvPr/>
              </p14:nvContentPartPr>
              <p14:xfrm>
                <a:off x="11065487" y="6005902"/>
                <a:ext cx="212760" cy="146160"/>
              </p14:xfrm>
            </p:contentPart>
          </mc:Choice>
          <mc:Fallback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025AE121-9144-7997-8CE4-1B4CC7B39400}"/>
                    </a:ext>
                  </a:extLst>
                </p:cNvPr>
                <p:cNvPicPr/>
                <p:nvPr/>
              </p:nvPicPr>
              <p:blipFill>
                <a:blip r:embed="rId626"/>
                <a:stretch>
                  <a:fillRect/>
                </a:stretch>
              </p:blipFill>
              <p:spPr>
                <a:xfrm>
                  <a:off x="11047847" y="5988262"/>
                  <a:ext cx="248400" cy="18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5" name="Group 394">
            <a:extLst>
              <a:ext uri="{FF2B5EF4-FFF2-40B4-BE49-F238E27FC236}">
                <a16:creationId xmlns:a16="http://schemas.microsoft.com/office/drawing/2014/main" id="{66CAB4ED-A62B-B818-96CD-72FD3EB7E593}"/>
              </a:ext>
            </a:extLst>
          </p:cNvPr>
          <p:cNvGrpSpPr/>
          <p:nvPr/>
        </p:nvGrpSpPr>
        <p:grpSpPr>
          <a:xfrm>
            <a:off x="257567" y="6499822"/>
            <a:ext cx="773280" cy="279360"/>
            <a:chOff x="257567" y="6499822"/>
            <a:chExt cx="773280" cy="279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7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FC794C88-11B3-8E23-B97F-8CE1F142EF03}"/>
                    </a:ext>
                  </a:extLst>
                </p14:cNvPr>
                <p14:cNvContentPartPr/>
                <p14:nvPr/>
              </p14:nvContentPartPr>
              <p14:xfrm>
                <a:off x="346127" y="6502702"/>
                <a:ext cx="57960" cy="276480"/>
              </p14:xfrm>
            </p:contentPart>
          </mc:Choice>
          <mc:Fallback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FC794C88-11B3-8E23-B97F-8CE1F142EF03}"/>
                    </a:ext>
                  </a:extLst>
                </p:cNvPr>
                <p:cNvPicPr/>
                <p:nvPr/>
              </p:nvPicPr>
              <p:blipFill>
                <a:blip r:embed="rId628"/>
                <a:stretch>
                  <a:fillRect/>
                </a:stretch>
              </p:blipFill>
              <p:spPr>
                <a:xfrm>
                  <a:off x="328127" y="6485062"/>
                  <a:ext cx="9360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9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2F22FB2B-4414-A0E8-28D7-AC03AB9F35E6}"/>
                    </a:ext>
                  </a:extLst>
                </p14:cNvPr>
                <p14:cNvContentPartPr/>
                <p14:nvPr/>
              </p14:nvContentPartPr>
              <p14:xfrm>
                <a:off x="257567" y="6499822"/>
                <a:ext cx="773280" cy="254880"/>
              </p14:xfrm>
            </p:contentPart>
          </mc:Choice>
          <mc:Fallback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2F22FB2B-4414-A0E8-28D7-AC03AB9F35E6}"/>
                    </a:ext>
                  </a:extLst>
                </p:cNvPr>
                <p:cNvPicPr/>
                <p:nvPr/>
              </p:nvPicPr>
              <p:blipFill>
                <a:blip r:embed="rId630"/>
                <a:stretch>
                  <a:fillRect/>
                </a:stretch>
              </p:blipFill>
              <p:spPr>
                <a:xfrm>
                  <a:off x="239927" y="6482182"/>
                  <a:ext cx="808920" cy="29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4" name="Group 393">
            <a:extLst>
              <a:ext uri="{FF2B5EF4-FFF2-40B4-BE49-F238E27FC236}">
                <a16:creationId xmlns:a16="http://schemas.microsoft.com/office/drawing/2014/main" id="{CCDE66CB-0FDA-2C6D-6801-F275A1474A33}"/>
              </a:ext>
            </a:extLst>
          </p:cNvPr>
          <p:cNvGrpSpPr/>
          <p:nvPr/>
        </p:nvGrpSpPr>
        <p:grpSpPr>
          <a:xfrm>
            <a:off x="1592087" y="6483622"/>
            <a:ext cx="1258200" cy="297360"/>
            <a:chOff x="1592087" y="6483622"/>
            <a:chExt cx="1258200" cy="297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1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3A4A324C-A2E3-6412-6F95-900BC30D8B7B}"/>
                    </a:ext>
                  </a:extLst>
                </p14:cNvPr>
                <p14:cNvContentPartPr/>
                <p14:nvPr/>
              </p14:nvContentPartPr>
              <p14:xfrm>
                <a:off x="1592087" y="6486502"/>
                <a:ext cx="270720" cy="294480"/>
              </p14:xfrm>
            </p:contentPart>
          </mc:Choice>
          <mc:Fallback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3A4A324C-A2E3-6412-6F95-900BC30D8B7B}"/>
                    </a:ext>
                  </a:extLst>
                </p:cNvPr>
                <p:cNvPicPr/>
                <p:nvPr/>
              </p:nvPicPr>
              <p:blipFill>
                <a:blip r:embed="rId632"/>
                <a:stretch>
                  <a:fillRect/>
                </a:stretch>
              </p:blipFill>
              <p:spPr>
                <a:xfrm>
                  <a:off x="1574087" y="6468862"/>
                  <a:ext cx="30636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3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83CACF5E-F22F-BE06-FF78-4DDCAE4D5CAD}"/>
                    </a:ext>
                  </a:extLst>
                </p14:cNvPr>
                <p14:cNvContentPartPr/>
                <p14:nvPr/>
              </p14:nvContentPartPr>
              <p14:xfrm>
                <a:off x="1659767" y="6483622"/>
                <a:ext cx="1190520" cy="280440"/>
              </p14:xfrm>
            </p:contentPart>
          </mc:Choice>
          <mc:Fallback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83CACF5E-F22F-BE06-FF78-4DDCAE4D5CAD}"/>
                    </a:ext>
                  </a:extLst>
                </p:cNvPr>
                <p:cNvPicPr/>
                <p:nvPr/>
              </p:nvPicPr>
              <p:blipFill>
                <a:blip r:embed="rId634"/>
                <a:stretch>
                  <a:fillRect/>
                </a:stretch>
              </p:blipFill>
              <p:spPr>
                <a:xfrm>
                  <a:off x="1642127" y="6465982"/>
                  <a:ext cx="1226160" cy="31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3" name="Group 402">
            <a:extLst>
              <a:ext uri="{FF2B5EF4-FFF2-40B4-BE49-F238E27FC236}">
                <a16:creationId xmlns:a16="http://schemas.microsoft.com/office/drawing/2014/main" id="{39347B7C-85B2-4C55-D82C-B1CCF6890B91}"/>
              </a:ext>
            </a:extLst>
          </p:cNvPr>
          <p:cNvGrpSpPr/>
          <p:nvPr/>
        </p:nvGrpSpPr>
        <p:grpSpPr>
          <a:xfrm>
            <a:off x="5380007" y="6377782"/>
            <a:ext cx="1839600" cy="590760"/>
            <a:chOff x="5380007" y="6377782"/>
            <a:chExt cx="1839600" cy="590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5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A9F7A421-B536-7EFC-E5F8-3AEC28FF00FF}"/>
                    </a:ext>
                  </a:extLst>
                </p14:cNvPr>
                <p14:cNvContentPartPr/>
                <p14:nvPr/>
              </p14:nvContentPartPr>
              <p14:xfrm>
                <a:off x="5380007" y="6377782"/>
                <a:ext cx="851400" cy="590760"/>
              </p14:xfrm>
            </p:contentPart>
          </mc:Choice>
          <mc:Fallback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A9F7A421-B536-7EFC-E5F8-3AEC28FF00FF}"/>
                    </a:ext>
                  </a:extLst>
                </p:cNvPr>
                <p:cNvPicPr/>
                <p:nvPr/>
              </p:nvPicPr>
              <p:blipFill>
                <a:blip r:embed="rId636"/>
                <a:stretch>
                  <a:fillRect/>
                </a:stretch>
              </p:blipFill>
              <p:spPr>
                <a:xfrm>
                  <a:off x="5362007" y="6359782"/>
                  <a:ext cx="887040" cy="62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7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1C731FE0-0F0E-4BE3-26EF-AF0B0D53AC37}"/>
                    </a:ext>
                  </a:extLst>
                </p14:cNvPr>
                <p14:cNvContentPartPr/>
                <p14:nvPr/>
              </p14:nvContentPartPr>
              <p14:xfrm>
                <a:off x="6377927" y="6536677"/>
                <a:ext cx="24120" cy="95400"/>
              </p14:xfrm>
            </p:contentPart>
          </mc:Choice>
          <mc:Fallback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1C731FE0-0F0E-4BE3-26EF-AF0B0D53AC37}"/>
                    </a:ext>
                  </a:extLst>
                </p:cNvPr>
                <p:cNvPicPr/>
                <p:nvPr/>
              </p:nvPicPr>
              <p:blipFill>
                <a:blip r:embed="rId638"/>
                <a:stretch>
                  <a:fillRect/>
                </a:stretch>
              </p:blipFill>
              <p:spPr>
                <a:xfrm>
                  <a:off x="6360287" y="6519037"/>
                  <a:ext cx="5976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9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AFE9B1D8-967F-F75D-5282-70EFC09B14A8}"/>
                    </a:ext>
                  </a:extLst>
                </p14:cNvPr>
                <p14:cNvContentPartPr/>
                <p14:nvPr/>
              </p14:nvContentPartPr>
              <p14:xfrm>
                <a:off x="6341567" y="6401677"/>
                <a:ext cx="65520" cy="28080"/>
              </p14:xfrm>
            </p:contentPart>
          </mc:Choice>
          <mc:Fallback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AFE9B1D8-967F-F75D-5282-70EFC09B14A8}"/>
                    </a:ext>
                  </a:extLst>
                </p:cNvPr>
                <p:cNvPicPr/>
                <p:nvPr/>
              </p:nvPicPr>
              <p:blipFill>
                <a:blip r:embed="rId640"/>
                <a:stretch>
                  <a:fillRect/>
                </a:stretch>
              </p:blipFill>
              <p:spPr>
                <a:xfrm>
                  <a:off x="6323567" y="6383677"/>
                  <a:ext cx="10116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1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8D31491F-CB83-68B0-8EF8-A7BE2A3BF66E}"/>
                    </a:ext>
                  </a:extLst>
                </p14:cNvPr>
                <p14:cNvContentPartPr/>
                <p14:nvPr/>
              </p14:nvContentPartPr>
              <p14:xfrm>
                <a:off x="6493847" y="6435517"/>
                <a:ext cx="219240" cy="259920"/>
              </p14:xfrm>
            </p:contentPart>
          </mc:Choice>
          <mc:Fallback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8D31491F-CB83-68B0-8EF8-A7BE2A3BF66E}"/>
                    </a:ext>
                  </a:extLst>
                </p:cNvPr>
                <p:cNvPicPr/>
                <p:nvPr/>
              </p:nvPicPr>
              <p:blipFill>
                <a:blip r:embed="rId642"/>
                <a:stretch>
                  <a:fillRect/>
                </a:stretch>
              </p:blipFill>
              <p:spPr>
                <a:xfrm>
                  <a:off x="6475847" y="6417877"/>
                  <a:ext cx="25488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3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DFF8C72A-D022-063F-3EDE-1C9AB6769CCA}"/>
                    </a:ext>
                  </a:extLst>
                </p14:cNvPr>
                <p14:cNvContentPartPr/>
                <p14:nvPr/>
              </p14:nvContentPartPr>
              <p14:xfrm>
                <a:off x="6748367" y="6412117"/>
                <a:ext cx="471240" cy="255240"/>
              </p14:xfrm>
            </p:contentPart>
          </mc:Choice>
          <mc:Fallback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DFF8C72A-D022-063F-3EDE-1C9AB6769CCA}"/>
                    </a:ext>
                  </a:extLst>
                </p:cNvPr>
                <p:cNvPicPr/>
                <p:nvPr/>
              </p:nvPicPr>
              <p:blipFill>
                <a:blip r:embed="rId644"/>
                <a:stretch>
                  <a:fillRect/>
                </a:stretch>
              </p:blipFill>
              <p:spPr>
                <a:xfrm>
                  <a:off x="6730367" y="6394477"/>
                  <a:ext cx="506880" cy="29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0" name="Group 409">
            <a:extLst>
              <a:ext uri="{FF2B5EF4-FFF2-40B4-BE49-F238E27FC236}">
                <a16:creationId xmlns:a16="http://schemas.microsoft.com/office/drawing/2014/main" id="{BAAB2A79-68F7-8BEB-DC04-460584082ABC}"/>
              </a:ext>
            </a:extLst>
          </p:cNvPr>
          <p:cNvGrpSpPr/>
          <p:nvPr/>
        </p:nvGrpSpPr>
        <p:grpSpPr>
          <a:xfrm>
            <a:off x="7556207" y="6216997"/>
            <a:ext cx="1803960" cy="403200"/>
            <a:chOff x="7556207" y="6216997"/>
            <a:chExt cx="1803960" cy="403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5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47F217E7-9C30-8981-24B6-4B148AB9F1F9}"/>
                    </a:ext>
                  </a:extLst>
                </p14:cNvPr>
                <p14:cNvContentPartPr/>
                <p14:nvPr/>
              </p14:nvContentPartPr>
              <p14:xfrm>
                <a:off x="7556207" y="6454597"/>
                <a:ext cx="200160" cy="149400"/>
              </p14:xfrm>
            </p:contentPart>
          </mc:Choice>
          <mc:Fallback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47F217E7-9C30-8981-24B6-4B148AB9F1F9}"/>
                    </a:ext>
                  </a:extLst>
                </p:cNvPr>
                <p:cNvPicPr/>
                <p:nvPr/>
              </p:nvPicPr>
              <p:blipFill>
                <a:blip r:embed="rId646"/>
                <a:stretch>
                  <a:fillRect/>
                </a:stretch>
              </p:blipFill>
              <p:spPr>
                <a:xfrm>
                  <a:off x="7538567" y="6436957"/>
                  <a:ext cx="23580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7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E0EED469-A08B-B5CF-4F40-31DD1EFF9B7C}"/>
                    </a:ext>
                  </a:extLst>
                </p14:cNvPr>
                <p14:cNvContentPartPr/>
                <p14:nvPr/>
              </p14:nvContentPartPr>
              <p14:xfrm>
                <a:off x="7812887" y="6216997"/>
                <a:ext cx="861480" cy="403200"/>
              </p14:xfrm>
            </p:contentPart>
          </mc:Choice>
          <mc:Fallback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E0EED469-A08B-B5CF-4F40-31DD1EFF9B7C}"/>
                    </a:ext>
                  </a:extLst>
                </p:cNvPr>
                <p:cNvPicPr/>
                <p:nvPr/>
              </p:nvPicPr>
              <p:blipFill>
                <a:blip r:embed="rId648"/>
                <a:stretch>
                  <a:fillRect/>
                </a:stretch>
              </p:blipFill>
              <p:spPr>
                <a:xfrm>
                  <a:off x="7794887" y="6199357"/>
                  <a:ext cx="897120" cy="43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9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85C12FA6-27B8-8ADE-82F3-519B5E9927B8}"/>
                    </a:ext>
                  </a:extLst>
                </p14:cNvPr>
                <p14:cNvContentPartPr/>
                <p14:nvPr/>
              </p14:nvContentPartPr>
              <p14:xfrm>
                <a:off x="8756087" y="6406717"/>
                <a:ext cx="604080" cy="164160"/>
              </p14:xfrm>
            </p:contentPart>
          </mc:Choice>
          <mc:Fallback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85C12FA6-27B8-8ADE-82F3-519B5E9927B8}"/>
                    </a:ext>
                  </a:extLst>
                </p:cNvPr>
                <p:cNvPicPr/>
                <p:nvPr/>
              </p:nvPicPr>
              <p:blipFill>
                <a:blip r:embed="rId650"/>
                <a:stretch>
                  <a:fillRect/>
                </a:stretch>
              </p:blipFill>
              <p:spPr>
                <a:xfrm>
                  <a:off x="8738447" y="6388717"/>
                  <a:ext cx="63972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1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6D3606BA-37D6-EEAA-84A4-5E1737B4F275}"/>
                    </a:ext>
                  </a:extLst>
                </p14:cNvPr>
                <p14:cNvContentPartPr/>
                <p14:nvPr/>
              </p14:nvContentPartPr>
              <p14:xfrm>
                <a:off x="8791367" y="6288637"/>
                <a:ext cx="79560" cy="30600"/>
              </p14:xfrm>
            </p:contentPart>
          </mc:Choice>
          <mc:Fallback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6D3606BA-37D6-EEAA-84A4-5E1737B4F275}"/>
                    </a:ext>
                  </a:extLst>
                </p:cNvPr>
                <p:cNvPicPr/>
                <p:nvPr/>
              </p:nvPicPr>
              <p:blipFill>
                <a:blip r:embed="rId652"/>
                <a:stretch>
                  <a:fillRect/>
                </a:stretch>
              </p:blipFill>
              <p:spPr>
                <a:xfrm>
                  <a:off x="8773367" y="6270637"/>
                  <a:ext cx="11520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3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63F6DE2B-F139-1A84-D81B-5C58F6747FB5}"/>
                    </a:ext>
                  </a:extLst>
                </p14:cNvPr>
                <p14:cNvContentPartPr/>
                <p14:nvPr/>
              </p14:nvContentPartPr>
              <p14:xfrm>
                <a:off x="8484647" y="6371797"/>
                <a:ext cx="256320" cy="10080"/>
              </p14:xfrm>
            </p:contentPart>
          </mc:Choice>
          <mc:Fallback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63F6DE2B-F139-1A84-D81B-5C58F6747FB5}"/>
                    </a:ext>
                  </a:extLst>
                </p:cNvPr>
                <p:cNvPicPr/>
                <p:nvPr/>
              </p:nvPicPr>
              <p:blipFill>
                <a:blip r:embed="rId654"/>
                <a:stretch>
                  <a:fillRect/>
                </a:stretch>
              </p:blipFill>
              <p:spPr>
                <a:xfrm>
                  <a:off x="8466647" y="6353797"/>
                  <a:ext cx="291960" cy="45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55">
            <p14:nvContentPartPr>
              <p14:cNvPr id="409" name="Ink 408">
                <a:extLst>
                  <a:ext uri="{FF2B5EF4-FFF2-40B4-BE49-F238E27FC236}">
                    <a16:creationId xmlns:a16="http://schemas.microsoft.com/office/drawing/2014/main" id="{6C659312-A361-494D-6AA5-52065951E81E}"/>
                  </a:ext>
                </a:extLst>
              </p14:cNvPr>
              <p14:cNvContentPartPr/>
              <p14:nvPr/>
            </p14:nvContentPartPr>
            <p14:xfrm>
              <a:off x="9962087" y="6487357"/>
              <a:ext cx="56160" cy="19080"/>
            </p14:xfrm>
          </p:contentPart>
        </mc:Choice>
        <mc:Fallback>
          <p:pic>
            <p:nvPicPr>
              <p:cNvPr id="409" name="Ink 408">
                <a:extLst>
                  <a:ext uri="{FF2B5EF4-FFF2-40B4-BE49-F238E27FC236}">
                    <a16:creationId xmlns:a16="http://schemas.microsoft.com/office/drawing/2014/main" id="{6C659312-A361-494D-6AA5-52065951E81E}"/>
                  </a:ext>
                </a:extLst>
              </p:cNvPr>
              <p:cNvPicPr/>
              <p:nvPr/>
            </p:nvPicPr>
            <p:blipFill>
              <a:blip r:embed="rId656"/>
              <a:stretch>
                <a:fillRect/>
              </a:stretch>
            </p:blipFill>
            <p:spPr>
              <a:xfrm>
                <a:off x="9944447" y="6469717"/>
                <a:ext cx="91800" cy="54720"/>
              </a:xfrm>
              <a:prstGeom prst="rect">
                <a:avLst/>
              </a:prstGeom>
            </p:spPr>
          </p:pic>
        </mc:Fallback>
      </mc:AlternateContent>
      <p:grpSp>
        <p:nvGrpSpPr>
          <p:cNvPr id="412" name="Group 411">
            <a:extLst>
              <a:ext uri="{FF2B5EF4-FFF2-40B4-BE49-F238E27FC236}">
                <a16:creationId xmlns:a16="http://schemas.microsoft.com/office/drawing/2014/main" id="{12B0B86F-C97D-AF9C-FA6E-B77ADE1F7852}"/>
              </a:ext>
            </a:extLst>
          </p:cNvPr>
          <p:cNvGrpSpPr/>
          <p:nvPr/>
        </p:nvGrpSpPr>
        <p:grpSpPr>
          <a:xfrm>
            <a:off x="3263927" y="6401542"/>
            <a:ext cx="1806480" cy="389880"/>
            <a:chOff x="3263927" y="6401542"/>
            <a:chExt cx="1806480" cy="38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57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B04E3DE1-AA4E-2957-4927-68E02DCD80BA}"/>
                    </a:ext>
                  </a:extLst>
                </p14:cNvPr>
                <p14:cNvContentPartPr/>
                <p14:nvPr/>
              </p14:nvContentPartPr>
              <p14:xfrm>
                <a:off x="3263927" y="6566782"/>
                <a:ext cx="143640" cy="165960"/>
              </p14:xfrm>
            </p:contentPart>
          </mc:Choice>
          <mc:Fallback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B04E3DE1-AA4E-2957-4927-68E02DCD80BA}"/>
                    </a:ext>
                  </a:extLst>
                </p:cNvPr>
                <p:cNvPicPr/>
                <p:nvPr/>
              </p:nvPicPr>
              <p:blipFill>
                <a:blip r:embed="rId658"/>
                <a:stretch>
                  <a:fillRect/>
                </a:stretch>
              </p:blipFill>
              <p:spPr>
                <a:xfrm>
                  <a:off x="3246287" y="6549142"/>
                  <a:ext cx="17928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9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9468A903-73D8-2616-D920-ED4299A61893}"/>
                    </a:ext>
                  </a:extLst>
                </p14:cNvPr>
                <p14:cNvContentPartPr/>
                <p14:nvPr/>
              </p14:nvContentPartPr>
              <p14:xfrm>
                <a:off x="3416927" y="6573262"/>
                <a:ext cx="317520" cy="167040"/>
              </p14:xfrm>
            </p:contentPart>
          </mc:Choice>
          <mc:Fallback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9468A903-73D8-2616-D920-ED4299A61893}"/>
                    </a:ext>
                  </a:extLst>
                </p:cNvPr>
                <p:cNvPicPr/>
                <p:nvPr/>
              </p:nvPicPr>
              <p:blipFill>
                <a:blip r:embed="rId660"/>
                <a:stretch>
                  <a:fillRect/>
                </a:stretch>
              </p:blipFill>
              <p:spPr>
                <a:xfrm>
                  <a:off x="3398927" y="6555262"/>
                  <a:ext cx="35316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1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019492DD-238E-0D37-C1A7-E59DD365A086}"/>
                    </a:ext>
                  </a:extLst>
                </p14:cNvPr>
                <p14:cNvContentPartPr/>
                <p14:nvPr/>
              </p14:nvContentPartPr>
              <p14:xfrm>
                <a:off x="3767927" y="6569302"/>
                <a:ext cx="107640" cy="186480"/>
              </p14:xfrm>
            </p:contentPart>
          </mc:Choice>
          <mc:Fallback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019492DD-238E-0D37-C1A7-E59DD365A086}"/>
                    </a:ext>
                  </a:extLst>
                </p:cNvPr>
                <p:cNvPicPr/>
                <p:nvPr/>
              </p:nvPicPr>
              <p:blipFill>
                <a:blip r:embed="rId662"/>
                <a:stretch>
                  <a:fillRect/>
                </a:stretch>
              </p:blipFill>
              <p:spPr>
                <a:xfrm>
                  <a:off x="3750287" y="6551662"/>
                  <a:ext cx="14328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3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39CEE2DE-58B5-3687-D421-D814E60180B0}"/>
                    </a:ext>
                  </a:extLst>
                </p14:cNvPr>
                <p14:cNvContentPartPr/>
                <p14:nvPr/>
              </p14:nvContentPartPr>
              <p14:xfrm>
                <a:off x="3983567" y="6401542"/>
                <a:ext cx="100800" cy="348120"/>
              </p14:xfrm>
            </p:contentPart>
          </mc:Choice>
          <mc:Fallback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39CEE2DE-58B5-3687-D421-D814E60180B0}"/>
                    </a:ext>
                  </a:extLst>
                </p:cNvPr>
                <p:cNvPicPr/>
                <p:nvPr/>
              </p:nvPicPr>
              <p:blipFill>
                <a:blip r:embed="rId664"/>
                <a:stretch>
                  <a:fillRect/>
                </a:stretch>
              </p:blipFill>
              <p:spPr>
                <a:xfrm>
                  <a:off x="3965927" y="6383902"/>
                  <a:ext cx="136440" cy="38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5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0000CD28-614E-79D7-520E-E21415CB60C3}"/>
                    </a:ext>
                  </a:extLst>
                </p14:cNvPr>
                <p14:cNvContentPartPr/>
                <p14:nvPr/>
              </p14:nvContentPartPr>
              <p14:xfrm>
                <a:off x="4051247" y="6624382"/>
                <a:ext cx="127440" cy="167040"/>
              </p14:xfrm>
            </p:contentPart>
          </mc:Choice>
          <mc:Fallback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0000CD28-614E-79D7-520E-E21415CB60C3}"/>
                    </a:ext>
                  </a:extLst>
                </p:cNvPr>
                <p:cNvPicPr/>
                <p:nvPr/>
              </p:nvPicPr>
              <p:blipFill>
                <a:blip r:embed="rId666"/>
                <a:stretch>
                  <a:fillRect/>
                </a:stretch>
              </p:blipFill>
              <p:spPr>
                <a:xfrm>
                  <a:off x="4033247" y="6606382"/>
                  <a:ext cx="16308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7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17981DC1-AF7D-363E-B182-FDB6016F37AA}"/>
                    </a:ext>
                  </a:extLst>
                </p14:cNvPr>
                <p14:cNvContentPartPr/>
                <p14:nvPr/>
              </p14:nvContentPartPr>
              <p14:xfrm>
                <a:off x="4090127" y="6477862"/>
                <a:ext cx="190800" cy="107280"/>
              </p14:xfrm>
            </p:contentPart>
          </mc:Choice>
          <mc:Fallback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17981DC1-AF7D-363E-B182-FDB6016F37AA}"/>
                    </a:ext>
                  </a:extLst>
                </p:cNvPr>
                <p:cNvPicPr/>
                <p:nvPr/>
              </p:nvPicPr>
              <p:blipFill>
                <a:blip r:embed="rId668"/>
                <a:stretch>
                  <a:fillRect/>
                </a:stretch>
              </p:blipFill>
              <p:spPr>
                <a:xfrm>
                  <a:off x="4072487" y="6460222"/>
                  <a:ext cx="22644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9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62C14951-2BA5-F699-6157-F6ECBD417F17}"/>
                    </a:ext>
                  </a:extLst>
                </p14:cNvPr>
                <p14:cNvContentPartPr/>
                <p14:nvPr/>
              </p14:nvContentPartPr>
              <p14:xfrm>
                <a:off x="3701687" y="6492622"/>
                <a:ext cx="133920" cy="1800"/>
              </p14:xfrm>
            </p:contentPart>
          </mc:Choice>
          <mc:Fallback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62C14951-2BA5-F699-6157-F6ECBD417F17}"/>
                    </a:ext>
                  </a:extLst>
                </p:cNvPr>
                <p:cNvPicPr/>
                <p:nvPr/>
              </p:nvPicPr>
              <p:blipFill>
                <a:blip r:embed="rId670"/>
                <a:stretch>
                  <a:fillRect/>
                </a:stretch>
              </p:blipFill>
              <p:spPr>
                <a:xfrm>
                  <a:off x="3684047" y="6474982"/>
                  <a:ext cx="1695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1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7C7E6ECB-7534-2EE5-8ACD-7D7182E88192}"/>
                    </a:ext>
                  </a:extLst>
                </p14:cNvPr>
                <p14:cNvContentPartPr/>
                <p14:nvPr/>
              </p14:nvContentPartPr>
              <p14:xfrm>
                <a:off x="4548047" y="6540502"/>
                <a:ext cx="522360" cy="219600"/>
              </p14:xfrm>
            </p:contentPart>
          </mc:Choice>
          <mc:Fallback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7C7E6ECB-7534-2EE5-8ACD-7D7182E88192}"/>
                    </a:ext>
                  </a:extLst>
                </p:cNvPr>
                <p:cNvPicPr/>
                <p:nvPr/>
              </p:nvPicPr>
              <p:blipFill>
                <a:blip r:embed="rId672"/>
                <a:stretch>
                  <a:fillRect/>
                </a:stretch>
              </p:blipFill>
              <p:spPr>
                <a:xfrm>
                  <a:off x="4530407" y="6522502"/>
                  <a:ext cx="55800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3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28F16A4E-89A6-D4C1-D74C-EEB02618744A}"/>
                    </a:ext>
                  </a:extLst>
                </p14:cNvPr>
                <p14:cNvContentPartPr/>
                <p14:nvPr/>
              </p14:nvContentPartPr>
              <p14:xfrm>
                <a:off x="3940727" y="6526237"/>
                <a:ext cx="196560" cy="42840"/>
              </p14:xfrm>
            </p:contentPart>
          </mc:Choice>
          <mc:Fallback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28F16A4E-89A6-D4C1-D74C-EEB02618744A}"/>
                    </a:ext>
                  </a:extLst>
                </p:cNvPr>
                <p:cNvPicPr/>
                <p:nvPr/>
              </p:nvPicPr>
              <p:blipFill>
                <a:blip r:embed="rId674"/>
                <a:stretch>
                  <a:fillRect/>
                </a:stretch>
              </p:blipFill>
              <p:spPr>
                <a:xfrm>
                  <a:off x="3923087" y="6508597"/>
                  <a:ext cx="232200" cy="78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483130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3AA950C3-951A-843C-9EE1-91533D2A949A}"/>
              </a:ext>
            </a:extLst>
          </p:cNvPr>
          <p:cNvGrpSpPr/>
          <p:nvPr/>
        </p:nvGrpSpPr>
        <p:grpSpPr>
          <a:xfrm>
            <a:off x="383567" y="201622"/>
            <a:ext cx="155880" cy="268920"/>
            <a:chOff x="383567" y="201622"/>
            <a:chExt cx="155880" cy="26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0CF3A983-DEEB-B062-E3B2-21A01FE6D109}"/>
                    </a:ext>
                  </a:extLst>
                </p14:cNvPr>
                <p14:cNvContentPartPr/>
                <p14:nvPr/>
              </p14:nvContentPartPr>
              <p14:xfrm>
                <a:off x="383567" y="201622"/>
                <a:ext cx="16920" cy="2689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0CF3A983-DEEB-B062-E3B2-21A01FE6D10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65567" y="183982"/>
                  <a:ext cx="5256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5871F4B8-BDE6-C438-5B74-59C443044466}"/>
                    </a:ext>
                  </a:extLst>
                </p14:cNvPr>
                <p14:cNvContentPartPr/>
                <p14:nvPr/>
              </p14:nvContentPartPr>
              <p14:xfrm>
                <a:off x="533687" y="357862"/>
                <a:ext cx="5760" cy="158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5871F4B8-BDE6-C438-5B74-59C44304446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16047" y="340222"/>
                  <a:ext cx="41400" cy="5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681D77E-E61B-5419-1E08-26216F05F169}"/>
              </a:ext>
            </a:extLst>
          </p:cNvPr>
          <p:cNvGrpSpPr/>
          <p:nvPr/>
        </p:nvGrpSpPr>
        <p:grpSpPr>
          <a:xfrm>
            <a:off x="1262327" y="78862"/>
            <a:ext cx="1049400" cy="264240"/>
            <a:chOff x="1262327" y="78862"/>
            <a:chExt cx="1049400" cy="26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66246AF-0035-02BE-A721-DDA5F907F149}"/>
                    </a:ext>
                  </a:extLst>
                </p14:cNvPr>
                <p14:cNvContentPartPr/>
                <p14:nvPr/>
              </p14:nvContentPartPr>
              <p14:xfrm>
                <a:off x="1262327" y="78862"/>
                <a:ext cx="153360" cy="2592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66246AF-0035-02BE-A721-DDA5F907F14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44687" y="61222"/>
                  <a:ext cx="18900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4832856-07ED-92DD-C601-A5B71212630B}"/>
                    </a:ext>
                  </a:extLst>
                </p14:cNvPr>
                <p14:cNvContentPartPr/>
                <p14:nvPr/>
              </p14:nvContentPartPr>
              <p14:xfrm>
                <a:off x="1534487" y="164182"/>
                <a:ext cx="86760" cy="1605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4832856-07ED-92DD-C601-A5B71212630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16487" y="146542"/>
                  <a:ext cx="12240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4E3FA3F-2B57-004B-2AB7-BC2285C81C22}"/>
                    </a:ext>
                  </a:extLst>
                </p14:cNvPr>
                <p14:cNvContentPartPr/>
                <p14:nvPr/>
              </p14:nvContentPartPr>
              <p14:xfrm>
                <a:off x="1761287" y="86782"/>
                <a:ext cx="16920" cy="2563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4E3FA3F-2B57-004B-2AB7-BC2285C81C2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743647" y="69142"/>
                  <a:ext cx="5256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573A005-7CEE-ADFA-F3B0-F07DE0FD7022}"/>
                    </a:ext>
                  </a:extLst>
                </p14:cNvPr>
                <p14:cNvContentPartPr/>
                <p14:nvPr/>
              </p14:nvContentPartPr>
              <p14:xfrm>
                <a:off x="1856687" y="190462"/>
                <a:ext cx="455040" cy="1526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573A005-7CEE-ADFA-F3B0-F07DE0FD702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839047" y="172462"/>
                  <a:ext cx="490680" cy="18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44F1487-5D6B-A3B5-0FC0-E3BC657C7E95}"/>
              </a:ext>
            </a:extLst>
          </p:cNvPr>
          <p:cNvGrpSpPr/>
          <p:nvPr/>
        </p:nvGrpSpPr>
        <p:grpSpPr>
          <a:xfrm>
            <a:off x="2688647" y="173182"/>
            <a:ext cx="705960" cy="284040"/>
            <a:chOff x="2688647" y="173182"/>
            <a:chExt cx="705960" cy="284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1A77A51-2A92-FBD3-1E3E-0B04E2DB042A}"/>
                    </a:ext>
                  </a:extLst>
                </p14:cNvPr>
                <p14:cNvContentPartPr/>
                <p14:nvPr/>
              </p14:nvContentPartPr>
              <p14:xfrm>
                <a:off x="2811767" y="179302"/>
                <a:ext cx="44280" cy="2678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1A77A51-2A92-FBD3-1E3E-0B04E2DB042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793767" y="161662"/>
                  <a:ext cx="7992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85765A3-E452-BEDD-8C47-C3AE55B86984}"/>
                    </a:ext>
                  </a:extLst>
                </p14:cNvPr>
                <p14:cNvContentPartPr/>
                <p14:nvPr/>
              </p14:nvContentPartPr>
              <p14:xfrm>
                <a:off x="2688647" y="173182"/>
                <a:ext cx="705960" cy="2840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85765A3-E452-BEDD-8C47-C3AE55B8698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671007" y="155542"/>
                  <a:ext cx="741600" cy="31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57F48DD-C86B-A68F-6B6B-8AEA08B04F15}"/>
              </a:ext>
            </a:extLst>
          </p:cNvPr>
          <p:cNvGrpSpPr/>
          <p:nvPr/>
        </p:nvGrpSpPr>
        <p:grpSpPr>
          <a:xfrm>
            <a:off x="4130447" y="169222"/>
            <a:ext cx="357480" cy="324360"/>
            <a:chOff x="4130447" y="169222"/>
            <a:chExt cx="357480" cy="32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94271D7-AE8E-0F52-C12C-509A53E835B9}"/>
                    </a:ext>
                  </a:extLst>
                </p14:cNvPr>
                <p14:cNvContentPartPr/>
                <p14:nvPr/>
              </p14:nvContentPartPr>
              <p14:xfrm>
                <a:off x="4130447" y="169222"/>
                <a:ext cx="195120" cy="3164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94271D7-AE8E-0F52-C12C-509A53E835B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112447" y="151582"/>
                  <a:ext cx="23076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43BD202-0956-725B-AB87-7C0A782B3020}"/>
                    </a:ext>
                  </a:extLst>
                </p14:cNvPr>
                <p14:cNvContentPartPr/>
                <p14:nvPr/>
              </p14:nvContentPartPr>
              <p14:xfrm>
                <a:off x="4399007" y="257782"/>
                <a:ext cx="17640" cy="2358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43BD202-0956-725B-AB87-7C0A782B302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381007" y="240142"/>
                  <a:ext cx="5328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82F531E-5535-7765-1E17-2A24A152178C}"/>
                    </a:ext>
                  </a:extLst>
                </p14:cNvPr>
                <p14:cNvContentPartPr/>
                <p14:nvPr/>
              </p14:nvContentPartPr>
              <p14:xfrm>
                <a:off x="4360847" y="220342"/>
                <a:ext cx="127080" cy="1324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82F531E-5535-7765-1E17-2A24A152178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342847" y="202702"/>
                  <a:ext cx="162720" cy="16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D8C89B2-C998-1059-1EC8-C1A4C816BD79}"/>
              </a:ext>
            </a:extLst>
          </p:cNvPr>
          <p:cNvGrpSpPr/>
          <p:nvPr/>
        </p:nvGrpSpPr>
        <p:grpSpPr>
          <a:xfrm>
            <a:off x="4909127" y="210262"/>
            <a:ext cx="1589760" cy="350280"/>
            <a:chOff x="4909127" y="210262"/>
            <a:chExt cx="1589760" cy="35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66CA985-6312-26D2-35D4-FA23AC7FFC28}"/>
                    </a:ext>
                  </a:extLst>
                </p14:cNvPr>
                <p14:cNvContentPartPr/>
                <p14:nvPr/>
              </p14:nvContentPartPr>
              <p14:xfrm>
                <a:off x="4941887" y="305662"/>
                <a:ext cx="63360" cy="2548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66CA985-6312-26D2-35D4-FA23AC7FFC2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924247" y="288022"/>
                  <a:ext cx="9900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92F7A7F-5AAF-C006-A465-D08C925A324B}"/>
                    </a:ext>
                  </a:extLst>
                </p14:cNvPr>
                <p14:cNvContentPartPr/>
                <p14:nvPr/>
              </p14:nvContentPartPr>
              <p14:xfrm>
                <a:off x="4909127" y="229342"/>
                <a:ext cx="217080" cy="1382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92F7A7F-5AAF-C006-A465-D08C925A324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891487" y="211702"/>
                  <a:ext cx="25272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92813CF-98C5-4FA2-04F8-54E3A3380310}"/>
                    </a:ext>
                  </a:extLst>
                </p14:cNvPr>
                <p14:cNvContentPartPr/>
                <p14:nvPr/>
              </p14:nvContentPartPr>
              <p14:xfrm>
                <a:off x="5163287" y="333382"/>
                <a:ext cx="275400" cy="1551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92813CF-98C5-4FA2-04F8-54E3A338031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145647" y="315382"/>
                  <a:ext cx="31104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CCDA700-5CDB-4C52-F407-A290DC5C00C8}"/>
                    </a:ext>
                  </a:extLst>
                </p14:cNvPr>
                <p14:cNvContentPartPr/>
                <p14:nvPr/>
              </p14:nvContentPartPr>
              <p14:xfrm>
                <a:off x="5511047" y="223222"/>
                <a:ext cx="107640" cy="2761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CCDA700-5CDB-4C52-F407-A290DC5C00C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493047" y="205222"/>
                  <a:ext cx="14328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0A67577-1597-B388-FCCD-C81BEEB9C9DA}"/>
                    </a:ext>
                  </a:extLst>
                </p14:cNvPr>
                <p14:cNvContentPartPr/>
                <p14:nvPr/>
              </p14:nvContentPartPr>
              <p14:xfrm>
                <a:off x="5781767" y="210262"/>
                <a:ext cx="87840" cy="2714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0A67577-1597-B388-FCCD-C81BEEB9C9D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764127" y="192262"/>
                  <a:ext cx="12348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8EC0C46-19B8-DEF3-A17F-A193D51D5BB1}"/>
                    </a:ext>
                  </a:extLst>
                </p14:cNvPr>
                <p14:cNvContentPartPr/>
                <p14:nvPr/>
              </p14:nvContentPartPr>
              <p14:xfrm>
                <a:off x="5926487" y="301342"/>
                <a:ext cx="572400" cy="1821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8EC0C46-19B8-DEF3-A17F-A193D51D5BB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908847" y="283342"/>
                  <a:ext cx="608040" cy="217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B98DD491-467B-3F43-AF5D-91928D0476B3}"/>
                  </a:ext>
                </a:extLst>
              </p14:cNvPr>
              <p14:cNvContentPartPr/>
              <p14:nvPr/>
            </p14:nvContentPartPr>
            <p14:xfrm>
              <a:off x="7601927" y="690862"/>
              <a:ext cx="1080" cy="288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B98DD491-467B-3F43-AF5D-91928D0476B3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583927" y="672862"/>
                <a:ext cx="36720" cy="3852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E8204648-3C42-631B-4196-2127CA810F47}"/>
              </a:ext>
            </a:extLst>
          </p:cNvPr>
          <p:cNvGrpSpPr/>
          <p:nvPr/>
        </p:nvGrpSpPr>
        <p:grpSpPr>
          <a:xfrm>
            <a:off x="2427647" y="1059502"/>
            <a:ext cx="1104840" cy="260280"/>
            <a:chOff x="2427647" y="1059502"/>
            <a:chExt cx="1104840" cy="26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29BC6B2-6380-1BD0-C598-6E7F3279E07D}"/>
                    </a:ext>
                  </a:extLst>
                </p14:cNvPr>
                <p14:cNvContentPartPr/>
                <p14:nvPr/>
              </p14:nvContentPartPr>
              <p14:xfrm>
                <a:off x="2427647" y="1078582"/>
                <a:ext cx="257760" cy="1897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29BC6B2-6380-1BD0-C598-6E7F3279E07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410007" y="1060582"/>
                  <a:ext cx="29340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0791291-EAD8-CE10-4E61-B84368323C35}"/>
                    </a:ext>
                  </a:extLst>
                </p14:cNvPr>
                <p14:cNvContentPartPr/>
                <p14:nvPr/>
              </p14:nvContentPartPr>
              <p14:xfrm>
                <a:off x="2744447" y="1175062"/>
                <a:ext cx="54720" cy="1335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0791291-EAD8-CE10-4E61-B84368323C3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726447" y="1157062"/>
                  <a:ext cx="9036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89C238B-FADC-B91F-5211-5E134A666D66}"/>
                    </a:ext>
                  </a:extLst>
                </p14:cNvPr>
                <p14:cNvContentPartPr/>
                <p14:nvPr/>
              </p14:nvContentPartPr>
              <p14:xfrm>
                <a:off x="2737607" y="1059502"/>
                <a:ext cx="23760" cy="212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89C238B-FADC-B91F-5211-5E134A666D6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719607" y="1041502"/>
                  <a:ext cx="5940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DC21BBB-CA54-799C-38CD-9D44F41C40F7}"/>
                    </a:ext>
                  </a:extLst>
                </p14:cNvPr>
                <p14:cNvContentPartPr/>
                <p14:nvPr/>
              </p14:nvContentPartPr>
              <p14:xfrm>
                <a:off x="2850287" y="1198822"/>
                <a:ext cx="197280" cy="1209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DC21BBB-CA54-799C-38CD-9D44F41C40F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832287" y="1180822"/>
                  <a:ext cx="23292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00D8629-F4A1-C13C-CBB1-D8DF389FD0FF}"/>
                    </a:ext>
                  </a:extLst>
                </p14:cNvPr>
                <p14:cNvContentPartPr/>
                <p14:nvPr/>
              </p14:nvContentPartPr>
              <p14:xfrm>
                <a:off x="3153767" y="1164982"/>
                <a:ext cx="378720" cy="1533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00D8629-F4A1-C13C-CBB1-D8DF389FD0F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136127" y="1146982"/>
                  <a:ext cx="414360" cy="18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33DB2BA-F662-83CB-88E0-E8FCE05F74B7}"/>
              </a:ext>
            </a:extLst>
          </p:cNvPr>
          <p:cNvGrpSpPr/>
          <p:nvPr/>
        </p:nvGrpSpPr>
        <p:grpSpPr>
          <a:xfrm>
            <a:off x="3910847" y="1113502"/>
            <a:ext cx="198000" cy="139320"/>
            <a:chOff x="3910847" y="1113502"/>
            <a:chExt cx="198000" cy="13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E766D01-9320-05E0-5D61-689A85FFA91E}"/>
                    </a:ext>
                  </a:extLst>
                </p14:cNvPr>
                <p14:cNvContentPartPr/>
                <p14:nvPr/>
              </p14:nvContentPartPr>
              <p14:xfrm>
                <a:off x="3940007" y="1113502"/>
                <a:ext cx="168840" cy="133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E766D01-9320-05E0-5D61-689A85FFA91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922007" y="1095502"/>
                  <a:ext cx="20448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124DDE5-5DF2-C69A-A820-86D427814D09}"/>
                    </a:ext>
                  </a:extLst>
                </p14:cNvPr>
                <p14:cNvContentPartPr/>
                <p14:nvPr/>
              </p14:nvContentPartPr>
              <p14:xfrm>
                <a:off x="3910847" y="1222582"/>
                <a:ext cx="138960" cy="302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124DDE5-5DF2-C69A-A820-86D427814D0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892847" y="1204942"/>
                  <a:ext cx="174600" cy="6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7B545B3-019C-CCFA-92E4-3005185F24D1}"/>
              </a:ext>
            </a:extLst>
          </p:cNvPr>
          <p:cNvGrpSpPr/>
          <p:nvPr/>
        </p:nvGrpSpPr>
        <p:grpSpPr>
          <a:xfrm>
            <a:off x="4517447" y="1072822"/>
            <a:ext cx="1596600" cy="294480"/>
            <a:chOff x="4517447" y="1072822"/>
            <a:chExt cx="1596600" cy="294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46191B3-900E-7E30-B9AA-D1E943DF579D}"/>
                    </a:ext>
                  </a:extLst>
                </p14:cNvPr>
                <p14:cNvContentPartPr/>
                <p14:nvPr/>
              </p14:nvContentPartPr>
              <p14:xfrm>
                <a:off x="4517447" y="1119622"/>
                <a:ext cx="255240" cy="1630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46191B3-900E-7E30-B9AA-D1E943DF579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499807" y="1101622"/>
                  <a:ext cx="29088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C82904A-5310-A711-CD1A-C72571B7E677}"/>
                    </a:ext>
                  </a:extLst>
                </p14:cNvPr>
                <p14:cNvContentPartPr/>
                <p14:nvPr/>
              </p14:nvContentPartPr>
              <p14:xfrm>
                <a:off x="4832447" y="1232662"/>
                <a:ext cx="17640" cy="1346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C82904A-5310-A711-CD1A-C72571B7E67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814447" y="1215022"/>
                  <a:ext cx="5328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4375E72-E3FD-162B-E923-E0489400229B}"/>
                    </a:ext>
                  </a:extLst>
                </p14:cNvPr>
                <p14:cNvContentPartPr/>
                <p14:nvPr/>
              </p14:nvContentPartPr>
              <p14:xfrm>
                <a:off x="4949447" y="1165702"/>
                <a:ext cx="148680" cy="583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4375E72-E3FD-162B-E923-E0489400229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931447" y="1148062"/>
                  <a:ext cx="18432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41FF3EE-B12D-B8A3-82B4-4B2F4DED96EF}"/>
                    </a:ext>
                  </a:extLst>
                </p14:cNvPr>
                <p14:cNvContentPartPr/>
                <p14:nvPr/>
              </p14:nvContentPartPr>
              <p14:xfrm>
                <a:off x="4999127" y="1100902"/>
                <a:ext cx="29520" cy="1656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41FF3EE-B12D-B8A3-82B4-4B2F4DED96E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981487" y="1082902"/>
                  <a:ext cx="6516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D6D6F08-DEF3-EE5A-7440-5C6147D2D982}"/>
                    </a:ext>
                  </a:extLst>
                </p14:cNvPr>
                <p14:cNvContentPartPr/>
                <p14:nvPr/>
              </p14:nvContentPartPr>
              <p14:xfrm>
                <a:off x="5192447" y="1072822"/>
                <a:ext cx="297360" cy="1602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D6D6F08-DEF3-EE5A-7440-5C6147D2D98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174447" y="1055182"/>
                  <a:ext cx="33300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5E7C4A0-A80A-967C-88F5-C2EEC8A46534}"/>
                    </a:ext>
                  </a:extLst>
                </p14:cNvPr>
                <p14:cNvContentPartPr/>
                <p14:nvPr/>
              </p14:nvContentPartPr>
              <p14:xfrm>
                <a:off x="5675927" y="1127542"/>
                <a:ext cx="438120" cy="1710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5E7C4A0-A80A-967C-88F5-C2EEC8A4653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658287" y="1109542"/>
                  <a:ext cx="473760" cy="20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515BA388-60C6-B480-6585-8F85AC852C5D}"/>
              </a:ext>
            </a:extLst>
          </p:cNvPr>
          <p:cNvGrpSpPr/>
          <p:nvPr/>
        </p:nvGrpSpPr>
        <p:grpSpPr>
          <a:xfrm>
            <a:off x="4207847" y="1692742"/>
            <a:ext cx="2450880" cy="430560"/>
            <a:chOff x="4207847" y="1692742"/>
            <a:chExt cx="2450880" cy="430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4B59267-68F0-94E1-060C-44E1F1844EE5}"/>
                    </a:ext>
                  </a:extLst>
                </p14:cNvPr>
                <p14:cNvContentPartPr/>
                <p14:nvPr/>
              </p14:nvContentPartPr>
              <p14:xfrm>
                <a:off x="4207847" y="1755382"/>
                <a:ext cx="360360" cy="2829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4B59267-68F0-94E1-060C-44E1F1844EE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189847" y="1737382"/>
                  <a:ext cx="39600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EC21270-393C-24BF-B084-E5FFE932D2AB}"/>
                    </a:ext>
                  </a:extLst>
                </p14:cNvPr>
                <p14:cNvContentPartPr/>
                <p14:nvPr/>
              </p14:nvContentPartPr>
              <p14:xfrm>
                <a:off x="4620767" y="1860862"/>
                <a:ext cx="222480" cy="1310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EC21270-393C-24BF-B084-E5FFE932D2A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603127" y="1843222"/>
                  <a:ext cx="25812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C8C1904-217C-2391-CC8A-CFB042BB3CA6}"/>
                    </a:ext>
                  </a:extLst>
                </p14:cNvPr>
                <p14:cNvContentPartPr/>
                <p14:nvPr/>
              </p14:nvContentPartPr>
              <p14:xfrm>
                <a:off x="4980767" y="1906222"/>
                <a:ext cx="10800" cy="1504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C8C1904-217C-2391-CC8A-CFB042BB3CA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963127" y="1888222"/>
                  <a:ext cx="4644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372B848-B69A-7360-C476-EAB028832644}"/>
                    </a:ext>
                  </a:extLst>
                </p14:cNvPr>
                <p14:cNvContentPartPr/>
                <p14:nvPr/>
              </p14:nvContentPartPr>
              <p14:xfrm>
                <a:off x="5131607" y="1898662"/>
                <a:ext cx="183960" cy="478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372B848-B69A-7360-C476-EAB02883264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113967" y="1881022"/>
                  <a:ext cx="21960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BA7B179-3744-FC0B-C95C-40759E696281}"/>
                    </a:ext>
                  </a:extLst>
                </p14:cNvPr>
                <p14:cNvContentPartPr/>
                <p14:nvPr/>
              </p14:nvContentPartPr>
              <p14:xfrm>
                <a:off x="5200727" y="1789942"/>
                <a:ext cx="30600" cy="2563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BA7B179-3744-FC0B-C95C-40759E69628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182727" y="1772302"/>
                  <a:ext cx="6624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1BCAFE8-EDC6-F150-0850-7330E06FDE6C}"/>
                    </a:ext>
                  </a:extLst>
                </p14:cNvPr>
                <p14:cNvContentPartPr/>
                <p14:nvPr/>
              </p14:nvContentPartPr>
              <p14:xfrm>
                <a:off x="5409167" y="1870582"/>
                <a:ext cx="222120" cy="1623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1BCAFE8-EDC6-F150-0850-7330E06FDE6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391167" y="1852942"/>
                  <a:ext cx="25776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5F398B0-A079-6D2E-0DDC-2CE59AD06E4B}"/>
                    </a:ext>
                  </a:extLst>
                </p14:cNvPr>
                <p14:cNvContentPartPr/>
                <p14:nvPr/>
              </p14:nvContentPartPr>
              <p14:xfrm>
                <a:off x="5653607" y="1980382"/>
                <a:ext cx="204480" cy="1429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5F398B0-A079-6D2E-0DDC-2CE59AD06E4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635967" y="1962742"/>
                  <a:ext cx="24012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4F88FED-2990-F558-290E-EF88CBA55BFC}"/>
                    </a:ext>
                  </a:extLst>
                </p14:cNvPr>
                <p14:cNvContentPartPr/>
                <p14:nvPr/>
              </p14:nvContentPartPr>
              <p14:xfrm>
                <a:off x="6042767" y="1762582"/>
                <a:ext cx="167760" cy="1908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4F88FED-2990-F558-290E-EF88CBA55BF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025127" y="1744942"/>
                  <a:ext cx="20340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059A5F0-9423-AB57-337B-AAAFF209A71A}"/>
                    </a:ext>
                  </a:extLst>
                </p14:cNvPr>
                <p14:cNvContentPartPr/>
                <p14:nvPr/>
              </p14:nvContentPartPr>
              <p14:xfrm>
                <a:off x="6178847" y="1937182"/>
                <a:ext cx="137880" cy="1126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059A5F0-9423-AB57-337B-AAAFF209A71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160847" y="1919182"/>
                  <a:ext cx="17352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31371DE-0D72-801B-E6AB-3B4308B63A14}"/>
                    </a:ext>
                  </a:extLst>
                </p14:cNvPr>
                <p14:cNvContentPartPr/>
                <p14:nvPr/>
              </p14:nvContentPartPr>
              <p14:xfrm>
                <a:off x="6530927" y="1692742"/>
                <a:ext cx="127800" cy="3895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31371DE-0D72-801B-E6AB-3B4308B63A1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512927" y="1674742"/>
                  <a:ext cx="163440" cy="42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BA64248B-DCA5-6186-3F95-4B057E4EC7E4}"/>
              </a:ext>
            </a:extLst>
          </p:cNvPr>
          <p:cNvGrpSpPr/>
          <p:nvPr/>
        </p:nvGrpSpPr>
        <p:grpSpPr>
          <a:xfrm>
            <a:off x="4132247" y="2514622"/>
            <a:ext cx="1765800" cy="345600"/>
            <a:chOff x="4132247" y="2514622"/>
            <a:chExt cx="1765800" cy="34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E8D6293-E154-58AB-3FC1-17410D49DB8C}"/>
                    </a:ext>
                  </a:extLst>
                </p14:cNvPr>
                <p14:cNvContentPartPr/>
                <p14:nvPr/>
              </p14:nvContentPartPr>
              <p14:xfrm>
                <a:off x="4132247" y="2585902"/>
                <a:ext cx="269640" cy="2098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E8D6293-E154-58AB-3FC1-17410D49DB8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114247" y="2567902"/>
                  <a:ext cx="30528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88727F4-0752-6762-3158-258C87C7F9CE}"/>
                    </a:ext>
                  </a:extLst>
                </p14:cNvPr>
                <p14:cNvContentPartPr/>
                <p14:nvPr/>
              </p14:nvContentPartPr>
              <p14:xfrm>
                <a:off x="4463087" y="2721622"/>
                <a:ext cx="35640" cy="1386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88727F4-0752-6762-3158-258C87C7F9C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445447" y="2703622"/>
                  <a:ext cx="7128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4D671A3D-AAE5-7E96-FFCA-F0158EC17EEE}"/>
                    </a:ext>
                  </a:extLst>
                </p14:cNvPr>
                <p14:cNvContentPartPr/>
                <p14:nvPr/>
              </p14:nvContentPartPr>
              <p14:xfrm>
                <a:off x="4685927" y="2682742"/>
                <a:ext cx="209160" cy="486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4D671A3D-AAE5-7E96-FFCA-F0158EC17EE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667927" y="2665102"/>
                  <a:ext cx="2448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A0B6E14-22AE-B477-BD07-6783A5889AC7}"/>
                    </a:ext>
                  </a:extLst>
                </p14:cNvPr>
                <p14:cNvContentPartPr/>
                <p14:nvPr/>
              </p14:nvContentPartPr>
              <p14:xfrm>
                <a:off x="4829207" y="2585182"/>
                <a:ext cx="35280" cy="2163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A0B6E14-22AE-B477-BD07-6783A5889AC7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811207" y="2567182"/>
                  <a:ext cx="7092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63E9E5A-2B2F-F6AD-49BD-7743C8D70670}"/>
                    </a:ext>
                  </a:extLst>
                </p14:cNvPr>
                <p14:cNvContentPartPr/>
                <p14:nvPr/>
              </p14:nvContentPartPr>
              <p14:xfrm>
                <a:off x="5039807" y="2514622"/>
                <a:ext cx="164520" cy="2707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63E9E5A-2B2F-F6AD-49BD-7743C8D7067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021807" y="2496622"/>
                  <a:ext cx="20016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37C9D2E-62F6-EB5E-4E4C-06F01FCFE49E}"/>
                    </a:ext>
                  </a:extLst>
                </p14:cNvPr>
                <p14:cNvContentPartPr/>
                <p14:nvPr/>
              </p14:nvContentPartPr>
              <p14:xfrm>
                <a:off x="5289647" y="2580862"/>
                <a:ext cx="323280" cy="1918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37C9D2E-62F6-EB5E-4E4C-06F01FCFE49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271647" y="2562862"/>
                  <a:ext cx="35892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13623153-1651-288B-D1D7-FE70EAABC418}"/>
                    </a:ext>
                  </a:extLst>
                </p14:cNvPr>
                <p14:cNvContentPartPr/>
                <p14:nvPr/>
              </p14:nvContentPartPr>
              <p14:xfrm>
                <a:off x="5633447" y="2670502"/>
                <a:ext cx="264600" cy="1465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13623153-1651-288B-D1D7-FE70EAABC41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615807" y="2652862"/>
                  <a:ext cx="300240" cy="18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4F63DFC9-9EAF-CE7B-E3D1-EDE410F6A0FA}"/>
              </a:ext>
            </a:extLst>
          </p:cNvPr>
          <p:cNvGrpSpPr/>
          <p:nvPr/>
        </p:nvGrpSpPr>
        <p:grpSpPr>
          <a:xfrm>
            <a:off x="6210167" y="2445142"/>
            <a:ext cx="270720" cy="286920"/>
            <a:chOff x="6210167" y="2445142"/>
            <a:chExt cx="270720" cy="28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5B5FCD00-D836-4D39-3BEF-152CD62C6157}"/>
                    </a:ext>
                  </a:extLst>
                </p14:cNvPr>
                <p14:cNvContentPartPr/>
                <p14:nvPr/>
              </p14:nvContentPartPr>
              <p14:xfrm>
                <a:off x="6210167" y="2445142"/>
                <a:ext cx="185040" cy="1645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5B5FCD00-D836-4D39-3BEF-152CD62C615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192167" y="2427142"/>
                  <a:ext cx="22068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0D98B43-F7A8-C64F-795E-3A3C864042F4}"/>
                    </a:ext>
                  </a:extLst>
                </p14:cNvPr>
                <p14:cNvContentPartPr/>
                <p14:nvPr/>
              </p14:nvContentPartPr>
              <p14:xfrm>
                <a:off x="6358127" y="2622262"/>
                <a:ext cx="122760" cy="1098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0D98B43-F7A8-C64F-795E-3A3C864042F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340127" y="2604622"/>
                  <a:ext cx="158400" cy="145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468CCC45-6F6B-263E-D3D3-11659CF5C38C}"/>
                  </a:ext>
                </a:extLst>
              </p14:cNvPr>
              <p14:cNvContentPartPr/>
              <p14:nvPr/>
            </p14:nvContentPartPr>
            <p14:xfrm>
              <a:off x="6733247" y="2335342"/>
              <a:ext cx="204840" cy="35964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468CCC45-6F6B-263E-D3D3-11659CF5C38C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6715607" y="2317342"/>
                <a:ext cx="240480" cy="39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13406B15-F069-08DF-1212-1C8EA1ECB621}"/>
                  </a:ext>
                </a:extLst>
              </p14:cNvPr>
              <p14:cNvContentPartPr/>
              <p14:nvPr/>
            </p14:nvContentPartPr>
            <p14:xfrm>
              <a:off x="7788767" y="2749702"/>
              <a:ext cx="16560" cy="144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13406B15-F069-08DF-1212-1C8EA1ECB621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7771127" y="2732062"/>
                <a:ext cx="52200" cy="37080"/>
              </a:xfrm>
              <a:prstGeom prst="rect">
                <a:avLst/>
              </a:prstGeom>
            </p:spPr>
          </p:pic>
        </mc:Fallback>
      </mc:AlternateContent>
      <p:grpSp>
        <p:nvGrpSpPr>
          <p:cNvPr id="74" name="Group 73">
            <a:extLst>
              <a:ext uri="{FF2B5EF4-FFF2-40B4-BE49-F238E27FC236}">
                <a16:creationId xmlns:a16="http://schemas.microsoft.com/office/drawing/2014/main" id="{4909FC44-7FF6-B90B-CE5A-945AC3545994}"/>
              </a:ext>
            </a:extLst>
          </p:cNvPr>
          <p:cNvGrpSpPr/>
          <p:nvPr/>
        </p:nvGrpSpPr>
        <p:grpSpPr>
          <a:xfrm>
            <a:off x="2104007" y="1685182"/>
            <a:ext cx="754920" cy="417240"/>
            <a:chOff x="2104007" y="1685182"/>
            <a:chExt cx="754920" cy="41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305DC6D-07EE-0B20-FFCD-996E6EC68DFB}"/>
                    </a:ext>
                  </a:extLst>
                </p14:cNvPr>
                <p14:cNvContentPartPr/>
                <p14:nvPr/>
              </p14:nvContentPartPr>
              <p14:xfrm>
                <a:off x="2104007" y="1759342"/>
                <a:ext cx="143280" cy="2851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305DC6D-07EE-0B20-FFCD-996E6EC68DF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086007" y="1741702"/>
                  <a:ext cx="17892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C6AC131-8D28-82DB-29B2-76CC8086D6C3}"/>
                    </a:ext>
                  </a:extLst>
                </p14:cNvPr>
                <p14:cNvContentPartPr/>
                <p14:nvPr/>
              </p14:nvContentPartPr>
              <p14:xfrm>
                <a:off x="2363207" y="1857982"/>
                <a:ext cx="24840" cy="187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C6AC131-8D28-82DB-29B2-76CC8086D6C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345567" y="1839982"/>
                  <a:ext cx="6048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6F8CD19-D13E-9B56-AA03-FDE7AE342A4B}"/>
                    </a:ext>
                  </a:extLst>
                </p14:cNvPr>
                <p14:cNvContentPartPr/>
                <p14:nvPr/>
              </p14:nvContentPartPr>
              <p14:xfrm>
                <a:off x="2487767" y="1722262"/>
                <a:ext cx="16920" cy="450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6F8CD19-D13E-9B56-AA03-FDE7AE342A4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469767" y="1704622"/>
                  <a:ext cx="5256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D965C95-B06E-37C9-389A-AEBB5D5AEFDA}"/>
                    </a:ext>
                  </a:extLst>
                </p14:cNvPr>
                <p14:cNvContentPartPr/>
                <p14:nvPr/>
              </p14:nvContentPartPr>
              <p14:xfrm>
                <a:off x="2513687" y="1820902"/>
                <a:ext cx="88200" cy="237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D965C95-B06E-37C9-389A-AEBB5D5AEFD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495687" y="1802902"/>
                  <a:ext cx="12384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F230F7A-3165-BCDE-2626-07D50BBF3392}"/>
                    </a:ext>
                  </a:extLst>
                </p14:cNvPr>
                <p14:cNvContentPartPr/>
                <p14:nvPr/>
              </p14:nvContentPartPr>
              <p14:xfrm>
                <a:off x="2831567" y="1862662"/>
                <a:ext cx="27360" cy="39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F230F7A-3165-BCDE-2626-07D50BBF3392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813567" y="1845022"/>
                  <a:ext cx="630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C9A35D2-A958-90B7-F5E3-F51FCB14CDD0}"/>
                    </a:ext>
                  </a:extLst>
                </p14:cNvPr>
                <p14:cNvContentPartPr/>
                <p14:nvPr/>
              </p14:nvContentPartPr>
              <p14:xfrm>
                <a:off x="2597207" y="1685182"/>
                <a:ext cx="120960" cy="4172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C9A35D2-A958-90B7-F5E3-F51FCB14CDD0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579567" y="1667182"/>
                  <a:ext cx="156600" cy="45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3E19FE99-40D5-60C0-A655-1F44BEA2DCBA}"/>
                    </a:ext>
                  </a:extLst>
                </p14:cNvPr>
                <p14:cNvContentPartPr/>
                <p14:nvPr/>
              </p14:nvContentPartPr>
              <p14:xfrm>
                <a:off x="2499647" y="1799662"/>
                <a:ext cx="351000" cy="864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3E19FE99-40D5-60C0-A655-1F44BEA2DCBA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481647" y="1782022"/>
                  <a:ext cx="386640" cy="12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EBF47213-42F9-E9DA-F333-8C3B6B4E68C3}"/>
              </a:ext>
            </a:extLst>
          </p:cNvPr>
          <p:cNvGrpSpPr/>
          <p:nvPr/>
        </p:nvGrpSpPr>
        <p:grpSpPr>
          <a:xfrm>
            <a:off x="320207" y="3364582"/>
            <a:ext cx="621720" cy="299880"/>
            <a:chOff x="320207" y="3364582"/>
            <a:chExt cx="621720" cy="29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EBC90A68-0058-575C-00FE-6D40C6105413}"/>
                    </a:ext>
                  </a:extLst>
                </p14:cNvPr>
                <p14:cNvContentPartPr/>
                <p14:nvPr/>
              </p14:nvContentPartPr>
              <p14:xfrm>
                <a:off x="320207" y="3383662"/>
                <a:ext cx="147600" cy="2808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EBC90A68-0058-575C-00FE-6D40C610541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02207" y="3366022"/>
                  <a:ext cx="18324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701F4261-79A4-5AF5-E81C-4732BAECC7A2}"/>
                    </a:ext>
                  </a:extLst>
                </p14:cNvPr>
                <p14:cNvContentPartPr/>
                <p14:nvPr/>
              </p14:nvContentPartPr>
              <p14:xfrm>
                <a:off x="518927" y="3432262"/>
                <a:ext cx="134280" cy="1713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701F4261-79A4-5AF5-E81C-4732BAECC7A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01287" y="3414262"/>
                  <a:ext cx="16992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531F5B77-66FF-3C1B-6343-464EE2F58AA0}"/>
                    </a:ext>
                  </a:extLst>
                </p14:cNvPr>
                <p14:cNvContentPartPr/>
                <p14:nvPr/>
              </p14:nvContentPartPr>
              <p14:xfrm>
                <a:off x="764447" y="3364582"/>
                <a:ext cx="42480" cy="2012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531F5B77-66FF-3C1B-6343-464EE2F58AA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46807" y="3346582"/>
                  <a:ext cx="7812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37E1CAC-011B-7900-81B6-6D4B2699899A}"/>
                    </a:ext>
                  </a:extLst>
                </p14:cNvPr>
                <p14:cNvContentPartPr/>
                <p14:nvPr/>
              </p14:nvContentPartPr>
              <p14:xfrm>
                <a:off x="930767" y="3509662"/>
                <a:ext cx="11160" cy="93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37E1CAC-011B-7900-81B6-6D4B2699899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13127" y="3491662"/>
                  <a:ext cx="46800" cy="4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E0142A39-D2B1-DE65-AB1D-0CD679A7A06A}"/>
              </a:ext>
            </a:extLst>
          </p:cNvPr>
          <p:cNvGrpSpPr/>
          <p:nvPr/>
        </p:nvGrpSpPr>
        <p:grpSpPr>
          <a:xfrm>
            <a:off x="2678927" y="3231382"/>
            <a:ext cx="1086840" cy="324720"/>
            <a:chOff x="2678927" y="3231382"/>
            <a:chExt cx="1086840" cy="324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B9EDF65-41D8-94E4-4912-2D47807DE370}"/>
                    </a:ext>
                  </a:extLst>
                </p14:cNvPr>
                <p14:cNvContentPartPr/>
                <p14:nvPr/>
              </p14:nvContentPartPr>
              <p14:xfrm>
                <a:off x="2678927" y="3375382"/>
                <a:ext cx="453960" cy="1533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B9EDF65-41D8-94E4-4912-2D47807DE370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661287" y="3357382"/>
                  <a:ext cx="48960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43F7726D-CE02-B7BE-CCAC-3B68A307DEEA}"/>
                    </a:ext>
                  </a:extLst>
                </p14:cNvPr>
                <p14:cNvContentPartPr/>
                <p14:nvPr/>
              </p14:nvContentPartPr>
              <p14:xfrm>
                <a:off x="3046487" y="3231382"/>
                <a:ext cx="57960" cy="352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43F7726D-CE02-B7BE-CCAC-3B68A307DEE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028847" y="3213382"/>
                  <a:ext cx="9360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7B16DDA6-9DA2-62D7-E694-AA2FF26FED2E}"/>
                    </a:ext>
                  </a:extLst>
                </p14:cNvPr>
                <p14:cNvContentPartPr/>
                <p14:nvPr/>
              </p14:nvContentPartPr>
              <p14:xfrm>
                <a:off x="3187247" y="3378262"/>
                <a:ext cx="201960" cy="1468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7B16DDA6-9DA2-62D7-E694-AA2FF26FED2E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169247" y="3360262"/>
                  <a:ext cx="23760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89ADDE7D-E58A-DFC2-0D29-C1B868EC704A}"/>
                    </a:ext>
                  </a:extLst>
                </p14:cNvPr>
                <p14:cNvContentPartPr/>
                <p14:nvPr/>
              </p14:nvContentPartPr>
              <p14:xfrm>
                <a:off x="3502607" y="3371422"/>
                <a:ext cx="263160" cy="1846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89ADDE7D-E58A-DFC2-0D29-C1B868EC704A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484967" y="3353422"/>
                  <a:ext cx="298800" cy="22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848468ED-4DD3-A39D-2020-910908B724A9}"/>
              </a:ext>
            </a:extLst>
          </p:cNvPr>
          <p:cNvGrpSpPr/>
          <p:nvPr/>
        </p:nvGrpSpPr>
        <p:grpSpPr>
          <a:xfrm>
            <a:off x="4021007" y="3357022"/>
            <a:ext cx="276480" cy="168480"/>
            <a:chOff x="4021007" y="3357022"/>
            <a:chExt cx="276480" cy="16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06C60B94-AC11-7A01-71F1-AF277EA7EDF7}"/>
                    </a:ext>
                  </a:extLst>
                </p14:cNvPr>
                <p14:cNvContentPartPr/>
                <p14:nvPr/>
              </p14:nvContentPartPr>
              <p14:xfrm>
                <a:off x="4032167" y="3357022"/>
                <a:ext cx="165240" cy="252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6C60B94-AC11-7A01-71F1-AF277EA7EDF7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014527" y="3339382"/>
                  <a:ext cx="20088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304D430-01C8-292D-5DC0-B24FADB90520}"/>
                    </a:ext>
                  </a:extLst>
                </p14:cNvPr>
                <p14:cNvContentPartPr/>
                <p14:nvPr/>
              </p14:nvContentPartPr>
              <p14:xfrm>
                <a:off x="4021007" y="3467902"/>
                <a:ext cx="276480" cy="576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304D430-01C8-292D-5DC0-B24FADB90520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003007" y="3449902"/>
                  <a:ext cx="312120" cy="93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B3A5597B-64FC-79ED-5254-9BC16C655399}"/>
                  </a:ext>
                </a:extLst>
              </p14:cNvPr>
              <p14:cNvContentPartPr/>
              <p14:nvPr/>
            </p14:nvContentPartPr>
            <p14:xfrm>
              <a:off x="4708607" y="3460702"/>
              <a:ext cx="184680" cy="3816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B3A5597B-64FC-79ED-5254-9BC16C655399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4690967" y="3443062"/>
                <a:ext cx="220320" cy="73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4" name="Group 103">
            <a:extLst>
              <a:ext uri="{FF2B5EF4-FFF2-40B4-BE49-F238E27FC236}">
                <a16:creationId xmlns:a16="http://schemas.microsoft.com/office/drawing/2014/main" id="{69342CED-D26F-11B1-7A9E-5C6FFB16AAE0}"/>
              </a:ext>
            </a:extLst>
          </p:cNvPr>
          <p:cNvGrpSpPr/>
          <p:nvPr/>
        </p:nvGrpSpPr>
        <p:grpSpPr>
          <a:xfrm>
            <a:off x="5118287" y="3200062"/>
            <a:ext cx="1835640" cy="581760"/>
            <a:chOff x="5118287" y="3200062"/>
            <a:chExt cx="1835640" cy="581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DA0FE65-8CA5-497C-657A-C4D3A5C4AFB2}"/>
                    </a:ext>
                  </a:extLst>
                </p14:cNvPr>
                <p14:cNvContentPartPr/>
                <p14:nvPr/>
              </p14:nvContentPartPr>
              <p14:xfrm>
                <a:off x="5118287" y="3381142"/>
                <a:ext cx="321840" cy="2088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DA0FE65-8CA5-497C-657A-C4D3A5C4AFB2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100287" y="3363502"/>
                  <a:ext cx="35748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B4A62BE-1C55-B168-F93A-A80C70D13B59}"/>
                    </a:ext>
                  </a:extLst>
                </p14:cNvPr>
                <p14:cNvContentPartPr/>
                <p14:nvPr/>
              </p14:nvContentPartPr>
              <p14:xfrm>
                <a:off x="5516447" y="3404182"/>
                <a:ext cx="126000" cy="1526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B4A62BE-1C55-B168-F93A-A80C70D13B59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498447" y="3386542"/>
                  <a:ext cx="16164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6D7B3E97-3D11-7287-F3B9-1584A9F54E7F}"/>
                    </a:ext>
                  </a:extLst>
                </p14:cNvPr>
                <p14:cNvContentPartPr/>
                <p14:nvPr/>
              </p14:nvContentPartPr>
              <p14:xfrm>
                <a:off x="5696447" y="3376102"/>
                <a:ext cx="262440" cy="2070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6D7B3E97-3D11-7287-F3B9-1584A9F54E7F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678447" y="3358462"/>
                  <a:ext cx="29808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916E3BF0-D008-1E9F-8C8E-91491304BF84}"/>
                    </a:ext>
                  </a:extLst>
                </p14:cNvPr>
                <p14:cNvContentPartPr/>
                <p14:nvPr/>
              </p14:nvContentPartPr>
              <p14:xfrm>
                <a:off x="6003887" y="3223822"/>
                <a:ext cx="102240" cy="4140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916E3BF0-D008-1E9F-8C8E-91491304BF84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986247" y="3205822"/>
                  <a:ext cx="137880" cy="44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36B2A6B-AC6F-5B88-FAC7-F11D8B7D4E5E}"/>
                    </a:ext>
                  </a:extLst>
                </p14:cNvPr>
                <p14:cNvContentPartPr/>
                <p14:nvPr/>
              </p14:nvContentPartPr>
              <p14:xfrm>
                <a:off x="6158687" y="3456382"/>
                <a:ext cx="176400" cy="378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36B2A6B-AC6F-5B88-FAC7-F11D8B7D4E5E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141047" y="3438742"/>
                  <a:ext cx="21204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1B29D143-F103-4322-3A7C-7F52AB2C4016}"/>
                    </a:ext>
                  </a:extLst>
                </p14:cNvPr>
                <p14:cNvContentPartPr/>
                <p14:nvPr/>
              </p14:nvContentPartPr>
              <p14:xfrm>
                <a:off x="6455687" y="3411382"/>
                <a:ext cx="244080" cy="1774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1B29D143-F103-4322-3A7C-7F52AB2C4016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438047" y="3393742"/>
                  <a:ext cx="27972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EE9D7CA-79DE-4F2F-D2B6-BA57D5816286}"/>
                    </a:ext>
                  </a:extLst>
                </p14:cNvPr>
                <p14:cNvContentPartPr/>
                <p14:nvPr/>
              </p14:nvContentPartPr>
              <p14:xfrm>
                <a:off x="6750527" y="3200062"/>
                <a:ext cx="203400" cy="5817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1EE9D7CA-79DE-4F2F-D2B6-BA57D581628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732527" y="3182062"/>
                  <a:ext cx="239040" cy="61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054D36A1-E113-5153-C760-C7D85A409988}"/>
              </a:ext>
            </a:extLst>
          </p:cNvPr>
          <p:cNvGrpSpPr/>
          <p:nvPr/>
        </p:nvGrpSpPr>
        <p:grpSpPr>
          <a:xfrm>
            <a:off x="7347407" y="3270622"/>
            <a:ext cx="1908360" cy="259200"/>
            <a:chOff x="7347407" y="3270622"/>
            <a:chExt cx="1908360" cy="25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5F6DBA2D-426E-54EF-6435-7DB2974493B3}"/>
                    </a:ext>
                  </a:extLst>
                </p14:cNvPr>
                <p14:cNvContentPartPr/>
                <p14:nvPr/>
              </p14:nvContentPartPr>
              <p14:xfrm>
                <a:off x="7347407" y="3360622"/>
                <a:ext cx="96120" cy="154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5F6DBA2D-426E-54EF-6435-7DB2974493B3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329407" y="3342982"/>
                  <a:ext cx="13176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B015E96-3D8A-A7E8-A7DD-1AD6F6544422}"/>
                    </a:ext>
                  </a:extLst>
                </p14:cNvPr>
                <p14:cNvContentPartPr/>
                <p14:nvPr/>
              </p14:nvContentPartPr>
              <p14:xfrm>
                <a:off x="7357487" y="3479062"/>
                <a:ext cx="135720" cy="352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B015E96-3D8A-A7E8-A7DD-1AD6F6544422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339487" y="3461062"/>
                  <a:ext cx="17136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824A8599-F585-8258-B197-7D1AAD79E86B}"/>
                    </a:ext>
                  </a:extLst>
                </p14:cNvPr>
                <p14:cNvContentPartPr/>
                <p14:nvPr/>
              </p14:nvContentPartPr>
              <p14:xfrm>
                <a:off x="7868687" y="3301582"/>
                <a:ext cx="78840" cy="2282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824A8599-F585-8258-B197-7D1AAD79E86B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850687" y="3283942"/>
                  <a:ext cx="11448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1DD26ACA-3646-AAF9-EF9E-16BE2E6E573A}"/>
                    </a:ext>
                  </a:extLst>
                </p14:cNvPr>
                <p14:cNvContentPartPr/>
                <p14:nvPr/>
              </p14:nvContentPartPr>
              <p14:xfrm>
                <a:off x="7626047" y="3440542"/>
                <a:ext cx="108720" cy="313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1DD26ACA-3646-AAF9-EF9E-16BE2E6E573A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608047" y="3422902"/>
                  <a:ext cx="14436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DDE0CE10-FB33-C213-06C6-73D0E774BB57}"/>
                    </a:ext>
                  </a:extLst>
                </p14:cNvPr>
                <p14:cNvContentPartPr/>
                <p14:nvPr/>
              </p14:nvContentPartPr>
              <p14:xfrm>
                <a:off x="7918727" y="3344062"/>
                <a:ext cx="346680" cy="1411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DDE0CE10-FB33-C213-06C6-73D0E774BB5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900727" y="3326422"/>
                  <a:ext cx="38232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8C3CCBD-A106-6EAC-8E6C-D588F1D699A2}"/>
                    </a:ext>
                  </a:extLst>
                </p14:cNvPr>
                <p14:cNvContentPartPr/>
                <p14:nvPr/>
              </p14:nvContentPartPr>
              <p14:xfrm>
                <a:off x="8292407" y="3337942"/>
                <a:ext cx="150480" cy="1465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8C3CCBD-A106-6EAC-8E6C-D588F1D699A2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274407" y="3320302"/>
                  <a:ext cx="18612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EEE85EEC-D8CC-3F53-773E-363268048DEC}"/>
                    </a:ext>
                  </a:extLst>
                </p14:cNvPr>
                <p14:cNvContentPartPr/>
                <p14:nvPr/>
              </p14:nvContentPartPr>
              <p14:xfrm>
                <a:off x="8468087" y="3314542"/>
                <a:ext cx="330120" cy="1605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EEE85EEC-D8CC-3F53-773E-363268048DEC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450087" y="3296542"/>
                  <a:ext cx="36576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FE94FEA8-E095-6600-0CBD-225DBBB63E52}"/>
                    </a:ext>
                  </a:extLst>
                </p14:cNvPr>
                <p14:cNvContentPartPr/>
                <p14:nvPr/>
              </p14:nvContentPartPr>
              <p14:xfrm>
                <a:off x="8912687" y="3270622"/>
                <a:ext cx="343080" cy="1987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FE94FEA8-E095-6600-0CBD-225DBBB63E52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894687" y="3252622"/>
                  <a:ext cx="378720" cy="234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7CE2A597-DCF1-3663-1C11-CE3BD98632BA}"/>
                  </a:ext>
                </a:extLst>
              </p14:cNvPr>
              <p14:cNvContentPartPr/>
              <p14:nvPr/>
            </p14:nvContentPartPr>
            <p14:xfrm>
              <a:off x="9513167" y="2953102"/>
              <a:ext cx="35640" cy="26208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7CE2A597-DCF1-3663-1C11-CE3BD98632BA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9495527" y="2935462"/>
                <a:ext cx="71280" cy="29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8924C20F-871F-EF10-73C3-1B0E73C834AD}"/>
                  </a:ext>
                </a:extLst>
              </p14:cNvPr>
              <p14:cNvContentPartPr/>
              <p14:nvPr/>
            </p14:nvContentPartPr>
            <p14:xfrm>
              <a:off x="2263847" y="4275382"/>
              <a:ext cx="365760" cy="17352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8924C20F-871F-EF10-73C3-1B0E73C834AD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2246207" y="4257742"/>
                <a:ext cx="401400" cy="20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D9E72176-21EE-2C4D-13A6-80AE47B14C3C}"/>
                  </a:ext>
                </a:extLst>
              </p14:cNvPr>
              <p14:cNvContentPartPr/>
              <p14:nvPr/>
            </p14:nvContentPartPr>
            <p14:xfrm>
              <a:off x="2719967" y="3968302"/>
              <a:ext cx="14760" cy="14760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D9E72176-21EE-2C4D-13A6-80AE47B14C3C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2702327" y="3950302"/>
                <a:ext cx="50400" cy="18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26DF33D3-C022-CBF0-42C0-75F25C816DBD}"/>
                  </a:ext>
                </a:extLst>
              </p14:cNvPr>
              <p14:cNvContentPartPr/>
              <p14:nvPr/>
            </p14:nvContentPartPr>
            <p14:xfrm>
              <a:off x="3021287" y="4243342"/>
              <a:ext cx="147240" cy="3708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26DF33D3-C022-CBF0-42C0-75F25C816DBD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3003287" y="4225702"/>
                <a:ext cx="182880" cy="7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6ED603B0-92A8-1431-392F-CEAFD4357DFA}"/>
                  </a:ext>
                </a:extLst>
              </p14:cNvPr>
              <p14:cNvContentPartPr/>
              <p14:nvPr/>
            </p14:nvContentPartPr>
            <p14:xfrm>
              <a:off x="2961887" y="4378342"/>
              <a:ext cx="368280" cy="4284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6ED603B0-92A8-1431-392F-CEAFD4357DFA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2943887" y="4360342"/>
                <a:ext cx="403920" cy="78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4" name="Group 123">
            <a:extLst>
              <a:ext uri="{FF2B5EF4-FFF2-40B4-BE49-F238E27FC236}">
                <a16:creationId xmlns:a16="http://schemas.microsoft.com/office/drawing/2014/main" id="{360C8634-18E1-5B85-2C65-9B0131BC6C4A}"/>
              </a:ext>
            </a:extLst>
          </p:cNvPr>
          <p:cNvGrpSpPr/>
          <p:nvPr/>
        </p:nvGrpSpPr>
        <p:grpSpPr>
          <a:xfrm>
            <a:off x="3696287" y="4264222"/>
            <a:ext cx="734400" cy="241560"/>
            <a:chOff x="3696287" y="4264222"/>
            <a:chExt cx="734400" cy="24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9C883B49-A52A-0D82-8C5D-DC0DCD204953}"/>
                    </a:ext>
                  </a:extLst>
                </p14:cNvPr>
                <p14:cNvContentPartPr/>
                <p14:nvPr/>
              </p14:nvContentPartPr>
              <p14:xfrm>
                <a:off x="3696287" y="4373302"/>
                <a:ext cx="230040" cy="288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9C883B49-A52A-0D82-8C5D-DC0DCD204953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678647" y="4355662"/>
                  <a:ext cx="26568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6FB25EF1-FEAE-EA08-7DFF-CAEE0F7131AB}"/>
                    </a:ext>
                  </a:extLst>
                </p14:cNvPr>
                <p14:cNvContentPartPr/>
                <p14:nvPr/>
              </p14:nvContentPartPr>
              <p14:xfrm>
                <a:off x="4060607" y="4264222"/>
                <a:ext cx="290880" cy="1468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6FB25EF1-FEAE-EA08-7DFF-CAEE0F7131AB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042967" y="4246582"/>
                  <a:ext cx="32652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75C7C849-6D84-E3BB-8B79-71AE37A8B7F5}"/>
                    </a:ext>
                  </a:extLst>
                </p14:cNvPr>
                <p14:cNvContentPartPr/>
                <p14:nvPr/>
              </p14:nvContentPartPr>
              <p14:xfrm>
                <a:off x="4421327" y="4339102"/>
                <a:ext cx="9360" cy="1666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75C7C849-6D84-E3BB-8B79-71AE37A8B7F5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403687" y="4321102"/>
                  <a:ext cx="45000" cy="20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857BBD3F-0247-8B0D-5FA9-1DE3FE332153}"/>
              </a:ext>
            </a:extLst>
          </p:cNvPr>
          <p:cNvGrpSpPr/>
          <p:nvPr/>
        </p:nvGrpSpPr>
        <p:grpSpPr>
          <a:xfrm>
            <a:off x="4739567" y="4213822"/>
            <a:ext cx="887400" cy="266040"/>
            <a:chOff x="4739567" y="4213822"/>
            <a:chExt cx="887400" cy="26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55778C43-B69C-9964-4B7E-610F4AE849E9}"/>
                    </a:ext>
                  </a:extLst>
                </p14:cNvPr>
                <p14:cNvContentPartPr/>
                <p14:nvPr/>
              </p14:nvContentPartPr>
              <p14:xfrm>
                <a:off x="4739567" y="4322542"/>
                <a:ext cx="156240" cy="176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55778C43-B69C-9964-4B7E-610F4AE849E9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721927" y="4304542"/>
                  <a:ext cx="19188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934498D6-B4C2-C249-511F-E19F90ECDB13}"/>
                    </a:ext>
                  </a:extLst>
                </p14:cNvPr>
                <p14:cNvContentPartPr/>
                <p14:nvPr/>
              </p14:nvContentPartPr>
              <p14:xfrm>
                <a:off x="5071847" y="4213822"/>
                <a:ext cx="304560" cy="1875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934498D6-B4C2-C249-511F-E19F90ECDB13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054207" y="4196182"/>
                  <a:ext cx="34020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A760E259-97B1-423D-D413-DC0B44474B76}"/>
                    </a:ext>
                  </a:extLst>
                </p14:cNvPr>
                <p14:cNvContentPartPr/>
                <p14:nvPr/>
              </p14:nvContentPartPr>
              <p14:xfrm>
                <a:off x="5427887" y="4349542"/>
                <a:ext cx="199080" cy="1303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A760E259-97B1-423D-D413-DC0B44474B76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409887" y="4331542"/>
                  <a:ext cx="234720" cy="16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904024D1-2B4B-42BB-0717-53D2FD323EA3}"/>
              </a:ext>
            </a:extLst>
          </p:cNvPr>
          <p:cNvGrpSpPr/>
          <p:nvPr/>
        </p:nvGrpSpPr>
        <p:grpSpPr>
          <a:xfrm>
            <a:off x="6163727" y="4219582"/>
            <a:ext cx="224640" cy="111240"/>
            <a:chOff x="6163727" y="4219582"/>
            <a:chExt cx="224640" cy="11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E03310E3-EE8F-197B-6678-63CB8F185203}"/>
                    </a:ext>
                  </a:extLst>
                </p14:cNvPr>
                <p14:cNvContentPartPr/>
                <p14:nvPr/>
              </p14:nvContentPartPr>
              <p14:xfrm>
                <a:off x="6163727" y="4219582"/>
                <a:ext cx="178200" cy="1728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E03310E3-EE8F-197B-6678-63CB8F185203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145727" y="4201942"/>
                  <a:ext cx="21384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8CF2CFE3-CC5A-35FA-A1AA-C1AF54D1D9BF}"/>
                    </a:ext>
                  </a:extLst>
                </p14:cNvPr>
                <p14:cNvContentPartPr/>
                <p14:nvPr/>
              </p14:nvContentPartPr>
              <p14:xfrm>
                <a:off x="6229607" y="4323622"/>
                <a:ext cx="158760" cy="720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8CF2CFE3-CC5A-35FA-A1AA-C1AF54D1D9BF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6211607" y="4305982"/>
                  <a:ext cx="194400" cy="4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21020A77-EDA6-55F4-15A3-F32C143643C0}"/>
              </a:ext>
            </a:extLst>
          </p:cNvPr>
          <p:cNvGrpSpPr/>
          <p:nvPr/>
        </p:nvGrpSpPr>
        <p:grpSpPr>
          <a:xfrm>
            <a:off x="6679967" y="4128142"/>
            <a:ext cx="763920" cy="215280"/>
            <a:chOff x="6679967" y="4128142"/>
            <a:chExt cx="763920" cy="215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2A7A4CC6-46A6-94C5-4344-B92767E4D9C5}"/>
                    </a:ext>
                  </a:extLst>
                </p14:cNvPr>
                <p14:cNvContentPartPr/>
                <p14:nvPr/>
              </p14:nvContentPartPr>
              <p14:xfrm>
                <a:off x="6679967" y="4214902"/>
                <a:ext cx="257400" cy="460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2A7A4CC6-46A6-94C5-4344-B92767E4D9C5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662327" y="4196902"/>
                  <a:ext cx="29304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3BB3D9E-C425-C9D1-FD87-B83ECE2EA6CF}"/>
                    </a:ext>
                  </a:extLst>
                </p14:cNvPr>
                <p14:cNvContentPartPr/>
                <p14:nvPr/>
              </p14:nvContentPartPr>
              <p14:xfrm>
                <a:off x="7025927" y="4128142"/>
                <a:ext cx="417960" cy="21528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3BB3D9E-C425-C9D1-FD87-B83ECE2EA6CF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7008287" y="4110142"/>
                  <a:ext cx="453600" cy="250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2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E74FDEF6-9DCC-E820-2F87-3E99C26EB314}"/>
                  </a:ext>
                </a:extLst>
              </p14:cNvPr>
              <p14:cNvContentPartPr/>
              <p14:nvPr/>
            </p14:nvContentPartPr>
            <p14:xfrm>
              <a:off x="4291367" y="4690462"/>
              <a:ext cx="8280" cy="2880"/>
            </p14:xfrm>
          </p:contentPart>
        </mc:Choice>
        <mc:Fallback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E74FDEF6-9DCC-E820-2F87-3E99C26EB314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4273367" y="4672822"/>
                <a:ext cx="4392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4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D5EABB48-1F86-5A4F-C917-622751989B0E}"/>
                  </a:ext>
                </a:extLst>
              </p14:cNvPr>
              <p14:cNvContentPartPr/>
              <p14:nvPr/>
            </p14:nvContentPartPr>
            <p14:xfrm>
              <a:off x="5310527" y="4654102"/>
              <a:ext cx="6840" cy="3600"/>
            </p14:xfrm>
          </p:contentPart>
        </mc:Choice>
        <mc:Fallback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D5EABB48-1F86-5A4F-C917-622751989B0E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5292527" y="4636102"/>
                <a:ext cx="42480" cy="39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3" name="Group 132">
            <a:extLst>
              <a:ext uri="{FF2B5EF4-FFF2-40B4-BE49-F238E27FC236}">
                <a16:creationId xmlns:a16="http://schemas.microsoft.com/office/drawing/2014/main" id="{C7B97C91-64FE-66F6-C67A-D309C4B13FBF}"/>
              </a:ext>
            </a:extLst>
          </p:cNvPr>
          <p:cNvGrpSpPr/>
          <p:nvPr/>
        </p:nvGrpSpPr>
        <p:grpSpPr>
          <a:xfrm>
            <a:off x="1829687" y="5022022"/>
            <a:ext cx="586440" cy="278640"/>
            <a:chOff x="1829687" y="5022022"/>
            <a:chExt cx="586440" cy="27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FFBD3E0-031B-1722-8EC7-87C8D8CA808D}"/>
                    </a:ext>
                  </a:extLst>
                </p14:cNvPr>
                <p14:cNvContentPartPr/>
                <p14:nvPr/>
              </p14:nvContentPartPr>
              <p14:xfrm>
                <a:off x="1829687" y="5022022"/>
                <a:ext cx="268200" cy="24552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EFFBD3E0-031B-1722-8EC7-87C8D8CA808D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811687" y="5004022"/>
                  <a:ext cx="30384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A52412E0-A20E-3D92-0D89-F7DAC7B53A12}"/>
                    </a:ext>
                  </a:extLst>
                </p14:cNvPr>
                <p14:cNvContentPartPr/>
                <p14:nvPr/>
              </p14:nvContentPartPr>
              <p14:xfrm>
                <a:off x="2156207" y="5118142"/>
                <a:ext cx="168480" cy="11088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A52412E0-A20E-3D92-0D89-F7DAC7B53A12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138207" y="5100502"/>
                  <a:ext cx="20412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3F8EDF2F-6632-5F55-AF6A-59E980F65B0A}"/>
                    </a:ext>
                  </a:extLst>
                </p14:cNvPr>
                <p14:cNvContentPartPr/>
                <p14:nvPr/>
              </p14:nvContentPartPr>
              <p14:xfrm>
                <a:off x="2389847" y="5167462"/>
                <a:ext cx="26280" cy="13320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3F8EDF2F-6632-5F55-AF6A-59E980F65B0A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372207" y="5149462"/>
                  <a:ext cx="61920" cy="16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08C33C1A-CFB3-3ED5-ECA0-02BB06B4D9EA}"/>
              </a:ext>
            </a:extLst>
          </p:cNvPr>
          <p:cNvGrpSpPr/>
          <p:nvPr/>
        </p:nvGrpSpPr>
        <p:grpSpPr>
          <a:xfrm>
            <a:off x="2740847" y="5035342"/>
            <a:ext cx="2196000" cy="286920"/>
            <a:chOff x="2740847" y="5035342"/>
            <a:chExt cx="2196000" cy="28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50B512E5-0AD6-F243-EF01-99477FE8FA5C}"/>
                    </a:ext>
                  </a:extLst>
                </p14:cNvPr>
                <p14:cNvContentPartPr/>
                <p14:nvPr/>
              </p14:nvContentPartPr>
              <p14:xfrm>
                <a:off x="2740847" y="5156302"/>
                <a:ext cx="224280" cy="4320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50B512E5-0AD6-F243-EF01-99477FE8FA5C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723207" y="5138302"/>
                  <a:ext cx="25992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E4D8649A-F530-9389-C21F-536DACC19B45}"/>
                    </a:ext>
                  </a:extLst>
                </p14:cNvPr>
                <p14:cNvContentPartPr/>
                <p14:nvPr/>
              </p14:nvContentPartPr>
              <p14:xfrm>
                <a:off x="2801687" y="5096182"/>
                <a:ext cx="41040" cy="22608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E4D8649A-F530-9389-C21F-536DACC19B45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783687" y="5078542"/>
                  <a:ext cx="7668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7B19C58F-311E-C4F3-4DCE-6AD2A20E2078}"/>
                    </a:ext>
                  </a:extLst>
                </p14:cNvPr>
                <p14:cNvContentPartPr/>
                <p14:nvPr/>
              </p14:nvContentPartPr>
              <p14:xfrm>
                <a:off x="3141167" y="5079622"/>
                <a:ext cx="151560" cy="15192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7B19C58F-311E-C4F3-4DCE-6AD2A20E2078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3123167" y="5061622"/>
                  <a:ext cx="18720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26B2DA09-9375-9501-2C5D-516C662FEABA}"/>
                    </a:ext>
                  </a:extLst>
                </p14:cNvPr>
                <p14:cNvContentPartPr/>
                <p14:nvPr/>
              </p14:nvContentPartPr>
              <p14:xfrm>
                <a:off x="3369407" y="5183302"/>
                <a:ext cx="274680" cy="12924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26B2DA09-9375-9501-2C5D-516C662FEABA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3351767" y="5165662"/>
                  <a:ext cx="31032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4C09F5E7-A370-E89C-4587-E2AF0D3FB029}"/>
                    </a:ext>
                  </a:extLst>
                </p14:cNvPr>
                <p14:cNvContentPartPr/>
                <p14:nvPr/>
              </p14:nvContentPartPr>
              <p14:xfrm>
                <a:off x="4107407" y="5035342"/>
                <a:ext cx="217800" cy="14868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4C09F5E7-A370-E89C-4587-E2AF0D3FB029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089407" y="5017702"/>
                  <a:ext cx="25344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55BEA3FF-6FA5-A0B1-2227-DCDDCCBBD1F2}"/>
                    </a:ext>
                  </a:extLst>
                </p14:cNvPr>
                <p14:cNvContentPartPr/>
                <p14:nvPr/>
              </p14:nvContentPartPr>
              <p14:xfrm>
                <a:off x="4317647" y="5131102"/>
                <a:ext cx="212400" cy="16740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55BEA3FF-6FA5-A0B1-2227-DCDDCCBBD1F2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299647" y="5113462"/>
                  <a:ext cx="24804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96121570-BDAF-4F60-452E-E5D5005B344B}"/>
                    </a:ext>
                  </a:extLst>
                </p14:cNvPr>
                <p14:cNvContentPartPr/>
                <p14:nvPr/>
              </p14:nvContentPartPr>
              <p14:xfrm>
                <a:off x="4729127" y="5093302"/>
                <a:ext cx="101160" cy="468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96121570-BDAF-4F60-452E-E5D5005B344B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711487" y="5075302"/>
                  <a:ext cx="1368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D4A676D3-1284-F1D5-0743-B06B160F161C}"/>
                    </a:ext>
                  </a:extLst>
                </p14:cNvPr>
                <p14:cNvContentPartPr/>
                <p14:nvPr/>
              </p14:nvContentPartPr>
              <p14:xfrm>
                <a:off x="4742087" y="5169982"/>
                <a:ext cx="194760" cy="3888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D4A676D3-1284-F1D5-0743-B06B160F161C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4724087" y="5151982"/>
                  <a:ext cx="230400" cy="74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8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4A1144A5-73A3-5E5E-D686-8203D6CC82C6}"/>
                  </a:ext>
                </a:extLst>
              </p14:cNvPr>
              <p14:cNvContentPartPr/>
              <p14:nvPr/>
            </p14:nvContentPartPr>
            <p14:xfrm>
              <a:off x="5182367" y="4923742"/>
              <a:ext cx="189720" cy="405360"/>
            </p14:xfrm>
          </p:contentPart>
        </mc:Choice>
        <mc:Fallback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4A1144A5-73A3-5E5E-D686-8203D6CC82C6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5164727" y="4906102"/>
                <a:ext cx="225360" cy="44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0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7F17ABCD-271D-FC99-F73A-8C11D9D1042A}"/>
                  </a:ext>
                </a:extLst>
              </p14:cNvPr>
              <p14:cNvContentPartPr/>
              <p14:nvPr/>
            </p14:nvContentPartPr>
            <p14:xfrm>
              <a:off x="3653447" y="5189782"/>
              <a:ext cx="214560" cy="23040"/>
            </p14:xfrm>
          </p:contentPart>
        </mc:Choice>
        <mc:Fallback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7F17ABCD-271D-FC99-F73A-8C11D9D1042A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3635807" y="5172142"/>
                <a:ext cx="250200" cy="58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61" name="Group 160">
            <a:extLst>
              <a:ext uri="{FF2B5EF4-FFF2-40B4-BE49-F238E27FC236}">
                <a16:creationId xmlns:a16="http://schemas.microsoft.com/office/drawing/2014/main" id="{1204EA22-3D5A-800F-4A84-FF56B93C2945}"/>
              </a:ext>
            </a:extLst>
          </p:cNvPr>
          <p:cNvGrpSpPr/>
          <p:nvPr/>
        </p:nvGrpSpPr>
        <p:grpSpPr>
          <a:xfrm>
            <a:off x="1941287" y="5759302"/>
            <a:ext cx="346680" cy="257760"/>
            <a:chOff x="1941287" y="5759302"/>
            <a:chExt cx="346680" cy="25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26D47ED5-3191-8021-074A-82C7B3B5F658}"/>
                    </a:ext>
                  </a:extLst>
                </p14:cNvPr>
                <p14:cNvContentPartPr/>
                <p14:nvPr/>
              </p14:nvContentPartPr>
              <p14:xfrm>
                <a:off x="1941287" y="5759302"/>
                <a:ext cx="262080" cy="17064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26D47ED5-3191-8021-074A-82C7B3B5F658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923647" y="5741302"/>
                  <a:ext cx="29772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F33B2A81-D3EA-851C-A0F7-A5ACB2AD5DFA}"/>
                    </a:ext>
                  </a:extLst>
                </p14:cNvPr>
                <p14:cNvContentPartPr/>
                <p14:nvPr/>
              </p14:nvContentPartPr>
              <p14:xfrm>
                <a:off x="2278607" y="5852542"/>
                <a:ext cx="9360" cy="16452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F33B2A81-D3EA-851C-A0F7-A5ACB2AD5DFA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2260967" y="5834542"/>
                  <a:ext cx="45000" cy="20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A20DB223-97DC-1D0C-7A40-6CF60CFF12AC}"/>
              </a:ext>
            </a:extLst>
          </p:cNvPr>
          <p:cNvGrpSpPr/>
          <p:nvPr/>
        </p:nvGrpSpPr>
        <p:grpSpPr>
          <a:xfrm>
            <a:off x="2641847" y="5711422"/>
            <a:ext cx="1238040" cy="377640"/>
            <a:chOff x="2641847" y="5711422"/>
            <a:chExt cx="1238040" cy="377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0B988491-123D-9D1C-4028-BEC9924F6286}"/>
                    </a:ext>
                  </a:extLst>
                </p14:cNvPr>
                <p14:cNvContentPartPr/>
                <p14:nvPr/>
              </p14:nvContentPartPr>
              <p14:xfrm>
                <a:off x="2641847" y="5795662"/>
                <a:ext cx="200880" cy="3132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0B988491-123D-9D1C-4028-BEC9924F6286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2623847" y="5778022"/>
                  <a:ext cx="2365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5637D259-8649-5BF2-8405-AE253EAA2D20}"/>
                    </a:ext>
                  </a:extLst>
                </p14:cNvPr>
                <p14:cNvContentPartPr/>
                <p14:nvPr/>
              </p14:nvContentPartPr>
              <p14:xfrm>
                <a:off x="2726807" y="5738422"/>
                <a:ext cx="37440" cy="20484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5637D259-8649-5BF2-8405-AE253EAA2D20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2709167" y="5720422"/>
                  <a:ext cx="7308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9CD8DB62-A13F-B758-A488-AA0091B3B4DE}"/>
                    </a:ext>
                  </a:extLst>
                </p14:cNvPr>
                <p14:cNvContentPartPr/>
                <p14:nvPr/>
              </p14:nvContentPartPr>
              <p14:xfrm>
                <a:off x="2905727" y="5711422"/>
                <a:ext cx="146880" cy="22608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9CD8DB62-A13F-B758-A488-AA0091B3B4DE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2887727" y="5693782"/>
                  <a:ext cx="18252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F5D12706-F1EF-62B0-EA43-833B7BEC0B8E}"/>
                    </a:ext>
                  </a:extLst>
                </p14:cNvPr>
                <p14:cNvContentPartPr/>
                <p14:nvPr/>
              </p14:nvContentPartPr>
              <p14:xfrm>
                <a:off x="3126047" y="5771902"/>
                <a:ext cx="182880" cy="16812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F5D12706-F1EF-62B0-EA43-833B7BEC0B8E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3108047" y="5754262"/>
                  <a:ext cx="21852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E37161EF-2CA3-BAAA-212C-0593B6FA55A7}"/>
                    </a:ext>
                  </a:extLst>
                </p14:cNvPr>
                <p14:cNvContentPartPr/>
                <p14:nvPr/>
              </p14:nvContentPartPr>
              <p14:xfrm>
                <a:off x="3351767" y="5892862"/>
                <a:ext cx="326880" cy="19620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E37161EF-2CA3-BAAA-212C-0593B6FA55A7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3333767" y="5875222"/>
                  <a:ext cx="36252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09E0BB26-D963-F97B-88F5-8FB5C70B3491}"/>
                    </a:ext>
                  </a:extLst>
                </p14:cNvPr>
                <p14:cNvContentPartPr/>
                <p14:nvPr/>
              </p14:nvContentPartPr>
              <p14:xfrm>
                <a:off x="3721847" y="5790982"/>
                <a:ext cx="158040" cy="4284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09E0BB26-D963-F97B-88F5-8FB5C70B3491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3703847" y="5772982"/>
                  <a:ext cx="193680" cy="7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A69C9E16-2EAA-7FB6-9FBE-F7C3C2FC7F4A}"/>
              </a:ext>
            </a:extLst>
          </p:cNvPr>
          <p:cNvGrpSpPr/>
          <p:nvPr/>
        </p:nvGrpSpPr>
        <p:grpSpPr>
          <a:xfrm>
            <a:off x="4134047" y="5715382"/>
            <a:ext cx="429840" cy="304200"/>
            <a:chOff x="4134047" y="5715382"/>
            <a:chExt cx="429840" cy="30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5381B1E9-9B3A-E580-832D-6DC3E08381EE}"/>
                    </a:ext>
                  </a:extLst>
                </p14:cNvPr>
                <p14:cNvContentPartPr/>
                <p14:nvPr/>
              </p14:nvContentPartPr>
              <p14:xfrm>
                <a:off x="4134047" y="5715382"/>
                <a:ext cx="248400" cy="15336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5381B1E9-9B3A-E580-832D-6DC3E08381EE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4116407" y="5697382"/>
                  <a:ext cx="28404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C02CF0EB-2ED7-6B92-3EFD-320D1CC7FD86}"/>
                    </a:ext>
                  </a:extLst>
                </p14:cNvPr>
                <p14:cNvContentPartPr/>
                <p14:nvPr/>
              </p14:nvContentPartPr>
              <p14:xfrm>
                <a:off x="4442927" y="5787022"/>
                <a:ext cx="120960" cy="23256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C02CF0EB-2ED7-6B92-3EFD-320D1CC7FD86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4425287" y="5769382"/>
                  <a:ext cx="156600" cy="26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2CBA819D-C5DA-2B81-3187-E9554735B8BC}"/>
              </a:ext>
            </a:extLst>
          </p:cNvPr>
          <p:cNvGrpSpPr/>
          <p:nvPr/>
        </p:nvGrpSpPr>
        <p:grpSpPr>
          <a:xfrm>
            <a:off x="4794287" y="5567782"/>
            <a:ext cx="591840" cy="325080"/>
            <a:chOff x="4794287" y="5567782"/>
            <a:chExt cx="591840" cy="32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D9F5E774-6FD4-F79D-F365-6C30E5BEB07B}"/>
                    </a:ext>
                  </a:extLst>
                </p14:cNvPr>
                <p14:cNvContentPartPr/>
                <p14:nvPr/>
              </p14:nvContentPartPr>
              <p14:xfrm>
                <a:off x="4833167" y="5703142"/>
                <a:ext cx="116640" cy="2808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D9F5E774-6FD4-F79D-F365-6C30E5BEB07B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4815167" y="5685142"/>
                  <a:ext cx="15228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88310E6E-CC36-BCFC-DC02-5C11288A7330}"/>
                    </a:ext>
                  </a:extLst>
                </p14:cNvPr>
                <p14:cNvContentPartPr/>
                <p14:nvPr/>
              </p14:nvContentPartPr>
              <p14:xfrm>
                <a:off x="4794287" y="5815462"/>
                <a:ext cx="195480" cy="4104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88310E6E-CC36-BCFC-DC02-5C11288A7330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776647" y="5797822"/>
                  <a:ext cx="23112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A0DDA133-45C6-E59F-D5D7-967D5F81108F}"/>
                    </a:ext>
                  </a:extLst>
                </p14:cNvPr>
                <p14:cNvContentPartPr/>
                <p14:nvPr/>
              </p14:nvContentPartPr>
              <p14:xfrm>
                <a:off x="5178047" y="5567782"/>
                <a:ext cx="208080" cy="32508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A0DDA133-45C6-E59F-D5D7-967D5F81108F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5160407" y="5549782"/>
                  <a:ext cx="243720" cy="360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4E0E42BE-B392-C79C-8C51-18E00EB9DB24}"/>
              </a:ext>
            </a:extLst>
          </p:cNvPr>
          <p:cNvGrpSpPr/>
          <p:nvPr/>
        </p:nvGrpSpPr>
        <p:grpSpPr>
          <a:xfrm>
            <a:off x="156407" y="6248902"/>
            <a:ext cx="1872720" cy="470160"/>
            <a:chOff x="156407" y="6248902"/>
            <a:chExt cx="1872720" cy="470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056FC433-FB28-ECCA-5C39-657E4E8F2D66}"/>
                    </a:ext>
                  </a:extLst>
                </p14:cNvPr>
                <p14:cNvContentPartPr/>
                <p14:nvPr/>
              </p14:nvContentPartPr>
              <p14:xfrm>
                <a:off x="156407" y="6248902"/>
                <a:ext cx="321480" cy="34416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056FC433-FB28-ECCA-5C39-657E4E8F2D66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38767" y="6231262"/>
                  <a:ext cx="35712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8B50CAB8-0913-5865-2596-D3F0B171F632}"/>
                    </a:ext>
                  </a:extLst>
                </p14:cNvPr>
                <p14:cNvContentPartPr/>
                <p14:nvPr/>
              </p14:nvContentPartPr>
              <p14:xfrm>
                <a:off x="507767" y="6449422"/>
                <a:ext cx="217440" cy="13572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8B50CAB8-0913-5865-2596-D3F0B171F632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490127" y="6431782"/>
                  <a:ext cx="25308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5777B298-8907-1AD1-61CB-3C1DB2FEF8EB}"/>
                    </a:ext>
                  </a:extLst>
                </p14:cNvPr>
                <p14:cNvContentPartPr/>
                <p14:nvPr/>
              </p14:nvContentPartPr>
              <p14:xfrm>
                <a:off x="715847" y="6323782"/>
                <a:ext cx="53280" cy="23868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5777B298-8907-1AD1-61CB-3C1DB2FEF8EB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698207" y="6305782"/>
                  <a:ext cx="8892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5EFF0464-BF41-3350-513D-EF14C28CA7BE}"/>
                    </a:ext>
                  </a:extLst>
                </p14:cNvPr>
                <p14:cNvContentPartPr/>
                <p14:nvPr/>
              </p14:nvContentPartPr>
              <p14:xfrm>
                <a:off x="857687" y="6454462"/>
                <a:ext cx="60480" cy="10872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5EFF0464-BF41-3350-513D-EF14C28CA7BE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839687" y="6436822"/>
                  <a:ext cx="9612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EE483DF0-476B-D348-8789-1C8CB231AF48}"/>
                    </a:ext>
                  </a:extLst>
                </p14:cNvPr>
                <p14:cNvContentPartPr/>
                <p14:nvPr/>
              </p14:nvContentPartPr>
              <p14:xfrm>
                <a:off x="927887" y="6388942"/>
                <a:ext cx="15480" cy="4176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EE483DF0-476B-D348-8789-1C8CB231AF48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910247" y="6370942"/>
                  <a:ext cx="5112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D58E7D60-E50A-1DB9-1F63-4D41B1979996}"/>
                    </a:ext>
                  </a:extLst>
                </p14:cNvPr>
                <p14:cNvContentPartPr/>
                <p14:nvPr/>
              </p14:nvContentPartPr>
              <p14:xfrm>
                <a:off x="686327" y="6386422"/>
                <a:ext cx="98280" cy="2304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D58E7D60-E50A-1DB9-1F63-4D41B1979996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668687" y="6368422"/>
                  <a:ext cx="13392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A2BBB8A3-70C9-03AF-70B5-920BC9FA3A37}"/>
                    </a:ext>
                  </a:extLst>
                </p14:cNvPr>
                <p14:cNvContentPartPr/>
                <p14:nvPr/>
              </p14:nvContentPartPr>
              <p14:xfrm>
                <a:off x="976127" y="6336742"/>
                <a:ext cx="268560" cy="38232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A2BBB8A3-70C9-03AF-70B5-920BC9FA3A37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958487" y="6319102"/>
                  <a:ext cx="304200" cy="41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CBE3FE48-C0EF-8F56-D60A-0491C4228DB8}"/>
                    </a:ext>
                  </a:extLst>
                </p14:cNvPr>
                <p14:cNvContentPartPr/>
                <p14:nvPr/>
              </p14:nvContentPartPr>
              <p14:xfrm>
                <a:off x="1190687" y="6273742"/>
                <a:ext cx="36720" cy="3636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CBE3FE48-C0EF-8F56-D60A-0491C4228DB8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172687" y="6256102"/>
                  <a:ext cx="7236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789F9201-E4D2-3FC9-9E63-EC04A777D7AD}"/>
                    </a:ext>
                  </a:extLst>
                </p14:cNvPr>
                <p14:cNvContentPartPr/>
                <p14:nvPr/>
              </p14:nvContentPartPr>
              <p14:xfrm>
                <a:off x="1342607" y="6489022"/>
                <a:ext cx="102240" cy="13824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789F9201-E4D2-3FC9-9E63-EC04A777D7AD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324607" y="6471022"/>
                  <a:ext cx="13788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C6D90C2B-5259-FCBA-F8A6-6639CCE53CB9}"/>
                    </a:ext>
                  </a:extLst>
                </p14:cNvPr>
                <p14:cNvContentPartPr/>
                <p14:nvPr/>
              </p14:nvContentPartPr>
              <p14:xfrm>
                <a:off x="1545647" y="6510262"/>
                <a:ext cx="57960" cy="7596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C6D90C2B-5259-FCBA-F8A6-6639CCE53CB9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528007" y="6492262"/>
                  <a:ext cx="9360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95F04157-CF0D-7B19-1185-CF78558FAB02}"/>
                    </a:ext>
                  </a:extLst>
                </p14:cNvPr>
                <p14:cNvContentPartPr/>
                <p14:nvPr/>
              </p14:nvContentPartPr>
              <p14:xfrm>
                <a:off x="1560407" y="6342502"/>
                <a:ext cx="53640" cy="4428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95F04157-CF0D-7B19-1185-CF78558FAB02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542407" y="6324862"/>
                  <a:ext cx="8928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C1E8CE66-BC67-5CC9-D52D-D7EBEB54A9F1}"/>
                    </a:ext>
                  </a:extLst>
                </p14:cNvPr>
                <p14:cNvContentPartPr/>
                <p14:nvPr/>
              </p14:nvContentPartPr>
              <p14:xfrm>
                <a:off x="1681007" y="6350062"/>
                <a:ext cx="348120" cy="26892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C1E8CE66-BC67-5CC9-D52D-D7EBEB54A9F1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663007" y="6332062"/>
                  <a:ext cx="383760" cy="30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4D35A77B-C3BA-4CD0-0652-27960849624A}"/>
              </a:ext>
            </a:extLst>
          </p:cNvPr>
          <p:cNvGrpSpPr/>
          <p:nvPr/>
        </p:nvGrpSpPr>
        <p:grpSpPr>
          <a:xfrm>
            <a:off x="2273207" y="6285622"/>
            <a:ext cx="1974960" cy="334800"/>
            <a:chOff x="2273207" y="6285622"/>
            <a:chExt cx="1974960" cy="33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FF84C6D2-AE83-7416-5655-008BFD127A4E}"/>
                    </a:ext>
                  </a:extLst>
                </p14:cNvPr>
                <p14:cNvContentPartPr/>
                <p14:nvPr/>
              </p14:nvContentPartPr>
              <p14:xfrm>
                <a:off x="2391647" y="6519262"/>
                <a:ext cx="19080" cy="144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FF84C6D2-AE83-7416-5655-008BFD127A4E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2374007" y="6501622"/>
                  <a:ext cx="547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ABE60925-3F1E-2E1D-B660-87BF94CFAC3A}"/>
                    </a:ext>
                  </a:extLst>
                </p14:cNvPr>
                <p14:cNvContentPartPr/>
                <p14:nvPr/>
              </p14:nvContentPartPr>
              <p14:xfrm>
                <a:off x="2273207" y="6416302"/>
                <a:ext cx="849600" cy="20412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ABE60925-3F1E-2E1D-B660-87BF94CFAC3A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2255207" y="6398662"/>
                  <a:ext cx="88524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AA26637D-115B-0F67-B736-A9F8B51B5A8A}"/>
                    </a:ext>
                  </a:extLst>
                </p14:cNvPr>
                <p14:cNvContentPartPr/>
                <p14:nvPr/>
              </p14:nvContentPartPr>
              <p14:xfrm>
                <a:off x="3032087" y="6285622"/>
                <a:ext cx="68400" cy="972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AA26637D-115B-0F67-B736-A9F8B51B5A8A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3014087" y="6267622"/>
                  <a:ext cx="10404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AC89D419-E76D-5644-FDAE-1AEC0D6302A9}"/>
                    </a:ext>
                  </a:extLst>
                </p14:cNvPr>
                <p14:cNvContentPartPr/>
                <p14:nvPr/>
              </p14:nvContentPartPr>
              <p14:xfrm>
                <a:off x="3257447" y="6309382"/>
                <a:ext cx="990720" cy="30888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AC89D419-E76D-5644-FDAE-1AEC0D6302A9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3239807" y="6291382"/>
                  <a:ext cx="1026360" cy="344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0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645428DC-FC69-322B-F416-EC38B1DA1523}"/>
                  </a:ext>
                </a:extLst>
              </p14:cNvPr>
              <p14:cNvContentPartPr/>
              <p14:nvPr/>
            </p14:nvContentPartPr>
            <p14:xfrm>
              <a:off x="4967807" y="6394342"/>
              <a:ext cx="21240" cy="9720"/>
            </p14:xfrm>
          </p:contentPart>
        </mc:Choice>
        <mc:Fallback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645428DC-FC69-322B-F416-EC38B1DA1523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4950167" y="6376702"/>
                <a:ext cx="56880" cy="45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01" name="Group 200">
            <a:extLst>
              <a:ext uri="{FF2B5EF4-FFF2-40B4-BE49-F238E27FC236}">
                <a16:creationId xmlns:a16="http://schemas.microsoft.com/office/drawing/2014/main" id="{9303BA73-F464-89DC-2A1A-6E3277AECD37}"/>
              </a:ext>
            </a:extLst>
          </p:cNvPr>
          <p:cNvGrpSpPr/>
          <p:nvPr/>
        </p:nvGrpSpPr>
        <p:grpSpPr>
          <a:xfrm>
            <a:off x="6467567" y="5985382"/>
            <a:ext cx="670320" cy="265320"/>
            <a:chOff x="6467567" y="5985382"/>
            <a:chExt cx="670320" cy="26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256CACB5-F959-FEFF-FC8C-4E7E91A0E773}"/>
                    </a:ext>
                  </a:extLst>
                </p14:cNvPr>
                <p14:cNvContentPartPr/>
                <p14:nvPr/>
              </p14:nvContentPartPr>
              <p14:xfrm>
                <a:off x="6467567" y="5985382"/>
                <a:ext cx="310680" cy="23148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256CACB5-F959-FEFF-FC8C-4E7E91A0E773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6449927" y="5967382"/>
                  <a:ext cx="34632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BAEAD650-CDE3-04C4-84C7-591F661613C4}"/>
                    </a:ext>
                  </a:extLst>
                </p14:cNvPr>
                <p14:cNvContentPartPr/>
                <p14:nvPr/>
              </p14:nvContentPartPr>
              <p14:xfrm>
                <a:off x="6830087" y="6038302"/>
                <a:ext cx="196560" cy="12708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BAEAD650-CDE3-04C4-84C7-591F661613C4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6812447" y="6020302"/>
                  <a:ext cx="23220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1D3C0BCD-FBFB-CE3A-7EB7-B85AFF5F714D}"/>
                    </a:ext>
                  </a:extLst>
                </p14:cNvPr>
                <p14:cNvContentPartPr/>
                <p14:nvPr/>
              </p14:nvContentPartPr>
              <p14:xfrm>
                <a:off x="7129247" y="6094462"/>
                <a:ext cx="8640" cy="15624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1D3C0BCD-FBFB-CE3A-7EB7-B85AFF5F714D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7111247" y="6076822"/>
                  <a:ext cx="44280" cy="19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036ECEB6-816A-A509-3C30-55C4939DE7FD}"/>
              </a:ext>
            </a:extLst>
          </p:cNvPr>
          <p:cNvGrpSpPr/>
          <p:nvPr/>
        </p:nvGrpSpPr>
        <p:grpSpPr>
          <a:xfrm>
            <a:off x="7434887" y="6004822"/>
            <a:ext cx="1335240" cy="252720"/>
            <a:chOff x="7434887" y="6004822"/>
            <a:chExt cx="1335240" cy="25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C0B82F2F-309B-D0DB-D4E8-51354C733BCA}"/>
                    </a:ext>
                  </a:extLst>
                </p14:cNvPr>
                <p14:cNvContentPartPr/>
                <p14:nvPr/>
              </p14:nvContentPartPr>
              <p14:xfrm>
                <a:off x="7434887" y="6091942"/>
                <a:ext cx="230400" cy="4536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C0B82F2F-309B-D0DB-D4E8-51354C733BCA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7417247" y="6074302"/>
                  <a:ext cx="26604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4E54E81C-F82A-ACB9-5289-26C32A21F401}"/>
                    </a:ext>
                  </a:extLst>
                </p14:cNvPr>
                <p14:cNvContentPartPr/>
                <p14:nvPr/>
              </p14:nvContentPartPr>
              <p14:xfrm>
                <a:off x="7587887" y="6010222"/>
                <a:ext cx="30600" cy="16164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4E54E81C-F82A-ACB9-5289-26C32A21F401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7570247" y="5992582"/>
                  <a:ext cx="6624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C1B9C260-DAA7-5D22-31E1-8D01B5E04764}"/>
                    </a:ext>
                  </a:extLst>
                </p14:cNvPr>
                <p14:cNvContentPartPr/>
                <p14:nvPr/>
              </p14:nvContentPartPr>
              <p14:xfrm>
                <a:off x="7798127" y="6004822"/>
                <a:ext cx="254520" cy="12276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C1B9C260-DAA7-5D22-31E1-8D01B5E04764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7780127" y="5986822"/>
                  <a:ext cx="29016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3D5EB953-3DB0-B096-3406-736DFA18DA2B}"/>
                    </a:ext>
                  </a:extLst>
                </p14:cNvPr>
                <p14:cNvContentPartPr/>
                <p14:nvPr/>
              </p14:nvContentPartPr>
              <p14:xfrm>
                <a:off x="8116727" y="6084022"/>
                <a:ext cx="316080" cy="17352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3D5EB953-3DB0-B096-3406-736DFA18DA2B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8099087" y="6066382"/>
                  <a:ext cx="35172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EC1B76FE-4B73-5211-5847-B0FD730E3AA2}"/>
                    </a:ext>
                  </a:extLst>
                </p14:cNvPr>
                <p14:cNvContentPartPr/>
                <p14:nvPr/>
              </p14:nvContentPartPr>
              <p14:xfrm>
                <a:off x="8567087" y="6016702"/>
                <a:ext cx="203040" cy="1836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EC1B76FE-4B73-5211-5847-B0FD730E3AA2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8549447" y="5998702"/>
                  <a:ext cx="238680" cy="5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AE1F8989-3AB6-F713-6AF8-DCB9E0DC54DC}"/>
              </a:ext>
            </a:extLst>
          </p:cNvPr>
          <p:cNvGrpSpPr/>
          <p:nvPr/>
        </p:nvGrpSpPr>
        <p:grpSpPr>
          <a:xfrm>
            <a:off x="9103487" y="5705662"/>
            <a:ext cx="2435760" cy="495720"/>
            <a:chOff x="9103487" y="5705662"/>
            <a:chExt cx="2435760" cy="49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F8745F94-5F35-CB9F-E195-88AD499F1D5C}"/>
                    </a:ext>
                  </a:extLst>
                </p14:cNvPr>
                <p14:cNvContentPartPr/>
                <p14:nvPr/>
              </p14:nvContentPartPr>
              <p14:xfrm>
                <a:off x="9103487" y="5915902"/>
                <a:ext cx="252360" cy="14184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F8745F94-5F35-CB9F-E195-88AD499F1D5C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9085847" y="5897902"/>
                  <a:ext cx="28800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2D83E803-FC28-DB52-9AEE-9824087D2E36}"/>
                    </a:ext>
                  </a:extLst>
                </p14:cNvPr>
                <p14:cNvContentPartPr/>
                <p14:nvPr/>
              </p14:nvContentPartPr>
              <p14:xfrm>
                <a:off x="9324167" y="5999062"/>
                <a:ext cx="197280" cy="20232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2D83E803-FC28-DB52-9AEE-9824087D2E36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9306527" y="5981422"/>
                  <a:ext cx="23292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8533FE5E-757E-12CE-82A6-761F8DD5D49B}"/>
                    </a:ext>
                  </a:extLst>
                </p14:cNvPr>
                <p14:cNvContentPartPr/>
                <p14:nvPr/>
              </p14:nvContentPartPr>
              <p14:xfrm>
                <a:off x="9645287" y="5986102"/>
                <a:ext cx="237600" cy="1332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8533FE5E-757E-12CE-82A6-761F8DD5D49B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9627647" y="5968462"/>
                  <a:ext cx="27324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D1D5D0E8-76D9-0718-6A38-7B6E6DFF6FDE}"/>
                    </a:ext>
                  </a:extLst>
                </p14:cNvPr>
                <p14:cNvContentPartPr/>
                <p14:nvPr/>
              </p14:nvContentPartPr>
              <p14:xfrm>
                <a:off x="9818807" y="5887822"/>
                <a:ext cx="49320" cy="22392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D1D5D0E8-76D9-0718-6A38-7B6E6DFF6FDE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9800807" y="5870182"/>
                  <a:ext cx="8496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D9BB070B-5FF4-5430-2E76-6A96BFC0676B}"/>
                    </a:ext>
                  </a:extLst>
                </p14:cNvPr>
                <p14:cNvContentPartPr/>
                <p14:nvPr/>
              </p14:nvContentPartPr>
              <p14:xfrm>
                <a:off x="10034087" y="5897542"/>
                <a:ext cx="276840" cy="17892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D9BB070B-5FF4-5430-2E76-6A96BFC0676B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0016447" y="5879902"/>
                  <a:ext cx="31248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B51147E4-B502-1D2C-3A23-BF203838D2F1}"/>
                    </a:ext>
                  </a:extLst>
                </p14:cNvPr>
                <p14:cNvContentPartPr/>
                <p14:nvPr/>
              </p14:nvContentPartPr>
              <p14:xfrm>
                <a:off x="10257287" y="5997262"/>
                <a:ext cx="148320" cy="17352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B51147E4-B502-1D2C-3A23-BF203838D2F1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0239647" y="5979622"/>
                  <a:ext cx="18396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C777FE36-2DF5-6AEE-A1C0-D38AE6F208FC}"/>
                    </a:ext>
                  </a:extLst>
                </p14:cNvPr>
                <p14:cNvContentPartPr/>
                <p14:nvPr/>
              </p14:nvContentPartPr>
              <p14:xfrm>
                <a:off x="10478687" y="5913382"/>
                <a:ext cx="213120" cy="6840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C777FE36-2DF5-6AEE-A1C0-D38AE6F208FC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0460687" y="5895382"/>
                  <a:ext cx="24876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AF2B7A10-247F-7E6F-276B-A600810EEDB8}"/>
                    </a:ext>
                  </a:extLst>
                </p14:cNvPr>
                <p14:cNvContentPartPr/>
                <p14:nvPr/>
              </p14:nvContentPartPr>
              <p14:xfrm>
                <a:off x="10844447" y="5942182"/>
                <a:ext cx="175680" cy="3276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AF2B7A10-247F-7E6F-276B-A600810EEDB8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0826447" y="5924542"/>
                  <a:ext cx="21132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503C9728-B491-D8BB-0731-4210EAC228C6}"/>
                    </a:ext>
                  </a:extLst>
                </p14:cNvPr>
                <p14:cNvContentPartPr/>
                <p14:nvPr/>
              </p14:nvContentPartPr>
              <p14:xfrm>
                <a:off x="10885127" y="5990062"/>
                <a:ext cx="196200" cy="4968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503C9728-B491-D8BB-0731-4210EAC228C6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0867487" y="5972062"/>
                  <a:ext cx="23184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172D8B4B-2E4F-26F9-CB8B-CF2B95CD1144}"/>
                    </a:ext>
                  </a:extLst>
                </p14:cNvPr>
                <p14:cNvContentPartPr/>
                <p14:nvPr/>
              </p14:nvContentPartPr>
              <p14:xfrm>
                <a:off x="11323607" y="5705662"/>
                <a:ext cx="215640" cy="40788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172D8B4B-2E4F-26F9-CB8B-CF2B95CD1144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1305967" y="5687662"/>
                  <a:ext cx="251280" cy="443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8">
            <p14:nvContentPartPr>
              <p14:cNvPr id="202" name="Ink 201">
                <a:extLst>
                  <a:ext uri="{FF2B5EF4-FFF2-40B4-BE49-F238E27FC236}">
                    <a16:creationId xmlns:a16="http://schemas.microsoft.com/office/drawing/2014/main" id="{ED6D81B8-1DEA-9DD3-6E2C-04869E31A3F0}"/>
                  </a:ext>
                </a:extLst>
              </p14:cNvPr>
              <p14:cNvContentPartPr/>
              <p14:nvPr/>
            </p14:nvContentPartPr>
            <p14:xfrm>
              <a:off x="3959807" y="6108142"/>
              <a:ext cx="2880" cy="11520"/>
            </p14:xfrm>
          </p:contentPart>
        </mc:Choice>
        <mc:Fallback>
          <p:pic>
            <p:nvPicPr>
              <p:cNvPr id="202" name="Ink 201">
                <a:extLst>
                  <a:ext uri="{FF2B5EF4-FFF2-40B4-BE49-F238E27FC236}">
                    <a16:creationId xmlns:a16="http://schemas.microsoft.com/office/drawing/2014/main" id="{ED6D81B8-1DEA-9DD3-6E2C-04869E31A3F0}"/>
                  </a:ext>
                </a:extLst>
              </p:cNvPr>
              <p:cNvPicPr/>
              <p:nvPr/>
            </p:nvPicPr>
            <p:blipFill>
              <a:blip r:embed="rId329"/>
              <a:stretch>
                <a:fillRect/>
              </a:stretch>
            </p:blipFill>
            <p:spPr>
              <a:xfrm>
                <a:off x="3941807" y="6090142"/>
                <a:ext cx="38520" cy="4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22" name="Group 221">
            <a:extLst>
              <a:ext uri="{FF2B5EF4-FFF2-40B4-BE49-F238E27FC236}">
                <a16:creationId xmlns:a16="http://schemas.microsoft.com/office/drawing/2014/main" id="{72CEC504-0257-5DCD-9351-A199C4EFA6BC}"/>
              </a:ext>
            </a:extLst>
          </p:cNvPr>
          <p:cNvGrpSpPr/>
          <p:nvPr/>
        </p:nvGrpSpPr>
        <p:grpSpPr>
          <a:xfrm>
            <a:off x="6728207" y="6531502"/>
            <a:ext cx="345240" cy="230760"/>
            <a:chOff x="6728207" y="6531502"/>
            <a:chExt cx="345240" cy="230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50185AE9-ED34-1434-594C-8E7AE403B5A9}"/>
                    </a:ext>
                  </a:extLst>
                </p14:cNvPr>
                <p14:cNvContentPartPr/>
                <p14:nvPr/>
              </p14:nvContentPartPr>
              <p14:xfrm>
                <a:off x="6728207" y="6531502"/>
                <a:ext cx="233640" cy="15516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50185AE9-ED34-1434-594C-8E7AE403B5A9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6710207" y="6513502"/>
                  <a:ext cx="26928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E1C8213A-89F1-5C51-F5E2-B246446E432C}"/>
                    </a:ext>
                  </a:extLst>
                </p14:cNvPr>
                <p14:cNvContentPartPr/>
                <p14:nvPr/>
              </p14:nvContentPartPr>
              <p14:xfrm>
                <a:off x="7036727" y="6621502"/>
                <a:ext cx="36720" cy="14076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E1C8213A-89F1-5C51-F5E2-B246446E432C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7019087" y="6603502"/>
                  <a:ext cx="72360" cy="176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601278FF-4EA4-9380-9D4D-DB9985D3B802}"/>
              </a:ext>
            </a:extLst>
          </p:cNvPr>
          <p:cNvGrpSpPr/>
          <p:nvPr/>
        </p:nvGrpSpPr>
        <p:grpSpPr>
          <a:xfrm>
            <a:off x="7446047" y="6373462"/>
            <a:ext cx="2133000" cy="358560"/>
            <a:chOff x="7446047" y="6373462"/>
            <a:chExt cx="2133000" cy="35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32DB932F-7B2B-E408-2B3F-5804E91E2114}"/>
                    </a:ext>
                  </a:extLst>
                </p14:cNvPr>
                <p14:cNvContentPartPr/>
                <p14:nvPr/>
              </p14:nvContentPartPr>
              <p14:xfrm>
                <a:off x="7446047" y="6534742"/>
                <a:ext cx="168120" cy="4104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32DB932F-7B2B-E408-2B3F-5804E91E2114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7428407" y="6517102"/>
                  <a:ext cx="20376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F160B6AF-89C0-CB00-625A-00B438BED513}"/>
                    </a:ext>
                  </a:extLst>
                </p14:cNvPr>
                <p14:cNvContentPartPr/>
                <p14:nvPr/>
              </p14:nvContentPartPr>
              <p14:xfrm>
                <a:off x="7547567" y="6458782"/>
                <a:ext cx="31680" cy="19260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F160B6AF-89C0-CB00-625A-00B438BED513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7529927" y="6441142"/>
                  <a:ext cx="6732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2649989B-1ADE-1E7C-ADFB-B02F7770A803}"/>
                    </a:ext>
                  </a:extLst>
                </p14:cNvPr>
                <p14:cNvContentPartPr/>
                <p14:nvPr/>
              </p14:nvContentPartPr>
              <p14:xfrm>
                <a:off x="7695167" y="6465982"/>
                <a:ext cx="213480" cy="22932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2649989B-1ADE-1E7C-ADFB-B02F7770A803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7677527" y="6448342"/>
                  <a:ext cx="24912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DB7303EA-4025-4C73-C3A8-97EA8A779874}"/>
                    </a:ext>
                  </a:extLst>
                </p14:cNvPr>
                <p14:cNvContentPartPr/>
                <p14:nvPr/>
              </p14:nvContentPartPr>
              <p14:xfrm>
                <a:off x="8001527" y="6496942"/>
                <a:ext cx="387720" cy="17784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DB7303EA-4025-4C73-C3A8-97EA8A779874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7983527" y="6479302"/>
                  <a:ext cx="42336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370D138F-165A-7371-EA0E-DC9DE1F57264}"/>
                    </a:ext>
                  </a:extLst>
                </p14:cNvPr>
                <p14:cNvContentPartPr/>
                <p14:nvPr/>
              </p14:nvContentPartPr>
              <p14:xfrm>
                <a:off x="8382407" y="6578302"/>
                <a:ext cx="273600" cy="15372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370D138F-165A-7371-EA0E-DC9DE1F57264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8364767" y="6560302"/>
                  <a:ext cx="30924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915B88F8-EC64-CD6D-8F11-77D74B71F757}"/>
                    </a:ext>
                  </a:extLst>
                </p14:cNvPr>
                <p14:cNvContentPartPr/>
                <p14:nvPr/>
              </p14:nvContentPartPr>
              <p14:xfrm>
                <a:off x="8837807" y="6476062"/>
                <a:ext cx="200880" cy="5400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915B88F8-EC64-CD6D-8F11-77D74B71F757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8820167" y="6458422"/>
                  <a:ext cx="23652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312943C5-06E4-8095-1F87-A62A52FCD62D}"/>
                    </a:ext>
                  </a:extLst>
                </p14:cNvPr>
                <p14:cNvContentPartPr/>
                <p14:nvPr/>
              </p14:nvContentPartPr>
              <p14:xfrm>
                <a:off x="9130487" y="6373462"/>
                <a:ext cx="246600" cy="16596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312943C5-06E4-8095-1F87-A62A52FCD62D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9112487" y="6355822"/>
                  <a:ext cx="28224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7C2D8A43-8FC8-D057-7644-25F3B7A0A030}"/>
                    </a:ext>
                  </a:extLst>
                </p14:cNvPr>
                <p14:cNvContentPartPr/>
                <p14:nvPr/>
              </p14:nvContentPartPr>
              <p14:xfrm>
                <a:off x="9458807" y="6456622"/>
                <a:ext cx="120240" cy="18792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7C2D8A43-8FC8-D057-7644-25F3B7A0A030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9441167" y="6438982"/>
                  <a:ext cx="155880" cy="22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0" name="Group 219">
            <a:extLst>
              <a:ext uri="{FF2B5EF4-FFF2-40B4-BE49-F238E27FC236}">
                <a16:creationId xmlns:a16="http://schemas.microsoft.com/office/drawing/2014/main" id="{821A776B-13B0-27AB-8B8B-3DCC1745616D}"/>
              </a:ext>
            </a:extLst>
          </p:cNvPr>
          <p:cNvGrpSpPr/>
          <p:nvPr/>
        </p:nvGrpSpPr>
        <p:grpSpPr>
          <a:xfrm>
            <a:off x="9952367" y="6358342"/>
            <a:ext cx="1252800" cy="272880"/>
            <a:chOff x="9952367" y="6358342"/>
            <a:chExt cx="1252800" cy="272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63B247C7-BEBF-AA0A-542E-E03A83C37B89}"/>
                    </a:ext>
                  </a:extLst>
                </p14:cNvPr>
                <p14:cNvContentPartPr/>
                <p14:nvPr/>
              </p14:nvContentPartPr>
              <p14:xfrm>
                <a:off x="9952367" y="6420982"/>
                <a:ext cx="195120" cy="4860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63B247C7-BEBF-AA0A-542E-E03A83C37B89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9934367" y="6403342"/>
                  <a:ext cx="23076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C4EC2ABC-4F6D-8E80-3C83-8C9C69B6BCE6}"/>
                    </a:ext>
                  </a:extLst>
                </p14:cNvPr>
                <p14:cNvContentPartPr/>
                <p14:nvPr/>
              </p14:nvContentPartPr>
              <p14:xfrm>
                <a:off x="10045247" y="6358342"/>
                <a:ext cx="45000" cy="22788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C4EC2ABC-4F6D-8E80-3C83-8C9C69B6BCE6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0027247" y="6340702"/>
                  <a:ext cx="8064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A36AB3FB-5CC5-1F22-9658-7E8222D809FC}"/>
                    </a:ext>
                  </a:extLst>
                </p14:cNvPr>
                <p14:cNvContentPartPr/>
                <p14:nvPr/>
              </p14:nvContentPartPr>
              <p14:xfrm>
                <a:off x="10278167" y="6376702"/>
                <a:ext cx="282960" cy="16704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A36AB3FB-5CC5-1F22-9658-7E8222D809FC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0260527" y="6358702"/>
                  <a:ext cx="31860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46AFBC37-4B5E-C02F-3843-B1EACC71245A}"/>
                    </a:ext>
                  </a:extLst>
                </p14:cNvPr>
                <p14:cNvContentPartPr/>
                <p14:nvPr/>
              </p14:nvContentPartPr>
              <p14:xfrm>
                <a:off x="10668407" y="6459502"/>
                <a:ext cx="186480" cy="17172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46AFBC37-4B5E-C02F-3843-B1EACC71245A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0650767" y="6441502"/>
                  <a:ext cx="22212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93EDB8BE-48B0-430C-DB0D-0138BEB92B6F}"/>
                    </a:ext>
                  </a:extLst>
                </p14:cNvPr>
                <p14:cNvContentPartPr/>
                <p14:nvPr/>
              </p14:nvContentPartPr>
              <p14:xfrm>
                <a:off x="11077367" y="6370582"/>
                <a:ext cx="108360" cy="2232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93EDB8BE-48B0-430C-DB0D-0138BEB92B6F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1059727" y="6352942"/>
                  <a:ext cx="14400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2E3A2705-FADF-6377-9D89-EC8AC7532496}"/>
                    </a:ext>
                  </a:extLst>
                </p14:cNvPr>
                <p14:cNvContentPartPr/>
                <p14:nvPr/>
              </p14:nvContentPartPr>
              <p14:xfrm>
                <a:off x="11055767" y="6436462"/>
                <a:ext cx="149400" cy="4104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2E3A2705-FADF-6377-9D89-EC8AC7532496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1037767" y="6418822"/>
                  <a:ext cx="185040" cy="76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62">
            <p14:nvContentPartPr>
              <p14:cNvPr id="219" name="Ink 218">
                <a:extLst>
                  <a:ext uri="{FF2B5EF4-FFF2-40B4-BE49-F238E27FC236}">
                    <a16:creationId xmlns:a16="http://schemas.microsoft.com/office/drawing/2014/main" id="{7E36098F-02F5-F951-9D9C-A77337AFDB70}"/>
                  </a:ext>
                </a:extLst>
              </p14:cNvPr>
              <p14:cNvContentPartPr/>
              <p14:nvPr/>
            </p14:nvContentPartPr>
            <p14:xfrm>
              <a:off x="11473367" y="6170422"/>
              <a:ext cx="268920" cy="347760"/>
            </p14:xfrm>
          </p:contentPart>
        </mc:Choice>
        <mc:Fallback>
          <p:pic>
            <p:nvPicPr>
              <p:cNvPr id="219" name="Ink 218">
                <a:extLst>
                  <a:ext uri="{FF2B5EF4-FFF2-40B4-BE49-F238E27FC236}">
                    <a16:creationId xmlns:a16="http://schemas.microsoft.com/office/drawing/2014/main" id="{7E36098F-02F5-F951-9D9C-A77337AFDB70}"/>
                  </a:ext>
                </a:extLst>
              </p:cNvPr>
              <p:cNvPicPr/>
              <p:nvPr/>
            </p:nvPicPr>
            <p:blipFill>
              <a:blip r:embed="rId363"/>
              <a:stretch>
                <a:fillRect/>
              </a:stretch>
            </p:blipFill>
            <p:spPr>
              <a:xfrm>
                <a:off x="11455367" y="6152422"/>
                <a:ext cx="304560" cy="383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491824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02EC5CF8-37D6-16B2-39E3-11C4E607FEED}"/>
              </a:ext>
            </a:extLst>
          </p:cNvPr>
          <p:cNvGrpSpPr/>
          <p:nvPr/>
        </p:nvGrpSpPr>
        <p:grpSpPr>
          <a:xfrm>
            <a:off x="805847" y="222502"/>
            <a:ext cx="530640" cy="1344960"/>
            <a:chOff x="805847" y="222502"/>
            <a:chExt cx="530640" cy="1344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AA737B1F-D533-CA53-C871-89E6527ACDEB}"/>
                    </a:ext>
                  </a:extLst>
                </p14:cNvPr>
                <p14:cNvContentPartPr/>
                <p14:nvPr/>
              </p14:nvContentPartPr>
              <p14:xfrm>
                <a:off x="805847" y="222502"/>
                <a:ext cx="423720" cy="13449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AA737B1F-D533-CA53-C871-89E6527ACDE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87847" y="204502"/>
                  <a:ext cx="459360" cy="138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F3CF244-5A61-A5C1-8957-E610C284C276}"/>
                    </a:ext>
                  </a:extLst>
                </p14:cNvPr>
                <p14:cNvContentPartPr/>
                <p14:nvPr/>
              </p14:nvContentPartPr>
              <p14:xfrm>
                <a:off x="1101047" y="411862"/>
                <a:ext cx="224280" cy="1706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F3CF244-5A61-A5C1-8957-E610C284C27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83407" y="394222"/>
                  <a:ext cx="25992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76753E6-D385-C687-9B57-DA0E62A6C23A}"/>
                    </a:ext>
                  </a:extLst>
                </p14:cNvPr>
                <p14:cNvContentPartPr/>
                <p14:nvPr/>
              </p14:nvContentPartPr>
              <p14:xfrm>
                <a:off x="1294367" y="954022"/>
                <a:ext cx="42120" cy="2430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76753E6-D385-C687-9B57-DA0E62A6C23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76367" y="936382"/>
                  <a:ext cx="77760" cy="278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4C469B3-8B98-C533-D375-B8F9E0DA3B1D}"/>
                  </a:ext>
                </a:extLst>
              </p14:cNvPr>
              <p14:cNvContentPartPr/>
              <p14:nvPr/>
            </p14:nvContentPartPr>
            <p14:xfrm>
              <a:off x="1655807" y="352462"/>
              <a:ext cx="32040" cy="1796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4C469B3-8B98-C533-D375-B8F9E0DA3B1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637807" y="334822"/>
                <a:ext cx="67680" cy="21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4CB03A2-87AC-F00F-C360-B62117151421}"/>
                  </a:ext>
                </a:extLst>
              </p14:cNvPr>
              <p14:cNvContentPartPr/>
              <p14:nvPr/>
            </p14:nvContentPartPr>
            <p14:xfrm>
              <a:off x="1668407" y="866542"/>
              <a:ext cx="122760" cy="2815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4CB03A2-87AC-F00F-C360-B6211715142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650767" y="848902"/>
                <a:ext cx="158400" cy="31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DE623C0A-F0BE-0605-AE6D-138E9E3BDF0E}"/>
              </a:ext>
            </a:extLst>
          </p:cNvPr>
          <p:cNvGrpSpPr/>
          <p:nvPr/>
        </p:nvGrpSpPr>
        <p:grpSpPr>
          <a:xfrm>
            <a:off x="2147927" y="308182"/>
            <a:ext cx="274320" cy="199080"/>
            <a:chOff x="2147927" y="308182"/>
            <a:chExt cx="274320" cy="19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25E7BD3-560E-97AF-DDE8-C9FB18F96D64}"/>
                    </a:ext>
                  </a:extLst>
                </p14:cNvPr>
                <p14:cNvContentPartPr/>
                <p14:nvPr/>
              </p14:nvContentPartPr>
              <p14:xfrm>
                <a:off x="2147927" y="414022"/>
                <a:ext cx="133560" cy="216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25E7BD3-560E-97AF-DDE8-C9FB18F96D6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129927" y="396022"/>
                  <a:ext cx="16920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CB846E9-97A4-3456-1271-11B702021915}"/>
                    </a:ext>
                  </a:extLst>
                </p14:cNvPr>
                <p14:cNvContentPartPr/>
                <p14:nvPr/>
              </p14:nvContentPartPr>
              <p14:xfrm>
                <a:off x="2392367" y="308182"/>
                <a:ext cx="29880" cy="1990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CB846E9-97A4-3456-1271-11B70202191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374727" y="290542"/>
                  <a:ext cx="65520" cy="234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14865B7-C0EE-EBFA-D157-DADA7B30517D}"/>
                  </a:ext>
                </a:extLst>
              </p14:cNvPr>
              <p14:cNvContentPartPr/>
              <p14:nvPr/>
            </p14:nvContentPartPr>
            <p14:xfrm>
              <a:off x="2353127" y="815782"/>
              <a:ext cx="183960" cy="2448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14865B7-C0EE-EBFA-D157-DADA7B30517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335127" y="797782"/>
                <a:ext cx="219600" cy="28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2670D91-FB16-FA42-F14F-506BC9CDED99}"/>
                  </a:ext>
                </a:extLst>
              </p14:cNvPr>
              <p14:cNvContentPartPr/>
              <p14:nvPr/>
            </p14:nvContentPartPr>
            <p14:xfrm>
              <a:off x="2901407" y="302062"/>
              <a:ext cx="226440" cy="26064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2670D91-FB16-FA42-F14F-506BC9CDED99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883407" y="284062"/>
                <a:ext cx="262080" cy="296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4EEC9E98-4DFD-4BC0-FAC2-85282455977F}"/>
              </a:ext>
            </a:extLst>
          </p:cNvPr>
          <p:cNvGrpSpPr/>
          <p:nvPr/>
        </p:nvGrpSpPr>
        <p:grpSpPr>
          <a:xfrm>
            <a:off x="2981327" y="846022"/>
            <a:ext cx="226800" cy="178920"/>
            <a:chOff x="2981327" y="846022"/>
            <a:chExt cx="226800" cy="17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8BB29B2-C98A-0A44-DFE0-EDE44E16B0C8}"/>
                    </a:ext>
                  </a:extLst>
                </p14:cNvPr>
                <p14:cNvContentPartPr/>
                <p14:nvPr/>
              </p14:nvContentPartPr>
              <p14:xfrm>
                <a:off x="2981327" y="942502"/>
                <a:ext cx="135720" cy="511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8BB29B2-C98A-0A44-DFE0-EDE44E16B0C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963327" y="924502"/>
                  <a:ext cx="17136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E1C3261-67C3-2F79-7319-7E43A5656391}"/>
                    </a:ext>
                  </a:extLst>
                </p14:cNvPr>
                <p14:cNvContentPartPr/>
                <p14:nvPr/>
              </p14:nvContentPartPr>
              <p14:xfrm>
                <a:off x="3179327" y="846022"/>
                <a:ext cx="28800" cy="1789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E1C3261-67C3-2F79-7319-7E43A565639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161327" y="828382"/>
                  <a:ext cx="64440" cy="21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77B69A3-311A-A104-8240-7E4FC36B82FF}"/>
              </a:ext>
            </a:extLst>
          </p:cNvPr>
          <p:cNvGrpSpPr/>
          <p:nvPr/>
        </p:nvGrpSpPr>
        <p:grpSpPr>
          <a:xfrm>
            <a:off x="5114327" y="184702"/>
            <a:ext cx="1082520" cy="2606040"/>
            <a:chOff x="5114327" y="184702"/>
            <a:chExt cx="1082520" cy="260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D569AAD-D764-3328-B4CE-5FDC437549B3}"/>
                    </a:ext>
                  </a:extLst>
                </p14:cNvPr>
                <p14:cNvContentPartPr/>
                <p14:nvPr/>
              </p14:nvContentPartPr>
              <p14:xfrm>
                <a:off x="5114327" y="184702"/>
                <a:ext cx="564120" cy="26060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D569AAD-D764-3328-B4CE-5FDC437549B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096327" y="167062"/>
                  <a:ext cx="599760" cy="264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B7C62B7-64E4-E06E-698E-21AC510EF395}"/>
                    </a:ext>
                  </a:extLst>
                </p14:cNvPr>
                <p14:cNvContentPartPr/>
                <p14:nvPr/>
              </p14:nvContentPartPr>
              <p14:xfrm>
                <a:off x="5258687" y="333022"/>
                <a:ext cx="177840" cy="1267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B7C62B7-64E4-E06E-698E-21AC510EF39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240687" y="315022"/>
                  <a:ext cx="21348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A39859D-D138-DE3B-444B-7039D4894F6B}"/>
                    </a:ext>
                  </a:extLst>
                </p14:cNvPr>
                <p14:cNvContentPartPr/>
                <p14:nvPr/>
              </p14:nvContentPartPr>
              <p14:xfrm>
                <a:off x="5511047" y="399982"/>
                <a:ext cx="11520" cy="1198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A39859D-D138-DE3B-444B-7039D4894F6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493047" y="382342"/>
                  <a:ext cx="4716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7A01D7C-BEB7-C6CC-3A7C-EB3B7A338AF1}"/>
                    </a:ext>
                  </a:extLst>
                </p14:cNvPr>
                <p14:cNvContentPartPr/>
                <p14:nvPr/>
              </p14:nvContentPartPr>
              <p14:xfrm>
                <a:off x="5256527" y="750622"/>
                <a:ext cx="200880" cy="1227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7A01D7C-BEB7-C6CC-3A7C-EB3B7A338AF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238887" y="732982"/>
                  <a:ext cx="23652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575D355-E7EE-38A6-F66F-4326FB10D94E}"/>
                    </a:ext>
                  </a:extLst>
                </p14:cNvPr>
                <p14:cNvContentPartPr/>
                <p14:nvPr/>
              </p14:nvContentPartPr>
              <p14:xfrm>
                <a:off x="5491607" y="846022"/>
                <a:ext cx="148680" cy="907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575D355-E7EE-38A6-F66F-4326FB10D94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473967" y="828022"/>
                  <a:ext cx="18432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C5143FD-21E4-C816-AD90-EF032E102DEB}"/>
                    </a:ext>
                  </a:extLst>
                </p14:cNvPr>
                <p14:cNvContentPartPr/>
                <p14:nvPr/>
              </p14:nvContentPartPr>
              <p14:xfrm>
                <a:off x="5296847" y="1169302"/>
                <a:ext cx="256320" cy="1195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C5143FD-21E4-C816-AD90-EF032E102DE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279207" y="1151662"/>
                  <a:ext cx="29196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3383D07-5939-CAD3-1DB3-D757B1ED53E3}"/>
                    </a:ext>
                  </a:extLst>
                </p14:cNvPr>
                <p14:cNvContentPartPr/>
                <p14:nvPr/>
              </p14:nvContentPartPr>
              <p14:xfrm>
                <a:off x="5579447" y="1243822"/>
                <a:ext cx="109440" cy="1458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3383D07-5939-CAD3-1DB3-D757B1ED53E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561807" y="1225822"/>
                  <a:ext cx="14508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5029FDB-8A73-77CF-488A-2D7DC88C7862}"/>
                    </a:ext>
                  </a:extLst>
                </p14:cNvPr>
                <p14:cNvContentPartPr/>
                <p14:nvPr/>
              </p14:nvContentPartPr>
              <p14:xfrm>
                <a:off x="5376047" y="1605982"/>
                <a:ext cx="226080" cy="1162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5029FDB-8A73-77CF-488A-2D7DC88C786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358407" y="1588342"/>
                  <a:ext cx="26172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B0FD471-6FAD-4364-2716-B8C17ED9C2F7}"/>
                    </a:ext>
                  </a:extLst>
                </p14:cNvPr>
                <p14:cNvContentPartPr/>
                <p14:nvPr/>
              </p14:nvContentPartPr>
              <p14:xfrm>
                <a:off x="5668007" y="1651342"/>
                <a:ext cx="78840" cy="1306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B0FD471-6FAD-4364-2716-B8C17ED9C2F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650007" y="1633342"/>
                  <a:ext cx="11448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F1C28A1-8D65-CFC3-D295-945CA59D01B5}"/>
                    </a:ext>
                  </a:extLst>
                </p14:cNvPr>
                <p14:cNvContentPartPr/>
                <p14:nvPr/>
              </p14:nvContentPartPr>
              <p14:xfrm>
                <a:off x="5493767" y="2008102"/>
                <a:ext cx="217440" cy="1123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F1C28A1-8D65-CFC3-D295-945CA59D01B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475767" y="1990462"/>
                  <a:ext cx="25308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D115351-ED3C-FE8A-F052-D84C0E7C3D44}"/>
                    </a:ext>
                  </a:extLst>
                </p14:cNvPr>
                <p14:cNvContentPartPr/>
                <p14:nvPr/>
              </p14:nvContentPartPr>
              <p14:xfrm>
                <a:off x="5742887" y="2058862"/>
                <a:ext cx="83160" cy="1220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D115351-ED3C-FE8A-F052-D84C0E7C3D4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724887" y="2040862"/>
                  <a:ext cx="11880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9A4D666-BD64-CF0D-9C3B-062EDB3FF53D}"/>
                    </a:ext>
                  </a:extLst>
                </p14:cNvPr>
                <p14:cNvContentPartPr/>
                <p14:nvPr/>
              </p14:nvContentPartPr>
              <p14:xfrm>
                <a:off x="5761967" y="2003782"/>
                <a:ext cx="130320" cy="709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9A4D666-BD64-CF0D-9C3B-062EDB3FF53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744327" y="1986142"/>
                  <a:ext cx="16596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7F699D7-344B-80F6-D19B-83A6F5ECEBAD}"/>
                    </a:ext>
                  </a:extLst>
                </p14:cNvPr>
                <p14:cNvContentPartPr/>
                <p14:nvPr/>
              </p14:nvContentPartPr>
              <p14:xfrm>
                <a:off x="5548487" y="2360542"/>
                <a:ext cx="168480" cy="1220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7F699D7-344B-80F6-D19B-83A6F5ECEBA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530847" y="2342902"/>
                  <a:ext cx="20412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0E0C7FC-F15C-BAD3-8755-0572CAC6D211}"/>
                    </a:ext>
                  </a:extLst>
                </p14:cNvPr>
                <p14:cNvContentPartPr/>
                <p14:nvPr/>
              </p14:nvContentPartPr>
              <p14:xfrm>
                <a:off x="5807327" y="2410582"/>
                <a:ext cx="51840" cy="1000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0E0C7FC-F15C-BAD3-8755-0572CAC6D21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789327" y="2392942"/>
                  <a:ext cx="8748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6EFFA8F-CEC5-F168-5B60-72CA957B3974}"/>
                    </a:ext>
                  </a:extLst>
                </p14:cNvPr>
                <p14:cNvContentPartPr/>
                <p14:nvPr/>
              </p14:nvContentPartPr>
              <p14:xfrm>
                <a:off x="5642087" y="208462"/>
                <a:ext cx="554760" cy="24915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6EFFA8F-CEC5-F168-5B60-72CA957B397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624447" y="190462"/>
                  <a:ext cx="590400" cy="252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C1C00557-C48B-E989-A707-594757D6BDEF}"/>
              </a:ext>
            </a:extLst>
          </p:cNvPr>
          <p:cNvGrpSpPr/>
          <p:nvPr/>
        </p:nvGrpSpPr>
        <p:grpSpPr>
          <a:xfrm>
            <a:off x="6429767" y="1160302"/>
            <a:ext cx="163800" cy="84240"/>
            <a:chOff x="6429767" y="1160302"/>
            <a:chExt cx="163800" cy="8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688C8AF-2E1C-9F7C-5E26-EF896E9A0876}"/>
                    </a:ext>
                  </a:extLst>
                </p14:cNvPr>
                <p14:cNvContentPartPr/>
                <p14:nvPr/>
              </p14:nvContentPartPr>
              <p14:xfrm>
                <a:off x="6429767" y="1160302"/>
                <a:ext cx="114840" cy="262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688C8AF-2E1C-9F7C-5E26-EF896E9A087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412127" y="1142662"/>
                  <a:ext cx="15048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612A702-D872-61BD-BB3C-CF3110046BE5}"/>
                    </a:ext>
                  </a:extLst>
                </p14:cNvPr>
                <p14:cNvContentPartPr/>
                <p14:nvPr/>
              </p14:nvContentPartPr>
              <p14:xfrm>
                <a:off x="6476207" y="1215382"/>
                <a:ext cx="117360" cy="291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612A702-D872-61BD-BB3C-CF3110046BE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458207" y="1197382"/>
                  <a:ext cx="153000" cy="6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D02E8264-892A-283B-19B5-691BAC30F9D3}"/>
              </a:ext>
            </a:extLst>
          </p:cNvPr>
          <p:cNvGrpSpPr/>
          <p:nvPr/>
        </p:nvGrpSpPr>
        <p:grpSpPr>
          <a:xfrm>
            <a:off x="7034567" y="573862"/>
            <a:ext cx="833400" cy="1202400"/>
            <a:chOff x="7034567" y="573862"/>
            <a:chExt cx="833400" cy="120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E02060C-33BC-D5B1-62E6-DC17D6ADE00D}"/>
                    </a:ext>
                  </a:extLst>
                </p14:cNvPr>
                <p14:cNvContentPartPr/>
                <p14:nvPr/>
              </p14:nvContentPartPr>
              <p14:xfrm>
                <a:off x="7034567" y="573862"/>
                <a:ext cx="335160" cy="12024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E02060C-33BC-D5B1-62E6-DC17D6ADE00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016567" y="556222"/>
                  <a:ext cx="370800" cy="12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C6B87CD-7F90-4612-9E77-A6E2AAE64671}"/>
                    </a:ext>
                  </a:extLst>
                </p14:cNvPr>
                <p14:cNvContentPartPr/>
                <p14:nvPr/>
              </p14:nvContentPartPr>
              <p14:xfrm>
                <a:off x="7331927" y="795982"/>
                <a:ext cx="144000" cy="1839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C6B87CD-7F90-4612-9E77-A6E2AAE6467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313927" y="778342"/>
                  <a:ext cx="17964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08FBEA6-3C7A-ED4F-58EC-5FC897C8D147}"/>
                    </a:ext>
                  </a:extLst>
                </p14:cNvPr>
                <p14:cNvContentPartPr/>
                <p14:nvPr/>
              </p14:nvContentPartPr>
              <p14:xfrm>
                <a:off x="7370087" y="1228702"/>
                <a:ext cx="138600" cy="2422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08FBEA6-3C7A-ED4F-58EC-5FC897C8D14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352447" y="1211062"/>
                  <a:ext cx="17424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783FE9C-05F0-D0F5-EA02-9B6E10A8C5C7}"/>
                    </a:ext>
                  </a:extLst>
                </p14:cNvPr>
                <p14:cNvContentPartPr/>
                <p14:nvPr/>
              </p14:nvContentPartPr>
              <p14:xfrm>
                <a:off x="7577807" y="599062"/>
                <a:ext cx="290160" cy="11383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783FE9C-05F0-D0F5-EA02-9B6E10A8C5C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559807" y="581422"/>
                  <a:ext cx="325800" cy="117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FF5032E3-24A6-0DD7-1A95-0917466B3AFA}"/>
              </a:ext>
            </a:extLst>
          </p:cNvPr>
          <p:cNvGrpSpPr/>
          <p:nvPr/>
        </p:nvGrpSpPr>
        <p:grpSpPr>
          <a:xfrm>
            <a:off x="3665327" y="161302"/>
            <a:ext cx="1159560" cy="1153800"/>
            <a:chOff x="3665327" y="161302"/>
            <a:chExt cx="1159560" cy="115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7B3B908-FAE5-BDB6-547A-1A744387C964}"/>
                    </a:ext>
                  </a:extLst>
                </p14:cNvPr>
                <p14:cNvContentPartPr/>
                <p14:nvPr/>
              </p14:nvContentPartPr>
              <p14:xfrm>
                <a:off x="3665327" y="303142"/>
                <a:ext cx="61560" cy="2260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7B3B908-FAE5-BDB6-547A-1A744387C96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647687" y="285502"/>
                  <a:ext cx="9720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9B1348A-789A-64AA-7D38-8FE4024E0A0A}"/>
                    </a:ext>
                  </a:extLst>
                </p14:cNvPr>
                <p14:cNvContentPartPr/>
                <p14:nvPr/>
              </p14:nvContentPartPr>
              <p14:xfrm>
                <a:off x="3701327" y="779062"/>
                <a:ext cx="171720" cy="2124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9B1348A-789A-64AA-7D38-8FE4024E0A0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683327" y="761062"/>
                  <a:ext cx="20736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0808107-94A4-6017-190E-95D733AEDF86}"/>
                    </a:ext>
                  </a:extLst>
                </p14:cNvPr>
                <p14:cNvContentPartPr/>
                <p14:nvPr/>
              </p14:nvContentPartPr>
              <p14:xfrm>
                <a:off x="4233767" y="307822"/>
                <a:ext cx="155520" cy="2498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0808107-94A4-6017-190E-95D733AEDF8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216127" y="289822"/>
                  <a:ext cx="19116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5C1EF59-F498-B061-E02B-E0CEB310D686}"/>
                    </a:ext>
                  </a:extLst>
                </p14:cNvPr>
                <p14:cNvContentPartPr/>
                <p14:nvPr/>
              </p14:nvContentPartPr>
              <p14:xfrm>
                <a:off x="4332047" y="836662"/>
                <a:ext cx="24480" cy="2026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5C1EF59-F498-B061-E02B-E0CEB310D68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314047" y="819022"/>
                  <a:ext cx="6012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6927B7F-4E63-AB6D-5BB4-E72813B93DDE}"/>
                    </a:ext>
                  </a:extLst>
                </p14:cNvPr>
                <p14:cNvContentPartPr/>
                <p14:nvPr/>
              </p14:nvContentPartPr>
              <p14:xfrm>
                <a:off x="4453367" y="161302"/>
                <a:ext cx="371520" cy="11538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6927B7F-4E63-AB6D-5BB4-E72813B93DDE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435367" y="143662"/>
                  <a:ext cx="407160" cy="11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5E77DBB3-CE86-62AF-73A2-B8FB8B806BEF}"/>
                    </a:ext>
                  </a:extLst>
                </p14:cNvPr>
                <p14:cNvContentPartPr/>
                <p14:nvPr/>
              </p14:nvContentPartPr>
              <p14:xfrm>
                <a:off x="3738767" y="1056982"/>
                <a:ext cx="744120" cy="22176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5E77DBB3-CE86-62AF-73A2-B8FB8B806BE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721127" y="1038982"/>
                  <a:ext cx="779760" cy="257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229" name="Ink 228">
                <a:extLst>
                  <a:ext uri="{FF2B5EF4-FFF2-40B4-BE49-F238E27FC236}">
                    <a16:creationId xmlns:a16="http://schemas.microsoft.com/office/drawing/2014/main" id="{62FDBE09-9C52-F308-2C4C-0ED963E6C1A1}"/>
                  </a:ext>
                </a:extLst>
              </p14:cNvPr>
              <p14:cNvContentPartPr/>
              <p14:nvPr/>
            </p14:nvContentPartPr>
            <p14:xfrm>
              <a:off x="3940367" y="4872037"/>
              <a:ext cx="22680" cy="24840"/>
            </p14:xfrm>
          </p:contentPart>
        </mc:Choice>
        <mc:Fallback>
          <p:pic>
            <p:nvPicPr>
              <p:cNvPr id="229" name="Ink 228">
                <a:extLst>
                  <a:ext uri="{FF2B5EF4-FFF2-40B4-BE49-F238E27FC236}">
                    <a16:creationId xmlns:a16="http://schemas.microsoft.com/office/drawing/2014/main" id="{62FDBE09-9C52-F308-2C4C-0ED963E6C1A1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3922727" y="4854397"/>
                <a:ext cx="58320" cy="6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308" name="Ink 307">
                <a:extLst>
                  <a:ext uri="{FF2B5EF4-FFF2-40B4-BE49-F238E27FC236}">
                    <a16:creationId xmlns:a16="http://schemas.microsoft.com/office/drawing/2014/main" id="{AB283516-39BC-BEDD-E253-6630F5505CC8}"/>
                  </a:ext>
                </a:extLst>
              </p14:cNvPr>
              <p14:cNvContentPartPr/>
              <p14:nvPr/>
            </p14:nvContentPartPr>
            <p14:xfrm>
              <a:off x="5393327" y="6438037"/>
              <a:ext cx="13320" cy="4320"/>
            </p14:xfrm>
          </p:contentPart>
        </mc:Choice>
        <mc:Fallback>
          <p:pic>
            <p:nvPicPr>
              <p:cNvPr id="308" name="Ink 307">
                <a:extLst>
                  <a:ext uri="{FF2B5EF4-FFF2-40B4-BE49-F238E27FC236}">
                    <a16:creationId xmlns:a16="http://schemas.microsoft.com/office/drawing/2014/main" id="{AB283516-39BC-BEDD-E253-6630F5505CC8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5375687" y="6420037"/>
                <a:ext cx="4896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349" name="Ink 348">
                <a:extLst>
                  <a:ext uri="{FF2B5EF4-FFF2-40B4-BE49-F238E27FC236}">
                    <a16:creationId xmlns:a16="http://schemas.microsoft.com/office/drawing/2014/main" id="{7878ADD6-45B5-C814-6BAD-237A09EDF6C4}"/>
                  </a:ext>
                </a:extLst>
              </p14:cNvPr>
              <p14:cNvContentPartPr/>
              <p14:nvPr/>
            </p14:nvContentPartPr>
            <p14:xfrm>
              <a:off x="4654247" y="4921357"/>
              <a:ext cx="2880" cy="2160"/>
            </p14:xfrm>
          </p:contentPart>
        </mc:Choice>
        <mc:Fallback>
          <p:pic>
            <p:nvPicPr>
              <p:cNvPr id="349" name="Ink 348">
                <a:extLst>
                  <a:ext uri="{FF2B5EF4-FFF2-40B4-BE49-F238E27FC236}">
                    <a16:creationId xmlns:a16="http://schemas.microsoft.com/office/drawing/2014/main" id="{7878ADD6-45B5-C814-6BAD-237A09EDF6C4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4636607" y="4903717"/>
                <a:ext cx="3852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373" name="Ink 372">
                <a:extLst>
                  <a:ext uri="{FF2B5EF4-FFF2-40B4-BE49-F238E27FC236}">
                    <a16:creationId xmlns:a16="http://schemas.microsoft.com/office/drawing/2014/main" id="{4DBCD9AA-4D1C-9A09-3530-B528A24A9179}"/>
                  </a:ext>
                </a:extLst>
              </p14:cNvPr>
              <p14:cNvContentPartPr/>
              <p14:nvPr/>
            </p14:nvContentPartPr>
            <p14:xfrm>
              <a:off x="10454207" y="194557"/>
              <a:ext cx="428760" cy="298440"/>
            </p14:xfrm>
          </p:contentPart>
        </mc:Choice>
        <mc:Fallback>
          <p:pic>
            <p:nvPicPr>
              <p:cNvPr id="373" name="Ink 372">
                <a:extLst>
                  <a:ext uri="{FF2B5EF4-FFF2-40B4-BE49-F238E27FC236}">
                    <a16:creationId xmlns:a16="http://schemas.microsoft.com/office/drawing/2014/main" id="{4DBCD9AA-4D1C-9A09-3530-B528A24A9179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0436567" y="176557"/>
                <a:ext cx="464400" cy="33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375" name="Ink 374">
                <a:extLst>
                  <a:ext uri="{FF2B5EF4-FFF2-40B4-BE49-F238E27FC236}">
                    <a16:creationId xmlns:a16="http://schemas.microsoft.com/office/drawing/2014/main" id="{9E3F7B22-DC36-0D05-F0FD-03A382135F26}"/>
                  </a:ext>
                </a:extLst>
              </p14:cNvPr>
              <p14:cNvContentPartPr/>
              <p14:nvPr/>
            </p14:nvContentPartPr>
            <p14:xfrm>
              <a:off x="10868927" y="343237"/>
              <a:ext cx="348840" cy="393840"/>
            </p14:xfrm>
          </p:contentPart>
        </mc:Choice>
        <mc:Fallback>
          <p:pic>
            <p:nvPicPr>
              <p:cNvPr id="375" name="Ink 374">
                <a:extLst>
                  <a:ext uri="{FF2B5EF4-FFF2-40B4-BE49-F238E27FC236}">
                    <a16:creationId xmlns:a16="http://schemas.microsoft.com/office/drawing/2014/main" id="{9E3F7B22-DC36-0D05-F0FD-03A382135F26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0850927" y="325597"/>
                <a:ext cx="384480" cy="42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376" name="Ink 375">
                <a:extLst>
                  <a:ext uri="{FF2B5EF4-FFF2-40B4-BE49-F238E27FC236}">
                    <a16:creationId xmlns:a16="http://schemas.microsoft.com/office/drawing/2014/main" id="{FFC5F04A-6323-FE4E-65F5-D9E3A862CD31}"/>
                  </a:ext>
                </a:extLst>
              </p14:cNvPr>
              <p14:cNvContentPartPr/>
              <p14:nvPr/>
            </p14:nvContentPartPr>
            <p14:xfrm>
              <a:off x="11322167" y="348277"/>
              <a:ext cx="16560" cy="121680"/>
            </p14:xfrm>
          </p:contentPart>
        </mc:Choice>
        <mc:Fallback>
          <p:pic>
            <p:nvPicPr>
              <p:cNvPr id="376" name="Ink 375">
                <a:extLst>
                  <a:ext uri="{FF2B5EF4-FFF2-40B4-BE49-F238E27FC236}">
                    <a16:creationId xmlns:a16="http://schemas.microsoft.com/office/drawing/2014/main" id="{FFC5F04A-6323-FE4E-65F5-D9E3A862CD31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1304527" y="330637"/>
                <a:ext cx="52200" cy="15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377" name="Ink 376">
                <a:extLst>
                  <a:ext uri="{FF2B5EF4-FFF2-40B4-BE49-F238E27FC236}">
                    <a16:creationId xmlns:a16="http://schemas.microsoft.com/office/drawing/2014/main" id="{E663EFC2-1A8C-2EE4-736D-D3640BA01FC9}"/>
                  </a:ext>
                </a:extLst>
              </p14:cNvPr>
              <p14:cNvContentPartPr/>
              <p14:nvPr/>
            </p14:nvContentPartPr>
            <p14:xfrm>
              <a:off x="11419367" y="345037"/>
              <a:ext cx="158040" cy="108000"/>
            </p14:xfrm>
          </p:contentPart>
        </mc:Choice>
        <mc:Fallback>
          <p:pic>
            <p:nvPicPr>
              <p:cNvPr id="377" name="Ink 376">
                <a:extLst>
                  <a:ext uri="{FF2B5EF4-FFF2-40B4-BE49-F238E27FC236}">
                    <a16:creationId xmlns:a16="http://schemas.microsoft.com/office/drawing/2014/main" id="{E663EFC2-1A8C-2EE4-736D-D3640BA01FC9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1401727" y="327397"/>
                <a:ext cx="193680" cy="14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378" name="Ink 377">
                <a:extLst>
                  <a:ext uri="{FF2B5EF4-FFF2-40B4-BE49-F238E27FC236}">
                    <a16:creationId xmlns:a16="http://schemas.microsoft.com/office/drawing/2014/main" id="{F96208D9-4FB6-2450-462C-01FD9D956730}"/>
                  </a:ext>
                </a:extLst>
              </p14:cNvPr>
              <p14:cNvContentPartPr/>
              <p14:nvPr/>
            </p14:nvContentPartPr>
            <p14:xfrm>
              <a:off x="11579567" y="332437"/>
              <a:ext cx="165960" cy="360000"/>
            </p14:xfrm>
          </p:contentPart>
        </mc:Choice>
        <mc:Fallback>
          <p:pic>
            <p:nvPicPr>
              <p:cNvPr id="378" name="Ink 377">
                <a:extLst>
                  <a:ext uri="{FF2B5EF4-FFF2-40B4-BE49-F238E27FC236}">
                    <a16:creationId xmlns:a16="http://schemas.microsoft.com/office/drawing/2014/main" id="{F96208D9-4FB6-2450-462C-01FD9D956730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1561927" y="314437"/>
                <a:ext cx="201600" cy="39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379" name="Ink 378">
                <a:extLst>
                  <a:ext uri="{FF2B5EF4-FFF2-40B4-BE49-F238E27FC236}">
                    <a16:creationId xmlns:a16="http://schemas.microsoft.com/office/drawing/2014/main" id="{35FAB6B8-D452-C7BE-AAFD-93A757BDC874}"/>
                  </a:ext>
                </a:extLst>
              </p14:cNvPr>
              <p14:cNvContentPartPr/>
              <p14:nvPr/>
            </p14:nvContentPartPr>
            <p14:xfrm>
              <a:off x="11388407" y="149197"/>
              <a:ext cx="46080" cy="18360"/>
            </p14:xfrm>
          </p:contentPart>
        </mc:Choice>
        <mc:Fallback>
          <p:pic>
            <p:nvPicPr>
              <p:cNvPr id="379" name="Ink 378">
                <a:extLst>
                  <a:ext uri="{FF2B5EF4-FFF2-40B4-BE49-F238E27FC236}">
                    <a16:creationId xmlns:a16="http://schemas.microsoft.com/office/drawing/2014/main" id="{35FAB6B8-D452-C7BE-AAFD-93A757BDC874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1370767" y="131557"/>
                <a:ext cx="8172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380" name="Ink 379">
                <a:extLst>
                  <a:ext uri="{FF2B5EF4-FFF2-40B4-BE49-F238E27FC236}">
                    <a16:creationId xmlns:a16="http://schemas.microsoft.com/office/drawing/2014/main" id="{1AFA5014-9D99-7935-F8C9-2A1510D89C36}"/>
                  </a:ext>
                </a:extLst>
              </p14:cNvPr>
              <p14:cNvContentPartPr/>
              <p14:nvPr/>
            </p14:nvContentPartPr>
            <p14:xfrm>
              <a:off x="10688207" y="212197"/>
              <a:ext cx="411480" cy="44280"/>
            </p14:xfrm>
          </p:contentPart>
        </mc:Choice>
        <mc:Fallback>
          <p:pic>
            <p:nvPicPr>
              <p:cNvPr id="380" name="Ink 379">
                <a:extLst>
                  <a:ext uri="{FF2B5EF4-FFF2-40B4-BE49-F238E27FC236}">
                    <a16:creationId xmlns:a16="http://schemas.microsoft.com/office/drawing/2014/main" id="{1AFA5014-9D99-7935-F8C9-2A1510D89C36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0670207" y="194557"/>
                <a:ext cx="447120" cy="7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381" name="Ink 380">
                <a:extLst>
                  <a:ext uri="{FF2B5EF4-FFF2-40B4-BE49-F238E27FC236}">
                    <a16:creationId xmlns:a16="http://schemas.microsoft.com/office/drawing/2014/main" id="{00E3E96A-34E3-B518-005F-81190F4845F5}"/>
                  </a:ext>
                </a:extLst>
              </p14:cNvPr>
              <p14:cNvContentPartPr/>
              <p14:nvPr/>
            </p14:nvContentPartPr>
            <p14:xfrm>
              <a:off x="9552047" y="920677"/>
              <a:ext cx="122040" cy="72720"/>
            </p14:xfrm>
          </p:contentPart>
        </mc:Choice>
        <mc:Fallback>
          <p:pic>
            <p:nvPicPr>
              <p:cNvPr id="381" name="Ink 380">
                <a:extLst>
                  <a:ext uri="{FF2B5EF4-FFF2-40B4-BE49-F238E27FC236}">
                    <a16:creationId xmlns:a16="http://schemas.microsoft.com/office/drawing/2014/main" id="{00E3E96A-34E3-B518-005F-81190F4845F5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9534407" y="902677"/>
                <a:ext cx="157680" cy="10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382" name="Ink 381">
                <a:extLst>
                  <a:ext uri="{FF2B5EF4-FFF2-40B4-BE49-F238E27FC236}">
                    <a16:creationId xmlns:a16="http://schemas.microsoft.com/office/drawing/2014/main" id="{2B1D1D26-DBE3-41CC-8A9F-541D6EA26C1D}"/>
                  </a:ext>
                </a:extLst>
              </p14:cNvPr>
              <p14:cNvContentPartPr/>
              <p14:nvPr/>
            </p14:nvContentPartPr>
            <p14:xfrm>
              <a:off x="9635207" y="864157"/>
              <a:ext cx="88920" cy="255240"/>
            </p14:xfrm>
          </p:contentPart>
        </mc:Choice>
        <mc:Fallback>
          <p:pic>
            <p:nvPicPr>
              <p:cNvPr id="382" name="Ink 381">
                <a:extLst>
                  <a:ext uri="{FF2B5EF4-FFF2-40B4-BE49-F238E27FC236}">
                    <a16:creationId xmlns:a16="http://schemas.microsoft.com/office/drawing/2014/main" id="{2B1D1D26-DBE3-41CC-8A9F-541D6EA26C1D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9617207" y="846157"/>
                <a:ext cx="124560" cy="29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383" name="Ink 382">
                <a:extLst>
                  <a:ext uri="{FF2B5EF4-FFF2-40B4-BE49-F238E27FC236}">
                    <a16:creationId xmlns:a16="http://schemas.microsoft.com/office/drawing/2014/main" id="{89BA59C6-91D4-B0AB-79F3-875C161F679E}"/>
                  </a:ext>
                </a:extLst>
              </p14:cNvPr>
              <p14:cNvContentPartPr/>
              <p14:nvPr/>
            </p14:nvContentPartPr>
            <p14:xfrm>
              <a:off x="9750047" y="1051717"/>
              <a:ext cx="183600" cy="137880"/>
            </p14:xfrm>
          </p:contentPart>
        </mc:Choice>
        <mc:Fallback>
          <p:pic>
            <p:nvPicPr>
              <p:cNvPr id="383" name="Ink 382">
                <a:extLst>
                  <a:ext uri="{FF2B5EF4-FFF2-40B4-BE49-F238E27FC236}">
                    <a16:creationId xmlns:a16="http://schemas.microsoft.com/office/drawing/2014/main" id="{89BA59C6-91D4-B0AB-79F3-875C161F679E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9732047" y="1033717"/>
                <a:ext cx="219240" cy="17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384" name="Ink 383">
                <a:extLst>
                  <a:ext uri="{FF2B5EF4-FFF2-40B4-BE49-F238E27FC236}">
                    <a16:creationId xmlns:a16="http://schemas.microsoft.com/office/drawing/2014/main" id="{FDEF8FB3-3C8C-9611-09CC-DEA5AFC8EF56}"/>
                  </a:ext>
                </a:extLst>
              </p14:cNvPr>
              <p14:cNvContentPartPr/>
              <p14:nvPr/>
            </p14:nvContentPartPr>
            <p14:xfrm>
              <a:off x="10021127" y="937957"/>
              <a:ext cx="182520" cy="162720"/>
            </p14:xfrm>
          </p:contentPart>
        </mc:Choice>
        <mc:Fallback>
          <p:pic>
            <p:nvPicPr>
              <p:cNvPr id="384" name="Ink 383">
                <a:extLst>
                  <a:ext uri="{FF2B5EF4-FFF2-40B4-BE49-F238E27FC236}">
                    <a16:creationId xmlns:a16="http://schemas.microsoft.com/office/drawing/2014/main" id="{FDEF8FB3-3C8C-9611-09CC-DEA5AFC8EF56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0003487" y="920317"/>
                <a:ext cx="218160" cy="19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388" name="Ink 387">
                <a:extLst>
                  <a:ext uri="{FF2B5EF4-FFF2-40B4-BE49-F238E27FC236}">
                    <a16:creationId xmlns:a16="http://schemas.microsoft.com/office/drawing/2014/main" id="{35008964-9C36-0BCA-03DA-9D8D8FA25225}"/>
                  </a:ext>
                </a:extLst>
              </p14:cNvPr>
              <p14:cNvContentPartPr/>
              <p14:nvPr/>
            </p14:nvContentPartPr>
            <p14:xfrm>
              <a:off x="10530167" y="1026157"/>
              <a:ext cx="8280" cy="131400"/>
            </p14:xfrm>
          </p:contentPart>
        </mc:Choice>
        <mc:Fallback>
          <p:pic>
            <p:nvPicPr>
              <p:cNvPr id="388" name="Ink 387">
                <a:extLst>
                  <a:ext uri="{FF2B5EF4-FFF2-40B4-BE49-F238E27FC236}">
                    <a16:creationId xmlns:a16="http://schemas.microsoft.com/office/drawing/2014/main" id="{35008964-9C36-0BCA-03DA-9D8D8FA25225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0512167" y="1008517"/>
                <a:ext cx="43920" cy="16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389" name="Ink 388">
                <a:extLst>
                  <a:ext uri="{FF2B5EF4-FFF2-40B4-BE49-F238E27FC236}">
                    <a16:creationId xmlns:a16="http://schemas.microsoft.com/office/drawing/2014/main" id="{5CCA1E1F-03A2-1504-6890-90C522383A23}"/>
                  </a:ext>
                </a:extLst>
              </p14:cNvPr>
              <p14:cNvContentPartPr/>
              <p14:nvPr/>
            </p14:nvContentPartPr>
            <p14:xfrm>
              <a:off x="10528007" y="851917"/>
              <a:ext cx="10800" cy="47880"/>
            </p14:xfrm>
          </p:contentPart>
        </mc:Choice>
        <mc:Fallback>
          <p:pic>
            <p:nvPicPr>
              <p:cNvPr id="389" name="Ink 388">
                <a:extLst>
                  <a:ext uri="{FF2B5EF4-FFF2-40B4-BE49-F238E27FC236}">
                    <a16:creationId xmlns:a16="http://schemas.microsoft.com/office/drawing/2014/main" id="{5CCA1E1F-03A2-1504-6890-90C522383A23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0510367" y="833917"/>
                <a:ext cx="46440" cy="8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390" name="Ink 389">
                <a:extLst>
                  <a:ext uri="{FF2B5EF4-FFF2-40B4-BE49-F238E27FC236}">
                    <a16:creationId xmlns:a16="http://schemas.microsoft.com/office/drawing/2014/main" id="{641B119A-9C59-988A-9416-91C62EB22B23}"/>
                  </a:ext>
                </a:extLst>
              </p14:cNvPr>
              <p14:cNvContentPartPr/>
              <p14:nvPr/>
            </p14:nvContentPartPr>
            <p14:xfrm>
              <a:off x="10403087" y="729877"/>
              <a:ext cx="356760" cy="126360"/>
            </p14:xfrm>
          </p:contentPart>
        </mc:Choice>
        <mc:Fallback>
          <p:pic>
            <p:nvPicPr>
              <p:cNvPr id="390" name="Ink 389">
                <a:extLst>
                  <a:ext uri="{FF2B5EF4-FFF2-40B4-BE49-F238E27FC236}">
                    <a16:creationId xmlns:a16="http://schemas.microsoft.com/office/drawing/2014/main" id="{641B119A-9C59-988A-9416-91C62EB22B23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10385447" y="712237"/>
                <a:ext cx="39240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391" name="Ink 390">
                <a:extLst>
                  <a:ext uri="{FF2B5EF4-FFF2-40B4-BE49-F238E27FC236}">
                    <a16:creationId xmlns:a16="http://schemas.microsoft.com/office/drawing/2014/main" id="{1E3AAFCA-CDB2-65A9-597C-A3EED93B65AE}"/>
                  </a:ext>
                </a:extLst>
              </p14:cNvPr>
              <p14:cNvContentPartPr/>
              <p14:nvPr/>
            </p14:nvContentPartPr>
            <p14:xfrm>
              <a:off x="10856687" y="758317"/>
              <a:ext cx="186480" cy="125640"/>
            </p14:xfrm>
          </p:contentPart>
        </mc:Choice>
        <mc:Fallback>
          <p:pic>
            <p:nvPicPr>
              <p:cNvPr id="391" name="Ink 390">
                <a:extLst>
                  <a:ext uri="{FF2B5EF4-FFF2-40B4-BE49-F238E27FC236}">
                    <a16:creationId xmlns:a16="http://schemas.microsoft.com/office/drawing/2014/main" id="{1E3AAFCA-CDB2-65A9-597C-A3EED93B65AE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0839047" y="740677"/>
                <a:ext cx="222120" cy="16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392" name="Ink 391">
                <a:extLst>
                  <a:ext uri="{FF2B5EF4-FFF2-40B4-BE49-F238E27FC236}">
                    <a16:creationId xmlns:a16="http://schemas.microsoft.com/office/drawing/2014/main" id="{A18EA739-2CD4-0E35-B7A1-B176FC62AFE4}"/>
                  </a:ext>
                </a:extLst>
              </p14:cNvPr>
              <p14:cNvContentPartPr/>
              <p14:nvPr/>
            </p14:nvContentPartPr>
            <p14:xfrm>
              <a:off x="11125967" y="615037"/>
              <a:ext cx="58320" cy="248400"/>
            </p14:xfrm>
          </p:contentPart>
        </mc:Choice>
        <mc:Fallback>
          <p:pic>
            <p:nvPicPr>
              <p:cNvPr id="392" name="Ink 391">
                <a:extLst>
                  <a:ext uri="{FF2B5EF4-FFF2-40B4-BE49-F238E27FC236}">
                    <a16:creationId xmlns:a16="http://schemas.microsoft.com/office/drawing/2014/main" id="{A18EA739-2CD4-0E35-B7A1-B176FC62AFE4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11107967" y="597037"/>
                <a:ext cx="93960" cy="28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393" name="Ink 392">
                <a:extLst>
                  <a:ext uri="{FF2B5EF4-FFF2-40B4-BE49-F238E27FC236}">
                    <a16:creationId xmlns:a16="http://schemas.microsoft.com/office/drawing/2014/main" id="{799A81A0-DAF5-B041-92CA-64A434BD2D20}"/>
                  </a:ext>
                </a:extLst>
              </p14:cNvPr>
              <p14:cNvContentPartPr/>
              <p14:nvPr/>
            </p14:nvContentPartPr>
            <p14:xfrm>
              <a:off x="11242967" y="694597"/>
              <a:ext cx="389520" cy="171000"/>
            </p14:xfrm>
          </p:contentPart>
        </mc:Choice>
        <mc:Fallback>
          <p:pic>
            <p:nvPicPr>
              <p:cNvPr id="393" name="Ink 392">
                <a:extLst>
                  <a:ext uri="{FF2B5EF4-FFF2-40B4-BE49-F238E27FC236}">
                    <a16:creationId xmlns:a16="http://schemas.microsoft.com/office/drawing/2014/main" id="{799A81A0-DAF5-B041-92CA-64A434BD2D20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11225327" y="676957"/>
                <a:ext cx="425160" cy="20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394" name="Ink 393">
                <a:extLst>
                  <a:ext uri="{FF2B5EF4-FFF2-40B4-BE49-F238E27FC236}">
                    <a16:creationId xmlns:a16="http://schemas.microsoft.com/office/drawing/2014/main" id="{1DF909FD-933C-A105-C728-566768C79822}"/>
                  </a:ext>
                </a:extLst>
              </p14:cNvPr>
              <p14:cNvContentPartPr/>
              <p14:nvPr/>
            </p14:nvContentPartPr>
            <p14:xfrm>
              <a:off x="11053247" y="663277"/>
              <a:ext cx="192600" cy="18360"/>
            </p14:xfrm>
          </p:contentPart>
        </mc:Choice>
        <mc:Fallback>
          <p:pic>
            <p:nvPicPr>
              <p:cNvPr id="394" name="Ink 393">
                <a:extLst>
                  <a:ext uri="{FF2B5EF4-FFF2-40B4-BE49-F238E27FC236}">
                    <a16:creationId xmlns:a16="http://schemas.microsoft.com/office/drawing/2014/main" id="{1DF909FD-933C-A105-C728-566768C79822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11035607" y="645277"/>
                <a:ext cx="22824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395" name="Ink 394">
                <a:extLst>
                  <a:ext uri="{FF2B5EF4-FFF2-40B4-BE49-F238E27FC236}">
                    <a16:creationId xmlns:a16="http://schemas.microsoft.com/office/drawing/2014/main" id="{AF528982-FF89-5CE5-404E-6C79BC31691E}"/>
                  </a:ext>
                </a:extLst>
              </p14:cNvPr>
              <p14:cNvContentPartPr/>
              <p14:nvPr/>
            </p14:nvContentPartPr>
            <p14:xfrm>
              <a:off x="10672367" y="1054957"/>
              <a:ext cx="114840" cy="112680"/>
            </p14:xfrm>
          </p:contentPart>
        </mc:Choice>
        <mc:Fallback>
          <p:pic>
            <p:nvPicPr>
              <p:cNvPr id="395" name="Ink 394">
                <a:extLst>
                  <a:ext uri="{FF2B5EF4-FFF2-40B4-BE49-F238E27FC236}">
                    <a16:creationId xmlns:a16="http://schemas.microsoft.com/office/drawing/2014/main" id="{AF528982-FF89-5CE5-404E-6C79BC31691E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0654367" y="1037317"/>
                <a:ext cx="150480" cy="14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396" name="Ink 395">
                <a:extLst>
                  <a:ext uri="{FF2B5EF4-FFF2-40B4-BE49-F238E27FC236}">
                    <a16:creationId xmlns:a16="http://schemas.microsoft.com/office/drawing/2014/main" id="{B4810335-5497-3B25-3392-C50E9AF594C6}"/>
                  </a:ext>
                </a:extLst>
              </p14:cNvPr>
              <p14:cNvContentPartPr/>
              <p14:nvPr/>
            </p14:nvContentPartPr>
            <p14:xfrm>
              <a:off x="10911047" y="1026877"/>
              <a:ext cx="595800" cy="126000"/>
            </p14:xfrm>
          </p:contentPart>
        </mc:Choice>
        <mc:Fallback>
          <p:pic>
            <p:nvPicPr>
              <p:cNvPr id="396" name="Ink 395">
                <a:extLst>
                  <a:ext uri="{FF2B5EF4-FFF2-40B4-BE49-F238E27FC236}">
                    <a16:creationId xmlns:a16="http://schemas.microsoft.com/office/drawing/2014/main" id="{B4810335-5497-3B25-3392-C50E9AF594C6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10893407" y="1009237"/>
                <a:ext cx="631440" cy="16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397" name="Ink 396">
                <a:extLst>
                  <a:ext uri="{FF2B5EF4-FFF2-40B4-BE49-F238E27FC236}">
                    <a16:creationId xmlns:a16="http://schemas.microsoft.com/office/drawing/2014/main" id="{A223A9A6-8019-D18A-1E12-0E5A238E932A}"/>
                  </a:ext>
                </a:extLst>
              </p14:cNvPr>
              <p14:cNvContentPartPr/>
              <p14:nvPr/>
            </p14:nvContentPartPr>
            <p14:xfrm>
              <a:off x="11572367" y="1047397"/>
              <a:ext cx="29880" cy="96480"/>
            </p14:xfrm>
          </p:contentPart>
        </mc:Choice>
        <mc:Fallback>
          <p:pic>
            <p:nvPicPr>
              <p:cNvPr id="397" name="Ink 396">
                <a:extLst>
                  <a:ext uri="{FF2B5EF4-FFF2-40B4-BE49-F238E27FC236}">
                    <a16:creationId xmlns:a16="http://schemas.microsoft.com/office/drawing/2014/main" id="{A223A9A6-8019-D18A-1E12-0E5A238E932A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11554367" y="1029757"/>
                <a:ext cx="65520" cy="13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398" name="Ink 397">
                <a:extLst>
                  <a:ext uri="{FF2B5EF4-FFF2-40B4-BE49-F238E27FC236}">
                    <a16:creationId xmlns:a16="http://schemas.microsoft.com/office/drawing/2014/main" id="{B61D24ED-7420-408A-C9CA-5C7EB4EA88CA}"/>
                  </a:ext>
                </a:extLst>
              </p14:cNvPr>
              <p14:cNvContentPartPr/>
              <p14:nvPr/>
            </p14:nvContentPartPr>
            <p14:xfrm>
              <a:off x="11600087" y="960637"/>
              <a:ext cx="9720" cy="19440"/>
            </p14:xfrm>
          </p:contentPart>
        </mc:Choice>
        <mc:Fallback>
          <p:pic>
            <p:nvPicPr>
              <p:cNvPr id="398" name="Ink 397">
                <a:extLst>
                  <a:ext uri="{FF2B5EF4-FFF2-40B4-BE49-F238E27FC236}">
                    <a16:creationId xmlns:a16="http://schemas.microsoft.com/office/drawing/2014/main" id="{B61D24ED-7420-408A-C9CA-5C7EB4EA88CA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11582087" y="942997"/>
                <a:ext cx="4536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399" name="Ink 398">
                <a:extLst>
                  <a:ext uri="{FF2B5EF4-FFF2-40B4-BE49-F238E27FC236}">
                    <a16:creationId xmlns:a16="http://schemas.microsoft.com/office/drawing/2014/main" id="{40EC1B1E-8F9B-F879-FEE6-4E22EB30733D}"/>
                  </a:ext>
                </a:extLst>
              </p14:cNvPr>
              <p14:cNvContentPartPr/>
              <p14:nvPr/>
            </p14:nvContentPartPr>
            <p14:xfrm>
              <a:off x="11649407" y="1034077"/>
              <a:ext cx="164880" cy="104400"/>
            </p14:xfrm>
          </p:contentPart>
        </mc:Choice>
        <mc:Fallback>
          <p:pic>
            <p:nvPicPr>
              <p:cNvPr id="399" name="Ink 398">
                <a:extLst>
                  <a:ext uri="{FF2B5EF4-FFF2-40B4-BE49-F238E27FC236}">
                    <a16:creationId xmlns:a16="http://schemas.microsoft.com/office/drawing/2014/main" id="{40EC1B1E-8F9B-F879-FEE6-4E22EB30733D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11631767" y="1016437"/>
                <a:ext cx="200520" cy="1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400" name="Ink 399">
                <a:extLst>
                  <a:ext uri="{FF2B5EF4-FFF2-40B4-BE49-F238E27FC236}">
                    <a16:creationId xmlns:a16="http://schemas.microsoft.com/office/drawing/2014/main" id="{D1098708-D73D-79C2-2741-DE2429AD5138}"/>
                  </a:ext>
                </a:extLst>
              </p14:cNvPr>
              <p14:cNvContentPartPr/>
              <p14:nvPr/>
            </p14:nvContentPartPr>
            <p14:xfrm>
              <a:off x="11788007" y="1020757"/>
              <a:ext cx="183240" cy="509760"/>
            </p14:xfrm>
          </p:contentPart>
        </mc:Choice>
        <mc:Fallback>
          <p:pic>
            <p:nvPicPr>
              <p:cNvPr id="400" name="Ink 399">
                <a:extLst>
                  <a:ext uri="{FF2B5EF4-FFF2-40B4-BE49-F238E27FC236}">
                    <a16:creationId xmlns:a16="http://schemas.microsoft.com/office/drawing/2014/main" id="{D1098708-D73D-79C2-2741-DE2429AD5138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11770367" y="1002757"/>
                <a:ext cx="218880" cy="54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401" name="Ink 400">
                <a:extLst>
                  <a:ext uri="{FF2B5EF4-FFF2-40B4-BE49-F238E27FC236}">
                    <a16:creationId xmlns:a16="http://schemas.microsoft.com/office/drawing/2014/main" id="{F87138C1-948F-0673-01D5-F4BA201C8140}"/>
                  </a:ext>
                </a:extLst>
              </p14:cNvPr>
              <p14:cNvContentPartPr/>
              <p14:nvPr/>
            </p14:nvContentPartPr>
            <p14:xfrm>
              <a:off x="10492367" y="1491637"/>
              <a:ext cx="270360" cy="148320"/>
            </p14:xfrm>
          </p:contentPart>
        </mc:Choice>
        <mc:Fallback>
          <p:pic>
            <p:nvPicPr>
              <p:cNvPr id="401" name="Ink 400">
                <a:extLst>
                  <a:ext uri="{FF2B5EF4-FFF2-40B4-BE49-F238E27FC236}">
                    <a16:creationId xmlns:a16="http://schemas.microsoft.com/office/drawing/2014/main" id="{F87138C1-948F-0673-01D5-F4BA201C8140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10474367" y="1473637"/>
                <a:ext cx="306000" cy="18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402" name="Ink 401">
                <a:extLst>
                  <a:ext uri="{FF2B5EF4-FFF2-40B4-BE49-F238E27FC236}">
                    <a16:creationId xmlns:a16="http://schemas.microsoft.com/office/drawing/2014/main" id="{B5963C46-0CA4-16AF-88D9-1AC792AFF9B4}"/>
                  </a:ext>
                </a:extLst>
              </p14:cNvPr>
              <p14:cNvContentPartPr/>
              <p14:nvPr/>
            </p14:nvContentPartPr>
            <p14:xfrm>
              <a:off x="10846607" y="1507477"/>
              <a:ext cx="127080" cy="114120"/>
            </p14:xfrm>
          </p:contentPart>
        </mc:Choice>
        <mc:Fallback>
          <p:pic>
            <p:nvPicPr>
              <p:cNvPr id="402" name="Ink 401">
                <a:extLst>
                  <a:ext uri="{FF2B5EF4-FFF2-40B4-BE49-F238E27FC236}">
                    <a16:creationId xmlns:a16="http://schemas.microsoft.com/office/drawing/2014/main" id="{B5963C46-0CA4-16AF-88D9-1AC792AFF9B4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10828607" y="1489477"/>
                <a:ext cx="162720" cy="14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403" name="Ink 402">
                <a:extLst>
                  <a:ext uri="{FF2B5EF4-FFF2-40B4-BE49-F238E27FC236}">
                    <a16:creationId xmlns:a16="http://schemas.microsoft.com/office/drawing/2014/main" id="{899F7B45-6AC2-9BB5-5F93-2DD4E6490276}"/>
                  </a:ext>
                </a:extLst>
              </p14:cNvPr>
              <p14:cNvContentPartPr/>
              <p14:nvPr/>
            </p14:nvContentPartPr>
            <p14:xfrm>
              <a:off x="11016167" y="1341517"/>
              <a:ext cx="62280" cy="233640"/>
            </p14:xfrm>
          </p:contentPart>
        </mc:Choice>
        <mc:Fallback>
          <p:pic>
            <p:nvPicPr>
              <p:cNvPr id="403" name="Ink 402">
                <a:extLst>
                  <a:ext uri="{FF2B5EF4-FFF2-40B4-BE49-F238E27FC236}">
                    <a16:creationId xmlns:a16="http://schemas.microsoft.com/office/drawing/2014/main" id="{899F7B45-6AC2-9BB5-5F93-2DD4E6490276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10998167" y="1323877"/>
                <a:ext cx="97920" cy="26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404" name="Ink 403">
                <a:extLst>
                  <a:ext uri="{FF2B5EF4-FFF2-40B4-BE49-F238E27FC236}">
                    <a16:creationId xmlns:a16="http://schemas.microsoft.com/office/drawing/2014/main" id="{FCE2F1EA-61ED-AB3F-8395-E08E80AA69EA}"/>
                  </a:ext>
                </a:extLst>
              </p14:cNvPr>
              <p14:cNvContentPartPr/>
              <p14:nvPr/>
            </p14:nvContentPartPr>
            <p14:xfrm>
              <a:off x="11126327" y="1480117"/>
              <a:ext cx="104760" cy="106920"/>
            </p14:xfrm>
          </p:contentPart>
        </mc:Choice>
        <mc:Fallback>
          <p:pic>
            <p:nvPicPr>
              <p:cNvPr id="404" name="Ink 403">
                <a:extLst>
                  <a:ext uri="{FF2B5EF4-FFF2-40B4-BE49-F238E27FC236}">
                    <a16:creationId xmlns:a16="http://schemas.microsoft.com/office/drawing/2014/main" id="{FCE2F1EA-61ED-AB3F-8395-E08E80AA69EA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11108687" y="1462477"/>
                <a:ext cx="140400" cy="14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405" name="Ink 404">
                <a:extLst>
                  <a:ext uri="{FF2B5EF4-FFF2-40B4-BE49-F238E27FC236}">
                    <a16:creationId xmlns:a16="http://schemas.microsoft.com/office/drawing/2014/main" id="{18C9CC0B-884E-480A-D4DD-EFEDE5155E25}"/>
                  </a:ext>
                </a:extLst>
              </p14:cNvPr>
              <p14:cNvContentPartPr/>
              <p14:nvPr/>
            </p14:nvContentPartPr>
            <p14:xfrm>
              <a:off x="11360687" y="1404157"/>
              <a:ext cx="185400" cy="146160"/>
            </p14:xfrm>
          </p:contentPart>
        </mc:Choice>
        <mc:Fallback>
          <p:pic>
            <p:nvPicPr>
              <p:cNvPr id="405" name="Ink 404">
                <a:extLst>
                  <a:ext uri="{FF2B5EF4-FFF2-40B4-BE49-F238E27FC236}">
                    <a16:creationId xmlns:a16="http://schemas.microsoft.com/office/drawing/2014/main" id="{18C9CC0B-884E-480A-D4DD-EFEDE5155E25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11342687" y="1386157"/>
                <a:ext cx="221040" cy="18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406" name="Ink 405">
                <a:extLst>
                  <a:ext uri="{FF2B5EF4-FFF2-40B4-BE49-F238E27FC236}">
                    <a16:creationId xmlns:a16="http://schemas.microsoft.com/office/drawing/2014/main" id="{10CAF192-BAD2-5124-1522-B0E7BB54D529}"/>
                  </a:ext>
                </a:extLst>
              </p14:cNvPr>
              <p14:cNvContentPartPr/>
              <p14:nvPr/>
            </p14:nvContentPartPr>
            <p14:xfrm>
              <a:off x="10883327" y="1363117"/>
              <a:ext cx="306360" cy="14760"/>
            </p14:xfrm>
          </p:contentPart>
        </mc:Choice>
        <mc:Fallback>
          <p:pic>
            <p:nvPicPr>
              <p:cNvPr id="406" name="Ink 405">
                <a:extLst>
                  <a:ext uri="{FF2B5EF4-FFF2-40B4-BE49-F238E27FC236}">
                    <a16:creationId xmlns:a16="http://schemas.microsoft.com/office/drawing/2014/main" id="{10CAF192-BAD2-5124-1522-B0E7BB54D529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10865327" y="1345477"/>
                <a:ext cx="342000" cy="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412" name="Ink 411">
                <a:extLst>
                  <a:ext uri="{FF2B5EF4-FFF2-40B4-BE49-F238E27FC236}">
                    <a16:creationId xmlns:a16="http://schemas.microsoft.com/office/drawing/2014/main" id="{33B04E42-4AA8-4266-C6E0-046C022F9619}"/>
                  </a:ext>
                </a:extLst>
              </p14:cNvPr>
              <p14:cNvContentPartPr/>
              <p14:nvPr/>
            </p14:nvContentPartPr>
            <p14:xfrm>
              <a:off x="11124527" y="1934077"/>
              <a:ext cx="1136520" cy="325080"/>
            </p14:xfrm>
          </p:contentPart>
        </mc:Choice>
        <mc:Fallback>
          <p:pic>
            <p:nvPicPr>
              <p:cNvPr id="412" name="Ink 411">
                <a:extLst>
                  <a:ext uri="{FF2B5EF4-FFF2-40B4-BE49-F238E27FC236}">
                    <a16:creationId xmlns:a16="http://schemas.microsoft.com/office/drawing/2014/main" id="{33B04E42-4AA8-4266-C6E0-046C022F9619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11106527" y="1916437"/>
                <a:ext cx="1172160" cy="36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413" name="Ink 412">
                <a:extLst>
                  <a:ext uri="{FF2B5EF4-FFF2-40B4-BE49-F238E27FC236}">
                    <a16:creationId xmlns:a16="http://schemas.microsoft.com/office/drawing/2014/main" id="{B4F7A627-C0AF-04AB-080D-0C7288BE75F0}"/>
                  </a:ext>
                </a:extLst>
              </p14:cNvPr>
              <p14:cNvContentPartPr/>
              <p14:nvPr/>
            </p14:nvContentPartPr>
            <p14:xfrm>
              <a:off x="12108767" y="1956037"/>
              <a:ext cx="197640" cy="34920"/>
            </p14:xfrm>
          </p:contentPart>
        </mc:Choice>
        <mc:Fallback>
          <p:pic>
            <p:nvPicPr>
              <p:cNvPr id="413" name="Ink 412">
                <a:extLst>
                  <a:ext uri="{FF2B5EF4-FFF2-40B4-BE49-F238E27FC236}">
                    <a16:creationId xmlns:a16="http://schemas.microsoft.com/office/drawing/2014/main" id="{B4F7A627-C0AF-04AB-080D-0C7288BE75F0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12091127" y="1938037"/>
                <a:ext cx="233280" cy="7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415" name="Ink 414">
                <a:extLst>
                  <a:ext uri="{FF2B5EF4-FFF2-40B4-BE49-F238E27FC236}">
                    <a16:creationId xmlns:a16="http://schemas.microsoft.com/office/drawing/2014/main" id="{25F54CFE-ECC7-4356-70A8-68382F9B0AFB}"/>
                  </a:ext>
                </a:extLst>
              </p14:cNvPr>
              <p14:cNvContentPartPr/>
              <p14:nvPr/>
            </p14:nvContentPartPr>
            <p14:xfrm>
              <a:off x="10803407" y="4607077"/>
              <a:ext cx="4680" cy="5400"/>
            </p14:xfrm>
          </p:contentPart>
        </mc:Choice>
        <mc:Fallback>
          <p:pic>
            <p:nvPicPr>
              <p:cNvPr id="415" name="Ink 414">
                <a:extLst>
                  <a:ext uri="{FF2B5EF4-FFF2-40B4-BE49-F238E27FC236}">
                    <a16:creationId xmlns:a16="http://schemas.microsoft.com/office/drawing/2014/main" id="{25F54CFE-ECC7-4356-70A8-68382F9B0AFB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10785407" y="4589437"/>
                <a:ext cx="4032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15C97284-AD0C-DEB3-D943-91AD05ADDFBB}"/>
                  </a:ext>
                </a:extLst>
              </p14:cNvPr>
              <p14:cNvContentPartPr/>
              <p14:nvPr/>
            </p14:nvContentPartPr>
            <p14:xfrm>
              <a:off x="768407" y="3459622"/>
              <a:ext cx="244440" cy="21096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15C97284-AD0C-DEB3-D943-91AD05ADDFBB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750407" y="3441982"/>
                <a:ext cx="280080" cy="2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4FC03D58-ECA6-25FF-5F8B-241817FBA511}"/>
                  </a:ext>
                </a:extLst>
              </p14:cNvPr>
              <p14:cNvContentPartPr/>
              <p14:nvPr/>
            </p14:nvContentPartPr>
            <p14:xfrm>
              <a:off x="1074767" y="3494902"/>
              <a:ext cx="77760" cy="17172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4FC03D58-ECA6-25FF-5F8B-241817FBA511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1057127" y="3477262"/>
                <a:ext cx="113400" cy="20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DEDFBE79-7206-002D-D591-EA5B152C0AC5}"/>
                  </a:ext>
                </a:extLst>
              </p14:cNvPr>
              <p14:cNvContentPartPr/>
              <p14:nvPr/>
            </p14:nvContentPartPr>
            <p14:xfrm>
              <a:off x="1178087" y="3512902"/>
              <a:ext cx="191160" cy="15192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DEDFBE79-7206-002D-D591-EA5B152C0AC5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1160447" y="3494902"/>
                <a:ext cx="226800" cy="1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B6D09ED3-95A7-1CA4-CCCB-30513C11CB02}"/>
                  </a:ext>
                </a:extLst>
              </p14:cNvPr>
              <p14:cNvContentPartPr/>
              <p14:nvPr/>
            </p14:nvContentPartPr>
            <p14:xfrm>
              <a:off x="1433687" y="3511102"/>
              <a:ext cx="186480" cy="16200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B6D09ED3-95A7-1CA4-CCCB-30513C11CB02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1416047" y="3493102"/>
                <a:ext cx="222120" cy="19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4AF55418-2555-9E02-4769-28A703247EA6}"/>
                  </a:ext>
                </a:extLst>
              </p14:cNvPr>
              <p14:cNvContentPartPr/>
              <p14:nvPr/>
            </p14:nvContentPartPr>
            <p14:xfrm>
              <a:off x="1663367" y="3231382"/>
              <a:ext cx="38520" cy="14328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4AF55418-2555-9E02-4769-28A703247EA6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1645727" y="3213382"/>
                <a:ext cx="7416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3E9E008E-D127-CCBF-A327-9243DE089185}"/>
                  </a:ext>
                </a:extLst>
              </p14:cNvPr>
              <p14:cNvContentPartPr/>
              <p14:nvPr/>
            </p14:nvContentPartPr>
            <p14:xfrm>
              <a:off x="1782167" y="3532702"/>
              <a:ext cx="57240" cy="2448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3E9E008E-D127-CCBF-A327-9243DE089185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1764167" y="3515062"/>
                <a:ext cx="9288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A7C8DE06-142B-2B5A-6D5B-38FBC30E2706}"/>
                  </a:ext>
                </a:extLst>
              </p14:cNvPr>
              <p14:cNvContentPartPr/>
              <p14:nvPr/>
            </p14:nvContentPartPr>
            <p14:xfrm>
              <a:off x="1762007" y="3630262"/>
              <a:ext cx="158400" cy="4752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A7C8DE06-142B-2B5A-6D5B-38FBC30E2706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1744007" y="3612622"/>
                <a:ext cx="194040" cy="8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7800BF35-BDA4-EA94-A330-FACBA57B0638}"/>
                  </a:ext>
                </a:extLst>
              </p14:cNvPr>
              <p14:cNvContentPartPr/>
              <p14:nvPr/>
            </p14:nvContentPartPr>
            <p14:xfrm>
              <a:off x="7183967" y="3337942"/>
              <a:ext cx="129960" cy="1260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7800BF35-BDA4-EA94-A330-FACBA57B0638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7166327" y="3319942"/>
                <a:ext cx="16560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1BDD9904-E444-E9BF-B172-E28DE189CF68}"/>
                  </a:ext>
                </a:extLst>
              </p14:cNvPr>
              <p14:cNvContentPartPr/>
              <p14:nvPr/>
            </p14:nvContentPartPr>
            <p14:xfrm>
              <a:off x="7367567" y="2984782"/>
              <a:ext cx="378720" cy="55188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1BDD9904-E444-E9BF-B172-E28DE189CF68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7349927" y="2967142"/>
                <a:ext cx="414360" cy="58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80BC7FA3-CB1C-3469-07BC-357CC08F376D}"/>
                  </a:ext>
                </a:extLst>
              </p14:cNvPr>
              <p14:cNvContentPartPr/>
              <p14:nvPr/>
            </p14:nvContentPartPr>
            <p14:xfrm>
              <a:off x="7853567" y="3284302"/>
              <a:ext cx="214920" cy="19152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80BC7FA3-CB1C-3469-07BC-357CC08F376D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7835927" y="3266662"/>
                <a:ext cx="250560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1BE4009D-348E-17D1-BFA0-5D559667E912}"/>
                  </a:ext>
                </a:extLst>
              </p14:cNvPr>
              <p14:cNvContentPartPr/>
              <p14:nvPr/>
            </p14:nvContentPartPr>
            <p14:xfrm>
              <a:off x="8088287" y="3444142"/>
              <a:ext cx="131040" cy="23148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1BE4009D-348E-17D1-BFA0-5D559667E912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8070287" y="3426502"/>
                <a:ext cx="166680" cy="26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F4CBCE8F-2FE7-2641-D44D-E57A0709CD2A}"/>
                  </a:ext>
                </a:extLst>
              </p14:cNvPr>
              <p14:cNvContentPartPr/>
              <p14:nvPr/>
            </p14:nvContentPartPr>
            <p14:xfrm>
              <a:off x="8150207" y="3409222"/>
              <a:ext cx="234000" cy="7128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F4CBCE8F-2FE7-2641-D44D-E57A0709CD2A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8132207" y="3391582"/>
                <a:ext cx="269640" cy="10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BD7163B8-A436-6A13-231A-CD77B975A92D}"/>
                  </a:ext>
                </a:extLst>
              </p14:cNvPr>
              <p14:cNvContentPartPr/>
              <p14:nvPr/>
            </p14:nvContentPartPr>
            <p14:xfrm>
              <a:off x="8663567" y="3273502"/>
              <a:ext cx="204480" cy="7344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BD7163B8-A436-6A13-231A-CD77B975A92D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8645567" y="3255862"/>
                <a:ext cx="24012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26D5BBFF-3E8C-BEA0-03AC-DA0866B1729C}"/>
                  </a:ext>
                </a:extLst>
              </p14:cNvPr>
              <p14:cNvContentPartPr/>
              <p14:nvPr/>
            </p14:nvContentPartPr>
            <p14:xfrm>
              <a:off x="9021047" y="2920702"/>
              <a:ext cx="382680" cy="54396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26D5BBFF-3E8C-BEA0-03AC-DA0866B1729C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9003047" y="2902702"/>
                <a:ext cx="418320" cy="57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1AE2210B-2EF8-461B-2DE9-86E2F96705B9}"/>
                  </a:ext>
                </a:extLst>
              </p14:cNvPr>
              <p14:cNvContentPartPr/>
              <p14:nvPr/>
            </p14:nvContentPartPr>
            <p14:xfrm>
              <a:off x="9517847" y="3163342"/>
              <a:ext cx="204120" cy="20880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1AE2210B-2EF8-461B-2DE9-86E2F96705B9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9499847" y="3145702"/>
                <a:ext cx="239760" cy="24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64BB8B07-FD79-286D-935A-60E94B182A78}"/>
                  </a:ext>
                </a:extLst>
              </p14:cNvPr>
              <p14:cNvContentPartPr/>
              <p14:nvPr/>
            </p14:nvContentPartPr>
            <p14:xfrm>
              <a:off x="9701087" y="3261262"/>
              <a:ext cx="305280" cy="308520"/>
            </p14:xfrm>
          </p:contentPart>
        </mc:Choice>
        <mc:Fallback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64BB8B07-FD79-286D-935A-60E94B182A78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9683447" y="3243262"/>
                <a:ext cx="340920" cy="34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2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E46A1FB8-B37F-B06A-7CA1-08F33141FF82}"/>
                  </a:ext>
                </a:extLst>
              </p14:cNvPr>
              <p14:cNvContentPartPr/>
              <p14:nvPr/>
            </p14:nvContentPartPr>
            <p14:xfrm>
              <a:off x="4267967" y="3403822"/>
              <a:ext cx="207000" cy="4104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E46A1FB8-B37F-B06A-7CA1-08F33141FF82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4249967" y="3385822"/>
                <a:ext cx="242640" cy="7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2ED68CD9-691A-6B74-FFF9-D3E97BA7610B}"/>
                  </a:ext>
                </a:extLst>
              </p14:cNvPr>
              <p14:cNvContentPartPr/>
              <p14:nvPr/>
            </p14:nvContentPartPr>
            <p14:xfrm>
              <a:off x="4339967" y="3357742"/>
              <a:ext cx="43200" cy="21312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2ED68CD9-691A-6B74-FFF9-D3E97BA7610B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4321967" y="3339742"/>
                <a:ext cx="78840" cy="24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1C6D8B3B-9B44-9C95-21CB-0CF668152434}"/>
                  </a:ext>
                </a:extLst>
              </p14:cNvPr>
              <p14:cNvContentPartPr/>
              <p14:nvPr/>
            </p14:nvContentPartPr>
            <p14:xfrm>
              <a:off x="4598447" y="3303022"/>
              <a:ext cx="178920" cy="22644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1C6D8B3B-9B44-9C95-21CB-0CF668152434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4580807" y="3285382"/>
                <a:ext cx="214560" cy="26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8DAB4780-CA99-E23B-F396-4B83C49954A9}"/>
                  </a:ext>
                </a:extLst>
              </p14:cNvPr>
              <p14:cNvContentPartPr/>
              <p14:nvPr/>
            </p14:nvContentPartPr>
            <p14:xfrm>
              <a:off x="4863767" y="3420742"/>
              <a:ext cx="28800" cy="648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8DAB4780-CA99-E23B-F396-4B83C49954A9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4846127" y="3403102"/>
                <a:ext cx="6444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2FAF9559-E347-2B39-1050-8B72AA1D3526}"/>
                  </a:ext>
                </a:extLst>
              </p14:cNvPr>
              <p14:cNvContentPartPr/>
              <p14:nvPr/>
            </p14:nvContentPartPr>
            <p14:xfrm>
              <a:off x="5012447" y="3328222"/>
              <a:ext cx="248400" cy="18108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2FAF9559-E347-2B39-1050-8B72AA1D3526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4994807" y="3310582"/>
                <a:ext cx="284040" cy="21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2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670DF27E-2218-ED3C-2A59-4B3B8638223A}"/>
                  </a:ext>
                </a:extLst>
              </p14:cNvPr>
              <p14:cNvContentPartPr/>
              <p14:nvPr/>
            </p14:nvContentPartPr>
            <p14:xfrm>
              <a:off x="5282087" y="3453502"/>
              <a:ext cx="154080" cy="22860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670DF27E-2218-ED3C-2A59-4B3B8638223A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5264087" y="3435502"/>
                <a:ext cx="189720" cy="26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4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ADBD267F-D165-6DA6-1611-A684B85ACE8E}"/>
                  </a:ext>
                </a:extLst>
              </p14:cNvPr>
              <p14:cNvContentPartPr/>
              <p14:nvPr/>
            </p14:nvContentPartPr>
            <p14:xfrm>
              <a:off x="5573327" y="3363862"/>
              <a:ext cx="133560" cy="6048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ADBD267F-D165-6DA6-1611-A684B85ACE8E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5555327" y="3345862"/>
                <a:ext cx="169200" cy="9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6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D639A472-3F65-3A4C-C037-AE1C89924ADC}"/>
                  </a:ext>
                </a:extLst>
              </p14:cNvPr>
              <p14:cNvContentPartPr/>
              <p14:nvPr/>
            </p14:nvContentPartPr>
            <p14:xfrm>
              <a:off x="5592047" y="3306262"/>
              <a:ext cx="33840" cy="23112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D639A472-3F65-3A4C-C037-AE1C89924ADC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5574047" y="3288622"/>
                <a:ext cx="69480" cy="26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8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0744A9FD-F7CB-BCC6-3680-7877EA80BE08}"/>
                  </a:ext>
                </a:extLst>
              </p14:cNvPr>
              <p14:cNvContentPartPr/>
              <p14:nvPr/>
            </p14:nvContentPartPr>
            <p14:xfrm>
              <a:off x="5806607" y="3244702"/>
              <a:ext cx="147600" cy="24624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0744A9FD-F7CB-BCC6-3680-7877EA80BE08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5788607" y="3227062"/>
                <a:ext cx="183240" cy="28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0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9CE7ADB1-CBBB-95C8-EBAD-247242D5552F}"/>
                  </a:ext>
                </a:extLst>
              </p14:cNvPr>
              <p14:cNvContentPartPr/>
              <p14:nvPr/>
            </p14:nvContentPartPr>
            <p14:xfrm>
              <a:off x="6126287" y="3376102"/>
              <a:ext cx="3240" cy="432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9CE7ADB1-CBBB-95C8-EBAD-247242D5552F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6108647" y="3358102"/>
                <a:ext cx="3888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1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623E548D-5CC0-4EB7-0D48-A811B4D24668}"/>
                  </a:ext>
                </a:extLst>
              </p14:cNvPr>
              <p14:cNvContentPartPr/>
              <p14:nvPr/>
            </p14:nvContentPartPr>
            <p14:xfrm>
              <a:off x="6218087" y="3288262"/>
              <a:ext cx="245520" cy="14904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623E548D-5CC0-4EB7-0D48-A811B4D24668}"/>
                  </a:ext>
                </a:extLst>
              </p:cNvPr>
              <p:cNvPicPr/>
              <p:nvPr/>
            </p:nvPicPr>
            <p:blipFill>
              <a:blip r:embed="rId202"/>
              <a:stretch>
                <a:fillRect/>
              </a:stretch>
            </p:blipFill>
            <p:spPr>
              <a:xfrm>
                <a:off x="6200447" y="3270262"/>
                <a:ext cx="281160" cy="18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3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3E32C9AE-3450-835B-A167-7AB29B4689C8}"/>
                  </a:ext>
                </a:extLst>
              </p14:cNvPr>
              <p14:cNvContentPartPr/>
              <p14:nvPr/>
            </p14:nvContentPartPr>
            <p14:xfrm>
              <a:off x="6606167" y="3326782"/>
              <a:ext cx="153000" cy="34884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3E32C9AE-3450-835B-A167-7AB29B4689C8}"/>
                  </a:ext>
                </a:extLst>
              </p:cNvPr>
              <p:cNvPicPr/>
              <p:nvPr/>
            </p:nvPicPr>
            <p:blipFill>
              <a:blip r:embed="rId204"/>
              <a:stretch>
                <a:fillRect/>
              </a:stretch>
            </p:blipFill>
            <p:spPr>
              <a:xfrm>
                <a:off x="6588527" y="3308782"/>
                <a:ext cx="188640" cy="38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5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543DCDB6-35D3-ED08-E816-C8C823DB3F75}"/>
                  </a:ext>
                </a:extLst>
              </p14:cNvPr>
              <p14:cNvContentPartPr/>
              <p14:nvPr/>
            </p14:nvContentPartPr>
            <p14:xfrm>
              <a:off x="4388207" y="3566902"/>
              <a:ext cx="2880" cy="720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543DCDB6-35D3-ED08-E816-C8C823DB3F75}"/>
                  </a:ext>
                </a:extLst>
              </p:cNvPr>
              <p:cNvPicPr/>
              <p:nvPr/>
            </p:nvPicPr>
            <p:blipFill>
              <a:blip r:embed="rId206"/>
              <a:stretch>
                <a:fillRect/>
              </a:stretch>
            </p:blipFill>
            <p:spPr>
              <a:xfrm>
                <a:off x="4370567" y="3548902"/>
                <a:ext cx="3852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7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97059AAD-217B-E7C2-1A84-B7322EA8B764}"/>
                  </a:ext>
                </a:extLst>
              </p14:cNvPr>
              <p14:cNvContentPartPr/>
              <p14:nvPr/>
            </p14:nvContentPartPr>
            <p14:xfrm>
              <a:off x="4947287" y="3502462"/>
              <a:ext cx="2160" cy="2880"/>
            </p14:xfrm>
          </p:contentPart>
        </mc:Choice>
        <mc:Fallback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97059AAD-217B-E7C2-1A84-B7322EA8B764}"/>
                  </a:ext>
                </a:extLst>
              </p:cNvPr>
              <p:cNvPicPr/>
              <p:nvPr/>
            </p:nvPicPr>
            <p:blipFill>
              <a:blip r:embed="rId208"/>
              <a:stretch>
                <a:fillRect/>
              </a:stretch>
            </p:blipFill>
            <p:spPr>
              <a:xfrm>
                <a:off x="4929647" y="3484462"/>
                <a:ext cx="3780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9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EB01992F-7A04-634A-D7D2-69DBD0D0903E}"/>
                  </a:ext>
                </a:extLst>
              </p14:cNvPr>
              <p14:cNvContentPartPr/>
              <p14:nvPr/>
            </p14:nvContentPartPr>
            <p14:xfrm>
              <a:off x="4350047" y="4120582"/>
              <a:ext cx="150480" cy="8712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EB01992F-7A04-634A-D7D2-69DBD0D0903E}"/>
                  </a:ext>
                </a:extLst>
              </p:cNvPr>
              <p:cNvPicPr/>
              <p:nvPr/>
            </p:nvPicPr>
            <p:blipFill>
              <a:blip r:embed="rId210"/>
              <a:stretch>
                <a:fillRect/>
              </a:stretch>
            </p:blipFill>
            <p:spPr>
              <a:xfrm>
                <a:off x="4332047" y="4102942"/>
                <a:ext cx="186120" cy="12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1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DAFE8E4E-C8D0-0D89-5C09-C42740C237EC}"/>
                  </a:ext>
                </a:extLst>
              </p14:cNvPr>
              <p14:cNvContentPartPr/>
              <p14:nvPr/>
            </p14:nvContentPartPr>
            <p14:xfrm>
              <a:off x="4492967" y="4119862"/>
              <a:ext cx="45360" cy="19548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DAFE8E4E-C8D0-0D89-5C09-C42740C237EC}"/>
                  </a:ext>
                </a:extLst>
              </p:cNvPr>
              <p:cNvPicPr/>
              <p:nvPr/>
            </p:nvPicPr>
            <p:blipFill>
              <a:blip r:embed="rId212"/>
              <a:stretch>
                <a:fillRect/>
              </a:stretch>
            </p:blipFill>
            <p:spPr>
              <a:xfrm>
                <a:off x="4474967" y="4102222"/>
                <a:ext cx="81000" cy="23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3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7B3CC514-1246-78E9-25B8-E99FE17D5480}"/>
                  </a:ext>
                </a:extLst>
              </p14:cNvPr>
              <p14:cNvContentPartPr/>
              <p14:nvPr/>
            </p14:nvContentPartPr>
            <p14:xfrm>
              <a:off x="4619687" y="4263142"/>
              <a:ext cx="143280" cy="126000"/>
            </p14:xfrm>
          </p:contentPart>
        </mc:Choice>
        <mc:Fallback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7B3CC514-1246-78E9-25B8-E99FE17D5480}"/>
                  </a:ext>
                </a:extLst>
              </p:cNvPr>
              <p:cNvPicPr/>
              <p:nvPr/>
            </p:nvPicPr>
            <p:blipFill>
              <a:blip r:embed="rId214"/>
              <a:stretch>
                <a:fillRect/>
              </a:stretch>
            </p:blipFill>
            <p:spPr>
              <a:xfrm>
                <a:off x="4601687" y="4245142"/>
                <a:ext cx="178920" cy="16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5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1B46C2F5-74B5-D927-3A05-A4B66D65224D}"/>
                  </a:ext>
                </a:extLst>
              </p14:cNvPr>
              <p14:cNvContentPartPr/>
              <p14:nvPr/>
            </p14:nvContentPartPr>
            <p14:xfrm>
              <a:off x="8383847" y="3961102"/>
              <a:ext cx="137520" cy="278280"/>
            </p14:xfrm>
          </p:contentPart>
        </mc:Choice>
        <mc:Fallback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1B46C2F5-74B5-D927-3A05-A4B66D65224D}"/>
                  </a:ext>
                </a:extLst>
              </p:cNvPr>
              <p:cNvPicPr/>
              <p:nvPr/>
            </p:nvPicPr>
            <p:blipFill>
              <a:blip r:embed="rId216"/>
              <a:stretch>
                <a:fillRect/>
              </a:stretch>
            </p:blipFill>
            <p:spPr>
              <a:xfrm>
                <a:off x="8365847" y="3943462"/>
                <a:ext cx="173160" cy="31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7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C4EE5A77-E82F-0DAB-E695-0BC5146CE37F}"/>
                  </a:ext>
                </a:extLst>
              </p14:cNvPr>
              <p14:cNvContentPartPr/>
              <p14:nvPr/>
            </p14:nvContentPartPr>
            <p14:xfrm>
              <a:off x="8385647" y="4106182"/>
              <a:ext cx="155160" cy="29520"/>
            </p14:xfrm>
          </p:contentPart>
        </mc:Choice>
        <mc:Fallback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C4EE5A77-E82F-0DAB-E695-0BC5146CE37F}"/>
                  </a:ext>
                </a:extLst>
              </p:cNvPr>
              <p:cNvPicPr/>
              <p:nvPr/>
            </p:nvPicPr>
            <p:blipFill>
              <a:blip r:embed="rId218"/>
              <a:stretch>
                <a:fillRect/>
              </a:stretch>
            </p:blipFill>
            <p:spPr>
              <a:xfrm>
                <a:off x="8368007" y="4088182"/>
                <a:ext cx="190800" cy="6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9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4F2EE3E9-221D-973F-71AD-DA58A6C9C1B2}"/>
                  </a:ext>
                </a:extLst>
              </p14:cNvPr>
              <p14:cNvContentPartPr/>
              <p14:nvPr/>
            </p14:nvContentPartPr>
            <p14:xfrm>
              <a:off x="8626847" y="4146142"/>
              <a:ext cx="221760" cy="171000"/>
            </p14:xfrm>
          </p:contentPart>
        </mc:Choice>
        <mc:Fallback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4F2EE3E9-221D-973F-71AD-DA58A6C9C1B2}"/>
                  </a:ext>
                </a:extLst>
              </p:cNvPr>
              <p:cNvPicPr/>
              <p:nvPr/>
            </p:nvPicPr>
            <p:blipFill>
              <a:blip r:embed="rId220"/>
              <a:stretch>
                <a:fillRect/>
              </a:stretch>
            </p:blipFill>
            <p:spPr>
              <a:xfrm>
                <a:off x="8609207" y="4128502"/>
                <a:ext cx="257400" cy="20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1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3BF6C854-0EDB-D566-0F3E-4099DADC05DC}"/>
                  </a:ext>
                </a:extLst>
              </p14:cNvPr>
              <p14:cNvContentPartPr/>
              <p14:nvPr/>
            </p14:nvContentPartPr>
            <p14:xfrm>
              <a:off x="7762127" y="4592902"/>
              <a:ext cx="33480" cy="198720"/>
            </p14:xfrm>
          </p:contentPart>
        </mc:Choice>
        <mc:Fallback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3BF6C854-0EDB-D566-0F3E-4099DADC05DC}"/>
                  </a:ext>
                </a:extLst>
              </p:cNvPr>
              <p:cNvPicPr/>
              <p:nvPr/>
            </p:nvPicPr>
            <p:blipFill>
              <a:blip r:embed="rId222"/>
              <a:stretch>
                <a:fillRect/>
              </a:stretch>
            </p:blipFill>
            <p:spPr>
              <a:xfrm>
                <a:off x="7744487" y="4574902"/>
                <a:ext cx="69120" cy="23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3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AE2DD005-91DC-65BD-4870-66106A0C31E3}"/>
                  </a:ext>
                </a:extLst>
              </p14:cNvPr>
              <p14:cNvContentPartPr/>
              <p14:nvPr/>
            </p14:nvContentPartPr>
            <p14:xfrm>
              <a:off x="7722167" y="5028142"/>
              <a:ext cx="150840" cy="138600"/>
            </p14:xfrm>
          </p:contentPart>
        </mc:Choice>
        <mc:Fallback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AE2DD005-91DC-65BD-4870-66106A0C31E3}"/>
                  </a:ext>
                </a:extLst>
              </p:cNvPr>
              <p:cNvPicPr/>
              <p:nvPr/>
            </p:nvPicPr>
            <p:blipFill>
              <a:blip r:embed="rId224"/>
              <a:stretch>
                <a:fillRect/>
              </a:stretch>
            </p:blipFill>
            <p:spPr>
              <a:xfrm>
                <a:off x="7704527" y="5010142"/>
                <a:ext cx="186480" cy="17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5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CF13ECD0-B80E-CA68-3627-786251573B60}"/>
                  </a:ext>
                </a:extLst>
              </p14:cNvPr>
              <p14:cNvContentPartPr/>
              <p14:nvPr/>
            </p14:nvContentPartPr>
            <p14:xfrm>
              <a:off x="8581847" y="4553302"/>
              <a:ext cx="187560" cy="175680"/>
            </p14:xfrm>
          </p:contentPart>
        </mc:Choice>
        <mc:Fallback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CF13ECD0-B80E-CA68-3627-786251573B60}"/>
                  </a:ext>
                </a:extLst>
              </p:cNvPr>
              <p:cNvPicPr/>
              <p:nvPr/>
            </p:nvPicPr>
            <p:blipFill>
              <a:blip r:embed="rId226"/>
              <a:stretch>
                <a:fillRect/>
              </a:stretch>
            </p:blipFill>
            <p:spPr>
              <a:xfrm>
                <a:off x="8563847" y="4535662"/>
                <a:ext cx="223200" cy="21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7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78715272-69E0-49D3-D6F7-9BC2523441CF}"/>
                  </a:ext>
                </a:extLst>
              </p14:cNvPr>
              <p14:cNvContentPartPr/>
              <p14:nvPr/>
            </p14:nvContentPartPr>
            <p14:xfrm>
              <a:off x="8790287" y="4894582"/>
              <a:ext cx="36360" cy="203760"/>
            </p14:xfrm>
          </p:contentPart>
        </mc:Choice>
        <mc:Fallback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78715272-69E0-49D3-D6F7-9BC2523441CF}"/>
                  </a:ext>
                </a:extLst>
              </p:cNvPr>
              <p:cNvPicPr/>
              <p:nvPr/>
            </p:nvPicPr>
            <p:blipFill>
              <a:blip r:embed="rId228"/>
              <a:stretch>
                <a:fillRect/>
              </a:stretch>
            </p:blipFill>
            <p:spPr>
              <a:xfrm>
                <a:off x="8772287" y="4876942"/>
                <a:ext cx="72000" cy="23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9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8A50E0AF-6133-4E6A-4E6F-91DC421AD13A}"/>
                  </a:ext>
                </a:extLst>
              </p14:cNvPr>
              <p14:cNvContentPartPr/>
              <p14:nvPr/>
            </p14:nvContentPartPr>
            <p14:xfrm>
              <a:off x="6526967" y="4627102"/>
              <a:ext cx="138960" cy="16236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8A50E0AF-6133-4E6A-4E6F-91DC421AD13A}"/>
                  </a:ext>
                </a:extLst>
              </p:cNvPr>
              <p:cNvPicPr/>
              <p:nvPr/>
            </p:nvPicPr>
            <p:blipFill>
              <a:blip r:embed="rId230"/>
              <a:stretch>
                <a:fillRect/>
              </a:stretch>
            </p:blipFill>
            <p:spPr>
              <a:xfrm>
                <a:off x="6509327" y="4609102"/>
                <a:ext cx="174600" cy="19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1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63CA6713-6787-AAE7-B47E-3D9CAF8DB2DF}"/>
                  </a:ext>
                </a:extLst>
              </p14:cNvPr>
              <p14:cNvContentPartPr/>
              <p14:nvPr/>
            </p14:nvContentPartPr>
            <p14:xfrm>
              <a:off x="6439847" y="5162422"/>
              <a:ext cx="141480" cy="28080"/>
            </p14:xfrm>
          </p:contentPart>
        </mc:Choice>
        <mc:Fallback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63CA6713-6787-AAE7-B47E-3D9CAF8DB2DF}"/>
                  </a:ext>
                </a:extLst>
              </p:cNvPr>
              <p:cNvPicPr/>
              <p:nvPr/>
            </p:nvPicPr>
            <p:blipFill>
              <a:blip r:embed="rId232"/>
              <a:stretch>
                <a:fillRect/>
              </a:stretch>
            </p:blipFill>
            <p:spPr>
              <a:xfrm>
                <a:off x="6422207" y="5144422"/>
                <a:ext cx="177120" cy="6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3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31EE19A4-AA43-D60B-D59A-5B5C464483EE}"/>
                  </a:ext>
                </a:extLst>
              </p14:cNvPr>
              <p14:cNvContentPartPr/>
              <p14:nvPr/>
            </p14:nvContentPartPr>
            <p14:xfrm>
              <a:off x="6728567" y="5035702"/>
              <a:ext cx="9360" cy="234000"/>
            </p14:xfrm>
          </p:contentPart>
        </mc:Choice>
        <mc:Fallback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31EE19A4-AA43-D60B-D59A-5B5C464483EE}"/>
                  </a:ext>
                </a:extLst>
              </p:cNvPr>
              <p:cNvPicPr/>
              <p:nvPr/>
            </p:nvPicPr>
            <p:blipFill>
              <a:blip r:embed="rId234"/>
              <a:stretch>
                <a:fillRect/>
              </a:stretch>
            </p:blipFill>
            <p:spPr>
              <a:xfrm>
                <a:off x="6710927" y="5017702"/>
                <a:ext cx="45000" cy="26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5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71AAD0B7-15B6-1AC5-0F3A-51A915013B5D}"/>
                  </a:ext>
                </a:extLst>
              </p14:cNvPr>
              <p14:cNvContentPartPr/>
              <p14:nvPr/>
            </p14:nvContentPartPr>
            <p14:xfrm>
              <a:off x="5430407" y="4721422"/>
              <a:ext cx="155520" cy="67320"/>
            </p14:xfrm>
          </p:contentPart>
        </mc:Choice>
        <mc:Fallback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71AAD0B7-15B6-1AC5-0F3A-51A915013B5D}"/>
                  </a:ext>
                </a:extLst>
              </p:cNvPr>
              <p:cNvPicPr/>
              <p:nvPr/>
            </p:nvPicPr>
            <p:blipFill>
              <a:blip r:embed="rId236"/>
              <a:stretch>
                <a:fillRect/>
              </a:stretch>
            </p:blipFill>
            <p:spPr>
              <a:xfrm>
                <a:off x="5412767" y="4703782"/>
                <a:ext cx="191160" cy="10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7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315CAD3C-9470-6D98-56AC-75C729EDBA74}"/>
                  </a:ext>
                </a:extLst>
              </p14:cNvPr>
              <p14:cNvContentPartPr/>
              <p14:nvPr/>
            </p14:nvContentPartPr>
            <p14:xfrm>
              <a:off x="5601047" y="4625662"/>
              <a:ext cx="32040" cy="231840"/>
            </p14:xfrm>
          </p:contentPart>
        </mc:Choice>
        <mc:Fallback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315CAD3C-9470-6D98-56AC-75C729EDBA74}"/>
                  </a:ext>
                </a:extLst>
              </p:cNvPr>
              <p:cNvPicPr/>
              <p:nvPr/>
            </p:nvPicPr>
            <p:blipFill>
              <a:blip r:embed="rId238"/>
              <a:stretch>
                <a:fillRect/>
              </a:stretch>
            </p:blipFill>
            <p:spPr>
              <a:xfrm>
                <a:off x="5583407" y="4607662"/>
                <a:ext cx="67680" cy="26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9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9F5CDB9A-3B0A-2E56-DBEE-8153A0FF1C6F}"/>
                  </a:ext>
                </a:extLst>
              </p14:cNvPr>
              <p14:cNvContentPartPr/>
              <p14:nvPr/>
            </p14:nvContentPartPr>
            <p14:xfrm>
              <a:off x="5526887" y="5115982"/>
              <a:ext cx="260640" cy="183240"/>
            </p14:xfrm>
          </p:contentPart>
        </mc:Choice>
        <mc:Fallback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9F5CDB9A-3B0A-2E56-DBEE-8153A0FF1C6F}"/>
                  </a:ext>
                </a:extLst>
              </p:cNvPr>
              <p:cNvPicPr/>
              <p:nvPr/>
            </p:nvPicPr>
            <p:blipFill>
              <a:blip r:embed="rId240"/>
              <a:stretch>
                <a:fillRect/>
              </a:stretch>
            </p:blipFill>
            <p:spPr>
              <a:xfrm>
                <a:off x="5509247" y="5098342"/>
                <a:ext cx="296280" cy="21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1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92806376-6264-1832-583D-38378E1521D6}"/>
                  </a:ext>
                </a:extLst>
              </p14:cNvPr>
              <p14:cNvContentPartPr/>
              <p14:nvPr/>
            </p14:nvContentPartPr>
            <p14:xfrm>
              <a:off x="3640847" y="4770022"/>
              <a:ext cx="237960" cy="192600"/>
            </p14:xfrm>
          </p:contentPart>
        </mc:Choice>
        <mc:Fallback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92806376-6264-1832-583D-38378E1521D6}"/>
                  </a:ext>
                </a:extLst>
              </p:cNvPr>
              <p:cNvPicPr/>
              <p:nvPr/>
            </p:nvPicPr>
            <p:blipFill>
              <a:blip r:embed="rId242"/>
              <a:stretch>
                <a:fillRect/>
              </a:stretch>
            </p:blipFill>
            <p:spPr>
              <a:xfrm>
                <a:off x="3623207" y="4752022"/>
                <a:ext cx="273600" cy="22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3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9F621E61-EC86-767B-DD3D-2D57C7236BDB}"/>
                  </a:ext>
                </a:extLst>
              </p14:cNvPr>
              <p14:cNvContentPartPr/>
              <p14:nvPr/>
            </p14:nvContentPartPr>
            <p14:xfrm>
              <a:off x="3704927" y="5266462"/>
              <a:ext cx="15120" cy="163440"/>
            </p14:xfrm>
          </p:contentPart>
        </mc:Choice>
        <mc:Fallback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9F621E61-EC86-767B-DD3D-2D57C7236BDB}"/>
                  </a:ext>
                </a:extLst>
              </p:cNvPr>
              <p:cNvPicPr/>
              <p:nvPr/>
            </p:nvPicPr>
            <p:blipFill>
              <a:blip r:embed="rId244"/>
              <a:stretch>
                <a:fillRect/>
              </a:stretch>
            </p:blipFill>
            <p:spPr>
              <a:xfrm>
                <a:off x="3687287" y="5248462"/>
                <a:ext cx="50760" cy="19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5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EF938C07-BA42-0CBD-19B4-013B8DB468FB}"/>
                  </a:ext>
                </a:extLst>
              </p14:cNvPr>
              <p14:cNvContentPartPr/>
              <p14:nvPr/>
            </p14:nvContentPartPr>
            <p14:xfrm>
              <a:off x="8320847" y="3675622"/>
              <a:ext cx="150480" cy="125640"/>
            </p14:xfrm>
          </p:contentPart>
        </mc:Choice>
        <mc:Fallback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EF938C07-BA42-0CBD-19B4-013B8DB468FB}"/>
                  </a:ext>
                </a:extLst>
              </p:cNvPr>
              <p:cNvPicPr/>
              <p:nvPr/>
            </p:nvPicPr>
            <p:blipFill>
              <a:blip r:embed="rId246"/>
              <a:stretch>
                <a:fillRect/>
              </a:stretch>
            </p:blipFill>
            <p:spPr>
              <a:xfrm>
                <a:off x="8302847" y="3657622"/>
                <a:ext cx="186120" cy="16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7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9121268C-F28E-EFC7-9E5D-6B581B3E3C91}"/>
                  </a:ext>
                </a:extLst>
              </p14:cNvPr>
              <p14:cNvContentPartPr/>
              <p14:nvPr/>
            </p14:nvContentPartPr>
            <p14:xfrm>
              <a:off x="8533247" y="3733942"/>
              <a:ext cx="112320" cy="131400"/>
            </p14:xfrm>
          </p:contentPart>
        </mc:Choice>
        <mc:Fallback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9121268C-F28E-EFC7-9E5D-6B581B3E3C91}"/>
                  </a:ext>
                </a:extLst>
              </p:cNvPr>
              <p:cNvPicPr/>
              <p:nvPr/>
            </p:nvPicPr>
            <p:blipFill>
              <a:blip r:embed="rId248"/>
              <a:stretch>
                <a:fillRect/>
              </a:stretch>
            </p:blipFill>
            <p:spPr>
              <a:xfrm>
                <a:off x="8515247" y="3716302"/>
                <a:ext cx="147960" cy="16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9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53A80D7D-D6E9-7A49-621D-92F7D4226DC0}"/>
                  </a:ext>
                </a:extLst>
              </p14:cNvPr>
              <p14:cNvContentPartPr/>
              <p14:nvPr/>
            </p14:nvContentPartPr>
            <p14:xfrm>
              <a:off x="3487127" y="4125982"/>
              <a:ext cx="154440" cy="11988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53A80D7D-D6E9-7A49-621D-92F7D4226DC0}"/>
                  </a:ext>
                </a:extLst>
              </p:cNvPr>
              <p:cNvPicPr/>
              <p:nvPr/>
            </p:nvPicPr>
            <p:blipFill>
              <a:blip r:embed="rId250"/>
              <a:stretch>
                <a:fillRect/>
              </a:stretch>
            </p:blipFill>
            <p:spPr>
              <a:xfrm>
                <a:off x="3469127" y="4107982"/>
                <a:ext cx="190080" cy="15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1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94A9E462-566C-2DDC-C52F-8C1436C9FAD4}"/>
                  </a:ext>
                </a:extLst>
              </p14:cNvPr>
              <p14:cNvContentPartPr/>
              <p14:nvPr/>
            </p14:nvContentPartPr>
            <p14:xfrm>
              <a:off x="3642287" y="4127422"/>
              <a:ext cx="57240" cy="20592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94A9E462-566C-2DDC-C52F-8C1436C9FAD4}"/>
                  </a:ext>
                </a:extLst>
              </p:cNvPr>
              <p:cNvPicPr/>
              <p:nvPr/>
            </p:nvPicPr>
            <p:blipFill>
              <a:blip r:embed="rId252"/>
              <a:stretch>
                <a:fillRect/>
              </a:stretch>
            </p:blipFill>
            <p:spPr>
              <a:xfrm>
                <a:off x="3624647" y="4109782"/>
                <a:ext cx="92880" cy="24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3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A1963FB5-F540-83A0-A288-649CEF145B84}"/>
                  </a:ext>
                </a:extLst>
              </p14:cNvPr>
              <p14:cNvContentPartPr/>
              <p14:nvPr/>
            </p14:nvContentPartPr>
            <p14:xfrm>
              <a:off x="3730127" y="4310662"/>
              <a:ext cx="16920" cy="14436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A1963FB5-F540-83A0-A288-649CEF145B84}"/>
                  </a:ext>
                </a:extLst>
              </p:cNvPr>
              <p:cNvPicPr/>
              <p:nvPr/>
            </p:nvPicPr>
            <p:blipFill>
              <a:blip r:embed="rId254"/>
              <a:stretch>
                <a:fillRect/>
              </a:stretch>
            </p:blipFill>
            <p:spPr>
              <a:xfrm>
                <a:off x="3712487" y="4292662"/>
                <a:ext cx="5256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5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A8D1760A-8221-53D1-88DF-843E1F1F3F02}"/>
                  </a:ext>
                </a:extLst>
              </p14:cNvPr>
              <p14:cNvContentPartPr/>
              <p14:nvPr/>
            </p14:nvContentPartPr>
            <p14:xfrm>
              <a:off x="3535367" y="3937702"/>
              <a:ext cx="181440" cy="101880"/>
            </p14:xfrm>
          </p:contentPart>
        </mc:Choice>
        <mc:Fallback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A8D1760A-8221-53D1-88DF-843E1F1F3F02}"/>
                  </a:ext>
                </a:extLst>
              </p:cNvPr>
              <p:cNvPicPr/>
              <p:nvPr/>
            </p:nvPicPr>
            <p:blipFill>
              <a:blip r:embed="rId256"/>
              <a:stretch>
                <a:fillRect/>
              </a:stretch>
            </p:blipFill>
            <p:spPr>
              <a:xfrm>
                <a:off x="3517727" y="3919702"/>
                <a:ext cx="217080" cy="13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7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C7585DF4-5F45-324C-4EC6-CD445CDF3576}"/>
                  </a:ext>
                </a:extLst>
              </p14:cNvPr>
              <p14:cNvContentPartPr/>
              <p14:nvPr/>
            </p14:nvContentPartPr>
            <p14:xfrm>
              <a:off x="3742727" y="4016182"/>
              <a:ext cx="41760" cy="81360"/>
            </p14:xfrm>
          </p:contentPart>
        </mc:Choice>
        <mc:Fallback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C7585DF4-5F45-324C-4EC6-CD445CDF3576}"/>
                  </a:ext>
                </a:extLst>
              </p:cNvPr>
              <p:cNvPicPr/>
              <p:nvPr/>
            </p:nvPicPr>
            <p:blipFill>
              <a:blip r:embed="rId258"/>
              <a:stretch>
                <a:fillRect/>
              </a:stretch>
            </p:blipFill>
            <p:spPr>
              <a:xfrm>
                <a:off x="3724727" y="3998542"/>
                <a:ext cx="77400" cy="11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9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EE086AD6-3841-E8EC-2D4A-C4EDE565D992}"/>
                  </a:ext>
                </a:extLst>
              </p14:cNvPr>
              <p14:cNvContentPartPr/>
              <p14:nvPr/>
            </p14:nvContentPartPr>
            <p14:xfrm>
              <a:off x="4395047" y="3791542"/>
              <a:ext cx="214920" cy="161280"/>
            </p14:xfrm>
          </p:contentPart>
        </mc:Choice>
        <mc:Fallback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EE086AD6-3841-E8EC-2D4A-C4EDE565D992}"/>
                  </a:ext>
                </a:extLst>
              </p:cNvPr>
              <p:cNvPicPr/>
              <p:nvPr/>
            </p:nvPicPr>
            <p:blipFill>
              <a:blip r:embed="rId260"/>
              <a:stretch>
                <a:fillRect/>
              </a:stretch>
            </p:blipFill>
            <p:spPr>
              <a:xfrm>
                <a:off x="4377407" y="3773902"/>
                <a:ext cx="250560" cy="19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1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B7D3F5DE-8BB8-5732-2126-3FEB52E8AEEE}"/>
                  </a:ext>
                </a:extLst>
              </p14:cNvPr>
              <p14:cNvContentPartPr/>
              <p14:nvPr/>
            </p14:nvContentPartPr>
            <p14:xfrm>
              <a:off x="4635887" y="3894502"/>
              <a:ext cx="168120" cy="86760"/>
            </p14:xfrm>
          </p:contentPart>
        </mc:Choice>
        <mc:Fallback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B7D3F5DE-8BB8-5732-2126-3FEB52E8AEEE}"/>
                  </a:ext>
                </a:extLst>
              </p:cNvPr>
              <p:cNvPicPr/>
              <p:nvPr/>
            </p:nvPicPr>
            <p:blipFill>
              <a:blip r:embed="rId262"/>
              <a:stretch>
                <a:fillRect/>
              </a:stretch>
            </p:blipFill>
            <p:spPr>
              <a:xfrm>
                <a:off x="4617887" y="3876862"/>
                <a:ext cx="203760" cy="12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3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013A12E3-DEDD-8E41-7CD0-4953024E54A1}"/>
                  </a:ext>
                </a:extLst>
              </p14:cNvPr>
              <p14:cNvContentPartPr/>
              <p14:nvPr/>
            </p14:nvContentPartPr>
            <p14:xfrm>
              <a:off x="5312687" y="4062622"/>
              <a:ext cx="145800" cy="7884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013A12E3-DEDD-8E41-7CD0-4953024E54A1}"/>
                  </a:ext>
                </a:extLst>
              </p:cNvPr>
              <p:cNvPicPr/>
              <p:nvPr/>
            </p:nvPicPr>
            <p:blipFill>
              <a:blip r:embed="rId264"/>
              <a:stretch>
                <a:fillRect/>
              </a:stretch>
            </p:blipFill>
            <p:spPr>
              <a:xfrm>
                <a:off x="5295047" y="4044982"/>
                <a:ext cx="181440" cy="11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5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1FC10BFD-C69A-86ED-52B1-83439181386B}"/>
                  </a:ext>
                </a:extLst>
              </p14:cNvPr>
              <p14:cNvContentPartPr/>
              <p14:nvPr/>
            </p14:nvContentPartPr>
            <p14:xfrm>
              <a:off x="5462087" y="4036702"/>
              <a:ext cx="59040" cy="223560"/>
            </p14:xfrm>
          </p:contentPart>
        </mc:Choice>
        <mc:Fallback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1FC10BFD-C69A-86ED-52B1-83439181386B}"/>
                  </a:ext>
                </a:extLst>
              </p:cNvPr>
              <p:cNvPicPr/>
              <p:nvPr/>
            </p:nvPicPr>
            <p:blipFill>
              <a:blip r:embed="rId266"/>
              <a:stretch>
                <a:fillRect/>
              </a:stretch>
            </p:blipFill>
            <p:spPr>
              <a:xfrm>
                <a:off x="5444447" y="4019062"/>
                <a:ext cx="94680" cy="25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7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C7EE0ED3-BCAD-D44B-312F-8562E4E2B244}"/>
                  </a:ext>
                </a:extLst>
              </p14:cNvPr>
              <p14:cNvContentPartPr/>
              <p14:nvPr/>
            </p14:nvContentPartPr>
            <p14:xfrm>
              <a:off x="5581247" y="4155142"/>
              <a:ext cx="148680" cy="199440"/>
            </p14:xfrm>
          </p:contentPart>
        </mc:Choice>
        <mc:Fallback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C7EE0ED3-BCAD-D44B-312F-8562E4E2B244}"/>
                  </a:ext>
                </a:extLst>
              </p:cNvPr>
              <p:cNvPicPr/>
              <p:nvPr/>
            </p:nvPicPr>
            <p:blipFill>
              <a:blip r:embed="rId268"/>
              <a:stretch>
                <a:fillRect/>
              </a:stretch>
            </p:blipFill>
            <p:spPr>
              <a:xfrm>
                <a:off x="5563247" y="4137142"/>
                <a:ext cx="18432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9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94E379F6-E07A-209E-8864-2AEDD8A877AA}"/>
                  </a:ext>
                </a:extLst>
              </p14:cNvPr>
              <p14:cNvContentPartPr/>
              <p14:nvPr/>
            </p14:nvContentPartPr>
            <p14:xfrm>
              <a:off x="5395127" y="3725662"/>
              <a:ext cx="158760" cy="113040"/>
            </p14:xfrm>
          </p:contentPart>
        </mc:Choice>
        <mc:Fallback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94E379F6-E07A-209E-8864-2AEDD8A877AA}"/>
                  </a:ext>
                </a:extLst>
              </p:cNvPr>
              <p:cNvPicPr/>
              <p:nvPr/>
            </p:nvPicPr>
            <p:blipFill>
              <a:blip r:embed="rId270"/>
              <a:stretch>
                <a:fillRect/>
              </a:stretch>
            </p:blipFill>
            <p:spPr>
              <a:xfrm>
                <a:off x="5377487" y="3708022"/>
                <a:ext cx="194400" cy="14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1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C69F553A-FAB6-E901-F882-D7701BB5E48D}"/>
                  </a:ext>
                </a:extLst>
              </p14:cNvPr>
              <p14:cNvContentPartPr/>
              <p14:nvPr/>
            </p14:nvContentPartPr>
            <p14:xfrm>
              <a:off x="5642807" y="3822142"/>
              <a:ext cx="107280" cy="148320"/>
            </p14:xfrm>
          </p:contentPart>
        </mc:Choice>
        <mc:Fallback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C69F553A-FAB6-E901-F882-D7701BB5E48D}"/>
                  </a:ext>
                </a:extLst>
              </p:cNvPr>
              <p:cNvPicPr/>
              <p:nvPr/>
            </p:nvPicPr>
            <p:blipFill>
              <a:blip r:embed="rId272"/>
              <a:stretch>
                <a:fillRect/>
              </a:stretch>
            </p:blipFill>
            <p:spPr>
              <a:xfrm>
                <a:off x="5625167" y="3804142"/>
                <a:ext cx="142920" cy="18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3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38385A56-145C-9F60-0231-7646CE92B477}"/>
                  </a:ext>
                </a:extLst>
              </p14:cNvPr>
              <p14:cNvContentPartPr/>
              <p14:nvPr/>
            </p14:nvContentPartPr>
            <p14:xfrm>
              <a:off x="6237527" y="4019782"/>
              <a:ext cx="132120" cy="94680"/>
            </p14:xfrm>
          </p:contentPart>
        </mc:Choice>
        <mc:Fallback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38385A56-145C-9F60-0231-7646CE92B477}"/>
                  </a:ext>
                </a:extLst>
              </p:cNvPr>
              <p:cNvPicPr/>
              <p:nvPr/>
            </p:nvPicPr>
            <p:blipFill>
              <a:blip r:embed="rId274"/>
              <a:stretch>
                <a:fillRect/>
              </a:stretch>
            </p:blipFill>
            <p:spPr>
              <a:xfrm>
                <a:off x="6219887" y="4002142"/>
                <a:ext cx="167760" cy="13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5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5C08CBBB-A416-F405-EC9D-CCD625892E39}"/>
                  </a:ext>
                </a:extLst>
              </p14:cNvPr>
              <p14:cNvContentPartPr/>
              <p14:nvPr/>
            </p14:nvContentPartPr>
            <p14:xfrm>
              <a:off x="6347327" y="4032742"/>
              <a:ext cx="57240" cy="207000"/>
            </p14:xfrm>
          </p:contentPart>
        </mc:Choice>
        <mc:Fallback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5C08CBBB-A416-F405-EC9D-CCD625892E39}"/>
                  </a:ext>
                </a:extLst>
              </p:cNvPr>
              <p:cNvPicPr/>
              <p:nvPr/>
            </p:nvPicPr>
            <p:blipFill>
              <a:blip r:embed="rId276"/>
              <a:stretch>
                <a:fillRect/>
              </a:stretch>
            </p:blipFill>
            <p:spPr>
              <a:xfrm>
                <a:off x="6329327" y="4015102"/>
                <a:ext cx="92880" cy="2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7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0ADB8AAB-087B-471B-39BE-F8F5E75461E5}"/>
                  </a:ext>
                </a:extLst>
              </p14:cNvPr>
              <p14:cNvContentPartPr/>
              <p14:nvPr/>
            </p14:nvContentPartPr>
            <p14:xfrm>
              <a:off x="6489887" y="4156222"/>
              <a:ext cx="146160" cy="21492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0ADB8AAB-087B-471B-39BE-F8F5E75461E5}"/>
                  </a:ext>
                </a:extLst>
              </p:cNvPr>
              <p:cNvPicPr/>
              <p:nvPr/>
            </p:nvPicPr>
            <p:blipFill>
              <a:blip r:embed="rId278"/>
              <a:stretch>
                <a:fillRect/>
              </a:stretch>
            </p:blipFill>
            <p:spPr>
              <a:xfrm>
                <a:off x="6472247" y="4138222"/>
                <a:ext cx="181800" cy="25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9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E8E533EE-BD80-215F-434D-061EC15CBE59}"/>
                  </a:ext>
                </a:extLst>
              </p14:cNvPr>
              <p14:cNvContentPartPr/>
              <p14:nvPr/>
            </p14:nvContentPartPr>
            <p14:xfrm>
              <a:off x="6327527" y="3702262"/>
              <a:ext cx="170280" cy="114840"/>
            </p14:xfrm>
          </p:contentPart>
        </mc:Choice>
        <mc:Fallback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E8E533EE-BD80-215F-434D-061EC15CBE59}"/>
                  </a:ext>
                </a:extLst>
              </p:cNvPr>
              <p:cNvPicPr/>
              <p:nvPr/>
            </p:nvPicPr>
            <p:blipFill>
              <a:blip r:embed="rId280"/>
              <a:stretch>
                <a:fillRect/>
              </a:stretch>
            </p:blipFill>
            <p:spPr>
              <a:xfrm>
                <a:off x="6309527" y="3684262"/>
                <a:ext cx="205920" cy="15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1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0EBE590A-0404-19A5-458F-FCAE3FB0D456}"/>
                  </a:ext>
                </a:extLst>
              </p14:cNvPr>
              <p14:cNvContentPartPr/>
              <p14:nvPr/>
            </p14:nvContentPartPr>
            <p14:xfrm>
              <a:off x="6579887" y="3772822"/>
              <a:ext cx="113040" cy="192240"/>
            </p14:xfrm>
          </p:contentPart>
        </mc:Choice>
        <mc:Fallback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0EBE590A-0404-19A5-458F-FCAE3FB0D456}"/>
                  </a:ext>
                </a:extLst>
              </p:cNvPr>
              <p:cNvPicPr/>
              <p:nvPr/>
            </p:nvPicPr>
            <p:blipFill>
              <a:blip r:embed="rId282"/>
              <a:stretch>
                <a:fillRect/>
              </a:stretch>
            </p:blipFill>
            <p:spPr>
              <a:xfrm>
                <a:off x="6561887" y="3754822"/>
                <a:ext cx="148680" cy="22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3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EF5BA626-851C-A6A7-6FD7-C9F5D42DF1FE}"/>
                  </a:ext>
                </a:extLst>
              </p14:cNvPr>
              <p14:cNvContentPartPr/>
              <p14:nvPr/>
            </p14:nvContentPartPr>
            <p14:xfrm>
              <a:off x="1585967" y="4204822"/>
              <a:ext cx="154080" cy="243360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EF5BA626-851C-A6A7-6FD7-C9F5D42DF1FE}"/>
                  </a:ext>
                </a:extLst>
              </p:cNvPr>
              <p:cNvPicPr/>
              <p:nvPr/>
            </p:nvPicPr>
            <p:blipFill>
              <a:blip r:embed="rId284"/>
              <a:stretch>
                <a:fillRect/>
              </a:stretch>
            </p:blipFill>
            <p:spPr>
              <a:xfrm>
                <a:off x="1568327" y="4187182"/>
                <a:ext cx="189720" cy="27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5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18FE42D5-988A-2752-5680-4460D826EC35}"/>
                  </a:ext>
                </a:extLst>
              </p14:cNvPr>
              <p14:cNvContentPartPr/>
              <p14:nvPr/>
            </p14:nvContentPartPr>
            <p14:xfrm>
              <a:off x="1810967" y="4325422"/>
              <a:ext cx="14760" cy="18504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18FE42D5-988A-2752-5680-4460D826EC35}"/>
                  </a:ext>
                </a:extLst>
              </p:cNvPr>
              <p:cNvPicPr/>
              <p:nvPr/>
            </p:nvPicPr>
            <p:blipFill>
              <a:blip r:embed="rId286"/>
              <a:stretch>
                <a:fillRect/>
              </a:stretch>
            </p:blipFill>
            <p:spPr>
              <a:xfrm>
                <a:off x="1793327" y="4307422"/>
                <a:ext cx="50400" cy="22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7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EA5D7A10-1F19-4747-716D-8FDD62E5EE2C}"/>
                  </a:ext>
                </a:extLst>
              </p14:cNvPr>
              <p14:cNvContentPartPr/>
              <p14:nvPr/>
            </p14:nvContentPartPr>
            <p14:xfrm>
              <a:off x="1809167" y="4331542"/>
              <a:ext cx="147960" cy="18108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EA5D7A10-1F19-4747-716D-8FDD62E5EE2C}"/>
                  </a:ext>
                </a:extLst>
              </p:cNvPr>
              <p:cNvPicPr/>
              <p:nvPr/>
            </p:nvPicPr>
            <p:blipFill>
              <a:blip r:embed="rId288"/>
              <a:stretch>
                <a:fillRect/>
              </a:stretch>
            </p:blipFill>
            <p:spPr>
              <a:xfrm>
                <a:off x="1791167" y="4313542"/>
                <a:ext cx="183600" cy="21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9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631EB611-C062-542C-CE1E-0E1FB688BEA0}"/>
                  </a:ext>
                </a:extLst>
              </p14:cNvPr>
              <p14:cNvContentPartPr/>
              <p14:nvPr/>
            </p14:nvContentPartPr>
            <p14:xfrm>
              <a:off x="2242607" y="4215622"/>
              <a:ext cx="172440" cy="12888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631EB611-C062-542C-CE1E-0E1FB688BEA0}"/>
                  </a:ext>
                </a:extLst>
              </p:cNvPr>
              <p:cNvPicPr/>
              <p:nvPr/>
            </p:nvPicPr>
            <p:blipFill>
              <a:blip r:embed="rId290"/>
              <a:stretch>
                <a:fillRect/>
              </a:stretch>
            </p:blipFill>
            <p:spPr>
              <a:xfrm>
                <a:off x="2224967" y="4197622"/>
                <a:ext cx="208080" cy="16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1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59EDD8DB-7A62-C10C-61E6-421DBBA8FED0}"/>
                  </a:ext>
                </a:extLst>
              </p14:cNvPr>
              <p14:cNvContentPartPr/>
              <p14:nvPr/>
            </p14:nvContentPartPr>
            <p14:xfrm>
              <a:off x="2281847" y="4172062"/>
              <a:ext cx="138960" cy="25812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59EDD8DB-7A62-C10C-61E6-421DBBA8FED0}"/>
                  </a:ext>
                </a:extLst>
              </p:cNvPr>
              <p:cNvPicPr/>
              <p:nvPr/>
            </p:nvPicPr>
            <p:blipFill>
              <a:blip r:embed="rId292"/>
              <a:stretch>
                <a:fillRect/>
              </a:stretch>
            </p:blipFill>
            <p:spPr>
              <a:xfrm>
                <a:off x="2263847" y="4154422"/>
                <a:ext cx="174600" cy="29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3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213C4BC9-7940-A19F-F502-B894E73CADF7}"/>
                  </a:ext>
                </a:extLst>
              </p14:cNvPr>
              <p14:cNvContentPartPr/>
              <p14:nvPr/>
            </p14:nvContentPartPr>
            <p14:xfrm>
              <a:off x="2500727" y="4301662"/>
              <a:ext cx="27360" cy="16056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213C4BC9-7940-A19F-F502-B894E73CADF7}"/>
                  </a:ext>
                </a:extLst>
              </p:cNvPr>
              <p:cNvPicPr/>
              <p:nvPr/>
            </p:nvPicPr>
            <p:blipFill>
              <a:blip r:embed="rId294"/>
              <a:stretch>
                <a:fillRect/>
              </a:stretch>
            </p:blipFill>
            <p:spPr>
              <a:xfrm>
                <a:off x="2482727" y="4283662"/>
                <a:ext cx="63000" cy="19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5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12C1C1BC-CE2E-283A-C3A8-C5D38F15C35A}"/>
                  </a:ext>
                </a:extLst>
              </p14:cNvPr>
              <p14:cNvContentPartPr/>
              <p14:nvPr/>
            </p14:nvContentPartPr>
            <p14:xfrm>
              <a:off x="2505767" y="4217062"/>
              <a:ext cx="220320" cy="28656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12C1C1BC-CE2E-283A-C3A8-C5D38F15C35A}"/>
                  </a:ext>
                </a:extLst>
              </p:cNvPr>
              <p:cNvPicPr/>
              <p:nvPr/>
            </p:nvPicPr>
            <p:blipFill>
              <a:blip r:embed="rId296"/>
              <a:stretch>
                <a:fillRect/>
              </a:stretch>
            </p:blipFill>
            <p:spPr>
              <a:xfrm>
                <a:off x="2488127" y="4199062"/>
                <a:ext cx="255960" cy="32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7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FB19E7AC-C4D5-7849-6262-F7A3F06FCECB}"/>
                  </a:ext>
                </a:extLst>
              </p14:cNvPr>
              <p14:cNvContentPartPr/>
              <p14:nvPr/>
            </p14:nvContentPartPr>
            <p14:xfrm>
              <a:off x="2268527" y="4869382"/>
              <a:ext cx="156960" cy="120960"/>
            </p14:xfrm>
          </p:contentPart>
        </mc:Choice>
        <mc:Fallback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FB19E7AC-C4D5-7849-6262-F7A3F06FCECB}"/>
                  </a:ext>
                </a:extLst>
              </p:cNvPr>
              <p:cNvPicPr/>
              <p:nvPr/>
            </p:nvPicPr>
            <p:blipFill>
              <a:blip r:embed="rId298"/>
              <a:stretch>
                <a:fillRect/>
              </a:stretch>
            </p:blipFill>
            <p:spPr>
              <a:xfrm>
                <a:off x="2250887" y="4851382"/>
                <a:ext cx="192600" cy="15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9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75F0E54F-51F6-B8C6-DEC4-5AD6754412F0}"/>
                  </a:ext>
                </a:extLst>
              </p14:cNvPr>
              <p14:cNvContentPartPr/>
              <p14:nvPr/>
            </p14:nvContentPartPr>
            <p14:xfrm>
              <a:off x="2417927" y="4943902"/>
              <a:ext cx="70920" cy="159840"/>
            </p14:xfrm>
          </p:contentPart>
        </mc:Choice>
        <mc:Fallback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75F0E54F-51F6-B8C6-DEC4-5AD6754412F0}"/>
                  </a:ext>
                </a:extLst>
              </p:cNvPr>
              <p:cNvPicPr/>
              <p:nvPr/>
            </p:nvPicPr>
            <p:blipFill>
              <a:blip r:embed="rId300"/>
              <a:stretch>
                <a:fillRect/>
              </a:stretch>
            </p:blipFill>
            <p:spPr>
              <a:xfrm>
                <a:off x="2399927" y="4925902"/>
                <a:ext cx="106560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1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E101A909-4B71-7D10-D918-920EBA3E3C40}"/>
                  </a:ext>
                </a:extLst>
              </p14:cNvPr>
              <p14:cNvContentPartPr/>
              <p14:nvPr/>
            </p14:nvContentPartPr>
            <p14:xfrm>
              <a:off x="2462207" y="4890982"/>
              <a:ext cx="100080" cy="41040"/>
            </p14:xfrm>
          </p:contentPart>
        </mc:Choice>
        <mc:Fallback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E101A909-4B71-7D10-D918-920EBA3E3C40}"/>
                  </a:ext>
                </a:extLst>
              </p:cNvPr>
              <p:cNvPicPr/>
              <p:nvPr/>
            </p:nvPicPr>
            <p:blipFill>
              <a:blip r:embed="rId302"/>
              <a:stretch>
                <a:fillRect/>
              </a:stretch>
            </p:blipFill>
            <p:spPr>
              <a:xfrm>
                <a:off x="2444567" y="4872982"/>
                <a:ext cx="135720" cy="7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3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29AFAFDB-041C-FC76-DF7D-00C79B76DCCF}"/>
                  </a:ext>
                </a:extLst>
              </p14:cNvPr>
              <p14:cNvContentPartPr/>
              <p14:nvPr/>
            </p14:nvContentPartPr>
            <p14:xfrm>
              <a:off x="2634647" y="4902142"/>
              <a:ext cx="53280" cy="11520"/>
            </p14:xfrm>
          </p:contentPart>
        </mc:Choice>
        <mc:Fallback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29AFAFDB-041C-FC76-DF7D-00C79B76DCCF}"/>
                  </a:ext>
                </a:extLst>
              </p:cNvPr>
              <p:cNvPicPr/>
              <p:nvPr/>
            </p:nvPicPr>
            <p:blipFill>
              <a:blip r:embed="rId304"/>
              <a:stretch>
                <a:fillRect/>
              </a:stretch>
            </p:blipFill>
            <p:spPr>
              <a:xfrm>
                <a:off x="2617007" y="4884502"/>
                <a:ext cx="8892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5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2F95E826-757C-ADB7-8502-C3D6BC36C785}"/>
                  </a:ext>
                </a:extLst>
              </p14:cNvPr>
              <p14:cNvContentPartPr/>
              <p14:nvPr/>
            </p14:nvContentPartPr>
            <p14:xfrm>
              <a:off x="2632847" y="4961542"/>
              <a:ext cx="124200" cy="55440"/>
            </p14:xfrm>
          </p:contentPart>
        </mc:Choice>
        <mc:Fallback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2F95E826-757C-ADB7-8502-C3D6BC36C785}"/>
                  </a:ext>
                </a:extLst>
              </p:cNvPr>
              <p:cNvPicPr/>
              <p:nvPr/>
            </p:nvPicPr>
            <p:blipFill>
              <a:blip r:embed="rId306"/>
              <a:stretch>
                <a:fillRect/>
              </a:stretch>
            </p:blipFill>
            <p:spPr>
              <a:xfrm>
                <a:off x="2615207" y="4943542"/>
                <a:ext cx="159840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7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BE44416F-AF1C-4BA5-0AEB-4CBEE5B70AF6}"/>
                  </a:ext>
                </a:extLst>
              </p14:cNvPr>
              <p14:cNvContentPartPr/>
              <p14:nvPr/>
            </p14:nvContentPartPr>
            <p14:xfrm>
              <a:off x="2889167" y="4758502"/>
              <a:ext cx="118080" cy="200160"/>
            </p14:xfrm>
          </p:contentPart>
        </mc:Choice>
        <mc:Fallback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BE44416F-AF1C-4BA5-0AEB-4CBEE5B70AF6}"/>
                  </a:ext>
                </a:extLst>
              </p:cNvPr>
              <p:cNvPicPr/>
              <p:nvPr/>
            </p:nvPicPr>
            <p:blipFill>
              <a:blip r:embed="rId308"/>
              <a:stretch>
                <a:fillRect/>
              </a:stretch>
            </p:blipFill>
            <p:spPr>
              <a:xfrm>
                <a:off x="2871167" y="4740862"/>
                <a:ext cx="15372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9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695A0E99-8677-A62D-80B9-C1D5F87DFE70}"/>
                  </a:ext>
                </a:extLst>
              </p14:cNvPr>
              <p14:cNvContentPartPr/>
              <p14:nvPr/>
            </p14:nvContentPartPr>
            <p14:xfrm>
              <a:off x="2306687" y="5430622"/>
              <a:ext cx="199440" cy="176400"/>
            </p14:xfrm>
          </p:contentPart>
        </mc:Choice>
        <mc:Fallback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695A0E99-8677-A62D-80B9-C1D5F87DFE70}"/>
                  </a:ext>
                </a:extLst>
              </p:cNvPr>
              <p:cNvPicPr/>
              <p:nvPr/>
            </p:nvPicPr>
            <p:blipFill>
              <a:blip r:embed="rId310"/>
              <a:stretch>
                <a:fillRect/>
              </a:stretch>
            </p:blipFill>
            <p:spPr>
              <a:xfrm>
                <a:off x="2288687" y="5412982"/>
                <a:ext cx="23508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1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462D3064-81E5-8194-A590-0FBD86E5B709}"/>
                  </a:ext>
                </a:extLst>
              </p14:cNvPr>
              <p14:cNvContentPartPr/>
              <p14:nvPr/>
            </p14:nvContentPartPr>
            <p14:xfrm>
              <a:off x="2533487" y="5518822"/>
              <a:ext cx="82800" cy="141840"/>
            </p14:xfrm>
          </p:contentPart>
        </mc:Choice>
        <mc:Fallback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462D3064-81E5-8194-A590-0FBD86E5B709}"/>
                  </a:ext>
                </a:extLst>
              </p:cNvPr>
              <p:cNvPicPr/>
              <p:nvPr/>
            </p:nvPicPr>
            <p:blipFill>
              <a:blip r:embed="rId312"/>
              <a:stretch>
                <a:fillRect/>
              </a:stretch>
            </p:blipFill>
            <p:spPr>
              <a:xfrm>
                <a:off x="2515487" y="5500822"/>
                <a:ext cx="118440" cy="17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3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7C3740DA-32DE-2AB5-A9C4-9AFAE7E8E6D6}"/>
                  </a:ext>
                </a:extLst>
              </p14:cNvPr>
              <p14:cNvContentPartPr/>
              <p14:nvPr/>
            </p14:nvContentPartPr>
            <p14:xfrm>
              <a:off x="2693327" y="5492902"/>
              <a:ext cx="66960" cy="35280"/>
            </p14:xfrm>
          </p:contentPart>
        </mc:Choice>
        <mc:Fallback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7C3740DA-32DE-2AB5-A9C4-9AFAE7E8E6D6}"/>
                  </a:ext>
                </a:extLst>
              </p:cNvPr>
              <p:cNvPicPr/>
              <p:nvPr/>
            </p:nvPicPr>
            <p:blipFill>
              <a:blip r:embed="rId314"/>
              <a:stretch>
                <a:fillRect/>
              </a:stretch>
            </p:blipFill>
            <p:spPr>
              <a:xfrm>
                <a:off x="2675327" y="5474902"/>
                <a:ext cx="102600" cy="7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5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746FC0E3-5F30-19A7-C5B2-819742919A68}"/>
                  </a:ext>
                </a:extLst>
              </p14:cNvPr>
              <p14:cNvContentPartPr/>
              <p14:nvPr/>
            </p14:nvContentPartPr>
            <p14:xfrm>
              <a:off x="2713847" y="5559502"/>
              <a:ext cx="88560" cy="46080"/>
            </p14:xfrm>
          </p:contentPart>
        </mc:Choice>
        <mc:Fallback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746FC0E3-5F30-19A7-C5B2-819742919A68}"/>
                  </a:ext>
                </a:extLst>
              </p:cNvPr>
              <p:cNvPicPr/>
              <p:nvPr/>
            </p:nvPicPr>
            <p:blipFill>
              <a:blip r:embed="rId316"/>
              <a:stretch>
                <a:fillRect/>
              </a:stretch>
            </p:blipFill>
            <p:spPr>
              <a:xfrm>
                <a:off x="2695847" y="5541502"/>
                <a:ext cx="12420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7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D949BC8A-3E61-ACC2-4E67-95BE4037118B}"/>
                  </a:ext>
                </a:extLst>
              </p14:cNvPr>
              <p14:cNvContentPartPr/>
              <p14:nvPr/>
            </p14:nvContentPartPr>
            <p14:xfrm>
              <a:off x="2923007" y="5442142"/>
              <a:ext cx="1080" cy="80280"/>
            </p14:xfrm>
          </p:contentPart>
        </mc:Choice>
        <mc:Fallback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D949BC8A-3E61-ACC2-4E67-95BE4037118B}"/>
                  </a:ext>
                </a:extLst>
              </p:cNvPr>
              <p:cNvPicPr/>
              <p:nvPr/>
            </p:nvPicPr>
            <p:blipFill>
              <a:blip r:embed="rId318"/>
              <a:stretch>
                <a:fillRect/>
              </a:stretch>
            </p:blipFill>
            <p:spPr>
              <a:xfrm>
                <a:off x="2905367" y="5424142"/>
                <a:ext cx="36720" cy="11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9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83A8ADC9-1CA8-C7FF-B652-D1409ADD5F47}"/>
                  </a:ext>
                </a:extLst>
              </p14:cNvPr>
              <p14:cNvContentPartPr/>
              <p14:nvPr/>
            </p14:nvContentPartPr>
            <p14:xfrm>
              <a:off x="2791967" y="5282302"/>
              <a:ext cx="176040" cy="346680"/>
            </p14:xfrm>
          </p:contentPart>
        </mc:Choice>
        <mc:Fallback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83A8ADC9-1CA8-C7FF-B652-D1409ADD5F47}"/>
                  </a:ext>
                </a:extLst>
              </p:cNvPr>
              <p:cNvPicPr/>
              <p:nvPr/>
            </p:nvPicPr>
            <p:blipFill>
              <a:blip r:embed="rId320"/>
              <a:stretch>
                <a:fillRect/>
              </a:stretch>
            </p:blipFill>
            <p:spPr>
              <a:xfrm>
                <a:off x="2774327" y="5264662"/>
                <a:ext cx="211680" cy="38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1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B976B9A2-BDAC-7285-B34D-8FF65151E992}"/>
                  </a:ext>
                </a:extLst>
              </p14:cNvPr>
              <p14:cNvContentPartPr/>
              <p14:nvPr/>
            </p14:nvContentPartPr>
            <p14:xfrm>
              <a:off x="1346927" y="4949302"/>
              <a:ext cx="153720" cy="28800"/>
            </p14:xfrm>
          </p:contentPart>
        </mc:Choice>
        <mc:Fallback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B976B9A2-BDAC-7285-B34D-8FF65151E992}"/>
                  </a:ext>
                </a:extLst>
              </p:cNvPr>
              <p:cNvPicPr/>
              <p:nvPr/>
            </p:nvPicPr>
            <p:blipFill>
              <a:blip r:embed="rId322"/>
              <a:stretch>
                <a:fillRect/>
              </a:stretch>
            </p:blipFill>
            <p:spPr>
              <a:xfrm>
                <a:off x="1329287" y="4931302"/>
                <a:ext cx="189360" cy="6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3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7E5CCDE0-150F-FB24-6DE9-71982E36461A}"/>
                  </a:ext>
                </a:extLst>
              </p14:cNvPr>
              <p14:cNvContentPartPr/>
              <p14:nvPr/>
            </p14:nvContentPartPr>
            <p14:xfrm>
              <a:off x="1551767" y="4885942"/>
              <a:ext cx="30600" cy="197640"/>
            </p14:xfrm>
          </p:contentPart>
        </mc:Choice>
        <mc:Fallback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7E5CCDE0-150F-FB24-6DE9-71982E36461A}"/>
                  </a:ext>
                </a:extLst>
              </p:cNvPr>
              <p:cNvPicPr/>
              <p:nvPr/>
            </p:nvPicPr>
            <p:blipFill>
              <a:blip r:embed="rId324"/>
              <a:stretch>
                <a:fillRect/>
              </a:stretch>
            </p:blipFill>
            <p:spPr>
              <a:xfrm>
                <a:off x="1534127" y="4867942"/>
                <a:ext cx="66240" cy="23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5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A00B0E72-4167-1DDA-115D-6262C2D31C21}"/>
                  </a:ext>
                </a:extLst>
              </p14:cNvPr>
              <p14:cNvContentPartPr/>
              <p14:nvPr/>
            </p14:nvContentPartPr>
            <p14:xfrm>
              <a:off x="1559687" y="4837702"/>
              <a:ext cx="187560" cy="189000"/>
            </p14:xfrm>
          </p:contentPart>
        </mc:Choice>
        <mc:Fallback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A00B0E72-4167-1DDA-115D-6262C2D31C21}"/>
                  </a:ext>
                </a:extLst>
              </p:cNvPr>
              <p:cNvPicPr/>
              <p:nvPr/>
            </p:nvPicPr>
            <p:blipFill>
              <a:blip r:embed="rId326"/>
              <a:stretch>
                <a:fillRect/>
              </a:stretch>
            </p:blipFill>
            <p:spPr>
              <a:xfrm>
                <a:off x="1542047" y="4820062"/>
                <a:ext cx="22320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7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4B13EB3A-0094-A300-2C71-2FFDAE811A3B}"/>
                  </a:ext>
                </a:extLst>
              </p14:cNvPr>
              <p14:cNvContentPartPr/>
              <p14:nvPr/>
            </p14:nvContentPartPr>
            <p14:xfrm>
              <a:off x="1369247" y="5606302"/>
              <a:ext cx="135360" cy="49320"/>
            </p14:xfrm>
          </p:contentPart>
        </mc:Choice>
        <mc:Fallback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4B13EB3A-0094-A300-2C71-2FFDAE811A3B}"/>
                  </a:ext>
                </a:extLst>
              </p:cNvPr>
              <p:cNvPicPr/>
              <p:nvPr/>
            </p:nvPicPr>
            <p:blipFill>
              <a:blip r:embed="rId328"/>
              <a:stretch>
                <a:fillRect/>
              </a:stretch>
            </p:blipFill>
            <p:spPr>
              <a:xfrm>
                <a:off x="1351607" y="5588302"/>
                <a:ext cx="171000" cy="8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9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4AFCACE1-C6DA-3C17-6032-976C7E552861}"/>
                  </a:ext>
                </a:extLst>
              </p14:cNvPr>
              <p14:cNvContentPartPr/>
              <p14:nvPr/>
            </p14:nvContentPartPr>
            <p14:xfrm>
              <a:off x="1631327" y="5481022"/>
              <a:ext cx="5760" cy="190080"/>
            </p14:xfrm>
          </p:contentPart>
        </mc:Choice>
        <mc:Fallback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4AFCACE1-C6DA-3C17-6032-976C7E552861}"/>
                  </a:ext>
                </a:extLst>
              </p:cNvPr>
              <p:cNvPicPr/>
              <p:nvPr/>
            </p:nvPicPr>
            <p:blipFill>
              <a:blip r:embed="rId330"/>
              <a:stretch>
                <a:fillRect/>
              </a:stretch>
            </p:blipFill>
            <p:spPr>
              <a:xfrm>
                <a:off x="1613327" y="5463022"/>
                <a:ext cx="41400" cy="22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1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9B2F7D3A-F05C-740A-74CD-D4701FFD5794}"/>
                  </a:ext>
                </a:extLst>
              </p14:cNvPr>
              <p14:cNvContentPartPr/>
              <p14:nvPr/>
            </p14:nvContentPartPr>
            <p14:xfrm>
              <a:off x="1652207" y="5436382"/>
              <a:ext cx="176400" cy="284760"/>
            </p14:xfrm>
          </p:contentPart>
        </mc:Choice>
        <mc:Fallback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9B2F7D3A-F05C-740A-74CD-D4701FFD5794}"/>
                  </a:ext>
                </a:extLst>
              </p:cNvPr>
              <p:cNvPicPr/>
              <p:nvPr/>
            </p:nvPicPr>
            <p:blipFill>
              <a:blip r:embed="rId332"/>
              <a:stretch>
                <a:fillRect/>
              </a:stretch>
            </p:blipFill>
            <p:spPr>
              <a:xfrm>
                <a:off x="1634207" y="5418382"/>
                <a:ext cx="212040" cy="32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3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9D49EEC8-33A5-0876-AD50-9188BC9107A1}"/>
                  </a:ext>
                </a:extLst>
              </p14:cNvPr>
              <p14:cNvContentPartPr/>
              <p14:nvPr/>
            </p14:nvContentPartPr>
            <p14:xfrm>
              <a:off x="2098607" y="3978742"/>
              <a:ext cx="229680" cy="2190240"/>
            </p14:xfrm>
          </p:contentPart>
        </mc:Choice>
        <mc:Fallback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9D49EEC8-33A5-0876-AD50-9188BC9107A1}"/>
                  </a:ext>
                </a:extLst>
              </p:cNvPr>
              <p:cNvPicPr/>
              <p:nvPr/>
            </p:nvPicPr>
            <p:blipFill>
              <a:blip r:embed="rId334"/>
              <a:stretch>
                <a:fillRect/>
              </a:stretch>
            </p:blipFill>
            <p:spPr>
              <a:xfrm>
                <a:off x="2080967" y="3960742"/>
                <a:ext cx="265320" cy="222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5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6780A091-574E-3A9C-1355-CA6BCC63F2EE}"/>
                  </a:ext>
                </a:extLst>
              </p14:cNvPr>
              <p14:cNvContentPartPr/>
              <p14:nvPr/>
            </p14:nvContentPartPr>
            <p14:xfrm>
              <a:off x="3169967" y="4065142"/>
              <a:ext cx="108000" cy="1272600"/>
            </p14:xfrm>
          </p:contentPart>
        </mc:Choice>
        <mc:Fallback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6780A091-574E-3A9C-1355-CA6BCC63F2EE}"/>
                  </a:ext>
                </a:extLst>
              </p:cNvPr>
              <p:cNvPicPr/>
              <p:nvPr/>
            </p:nvPicPr>
            <p:blipFill>
              <a:blip r:embed="rId336"/>
              <a:stretch>
                <a:fillRect/>
              </a:stretch>
            </p:blipFill>
            <p:spPr>
              <a:xfrm>
                <a:off x="3151967" y="4047142"/>
                <a:ext cx="143640" cy="130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7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9739DE9A-1097-C9C6-364A-84FF0AC20E39}"/>
                  </a:ext>
                </a:extLst>
              </p14:cNvPr>
              <p14:cNvContentPartPr/>
              <p14:nvPr/>
            </p14:nvContentPartPr>
            <p14:xfrm>
              <a:off x="4081487" y="3984142"/>
              <a:ext cx="123480" cy="1460160"/>
            </p14:xfrm>
          </p:contentPart>
        </mc:Choice>
        <mc:Fallback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9739DE9A-1097-C9C6-364A-84FF0AC20E39}"/>
                  </a:ext>
                </a:extLst>
              </p:cNvPr>
              <p:cNvPicPr/>
              <p:nvPr/>
            </p:nvPicPr>
            <p:blipFill>
              <a:blip r:embed="rId338"/>
              <a:stretch>
                <a:fillRect/>
              </a:stretch>
            </p:blipFill>
            <p:spPr>
              <a:xfrm>
                <a:off x="4063847" y="3966142"/>
                <a:ext cx="159120" cy="149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9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8ECC97AD-0738-F2BD-36D2-F738B928AD01}"/>
                  </a:ext>
                </a:extLst>
              </p14:cNvPr>
              <p14:cNvContentPartPr/>
              <p14:nvPr/>
            </p14:nvContentPartPr>
            <p14:xfrm>
              <a:off x="3264647" y="5250262"/>
              <a:ext cx="82440" cy="775440"/>
            </p14:xfrm>
          </p:contentPart>
        </mc:Choice>
        <mc:Fallback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8ECC97AD-0738-F2BD-36D2-F738B928AD01}"/>
                  </a:ext>
                </a:extLst>
              </p:cNvPr>
              <p:cNvPicPr/>
              <p:nvPr/>
            </p:nvPicPr>
            <p:blipFill>
              <a:blip r:embed="rId340"/>
              <a:stretch>
                <a:fillRect/>
              </a:stretch>
            </p:blipFill>
            <p:spPr>
              <a:xfrm>
                <a:off x="3247007" y="5232262"/>
                <a:ext cx="118080" cy="81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1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B63F4D12-CA68-97EB-C0D9-1701CA736CE2}"/>
                  </a:ext>
                </a:extLst>
              </p14:cNvPr>
              <p14:cNvContentPartPr/>
              <p14:nvPr/>
            </p14:nvContentPartPr>
            <p14:xfrm>
              <a:off x="1222727" y="6128662"/>
              <a:ext cx="168120" cy="180360"/>
            </p14:xfrm>
          </p:contentPart>
        </mc:Choice>
        <mc:Fallback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B63F4D12-CA68-97EB-C0D9-1701CA736CE2}"/>
                  </a:ext>
                </a:extLst>
              </p:cNvPr>
              <p:cNvPicPr/>
              <p:nvPr/>
            </p:nvPicPr>
            <p:blipFill>
              <a:blip r:embed="rId342"/>
              <a:stretch>
                <a:fillRect/>
              </a:stretch>
            </p:blipFill>
            <p:spPr>
              <a:xfrm>
                <a:off x="1205087" y="6111022"/>
                <a:ext cx="20376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3">
            <p14:nvContentPartPr>
              <p14:cNvPr id="200" name="Ink 199">
                <a:extLst>
                  <a:ext uri="{FF2B5EF4-FFF2-40B4-BE49-F238E27FC236}">
                    <a16:creationId xmlns:a16="http://schemas.microsoft.com/office/drawing/2014/main" id="{75DAD27C-4F74-46EA-B58C-6D7533DF9DA1}"/>
                  </a:ext>
                </a:extLst>
              </p14:cNvPr>
              <p14:cNvContentPartPr/>
              <p14:nvPr/>
            </p14:nvContentPartPr>
            <p14:xfrm>
              <a:off x="1492367" y="6166822"/>
              <a:ext cx="52200" cy="34920"/>
            </p14:xfrm>
          </p:contentPart>
        </mc:Choice>
        <mc:Fallback>
          <p:pic>
            <p:nvPicPr>
              <p:cNvPr id="200" name="Ink 199">
                <a:extLst>
                  <a:ext uri="{FF2B5EF4-FFF2-40B4-BE49-F238E27FC236}">
                    <a16:creationId xmlns:a16="http://schemas.microsoft.com/office/drawing/2014/main" id="{75DAD27C-4F74-46EA-B58C-6D7533DF9DA1}"/>
                  </a:ext>
                </a:extLst>
              </p:cNvPr>
              <p:cNvPicPr/>
              <p:nvPr/>
            </p:nvPicPr>
            <p:blipFill>
              <a:blip r:embed="rId344"/>
              <a:stretch>
                <a:fillRect/>
              </a:stretch>
            </p:blipFill>
            <p:spPr>
              <a:xfrm>
                <a:off x="1474727" y="6149182"/>
                <a:ext cx="87840" cy="7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5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66078ED7-F15B-8214-ACDE-F1D0A3D4C95C}"/>
                  </a:ext>
                </a:extLst>
              </p14:cNvPr>
              <p14:cNvContentPartPr/>
              <p14:nvPr/>
            </p14:nvContentPartPr>
            <p14:xfrm>
              <a:off x="1491287" y="6222622"/>
              <a:ext cx="100800" cy="48600"/>
            </p14:xfrm>
          </p:contentPart>
        </mc:Choice>
        <mc:Fallback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66078ED7-F15B-8214-ACDE-F1D0A3D4C95C}"/>
                  </a:ext>
                </a:extLst>
              </p:cNvPr>
              <p:cNvPicPr/>
              <p:nvPr/>
            </p:nvPicPr>
            <p:blipFill>
              <a:blip r:embed="rId346"/>
              <a:stretch>
                <a:fillRect/>
              </a:stretch>
            </p:blipFill>
            <p:spPr>
              <a:xfrm>
                <a:off x="1473287" y="6204622"/>
                <a:ext cx="136440" cy="8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7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25A2968D-474F-7F84-FC40-2077F8626AB7}"/>
                  </a:ext>
                </a:extLst>
              </p14:cNvPr>
              <p14:cNvContentPartPr/>
              <p14:nvPr/>
            </p14:nvContentPartPr>
            <p14:xfrm>
              <a:off x="1738607" y="6223702"/>
              <a:ext cx="149760" cy="55800"/>
            </p14:xfrm>
          </p:contentPart>
        </mc:Choice>
        <mc:Fallback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25A2968D-474F-7F84-FC40-2077F8626AB7}"/>
                  </a:ext>
                </a:extLst>
              </p:cNvPr>
              <p:cNvPicPr/>
              <p:nvPr/>
            </p:nvPicPr>
            <p:blipFill>
              <a:blip r:embed="rId348"/>
              <a:stretch>
                <a:fillRect/>
              </a:stretch>
            </p:blipFill>
            <p:spPr>
              <a:xfrm>
                <a:off x="1720607" y="6206062"/>
                <a:ext cx="185400" cy="9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9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860BB469-F4E8-5599-3B71-A23BF36B4CCB}"/>
                  </a:ext>
                </a:extLst>
              </p14:cNvPr>
              <p14:cNvContentPartPr/>
              <p14:nvPr/>
            </p14:nvContentPartPr>
            <p14:xfrm>
              <a:off x="2164847" y="6071062"/>
              <a:ext cx="23040" cy="318960"/>
            </p14:xfrm>
          </p:contentPart>
        </mc:Choice>
        <mc:Fallback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860BB469-F4E8-5599-3B71-A23BF36B4CCB}"/>
                  </a:ext>
                </a:extLst>
              </p:cNvPr>
              <p:cNvPicPr/>
              <p:nvPr/>
            </p:nvPicPr>
            <p:blipFill>
              <a:blip r:embed="rId350"/>
              <a:stretch>
                <a:fillRect/>
              </a:stretch>
            </p:blipFill>
            <p:spPr>
              <a:xfrm>
                <a:off x="2147207" y="6053062"/>
                <a:ext cx="58680" cy="35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1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17A28943-16C7-AC52-DFD6-323FF01345F4}"/>
                  </a:ext>
                </a:extLst>
              </p14:cNvPr>
              <p14:cNvContentPartPr/>
              <p14:nvPr/>
            </p14:nvContentPartPr>
            <p14:xfrm>
              <a:off x="2331887" y="6092662"/>
              <a:ext cx="30600" cy="250200"/>
            </p14:xfrm>
          </p:contentPart>
        </mc:Choice>
        <mc:Fallback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17A28943-16C7-AC52-DFD6-323FF01345F4}"/>
                  </a:ext>
                </a:extLst>
              </p:cNvPr>
              <p:cNvPicPr/>
              <p:nvPr/>
            </p:nvPicPr>
            <p:blipFill>
              <a:blip r:embed="rId352"/>
              <a:stretch>
                <a:fillRect/>
              </a:stretch>
            </p:blipFill>
            <p:spPr>
              <a:xfrm>
                <a:off x="2313887" y="6074662"/>
                <a:ext cx="66240" cy="28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3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9992CD04-9920-AEFB-7017-4994025468BA}"/>
                  </a:ext>
                </a:extLst>
              </p14:cNvPr>
              <p14:cNvContentPartPr/>
              <p14:nvPr/>
            </p14:nvContentPartPr>
            <p14:xfrm>
              <a:off x="2497487" y="6062422"/>
              <a:ext cx="20880" cy="239400"/>
            </p14:xfrm>
          </p:contentPart>
        </mc:Choice>
        <mc:Fallback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9992CD04-9920-AEFB-7017-4994025468BA}"/>
                  </a:ext>
                </a:extLst>
              </p:cNvPr>
              <p:cNvPicPr/>
              <p:nvPr/>
            </p:nvPicPr>
            <p:blipFill>
              <a:blip r:embed="rId354"/>
              <a:stretch>
                <a:fillRect/>
              </a:stretch>
            </p:blipFill>
            <p:spPr>
              <a:xfrm>
                <a:off x="2479847" y="6044422"/>
                <a:ext cx="56520" cy="27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5">
            <p14:nvContentPartPr>
              <p14:cNvPr id="208" name="Ink 207">
                <a:extLst>
                  <a:ext uri="{FF2B5EF4-FFF2-40B4-BE49-F238E27FC236}">
                    <a16:creationId xmlns:a16="http://schemas.microsoft.com/office/drawing/2014/main" id="{E35F81E7-CEA9-1A57-5C7F-998BD35CDBA7}"/>
                  </a:ext>
                </a:extLst>
              </p14:cNvPr>
              <p14:cNvContentPartPr/>
              <p14:nvPr/>
            </p14:nvContentPartPr>
            <p14:xfrm>
              <a:off x="2515487" y="6003382"/>
              <a:ext cx="170280" cy="222480"/>
            </p14:xfrm>
          </p:contentPart>
        </mc:Choice>
        <mc:Fallback>
          <p:pic>
            <p:nvPicPr>
              <p:cNvPr id="208" name="Ink 207">
                <a:extLst>
                  <a:ext uri="{FF2B5EF4-FFF2-40B4-BE49-F238E27FC236}">
                    <a16:creationId xmlns:a16="http://schemas.microsoft.com/office/drawing/2014/main" id="{E35F81E7-CEA9-1A57-5C7F-998BD35CDBA7}"/>
                  </a:ext>
                </a:extLst>
              </p:cNvPr>
              <p:cNvPicPr/>
              <p:nvPr/>
            </p:nvPicPr>
            <p:blipFill>
              <a:blip r:embed="rId356"/>
              <a:stretch>
                <a:fillRect/>
              </a:stretch>
            </p:blipFill>
            <p:spPr>
              <a:xfrm>
                <a:off x="2497847" y="5985742"/>
                <a:ext cx="205920" cy="25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7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0B933E83-664E-1FAD-A34B-2D8A88541DCD}"/>
                  </a:ext>
                </a:extLst>
              </p14:cNvPr>
              <p14:cNvContentPartPr/>
              <p14:nvPr/>
            </p14:nvContentPartPr>
            <p14:xfrm>
              <a:off x="1464287" y="4974502"/>
              <a:ext cx="8178840" cy="997920"/>
            </p14:xfrm>
          </p:contentPart>
        </mc:Choice>
        <mc:Fallback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0B933E83-664E-1FAD-A34B-2D8A88541DCD}"/>
                  </a:ext>
                </a:extLst>
              </p:cNvPr>
              <p:cNvPicPr/>
              <p:nvPr/>
            </p:nvPicPr>
            <p:blipFill>
              <a:blip r:embed="rId358"/>
              <a:stretch>
                <a:fillRect/>
              </a:stretch>
            </p:blipFill>
            <p:spPr>
              <a:xfrm>
                <a:off x="1446647" y="4956502"/>
                <a:ext cx="8214480" cy="10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9">
            <p14:nvContentPartPr>
              <p14:cNvPr id="211" name="Ink 210">
                <a:extLst>
                  <a:ext uri="{FF2B5EF4-FFF2-40B4-BE49-F238E27FC236}">
                    <a16:creationId xmlns:a16="http://schemas.microsoft.com/office/drawing/2014/main" id="{0EB4BC4B-585A-2261-4ED4-AC6193A63CAF}"/>
                  </a:ext>
                </a:extLst>
              </p14:cNvPr>
              <p14:cNvContentPartPr/>
              <p14:nvPr/>
            </p14:nvContentPartPr>
            <p14:xfrm>
              <a:off x="2867927" y="5811862"/>
              <a:ext cx="36720" cy="741240"/>
            </p14:xfrm>
          </p:contentPart>
        </mc:Choice>
        <mc:Fallback>
          <p:pic>
            <p:nvPicPr>
              <p:cNvPr id="211" name="Ink 210">
                <a:extLst>
                  <a:ext uri="{FF2B5EF4-FFF2-40B4-BE49-F238E27FC236}">
                    <a16:creationId xmlns:a16="http://schemas.microsoft.com/office/drawing/2014/main" id="{0EB4BC4B-585A-2261-4ED4-AC6193A63CAF}"/>
                  </a:ext>
                </a:extLst>
              </p:cNvPr>
              <p:cNvPicPr/>
              <p:nvPr/>
            </p:nvPicPr>
            <p:blipFill>
              <a:blip r:embed="rId360"/>
              <a:stretch>
                <a:fillRect/>
              </a:stretch>
            </p:blipFill>
            <p:spPr>
              <a:xfrm>
                <a:off x="2850287" y="5794222"/>
                <a:ext cx="72360" cy="77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1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90B71C0C-1E20-5E24-20F8-DE965BEF3A9C}"/>
                  </a:ext>
                </a:extLst>
              </p14:cNvPr>
              <p14:cNvContentPartPr/>
              <p14:nvPr/>
            </p14:nvContentPartPr>
            <p14:xfrm>
              <a:off x="2956847" y="5878462"/>
              <a:ext cx="180720" cy="127800"/>
            </p14:xfrm>
          </p:contentPart>
        </mc:Choice>
        <mc:Fallback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90B71C0C-1E20-5E24-20F8-DE965BEF3A9C}"/>
                  </a:ext>
                </a:extLst>
              </p:cNvPr>
              <p:cNvPicPr/>
              <p:nvPr/>
            </p:nvPicPr>
            <p:blipFill>
              <a:blip r:embed="rId362"/>
              <a:stretch>
                <a:fillRect/>
              </a:stretch>
            </p:blipFill>
            <p:spPr>
              <a:xfrm>
                <a:off x="2939207" y="5860822"/>
                <a:ext cx="216360" cy="16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3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78FD177B-9F7E-6845-9927-E508FDAB0AA5}"/>
                  </a:ext>
                </a:extLst>
              </p14:cNvPr>
              <p14:cNvContentPartPr/>
              <p14:nvPr/>
            </p14:nvContentPartPr>
            <p14:xfrm>
              <a:off x="3146927" y="5940022"/>
              <a:ext cx="61560" cy="209520"/>
            </p14:xfrm>
          </p:contentPart>
        </mc:Choice>
        <mc:Fallback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78FD177B-9F7E-6845-9927-E508FDAB0AA5}"/>
                  </a:ext>
                </a:extLst>
              </p:cNvPr>
              <p:cNvPicPr/>
              <p:nvPr/>
            </p:nvPicPr>
            <p:blipFill>
              <a:blip r:embed="rId364"/>
              <a:stretch>
                <a:fillRect/>
              </a:stretch>
            </p:blipFill>
            <p:spPr>
              <a:xfrm>
                <a:off x="3129287" y="5922382"/>
                <a:ext cx="9720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5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A79C8D48-CCA0-0434-F12D-DEFC25743957}"/>
                  </a:ext>
                </a:extLst>
              </p14:cNvPr>
              <p14:cNvContentPartPr/>
              <p14:nvPr/>
            </p14:nvContentPartPr>
            <p14:xfrm>
              <a:off x="3182207" y="5808262"/>
              <a:ext cx="7920" cy="49680"/>
            </p14:xfrm>
          </p:contentPart>
        </mc:Choice>
        <mc:Fallback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A79C8D48-CCA0-0434-F12D-DEFC25743957}"/>
                  </a:ext>
                </a:extLst>
              </p:cNvPr>
              <p:cNvPicPr/>
              <p:nvPr/>
            </p:nvPicPr>
            <p:blipFill>
              <a:blip r:embed="rId366"/>
              <a:stretch>
                <a:fillRect/>
              </a:stretch>
            </p:blipFill>
            <p:spPr>
              <a:xfrm>
                <a:off x="3164207" y="5790622"/>
                <a:ext cx="43560" cy="8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7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DBB30965-B08E-5A34-A9A7-BCF641A860AF}"/>
                  </a:ext>
                </a:extLst>
              </p14:cNvPr>
              <p14:cNvContentPartPr/>
              <p14:nvPr/>
            </p14:nvContentPartPr>
            <p14:xfrm>
              <a:off x="3007247" y="6259702"/>
              <a:ext cx="123120" cy="122040"/>
            </p14:xfrm>
          </p:contentPart>
        </mc:Choice>
        <mc:Fallback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DBB30965-B08E-5A34-A9A7-BCF641A860AF}"/>
                  </a:ext>
                </a:extLst>
              </p:cNvPr>
              <p:cNvPicPr/>
              <p:nvPr/>
            </p:nvPicPr>
            <p:blipFill>
              <a:blip r:embed="rId368"/>
              <a:stretch>
                <a:fillRect/>
              </a:stretch>
            </p:blipFill>
            <p:spPr>
              <a:xfrm>
                <a:off x="2989607" y="6241702"/>
                <a:ext cx="158760" cy="15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9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74DC1CE7-08B6-1DE3-B491-E96E7E96165A}"/>
                  </a:ext>
                </a:extLst>
              </p14:cNvPr>
              <p14:cNvContentPartPr/>
              <p14:nvPr/>
            </p14:nvContentPartPr>
            <p14:xfrm>
              <a:off x="3139727" y="6303622"/>
              <a:ext cx="52560" cy="166680"/>
            </p14:xfrm>
          </p:contentPart>
        </mc:Choice>
        <mc:Fallback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74DC1CE7-08B6-1DE3-B491-E96E7E96165A}"/>
                  </a:ext>
                </a:extLst>
              </p:cNvPr>
              <p:cNvPicPr/>
              <p:nvPr/>
            </p:nvPicPr>
            <p:blipFill>
              <a:blip r:embed="rId370"/>
              <a:stretch>
                <a:fillRect/>
              </a:stretch>
            </p:blipFill>
            <p:spPr>
              <a:xfrm>
                <a:off x="3121727" y="6285622"/>
                <a:ext cx="88200" cy="20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1">
            <p14:nvContentPartPr>
              <p14:cNvPr id="219" name="Ink 218">
                <a:extLst>
                  <a:ext uri="{FF2B5EF4-FFF2-40B4-BE49-F238E27FC236}">
                    <a16:creationId xmlns:a16="http://schemas.microsoft.com/office/drawing/2014/main" id="{9B24398A-09CC-A5E3-9171-E072F13586AF}"/>
                  </a:ext>
                </a:extLst>
              </p14:cNvPr>
              <p14:cNvContentPartPr/>
              <p14:nvPr/>
            </p14:nvContentPartPr>
            <p14:xfrm>
              <a:off x="3212447" y="6228022"/>
              <a:ext cx="2520" cy="28800"/>
            </p14:xfrm>
          </p:contentPart>
        </mc:Choice>
        <mc:Fallback>
          <p:pic>
            <p:nvPicPr>
              <p:cNvPr id="219" name="Ink 218">
                <a:extLst>
                  <a:ext uri="{FF2B5EF4-FFF2-40B4-BE49-F238E27FC236}">
                    <a16:creationId xmlns:a16="http://schemas.microsoft.com/office/drawing/2014/main" id="{9B24398A-09CC-A5E3-9171-E072F13586AF}"/>
                  </a:ext>
                </a:extLst>
              </p:cNvPr>
              <p:cNvPicPr/>
              <p:nvPr/>
            </p:nvPicPr>
            <p:blipFill>
              <a:blip r:embed="rId372"/>
              <a:stretch>
                <a:fillRect/>
              </a:stretch>
            </p:blipFill>
            <p:spPr>
              <a:xfrm>
                <a:off x="3194807" y="6210382"/>
                <a:ext cx="38160" cy="6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3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02C46EB0-AD61-05AF-787E-620689B35648}"/>
                  </a:ext>
                </a:extLst>
              </p14:cNvPr>
              <p14:cNvContentPartPr/>
              <p14:nvPr/>
            </p14:nvContentPartPr>
            <p14:xfrm>
              <a:off x="3337007" y="5711422"/>
              <a:ext cx="19080" cy="62280"/>
            </p14:xfrm>
          </p:contentPart>
        </mc:Choice>
        <mc:Fallback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02C46EB0-AD61-05AF-787E-620689B35648}"/>
                  </a:ext>
                </a:extLst>
              </p:cNvPr>
              <p:cNvPicPr/>
              <p:nvPr/>
            </p:nvPicPr>
            <p:blipFill>
              <a:blip r:embed="rId374"/>
              <a:stretch>
                <a:fillRect/>
              </a:stretch>
            </p:blipFill>
            <p:spPr>
              <a:xfrm>
                <a:off x="3319007" y="5693422"/>
                <a:ext cx="54720" cy="9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5">
            <p14:nvContentPartPr>
              <p14:cNvPr id="222" name="Ink 221">
                <a:extLst>
                  <a:ext uri="{FF2B5EF4-FFF2-40B4-BE49-F238E27FC236}">
                    <a16:creationId xmlns:a16="http://schemas.microsoft.com/office/drawing/2014/main" id="{982BDF48-5362-E561-BB3B-ECA165F4ED43}"/>
                  </a:ext>
                </a:extLst>
              </p14:cNvPr>
              <p14:cNvContentPartPr/>
              <p14:nvPr/>
            </p14:nvContentPartPr>
            <p14:xfrm>
              <a:off x="3076007" y="6558502"/>
              <a:ext cx="50400" cy="140400"/>
            </p14:xfrm>
          </p:contentPart>
        </mc:Choice>
        <mc:Fallback>
          <p:pic>
            <p:nvPicPr>
              <p:cNvPr id="222" name="Ink 221">
                <a:extLst>
                  <a:ext uri="{FF2B5EF4-FFF2-40B4-BE49-F238E27FC236}">
                    <a16:creationId xmlns:a16="http://schemas.microsoft.com/office/drawing/2014/main" id="{982BDF48-5362-E561-BB3B-ECA165F4ED43}"/>
                  </a:ext>
                </a:extLst>
              </p:cNvPr>
              <p:cNvPicPr/>
              <p:nvPr/>
            </p:nvPicPr>
            <p:blipFill>
              <a:blip r:embed="rId376"/>
              <a:stretch>
                <a:fillRect/>
              </a:stretch>
            </p:blipFill>
            <p:spPr>
              <a:xfrm>
                <a:off x="3058007" y="6540862"/>
                <a:ext cx="86040" cy="17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7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0542D98C-FD3B-3422-4547-19827E4A9273}"/>
                  </a:ext>
                </a:extLst>
              </p14:cNvPr>
              <p14:cNvContentPartPr/>
              <p14:nvPr/>
            </p14:nvContentPartPr>
            <p14:xfrm>
              <a:off x="3052607" y="6594862"/>
              <a:ext cx="155520" cy="151200"/>
            </p14:xfrm>
          </p:contentPart>
        </mc:Choice>
        <mc:Fallback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0542D98C-FD3B-3422-4547-19827E4A9273}"/>
                  </a:ext>
                </a:extLst>
              </p:cNvPr>
              <p:cNvPicPr/>
              <p:nvPr/>
            </p:nvPicPr>
            <p:blipFill>
              <a:blip r:embed="rId378"/>
              <a:stretch>
                <a:fillRect/>
              </a:stretch>
            </p:blipFill>
            <p:spPr>
              <a:xfrm>
                <a:off x="3034967" y="6577222"/>
                <a:ext cx="191160" cy="18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9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815D5311-116B-4F41-1D5A-C8F0466DBC6F}"/>
                  </a:ext>
                </a:extLst>
              </p14:cNvPr>
              <p14:cNvContentPartPr/>
              <p14:nvPr/>
            </p14:nvContentPartPr>
            <p14:xfrm>
              <a:off x="3205247" y="6659302"/>
              <a:ext cx="74160" cy="221040"/>
            </p14:xfrm>
          </p:contentPart>
        </mc:Choice>
        <mc:Fallback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815D5311-116B-4F41-1D5A-C8F0466DBC6F}"/>
                  </a:ext>
                </a:extLst>
              </p:cNvPr>
              <p:cNvPicPr/>
              <p:nvPr/>
            </p:nvPicPr>
            <p:blipFill>
              <a:blip r:embed="rId380"/>
              <a:stretch>
                <a:fillRect/>
              </a:stretch>
            </p:blipFill>
            <p:spPr>
              <a:xfrm>
                <a:off x="3187247" y="6641302"/>
                <a:ext cx="109800" cy="25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1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053619B4-DB5B-4F45-5B1D-4C580C035137}"/>
                  </a:ext>
                </a:extLst>
              </p14:cNvPr>
              <p14:cNvContentPartPr/>
              <p14:nvPr/>
            </p14:nvContentPartPr>
            <p14:xfrm>
              <a:off x="3263207" y="6560386"/>
              <a:ext cx="5400" cy="48600"/>
            </p14:xfrm>
          </p:contentPart>
        </mc:Choice>
        <mc:Fallback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053619B4-DB5B-4F45-5B1D-4C580C035137}"/>
                  </a:ext>
                </a:extLst>
              </p:cNvPr>
              <p:cNvPicPr/>
              <p:nvPr/>
            </p:nvPicPr>
            <p:blipFill>
              <a:blip r:embed="rId382"/>
              <a:stretch>
                <a:fillRect/>
              </a:stretch>
            </p:blipFill>
            <p:spPr>
              <a:xfrm>
                <a:off x="3245567" y="6542746"/>
                <a:ext cx="41040" cy="8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3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85CCAFE3-4D0F-AF4C-B96E-6C080DFCB626}"/>
                  </a:ext>
                </a:extLst>
              </p14:cNvPr>
              <p14:cNvContentPartPr/>
              <p14:nvPr/>
            </p14:nvContentPartPr>
            <p14:xfrm>
              <a:off x="3343487" y="5797186"/>
              <a:ext cx="217800" cy="1177200"/>
            </p14:xfrm>
          </p:contentPart>
        </mc:Choice>
        <mc:Fallback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85CCAFE3-4D0F-AF4C-B96E-6C080DFCB626}"/>
                  </a:ext>
                </a:extLst>
              </p:cNvPr>
              <p:cNvPicPr/>
              <p:nvPr/>
            </p:nvPicPr>
            <p:blipFill>
              <a:blip r:embed="rId384"/>
              <a:stretch>
                <a:fillRect/>
              </a:stretch>
            </p:blipFill>
            <p:spPr>
              <a:xfrm>
                <a:off x="3325847" y="5779546"/>
                <a:ext cx="253440" cy="121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5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844CF38C-A7BA-D7B7-DEE1-4F174B563721}"/>
                  </a:ext>
                </a:extLst>
              </p14:cNvPr>
              <p14:cNvContentPartPr/>
              <p14:nvPr/>
            </p14:nvContentPartPr>
            <p14:xfrm>
              <a:off x="3489647" y="5904877"/>
              <a:ext cx="154440" cy="44280"/>
            </p14:xfrm>
          </p:contentPart>
        </mc:Choice>
        <mc:Fallback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844CF38C-A7BA-D7B7-DEE1-4F174B563721}"/>
                  </a:ext>
                </a:extLst>
              </p:cNvPr>
              <p:cNvPicPr/>
              <p:nvPr/>
            </p:nvPicPr>
            <p:blipFill>
              <a:blip r:embed="rId386"/>
              <a:stretch>
                <a:fillRect/>
              </a:stretch>
            </p:blipFill>
            <p:spPr>
              <a:xfrm>
                <a:off x="3471647" y="5886877"/>
                <a:ext cx="190080" cy="7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7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E816B44B-D395-6F94-BBC3-5DFE0E6F86D8}"/>
                  </a:ext>
                </a:extLst>
              </p14:cNvPr>
              <p14:cNvContentPartPr/>
              <p14:nvPr/>
            </p14:nvContentPartPr>
            <p14:xfrm>
              <a:off x="3708527" y="5763037"/>
              <a:ext cx="151920" cy="212760"/>
            </p14:xfrm>
          </p:contentPart>
        </mc:Choice>
        <mc:Fallback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E816B44B-D395-6F94-BBC3-5DFE0E6F86D8}"/>
                  </a:ext>
                </a:extLst>
              </p:cNvPr>
              <p:cNvPicPr/>
              <p:nvPr/>
            </p:nvPicPr>
            <p:blipFill>
              <a:blip r:embed="rId388"/>
              <a:stretch>
                <a:fillRect/>
              </a:stretch>
            </p:blipFill>
            <p:spPr>
              <a:xfrm>
                <a:off x="3690887" y="5745397"/>
                <a:ext cx="187560" cy="24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9">
            <p14:nvContentPartPr>
              <p14:cNvPr id="232" name="Ink 231">
                <a:extLst>
                  <a:ext uri="{FF2B5EF4-FFF2-40B4-BE49-F238E27FC236}">
                    <a16:creationId xmlns:a16="http://schemas.microsoft.com/office/drawing/2014/main" id="{8FBDBDD3-0CD5-BBAB-F6B9-7651CFDFF9D8}"/>
                  </a:ext>
                </a:extLst>
              </p14:cNvPr>
              <p14:cNvContentPartPr/>
              <p14:nvPr/>
            </p14:nvContentPartPr>
            <p14:xfrm>
              <a:off x="3911207" y="5763757"/>
              <a:ext cx="13680" cy="158040"/>
            </p14:xfrm>
          </p:contentPart>
        </mc:Choice>
        <mc:Fallback>
          <p:pic>
            <p:nvPicPr>
              <p:cNvPr id="232" name="Ink 231">
                <a:extLst>
                  <a:ext uri="{FF2B5EF4-FFF2-40B4-BE49-F238E27FC236}">
                    <a16:creationId xmlns:a16="http://schemas.microsoft.com/office/drawing/2014/main" id="{8FBDBDD3-0CD5-BBAB-F6B9-7651CFDFF9D8}"/>
                  </a:ext>
                </a:extLst>
              </p:cNvPr>
              <p:cNvPicPr/>
              <p:nvPr/>
            </p:nvPicPr>
            <p:blipFill>
              <a:blip r:embed="rId390"/>
              <a:stretch>
                <a:fillRect/>
              </a:stretch>
            </p:blipFill>
            <p:spPr>
              <a:xfrm>
                <a:off x="3893567" y="5746117"/>
                <a:ext cx="49320" cy="1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1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AFB55827-B53D-CEC7-B7F9-5DD7AF24A836}"/>
                  </a:ext>
                </a:extLst>
              </p14:cNvPr>
              <p14:cNvContentPartPr/>
              <p14:nvPr/>
            </p14:nvContentPartPr>
            <p14:xfrm>
              <a:off x="3946127" y="5697517"/>
              <a:ext cx="186480" cy="216360"/>
            </p14:xfrm>
          </p:contentPart>
        </mc:Choice>
        <mc:Fallback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AFB55827-B53D-CEC7-B7F9-5DD7AF24A836}"/>
                  </a:ext>
                </a:extLst>
              </p:cNvPr>
              <p:cNvPicPr/>
              <p:nvPr/>
            </p:nvPicPr>
            <p:blipFill>
              <a:blip r:embed="rId392"/>
              <a:stretch>
                <a:fillRect/>
              </a:stretch>
            </p:blipFill>
            <p:spPr>
              <a:xfrm>
                <a:off x="3928127" y="5679877"/>
                <a:ext cx="22212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3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AAFADC14-AF76-C430-F46A-7A7D2AB0F150}"/>
                  </a:ext>
                </a:extLst>
              </p14:cNvPr>
              <p14:cNvContentPartPr/>
              <p14:nvPr/>
            </p14:nvContentPartPr>
            <p14:xfrm>
              <a:off x="4597367" y="5818837"/>
              <a:ext cx="96120" cy="46080"/>
            </p14:xfrm>
          </p:contentPart>
        </mc:Choice>
        <mc:Fallback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AAFADC14-AF76-C430-F46A-7A7D2AB0F150}"/>
                  </a:ext>
                </a:extLst>
              </p:cNvPr>
              <p:cNvPicPr/>
              <p:nvPr/>
            </p:nvPicPr>
            <p:blipFill>
              <a:blip r:embed="rId394"/>
              <a:stretch>
                <a:fillRect/>
              </a:stretch>
            </p:blipFill>
            <p:spPr>
              <a:xfrm>
                <a:off x="4579727" y="5801197"/>
                <a:ext cx="13176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5">
            <p14:nvContentPartPr>
              <p14:cNvPr id="236" name="Ink 235">
                <a:extLst>
                  <a:ext uri="{FF2B5EF4-FFF2-40B4-BE49-F238E27FC236}">
                    <a16:creationId xmlns:a16="http://schemas.microsoft.com/office/drawing/2014/main" id="{E1F3DC5A-467C-34D4-E9F4-40026A3A1642}"/>
                  </a:ext>
                </a:extLst>
              </p14:cNvPr>
              <p14:cNvContentPartPr/>
              <p14:nvPr/>
            </p14:nvContentPartPr>
            <p14:xfrm>
              <a:off x="4763687" y="5722357"/>
              <a:ext cx="97920" cy="185400"/>
            </p14:xfrm>
          </p:contentPart>
        </mc:Choice>
        <mc:Fallback>
          <p:pic>
            <p:nvPicPr>
              <p:cNvPr id="236" name="Ink 235">
                <a:extLst>
                  <a:ext uri="{FF2B5EF4-FFF2-40B4-BE49-F238E27FC236}">
                    <a16:creationId xmlns:a16="http://schemas.microsoft.com/office/drawing/2014/main" id="{E1F3DC5A-467C-34D4-E9F4-40026A3A1642}"/>
                  </a:ext>
                </a:extLst>
              </p:cNvPr>
              <p:cNvPicPr/>
              <p:nvPr/>
            </p:nvPicPr>
            <p:blipFill>
              <a:blip r:embed="rId396"/>
              <a:stretch>
                <a:fillRect/>
              </a:stretch>
            </p:blipFill>
            <p:spPr>
              <a:xfrm>
                <a:off x="4746047" y="5704717"/>
                <a:ext cx="133560" cy="22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7">
            <p14:nvContentPartPr>
              <p14:cNvPr id="237" name="Ink 236">
                <a:extLst>
                  <a:ext uri="{FF2B5EF4-FFF2-40B4-BE49-F238E27FC236}">
                    <a16:creationId xmlns:a16="http://schemas.microsoft.com/office/drawing/2014/main" id="{8CC89FF3-8BF5-F839-18F8-E5767957CDE3}"/>
                  </a:ext>
                </a:extLst>
              </p14:cNvPr>
              <p14:cNvContentPartPr/>
              <p14:nvPr/>
            </p14:nvContentPartPr>
            <p14:xfrm>
              <a:off x="4972847" y="5675917"/>
              <a:ext cx="30600" cy="132480"/>
            </p14:xfrm>
          </p:contentPart>
        </mc:Choice>
        <mc:Fallback>
          <p:pic>
            <p:nvPicPr>
              <p:cNvPr id="237" name="Ink 236">
                <a:extLst>
                  <a:ext uri="{FF2B5EF4-FFF2-40B4-BE49-F238E27FC236}">
                    <a16:creationId xmlns:a16="http://schemas.microsoft.com/office/drawing/2014/main" id="{8CC89FF3-8BF5-F839-18F8-E5767957CDE3}"/>
                  </a:ext>
                </a:extLst>
              </p:cNvPr>
              <p:cNvPicPr/>
              <p:nvPr/>
            </p:nvPicPr>
            <p:blipFill>
              <a:blip r:embed="rId398"/>
              <a:stretch>
                <a:fillRect/>
              </a:stretch>
            </p:blipFill>
            <p:spPr>
              <a:xfrm>
                <a:off x="4954847" y="5658277"/>
                <a:ext cx="66240" cy="16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9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4B681F89-9785-D8AD-3A83-95D9E16D044D}"/>
                  </a:ext>
                </a:extLst>
              </p14:cNvPr>
              <p14:cNvContentPartPr/>
              <p14:nvPr/>
            </p14:nvContentPartPr>
            <p14:xfrm>
              <a:off x="4991207" y="5635957"/>
              <a:ext cx="201240" cy="145080"/>
            </p14:xfrm>
          </p:contentPart>
        </mc:Choice>
        <mc:Fallback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4B681F89-9785-D8AD-3A83-95D9E16D044D}"/>
                  </a:ext>
                </a:extLst>
              </p:cNvPr>
              <p:cNvPicPr/>
              <p:nvPr/>
            </p:nvPicPr>
            <p:blipFill>
              <a:blip r:embed="rId400"/>
              <a:stretch>
                <a:fillRect/>
              </a:stretch>
            </p:blipFill>
            <p:spPr>
              <a:xfrm>
                <a:off x="4973567" y="5617957"/>
                <a:ext cx="236880" cy="18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1">
            <p14:nvContentPartPr>
              <p14:cNvPr id="239" name="Ink 238">
                <a:extLst>
                  <a:ext uri="{FF2B5EF4-FFF2-40B4-BE49-F238E27FC236}">
                    <a16:creationId xmlns:a16="http://schemas.microsoft.com/office/drawing/2014/main" id="{961707ED-6BBB-C722-39A5-46C0C93B2B7C}"/>
                  </a:ext>
                </a:extLst>
              </p14:cNvPr>
              <p14:cNvContentPartPr/>
              <p14:nvPr/>
            </p14:nvContentPartPr>
            <p14:xfrm>
              <a:off x="5646407" y="5626597"/>
              <a:ext cx="27000" cy="174960"/>
            </p14:xfrm>
          </p:contentPart>
        </mc:Choice>
        <mc:Fallback>
          <p:pic>
            <p:nvPicPr>
              <p:cNvPr id="239" name="Ink 238">
                <a:extLst>
                  <a:ext uri="{FF2B5EF4-FFF2-40B4-BE49-F238E27FC236}">
                    <a16:creationId xmlns:a16="http://schemas.microsoft.com/office/drawing/2014/main" id="{961707ED-6BBB-C722-39A5-46C0C93B2B7C}"/>
                  </a:ext>
                </a:extLst>
              </p:cNvPr>
              <p:cNvPicPr/>
              <p:nvPr/>
            </p:nvPicPr>
            <p:blipFill>
              <a:blip r:embed="rId402"/>
              <a:stretch>
                <a:fillRect/>
              </a:stretch>
            </p:blipFill>
            <p:spPr>
              <a:xfrm>
                <a:off x="5628407" y="5608597"/>
                <a:ext cx="62640" cy="21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3">
            <p14:nvContentPartPr>
              <p14:cNvPr id="240" name="Ink 239">
                <a:extLst>
                  <a:ext uri="{FF2B5EF4-FFF2-40B4-BE49-F238E27FC236}">
                    <a16:creationId xmlns:a16="http://schemas.microsoft.com/office/drawing/2014/main" id="{8588253C-82E3-6899-13C5-C159C08857EA}"/>
                  </a:ext>
                </a:extLst>
              </p14:cNvPr>
              <p14:cNvContentPartPr/>
              <p14:nvPr/>
            </p14:nvContentPartPr>
            <p14:xfrm>
              <a:off x="5625167" y="5542357"/>
              <a:ext cx="326160" cy="205200"/>
            </p14:xfrm>
          </p:contentPart>
        </mc:Choice>
        <mc:Fallback>
          <p:pic>
            <p:nvPicPr>
              <p:cNvPr id="240" name="Ink 239">
                <a:extLst>
                  <a:ext uri="{FF2B5EF4-FFF2-40B4-BE49-F238E27FC236}">
                    <a16:creationId xmlns:a16="http://schemas.microsoft.com/office/drawing/2014/main" id="{8588253C-82E3-6899-13C5-C159C08857EA}"/>
                  </a:ext>
                </a:extLst>
              </p:cNvPr>
              <p:cNvPicPr/>
              <p:nvPr/>
            </p:nvPicPr>
            <p:blipFill>
              <a:blip r:embed="rId404"/>
              <a:stretch>
                <a:fillRect/>
              </a:stretch>
            </p:blipFill>
            <p:spPr>
              <a:xfrm>
                <a:off x="5607527" y="5524717"/>
                <a:ext cx="361800" cy="24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5">
            <p14:nvContentPartPr>
              <p14:cNvPr id="241" name="Ink 240">
                <a:extLst>
                  <a:ext uri="{FF2B5EF4-FFF2-40B4-BE49-F238E27FC236}">
                    <a16:creationId xmlns:a16="http://schemas.microsoft.com/office/drawing/2014/main" id="{8572A185-381C-DF7D-DEF2-643F398389EE}"/>
                  </a:ext>
                </a:extLst>
              </p14:cNvPr>
              <p14:cNvContentPartPr/>
              <p14:nvPr/>
            </p14:nvContentPartPr>
            <p14:xfrm>
              <a:off x="6598247" y="5499157"/>
              <a:ext cx="12600" cy="180000"/>
            </p14:xfrm>
          </p:contentPart>
        </mc:Choice>
        <mc:Fallback>
          <p:pic>
            <p:nvPicPr>
              <p:cNvPr id="241" name="Ink 240">
                <a:extLst>
                  <a:ext uri="{FF2B5EF4-FFF2-40B4-BE49-F238E27FC236}">
                    <a16:creationId xmlns:a16="http://schemas.microsoft.com/office/drawing/2014/main" id="{8572A185-381C-DF7D-DEF2-643F398389EE}"/>
                  </a:ext>
                </a:extLst>
              </p:cNvPr>
              <p:cNvPicPr/>
              <p:nvPr/>
            </p:nvPicPr>
            <p:blipFill>
              <a:blip r:embed="rId406"/>
              <a:stretch>
                <a:fillRect/>
              </a:stretch>
            </p:blipFill>
            <p:spPr>
              <a:xfrm>
                <a:off x="6580247" y="5481157"/>
                <a:ext cx="48240" cy="21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7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AD646A45-9CF7-4CC6-78D8-03653FC9F252}"/>
                  </a:ext>
                </a:extLst>
              </p14:cNvPr>
              <p14:cNvContentPartPr/>
              <p14:nvPr/>
            </p14:nvContentPartPr>
            <p14:xfrm>
              <a:off x="6621647" y="5403397"/>
              <a:ext cx="260280" cy="174600"/>
            </p14:xfrm>
          </p:contentPart>
        </mc:Choice>
        <mc:Fallback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AD646A45-9CF7-4CC6-78D8-03653FC9F252}"/>
                  </a:ext>
                </a:extLst>
              </p:cNvPr>
              <p:cNvPicPr/>
              <p:nvPr/>
            </p:nvPicPr>
            <p:blipFill>
              <a:blip r:embed="rId408"/>
              <a:stretch>
                <a:fillRect/>
              </a:stretch>
            </p:blipFill>
            <p:spPr>
              <a:xfrm>
                <a:off x="6603647" y="5385397"/>
                <a:ext cx="295920" cy="21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9">
            <p14:nvContentPartPr>
              <p14:cNvPr id="243" name="Ink 242">
                <a:extLst>
                  <a:ext uri="{FF2B5EF4-FFF2-40B4-BE49-F238E27FC236}">
                    <a16:creationId xmlns:a16="http://schemas.microsoft.com/office/drawing/2014/main" id="{1E93EF55-BDF4-6074-614E-B3783036BB0E}"/>
                  </a:ext>
                </a:extLst>
              </p14:cNvPr>
              <p14:cNvContentPartPr/>
              <p14:nvPr/>
            </p14:nvContentPartPr>
            <p14:xfrm>
              <a:off x="7476647" y="5363077"/>
              <a:ext cx="204840" cy="69840"/>
            </p14:xfrm>
          </p:contentPart>
        </mc:Choice>
        <mc:Fallback>
          <p:pic>
            <p:nvPicPr>
              <p:cNvPr id="243" name="Ink 242">
                <a:extLst>
                  <a:ext uri="{FF2B5EF4-FFF2-40B4-BE49-F238E27FC236}">
                    <a16:creationId xmlns:a16="http://schemas.microsoft.com/office/drawing/2014/main" id="{1E93EF55-BDF4-6074-614E-B3783036BB0E}"/>
                  </a:ext>
                </a:extLst>
              </p:cNvPr>
              <p:cNvPicPr/>
              <p:nvPr/>
            </p:nvPicPr>
            <p:blipFill>
              <a:blip r:embed="rId410"/>
              <a:stretch>
                <a:fillRect/>
              </a:stretch>
            </p:blipFill>
            <p:spPr>
              <a:xfrm>
                <a:off x="7459007" y="5345077"/>
                <a:ext cx="240480" cy="10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1">
            <p14:nvContentPartPr>
              <p14:cNvPr id="244" name="Ink 243">
                <a:extLst>
                  <a:ext uri="{FF2B5EF4-FFF2-40B4-BE49-F238E27FC236}">
                    <a16:creationId xmlns:a16="http://schemas.microsoft.com/office/drawing/2014/main" id="{DAF22910-FD0E-465F-F48E-E64B3EFAC69C}"/>
                  </a:ext>
                </a:extLst>
              </p14:cNvPr>
              <p14:cNvContentPartPr/>
              <p14:nvPr/>
            </p14:nvContentPartPr>
            <p14:xfrm>
              <a:off x="7748087" y="5282077"/>
              <a:ext cx="28800" cy="167400"/>
            </p14:xfrm>
          </p:contentPart>
        </mc:Choice>
        <mc:Fallback>
          <p:pic>
            <p:nvPicPr>
              <p:cNvPr id="244" name="Ink 243">
                <a:extLst>
                  <a:ext uri="{FF2B5EF4-FFF2-40B4-BE49-F238E27FC236}">
                    <a16:creationId xmlns:a16="http://schemas.microsoft.com/office/drawing/2014/main" id="{DAF22910-FD0E-465F-F48E-E64B3EFAC69C}"/>
                  </a:ext>
                </a:extLst>
              </p:cNvPr>
              <p:cNvPicPr/>
              <p:nvPr/>
            </p:nvPicPr>
            <p:blipFill>
              <a:blip r:embed="rId412"/>
              <a:stretch>
                <a:fillRect/>
              </a:stretch>
            </p:blipFill>
            <p:spPr>
              <a:xfrm>
                <a:off x="7730087" y="5264077"/>
                <a:ext cx="64440" cy="20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3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97C89411-9810-A36D-D997-A75380A5839E}"/>
                  </a:ext>
                </a:extLst>
              </p14:cNvPr>
              <p14:cNvContentPartPr/>
              <p14:nvPr/>
            </p14:nvContentPartPr>
            <p14:xfrm>
              <a:off x="7793807" y="5269477"/>
              <a:ext cx="220680" cy="146520"/>
            </p14:xfrm>
          </p:contentPart>
        </mc:Choice>
        <mc:Fallback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97C89411-9810-A36D-D997-A75380A5839E}"/>
                  </a:ext>
                </a:extLst>
              </p:cNvPr>
              <p:cNvPicPr/>
              <p:nvPr/>
            </p:nvPicPr>
            <p:blipFill>
              <a:blip r:embed="rId414"/>
              <a:stretch>
                <a:fillRect/>
              </a:stretch>
            </p:blipFill>
            <p:spPr>
              <a:xfrm>
                <a:off x="7775807" y="5251837"/>
                <a:ext cx="256320" cy="1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5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6907B9B3-C250-FD2E-07A1-24F79473BDA3}"/>
                  </a:ext>
                </a:extLst>
              </p14:cNvPr>
              <p14:cNvContentPartPr/>
              <p14:nvPr/>
            </p14:nvContentPartPr>
            <p14:xfrm>
              <a:off x="8604527" y="5243557"/>
              <a:ext cx="195840" cy="60480"/>
            </p14:xfrm>
          </p:contentPart>
        </mc:Choice>
        <mc:Fallback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6907B9B3-C250-FD2E-07A1-24F79473BDA3}"/>
                  </a:ext>
                </a:extLst>
              </p:cNvPr>
              <p:cNvPicPr/>
              <p:nvPr/>
            </p:nvPicPr>
            <p:blipFill>
              <a:blip r:embed="rId416"/>
              <a:stretch>
                <a:fillRect/>
              </a:stretch>
            </p:blipFill>
            <p:spPr>
              <a:xfrm>
                <a:off x="8586887" y="5225917"/>
                <a:ext cx="231480" cy="9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7">
            <p14:nvContentPartPr>
              <p14:cNvPr id="247" name="Ink 246">
                <a:extLst>
                  <a:ext uri="{FF2B5EF4-FFF2-40B4-BE49-F238E27FC236}">
                    <a16:creationId xmlns:a16="http://schemas.microsoft.com/office/drawing/2014/main" id="{267FC08E-79E7-BC47-4A8C-69ACCFACE33C}"/>
                  </a:ext>
                </a:extLst>
              </p14:cNvPr>
              <p14:cNvContentPartPr/>
              <p14:nvPr/>
            </p14:nvContentPartPr>
            <p14:xfrm>
              <a:off x="8907287" y="5153917"/>
              <a:ext cx="28080" cy="170280"/>
            </p14:xfrm>
          </p:contentPart>
        </mc:Choice>
        <mc:Fallback>
          <p:pic>
            <p:nvPicPr>
              <p:cNvPr id="247" name="Ink 246">
                <a:extLst>
                  <a:ext uri="{FF2B5EF4-FFF2-40B4-BE49-F238E27FC236}">
                    <a16:creationId xmlns:a16="http://schemas.microsoft.com/office/drawing/2014/main" id="{267FC08E-79E7-BC47-4A8C-69ACCFACE33C}"/>
                  </a:ext>
                </a:extLst>
              </p:cNvPr>
              <p:cNvPicPr/>
              <p:nvPr/>
            </p:nvPicPr>
            <p:blipFill>
              <a:blip r:embed="rId418"/>
              <a:stretch>
                <a:fillRect/>
              </a:stretch>
            </p:blipFill>
            <p:spPr>
              <a:xfrm>
                <a:off x="8889287" y="5136277"/>
                <a:ext cx="63720" cy="20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9">
            <p14:nvContentPartPr>
              <p14:cNvPr id="248" name="Ink 247">
                <a:extLst>
                  <a:ext uri="{FF2B5EF4-FFF2-40B4-BE49-F238E27FC236}">
                    <a16:creationId xmlns:a16="http://schemas.microsoft.com/office/drawing/2014/main" id="{BC1AB748-E95A-FA63-30DD-4352B4F494C0}"/>
                  </a:ext>
                </a:extLst>
              </p14:cNvPr>
              <p14:cNvContentPartPr/>
              <p14:nvPr/>
            </p14:nvContentPartPr>
            <p14:xfrm>
              <a:off x="8972807" y="5086597"/>
              <a:ext cx="235800" cy="204120"/>
            </p14:xfrm>
          </p:contentPart>
        </mc:Choice>
        <mc:Fallback>
          <p:pic>
            <p:nvPicPr>
              <p:cNvPr id="248" name="Ink 247">
                <a:extLst>
                  <a:ext uri="{FF2B5EF4-FFF2-40B4-BE49-F238E27FC236}">
                    <a16:creationId xmlns:a16="http://schemas.microsoft.com/office/drawing/2014/main" id="{BC1AB748-E95A-FA63-30DD-4352B4F494C0}"/>
                  </a:ext>
                </a:extLst>
              </p:cNvPr>
              <p:cNvPicPr/>
              <p:nvPr/>
            </p:nvPicPr>
            <p:blipFill>
              <a:blip r:embed="rId420"/>
              <a:stretch>
                <a:fillRect/>
              </a:stretch>
            </p:blipFill>
            <p:spPr>
              <a:xfrm>
                <a:off x="8955167" y="5068957"/>
                <a:ext cx="271440" cy="23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1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2DA67853-7C8D-60C5-4803-1AA502D38204}"/>
                  </a:ext>
                </a:extLst>
              </p14:cNvPr>
              <p14:cNvContentPartPr/>
              <p14:nvPr/>
            </p14:nvContentPartPr>
            <p14:xfrm>
              <a:off x="2474087" y="3533062"/>
              <a:ext cx="181440" cy="2052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2DA67853-7C8D-60C5-4803-1AA502D38204}"/>
                  </a:ext>
                </a:extLst>
              </p:cNvPr>
              <p:cNvPicPr/>
              <p:nvPr/>
            </p:nvPicPr>
            <p:blipFill>
              <a:blip r:embed="rId422"/>
              <a:stretch>
                <a:fillRect/>
              </a:stretch>
            </p:blipFill>
            <p:spPr>
              <a:xfrm>
                <a:off x="2456087" y="3515062"/>
                <a:ext cx="21708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3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AF301D9B-3470-8536-713D-26BC43C13427}"/>
                  </a:ext>
                </a:extLst>
              </p14:cNvPr>
              <p14:cNvContentPartPr/>
              <p14:nvPr/>
            </p14:nvContentPartPr>
            <p14:xfrm>
              <a:off x="2825087" y="3381862"/>
              <a:ext cx="235080" cy="14004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AF301D9B-3470-8536-713D-26BC43C13427}"/>
                  </a:ext>
                </a:extLst>
              </p:cNvPr>
              <p:cNvPicPr/>
              <p:nvPr/>
            </p:nvPicPr>
            <p:blipFill>
              <a:blip r:embed="rId424"/>
              <a:stretch>
                <a:fillRect/>
              </a:stretch>
            </p:blipFill>
            <p:spPr>
              <a:xfrm>
                <a:off x="2807447" y="3363862"/>
                <a:ext cx="270720" cy="17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5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100CBB99-8F29-192D-CD7A-6DA4F3E7BC41}"/>
                  </a:ext>
                </a:extLst>
              </p14:cNvPr>
              <p14:cNvContentPartPr/>
              <p14:nvPr/>
            </p14:nvContentPartPr>
            <p14:xfrm>
              <a:off x="3145127" y="3482302"/>
              <a:ext cx="29880" cy="14292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100CBB99-8F29-192D-CD7A-6DA4F3E7BC41}"/>
                  </a:ext>
                </a:extLst>
              </p:cNvPr>
              <p:cNvPicPr/>
              <p:nvPr/>
            </p:nvPicPr>
            <p:blipFill>
              <a:blip r:embed="rId426"/>
              <a:stretch>
                <a:fillRect/>
              </a:stretch>
            </p:blipFill>
            <p:spPr>
              <a:xfrm>
                <a:off x="3127487" y="3464302"/>
                <a:ext cx="65520" cy="17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7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2328999F-DC35-4D6A-9F95-56E893639D97}"/>
                  </a:ext>
                </a:extLst>
              </p14:cNvPr>
              <p14:cNvContentPartPr/>
              <p14:nvPr/>
            </p14:nvContentPartPr>
            <p14:xfrm>
              <a:off x="3328007" y="3453142"/>
              <a:ext cx="146520" cy="3960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2328999F-DC35-4D6A-9F95-56E893639D97}"/>
                  </a:ext>
                </a:extLst>
              </p:cNvPr>
              <p:cNvPicPr/>
              <p:nvPr/>
            </p:nvPicPr>
            <p:blipFill>
              <a:blip r:embed="rId428"/>
              <a:stretch>
                <a:fillRect/>
              </a:stretch>
            </p:blipFill>
            <p:spPr>
              <a:xfrm>
                <a:off x="3310367" y="3435502"/>
                <a:ext cx="18216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9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0DD482F9-71C5-D0B1-09D9-957A286B2856}"/>
                  </a:ext>
                </a:extLst>
              </p14:cNvPr>
              <p14:cNvContentPartPr/>
              <p14:nvPr/>
            </p14:nvContentPartPr>
            <p14:xfrm>
              <a:off x="3593327" y="3414622"/>
              <a:ext cx="236160" cy="13824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0DD482F9-71C5-D0B1-09D9-957A286B2856}"/>
                  </a:ext>
                </a:extLst>
              </p:cNvPr>
              <p:cNvPicPr/>
              <p:nvPr/>
            </p:nvPicPr>
            <p:blipFill>
              <a:blip r:embed="rId430"/>
              <a:stretch>
                <a:fillRect/>
              </a:stretch>
            </p:blipFill>
            <p:spPr>
              <a:xfrm>
                <a:off x="3575687" y="3396622"/>
                <a:ext cx="271800" cy="17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1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741BE4D0-02AB-A15E-A5E8-E3D59BD555D4}"/>
                  </a:ext>
                </a:extLst>
              </p14:cNvPr>
              <p14:cNvContentPartPr/>
              <p14:nvPr/>
            </p14:nvContentPartPr>
            <p14:xfrm>
              <a:off x="3827327" y="3511462"/>
              <a:ext cx="201600" cy="19584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741BE4D0-02AB-A15E-A5E8-E3D59BD555D4}"/>
                  </a:ext>
                </a:extLst>
              </p:cNvPr>
              <p:cNvPicPr/>
              <p:nvPr/>
            </p:nvPicPr>
            <p:blipFill>
              <a:blip r:embed="rId432"/>
              <a:stretch>
                <a:fillRect/>
              </a:stretch>
            </p:blipFill>
            <p:spPr>
              <a:xfrm>
                <a:off x="3809327" y="3493822"/>
                <a:ext cx="237240" cy="23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3">
            <p14:nvContentPartPr>
              <p14:cNvPr id="254" name="Ink 253">
                <a:extLst>
                  <a:ext uri="{FF2B5EF4-FFF2-40B4-BE49-F238E27FC236}">
                    <a16:creationId xmlns:a16="http://schemas.microsoft.com/office/drawing/2014/main" id="{DA0FAFAD-DA6A-E0DF-9F50-3DBF7956F9F8}"/>
                  </a:ext>
                </a:extLst>
              </p14:cNvPr>
              <p14:cNvContentPartPr/>
              <p14:nvPr/>
            </p14:nvContentPartPr>
            <p14:xfrm>
              <a:off x="2815007" y="3605917"/>
              <a:ext cx="360" cy="3600"/>
            </p14:xfrm>
          </p:contentPart>
        </mc:Choice>
        <mc:Fallback>
          <p:pic>
            <p:nvPicPr>
              <p:cNvPr id="254" name="Ink 253">
                <a:extLst>
                  <a:ext uri="{FF2B5EF4-FFF2-40B4-BE49-F238E27FC236}">
                    <a16:creationId xmlns:a16="http://schemas.microsoft.com/office/drawing/2014/main" id="{DA0FAFAD-DA6A-E0DF-9F50-3DBF7956F9F8}"/>
                  </a:ext>
                </a:extLst>
              </p:cNvPr>
              <p:cNvPicPr/>
              <p:nvPr/>
            </p:nvPicPr>
            <p:blipFill>
              <a:blip r:embed="rId434"/>
              <a:stretch>
                <a:fillRect/>
              </a:stretch>
            </p:blipFill>
            <p:spPr>
              <a:xfrm>
                <a:off x="2797007" y="3588277"/>
                <a:ext cx="360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5">
            <p14:nvContentPartPr>
              <p14:cNvPr id="255" name="Ink 254">
                <a:extLst>
                  <a:ext uri="{FF2B5EF4-FFF2-40B4-BE49-F238E27FC236}">
                    <a16:creationId xmlns:a16="http://schemas.microsoft.com/office/drawing/2014/main" id="{42462E1D-7BBC-2EA4-9D46-925632FA83F9}"/>
                  </a:ext>
                </a:extLst>
              </p14:cNvPr>
              <p14:cNvContentPartPr/>
              <p14:nvPr/>
            </p14:nvContentPartPr>
            <p14:xfrm>
              <a:off x="2809247" y="3631117"/>
              <a:ext cx="3600" cy="2880"/>
            </p14:xfrm>
          </p:contentPart>
        </mc:Choice>
        <mc:Fallback>
          <p:pic>
            <p:nvPicPr>
              <p:cNvPr id="255" name="Ink 254">
                <a:extLst>
                  <a:ext uri="{FF2B5EF4-FFF2-40B4-BE49-F238E27FC236}">
                    <a16:creationId xmlns:a16="http://schemas.microsoft.com/office/drawing/2014/main" id="{42462E1D-7BBC-2EA4-9D46-925632FA83F9}"/>
                  </a:ext>
                </a:extLst>
              </p:cNvPr>
              <p:cNvPicPr/>
              <p:nvPr/>
            </p:nvPicPr>
            <p:blipFill>
              <a:blip r:embed="rId436"/>
              <a:stretch>
                <a:fillRect/>
              </a:stretch>
            </p:blipFill>
            <p:spPr>
              <a:xfrm>
                <a:off x="2791607" y="3613477"/>
                <a:ext cx="3924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7">
            <p14:nvContentPartPr>
              <p14:cNvPr id="256" name="Ink 255">
                <a:extLst>
                  <a:ext uri="{FF2B5EF4-FFF2-40B4-BE49-F238E27FC236}">
                    <a16:creationId xmlns:a16="http://schemas.microsoft.com/office/drawing/2014/main" id="{C65B0716-619F-28D0-8D59-F95C1870C4A6}"/>
                  </a:ext>
                </a:extLst>
              </p14:cNvPr>
              <p14:cNvContentPartPr/>
              <p14:nvPr/>
            </p14:nvContentPartPr>
            <p14:xfrm>
              <a:off x="2803847" y="3647317"/>
              <a:ext cx="360" cy="360"/>
            </p14:xfrm>
          </p:contentPart>
        </mc:Choice>
        <mc:Fallback>
          <p:pic>
            <p:nvPicPr>
              <p:cNvPr id="256" name="Ink 255">
                <a:extLst>
                  <a:ext uri="{FF2B5EF4-FFF2-40B4-BE49-F238E27FC236}">
                    <a16:creationId xmlns:a16="http://schemas.microsoft.com/office/drawing/2014/main" id="{C65B0716-619F-28D0-8D59-F95C1870C4A6}"/>
                  </a:ext>
                </a:extLst>
              </p:cNvPr>
              <p:cNvPicPr/>
              <p:nvPr/>
            </p:nvPicPr>
            <p:blipFill>
              <a:blip r:embed="rId438"/>
              <a:stretch>
                <a:fillRect/>
              </a:stretch>
            </p:blipFill>
            <p:spPr>
              <a:xfrm>
                <a:off x="2785847" y="3629677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9">
            <p14:nvContentPartPr>
              <p14:cNvPr id="257" name="Ink 256">
                <a:extLst>
                  <a:ext uri="{FF2B5EF4-FFF2-40B4-BE49-F238E27FC236}">
                    <a16:creationId xmlns:a16="http://schemas.microsoft.com/office/drawing/2014/main" id="{218F973E-BA83-DDC7-698C-A52FC605403B}"/>
                  </a:ext>
                </a:extLst>
              </p14:cNvPr>
              <p14:cNvContentPartPr/>
              <p14:nvPr/>
            </p14:nvContentPartPr>
            <p14:xfrm>
              <a:off x="2822927" y="3658477"/>
              <a:ext cx="2880" cy="7920"/>
            </p14:xfrm>
          </p:contentPart>
        </mc:Choice>
        <mc:Fallback>
          <p:pic>
            <p:nvPicPr>
              <p:cNvPr id="257" name="Ink 256">
                <a:extLst>
                  <a:ext uri="{FF2B5EF4-FFF2-40B4-BE49-F238E27FC236}">
                    <a16:creationId xmlns:a16="http://schemas.microsoft.com/office/drawing/2014/main" id="{218F973E-BA83-DDC7-698C-A52FC605403B}"/>
                  </a:ext>
                </a:extLst>
              </p:cNvPr>
              <p:cNvPicPr/>
              <p:nvPr/>
            </p:nvPicPr>
            <p:blipFill>
              <a:blip r:embed="rId440"/>
              <a:stretch>
                <a:fillRect/>
              </a:stretch>
            </p:blipFill>
            <p:spPr>
              <a:xfrm>
                <a:off x="2804927" y="3640837"/>
                <a:ext cx="3852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1">
            <p14:nvContentPartPr>
              <p14:cNvPr id="258" name="Ink 257">
                <a:extLst>
                  <a:ext uri="{FF2B5EF4-FFF2-40B4-BE49-F238E27FC236}">
                    <a16:creationId xmlns:a16="http://schemas.microsoft.com/office/drawing/2014/main" id="{A6A84F54-648F-A419-9962-F8A1F06A96C1}"/>
                  </a:ext>
                </a:extLst>
              </p14:cNvPr>
              <p14:cNvContentPartPr/>
              <p14:nvPr/>
            </p14:nvContentPartPr>
            <p14:xfrm>
              <a:off x="3725447" y="6232837"/>
              <a:ext cx="108720" cy="17640"/>
            </p14:xfrm>
          </p:contentPart>
        </mc:Choice>
        <mc:Fallback>
          <p:pic>
            <p:nvPicPr>
              <p:cNvPr id="258" name="Ink 257">
                <a:extLst>
                  <a:ext uri="{FF2B5EF4-FFF2-40B4-BE49-F238E27FC236}">
                    <a16:creationId xmlns:a16="http://schemas.microsoft.com/office/drawing/2014/main" id="{A6A84F54-648F-A419-9962-F8A1F06A96C1}"/>
                  </a:ext>
                </a:extLst>
              </p:cNvPr>
              <p:cNvPicPr/>
              <p:nvPr/>
            </p:nvPicPr>
            <p:blipFill>
              <a:blip r:embed="rId442"/>
              <a:stretch>
                <a:fillRect/>
              </a:stretch>
            </p:blipFill>
            <p:spPr>
              <a:xfrm>
                <a:off x="3707447" y="6214837"/>
                <a:ext cx="144360" cy="5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3">
            <p14:nvContentPartPr>
              <p14:cNvPr id="259" name="Ink 258">
                <a:extLst>
                  <a:ext uri="{FF2B5EF4-FFF2-40B4-BE49-F238E27FC236}">
                    <a16:creationId xmlns:a16="http://schemas.microsoft.com/office/drawing/2014/main" id="{6D94CB2A-562D-2C18-0A78-E5D1AEBB2F83}"/>
                  </a:ext>
                </a:extLst>
              </p14:cNvPr>
              <p14:cNvContentPartPr/>
              <p14:nvPr/>
            </p14:nvContentPartPr>
            <p14:xfrm>
              <a:off x="3912647" y="6146797"/>
              <a:ext cx="37080" cy="194400"/>
            </p14:xfrm>
          </p:contentPart>
        </mc:Choice>
        <mc:Fallback>
          <p:pic>
            <p:nvPicPr>
              <p:cNvPr id="259" name="Ink 258">
                <a:extLst>
                  <a:ext uri="{FF2B5EF4-FFF2-40B4-BE49-F238E27FC236}">
                    <a16:creationId xmlns:a16="http://schemas.microsoft.com/office/drawing/2014/main" id="{6D94CB2A-562D-2C18-0A78-E5D1AEBB2F83}"/>
                  </a:ext>
                </a:extLst>
              </p:cNvPr>
              <p:cNvPicPr/>
              <p:nvPr/>
            </p:nvPicPr>
            <p:blipFill>
              <a:blip r:embed="rId444"/>
              <a:stretch>
                <a:fillRect/>
              </a:stretch>
            </p:blipFill>
            <p:spPr>
              <a:xfrm>
                <a:off x="3895007" y="6129157"/>
                <a:ext cx="72720" cy="23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5">
            <p14:nvContentPartPr>
              <p14:cNvPr id="260" name="Ink 259">
                <a:extLst>
                  <a:ext uri="{FF2B5EF4-FFF2-40B4-BE49-F238E27FC236}">
                    <a16:creationId xmlns:a16="http://schemas.microsoft.com/office/drawing/2014/main" id="{ED35607F-A3D9-A18C-D8DF-B7808C578946}"/>
                  </a:ext>
                </a:extLst>
              </p14:cNvPr>
              <p14:cNvContentPartPr/>
              <p14:nvPr/>
            </p14:nvContentPartPr>
            <p14:xfrm>
              <a:off x="4659287" y="6122677"/>
              <a:ext cx="169560" cy="44280"/>
            </p14:xfrm>
          </p:contentPart>
        </mc:Choice>
        <mc:Fallback>
          <p:pic>
            <p:nvPicPr>
              <p:cNvPr id="260" name="Ink 259">
                <a:extLst>
                  <a:ext uri="{FF2B5EF4-FFF2-40B4-BE49-F238E27FC236}">
                    <a16:creationId xmlns:a16="http://schemas.microsoft.com/office/drawing/2014/main" id="{ED35607F-A3D9-A18C-D8DF-B7808C578946}"/>
                  </a:ext>
                </a:extLst>
              </p:cNvPr>
              <p:cNvPicPr/>
              <p:nvPr/>
            </p:nvPicPr>
            <p:blipFill>
              <a:blip r:embed="rId446"/>
              <a:stretch>
                <a:fillRect/>
              </a:stretch>
            </p:blipFill>
            <p:spPr>
              <a:xfrm>
                <a:off x="4641287" y="6104677"/>
                <a:ext cx="205200" cy="7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7">
            <p14:nvContentPartPr>
              <p14:cNvPr id="261" name="Ink 260">
                <a:extLst>
                  <a:ext uri="{FF2B5EF4-FFF2-40B4-BE49-F238E27FC236}">
                    <a16:creationId xmlns:a16="http://schemas.microsoft.com/office/drawing/2014/main" id="{A94050D3-B437-9D36-387D-238EC48B93CA}"/>
                  </a:ext>
                </a:extLst>
              </p14:cNvPr>
              <p14:cNvContentPartPr/>
              <p14:nvPr/>
            </p14:nvContentPartPr>
            <p14:xfrm>
              <a:off x="4922807" y="6030517"/>
              <a:ext cx="45360" cy="195840"/>
            </p14:xfrm>
          </p:contentPart>
        </mc:Choice>
        <mc:Fallback>
          <p:pic>
            <p:nvPicPr>
              <p:cNvPr id="261" name="Ink 260">
                <a:extLst>
                  <a:ext uri="{FF2B5EF4-FFF2-40B4-BE49-F238E27FC236}">
                    <a16:creationId xmlns:a16="http://schemas.microsoft.com/office/drawing/2014/main" id="{A94050D3-B437-9D36-387D-238EC48B93CA}"/>
                  </a:ext>
                </a:extLst>
              </p:cNvPr>
              <p:cNvPicPr/>
              <p:nvPr/>
            </p:nvPicPr>
            <p:blipFill>
              <a:blip r:embed="rId448"/>
              <a:stretch>
                <a:fillRect/>
              </a:stretch>
            </p:blipFill>
            <p:spPr>
              <a:xfrm>
                <a:off x="4904807" y="6012877"/>
                <a:ext cx="81000" cy="23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9">
            <p14:nvContentPartPr>
              <p14:cNvPr id="262" name="Ink 261">
                <a:extLst>
                  <a:ext uri="{FF2B5EF4-FFF2-40B4-BE49-F238E27FC236}">
                    <a16:creationId xmlns:a16="http://schemas.microsoft.com/office/drawing/2014/main" id="{A3E01E08-0501-8AEC-6CAA-A9F954BB0C0A}"/>
                  </a:ext>
                </a:extLst>
              </p14:cNvPr>
              <p14:cNvContentPartPr/>
              <p14:nvPr/>
            </p14:nvContentPartPr>
            <p14:xfrm>
              <a:off x="5774207" y="5903437"/>
              <a:ext cx="195480" cy="174960"/>
            </p14:xfrm>
          </p:contentPart>
        </mc:Choice>
        <mc:Fallback>
          <p:pic>
            <p:nvPicPr>
              <p:cNvPr id="262" name="Ink 261">
                <a:extLst>
                  <a:ext uri="{FF2B5EF4-FFF2-40B4-BE49-F238E27FC236}">
                    <a16:creationId xmlns:a16="http://schemas.microsoft.com/office/drawing/2014/main" id="{A3E01E08-0501-8AEC-6CAA-A9F954BB0C0A}"/>
                  </a:ext>
                </a:extLst>
              </p:cNvPr>
              <p:cNvPicPr/>
              <p:nvPr/>
            </p:nvPicPr>
            <p:blipFill>
              <a:blip r:embed="rId450"/>
              <a:stretch>
                <a:fillRect/>
              </a:stretch>
            </p:blipFill>
            <p:spPr>
              <a:xfrm>
                <a:off x="5756567" y="5885437"/>
                <a:ext cx="231120" cy="21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1">
            <p14:nvContentPartPr>
              <p14:cNvPr id="263" name="Ink 262">
                <a:extLst>
                  <a:ext uri="{FF2B5EF4-FFF2-40B4-BE49-F238E27FC236}">
                    <a16:creationId xmlns:a16="http://schemas.microsoft.com/office/drawing/2014/main" id="{CF6804CB-F30F-0651-3DB0-325F2A34C22E}"/>
                  </a:ext>
                </a:extLst>
              </p14:cNvPr>
              <p14:cNvContentPartPr/>
              <p14:nvPr/>
            </p14:nvContentPartPr>
            <p14:xfrm>
              <a:off x="6629567" y="5737477"/>
              <a:ext cx="181800" cy="176760"/>
            </p14:xfrm>
          </p:contentPart>
        </mc:Choice>
        <mc:Fallback>
          <p:pic>
            <p:nvPicPr>
              <p:cNvPr id="263" name="Ink 262">
                <a:extLst>
                  <a:ext uri="{FF2B5EF4-FFF2-40B4-BE49-F238E27FC236}">
                    <a16:creationId xmlns:a16="http://schemas.microsoft.com/office/drawing/2014/main" id="{CF6804CB-F30F-0651-3DB0-325F2A34C22E}"/>
                  </a:ext>
                </a:extLst>
              </p:cNvPr>
              <p:cNvPicPr/>
              <p:nvPr/>
            </p:nvPicPr>
            <p:blipFill>
              <a:blip r:embed="rId452"/>
              <a:stretch>
                <a:fillRect/>
              </a:stretch>
            </p:blipFill>
            <p:spPr>
              <a:xfrm>
                <a:off x="6611567" y="5719837"/>
                <a:ext cx="217440" cy="21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3">
            <p14:nvContentPartPr>
              <p14:cNvPr id="264" name="Ink 263">
                <a:extLst>
                  <a:ext uri="{FF2B5EF4-FFF2-40B4-BE49-F238E27FC236}">
                    <a16:creationId xmlns:a16="http://schemas.microsoft.com/office/drawing/2014/main" id="{9DB4ABFD-CA46-80DF-A9D4-75BA37200B32}"/>
                  </a:ext>
                </a:extLst>
              </p14:cNvPr>
              <p14:cNvContentPartPr/>
              <p14:nvPr/>
            </p14:nvContentPartPr>
            <p14:xfrm>
              <a:off x="7714967" y="5712637"/>
              <a:ext cx="136800" cy="25200"/>
            </p14:xfrm>
          </p:contentPart>
        </mc:Choice>
        <mc:Fallback>
          <p:pic>
            <p:nvPicPr>
              <p:cNvPr id="264" name="Ink 263">
                <a:extLst>
                  <a:ext uri="{FF2B5EF4-FFF2-40B4-BE49-F238E27FC236}">
                    <a16:creationId xmlns:a16="http://schemas.microsoft.com/office/drawing/2014/main" id="{9DB4ABFD-CA46-80DF-A9D4-75BA37200B32}"/>
                  </a:ext>
                </a:extLst>
              </p:cNvPr>
              <p:cNvPicPr/>
              <p:nvPr/>
            </p:nvPicPr>
            <p:blipFill>
              <a:blip r:embed="rId454"/>
              <a:stretch>
                <a:fillRect/>
              </a:stretch>
            </p:blipFill>
            <p:spPr>
              <a:xfrm>
                <a:off x="7697327" y="5694997"/>
                <a:ext cx="172440" cy="6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5">
            <p14:nvContentPartPr>
              <p14:cNvPr id="265" name="Ink 264">
                <a:extLst>
                  <a:ext uri="{FF2B5EF4-FFF2-40B4-BE49-F238E27FC236}">
                    <a16:creationId xmlns:a16="http://schemas.microsoft.com/office/drawing/2014/main" id="{64BCE509-2519-19B9-3660-80B33C7E0AA9}"/>
                  </a:ext>
                </a:extLst>
              </p14:cNvPr>
              <p14:cNvContentPartPr/>
              <p14:nvPr/>
            </p14:nvContentPartPr>
            <p14:xfrm>
              <a:off x="7930967" y="5627677"/>
              <a:ext cx="38520" cy="192960"/>
            </p14:xfrm>
          </p:contentPart>
        </mc:Choice>
        <mc:Fallback>
          <p:pic>
            <p:nvPicPr>
              <p:cNvPr id="265" name="Ink 264">
                <a:extLst>
                  <a:ext uri="{FF2B5EF4-FFF2-40B4-BE49-F238E27FC236}">
                    <a16:creationId xmlns:a16="http://schemas.microsoft.com/office/drawing/2014/main" id="{64BCE509-2519-19B9-3660-80B33C7E0AA9}"/>
                  </a:ext>
                </a:extLst>
              </p:cNvPr>
              <p:cNvPicPr/>
              <p:nvPr/>
            </p:nvPicPr>
            <p:blipFill>
              <a:blip r:embed="rId456"/>
              <a:stretch>
                <a:fillRect/>
              </a:stretch>
            </p:blipFill>
            <p:spPr>
              <a:xfrm>
                <a:off x="7913327" y="5609677"/>
                <a:ext cx="74160" cy="22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7">
            <p14:nvContentPartPr>
              <p14:cNvPr id="266" name="Ink 265">
                <a:extLst>
                  <a:ext uri="{FF2B5EF4-FFF2-40B4-BE49-F238E27FC236}">
                    <a16:creationId xmlns:a16="http://schemas.microsoft.com/office/drawing/2014/main" id="{A1DB2336-24BE-05B3-1C23-8418FE81F217}"/>
                  </a:ext>
                </a:extLst>
              </p14:cNvPr>
              <p14:cNvContentPartPr/>
              <p14:nvPr/>
            </p14:nvContentPartPr>
            <p14:xfrm>
              <a:off x="7979927" y="5620477"/>
              <a:ext cx="198720" cy="147960"/>
            </p14:xfrm>
          </p:contentPart>
        </mc:Choice>
        <mc:Fallback>
          <p:pic>
            <p:nvPicPr>
              <p:cNvPr id="266" name="Ink 265">
                <a:extLst>
                  <a:ext uri="{FF2B5EF4-FFF2-40B4-BE49-F238E27FC236}">
                    <a16:creationId xmlns:a16="http://schemas.microsoft.com/office/drawing/2014/main" id="{A1DB2336-24BE-05B3-1C23-8418FE81F217}"/>
                  </a:ext>
                </a:extLst>
              </p:cNvPr>
              <p:cNvPicPr/>
              <p:nvPr/>
            </p:nvPicPr>
            <p:blipFill>
              <a:blip r:embed="rId458"/>
              <a:stretch>
                <a:fillRect/>
              </a:stretch>
            </p:blipFill>
            <p:spPr>
              <a:xfrm>
                <a:off x="7962287" y="5602477"/>
                <a:ext cx="234360" cy="18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9">
            <p14:nvContentPartPr>
              <p14:cNvPr id="267" name="Ink 266">
                <a:extLst>
                  <a:ext uri="{FF2B5EF4-FFF2-40B4-BE49-F238E27FC236}">
                    <a16:creationId xmlns:a16="http://schemas.microsoft.com/office/drawing/2014/main" id="{1B6D0A8E-9965-99B5-9A20-A419E1931DFF}"/>
                  </a:ext>
                </a:extLst>
              </p14:cNvPr>
              <p14:cNvContentPartPr/>
              <p14:nvPr/>
            </p14:nvContentPartPr>
            <p14:xfrm>
              <a:off x="8787047" y="5655037"/>
              <a:ext cx="186480" cy="43920"/>
            </p14:xfrm>
          </p:contentPart>
        </mc:Choice>
        <mc:Fallback>
          <p:pic>
            <p:nvPicPr>
              <p:cNvPr id="267" name="Ink 266">
                <a:extLst>
                  <a:ext uri="{FF2B5EF4-FFF2-40B4-BE49-F238E27FC236}">
                    <a16:creationId xmlns:a16="http://schemas.microsoft.com/office/drawing/2014/main" id="{1B6D0A8E-9965-99B5-9A20-A419E1931DFF}"/>
                  </a:ext>
                </a:extLst>
              </p:cNvPr>
              <p:cNvPicPr/>
              <p:nvPr/>
            </p:nvPicPr>
            <p:blipFill>
              <a:blip r:embed="rId460"/>
              <a:stretch>
                <a:fillRect/>
              </a:stretch>
            </p:blipFill>
            <p:spPr>
              <a:xfrm>
                <a:off x="8769047" y="5637037"/>
                <a:ext cx="222120" cy="7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1">
            <p14:nvContentPartPr>
              <p14:cNvPr id="268" name="Ink 267">
                <a:extLst>
                  <a:ext uri="{FF2B5EF4-FFF2-40B4-BE49-F238E27FC236}">
                    <a16:creationId xmlns:a16="http://schemas.microsoft.com/office/drawing/2014/main" id="{0C60E28E-F1CF-A0EC-C483-D066AAC6E267}"/>
                  </a:ext>
                </a:extLst>
              </p14:cNvPr>
              <p14:cNvContentPartPr/>
              <p14:nvPr/>
            </p14:nvContentPartPr>
            <p14:xfrm>
              <a:off x="9126527" y="5546677"/>
              <a:ext cx="15840" cy="173880"/>
            </p14:xfrm>
          </p:contentPart>
        </mc:Choice>
        <mc:Fallback>
          <p:pic>
            <p:nvPicPr>
              <p:cNvPr id="268" name="Ink 267">
                <a:extLst>
                  <a:ext uri="{FF2B5EF4-FFF2-40B4-BE49-F238E27FC236}">
                    <a16:creationId xmlns:a16="http://schemas.microsoft.com/office/drawing/2014/main" id="{0C60E28E-F1CF-A0EC-C483-D066AAC6E267}"/>
                  </a:ext>
                </a:extLst>
              </p:cNvPr>
              <p:cNvPicPr/>
              <p:nvPr/>
            </p:nvPicPr>
            <p:blipFill>
              <a:blip r:embed="rId462"/>
              <a:stretch>
                <a:fillRect/>
              </a:stretch>
            </p:blipFill>
            <p:spPr>
              <a:xfrm>
                <a:off x="9108887" y="5528677"/>
                <a:ext cx="51480" cy="20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3">
            <p14:nvContentPartPr>
              <p14:cNvPr id="269" name="Ink 268">
                <a:extLst>
                  <a:ext uri="{FF2B5EF4-FFF2-40B4-BE49-F238E27FC236}">
                    <a16:creationId xmlns:a16="http://schemas.microsoft.com/office/drawing/2014/main" id="{32220CD9-7E54-EE07-5184-FF6FFC897273}"/>
                  </a:ext>
                </a:extLst>
              </p14:cNvPr>
              <p14:cNvContentPartPr/>
              <p14:nvPr/>
            </p14:nvContentPartPr>
            <p14:xfrm>
              <a:off x="9158927" y="5484757"/>
              <a:ext cx="255240" cy="244800"/>
            </p14:xfrm>
          </p:contentPart>
        </mc:Choice>
        <mc:Fallback>
          <p:pic>
            <p:nvPicPr>
              <p:cNvPr id="269" name="Ink 268">
                <a:extLst>
                  <a:ext uri="{FF2B5EF4-FFF2-40B4-BE49-F238E27FC236}">
                    <a16:creationId xmlns:a16="http://schemas.microsoft.com/office/drawing/2014/main" id="{32220CD9-7E54-EE07-5184-FF6FFC897273}"/>
                  </a:ext>
                </a:extLst>
              </p:cNvPr>
              <p:cNvPicPr/>
              <p:nvPr/>
            </p:nvPicPr>
            <p:blipFill>
              <a:blip r:embed="rId464"/>
              <a:stretch>
                <a:fillRect/>
              </a:stretch>
            </p:blipFill>
            <p:spPr>
              <a:xfrm>
                <a:off x="9140927" y="5466757"/>
                <a:ext cx="290880" cy="28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5">
            <p14:nvContentPartPr>
              <p14:cNvPr id="275" name="Ink 274">
                <a:extLst>
                  <a:ext uri="{FF2B5EF4-FFF2-40B4-BE49-F238E27FC236}">
                    <a16:creationId xmlns:a16="http://schemas.microsoft.com/office/drawing/2014/main" id="{5BB27D9D-5941-A3A8-9F21-912B1EFF2CD5}"/>
                  </a:ext>
                </a:extLst>
              </p14:cNvPr>
              <p14:cNvContentPartPr/>
              <p14:nvPr/>
            </p14:nvContentPartPr>
            <p14:xfrm>
              <a:off x="3621767" y="6696517"/>
              <a:ext cx="82080" cy="32400"/>
            </p14:xfrm>
          </p:contentPart>
        </mc:Choice>
        <mc:Fallback>
          <p:pic>
            <p:nvPicPr>
              <p:cNvPr id="275" name="Ink 274">
                <a:extLst>
                  <a:ext uri="{FF2B5EF4-FFF2-40B4-BE49-F238E27FC236}">
                    <a16:creationId xmlns:a16="http://schemas.microsoft.com/office/drawing/2014/main" id="{5BB27D9D-5941-A3A8-9F21-912B1EFF2CD5}"/>
                  </a:ext>
                </a:extLst>
              </p:cNvPr>
              <p:cNvPicPr/>
              <p:nvPr/>
            </p:nvPicPr>
            <p:blipFill>
              <a:blip r:embed="rId466"/>
              <a:stretch>
                <a:fillRect/>
              </a:stretch>
            </p:blipFill>
            <p:spPr>
              <a:xfrm>
                <a:off x="3603767" y="6678517"/>
                <a:ext cx="117720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7">
            <p14:nvContentPartPr>
              <p14:cNvPr id="276" name="Ink 275">
                <a:extLst>
                  <a:ext uri="{FF2B5EF4-FFF2-40B4-BE49-F238E27FC236}">
                    <a16:creationId xmlns:a16="http://schemas.microsoft.com/office/drawing/2014/main" id="{A4615B96-687B-0AEE-4721-E5F85F22C75E}"/>
                  </a:ext>
                </a:extLst>
              </p14:cNvPr>
              <p14:cNvContentPartPr/>
              <p14:nvPr/>
            </p14:nvContentPartPr>
            <p14:xfrm>
              <a:off x="3760007" y="6611197"/>
              <a:ext cx="14400" cy="181080"/>
            </p14:xfrm>
          </p:contentPart>
        </mc:Choice>
        <mc:Fallback>
          <p:pic>
            <p:nvPicPr>
              <p:cNvPr id="276" name="Ink 275">
                <a:extLst>
                  <a:ext uri="{FF2B5EF4-FFF2-40B4-BE49-F238E27FC236}">
                    <a16:creationId xmlns:a16="http://schemas.microsoft.com/office/drawing/2014/main" id="{A4615B96-687B-0AEE-4721-E5F85F22C75E}"/>
                  </a:ext>
                </a:extLst>
              </p:cNvPr>
              <p:cNvPicPr/>
              <p:nvPr/>
            </p:nvPicPr>
            <p:blipFill>
              <a:blip r:embed="rId468"/>
              <a:stretch>
                <a:fillRect/>
              </a:stretch>
            </p:blipFill>
            <p:spPr>
              <a:xfrm>
                <a:off x="3742367" y="6593197"/>
                <a:ext cx="50040" cy="21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9">
            <p14:nvContentPartPr>
              <p14:cNvPr id="277" name="Ink 276">
                <a:extLst>
                  <a:ext uri="{FF2B5EF4-FFF2-40B4-BE49-F238E27FC236}">
                    <a16:creationId xmlns:a16="http://schemas.microsoft.com/office/drawing/2014/main" id="{0557875C-BCDA-63B1-5D89-45F6C7A03BDC}"/>
                  </a:ext>
                </a:extLst>
              </p14:cNvPr>
              <p14:cNvContentPartPr/>
              <p14:nvPr/>
            </p14:nvContentPartPr>
            <p14:xfrm>
              <a:off x="3832367" y="6663037"/>
              <a:ext cx="96120" cy="43200"/>
            </p14:xfrm>
          </p:contentPart>
        </mc:Choice>
        <mc:Fallback>
          <p:pic>
            <p:nvPicPr>
              <p:cNvPr id="277" name="Ink 276">
                <a:extLst>
                  <a:ext uri="{FF2B5EF4-FFF2-40B4-BE49-F238E27FC236}">
                    <a16:creationId xmlns:a16="http://schemas.microsoft.com/office/drawing/2014/main" id="{0557875C-BCDA-63B1-5D89-45F6C7A03BDC}"/>
                  </a:ext>
                </a:extLst>
              </p:cNvPr>
              <p:cNvPicPr/>
              <p:nvPr/>
            </p:nvPicPr>
            <p:blipFill>
              <a:blip r:embed="rId470"/>
              <a:stretch>
                <a:fillRect/>
              </a:stretch>
            </p:blipFill>
            <p:spPr>
              <a:xfrm>
                <a:off x="3814727" y="6645397"/>
                <a:ext cx="131760" cy="7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1">
            <p14:nvContentPartPr>
              <p14:cNvPr id="278" name="Ink 277">
                <a:extLst>
                  <a:ext uri="{FF2B5EF4-FFF2-40B4-BE49-F238E27FC236}">
                    <a16:creationId xmlns:a16="http://schemas.microsoft.com/office/drawing/2014/main" id="{04140CEB-E6E6-A760-9381-3D9E5E478810}"/>
                  </a:ext>
                </a:extLst>
              </p14:cNvPr>
              <p14:cNvContentPartPr/>
              <p14:nvPr/>
            </p14:nvContentPartPr>
            <p14:xfrm>
              <a:off x="3867287" y="6614437"/>
              <a:ext cx="35640" cy="161640"/>
            </p14:xfrm>
          </p:contentPart>
        </mc:Choice>
        <mc:Fallback>
          <p:pic>
            <p:nvPicPr>
              <p:cNvPr id="278" name="Ink 277">
                <a:extLst>
                  <a:ext uri="{FF2B5EF4-FFF2-40B4-BE49-F238E27FC236}">
                    <a16:creationId xmlns:a16="http://schemas.microsoft.com/office/drawing/2014/main" id="{04140CEB-E6E6-A760-9381-3D9E5E478810}"/>
                  </a:ext>
                </a:extLst>
              </p:cNvPr>
              <p:cNvPicPr/>
              <p:nvPr/>
            </p:nvPicPr>
            <p:blipFill>
              <a:blip r:embed="rId472"/>
              <a:stretch>
                <a:fillRect/>
              </a:stretch>
            </p:blipFill>
            <p:spPr>
              <a:xfrm>
                <a:off x="3849647" y="6596437"/>
                <a:ext cx="71280" cy="19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3">
            <p14:nvContentPartPr>
              <p14:cNvPr id="279" name="Ink 278">
                <a:extLst>
                  <a:ext uri="{FF2B5EF4-FFF2-40B4-BE49-F238E27FC236}">
                    <a16:creationId xmlns:a16="http://schemas.microsoft.com/office/drawing/2014/main" id="{63002F8F-F1E7-7CC1-9988-0197C17A05DC}"/>
                  </a:ext>
                </a:extLst>
              </p14:cNvPr>
              <p14:cNvContentPartPr/>
              <p14:nvPr/>
            </p14:nvContentPartPr>
            <p14:xfrm>
              <a:off x="3992567" y="6589957"/>
              <a:ext cx="71640" cy="213480"/>
            </p14:xfrm>
          </p:contentPart>
        </mc:Choice>
        <mc:Fallback>
          <p:pic>
            <p:nvPicPr>
              <p:cNvPr id="279" name="Ink 278">
                <a:extLst>
                  <a:ext uri="{FF2B5EF4-FFF2-40B4-BE49-F238E27FC236}">
                    <a16:creationId xmlns:a16="http://schemas.microsoft.com/office/drawing/2014/main" id="{63002F8F-F1E7-7CC1-9988-0197C17A05DC}"/>
                  </a:ext>
                </a:extLst>
              </p:cNvPr>
              <p:cNvPicPr/>
              <p:nvPr/>
            </p:nvPicPr>
            <p:blipFill>
              <a:blip r:embed="rId474"/>
              <a:stretch>
                <a:fillRect/>
              </a:stretch>
            </p:blipFill>
            <p:spPr>
              <a:xfrm>
                <a:off x="3974567" y="6571957"/>
                <a:ext cx="107280" cy="24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5">
            <p14:nvContentPartPr>
              <p14:cNvPr id="280" name="Ink 279">
                <a:extLst>
                  <a:ext uri="{FF2B5EF4-FFF2-40B4-BE49-F238E27FC236}">
                    <a16:creationId xmlns:a16="http://schemas.microsoft.com/office/drawing/2014/main" id="{DEE196C3-72FE-C44A-F906-674FFA4FDC98}"/>
                  </a:ext>
                </a:extLst>
              </p14:cNvPr>
              <p14:cNvContentPartPr/>
              <p14:nvPr/>
            </p14:nvContentPartPr>
            <p14:xfrm>
              <a:off x="4115327" y="6592837"/>
              <a:ext cx="15120" cy="169560"/>
            </p14:xfrm>
          </p:contentPart>
        </mc:Choice>
        <mc:Fallback>
          <p:pic>
            <p:nvPicPr>
              <p:cNvPr id="280" name="Ink 279">
                <a:extLst>
                  <a:ext uri="{FF2B5EF4-FFF2-40B4-BE49-F238E27FC236}">
                    <a16:creationId xmlns:a16="http://schemas.microsoft.com/office/drawing/2014/main" id="{DEE196C3-72FE-C44A-F906-674FFA4FDC98}"/>
                  </a:ext>
                </a:extLst>
              </p:cNvPr>
              <p:cNvPicPr/>
              <p:nvPr/>
            </p:nvPicPr>
            <p:blipFill>
              <a:blip r:embed="rId476"/>
              <a:stretch>
                <a:fillRect/>
              </a:stretch>
            </p:blipFill>
            <p:spPr>
              <a:xfrm>
                <a:off x="4097327" y="6574837"/>
                <a:ext cx="50760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7">
            <p14:nvContentPartPr>
              <p14:cNvPr id="281" name="Ink 280">
                <a:extLst>
                  <a:ext uri="{FF2B5EF4-FFF2-40B4-BE49-F238E27FC236}">
                    <a16:creationId xmlns:a16="http://schemas.microsoft.com/office/drawing/2014/main" id="{25915A21-0484-60C5-CE9F-15D204B4B988}"/>
                  </a:ext>
                </a:extLst>
              </p14:cNvPr>
              <p14:cNvContentPartPr/>
              <p14:nvPr/>
            </p14:nvContentPartPr>
            <p14:xfrm>
              <a:off x="4114607" y="6543157"/>
              <a:ext cx="158040" cy="174960"/>
            </p14:xfrm>
          </p:contentPart>
        </mc:Choice>
        <mc:Fallback>
          <p:pic>
            <p:nvPicPr>
              <p:cNvPr id="281" name="Ink 280">
                <a:extLst>
                  <a:ext uri="{FF2B5EF4-FFF2-40B4-BE49-F238E27FC236}">
                    <a16:creationId xmlns:a16="http://schemas.microsoft.com/office/drawing/2014/main" id="{25915A21-0484-60C5-CE9F-15D204B4B988}"/>
                  </a:ext>
                </a:extLst>
              </p:cNvPr>
              <p:cNvPicPr/>
              <p:nvPr/>
            </p:nvPicPr>
            <p:blipFill>
              <a:blip r:embed="rId478"/>
              <a:stretch>
                <a:fillRect/>
              </a:stretch>
            </p:blipFill>
            <p:spPr>
              <a:xfrm>
                <a:off x="4096607" y="6525517"/>
                <a:ext cx="193680" cy="21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9">
            <p14:nvContentPartPr>
              <p14:cNvPr id="291" name="Ink 290">
                <a:extLst>
                  <a:ext uri="{FF2B5EF4-FFF2-40B4-BE49-F238E27FC236}">
                    <a16:creationId xmlns:a16="http://schemas.microsoft.com/office/drawing/2014/main" id="{D5F750D6-1A21-4A6C-975C-008F96D25FA4}"/>
                  </a:ext>
                </a:extLst>
              </p14:cNvPr>
              <p14:cNvContentPartPr/>
              <p14:nvPr/>
            </p14:nvContentPartPr>
            <p14:xfrm>
              <a:off x="5833247" y="6510037"/>
              <a:ext cx="106560" cy="21960"/>
            </p14:xfrm>
          </p:contentPart>
        </mc:Choice>
        <mc:Fallback>
          <p:pic>
            <p:nvPicPr>
              <p:cNvPr id="291" name="Ink 290">
                <a:extLst>
                  <a:ext uri="{FF2B5EF4-FFF2-40B4-BE49-F238E27FC236}">
                    <a16:creationId xmlns:a16="http://schemas.microsoft.com/office/drawing/2014/main" id="{D5F750D6-1A21-4A6C-975C-008F96D25FA4}"/>
                  </a:ext>
                </a:extLst>
              </p:cNvPr>
              <p:cNvPicPr/>
              <p:nvPr/>
            </p:nvPicPr>
            <p:blipFill>
              <a:blip r:embed="rId480"/>
              <a:stretch>
                <a:fillRect/>
              </a:stretch>
            </p:blipFill>
            <p:spPr>
              <a:xfrm>
                <a:off x="5815247" y="6492037"/>
                <a:ext cx="142200" cy="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1">
            <p14:nvContentPartPr>
              <p14:cNvPr id="292" name="Ink 291">
                <a:extLst>
                  <a:ext uri="{FF2B5EF4-FFF2-40B4-BE49-F238E27FC236}">
                    <a16:creationId xmlns:a16="http://schemas.microsoft.com/office/drawing/2014/main" id="{655C3CC8-F79B-4636-E727-D62D873A7CAA}"/>
                  </a:ext>
                </a:extLst>
              </p14:cNvPr>
              <p14:cNvContentPartPr/>
              <p14:nvPr/>
            </p14:nvContentPartPr>
            <p14:xfrm>
              <a:off x="6014687" y="6339757"/>
              <a:ext cx="30240" cy="194760"/>
            </p14:xfrm>
          </p:contentPart>
        </mc:Choice>
        <mc:Fallback>
          <p:pic>
            <p:nvPicPr>
              <p:cNvPr id="292" name="Ink 291">
                <a:extLst>
                  <a:ext uri="{FF2B5EF4-FFF2-40B4-BE49-F238E27FC236}">
                    <a16:creationId xmlns:a16="http://schemas.microsoft.com/office/drawing/2014/main" id="{655C3CC8-F79B-4636-E727-D62D873A7CAA}"/>
                  </a:ext>
                </a:extLst>
              </p:cNvPr>
              <p:cNvPicPr/>
              <p:nvPr/>
            </p:nvPicPr>
            <p:blipFill>
              <a:blip r:embed="rId482"/>
              <a:stretch>
                <a:fillRect/>
              </a:stretch>
            </p:blipFill>
            <p:spPr>
              <a:xfrm>
                <a:off x="5996687" y="6321757"/>
                <a:ext cx="65880" cy="23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3">
            <p14:nvContentPartPr>
              <p14:cNvPr id="293" name="Ink 292">
                <a:extLst>
                  <a:ext uri="{FF2B5EF4-FFF2-40B4-BE49-F238E27FC236}">
                    <a16:creationId xmlns:a16="http://schemas.microsoft.com/office/drawing/2014/main" id="{D702A11A-F23B-DAE2-38C8-31C7D4BF7508}"/>
                  </a:ext>
                </a:extLst>
              </p14:cNvPr>
              <p14:cNvContentPartPr/>
              <p14:nvPr/>
            </p14:nvContentPartPr>
            <p14:xfrm>
              <a:off x="6047807" y="6260557"/>
              <a:ext cx="186120" cy="198000"/>
            </p14:xfrm>
          </p:contentPart>
        </mc:Choice>
        <mc:Fallback>
          <p:pic>
            <p:nvPicPr>
              <p:cNvPr id="293" name="Ink 292">
                <a:extLst>
                  <a:ext uri="{FF2B5EF4-FFF2-40B4-BE49-F238E27FC236}">
                    <a16:creationId xmlns:a16="http://schemas.microsoft.com/office/drawing/2014/main" id="{D702A11A-F23B-DAE2-38C8-31C7D4BF7508}"/>
                  </a:ext>
                </a:extLst>
              </p:cNvPr>
              <p:cNvPicPr/>
              <p:nvPr/>
            </p:nvPicPr>
            <p:blipFill>
              <a:blip r:embed="rId484"/>
              <a:stretch>
                <a:fillRect/>
              </a:stretch>
            </p:blipFill>
            <p:spPr>
              <a:xfrm>
                <a:off x="6029807" y="6242557"/>
                <a:ext cx="221760" cy="23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5">
            <p14:nvContentPartPr>
              <p14:cNvPr id="294" name="Ink 293">
                <a:extLst>
                  <a:ext uri="{FF2B5EF4-FFF2-40B4-BE49-F238E27FC236}">
                    <a16:creationId xmlns:a16="http://schemas.microsoft.com/office/drawing/2014/main" id="{9684F750-B1E0-6AE3-37B4-4BBAF9D62E9C}"/>
                  </a:ext>
                </a:extLst>
              </p14:cNvPr>
              <p14:cNvContentPartPr/>
              <p14:nvPr/>
            </p14:nvContentPartPr>
            <p14:xfrm>
              <a:off x="6581327" y="6305197"/>
              <a:ext cx="175320" cy="34920"/>
            </p14:xfrm>
          </p:contentPart>
        </mc:Choice>
        <mc:Fallback>
          <p:pic>
            <p:nvPicPr>
              <p:cNvPr id="294" name="Ink 293">
                <a:extLst>
                  <a:ext uri="{FF2B5EF4-FFF2-40B4-BE49-F238E27FC236}">
                    <a16:creationId xmlns:a16="http://schemas.microsoft.com/office/drawing/2014/main" id="{9684F750-B1E0-6AE3-37B4-4BBAF9D62E9C}"/>
                  </a:ext>
                </a:extLst>
              </p:cNvPr>
              <p:cNvPicPr/>
              <p:nvPr/>
            </p:nvPicPr>
            <p:blipFill>
              <a:blip r:embed="rId486"/>
              <a:stretch>
                <a:fillRect/>
              </a:stretch>
            </p:blipFill>
            <p:spPr>
              <a:xfrm>
                <a:off x="6563687" y="6287197"/>
                <a:ext cx="210960" cy="7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7">
            <p14:nvContentPartPr>
              <p14:cNvPr id="295" name="Ink 294">
                <a:extLst>
                  <a:ext uri="{FF2B5EF4-FFF2-40B4-BE49-F238E27FC236}">
                    <a16:creationId xmlns:a16="http://schemas.microsoft.com/office/drawing/2014/main" id="{B2EF37AA-2D4F-86D9-446F-6A7DB59870E5}"/>
                  </a:ext>
                </a:extLst>
              </p14:cNvPr>
              <p14:cNvContentPartPr/>
              <p14:nvPr/>
            </p14:nvContentPartPr>
            <p14:xfrm>
              <a:off x="6830807" y="6176317"/>
              <a:ext cx="50400" cy="201240"/>
            </p14:xfrm>
          </p:contentPart>
        </mc:Choice>
        <mc:Fallback>
          <p:pic>
            <p:nvPicPr>
              <p:cNvPr id="295" name="Ink 294">
                <a:extLst>
                  <a:ext uri="{FF2B5EF4-FFF2-40B4-BE49-F238E27FC236}">
                    <a16:creationId xmlns:a16="http://schemas.microsoft.com/office/drawing/2014/main" id="{B2EF37AA-2D4F-86D9-446F-6A7DB59870E5}"/>
                  </a:ext>
                </a:extLst>
              </p:cNvPr>
              <p:cNvPicPr/>
              <p:nvPr/>
            </p:nvPicPr>
            <p:blipFill>
              <a:blip r:embed="rId488"/>
              <a:stretch>
                <a:fillRect/>
              </a:stretch>
            </p:blipFill>
            <p:spPr>
              <a:xfrm>
                <a:off x="6813167" y="6158677"/>
                <a:ext cx="86040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9">
            <p14:nvContentPartPr>
              <p14:cNvPr id="296" name="Ink 295">
                <a:extLst>
                  <a:ext uri="{FF2B5EF4-FFF2-40B4-BE49-F238E27FC236}">
                    <a16:creationId xmlns:a16="http://schemas.microsoft.com/office/drawing/2014/main" id="{240EE751-3C07-3BE0-3E5E-924F9AB5F82A}"/>
                  </a:ext>
                </a:extLst>
              </p14:cNvPr>
              <p14:cNvContentPartPr/>
              <p14:nvPr/>
            </p14:nvContentPartPr>
            <p14:xfrm>
              <a:off x="6876887" y="6127717"/>
              <a:ext cx="200880" cy="203760"/>
            </p14:xfrm>
          </p:contentPart>
        </mc:Choice>
        <mc:Fallback>
          <p:pic>
            <p:nvPicPr>
              <p:cNvPr id="296" name="Ink 295">
                <a:extLst>
                  <a:ext uri="{FF2B5EF4-FFF2-40B4-BE49-F238E27FC236}">
                    <a16:creationId xmlns:a16="http://schemas.microsoft.com/office/drawing/2014/main" id="{240EE751-3C07-3BE0-3E5E-924F9AB5F82A}"/>
                  </a:ext>
                </a:extLst>
              </p:cNvPr>
              <p:cNvPicPr/>
              <p:nvPr/>
            </p:nvPicPr>
            <p:blipFill>
              <a:blip r:embed="rId490"/>
              <a:stretch>
                <a:fillRect/>
              </a:stretch>
            </p:blipFill>
            <p:spPr>
              <a:xfrm>
                <a:off x="6859247" y="6110077"/>
                <a:ext cx="236520" cy="23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1">
            <p14:nvContentPartPr>
              <p14:cNvPr id="297" name="Ink 296">
                <a:extLst>
                  <a:ext uri="{FF2B5EF4-FFF2-40B4-BE49-F238E27FC236}">
                    <a16:creationId xmlns:a16="http://schemas.microsoft.com/office/drawing/2014/main" id="{0479D11D-AF71-AEAF-AE98-9D45EDE02837}"/>
                  </a:ext>
                </a:extLst>
              </p14:cNvPr>
              <p14:cNvContentPartPr/>
              <p14:nvPr/>
            </p14:nvContentPartPr>
            <p14:xfrm>
              <a:off x="8040047" y="6022957"/>
              <a:ext cx="239400" cy="307440"/>
            </p14:xfrm>
          </p:contentPart>
        </mc:Choice>
        <mc:Fallback>
          <p:pic>
            <p:nvPicPr>
              <p:cNvPr id="297" name="Ink 296">
                <a:extLst>
                  <a:ext uri="{FF2B5EF4-FFF2-40B4-BE49-F238E27FC236}">
                    <a16:creationId xmlns:a16="http://schemas.microsoft.com/office/drawing/2014/main" id="{0479D11D-AF71-AEAF-AE98-9D45EDE02837}"/>
                  </a:ext>
                </a:extLst>
              </p:cNvPr>
              <p:cNvPicPr/>
              <p:nvPr/>
            </p:nvPicPr>
            <p:blipFill>
              <a:blip r:embed="rId492"/>
              <a:stretch>
                <a:fillRect/>
              </a:stretch>
            </p:blipFill>
            <p:spPr>
              <a:xfrm>
                <a:off x="8022047" y="6004957"/>
                <a:ext cx="275040" cy="34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3">
            <p14:nvContentPartPr>
              <p14:cNvPr id="298" name="Ink 297">
                <a:extLst>
                  <a:ext uri="{FF2B5EF4-FFF2-40B4-BE49-F238E27FC236}">
                    <a16:creationId xmlns:a16="http://schemas.microsoft.com/office/drawing/2014/main" id="{A48086C4-D58C-14AE-D7AF-F90908732A70}"/>
                  </a:ext>
                </a:extLst>
              </p14:cNvPr>
              <p14:cNvContentPartPr/>
              <p14:nvPr/>
            </p14:nvContentPartPr>
            <p14:xfrm>
              <a:off x="9098447" y="5945557"/>
              <a:ext cx="254880" cy="258480"/>
            </p14:xfrm>
          </p:contentPart>
        </mc:Choice>
        <mc:Fallback>
          <p:pic>
            <p:nvPicPr>
              <p:cNvPr id="298" name="Ink 297">
                <a:extLst>
                  <a:ext uri="{FF2B5EF4-FFF2-40B4-BE49-F238E27FC236}">
                    <a16:creationId xmlns:a16="http://schemas.microsoft.com/office/drawing/2014/main" id="{A48086C4-D58C-14AE-D7AF-F90908732A70}"/>
                  </a:ext>
                </a:extLst>
              </p:cNvPr>
              <p:cNvPicPr/>
              <p:nvPr/>
            </p:nvPicPr>
            <p:blipFill>
              <a:blip r:embed="rId494"/>
              <a:stretch>
                <a:fillRect/>
              </a:stretch>
            </p:blipFill>
            <p:spPr>
              <a:xfrm>
                <a:off x="9080807" y="5927557"/>
                <a:ext cx="290520" cy="29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5">
            <p14:nvContentPartPr>
              <p14:cNvPr id="310" name="Ink 309">
                <a:extLst>
                  <a:ext uri="{FF2B5EF4-FFF2-40B4-BE49-F238E27FC236}">
                    <a16:creationId xmlns:a16="http://schemas.microsoft.com/office/drawing/2014/main" id="{CED0C7B6-44F7-82FE-DF48-323AF05D033D}"/>
                  </a:ext>
                </a:extLst>
              </p14:cNvPr>
              <p14:cNvContentPartPr/>
              <p14:nvPr/>
            </p14:nvContentPartPr>
            <p14:xfrm>
              <a:off x="9634487" y="3724357"/>
              <a:ext cx="455400" cy="2808360"/>
            </p14:xfrm>
          </p:contentPart>
        </mc:Choice>
        <mc:Fallback>
          <p:pic>
            <p:nvPicPr>
              <p:cNvPr id="310" name="Ink 309">
                <a:extLst>
                  <a:ext uri="{FF2B5EF4-FFF2-40B4-BE49-F238E27FC236}">
                    <a16:creationId xmlns:a16="http://schemas.microsoft.com/office/drawing/2014/main" id="{CED0C7B6-44F7-82FE-DF48-323AF05D033D}"/>
                  </a:ext>
                </a:extLst>
              </p:cNvPr>
              <p:cNvPicPr/>
              <p:nvPr/>
            </p:nvPicPr>
            <p:blipFill>
              <a:blip r:embed="rId496"/>
              <a:stretch>
                <a:fillRect/>
              </a:stretch>
            </p:blipFill>
            <p:spPr>
              <a:xfrm>
                <a:off x="9616487" y="3706717"/>
                <a:ext cx="491040" cy="28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7">
            <p14:nvContentPartPr>
              <p14:cNvPr id="311" name="Ink 310">
                <a:extLst>
                  <a:ext uri="{FF2B5EF4-FFF2-40B4-BE49-F238E27FC236}">
                    <a16:creationId xmlns:a16="http://schemas.microsoft.com/office/drawing/2014/main" id="{4A4F5307-E1C5-A1CF-9233-CD3EA0CDCBCC}"/>
                  </a:ext>
                </a:extLst>
              </p14:cNvPr>
              <p14:cNvContentPartPr/>
              <p14:nvPr/>
            </p14:nvContentPartPr>
            <p14:xfrm>
              <a:off x="9457367" y="4830277"/>
              <a:ext cx="1847160" cy="180720"/>
            </p14:xfrm>
          </p:contentPart>
        </mc:Choice>
        <mc:Fallback>
          <p:pic>
            <p:nvPicPr>
              <p:cNvPr id="311" name="Ink 310">
                <a:extLst>
                  <a:ext uri="{FF2B5EF4-FFF2-40B4-BE49-F238E27FC236}">
                    <a16:creationId xmlns:a16="http://schemas.microsoft.com/office/drawing/2014/main" id="{4A4F5307-E1C5-A1CF-9233-CD3EA0CDCBCC}"/>
                  </a:ext>
                </a:extLst>
              </p:cNvPr>
              <p:cNvPicPr/>
              <p:nvPr/>
            </p:nvPicPr>
            <p:blipFill>
              <a:blip r:embed="rId498"/>
              <a:stretch>
                <a:fillRect/>
              </a:stretch>
            </p:blipFill>
            <p:spPr>
              <a:xfrm>
                <a:off x="9439367" y="4812637"/>
                <a:ext cx="1882800" cy="21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9">
            <p14:nvContentPartPr>
              <p14:cNvPr id="312" name="Ink 311">
                <a:extLst>
                  <a:ext uri="{FF2B5EF4-FFF2-40B4-BE49-F238E27FC236}">
                    <a16:creationId xmlns:a16="http://schemas.microsoft.com/office/drawing/2014/main" id="{4955E7B6-6C08-D29E-1F09-03F2D6881564}"/>
                  </a:ext>
                </a:extLst>
              </p14:cNvPr>
              <p14:cNvContentPartPr/>
              <p14:nvPr/>
            </p14:nvContentPartPr>
            <p14:xfrm>
              <a:off x="10150007" y="3789157"/>
              <a:ext cx="25200" cy="147600"/>
            </p14:xfrm>
          </p:contentPart>
        </mc:Choice>
        <mc:Fallback>
          <p:pic>
            <p:nvPicPr>
              <p:cNvPr id="312" name="Ink 311">
                <a:extLst>
                  <a:ext uri="{FF2B5EF4-FFF2-40B4-BE49-F238E27FC236}">
                    <a16:creationId xmlns:a16="http://schemas.microsoft.com/office/drawing/2014/main" id="{4955E7B6-6C08-D29E-1F09-03F2D6881564}"/>
                  </a:ext>
                </a:extLst>
              </p:cNvPr>
              <p:cNvPicPr/>
              <p:nvPr/>
            </p:nvPicPr>
            <p:blipFill>
              <a:blip r:embed="rId500"/>
              <a:stretch>
                <a:fillRect/>
              </a:stretch>
            </p:blipFill>
            <p:spPr>
              <a:xfrm>
                <a:off x="10132367" y="3771157"/>
                <a:ext cx="60840" cy="18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1">
            <p14:nvContentPartPr>
              <p14:cNvPr id="313" name="Ink 312">
                <a:extLst>
                  <a:ext uri="{FF2B5EF4-FFF2-40B4-BE49-F238E27FC236}">
                    <a16:creationId xmlns:a16="http://schemas.microsoft.com/office/drawing/2014/main" id="{2EB23EC3-17B0-CD25-18B1-0D4929ACB2B2}"/>
                  </a:ext>
                </a:extLst>
              </p14:cNvPr>
              <p14:cNvContentPartPr/>
              <p14:nvPr/>
            </p14:nvContentPartPr>
            <p14:xfrm>
              <a:off x="10174847" y="3673597"/>
              <a:ext cx="250200" cy="167760"/>
            </p14:xfrm>
          </p:contentPart>
        </mc:Choice>
        <mc:Fallback>
          <p:pic>
            <p:nvPicPr>
              <p:cNvPr id="313" name="Ink 312">
                <a:extLst>
                  <a:ext uri="{FF2B5EF4-FFF2-40B4-BE49-F238E27FC236}">
                    <a16:creationId xmlns:a16="http://schemas.microsoft.com/office/drawing/2014/main" id="{2EB23EC3-17B0-CD25-18B1-0D4929ACB2B2}"/>
                  </a:ext>
                </a:extLst>
              </p:cNvPr>
              <p:cNvPicPr/>
              <p:nvPr/>
            </p:nvPicPr>
            <p:blipFill>
              <a:blip r:embed="rId502"/>
              <a:stretch>
                <a:fillRect/>
              </a:stretch>
            </p:blipFill>
            <p:spPr>
              <a:xfrm>
                <a:off x="10157207" y="3655957"/>
                <a:ext cx="285840" cy="2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3">
            <p14:nvContentPartPr>
              <p14:cNvPr id="314" name="Ink 313">
                <a:extLst>
                  <a:ext uri="{FF2B5EF4-FFF2-40B4-BE49-F238E27FC236}">
                    <a16:creationId xmlns:a16="http://schemas.microsoft.com/office/drawing/2014/main" id="{DED95E76-7EA7-4E6C-B080-B86CE78FD659}"/>
                  </a:ext>
                </a:extLst>
              </p14:cNvPr>
              <p14:cNvContentPartPr/>
              <p14:nvPr/>
            </p14:nvContentPartPr>
            <p14:xfrm>
              <a:off x="10534487" y="3671797"/>
              <a:ext cx="10800" cy="86040"/>
            </p14:xfrm>
          </p:contentPart>
        </mc:Choice>
        <mc:Fallback>
          <p:pic>
            <p:nvPicPr>
              <p:cNvPr id="314" name="Ink 313">
                <a:extLst>
                  <a:ext uri="{FF2B5EF4-FFF2-40B4-BE49-F238E27FC236}">
                    <a16:creationId xmlns:a16="http://schemas.microsoft.com/office/drawing/2014/main" id="{DED95E76-7EA7-4E6C-B080-B86CE78FD659}"/>
                  </a:ext>
                </a:extLst>
              </p:cNvPr>
              <p:cNvPicPr/>
              <p:nvPr/>
            </p:nvPicPr>
            <p:blipFill>
              <a:blip r:embed="rId504"/>
              <a:stretch>
                <a:fillRect/>
              </a:stretch>
            </p:blipFill>
            <p:spPr>
              <a:xfrm>
                <a:off x="10516487" y="3654157"/>
                <a:ext cx="46440" cy="12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5">
            <p14:nvContentPartPr>
              <p14:cNvPr id="315" name="Ink 314">
                <a:extLst>
                  <a:ext uri="{FF2B5EF4-FFF2-40B4-BE49-F238E27FC236}">
                    <a16:creationId xmlns:a16="http://schemas.microsoft.com/office/drawing/2014/main" id="{397F7BC4-35F8-71C5-F0D5-2099D4DA78DF}"/>
                  </a:ext>
                </a:extLst>
              </p14:cNvPr>
              <p14:cNvContentPartPr/>
              <p14:nvPr/>
            </p14:nvContentPartPr>
            <p14:xfrm>
              <a:off x="10541327" y="3572437"/>
              <a:ext cx="12600" cy="21240"/>
            </p14:xfrm>
          </p:contentPart>
        </mc:Choice>
        <mc:Fallback>
          <p:pic>
            <p:nvPicPr>
              <p:cNvPr id="315" name="Ink 314">
                <a:extLst>
                  <a:ext uri="{FF2B5EF4-FFF2-40B4-BE49-F238E27FC236}">
                    <a16:creationId xmlns:a16="http://schemas.microsoft.com/office/drawing/2014/main" id="{397F7BC4-35F8-71C5-F0D5-2099D4DA78DF}"/>
                  </a:ext>
                </a:extLst>
              </p:cNvPr>
              <p:cNvPicPr/>
              <p:nvPr/>
            </p:nvPicPr>
            <p:blipFill>
              <a:blip r:embed="rId506"/>
              <a:stretch>
                <a:fillRect/>
              </a:stretch>
            </p:blipFill>
            <p:spPr>
              <a:xfrm>
                <a:off x="10523327" y="3554797"/>
                <a:ext cx="48240" cy="5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7">
            <p14:nvContentPartPr>
              <p14:cNvPr id="316" name="Ink 315">
                <a:extLst>
                  <a:ext uri="{FF2B5EF4-FFF2-40B4-BE49-F238E27FC236}">
                    <a16:creationId xmlns:a16="http://schemas.microsoft.com/office/drawing/2014/main" id="{DC808076-46A9-D352-02DD-18AFA18A343B}"/>
                  </a:ext>
                </a:extLst>
              </p14:cNvPr>
              <p14:cNvContentPartPr/>
              <p14:nvPr/>
            </p14:nvContentPartPr>
            <p14:xfrm>
              <a:off x="10598207" y="3632557"/>
              <a:ext cx="140400" cy="134640"/>
            </p14:xfrm>
          </p:contentPart>
        </mc:Choice>
        <mc:Fallback>
          <p:pic>
            <p:nvPicPr>
              <p:cNvPr id="316" name="Ink 315">
                <a:extLst>
                  <a:ext uri="{FF2B5EF4-FFF2-40B4-BE49-F238E27FC236}">
                    <a16:creationId xmlns:a16="http://schemas.microsoft.com/office/drawing/2014/main" id="{DC808076-46A9-D352-02DD-18AFA18A343B}"/>
                  </a:ext>
                </a:extLst>
              </p:cNvPr>
              <p:cNvPicPr/>
              <p:nvPr/>
            </p:nvPicPr>
            <p:blipFill>
              <a:blip r:embed="rId508"/>
              <a:stretch>
                <a:fillRect/>
              </a:stretch>
            </p:blipFill>
            <p:spPr>
              <a:xfrm>
                <a:off x="10580207" y="3614557"/>
                <a:ext cx="176040" cy="17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9">
            <p14:nvContentPartPr>
              <p14:cNvPr id="317" name="Ink 316">
                <a:extLst>
                  <a:ext uri="{FF2B5EF4-FFF2-40B4-BE49-F238E27FC236}">
                    <a16:creationId xmlns:a16="http://schemas.microsoft.com/office/drawing/2014/main" id="{405226F9-7FD9-75E6-A1C7-014C42DEEEE6}"/>
                  </a:ext>
                </a:extLst>
              </p14:cNvPr>
              <p14:cNvContentPartPr/>
              <p14:nvPr/>
            </p14:nvContentPartPr>
            <p14:xfrm>
              <a:off x="10919687" y="3627517"/>
              <a:ext cx="177840" cy="97560"/>
            </p14:xfrm>
          </p:contentPart>
        </mc:Choice>
        <mc:Fallback>
          <p:pic>
            <p:nvPicPr>
              <p:cNvPr id="317" name="Ink 316">
                <a:extLst>
                  <a:ext uri="{FF2B5EF4-FFF2-40B4-BE49-F238E27FC236}">
                    <a16:creationId xmlns:a16="http://schemas.microsoft.com/office/drawing/2014/main" id="{405226F9-7FD9-75E6-A1C7-014C42DEEEE6}"/>
                  </a:ext>
                </a:extLst>
              </p:cNvPr>
              <p:cNvPicPr/>
              <p:nvPr/>
            </p:nvPicPr>
            <p:blipFill>
              <a:blip r:embed="rId510"/>
              <a:stretch>
                <a:fillRect/>
              </a:stretch>
            </p:blipFill>
            <p:spPr>
              <a:xfrm>
                <a:off x="10901687" y="3609877"/>
                <a:ext cx="213480" cy="13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1">
            <p14:nvContentPartPr>
              <p14:cNvPr id="318" name="Ink 317">
                <a:extLst>
                  <a:ext uri="{FF2B5EF4-FFF2-40B4-BE49-F238E27FC236}">
                    <a16:creationId xmlns:a16="http://schemas.microsoft.com/office/drawing/2014/main" id="{0686CD54-7C32-D8CF-9B45-44E15F810E51}"/>
                  </a:ext>
                </a:extLst>
              </p14:cNvPr>
              <p14:cNvContentPartPr/>
              <p14:nvPr/>
            </p14:nvContentPartPr>
            <p14:xfrm>
              <a:off x="11146847" y="3403237"/>
              <a:ext cx="425160" cy="273600"/>
            </p14:xfrm>
          </p:contentPart>
        </mc:Choice>
        <mc:Fallback>
          <p:pic>
            <p:nvPicPr>
              <p:cNvPr id="318" name="Ink 317">
                <a:extLst>
                  <a:ext uri="{FF2B5EF4-FFF2-40B4-BE49-F238E27FC236}">
                    <a16:creationId xmlns:a16="http://schemas.microsoft.com/office/drawing/2014/main" id="{0686CD54-7C32-D8CF-9B45-44E15F810E51}"/>
                  </a:ext>
                </a:extLst>
              </p:cNvPr>
              <p:cNvPicPr/>
              <p:nvPr/>
            </p:nvPicPr>
            <p:blipFill>
              <a:blip r:embed="rId512"/>
              <a:stretch>
                <a:fillRect/>
              </a:stretch>
            </p:blipFill>
            <p:spPr>
              <a:xfrm>
                <a:off x="11128847" y="3385597"/>
                <a:ext cx="460800" cy="30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3">
            <p14:nvContentPartPr>
              <p14:cNvPr id="319" name="Ink 318">
                <a:extLst>
                  <a:ext uri="{FF2B5EF4-FFF2-40B4-BE49-F238E27FC236}">
                    <a16:creationId xmlns:a16="http://schemas.microsoft.com/office/drawing/2014/main" id="{06C604E8-2F54-29E3-404B-0B0AE791E6B6}"/>
                  </a:ext>
                </a:extLst>
              </p14:cNvPr>
              <p14:cNvContentPartPr/>
              <p14:nvPr/>
            </p14:nvContentPartPr>
            <p14:xfrm>
              <a:off x="11668847" y="3500437"/>
              <a:ext cx="152640" cy="135720"/>
            </p14:xfrm>
          </p:contentPart>
        </mc:Choice>
        <mc:Fallback>
          <p:pic>
            <p:nvPicPr>
              <p:cNvPr id="319" name="Ink 318">
                <a:extLst>
                  <a:ext uri="{FF2B5EF4-FFF2-40B4-BE49-F238E27FC236}">
                    <a16:creationId xmlns:a16="http://schemas.microsoft.com/office/drawing/2014/main" id="{06C604E8-2F54-29E3-404B-0B0AE791E6B6}"/>
                  </a:ext>
                </a:extLst>
              </p:cNvPr>
              <p:cNvPicPr/>
              <p:nvPr/>
            </p:nvPicPr>
            <p:blipFill>
              <a:blip r:embed="rId514"/>
              <a:stretch>
                <a:fillRect/>
              </a:stretch>
            </p:blipFill>
            <p:spPr>
              <a:xfrm>
                <a:off x="11650847" y="3482437"/>
                <a:ext cx="188280" cy="17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5">
            <p14:nvContentPartPr>
              <p14:cNvPr id="320" name="Ink 319">
                <a:extLst>
                  <a:ext uri="{FF2B5EF4-FFF2-40B4-BE49-F238E27FC236}">
                    <a16:creationId xmlns:a16="http://schemas.microsoft.com/office/drawing/2014/main" id="{C94BA42E-D7ED-236C-8AC9-266E125FA9A2}"/>
                  </a:ext>
                </a:extLst>
              </p14:cNvPr>
              <p14:cNvContentPartPr/>
              <p14:nvPr/>
            </p14:nvContentPartPr>
            <p14:xfrm>
              <a:off x="11626007" y="3419797"/>
              <a:ext cx="19440" cy="14760"/>
            </p14:xfrm>
          </p:contentPart>
        </mc:Choice>
        <mc:Fallback>
          <p:pic>
            <p:nvPicPr>
              <p:cNvPr id="320" name="Ink 319">
                <a:extLst>
                  <a:ext uri="{FF2B5EF4-FFF2-40B4-BE49-F238E27FC236}">
                    <a16:creationId xmlns:a16="http://schemas.microsoft.com/office/drawing/2014/main" id="{C94BA42E-D7ED-236C-8AC9-266E125FA9A2}"/>
                  </a:ext>
                </a:extLst>
              </p:cNvPr>
              <p:cNvPicPr/>
              <p:nvPr/>
            </p:nvPicPr>
            <p:blipFill>
              <a:blip r:embed="rId516"/>
              <a:stretch>
                <a:fillRect/>
              </a:stretch>
            </p:blipFill>
            <p:spPr>
              <a:xfrm>
                <a:off x="11608007" y="3401797"/>
                <a:ext cx="55080" cy="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7">
            <p14:nvContentPartPr>
              <p14:cNvPr id="321" name="Ink 320">
                <a:extLst>
                  <a:ext uri="{FF2B5EF4-FFF2-40B4-BE49-F238E27FC236}">
                    <a16:creationId xmlns:a16="http://schemas.microsoft.com/office/drawing/2014/main" id="{6C96305F-002F-E58E-F462-8EF114D362C9}"/>
                  </a:ext>
                </a:extLst>
              </p14:cNvPr>
              <p14:cNvContentPartPr/>
              <p14:nvPr/>
            </p14:nvContentPartPr>
            <p14:xfrm>
              <a:off x="11304167" y="3432757"/>
              <a:ext cx="178200" cy="13320"/>
            </p14:xfrm>
          </p:contentPart>
        </mc:Choice>
        <mc:Fallback>
          <p:pic>
            <p:nvPicPr>
              <p:cNvPr id="321" name="Ink 320">
                <a:extLst>
                  <a:ext uri="{FF2B5EF4-FFF2-40B4-BE49-F238E27FC236}">
                    <a16:creationId xmlns:a16="http://schemas.microsoft.com/office/drawing/2014/main" id="{6C96305F-002F-E58E-F462-8EF114D362C9}"/>
                  </a:ext>
                </a:extLst>
              </p:cNvPr>
              <p:cNvPicPr/>
              <p:nvPr/>
            </p:nvPicPr>
            <p:blipFill>
              <a:blip r:embed="rId518"/>
              <a:stretch>
                <a:fillRect/>
              </a:stretch>
            </p:blipFill>
            <p:spPr>
              <a:xfrm>
                <a:off x="11286527" y="3414757"/>
                <a:ext cx="21384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9">
            <p14:nvContentPartPr>
              <p14:cNvPr id="282" name="Ink 281">
                <a:extLst>
                  <a:ext uri="{FF2B5EF4-FFF2-40B4-BE49-F238E27FC236}">
                    <a16:creationId xmlns:a16="http://schemas.microsoft.com/office/drawing/2014/main" id="{828B4E0D-29D0-A7C8-7DDE-22C7A697A844}"/>
                  </a:ext>
                </a:extLst>
              </p14:cNvPr>
              <p14:cNvContentPartPr/>
              <p14:nvPr/>
            </p14:nvContentPartPr>
            <p14:xfrm>
              <a:off x="4679087" y="6592477"/>
              <a:ext cx="130320" cy="50040"/>
            </p14:xfrm>
          </p:contentPart>
        </mc:Choice>
        <mc:Fallback>
          <p:pic>
            <p:nvPicPr>
              <p:cNvPr id="282" name="Ink 281">
                <a:extLst>
                  <a:ext uri="{FF2B5EF4-FFF2-40B4-BE49-F238E27FC236}">
                    <a16:creationId xmlns:a16="http://schemas.microsoft.com/office/drawing/2014/main" id="{828B4E0D-29D0-A7C8-7DDE-22C7A697A844}"/>
                  </a:ext>
                </a:extLst>
              </p:cNvPr>
              <p:cNvPicPr/>
              <p:nvPr/>
            </p:nvPicPr>
            <p:blipFill>
              <a:blip r:embed="rId520"/>
              <a:stretch>
                <a:fillRect/>
              </a:stretch>
            </p:blipFill>
            <p:spPr>
              <a:xfrm>
                <a:off x="4661447" y="6574477"/>
                <a:ext cx="165960" cy="8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1">
            <p14:nvContentPartPr>
              <p14:cNvPr id="283" name="Ink 282">
                <a:extLst>
                  <a:ext uri="{FF2B5EF4-FFF2-40B4-BE49-F238E27FC236}">
                    <a16:creationId xmlns:a16="http://schemas.microsoft.com/office/drawing/2014/main" id="{A4555991-F40C-1558-559C-FED548B6BFD8}"/>
                  </a:ext>
                </a:extLst>
              </p14:cNvPr>
              <p14:cNvContentPartPr/>
              <p14:nvPr/>
            </p14:nvContentPartPr>
            <p14:xfrm>
              <a:off x="4846487" y="6513997"/>
              <a:ext cx="12960" cy="174960"/>
            </p14:xfrm>
          </p:contentPart>
        </mc:Choice>
        <mc:Fallback>
          <p:pic>
            <p:nvPicPr>
              <p:cNvPr id="283" name="Ink 282">
                <a:extLst>
                  <a:ext uri="{FF2B5EF4-FFF2-40B4-BE49-F238E27FC236}">
                    <a16:creationId xmlns:a16="http://schemas.microsoft.com/office/drawing/2014/main" id="{A4555991-F40C-1558-559C-FED548B6BFD8}"/>
                  </a:ext>
                </a:extLst>
              </p:cNvPr>
              <p:cNvPicPr/>
              <p:nvPr/>
            </p:nvPicPr>
            <p:blipFill>
              <a:blip r:embed="rId522"/>
              <a:stretch>
                <a:fillRect/>
              </a:stretch>
            </p:blipFill>
            <p:spPr>
              <a:xfrm>
                <a:off x="4828847" y="6496357"/>
                <a:ext cx="48600" cy="21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3">
            <p14:nvContentPartPr>
              <p14:cNvPr id="284" name="Ink 283">
                <a:extLst>
                  <a:ext uri="{FF2B5EF4-FFF2-40B4-BE49-F238E27FC236}">
                    <a16:creationId xmlns:a16="http://schemas.microsoft.com/office/drawing/2014/main" id="{2C9C1C1F-5366-BD05-7AF4-5851803F1E37}"/>
                  </a:ext>
                </a:extLst>
              </p14:cNvPr>
              <p14:cNvContentPartPr/>
              <p14:nvPr/>
            </p14:nvContentPartPr>
            <p14:xfrm>
              <a:off x="4952687" y="6520117"/>
              <a:ext cx="110880" cy="57240"/>
            </p14:xfrm>
          </p:contentPart>
        </mc:Choice>
        <mc:Fallback>
          <p:pic>
            <p:nvPicPr>
              <p:cNvPr id="284" name="Ink 283">
                <a:extLst>
                  <a:ext uri="{FF2B5EF4-FFF2-40B4-BE49-F238E27FC236}">
                    <a16:creationId xmlns:a16="http://schemas.microsoft.com/office/drawing/2014/main" id="{2C9C1C1F-5366-BD05-7AF4-5851803F1E37}"/>
                  </a:ext>
                </a:extLst>
              </p:cNvPr>
              <p:cNvPicPr/>
              <p:nvPr/>
            </p:nvPicPr>
            <p:blipFill>
              <a:blip r:embed="rId524"/>
              <a:stretch>
                <a:fillRect/>
              </a:stretch>
            </p:blipFill>
            <p:spPr>
              <a:xfrm>
                <a:off x="4934687" y="6502477"/>
                <a:ext cx="14652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5">
            <p14:nvContentPartPr>
              <p14:cNvPr id="285" name="Ink 284">
                <a:extLst>
                  <a:ext uri="{FF2B5EF4-FFF2-40B4-BE49-F238E27FC236}">
                    <a16:creationId xmlns:a16="http://schemas.microsoft.com/office/drawing/2014/main" id="{2FF6F2FC-84C6-D5F2-C733-9FA175896258}"/>
                  </a:ext>
                </a:extLst>
              </p14:cNvPr>
              <p14:cNvContentPartPr/>
              <p14:nvPr/>
            </p14:nvContentPartPr>
            <p14:xfrm>
              <a:off x="5009207" y="6484837"/>
              <a:ext cx="21600" cy="161280"/>
            </p14:xfrm>
          </p:contentPart>
        </mc:Choice>
        <mc:Fallback>
          <p:pic>
            <p:nvPicPr>
              <p:cNvPr id="285" name="Ink 284">
                <a:extLst>
                  <a:ext uri="{FF2B5EF4-FFF2-40B4-BE49-F238E27FC236}">
                    <a16:creationId xmlns:a16="http://schemas.microsoft.com/office/drawing/2014/main" id="{2FF6F2FC-84C6-D5F2-C733-9FA175896258}"/>
                  </a:ext>
                </a:extLst>
              </p:cNvPr>
              <p:cNvPicPr/>
              <p:nvPr/>
            </p:nvPicPr>
            <p:blipFill>
              <a:blip r:embed="rId526"/>
              <a:stretch>
                <a:fillRect/>
              </a:stretch>
            </p:blipFill>
            <p:spPr>
              <a:xfrm>
                <a:off x="4991207" y="6467197"/>
                <a:ext cx="57240" cy="19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7">
            <p14:nvContentPartPr>
              <p14:cNvPr id="286" name="Ink 285">
                <a:extLst>
                  <a:ext uri="{FF2B5EF4-FFF2-40B4-BE49-F238E27FC236}">
                    <a16:creationId xmlns:a16="http://schemas.microsoft.com/office/drawing/2014/main" id="{B1283DAB-9A09-2BFD-9013-7055CD2534AC}"/>
                  </a:ext>
                </a:extLst>
              </p14:cNvPr>
              <p14:cNvContentPartPr/>
              <p14:nvPr/>
            </p14:nvContentPartPr>
            <p14:xfrm>
              <a:off x="5129447" y="6415717"/>
              <a:ext cx="102240" cy="201240"/>
            </p14:xfrm>
          </p:contentPart>
        </mc:Choice>
        <mc:Fallback>
          <p:pic>
            <p:nvPicPr>
              <p:cNvPr id="286" name="Ink 285">
                <a:extLst>
                  <a:ext uri="{FF2B5EF4-FFF2-40B4-BE49-F238E27FC236}">
                    <a16:creationId xmlns:a16="http://schemas.microsoft.com/office/drawing/2014/main" id="{B1283DAB-9A09-2BFD-9013-7055CD2534AC}"/>
                  </a:ext>
                </a:extLst>
              </p:cNvPr>
              <p:cNvPicPr/>
              <p:nvPr/>
            </p:nvPicPr>
            <p:blipFill>
              <a:blip r:embed="rId528"/>
              <a:stretch>
                <a:fillRect/>
              </a:stretch>
            </p:blipFill>
            <p:spPr>
              <a:xfrm>
                <a:off x="5111447" y="6398077"/>
                <a:ext cx="137880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9">
            <p14:nvContentPartPr>
              <p14:cNvPr id="287" name="Ink 286">
                <a:extLst>
                  <a:ext uri="{FF2B5EF4-FFF2-40B4-BE49-F238E27FC236}">
                    <a16:creationId xmlns:a16="http://schemas.microsoft.com/office/drawing/2014/main" id="{6A633C4A-EEB1-ACA3-0420-10C8D5E37E03}"/>
                  </a:ext>
                </a:extLst>
              </p14:cNvPr>
              <p14:cNvContentPartPr/>
              <p14:nvPr/>
            </p14:nvContentPartPr>
            <p14:xfrm>
              <a:off x="5289647" y="6399517"/>
              <a:ext cx="11160" cy="176760"/>
            </p14:xfrm>
          </p:contentPart>
        </mc:Choice>
        <mc:Fallback>
          <p:pic>
            <p:nvPicPr>
              <p:cNvPr id="287" name="Ink 286">
                <a:extLst>
                  <a:ext uri="{FF2B5EF4-FFF2-40B4-BE49-F238E27FC236}">
                    <a16:creationId xmlns:a16="http://schemas.microsoft.com/office/drawing/2014/main" id="{6A633C4A-EEB1-ACA3-0420-10C8D5E37E03}"/>
                  </a:ext>
                </a:extLst>
              </p:cNvPr>
              <p:cNvPicPr/>
              <p:nvPr/>
            </p:nvPicPr>
            <p:blipFill>
              <a:blip r:embed="rId530"/>
              <a:stretch>
                <a:fillRect/>
              </a:stretch>
            </p:blipFill>
            <p:spPr>
              <a:xfrm>
                <a:off x="5271647" y="6381877"/>
                <a:ext cx="46800" cy="21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1">
            <p14:nvContentPartPr>
              <p14:cNvPr id="288" name="Ink 287">
                <a:extLst>
                  <a:ext uri="{FF2B5EF4-FFF2-40B4-BE49-F238E27FC236}">
                    <a16:creationId xmlns:a16="http://schemas.microsoft.com/office/drawing/2014/main" id="{13EBBBC3-A0F5-ACAD-1987-85C3CD58A5DD}"/>
                  </a:ext>
                </a:extLst>
              </p14:cNvPr>
              <p14:cNvContentPartPr/>
              <p14:nvPr/>
            </p14:nvContentPartPr>
            <p14:xfrm>
              <a:off x="5302607" y="6359197"/>
              <a:ext cx="165240" cy="212760"/>
            </p14:xfrm>
          </p:contentPart>
        </mc:Choice>
        <mc:Fallback>
          <p:pic>
            <p:nvPicPr>
              <p:cNvPr id="288" name="Ink 287">
                <a:extLst>
                  <a:ext uri="{FF2B5EF4-FFF2-40B4-BE49-F238E27FC236}">
                    <a16:creationId xmlns:a16="http://schemas.microsoft.com/office/drawing/2014/main" id="{13EBBBC3-A0F5-ACAD-1987-85C3CD58A5DD}"/>
                  </a:ext>
                </a:extLst>
              </p:cNvPr>
              <p:cNvPicPr/>
              <p:nvPr/>
            </p:nvPicPr>
            <p:blipFill>
              <a:blip r:embed="rId532"/>
              <a:stretch>
                <a:fillRect/>
              </a:stretch>
            </p:blipFill>
            <p:spPr>
              <a:xfrm>
                <a:off x="5284607" y="6341197"/>
                <a:ext cx="200880" cy="24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3">
            <p14:nvContentPartPr>
              <p14:cNvPr id="301" name="Ink 300">
                <a:extLst>
                  <a:ext uri="{FF2B5EF4-FFF2-40B4-BE49-F238E27FC236}">
                    <a16:creationId xmlns:a16="http://schemas.microsoft.com/office/drawing/2014/main" id="{F7117778-F16C-164B-9DCE-8C5B2E1018BB}"/>
                  </a:ext>
                </a:extLst>
              </p14:cNvPr>
              <p14:cNvContentPartPr/>
              <p14:nvPr/>
            </p14:nvContentPartPr>
            <p14:xfrm>
              <a:off x="5331047" y="6658357"/>
              <a:ext cx="160920" cy="108720"/>
            </p14:xfrm>
          </p:contentPart>
        </mc:Choice>
        <mc:Fallback>
          <p:pic>
            <p:nvPicPr>
              <p:cNvPr id="301" name="Ink 300">
                <a:extLst>
                  <a:ext uri="{FF2B5EF4-FFF2-40B4-BE49-F238E27FC236}">
                    <a16:creationId xmlns:a16="http://schemas.microsoft.com/office/drawing/2014/main" id="{F7117778-F16C-164B-9DCE-8C5B2E1018BB}"/>
                  </a:ext>
                </a:extLst>
              </p:cNvPr>
              <p:cNvPicPr/>
              <p:nvPr/>
            </p:nvPicPr>
            <p:blipFill>
              <a:blip r:embed="rId534"/>
              <a:stretch>
                <a:fillRect/>
              </a:stretch>
            </p:blipFill>
            <p:spPr>
              <a:xfrm>
                <a:off x="5313047" y="6640357"/>
                <a:ext cx="196560" cy="14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5">
            <p14:nvContentPartPr>
              <p14:cNvPr id="302" name="Ink 301">
                <a:extLst>
                  <a:ext uri="{FF2B5EF4-FFF2-40B4-BE49-F238E27FC236}">
                    <a16:creationId xmlns:a16="http://schemas.microsoft.com/office/drawing/2014/main" id="{E6916CC8-3749-2281-FBAC-DED4254D9068}"/>
                  </a:ext>
                </a:extLst>
              </p14:cNvPr>
              <p14:cNvContentPartPr/>
              <p14:nvPr/>
            </p14:nvContentPartPr>
            <p14:xfrm>
              <a:off x="5424647" y="6655477"/>
              <a:ext cx="72720" cy="180000"/>
            </p14:xfrm>
          </p:contentPart>
        </mc:Choice>
        <mc:Fallback>
          <p:pic>
            <p:nvPicPr>
              <p:cNvPr id="302" name="Ink 301">
                <a:extLst>
                  <a:ext uri="{FF2B5EF4-FFF2-40B4-BE49-F238E27FC236}">
                    <a16:creationId xmlns:a16="http://schemas.microsoft.com/office/drawing/2014/main" id="{E6916CC8-3749-2281-FBAC-DED4254D9068}"/>
                  </a:ext>
                </a:extLst>
              </p:cNvPr>
              <p:cNvPicPr/>
              <p:nvPr/>
            </p:nvPicPr>
            <p:blipFill>
              <a:blip r:embed="rId536"/>
              <a:stretch>
                <a:fillRect/>
              </a:stretch>
            </p:blipFill>
            <p:spPr>
              <a:xfrm>
                <a:off x="5407007" y="6637837"/>
                <a:ext cx="108360" cy="21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7">
            <p14:nvContentPartPr>
              <p14:cNvPr id="303" name="Ink 302">
                <a:extLst>
                  <a:ext uri="{FF2B5EF4-FFF2-40B4-BE49-F238E27FC236}">
                    <a16:creationId xmlns:a16="http://schemas.microsoft.com/office/drawing/2014/main" id="{8AE0EAD4-83B2-9896-EF40-1EAC21A7FC2D}"/>
                  </a:ext>
                </a:extLst>
              </p14:cNvPr>
              <p14:cNvContentPartPr/>
              <p14:nvPr/>
            </p14:nvContentPartPr>
            <p14:xfrm>
              <a:off x="5363087" y="6621997"/>
              <a:ext cx="266400" cy="108360"/>
            </p14:xfrm>
          </p:contentPart>
        </mc:Choice>
        <mc:Fallback>
          <p:pic>
            <p:nvPicPr>
              <p:cNvPr id="303" name="Ink 302">
                <a:extLst>
                  <a:ext uri="{FF2B5EF4-FFF2-40B4-BE49-F238E27FC236}">
                    <a16:creationId xmlns:a16="http://schemas.microsoft.com/office/drawing/2014/main" id="{8AE0EAD4-83B2-9896-EF40-1EAC21A7FC2D}"/>
                  </a:ext>
                </a:extLst>
              </p:cNvPr>
              <p:cNvPicPr/>
              <p:nvPr/>
            </p:nvPicPr>
            <p:blipFill>
              <a:blip r:embed="rId538"/>
              <a:stretch>
                <a:fillRect/>
              </a:stretch>
            </p:blipFill>
            <p:spPr>
              <a:xfrm>
                <a:off x="5345087" y="6603997"/>
                <a:ext cx="30204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9">
            <p14:nvContentPartPr>
              <p14:cNvPr id="305" name="Ink 304">
                <a:extLst>
                  <a:ext uri="{FF2B5EF4-FFF2-40B4-BE49-F238E27FC236}">
                    <a16:creationId xmlns:a16="http://schemas.microsoft.com/office/drawing/2014/main" id="{3D9E2483-2F76-F92E-6D60-6C12DC098EAB}"/>
                  </a:ext>
                </a:extLst>
              </p14:cNvPr>
              <p14:cNvContentPartPr/>
              <p14:nvPr/>
            </p14:nvContentPartPr>
            <p14:xfrm>
              <a:off x="5449127" y="6834397"/>
              <a:ext cx="3960" cy="2160"/>
            </p14:xfrm>
          </p:contentPart>
        </mc:Choice>
        <mc:Fallback>
          <p:pic>
            <p:nvPicPr>
              <p:cNvPr id="305" name="Ink 304">
                <a:extLst>
                  <a:ext uri="{FF2B5EF4-FFF2-40B4-BE49-F238E27FC236}">
                    <a16:creationId xmlns:a16="http://schemas.microsoft.com/office/drawing/2014/main" id="{3D9E2483-2F76-F92E-6D60-6C12DC098EAB}"/>
                  </a:ext>
                </a:extLst>
              </p:cNvPr>
              <p:cNvPicPr/>
              <p:nvPr/>
            </p:nvPicPr>
            <p:blipFill>
              <a:blip r:embed="rId540"/>
              <a:stretch>
                <a:fillRect/>
              </a:stretch>
            </p:blipFill>
            <p:spPr>
              <a:xfrm>
                <a:off x="5431127" y="6816757"/>
                <a:ext cx="3960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1">
            <p14:nvContentPartPr>
              <p14:cNvPr id="306" name="Ink 305">
                <a:extLst>
                  <a:ext uri="{FF2B5EF4-FFF2-40B4-BE49-F238E27FC236}">
                    <a16:creationId xmlns:a16="http://schemas.microsoft.com/office/drawing/2014/main" id="{D284477F-9388-6168-347B-7428166F7F48}"/>
                  </a:ext>
                </a:extLst>
              </p14:cNvPr>
              <p14:cNvContentPartPr/>
              <p14:nvPr/>
            </p14:nvContentPartPr>
            <p14:xfrm>
              <a:off x="5455247" y="6822157"/>
              <a:ext cx="360" cy="360"/>
            </p14:xfrm>
          </p:contentPart>
        </mc:Choice>
        <mc:Fallback>
          <p:pic>
            <p:nvPicPr>
              <p:cNvPr id="306" name="Ink 305">
                <a:extLst>
                  <a:ext uri="{FF2B5EF4-FFF2-40B4-BE49-F238E27FC236}">
                    <a16:creationId xmlns:a16="http://schemas.microsoft.com/office/drawing/2014/main" id="{D284477F-9388-6168-347B-7428166F7F48}"/>
                  </a:ext>
                </a:extLst>
              </p:cNvPr>
              <p:cNvPicPr/>
              <p:nvPr/>
            </p:nvPicPr>
            <p:blipFill>
              <a:blip r:embed="rId438"/>
              <a:stretch>
                <a:fillRect/>
              </a:stretch>
            </p:blipFill>
            <p:spPr>
              <a:xfrm>
                <a:off x="5437247" y="6804157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2">
            <p14:nvContentPartPr>
              <p14:cNvPr id="323" name="Ink 322">
                <a:extLst>
                  <a:ext uri="{FF2B5EF4-FFF2-40B4-BE49-F238E27FC236}">
                    <a16:creationId xmlns:a16="http://schemas.microsoft.com/office/drawing/2014/main" id="{26ED0289-64D0-5382-130A-EC4FACD9CF36}"/>
                  </a:ext>
                </a:extLst>
              </p14:cNvPr>
              <p14:cNvContentPartPr/>
              <p14:nvPr/>
            </p14:nvContentPartPr>
            <p14:xfrm>
              <a:off x="5451647" y="6853117"/>
              <a:ext cx="19440" cy="15840"/>
            </p14:xfrm>
          </p:contentPart>
        </mc:Choice>
        <mc:Fallback>
          <p:pic>
            <p:nvPicPr>
              <p:cNvPr id="323" name="Ink 322">
                <a:extLst>
                  <a:ext uri="{FF2B5EF4-FFF2-40B4-BE49-F238E27FC236}">
                    <a16:creationId xmlns:a16="http://schemas.microsoft.com/office/drawing/2014/main" id="{26ED0289-64D0-5382-130A-EC4FACD9CF36}"/>
                  </a:ext>
                </a:extLst>
              </p:cNvPr>
              <p:cNvPicPr/>
              <p:nvPr/>
            </p:nvPicPr>
            <p:blipFill>
              <a:blip r:embed="rId543"/>
              <a:stretch>
                <a:fillRect/>
              </a:stretch>
            </p:blipFill>
            <p:spPr>
              <a:xfrm>
                <a:off x="5433647" y="6835117"/>
                <a:ext cx="55080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4">
            <p14:nvContentPartPr>
              <p14:cNvPr id="327" name="Ink 326">
                <a:extLst>
                  <a:ext uri="{FF2B5EF4-FFF2-40B4-BE49-F238E27FC236}">
                    <a16:creationId xmlns:a16="http://schemas.microsoft.com/office/drawing/2014/main" id="{E301E3C1-7587-D34E-A7AD-400D7C721C7B}"/>
                  </a:ext>
                </a:extLst>
              </p14:cNvPr>
              <p14:cNvContentPartPr/>
              <p14:nvPr/>
            </p14:nvContentPartPr>
            <p14:xfrm>
              <a:off x="2979887" y="4953757"/>
              <a:ext cx="2160" cy="2880"/>
            </p14:xfrm>
          </p:contentPart>
        </mc:Choice>
        <mc:Fallback>
          <p:pic>
            <p:nvPicPr>
              <p:cNvPr id="327" name="Ink 326">
                <a:extLst>
                  <a:ext uri="{FF2B5EF4-FFF2-40B4-BE49-F238E27FC236}">
                    <a16:creationId xmlns:a16="http://schemas.microsoft.com/office/drawing/2014/main" id="{E301E3C1-7587-D34E-A7AD-400D7C721C7B}"/>
                  </a:ext>
                </a:extLst>
              </p:cNvPr>
              <p:cNvPicPr/>
              <p:nvPr/>
            </p:nvPicPr>
            <p:blipFill>
              <a:blip r:embed="rId545"/>
              <a:stretch>
                <a:fillRect/>
              </a:stretch>
            </p:blipFill>
            <p:spPr>
              <a:xfrm>
                <a:off x="2962247" y="4935757"/>
                <a:ext cx="3780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6">
            <p14:nvContentPartPr>
              <p14:cNvPr id="328" name="Ink 327">
                <a:extLst>
                  <a:ext uri="{FF2B5EF4-FFF2-40B4-BE49-F238E27FC236}">
                    <a16:creationId xmlns:a16="http://schemas.microsoft.com/office/drawing/2014/main" id="{A0841C95-CF9F-3247-7281-1F4B944010B6}"/>
                  </a:ext>
                </a:extLst>
              </p14:cNvPr>
              <p14:cNvContentPartPr/>
              <p14:nvPr/>
            </p14:nvContentPartPr>
            <p14:xfrm>
              <a:off x="3111647" y="5133757"/>
              <a:ext cx="360" cy="360"/>
            </p14:xfrm>
          </p:contentPart>
        </mc:Choice>
        <mc:Fallback>
          <p:pic>
            <p:nvPicPr>
              <p:cNvPr id="328" name="Ink 327">
                <a:extLst>
                  <a:ext uri="{FF2B5EF4-FFF2-40B4-BE49-F238E27FC236}">
                    <a16:creationId xmlns:a16="http://schemas.microsoft.com/office/drawing/2014/main" id="{A0841C95-CF9F-3247-7281-1F4B944010B6}"/>
                  </a:ext>
                </a:extLst>
              </p:cNvPr>
              <p:cNvPicPr/>
              <p:nvPr/>
            </p:nvPicPr>
            <p:blipFill>
              <a:blip r:embed="rId438"/>
              <a:stretch>
                <a:fillRect/>
              </a:stretch>
            </p:blipFill>
            <p:spPr>
              <a:xfrm>
                <a:off x="3094007" y="5115757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7">
            <p14:nvContentPartPr>
              <p14:cNvPr id="329" name="Ink 328">
                <a:extLst>
                  <a:ext uri="{FF2B5EF4-FFF2-40B4-BE49-F238E27FC236}">
                    <a16:creationId xmlns:a16="http://schemas.microsoft.com/office/drawing/2014/main" id="{EF024840-9F0A-4917-AEAF-90B521CF4861}"/>
                  </a:ext>
                </a:extLst>
              </p14:cNvPr>
              <p14:cNvContentPartPr/>
              <p14:nvPr/>
            </p14:nvContentPartPr>
            <p14:xfrm>
              <a:off x="4927487" y="4756837"/>
              <a:ext cx="23760" cy="9000"/>
            </p14:xfrm>
          </p:contentPart>
        </mc:Choice>
        <mc:Fallback>
          <p:pic>
            <p:nvPicPr>
              <p:cNvPr id="329" name="Ink 328">
                <a:extLst>
                  <a:ext uri="{FF2B5EF4-FFF2-40B4-BE49-F238E27FC236}">
                    <a16:creationId xmlns:a16="http://schemas.microsoft.com/office/drawing/2014/main" id="{EF024840-9F0A-4917-AEAF-90B521CF4861}"/>
                  </a:ext>
                </a:extLst>
              </p:cNvPr>
              <p:cNvPicPr/>
              <p:nvPr/>
            </p:nvPicPr>
            <p:blipFill>
              <a:blip r:embed="rId548"/>
              <a:stretch>
                <a:fillRect/>
              </a:stretch>
            </p:blipFill>
            <p:spPr>
              <a:xfrm>
                <a:off x="4909847" y="4739197"/>
                <a:ext cx="5940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9">
            <p14:nvContentPartPr>
              <p14:cNvPr id="331" name="Ink 330">
                <a:extLst>
                  <a:ext uri="{FF2B5EF4-FFF2-40B4-BE49-F238E27FC236}">
                    <a16:creationId xmlns:a16="http://schemas.microsoft.com/office/drawing/2014/main" id="{D34F83C4-2FB0-B20F-DDF4-8698C90FBD61}"/>
                  </a:ext>
                </a:extLst>
              </p14:cNvPr>
              <p14:cNvContentPartPr/>
              <p14:nvPr/>
            </p14:nvContentPartPr>
            <p14:xfrm>
              <a:off x="10366007" y="4081837"/>
              <a:ext cx="144360" cy="145440"/>
            </p14:xfrm>
          </p:contentPart>
        </mc:Choice>
        <mc:Fallback>
          <p:pic>
            <p:nvPicPr>
              <p:cNvPr id="331" name="Ink 330">
                <a:extLst>
                  <a:ext uri="{FF2B5EF4-FFF2-40B4-BE49-F238E27FC236}">
                    <a16:creationId xmlns:a16="http://schemas.microsoft.com/office/drawing/2014/main" id="{D34F83C4-2FB0-B20F-DDF4-8698C90FBD61}"/>
                  </a:ext>
                </a:extLst>
              </p:cNvPr>
              <p:cNvPicPr/>
              <p:nvPr/>
            </p:nvPicPr>
            <p:blipFill>
              <a:blip r:embed="rId550"/>
              <a:stretch>
                <a:fillRect/>
              </a:stretch>
            </p:blipFill>
            <p:spPr>
              <a:xfrm>
                <a:off x="10348367" y="4064197"/>
                <a:ext cx="180000" cy="18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1">
            <p14:nvContentPartPr>
              <p14:cNvPr id="332" name="Ink 331">
                <a:extLst>
                  <a:ext uri="{FF2B5EF4-FFF2-40B4-BE49-F238E27FC236}">
                    <a16:creationId xmlns:a16="http://schemas.microsoft.com/office/drawing/2014/main" id="{8E454BD3-5C5D-FBDF-321D-5774449D9169}"/>
                  </a:ext>
                </a:extLst>
              </p14:cNvPr>
              <p14:cNvContentPartPr/>
              <p14:nvPr/>
            </p14:nvContentPartPr>
            <p14:xfrm>
              <a:off x="10498847" y="4195597"/>
              <a:ext cx="85320" cy="177120"/>
            </p14:xfrm>
          </p:contentPart>
        </mc:Choice>
        <mc:Fallback>
          <p:pic>
            <p:nvPicPr>
              <p:cNvPr id="332" name="Ink 331">
                <a:extLst>
                  <a:ext uri="{FF2B5EF4-FFF2-40B4-BE49-F238E27FC236}">
                    <a16:creationId xmlns:a16="http://schemas.microsoft.com/office/drawing/2014/main" id="{8E454BD3-5C5D-FBDF-321D-5774449D9169}"/>
                  </a:ext>
                </a:extLst>
              </p:cNvPr>
              <p:cNvPicPr/>
              <p:nvPr/>
            </p:nvPicPr>
            <p:blipFill>
              <a:blip r:embed="rId552"/>
              <a:stretch>
                <a:fillRect/>
              </a:stretch>
            </p:blipFill>
            <p:spPr>
              <a:xfrm>
                <a:off x="10481207" y="4177597"/>
                <a:ext cx="120960" cy="21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3">
            <p14:nvContentPartPr>
              <p14:cNvPr id="333" name="Ink 332">
                <a:extLst>
                  <a:ext uri="{FF2B5EF4-FFF2-40B4-BE49-F238E27FC236}">
                    <a16:creationId xmlns:a16="http://schemas.microsoft.com/office/drawing/2014/main" id="{7AB3BAD3-17C5-E149-95AB-82489124EF23}"/>
                  </a:ext>
                </a:extLst>
              </p14:cNvPr>
              <p14:cNvContentPartPr/>
              <p14:nvPr/>
            </p14:nvContentPartPr>
            <p14:xfrm>
              <a:off x="10645007" y="4297117"/>
              <a:ext cx="39960" cy="108360"/>
            </p14:xfrm>
          </p:contentPart>
        </mc:Choice>
        <mc:Fallback>
          <p:pic>
            <p:nvPicPr>
              <p:cNvPr id="333" name="Ink 332">
                <a:extLst>
                  <a:ext uri="{FF2B5EF4-FFF2-40B4-BE49-F238E27FC236}">
                    <a16:creationId xmlns:a16="http://schemas.microsoft.com/office/drawing/2014/main" id="{7AB3BAD3-17C5-E149-95AB-82489124EF23}"/>
                  </a:ext>
                </a:extLst>
              </p:cNvPr>
              <p:cNvPicPr/>
              <p:nvPr/>
            </p:nvPicPr>
            <p:blipFill>
              <a:blip r:embed="rId554"/>
              <a:stretch>
                <a:fillRect/>
              </a:stretch>
            </p:blipFill>
            <p:spPr>
              <a:xfrm>
                <a:off x="10627367" y="4279117"/>
                <a:ext cx="7560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5">
            <p14:nvContentPartPr>
              <p14:cNvPr id="334" name="Ink 333">
                <a:extLst>
                  <a:ext uri="{FF2B5EF4-FFF2-40B4-BE49-F238E27FC236}">
                    <a16:creationId xmlns:a16="http://schemas.microsoft.com/office/drawing/2014/main" id="{33DE2078-FCAD-3377-46FD-9D5CCF6AD603}"/>
                  </a:ext>
                </a:extLst>
              </p14:cNvPr>
              <p14:cNvContentPartPr/>
              <p14:nvPr/>
            </p14:nvContentPartPr>
            <p14:xfrm>
              <a:off x="10868927" y="4095157"/>
              <a:ext cx="138240" cy="57960"/>
            </p14:xfrm>
          </p:contentPart>
        </mc:Choice>
        <mc:Fallback>
          <p:pic>
            <p:nvPicPr>
              <p:cNvPr id="334" name="Ink 333">
                <a:extLst>
                  <a:ext uri="{FF2B5EF4-FFF2-40B4-BE49-F238E27FC236}">
                    <a16:creationId xmlns:a16="http://schemas.microsoft.com/office/drawing/2014/main" id="{33DE2078-FCAD-3377-46FD-9D5CCF6AD603}"/>
                  </a:ext>
                </a:extLst>
              </p:cNvPr>
              <p:cNvPicPr/>
              <p:nvPr/>
            </p:nvPicPr>
            <p:blipFill>
              <a:blip r:embed="rId556"/>
              <a:stretch>
                <a:fillRect/>
              </a:stretch>
            </p:blipFill>
            <p:spPr>
              <a:xfrm>
                <a:off x="10851287" y="4077157"/>
                <a:ext cx="173880" cy="9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7">
            <p14:nvContentPartPr>
              <p14:cNvPr id="335" name="Ink 334">
                <a:extLst>
                  <a:ext uri="{FF2B5EF4-FFF2-40B4-BE49-F238E27FC236}">
                    <a16:creationId xmlns:a16="http://schemas.microsoft.com/office/drawing/2014/main" id="{B09A2D91-A8F8-54A9-833B-7A6432D4A76E}"/>
                  </a:ext>
                </a:extLst>
              </p14:cNvPr>
              <p14:cNvContentPartPr/>
              <p14:nvPr/>
            </p14:nvContentPartPr>
            <p14:xfrm>
              <a:off x="10925807" y="4139797"/>
              <a:ext cx="189720" cy="42480"/>
            </p14:xfrm>
          </p:contentPart>
        </mc:Choice>
        <mc:Fallback>
          <p:pic>
            <p:nvPicPr>
              <p:cNvPr id="335" name="Ink 334">
                <a:extLst>
                  <a:ext uri="{FF2B5EF4-FFF2-40B4-BE49-F238E27FC236}">
                    <a16:creationId xmlns:a16="http://schemas.microsoft.com/office/drawing/2014/main" id="{B09A2D91-A8F8-54A9-833B-7A6432D4A76E}"/>
                  </a:ext>
                </a:extLst>
              </p:cNvPr>
              <p:cNvPicPr/>
              <p:nvPr/>
            </p:nvPicPr>
            <p:blipFill>
              <a:blip r:embed="rId558"/>
              <a:stretch>
                <a:fillRect/>
              </a:stretch>
            </p:blipFill>
            <p:spPr>
              <a:xfrm>
                <a:off x="10908167" y="4121797"/>
                <a:ext cx="225360" cy="7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9">
            <p14:nvContentPartPr>
              <p14:cNvPr id="336" name="Ink 335">
                <a:extLst>
                  <a:ext uri="{FF2B5EF4-FFF2-40B4-BE49-F238E27FC236}">
                    <a16:creationId xmlns:a16="http://schemas.microsoft.com/office/drawing/2014/main" id="{A3A538B9-E20A-88DF-5FEA-A4F01B8BFD87}"/>
                  </a:ext>
                </a:extLst>
              </p14:cNvPr>
              <p14:cNvContentPartPr/>
              <p14:nvPr/>
            </p14:nvContentPartPr>
            <p14:xfrm>
              <a:off x="11323247" y="3925597"/>
              <a:ext cx="149400" cy="302760"/>
            </p14:xfrm>
          </p:contentPart>
        </mc:Choice>
        <mc:Fallback>
          <p:pic>
            <p:nvPicPr>
              <p:cNvPr id="336" name="Ink 335">
                <a:extLst>
                  <a:ext uri="{FF2B5EF4-FFF2-40B4-BE49-F238E27FC236}">
                    <a16:creationId xmlns:a16="http://schemas.microsoft.com/office/drawing/2014/main" id="{A3A538B9-E20A-88DF-5FEA-A4F01B8BFD87}"/>
                  </a:ext>
                </a:extLst>
              </p:cNvPr>
              <p:cNvPicPr/>
              <p:nvPr/>
            </p:nvPicPr>
            <p:blipFill>
              <a:blip r:embed="rId560"/>
              <a:stretch>
                <a:fillRect/>
              </a:stretch>
            </p:blipFill>
            <p:spPr>
              <a:xfrm>
                <a:off x="11305247" y="3907957"/>
                <a:ext cx="185040" cy="33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1">
            <p14:nvContentPartPr>
              <p14:cNvPr id="338" name="Ink 337">
                <a:extLst>
                  <a:ext uri="{FF2B5EF4-FFF2-40B4-BE49-F238E27FC236}">
                    <a16:creationId xmlns:a16="http://schemas.microsoft.com/office/drawing/2014/main" id="{85D3F145-3751-2C1F-5044-77E799F5A89E}"/>
                  </a:ext>
                </a:extLst>
              </p14:cNvPr>
              <p14:cNvContentPartPr/>
              <p14:nvPr/>
            </p14:nvContentPartPr>
            <p14:xfrm>
              <a:off x="2995367" y="5853037"/>
              <a:ext cx="5400" cy="1440"/>
            </p14:xfrm>
          </p:contentPart>
        </mc:Choice>
        <mc:Fallback>
          <p:pic>
            <p:nvPicPr>
              <p:cNvPr id="338" name="Ink 337">
                <a:extLst>
                  <a:ext uri="{FF2B5EF4-FFF2-40B4-BE49-F238E27FC236}">
                    <a16:creationId xmlns:a16="http://schemas.microsoft.com/office/drawing/2014/main" id="{85D3F145-3751-2C1F-5044-77E799F5A89E}"/>
                  </a:ext>
                </a:extLst>
              </p:cNvPr>
              <p:cNvPicPr/>
              <p:nvPr/>
            </p:nvPicPr>
            <p:blipFill>
              <a:blip r:embed="rId206"/>
              <a:stretch>
                <a:fillRect/>
              </a:stretch>
            </p:blipFill>
            <p:spPr>
              <a:xfrm>
                <a:off x="2977727" y="5835037"/>
                <a:ext cx="4104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2">
            <p14:nvContentPartPr>
              <p14:cNvPr id="339" name="Ink 338">
                <a:extLst>
                  <a:ext uri="{FF2B5EF4-FFF2-40B4-BE49-F238E27FC236}">
                    <a16:creationId xmlns:a16="http://schemas.microsoft.com/office/drawing/2014/main" id="{B502FCCC-D708-FCC2-623D-141A3482C8B9}"/>
                  </a:ext>
                </a:extLst>
              </p14:cNvPr>
              <p14:cNvContentPartPr/>
              <p14:nvPr/>
            </p14:nvContentPartPr>
            <p14:xfrm>
              <a:off x="3843527" y="5629477"/>
              <a:ext cx="7200" cy="360"/>
            </p14:xfrm>
          </p:contentPart>
        </mc:Choice>
        <mc:Fallback>
          <p:pic>
            <p:nvPicPr>
              <p:cNvPr id="339" name="Ink 338">
                <a:extLst>
                  <a:ext uri="{FF2B5EF4-FFF2-40B4-BE49-F238E27FC236}">
                    <a16:creationId xmlns:a16="http://schemas.microsoft.com/office/drawing/2014/main" id="{B502FCCC-D708-FCC2-623D-141A3482C8B9}"/>
                  </a:ext>
                </a:extLst>
              </p:cNvPr>
              <p:cNvPicPr/>
              <p:nvPr/>
            </p:nvPicPr>
            <p:blipFill>
              <a:blip r:embed="rId563"/>
              <a:stretch>
                <a:fillRect/>
              </a:stretch>
            </p:blipFill>
            <p:spPr>
              <a:xfrm>
                <a:off x="3825527" y="5611837"/>
                <a:ext cx="428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4">
            <p14:nvContentPartPr>
              <p14:cNvPr id="341" name="Ink 340">
                <a:extLst>
                  <a:ext uri="{FF2B5EF4-FFF2-40B4-BE49-F238E27FC236}">
                    <a16:creationId xmlns:a16="http://schemas.microsoft.com/office/drawing/2014/main" id="{5DA8CDF8-4714-2EFB-386C-0A2BA679213D}"/>
                  </a:ext>
                </a:extLst>
              </p14:cNvPr>
              <p14:cNvContentPartPr/>
              <p14:nvPr/>
            </p14:nvContentPartPr>
            <p14:xfrm>
              <a:off x="11051807" y="4522117"/>
              <a:ext cx="172080" cy="277200"/>
            </p14:xfrm>
          </p:contentPart>
        </mc:Choice>
        <mc:Fallback>
          <p:pic>
            <p:nvPicPr>
              <p:cNvPr id="341" name="Ink 340">
                <a:extLst>
                  <a:ext uri="{FF2B5EF4-FFF2-40B4-BE49-F238E27FC236}">
                    <a16:creationId xmlns:a16="http://schemas.microsoft.com/office/drawing/2014/main" id="{5DA8CDF8-4714-2EFB-386C-0A2BA679213D}"/>
                  </a:ext>
                </a:extLst>
              </p:cNvPr>
              <p:cNvPicPr/>
              <p:nvPr/>
            </p:nvPicPr>
            <p:blipFill>
              <a:blip r:embed="rId565"/>
              <a:stretch>
                <a:fillRect/>
              </a:stretch>
            </p:blipFill>
            <p:spPr>
              <a:xfrm>
                <a:off x="11033807" y="4504117"/>
                <a:ext cx="207720" cy="31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6">
            <p14:nvContentPartPr>
              <p14:cNvPr id="342" name="Ink 341">
                <a:extLst>
                  <a:ext uri="{FF2B5EF4-FFF2-40B4-BE49-F238E27FC236}">
                    <a16:creationId xmlns:a16="http://schemas.microsoft.com/office/drawing/2014/main" id="{3A2730F7-7F7E-F397-8464-3D78913C032B}"/>
                  </a:ext>
                </a:extLst>
              </p14:cNvPr>
              <p14:cNvContentPartPr/>
              <p14:nvPr/>
            </p14:nvContentPartPr>
            <p14:xfrm>
              <a:off x="11481287" y="4226197"/>
              <a:ext cx="360" cy="360"/>
            </p14:xfrm>
          </p:contentPart>
        </mc:Choice>
        <mc:Fallback>
          <p:pic>
            <p:nvPicPr>
              <p:cNvPr id="342" name="Ink 341">
                <a:extLst>
                  <a:ext uri="{FF2B5EF4-FFF2-40B4-BE49-F238E27FC236}">
                    <a16:creationId xmlns:a16="http://schemas.microsoft.com/office/drawing/2014/main" id="{3A2730F7-7F7E-F397-8464-3D78913C032B}"/>
                  </a:ext>
                </a:extLst>
              </p:cNvPr>
              <p:cNvPicPr/>
              <p:nvPr/>
            </p:nvPicPr>
            <p:blipFill>
              <a:blip r:embed="rId438"/>
              <a:stretch>
                <a:fillRect/>
              </a:stretch>
            </p:blipFill>
            <p:spPr>
              <a:xfrm>
                <a:off x="11463287" y="4208557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7">
            <p14:nvContentPartPr>
              <p14:cNvPr id="343" name="Ink 342">
                <a:extLst>
                  <a:ext uri="{FF2B5EF4-FFF2-40B4-BE49-F238E27FC236}">
                    <a16:creationId xmlns:a16="http://schemas.microsoft.com/office/drawing/2014/main" id="{BAD733A7-1344-CD5C-CFEC-C7B131F53773}"/>
                  </a:ext>
                </a:extLst>
              </p14:cNvPr>
              <p14:cNvContentPartPr/>
              <p14:nvPr/>
            </p14:nvContentPartPr>
            <p14:xfrm>
              <a:off x="11515127" y="4212517"/>
              <a:ext cx="5400" cy="1080"/>
            </p14:xfrm>
          </p:contentPart>
        </mc:Choice>
        <mc:Fallback>
          <p:pic>
            <p:nvPicPr>
              <p:cNvPr id="343" name="Ink 342">
                <a:extLst>
                  <a:ext uri="{FF2B5EF4-FFF2-40B4-BE49-F238E27FC236}">
                    <a16:creationId xmlns:a16="http://schemas.microsoft.com/office/drawing/2014/main" id="{BAD733A7-1344-CD5C-CFEC-C7B131F53773}"/>
                  </a:ext>
                </a:extLst>
              </p:cNvPr>
              <p:cNvPicPr/>
              <p:nvPr/>
            </p:nvPicPr>
            <p:blipFill>
              <a:blip r:embed="rId563"/>
              <a:stretch>
                <a:fillRect/>
              </a:stretch>
            </p:blipFill>
            <p:spPr>
              <a:xfrm>
                <a:off x="11497487" y="4194877"/>
                <a:ext cx="4104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8">
            <p14:nvContentPartPr>
              <p14:cNvPr id="361" name="Ink 360">
                <a:extLst>
                  <a:ext uri="{FF2B5EF4-FFF2-40B4-BE49-F238E27FC236}">
                    <a16:creationId xmlns:a16="http://schemas.microsoft.com/office/drawing/2014/main" id="{676AB634-2D37-92F9-0FC5-5415BE2FD500}"/>
                  </a:ext>
                </a:extLst>
              </p14:cNvPr>
              <p14:cNvContentPartPr/>
              <p14:nvPr/>
            </p14:nvContentPartPr>
            <p14:xfrm>
              <a:off x="2351687" y="5123677"/>
              <a:ext cx="360" cy="360"/>
            </p14:xfrm>
          </p:contentPart>
        </mc:Choice>
        <mc:Fallback>
          <p:pic>
            <p:nvPicPr>
              <p:cNvPr id="361" name="Ink 360">
                <a:extLst>
                  <a:ext uri="{FF2B5EF4-FFF2-40B4-BE49-F238E27FC236}">
                    <a16:creationId xmlns:a16="http://schemas.microsoft.com/office/drawing/2014/main" id="{676AB634-2D37-92F9-0FC5-5415BE2FD500}"/>
                  </a:ext>
                </a:extLst>
              </p:cNvPr>
              <p:cNvPicPr/>
              <p:nvPr/>
            </p:nvPicPr>
            <p:blipFill>
              <a:blip r:embed="rId438"/>
              <a:stretch>
                <a:fillRect/>
              </a:stretch>
            </p:blipFill>
            <p:spPr>
              <a:xfrm>
                <a:off x="2333687" y="5106037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9">
            <p14:nvContentPartPr>
              <p14:cNvPr id="362" name="Ink 361">
                <a:extLst>
                  <a:ext uri="{FF2B5EF4-FFF2-40B4-BE49-F238E27FC236}">
                    <a16:creationId xmlns:a16="http://schemas.microsoft.com/office/drawing/2014/main" id="{BF4D6AE8-1BEC-653D-C19E-E36241E662A5}"/>
                  </a:ext>
                </a:extLst>
              </p14:cNvPr>
              <p14:cNvContentPartPr/>
              <p14:nvPr/>
            </p14:nvContentPartPr>
            <p14:xfrm>
              <a:off x="2357087" y="5112517"/>
              <a:ext cx="7920" cy="1440"/>
            </p14:xfrm>
          </p:contentPart>
        </mc:Choice>
        <mc:Fallback>
          <p:pic>
            <p:nvPicPr>
              <p:cNvPr id="362" name="Ink 361">
                <a:extLst>
                  <a:ext uri="{FF2B5EF4-FFF2-40B4-BE49-F238E27FC236}">
                    <a16:creationId xmlns:a16="http://schemas.microsoft.com/office/drawing/2014/main" id="{BF4D6AE8-1BEC-653D-C19E-E36241E662A5}"/>
                  </a:ext>
                </a:extLst>
              </p:cNvPr>
              <p:cNvPicPr/>
              <p:nvPr/>
            </p:nvPicPr>
            <p:blipFill>
              <a:blip r:embed="rId206"/>
              <a:stretch>
                <a:fillRect/>
              </a:stretch>
            </p:blipFill>
            <p:spPr>
              <a:xfrm>
                <a:off x="2339447" y="5094877"/>
                <a:ext cx="4356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0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6B2673E5-6D67-D5B6-3A86-B9333A6ADB4F}"/>
                  </a:ext>
                </a:extLst>
              </p14:cNvPr>
              <p14:cNvContentPartPr/>
              <p14:nvPr/>
            </p14:nvContentPartPr>
            <p14:xfrm>
              <a:off x="7500767" y="3976582"/>
              <a:ext cx="162360" cy="265680"/>
            </p14:xfrm>
          </p:contentPart>
        </mc:Choice>
        <mc:Fallback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6B2673E5-6D67-D5B6-3A86-B9333A6ADB4F}"/>
                  </a:ext>
                </a:extLst>
              </p:cNvPr>
              <p:cNvPicPr/>
              <p:nvPr/>
            </p:nvPicPr>
            <p:blipFill>
              <a:blip r:embed="rId571"/>
              <a:stretch>
                <a:fillRect/>
              </a:stretch>
            </p:blipFill>
            <p:spPr>
              <a:xfrm>
                <a:off x="7483127" y="3958942"/>
                <a:ext cx="198000" cy="30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2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54B35965-9360-98F5-9A1C-3C11D83DF923}"/>
                  </a:ext>
                </a:extLst>
              </p14:cNvPr>
              <p14:cNvContentPartPr/>
              <p14:nvPr/>
            </p14:nvContentPartPr>
            <p14:xfrm>
              <a:off x="7481327" y="4116622"/>
              <a:ext cx="168120" cy="28800"/>
            </p14:xfrm>
          </p:contentPart>
        </mc:Choice>
        <mc:Fallback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54B35965-9360-98F5-9A1C-3C11D83DF923}"/>
                  </a:ext>
                </a:extLst>
              </p:cNvPr>
              <p:cNvPicPr/>
              <p:nvPr/>
            </p:nvPicPr>
            <p:blipFill>
              <a:blip r:embed="rId573"/>
              <a:stretch>
                <a:fillRect/>
              </a:stretch>
            </p:blipFill>
            <p:spPr>
              <a:xfrm>
                <a:off x="7463687" y="4098622"/>
                <a:ext cx="203760" cy="6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4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5B69C438-4779-DD4F-DA89-7029BCF84812}"/>
                  </a:ext>
                </a:extLst>
              </p14:cNvPr>
              <p14:cNvContentPartPr/>
              <p14:nvPr/>
            </p14:nvContentPartPr>
            <p14:xfrm>
              <a:off x="7821527" y="4145782"/>
              <a:ext cx="9360" cy="238320"/>
            </p14:xfrm>
          </p:contentPart>
        </mc:Choice>
        <mc:Fallback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5B69C438-4779-DD4F-DA89-7029BCF84812}"/>
                  </a:ext>
                </a:extLst>
              </p:cNvPr>
              <p:cNvPicPr/>
              <p:nvPr/>
            </p:nvPicPr>
            <p:blipFill>
              <a:blip r:embed="rId575"/>
              <a:stretch>
                <a:fillRect/>
              </a:stretch>
            </p:blipFill>
            <p:spPr>
              <a:xfrm>
                <a:off x="7803887" y="4127782"/>
                <a:ext cx="4500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6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2604C1B6-87EF-80A4-536B-1765AF3DA38E}"/>
                  </a:ext>
                </a:extLst>
              </p14:cNvPr>
              <p14:cNvContentPartPr/>
              <p14:nvPr/>
            </p14:nvContentPartPr>
            <p14:xfrm>
              <a:off x="7478447" y="3769942"/>
              <a:ext cx="138240" cy="128160"/>
            </p14:xfrm>
          </p:contentPart>
        </mc:Choice>
        <mc:Fallback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2604C1B6-87EF-80A4-536B-1765AF3DA38E}"/>
                  </a:ext>
                </a:extLst>
              </p:cNvPr>
              <p:cNvPicPr/>
              <p:nvPr/>
            </p:nvPicPr>
            <p:blipFill>
              <a:blip r:embed="rId577"/>
              <a:stretch>
                <a:fillRect/>
              </a:stretch>
            </p:blipFill>
            <p:spPr>
              <a:xfrm>
                <a:off x="7460447" y="3751942"/>
                <a:ext cx="173880" cy="16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8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86082618-7E70-5D0F-05D6-FBB96836FCE5}"/>
                  </a:ext>
                </a:extLst>
              </p14:cNvPr>
              <p14:cNvContentPartPr/>
              <p14:nvPr/>
            </p14:nvContentPartPr>
            <p14:xfrm>
              <a:off x="7627847" y="3827542"/>
              <a:ext cx="72360" cy="127800"/>
            </p14:xfrm>
          </p:contentPart>
        </mc:Choice>
        <mc:Fallback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86082618-7E70-5D0F-05D6-FBB96836FCE5}"/>
                  </a:ext>
                </a:extLst>
              </p:cNvPr>
              <p:cNvPicPr/>
              <p:nvPr/>
            </p:nvPicPr>
            <p:blipFill>
              <a:blip r:embed="rId579"/>
              <a:stretch>
                <a:fillRect/>
              </a:stretch>
            </p:blipFill>
            <p:spPr>
              <a:xfrm>
                <a:off x="7610207" y="3809902"/>
                <a:ext cx="108000" cy="16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0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27FC4ED7-0955-24D0-8273-047F4B5534B3}"/>
                  </a:ext>
                </a:extLst>
              </p14:cNvPr>
              <p14:cNvContentPartPr/>
              <p14:nvPr/>
            </p14:nvContentPartPr>
            <p14:xfrm>
              <a:off x="7663847" y="3809902"/>
              <a:ext cx="95760" cy="48600"/>
            </p14:xfrm>
          </p:contentPart>
        </mc:Choice>
        <mc:Fallback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27FC4ED7-0955-24D0-8273-047F4B5534B3}"/>
                  </a:ext>
                </a:extLst>
              </p:cNvPr>
              <p:cNvPicPr/>
              <p:nvPr/>
            </p:nvPicPr>
            <p:blipFill>
              <a:blip r:embed="rId581"/>
              <a:stretch>
                <a:fillRect/>
              </a:stretch>
            </p:blipFill>
            <p:spPr>
              <a:xfrm>
                <a:off x="7646207" y="3791902"/>
                <a:ext cx="131400" cy="8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2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721AAA86-C457-B4F7-20D1-563C44A9A25B}"/>
                  </a:ext>
                </a:extLst>
              </p14:cNvPr>
              <p14:cNvContentPartPr/>
              <p14:nvPr/>
            </p14:nvContentPartPr>
            <p14:xfrm>
              <a:off x="7606247" y="3966142"/>
              <a:ext cx="2880" cy="2880"/>
            </p14:xfrm>
          </p:contentPart>
        </mc:Choice>
        <mc:Fallback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721AAA86-C457-B4F7-20D1-563C44A9A25B}"/>
                  </a:ext>
                </a:extLst>
              </p:cNvPr>
              <p:cNvPicPr/>
              <p:nvPr/>
            </p:nvPicPr>
            <p:blipFill>
              <a:blip r:embed="rId583"/>
              <a:stretch>
                <a:fillRect/>
              </a:stretch>
            </p:blipFill>
            <p:spPr>
              <a:xfrm>
                <a:off x="7588607" y="3948502"/>
                <a:ext cx="3852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4">
            <p14:nvContentPartPr>
              <p14:cNvPr id="364" name="Ink 363">
                <a:extLst>
                  <a:ext uri="{FF2B5EF4-FFF2-40B4-BE49-F238E27FC236}">
                    <a16:creationId xmlns:a16="http://schemas.microsoft.com/office/drawing/2014/main" id="{6777AE51-0D8C-06A3-597F-45BE2D0964C5}"/>
                  </a:ext>
                </a:extLst>
              </p14:cNvPr>
              <p14:cNvContentPartPr/>
              <p14:nvPr/>
            </p14:nvContentPartPr>
            <p14:xfrm>
              <a:off x="7600127" y="3935677"/>
              <a:ext cx="5400" cy="5400"/>
            </p14:xfrm>
          </p:contentPart>
        </mc:Choice>
        <mc:Fallback>
          <p:pic>
            <p:nvPicPr>
              <p:cNvPr id="364" name="Ink 363">
                <a:extLst>
                  <a:ext uri="{FF2B5EF4-FFF2-40B4-BE49-F238E27FC236}">
                    <a16:creationId xmlns:a16="http://schemas.microsoft.com/office/drawing/2014/main" id="{6777AE51-0D8C-06A3-597F-45BE2D0964C5}"/>
                  </a:ext>
                </a:extLst>
              </p:cNvPr>
              <p:cNvPicPr/>
              <p:nvPr/>
            </p:nvPicPr>
            <p:blipFill>
              <a:blip r:embed="rId585"/>
              <a:stretch>
                <a:fillRect/>
              </a:stretch>
            </p:blipFill>
            <p:spPr>
              <a:xfrm>
                <a:off x="7582487" y="3917677"/>
                <a:ext cx="4104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6">
            <p14:nvContentPartPr>
              <p14:cNvPr id="365" name="Ink 364">
                <a:extLst>
                  <a:ext uri="{FF2B5EF4-FFF2-40B4-BE49-F238E27FC236}">
                    <a16:creationId xmlns:a16="http://schemas.microsoft.com/office/drawing/2014/main" id="{63DA7A83-A565-5586-C815-2E886E328D35}"/>
                  </a:ext>
                </a:extLst>
              </p14:cNvPr>
              <p14:cNvContentPartPr/>
              <p14:nvPr/>
            </p14:nvContentPartPr>
            <p14:xfrm>
              <a:off x="7569887" y="3990037"/>
              <a:ext cx="1080" cy="3600"/>
            </p14:xfrm>
          </p:contentPart>
        </mc:Choice>
        <mc:Fallback>
          <p:pic>
            <p:nvPicPr>
              <p:cNvPr id="365" name="Ink 364">
                <a:extLst>
                  <a:ext uri="{FF2B5EF4-FFF2-40B4-BE49-F238E27FC236}">
                    <a16:creationId xmlns:a16="http://schemas.microsoft.com/office/drawing/2014/main" id="{63DA7A83-A565-5586-C815-2E886E328D35}"/>
                  </a:ext>
                </a:extLst>
              </p:cNvPr>
              <p:cNvPicPr/>
              <p:nvPr/>
            </p:nvPicPr>
            <p:blipFill>
              <a:blip r:embed="rId540"/>
              <a:stretch>
                <a:fillRect/>
              </a:stretch>
            </p:blipFill>
            <p:spPr>
              <a:xfrm>
                <a:off x="7551887" y="3972037"/>
                <a:ext cx="3672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7">
            <p14:nvContentPartPr>
              <p14:cNvPr id="366" name="Ink 365">
                <a:extLst>
                  <a:ext uri="{FF2B5EF4-FFF2-40B4-BE49-F238E27FC236}">
                    <a16:creationId xmlns:a16="http://schemas.microsoft.com/office/drawing/2014/main" id="{17279EB2-7017-DE48-EB66-E22DAC4353FE}"/>
                  </a:ext>
                </a:extLst>
              </p14:cNvPr>
              <p14:cNvContentPartPr/>
              <p14:nvPr/>
            </p14:nvContentPartPr>
            <p14:xfrm>
              <a:off x="7597607" y="4027117"/>
              <a:ext cx="22680" cy="3600"/>
            </p14:xfrm>
          </p:contentPart>
        </mc:Choice>
        <mc:Fallback>
          <p:pic>
            <p:nvPicPr>
              <p:cNvPr id="366" name="Ink 365">
                <a:extLst>
                  <a:ext uri="{FF2B5EF4-FFF2-40B4-BE49-F238E27FC236}">
                    <a16:creationId xmlns:a16="http://schemas.microsoft.com/office/drawing/2014/main" id="{17279EB2-7017-DE48-EB66-E22DAC4353FE}"/>
                  </a:ext>
                </a:extLst>
              </p:cNvPr>
              <p:cNvPicPr/>
              <p:nvPr/>
            </p:nvPicPr>
            <p:blipFill>
              <a:blip r:embed="rId588"/>
              <a:stretch>
                <a:fillRect/>
              </a:stretch>
            </p:blipFill>
            <p:spPr>
              <a:xfrm>
                <a:off x="7579967" y="4009117"/>
                <a:ext cx="5832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9">
            <p14:nvContentPartPr>
              <p14:cNvPr id="416" name="Ink 415">
                <a:extLst>
                  <a:ext uri="{FF2B5EF4-FFF2-40B4-BE49-F238E27FC236}">
                    <a16:creationId xmlns:a16="http://schemas.microsoft.com/office/drawing/2014/main" id="{5986E7D0-977F-5F5B-EF2B-77B79062C234}"/>
                  </a:ext>
                </a:extLst>
              </p14:cNvPr>
              <p14:cNvContentPartPr/>
              <p14:nvPr/>
            </p14:nvContentPartPr>
            <p14:xfrm>
              <a:off x="3167447" y="5562877"/>
              <a:ext cx="22680" cy="2880"/>
            </p14:xfrm>
          </p:contentPart>
        </mc:Choice>
        <mc:Fallback>
          <p:pic>
            <p:nvPicPr>
              <p:cNvPr id="416" name="Ink 415">
                <a:extLst>
                  <a:ext uri="{FF2B5EF4-FFF2-40B4-BE49-F238E27FC236}">
                    <a16:creationId xmlns:a16="http://schemas.microsoft.com/office/drawing/2014/main" id="{5986E7D0-977F-5F5B-EF2B-77B79062C234}"/>
                  </a:ext>
                </a:extLst>
              </p:cNvPr>
              <p:cNvPicPr/>
              <p:nvPr/>
            </p:nvPicPr>
            <p:blipFill>
              <a:blip r:embed="rId590"/>
              <a:stretch>
                <a:fillRect/>
              </a:stretch>
            </p:blipFill>
            <p:spPr>
              <a:xfrm>
                <a:off x="3149447" y="5544877"/>
                <a:ext cx="5832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1">
            <p14:nvContentPartPr>
              <p14:cNvPr id="417" name="Ink 416">
                <a:extLst>
                  <a:ext uri="{FF2B5EF4-FFF2-40B4-BE49-F238E27FC236}">
                    <a16:creationId xmlns:a16="http://schemas.microsoft.com/office/drawing/2014/main" id="{D345456B-C60F-6DE2-78A2-12822CCC263C}"/>
                  </a:ext>
                </a:extLst>
              </p14:cNvPr>
              <p14:cNvContentPartPr/>
              <p14:nvPr/>
            </p14:nvContentPartPr>
            <p14:xfrm>
              <a:off x="4902287" y="5365957"/>
              <a:ext cx="5760" cy="2160"/>
            </p14:xfrm>
          </p:contentPart>
        </mc:Choice>
        <mc:Fallback>
          <p:pic>
            <p:nvPicPr>
              <p:cNvPr id="417" name="Ink 416">
                <a:extLst>
                  <a:ext uri="{FF2B5EF4-FFF2-40B4-BE49-F238E27FC236}">
                    <a16:creationId xmlns:a16="http://schemas.microsoft.com/office/drawing/2014/main" id="{D345456B-C60F-6DE2-78A2-12822CCC263C}"/>
                  </a:ext>
                </a:extLst>
              </p:cNvPr>
              <p:cNvPicPr/>
              <p:nvPr/>
            </p:nvPicPr>
            <p:blipFill>
              <a:blip r:embed="rId206"/>
              <a:stretch>
                <a:fillRect/>
              </a:stretch>
            </p:blipFill>
            <p:spPr>
              <a:xfrm>
                <a:off x="4884647" y="5348317"/>
                <a:ext cx="4140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2">
            <p14:nvContentPartPr>
              <p14:cNvPr id="418" name="Ink 417">
                <a:extLst>
                  <a:ext uri="{FF2B5EF4-FFF2-40B4-BE49-F238E27FC236}">
                    <a16:creationId xmlns:a16="http://schemas.microsoft.com/office/drawing/2014/main" id="{0152686F-9A5C-47C9-22F0-2553EE23E471}"/>
                  </a:ext>
                </a:extLst>
              </p14:cNvPr>
              <p14:cNvContentPartPr/>
              <p14:nvPr/>
            </p14:nvContentPartPr>
            <p14:xfrm>
              <a:off x="10093127" y="4561357"/>
              <a:ext cx="151560" cy="212400"/>
            </p14:xfrm>
          </p:contentPart>
        </mc:Choice>
        <mc:Fallback>
          <p:pic>
            <p:nvPicPr>
              <p:cNvPr id="418" name="Ink 417">
                <a:extLst>
                  <a:ext uri="{FF2B5EF4-FFF2-40B4-BE49-F238E27FC236}">
                    <a16:creationId xmlns:a16="http://schemas.microsoft.com/office/drawing/2014/main" id="{0152686F-9A5C-47C9-22F0-2553EE23E471}"/>
                  </a:ext>
                </a:extLst>
              </p:cNvPr>
              <p:cNvPicPr/>
              <p:nvPr/>
            </p:nvPicPr>
            <p:blipFill>
              <a:blip r:embed="rId593"/>
              <a:stretch>
                <a:fillRect/>
              </a:stretch>
            </p:blipFill>
            <p:spPr>
              <a:xfrm>
                <a:off x="10075127" y="4543357"/>
                <a:ext cx="187200" cy="24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4">
            <p14:nvContentPartPr>
              <p14:cNvPr id="419" name="Ink 418">
                <a:extLst>
                  <a:ext uri="{FF2B5EF4-FFF2-40B4-BE49-F238E27FC236}">
                    <a16:creationId xmlns:a16="http://schemas.microsoft.com/office/drawing/2014/main" id="{10794DA4-BBB9-D533-1DF3-E02B3977821B}"/>
                  </a:ext>
                </a:extLst>
              </p14:cNvPr>
              <p14:cNvContentPartPr/>
              <p14:nvPr/>
            </p14:nvContentPartPr>
            <p14:xfrm>
              <a:off x="10196087" y="4655317"/>
              <a:ext cx="123840" cy="200160"/>
            </p14:xfrm>
          </p:contentPart>
        </mc:Choice>
        <mc:Fallback>
          <p:pic>
            <p:nvPicPr>
              <p:cNvPr id="419" name="Ink 418">
                <a:extLst>
                  <a:ext uri="{FF2B5EF4-FFF2-40B4-BE49-F238E27FC236}">
                    <a16:creationId xmlns:a16="http://schemas.microsoft.com/office/drawing/2014/main" id="{10794DA4-BBB9-D533-1DF3-E02B3977821B}"/>
                  </a:ext>
                </a:extLst>
              </p:cNvPr>
              <p:cNvPicPr/>
              <p:nvPr/>
            </p:nvPicPr>
            <p:blipFill>
              <a:blip r:embed="rId595"/>
              <a:stretch>
                <a:fillRect/>
              </a:stretch>
            </p:blipFill>
            <p:spPr>
              <a:xfrm>
                <a:off x="10178087" y="4637677"/>
                <a:ext cx="15948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6">
            <p14:nvContentPartPr>
              <p14:cNvPr id="420" name="Ink 419">
                <a:extLst>
                  <a:ext uri="{FF2B5EF4-FFF2-40B4-BE49-F238E27FC236}">
                    <a16:creationId xmlns:a16="http://schemas.microsoft.com/office/drawing/2014/main" id="{349DA487-37E7-C58C-1538-55067A65B114}"/>
                  </a:ext>
                </a:extLst>
              </p14:cNvPr>
              <p14:cNvContentPartPr/>
              <p14:nvPr/>
            </p14:nvContentPartPr>
            <p14:xfrm>
              <a:off x="10352687" y="4716877"/>
              <a:ext cx="100080" cy="176400"/>
            </p14:xfrm>
          </p:contentPart>
        </mc:Choice>
        <mc:Fallback>
          <p:pic>
            <p:nvPicPr>
              <p:cNvPr id="420" name="Ink 419">
                <a:extLst>
                  <a:ext uri="{FF2B5EF4-FFF2-40B4-BE49-F238E27FC236}">
                    <a16:creationId xmlns:a16="http://schemas.microsoft.com/office/drawing/2014/main" id="{349DA487-37E7-C58C-1538-55067A65B114}"/>
                  </a:ext>
                </a:extLst>
              </p:cNvPr>
              <p:cNvPicPr/>
              <p:nvPr/>
            </p:nvPicPr>
            <p:blipFill>
              <a:blip r:embed="rId597"/>
              <a:stretch>
                <a:fillRect/>
              </a:stretch>
            </p:blipFill>
            <p:spPr>
              <a:xfrm>
                <a:off x="10334687" y="4698877"/>
                <a:ext cx="13572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8">
            <p14:nvContentPartPr>
              <p14:cNvPr id="421" name="Ink 420">
                <a:extLst>
                  <a:ext uri="{FF2B5EF4-FFF2-40B4-BE49-F238E27FC236}">
                    <a16:creationId xmlns:a16="http://schemas.microsoft.com/office/drawing/2014/main" id="{8A91A613-94F0-979E-7A38-866861CDC4A7}"/>
                  </a:ext>
                </a:extLst>
              </p14:cNvPr>
              <p14:cNvContentPartPr/>
              <p14:nvPr/>
            </p14:nvContentPartPr>
            <p14:xfrm>
              <a:off x="10642487" y="4681597"/>
              <a:ext cx="105480" cy="10800"/>
            </p14:xfrm>
          </p:contentPart>
        </mc:Choice>
        <mc:Fallback>
          <p:pic>
            <p:nvPicPr>
              <p:cNvPr id="421" name="Ink 420">
                <a:extLst>
                  <a:ext uri="{FF2B5EF4-FFF2-40B4-BE49-F238E27FC236}">
                    <a16:creationId xmlns:a16="http://schemas.microsoft.com/office/drawing/2014/main" id="{8A91A613-94F0-979E-7A38-866861CDC4A7}"/>
                  </a:ext>
                </a:extLst>
              </p:cNvPr>
              <p:cNvPicPr/>
              <p:nvPr/>
            </p:nvPicPr>
            <p:blipFill>
              <a:blip r:embed="rId599"/>
              <a:stretch>
                <a:fillRect/>
              </a:stretch>
            </p:blipFill>
            <p:spPr>
              <a:xfrm>
                <a:off x="10624487" y="4663597"/>
                <a:ext cx="14112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0">
            <p14:nvContentPartPr>
              <p14:cNvPr id="422" name="Ink 421">
                <a:extLst>
                  <a:ext uri="{FF2B5EF4-FFF2-40B4-BE49-F238E27FC236}">
                    <a16:creationId xmlns:a16="http://schemas.microsoft.com/office/drawing/2014/main" id="{997952DA-641B-3D14-13FC-B6655C8AC355}"/>
                  </a:ext>
                </a:extLst>
              </p14:cNvPr>
              <p14:cNvContentPartPr/>
              <p14:nvPr/>
            </p14:nvContentPartPr>
            <p14:xfrm>
              <a:off x="10654367" y="4758637"/>
              <a:ext cx="150480" cy="26280"/>
            </p14:xfrm>
          </p:contentPart>
        </mc:Choice>
        <mc:Fallback>
          <p:pic>
            <p:nvPicPr>
              <p:cNvPr id="422" name="Ink 421">
                <a:extLst>
                  <a:ext uri="{FF2B5EF4-FFF2-40B4-BE49-F238E27FC236}">
                    <a16:creationId xmlns:a16="http://schemas.microsoft.com/office/drawing/2014/main" id="{997952DA-641B-3D14-13FC-B6655C8AC355}"/>
                  </a:ext>
                </a:extLst>
              </p:cNvPr>
              <p:cNvPicPr/>
              <p:nvPr/>
            </p:nvPicPr>
            <p:blipFill>
              <a:blip r:embed="rId601"/>
              <a:stretch>
                <a:fillRect/>
              </a:stretch>
            </p:blipFill>
            <p:spPr>
              <a:xfrm>
                <a:off x="10636367" y="4740997"/>
                <a:ext cx="186120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2">
            <p14:nvContentPartPr>
              <p14:cNvPr id="423" name="Ink 422">
                <a:extLst>
                  <a:ext uri="{FF2B5EF4-FFF2-40B4-BE49-F238E27FC236}">
                    <a16:creationId xmlns:a16="http://schemas.microsoft.com/office/drawing/2014/main" id="{777DE9A1-4ED0-4FB3-BB98-0CBBC69884BC}"/>
                  </a:ext>
                </a:extLst>
              </p14:cNvPr>
              <p14:cNvContentPartPr/>
              <p14:nvPr/>
            </p14:nvContentPartPr>
            <p14:xfrm>
              <a:off x="11035967" y="4459837"/>
              <a:ext cx="433080" cy="347040"/>
            </p14:xfrm>
          </p:contentPart>
        </mc:Choice>
        <mc:Fallback>
          <p:pic>
            <p:nvPicPr>
              <p:cNvPr id="423" name="Ink 422">
                <a:extLst>
                  <a:ext uri="{FF2B5EF4-FFF2-40B4-BE49-F238E27FC236}">
                    <a16:creationId xmlns:a16="http://schemas.microsoft.com/office/drawing/2014/main" id="{777DE9A1-4ED0-4FB3-BB98-0CBBC69884BC}"/>
                  </a:ext>
                </a:extLst>
              </p:cNvPr>
              <p:cNvPicPr/>
              <p:nvPr/>
            </p:nvPicPr>
            <p:blipFill>
              <a:blip r:embed="rId603"/>
              <a:stretch>
                <a:fillRect/>
              </a:stretch>
            </p:blipFill>
            <p:spPr>
              <a:xfrm>
                <a:off x="11017967" y="4442197"/>
                <a:ext cx="468720" cy="382680"/>
              </a:xfrm>
              <a:prstGeom prst="rect">
                <a:avLst/>
              </a:prstGeom>
            </p:spPr>
          </p:pic>
        </mc:Fallback>
      </mc:AlternateContent>
      <p:grpSp>
        <p:nvGrpSpPr>
          <p:cNvPr id="430" name="Group 429">
            <a:extLst>
              <a:ext uri="{FF2B5EF4-FFF2-40B4-BE49-F238E27FC236}">
                <a16:creationId xmlns:a16="http://schemas.microsoft.com/office/drawing/2014/main" id="{E8A051F9-61E6-514B-CB88-256FEE689E0B}"/>
              </a:ext>
            </a:extLst>
          </p:cNvPr>
          <p:cNvGrpSpPr/>
          <p:nvPr/>
        </p:nvGrpSpPr>
        <p:grpSpPr>
          <a:xfrm>
            <a:off x="9581567" y="1944157"/>
            <a:ext cx="1307520" cy="549720"/>
            <a:chOff x="9581567" y="1944157"/>
            <a:chExt cx="1307520" cy="549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4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BD383299-2C22-1C1C-0880-48C1FCFBAC01}"/>
                    </a:ext>
                  </a:extLst>
                </p14:cNvPr>
                <p14:cNvContentPartPr/>
                <p14:nvPr/>
              </p14:nvContentPartPr>
              <p14:xfrm>
                <a:off x="9750047" y="2036317"/>
                <a:ext cx="51120" cy="348480"/>
              </p14:xfrm>
            </p:contentPart>
          </mc:Choice>
          <mc:Fallback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BD383299-2C22-1C1C-0880-48C1FCFBAC01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9732407" y="2018317"/>
                  <a:ext cx="86760" cy="38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6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323CBC81-FFF1-F29D-9194-4BC66B86C9DE}"/>
                    </a:ext>
                  </a:extLst>
                </p14:cNvPr>
                <p14:cNvContentPartPr/>
                <p14:nvPr/>
              </p14:nvContentPartPr>
              <p14:xfrm>
                <a:off x="10001327" y="2109757"/>
                <a:ext cx="184320" cy="183600"/>
              </p14:xfrm>
            </p:contentPart>
          </mc:Choice>
          <mc:Fallback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323CBC81-FFF1-F29D-9194-4BC66B86C9DE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9983687" y="2092117"/>
                  <a:ext cx="21996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8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5FC206EF-BFF1-2B78-7536-18FD088E8E4F}"/>
                    </a:ext>
                  </a:extLst>
                </p14:cNvPr>
                <p14:cNvContentPartPr/>
                <p14:nvPr/>
              </p14:nvContentPartPr>
              <p14:xfrm>
                <a:off x="10359527" y="1944157"/>
                <a:ext cx="529560" cy="549720"/>
              </p14:xfrm>
            </p:contentPart>
          </mc:Choice>
          <mc:Fallback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5FC206EF-BFF1-2B78-7536-18FD088E8E4F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10341527" y="1926157"/>
                  <a:ext cx="565200" cy="58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0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7291C6B7-770F-80A6-A5F6-1ACC4AAB5913}"/>
                    </a:ext>
                  </a:extLst>
                </p14:cNvPr>
                <p14:cNvContentPartPr/>
                <p14:nvPr/>
              </p14:nvContentPartPr>
              <p14:xfrm>
                <a:off x="9581567" y="1996357"/>
                <a:ext cx="248760" cy="370440"/>
              </p14:xfrm>
            </p:contentPart>
          </mc:Choice>
          <mc:Fallback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7291C6B7-770F-80A6-A5F6-1ACC4AAB5913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9563567" y="1978717"/>
                  <a:ext cx="284400" cy="406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12">
            <p14:nvContentPartPr>
              <p14:cNvPr id="431" name="Ink 430">
                <a:extLst>
                  <a:ext uri="{FF2B5EF4-FFF2-40B4-BE49-F238E27FC236}">
                    <a16:creationId xmlns:a16="http://schemas.microsoft.com/office/drawing/2014/main" id="{A928C603-2CAC-B736-D3D4-31C10622051D}"/>
                  </a:ext>
                </a:extLst>
              </p14:cNvPr>
              <p14:cNvContentPartPr/>
              <p14:nvPr/>
            </p14:nvContentPartPr>
            <p14:xfrm>
              <a:off x="3640487" y="5663677"/>
              <a:ext cx="3960" cy="2160"/>
            </p14:xfrm>
          </p:contentPart>
        </mc:Choice>
        <mc:Fallback>
          <p:pic>
            <p:nvPicPr>
              <p:cNvPr id="431" name="Ink 430">
                <a:extLst>
                  <a:ext uri="{FF2B5EF4-FFF2-40B4-BE49-F238E27FC236}">
                    <a16:creationId xmlns:a16="http://schemas.microsoft.com/office/drawing/2014/main" id="{A928C603-2CAC-B736-D3D4-31C10622051D}"/>
                  </a:ext>
                </a:extLst>
              </p:cNvPr>
              <p:cNvPicPr/>
              <p:nvPr/>
            </p:nvPicPr>
            <p:blipFill>
              <a:blip r:embed="rId613"/>
              <a:stretch>
                <a:fillRect/>
              </a:stretch>
            </p:blipFill>
            <p:spPr>
              <a:xfrm>
                <a:off x="3622847" y="5645677"/>
                <a:ext cx="3960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4">
            <p14:nvContentPartPr>
              <p14:cNvPr id="432" name="Ink 431">
                <a:extLst>
                  <a:ext uri="{FF2B5EF4-FFF2-40B4-BE49-F238E27FC236}">
                    <a16:creationId xmlns:a16="http://schemas.microsoft.com/office/drawing/2014/main" id="{D1C547B3-0096-F3AB-2108-935E2C9B1C6E}"/>
                  </a:ext>
                </a:extLst>
              </p14:cNvPr>
              <p14:cNvContentPartPr/>
              <p14:nvPr/>
            </p14:nvContentPartPr>
            <p14:xfrm>
              <a:off x="2479487" y="5799757"/>
              <a:ext cx="6120" cy="3240"/>
            </p14:xfrm>
          </p:contentPart>
        </mc:Choice>
        <mc:Fallback>
          <p:pic>
            <p:nvPicPr>
              <p:cNvPr id="432" name="Ink 431">
                <a:extLst>
                  <a:ext uri="{FF2B5EF4-FFF2-40B4-BE49-F238E27FC236}">
                    <a16:creationId xmlns:a16="http://schemas.microsoft.com/office/drawing/2014/main" id="{D1C547B3-0096-F3AB-2108-935E2C9B1C6E}"/>
                  </a:ext>
                </a:extLst>
              </p:cNvPr>
              <p:cNvPicPr/>
              <p:nvPr/>
            </p:nvPicPr>
            <p:blipFill>
              <a:blip r:embed="rId206"/>
              <a:stretch>
                <a:fillRect/>
              </a:stretch>
            </p:blipFill>
            <p:spPr>
              <a:xfrm>
                <a:off x="2461847" y="5782117"/>
                <a:ext cx="41760" cy="3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434" name="Group 433">
            <a:extLst>
              <a:ext uri="{FF2B5EF4-FFF2-40B4-BE49-F238E27FC236}">
                <a16:creationId xmlns:a16="http://schemas.microsoft.com/office/drawing/2014/main" id="{93F4420F-B9F1-9C2E-0CA2-5F4F7560C344}"/>
              </a:ext>
            </a:extLst>
          </p:cNvPr>
          <p:cNvGrpSpPr/>
          <p:nvPr/>
        </p:nvGrpSpPr>
        <p:grpSpPr>
          <a:xfrm>
            <a:off x="9662927" y="236677"/>
            <a:ext cx="528120" cy="471600"/>
            <a:chOff x="9662927" y="236677"/>
            <a:chExt cx="528120" cy="47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15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7F658C73-A353-505D-5E97-2BFDB5D9D4F6}"/>
                    </a:ext>
                  </a:extLst>
                </p14:cNvPr>
                <p14:cNvContentPartPr/>
                <p14:nvPr/>
              </p14:nvContentPartPr>
              <p14:xfrm>
                <a:off x="9668327" y="250717"/>
                <a:ext cx="66600" cy="233640"/>
              </p14:xfrm>
            </p:contentPart>
          </mc:Choice>
          <mc:Fallback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7F658C73-A353-505D-5E97-2BFDB5D9D4F6}"/>
                    </a:ext>
                  </a:extLst>
                </p:cNvPr>
                <p:cNvPicPr/>
                <p:nvPr/>
              </p:nvPicPr>
              <p:blipFill>
                <a:blip r:embed="rId616"/>
                <a:stretch>
                  <a:fillRect/>
                </a:stretch>
              </p:blipFill>
              <p:spPr>
                <a:xfrm>
                  <a:off x="9650687" y="232717"/>
                  <a:ext cx="10224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7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A092B72C-EB05-AAE0-E2B0-33C5BAD4836D}"/>
                    </a:ext>
                  </a:extLst>
                </p14:cNvPr>
                <p14:cNvContentPartPr/>
                <p14:nvPr/>
              </p14:nvContentPartPr>
              <p14:xfrm>
                <a:off x="9706847" y="236677"/>
                <a:ext cx="155880" cy="253800"/>
              </p14:xfrm>
            </p:contentPart>
          </mc:Choice>
          <mc:Fallback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A092B72C-EB05-AAE0-E2B0-33C5BAD4836D}"/>
                    </a:ext>
                  </a:extLst>
                </p:cNvPr>
                <p:cNvPicPr/>
                <p:nvPr/>
              </p:nvPicPr>
              <p:blipFill>
                <a:blip r:embed="rId618"/>
                <a:stretch>
                  <a:fillRect/>
                </a:stretch>
              </p:blipFill>
              <p:spPr>
                <a:xfrm>
                  <a:off x="9688847" y="218677"/>
                  <a:ext cx="19152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9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23A98456-0E19-A3D8-C74A-1081A0272C0D}"/>
                    </a:ext>
                  </a:extLst>
                </p14:cNvPr>
                <p14:cNvContentPartPr/>
                <p14:nvPr/>
              </p14:nvContentPartPr>
              <p14:xfrm>
                <a:off x="9662927" y="412717"/>
                <a:ext cx="114480" cy="23760"/>
              </p14:xfrm>
            </p:contentPart>
          </mc:Choice>
          <mc:Fallback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23A98456-0E19-A3D8-C74A-1081A0272C0D}"/>
                    </a:ext>
                  </a:extLst>
                </p:cNvPr>
                <p:cNvPicPr/>
                <p:nvPr/>
              </p:nvPicPr>
              <p:blipFill>
                <a:blip r:embed="rId620"/>
                <a:stretch>
                  <a:fillRect/>
                </a:stretch>
              </p:blipFill>
              <p:spPr>
                <a:xfrm>
                  <a:off x="9645287" y="394717"/>
                  <a:ext cx="1501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1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E0678904-BEA8-4F77-1C0B-44224BD8E9D5}"/>
                    </a:ext>
                  </a:extLst>
                </p14:cNvPr>
                <p14:cNvContentPartPr/>
                <p14:nvPr/>
              </p14:nvContentPartPr>
              <p14:xfrm>
                <a:off x="9898367" y="413437"/>
                <a:ext cx="28080" cy="190080"/>
              </p14:xfrm>
            </p:contentPart>
          </mc:Choice>
          <mc:Fallback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E0678904-BEA8-4F77-1C0B-44224BD8E9D5}"/>
                    </a:ext>
                  </a:extLst>
                </p:cNvPr>
                <p:cNvPicPr/>
                <p:nvPr/>
              </p:nvPicPr>
              <p:blipFill>
                <a:blip r:embed="rId622"/>
                <a:stretch>
                  <a:fillRect/>
                </a:stretch>
              </p:blipFill>
              <p:spPr>
                <a:xfrm>
                  <a:off x="9880727" y="395797"/>
                  <a:ext cx="6372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3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ABF485C9-785F-AAFD-6778-E5C047BD6425}"/>
                    </a:ext>
                  </a:extLst>
                </p14:cNvPr>
                <p14:cNvContentPartPr/>
                <p14:nvPr/>
              </p14:nvContentPartPr>
              <p14:xfrm>
                <a:off x="10005647" y="325957"/>
                <a:ext cx="185400" cy="181080"/>
              </p14:xfrm>
            </p:contentPart>
          </mc:Choice>
          <mc:Fallback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ABF485C9-785F-AAFD-6778-E5C047BD6425}"/>
                    </a:ext>
                  </a:extLst>
                </p:cNvPr>
                <p:cNvPicPr/>
                <p:nvPr/>
              </p:nvPicPr>
              <p:blipFill>
                <a:blip r:embed="rId624"/>
                <a:stretch>
                  <a:fillRect/>
                </a:stretch>
              </p:blipFill>
              <p:spPr>
                <a:xfrm>
                  <a:off x="9987647" y="308317"/>
                  <a:ext cx="22104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5">
              <p14:nvContentPartPr>
                <p14:cNvPr id="433" name="Ink 432">
                  <a:extLst>
                    <a:ext uri="{FF2B5EF4-FFF2-40B4-BE49-F238E27FC236}">
                      <a16:creationId xmlns:a16="http://schemas.microsoft.com/office/drawing/2014/main" id="{0B44FA4A-2837-7259-3877-081DB1866561}"/>
                    </a:ext>
                  </a:extLst>
                </p14:cNvPr>
                <p14:cNvContentPartPr/>
                <p14:nvPr/>
              </p14:nvContentPartPr>
              <p14:xfrm>
                <a:off x="9842927" y="428917"/>
                <a:ext cx="286200" cy="279360"/>
              </p14:xfrm>
            </p:contentPart>
          </mc:Choice>
          <mc:Fallback>
            <p:pic>
              <p:nvPicPr>
                <p:cNvPr id="433" name="Ink 432">
                  <a:extLst>
                    <a:ext uri="{FF2B5EF4-FFF2-40B4-BE49-F238E27FC236}">
                      <a16:creationId xmlns:a16="http://schemas.microsoft.com/office/drawing/2014/main" id="{0B44FA4A-2837-7259-3877-081DB1866561}"/>
                    </a:ext>
                  </a:extLst>
                </p:cNvPr>
                <p:cNvPicPr/>
                <p:nvPr/>
              </p:nvPicPr>
              <p:blipFill>
                <a:blip r:embed="rId626"/>
                <a:stretch>
                  <a:fillRect/>
                </a:stretch>
              </p:blipFill>
              <p:spPr>
                <a:xfrm>
                  <a:off x="9824927" y="410917"/>
                  <a:ext cx="321840" cy="315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27">
            <p14:nvContentPartPr>
              <p14:cNvPr id="436" name="Ink 435">
                <a:extLst>
                  <a:ext uri="{FF2B5EF4-FFF2-40B4-BE49-F238E27FC236}">
                    <a16:creationId xmlns:a16="http://schemas.microsoft.com/office/drawing/2014/main" id="{C12151C4-63D4-024D-89C8-C49918BD3E8B}"/>
                  </a:ext>
                </a:extLst>
              </p14:cNvPr>
              <p14:cNvContentPartPr/>
              <p14:nvPr/>
            </p14:nvContentPartPr>
            <p14:xfrm>
              <a:off x="2413967" y="5349397"/>
              <a:ext cx="2789280" cy="404280"/>
            </p14:xfrm>
          </p:contentPart>
        </mc:Choice>
        <mc:Fallback>
          <p:pic>
            <p:nvPicPr>
              <p:cNvPr id="436" name="Ink 435">
                <a:extLst>
                  <a:ext uri="{FF2B5EF4-FFF2-40B4-BE49-F238E27FC236}">
                    <a16:creationId xmlns:a16="http://schemas.microsoft.com/office/drawing/2014/main" id="{C12151C4-63D4-024D-89C8-C49918BD3E8B}"/>
                  </a:ext>
                </a:extLst>
              </p:cNvPr>
              <p:cNvPicPr/>
              <p:nvPr/>
            </p:nvPicPr>
            <p:blipFill>
              <a:blip r:embed="rId628"/>
              <a:stretch>
                <a:fillRect/>
              </a:stretch>
            </p:blipFill>
            <p:spPr>
              <a:xfrm>
                <a:off x="2396327" y="5331397"/>
                <a:ext cx="2824920" cy="43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9">
            <p14:nvContentPartPr>
              <p14:cNvPr id="437" name="Ink 436">
                <a:extLst>
                  <a:ext uri="{FF2B5EF4-FFF2-40B4-BE49-F238E27FC236}">
                    <a16:creationId xmlns:a16="http://schemas.microsoft.com/office/drawing/2014/main" id="{895AEE86-839A-33BC-ED44-C9B1850D7056}"/>
                  </a:ext>
                </a:extLst>
              </p14:cNvPr>
              <p14:cNvContentPartPr/>
              <p14:nvPr/>
            </p14:nvContentPartPr>
            <p14:xfrm>
              <a:off x="4925687" y="5071837"/>
              <a:ext cx="360" cy="360"/>
            </p14:xfrm>
          </p:contentPart>
        </mc:Choice>
        <mc:Fallback>
          <p:pic>
            <p:nvPicPr>
              <p:cNvPr id="437" name="Ink 436">
                <a:extLst>
                  <a:ext uri="{FF2B5EF4-FFF2-40B4-BE49-F238E27FC236}">
                    <a16:creationId xmlns:a16="http://schemas.microsoft.com/office/drawing/2014/main" id="{895AEE86-839A-33BC-ED44-C9B1850D7056}"/>
                  </a:ext>
                </a:extLst>
              </p:cNvPr>
              <p:cNvPicPr/>
              <p:nvPr/>
            </p:nvPicPr>
            <p:blipFill>
              <a:blip r:embed="rId438"/>
              <a:stretch>
                <a:fillRect/>
              </a:stretch>
            </p:blipFill>
            <p:spPr>
              <a:xfrm>
                <a:off x="4908047" y="5053837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30">
            <p14:nvContentPartPr>
              <p14:cNvPr id="439" name="Ink 438">
                <a:extLst>
                  <a:ext uri="{FF2B5EF4-FFF2-40B4-BE49-F238E27FC236}">
                    <a16:creationId xmlns:a16="http://schemas.microsoft.com/office/drawing/2014/main" id="{55A8E3A4-B16C-1B58-E5DB-758AAE4EFB8D}"/>
                  </a:ext>
                </a:extLst>
              </p14:cNvPr>
              <p14:cNvContentPartPr/>
              <p14:nvPr/>
            </p14:nvContentPartPr>
            <p14:xfrm>
              <a:off x="4741007" y="5334637"/>
              <a:ext cx="2880" cy="2880"/>
            </p14:xfrm>
          </p:contentPart>
        </mc:Choice>
        <mc:Fallback>
          <p:pic>
            <p:nvPicPr>
              <p:cNvPr id="439" name="Ink 438">
                <a:extLst>
                  <a:ext uri="{FF2B5EF4-FFF2-40B4-BE49-F238E27FC236}">
                    <a16:creationId xmlns:a16="http://schemas.microsoft.com/office/drawing/2014/main" id="{55A8E3A4-B16C-1B58-E5DB-758AAE4EFB8D}"/>
                  </a:ext>
                </a:extLst>
              </p:cNvPr>
              <p:cNvPicPr/>
              <p:nvPr/>
            </p:nvPicPr>
            <p:blipFill>
              <a:blip r:embed="rId631"/>
              <a:stretch>
                <a:fillRect/>
              </a:stretch>
            </p:blipFill>
            <p:spPr>
              <a:xfrm>
                <a:off x="4723007" y="5316637"/>
                <a:ext cx="38520" cy="38520"/>
              </a:xfrm>
              <a:prstGeom prst="rect">
                <a:avLst/>
              </a:prstGeom>
            </p:spPr>
          </p:pic>
        </mc:Fallback>
      </mc:AlternateContent>
      <p:grpSp>
        <p:nvGrpSpPr>
          <p:cNvPr id="442" name="Group 441">
            <a:extLst>
              <a:ext uri="{FF2B5EF4-FFF2-40B4-BE49-F238E27FC236}">
                <a16:creationId xmlns:a16="http://schemas.microsoft.com/office/drawing/2014/main" id="{9C1F3172-C071-5921-0217-85DC8391D3F1}"/>
              </a:ext>
            </a:extLst>
          </p:cNvPr>
          <p:cNvGrpSpPr/>
          <p:nvPr/>
        </p:nvGrpSpPr>
        <p:grpSpPr>
          <a:xfrm>
            <a:off x="4379567" y="4499797"/>
            <a:ext cx="781560" cy="1010880"/>
            <a:chOff x="4379567" y="4499797"/>
            <a:chExt cx="781560" cy="101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56661C62-8153-F666-BA33-B7511BE3B0FB}"/>
                    </a:ext>
                  </a:extLst>
                </p14:cNvPr>
                <p14:cNvContentPartPr/>
                <p14:nvPr/>
              </p14:nvContentPartPr>
              <p14:xfrm>
                <a:off x="4599887" y="4716382"/>
                <a:ext cx="53640" cy="18324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56661C62-8153-F666-BA33-B7511BE3B0FB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4581887" y="4698742"/>
                  <a:ext cx="8928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93A2661F-02D6-CD89-287D-608CBA56E4F6}"/>
                    </a:ext>
                  </a:extLst>
                </p14:cNvPr>
                <p14:cNvContentPartPr/>
                <p14:nvPr/>
              </p14:nvContentPartPr>
              <p14:xfrm>
                <a:off x="4517087" y="5142622"/>
                <a:ext cx="224640" cy="29160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93A2661F-02D6-CD89-287D-608CBA56E4F6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4499087" y="5124622"/>
                  <a:ext cx="26028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6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BB8EB4D2-A210-84D8-BBFA-33FF98C2340A}"/>
                    </a:ext>
                  </a:extLst>
                </p14:cNvPr>
                <p14:cNvContentPartPr/>
                <p14:nvPr/>
              </p14:nvContentPartPr>
              <p14:xfrm>
                <a:off x="4863767" y="5069317"/>
                <a:ext cx="105120" cy="115920"/>
              </p14:xfrm>
            </p:contentPart>
          </mc:Choice>
          <mc:Fallback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BB8EB4D2-A210-84D8-BBFA-33FF98C2340A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4845767" y="5051677"/>
                  <a:ext cx="14076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8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D85C1F09-00FF-C3B2-9DAC-FDBB3F2B7CE1}"/>
                    </a:ext>
                  </a:extLst>
                </p14:cNvPr>
                <p14:cNvContentPartPr/>
                <p14:nvPr/>
              </p14:nvContentPartPr>
              <p14:xfrm>
                <a:off x="4867727" y="5071837"/>
                <a:ext cx="59040" cy="123120"/>
              </p14:xfrm>
            </p:contentPart>
          </mc:Choice>
          <mc:Fallback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D85C1F09-00FF-C3B2-9DAC-FDBB3F2B7CE1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4849727" y="5054197"/>
                  <a:ext cx="9468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0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9F309624-6C4D-7917-EAC3-DD2F70B31FD1}"/>
                    </a:ext>
                  </a:extLst>
                </p14:cNvPr>
                <p14:cNvContentPartPr/>
                <p14:nvPr/>
              </p14:nvContentPartPr>
              <p14:xfrm>
                <a:off x="4953767" y="5090197"/>
                <a:ext cx="15120" cy="91800"/>
              </p14:xfrm>
            </p:contentPart>
          </mc:Choice>
          <mc:Fallback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9F309624-6C4D-7917-EAC3-DD2F70B31FD1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4935767" y="5072557"/>
                  <a:ext cx="5076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2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87A58767-7B4A-3B3D-8653-DAE2A4A7030F}"/>
                    </a:ext>
                  </a:extLst>
                </p14:cNvPr>
                <p14:cNvContentPartPr/>
                <p14:nvPr/>
              </p14:nvContentPartPr>
              <p14:xfrm>
                <a:off x="4379567" y="4499797"/>
                <a:ext cx="781560" cy="1010880"/>
              </p14:xfrm>
            </p:contentPart>
          </mc:Choice>
          <mc:Fallback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87A58767-7B4A-3B3D-8653-DAE2A4A7030F}"/>
                    </a:ext>
                  </a:extLst>
                </p:cNvPr>
                <p:cNvPicPr/>
                <p:nvPr/>
              </p:nvPicPr>
              <p:blipFill>
                <a:blip r:embed="rId643"/>
                <a:stretch>
                  <a:fillRect/>
                </a:stretch>
              </p:blipFill>
              <p:spPr>
                <a:xfrm>
                  <a:off x="4361927" y="4482157"/>
                  <a:ext cx="817200" cy="10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4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B0B67FC4-1F8C-A2B2-BA06-186877CA0200}"/>
                    </a:ext>
                  </a:extLst>
                </p14:cNvPr>
                <p14:cNvContentPartPr/>
                <p14:nvPr/>
              </p14:nvContentPartPr>
              <p14:xfrm>
                <a:off x="4629407" y="4946917"/>
                <a:ext cx="12600" cy="3960"/>
              </p14:xfrm>
            </p:contentPart>
          </mc:Choice>
          <mc:Fallback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B0B67FC4-1F8C-A2B2-BA06-186877CA0200}"/>
                    </a:ext>
                  </a:extLst>
                </p:cNvPr>
                <p:cNvPicPr/>
                <p:nvPr/>
              </p:nvPicPr>
              <p:blipFill>
                <a:blip r:embed="rId645"/>
                <a:stretch>
                  <a:fillRect/>
                </a:stretch>
              </p:blipFill>
              <p:spPr>
                <a:xfrm>
                  <a:off x="4611767" y="4928917"/>
                  <a:ext cx="48240" cy="39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932048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812034A4-182F-E739-9CBA-13E466D35A90}"/>
              </a:ext>
            </a:extLst>
          </p:cNvPr>
          <p:cNvGrpSpPr/>
          <p:nvPr/>
        </p:nvGrpSpPr>
        <p:grpSpPr>
          <a:xfrm>
            <a:off x="1725287" y="326182"/>
            <a:ext cx="491760" cy="346680"/>
            <a:chOff x="1725287" y="326182"/>
            <a:chExt cx="491760" cy="34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34E4825-60BB-E511-D142-9B4C0A686445}"/>
                    </a:ext>
                  </a:extLst>
                </p14:cNvPr>
                <p14:cNvContentPartPr/>
                <p14:nvPr/>
              </p14:nvContentPartPr>
              <p14:xfrm>
                <a:off x="1725287" y="326182"/>
                <a:ext cx="159840" cy="1821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34E4825-60BB-E511-D142-9B4C0A68644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707287" y="308182"/>
                  <a:ext cx="1954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43F88FB-8FD7-C049-1178-D5C3CF1A07FF}"/>
                    </a:ext>
                  </a:extLst>
                </p14:cNvPr>
                <p14:cNvContentPartPr/>
                <p14:nvPr/>
              </p14:nvContentPartPr>
              <p14:xfrm>
                <a:off x="1756967" y="329422"/>
                <a:ext cx="144000" cy="2264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43F88FB-8FD7-C049-1178-D5C3CF1A07F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738967" y="311782"/>
                  <a:ext cx="17964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B320333-F6C1-5742-31A3-3937B74AFE48}"/>
                    </a:ext>
                  </a:extLst>
                </p14:cNvPr>
                <p14:cNvContentPartPr/>
                <p14:nvPr/>
              </p14:nvContentPartPr>
              <p14:xfrm>
                <a:off x="1979807" y="474142"/>
                <a:ext cx="36720" cy="1393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B320333-F6C1-5742-31A3-3937B74AFE4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962167" y="456502"/>
                  <a:ext cx="7236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6FCBB10-15D8-91F6-754E-56BA534779BE}"/>
                    </a:ext>
                  </a:extLst>
                </p14:cNvPr>
                <p14:cNvContentPartPr/>
                <p14:nvPr/>
              </p14:nvContentPartPr>
              <p14:xfrm>
                <a:off x="2033087" y="424822"/>
                <a:ext cx="183960" cy="2480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6FCBB10-15D8-91F6-754E-56BA534779B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015447" y="407182"/>
                  <a:ext cx="219600" cy="28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1CAC888-BA52-69F9-01A0-1C151FE67841}"/>
              </a:ext>
            </a:extLst>
          </p:cNvPr>
          <p:cNvGrpSpPr/>
          <p:nvPr/>
        </p:nvGrpSpPr>
        <p:grpSpPr>
          <a:xfrm>
            <a:off x="3213167" y="285142"/>
            <a:ext cx="323280" cy="305640"/>
            <a:chOff x="3213167" y="285142"/>
            <a:chExt cx="323280" cy="30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2AD1476-A27F-39E1-B209-364A89E3B958}"/>
                    </a:ext>
                  </a:extLst>
                </p14:cNvPr>
                <p14:cNvContentPartPr/>
                <p14:nvPr/>
              </p14:nvContentPartPr>
              <p14:xfrm>
                <a:off x="3213167" y="285142"/>
                <a:ext cx="173520" cy="1346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2AD1476-A27F-39E1-B209-364A89E3B95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195527" y="267142"/>
                  <a:ext cx="20916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E4ED328-87F5-A2E8-FFEC-8F2401EC4600}"/>
                    </a:ext>
                  </a:extLst>
                </p14:cNvPr>
                <p14:cNvContentPartPr/>
                <p14:nvPr/>
              </p14:nvContentPartPr>
              <p14:xfrm>
                <a:off x="3362567" y="298822"/>
                <a:ext cx="48240" cy="2250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E4ED328-87F5-A2E8-FFEC-8F2401EC460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344567" y="280822"/>
                  <a:ext cx="8388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B6390DB-0036-2599-1973-80F57BC86033}"/>
                    </a:ext>
                  </a:extLst>
                </p14:cNvPr>
                <p14:cNvContentPartPr/>
                <p14:nvPr/>
              </p14:nvContentPartPr>
              <p14:xfrm>
                <a:off x="3511967" y="472342"/>
                <a:ext cx="24480" cy="1184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B6390DB-0036-2599-1973-80F57BC8603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493967" y="454702"/>
                  <a:ext cx="60120" cy="15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AD95850-B78A-F3CD-1813-F48119120C29}"/>
              </a:ext>
            </a:extLst>
          </p:cNvPr>
          <p:cNvGrpSpPr/>
          <p:nvPr/>
        </p:nvGrpSpPr>
        <p:grpSpPr>
          <a:xfrm>
            <a:off x="4268327" y="334102"/>
            <a:ext cx="478440" cy="284760"/>
            <a:chOff x="4268327" y="334102"/>
            <a:chExt cx="478440" cy="28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7CD81E7-2B49-DF9A-F032-00D88977BF00}"/>
                    </a:ext>
                  </a:extLst>
                </p14:cNvPr>
                <p14:cNvContentPartPr/>
                <p14:nvPr/>
              </p14:nvContentPartPr>
              <p14:xfrm>
                <a:off x="4268327" y="340942"/>
                <a:ext cx="204120" cy="1231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7CD81E7-2B49-DF9A-F032-00D88977BF0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250687" y="322942"/>
                  <a:ext cx="2397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AFC15EE-8937-C500-B24D-C4EDA8BC9891}"/>
                    </a:ext>
                  </a:extLst>
                </p14:cNvPr>
                <p14:cNvContentPartPr/>
                <p14:nvPr/>
              </p14:nvContentPartPr>
              <p14:xfrm>
                <a:off x="4399727" y="334102"/>
                <a:ext cx="84960" cy="2084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AFC15EE-8937-C500-B24D-C4EDA8BC989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381727" y="316102"/>
                  <a:ext cx="12060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A225482-E7EC-E3F4-D993-C19605AAA52B}"/>
                    </a:ext>
                  </a:extLst>
                </p14:cNvPr>
                <p14:cNvContentPartPr/>
                <p14:nvPr/>
              </p14:nvContentPartPr>
              <p14:xfrm>
                <a:off x="4564967" y="465502"/>
                <a:ext cx="181800" cy="1533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A225482-E7EC-E3F4-D993-C19605AAA52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547327" y="447862"/>
                  <a:ext cx="217440" cy="18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3399B73-FD74-043D-2DE2-D989CDCF903C}"/>
              </a:ext>
            </a:extLst>
          </p:cNvPr>
          <p:cNvGrpSpPr/>
          <p:nvPr/>
        </p:nvGrpSpPr>
        <p:grpSpPr>
          <a:xfrm>
            <a:off x="5295047" y="309262"/>
            <a:ext cx="401400" cy="311040"/>
            <a:chOff x="5295047" y="309262"/>
            <a:chExt cx="401400" cy="31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2085BE6-52DD-C468-E5DB-1B5D92201AE1}"/>
                    </a:ext>
                  </a:extLst>
                </p14:cNvPr>
                <p14:cNvContentPartPr/>
                <p14:nvPr/>
              </p14:nvContentPartPr>
              <p14:xfrm>
                <a:off x="5295047" y="316462"/>
                <a:ext cx="163800" cy="1260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2085BE6-52DD-C468-E5DB-1B5D92201AE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277047" y="298822"/>
                  <a:ext cx="19944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A754002-B670-2BDC-22D6-907F828823E0}"/>
                    </a:ext>
                  </a:extLst>
                </p14:cNvPr>
                <p14:cNvContentPartPr/>
                <p14:nvPr/>
              </p14:nvContentPartPr>
              <p14:xfrm>
                <a:off x="5434727" y="309262"/>
                <a:ext cx="65160" cy="1836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A754002-B670-2BDC-22D6-907F828823E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417087" y="291262"/>
                  <a:ext cx="10080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1D76034-EB17-0302-D47C-8F1C728EB7BC}"/>
                    </a:ext>
                  </a:extLst>
                </p14:cNvPr>
                <p14:cNvContentPartPr/>
                <p14:nvPr/>
              </p14:nvContentPartPr>
              <p14:xfrm>
                <a:off x="5534087" y="433102"/>
                <a:ext cx="162360" cy="1872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1D76034-EB17-0302-D47C-8F1C728EB7B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516087" y="415462"/>
                  <a:ext cx="198000" cy="22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D4A11A2-5C47-5776-A3EA-849124D8C70A}"/>
              </a:ext>
            </a:extLst>
          </p:cNvPr>
          <p:cNvGrpSpPr/>
          <p:nvPr/>
        </p:nvGrpSpPr>
        <p:grpSpPr>
          <a:xfrm>
            <a:off x="6316007" y="277582"/>
            <a:ext cx="483840" cy="318600"/>
            <a:chOff x="6316007" y="277582"/>
            <a:chExt cx="483840" cy="318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4F0C738-92E4-6415-EBEE-84D49813D7CC}"/>
                    </a:ext>
                  </a:extLst>
                </p14:cNvPr>
                <p14:cNvContentPartPr/>
                <p14:nvPr/>
              </p14:nvContentPartPr>
              <p14:xfrm>
                <a:off x="6316007" y="279742"/>
                <a:ext cx="172440" cy="1141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4F0C738-92E4-6415-EBEE-84D49813D7C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298367" y="261742"/>
                  <a:ext cx="20808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645958E-047C-DAFC-A9A6-F19D856B8C2A}"/>
                    </a:ext>
                  </a:extLst>
                </p14:cNvPr>
                <p14:cNvContentPartPr/>
                <p14:nvPr/>
              </p14:nvContentPartPr>
              <p14:xfrm>
                <a:off x="6474047" y="277582"/>
                <a:ext cx="64440" cy="2242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645958E-047C-DAFC-A9A6-F19D856B8C2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456047" y="259942"/>
                  <a:ext cx="10008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D597D50-D0D4-7932-A792-2E409EB3A112}"/>
                    </a:ext>
                  </a:extLst>
                </p14:cNvPr>
                <p14:cNvContentPartPr/>
                <p14:nvPr/>
              </p14:nvContentPartPr>
              <p14:xfrm>
                <a:off x="6618047" y="417622"/>
                <a:ext cx="181800" cy="1785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D597D50-D0D4-7932-A792-2E409EB3A11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600047" y="399622"/>
                  <a:ext cx="217440" cy="21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1C949A8-F619-0E13-42FE-EE01E7E93B49}"/>
              </a:ext>
            </a:extLst>
          </p:cNvPr>
          <p:cNvGrpSpPr/>
          <p:nvPr/>
        </p:nvGrpSpPr>
        <p:grpSpPr>
          <a:xfrm>
            <a:off x="7552607" y="275062"/>
            <a:ext cx="406800" cy="354240"/>
            <a:chOff x="7552607" y="275062"/>
            <a:chExt cx="406800" cy="35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D71B9CC-1B2E-458B-6DED-AED3B8AEADE0}"/>
                    </a:ext>
                  </a:extLst>
                </p14:cNvPr>
                <p14:cNvContentPartPr/>
                <p14:nvPr/>
              </p14:nvContentPartPr>
              <p14:xfrm>
                <a:off x="7552607" y="275062"/>
                <a:ext cx="201240" cy="2653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D71B9CC-1B2E-458B-6DED-AED3B8AEADE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534967" y="257062"/>
                  <a:ext cx="23688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49C96BC-2E6B-1F06-F76E-599847552E83}"/>
                    </a:ext>
                  </a:extLst>
                </p14:cNvPr>
                <p14:cNvContentPartPr/>
                <p14:nvPr/>
              </p14:nvContentPartPr>
              <p14:xfrm>
                <a:off x="7561247" y="440302"/>
                <a:ext cx="147600" cy="255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49C96BC-2E6B-1F06-F76E-599847552E8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543247" y="422302"/>
                  <a:ext cx="18324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624B973-F318-10B7-37AB-B7DE7D90A130}"/>
                    </a:ext>
                  </a:extLst>
                </p14:cNvPr>
                <p14:cNvContentPartPr/>
                <p14:nvPr/>
              </p14:nvContentPartPr>
              <p14:xfrm>
                <a:off x="7899647" y="453982"/>
                <a:ext cx="59760" cy="1753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624B973-F318-10B7-37AB-B7DE7D90A13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881647" y="435982"/>
                  <a:ext cx="95400" cy="21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3A8B937-0AC2-68E7-B2A3-61CB0F285D76}"/>
              </a:ext>
            </a:extLst>
          </p:cNvPr>
          <p:cNvGrpSpPr/>
          <p:nvPr/>
        </p:nvGrpSpPr>
        <p:grpSpPr>
          <a:xfrm>
            <a:off x="8612807" y="234022"/>
            <a:ext cx="208080" cy="280080"/>
            <a:chOff x="8612807" y="234022"/>
            <a:chExt cx="208080" cy="28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7638F38-AD79-7056-C107-CFA86BAE9B7D}"/>
                    </a:ext>
                  </a:extLst>
                </p14:cNvPr>
                <p14:cNvContentPartPr/>
                <p14:nvPr/>
              </p14:nvContentPartPr>
              <p14:xfrm>
                <a:off x="8612807" y="234022"/>
                <a:ext cx="192240" cy="2800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7638F38-AD79-7056-C107-CFA86BAE9B7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595167" y="216022"/>
                  <a:ext cx="22788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5C7CAF9-9728-F469-77AE-D3591D4E0622}"/>
                    </a:ext>
                  </a:extLst>
                </p14:cNvPr>
                <p14:cNvContentPartPr/>
                <p14:nvPr/>
              </p14:nvContentPartPr>
              <p14:xfrm>
                <a:off x="8652767" y="361822"/>
                <a:ext cx="168120" cy="72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5C7CAF9-9728-F469-77AE-D3591D4E062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634767" y="344182"/>
                  <a:ext cx="203760" cy="42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39BDFE59-3EE9-889B-0C92-CB960E5AAC5F}"/>
                  </a:ext>
                </a:extLst>
              </p14:cNvPr>
              <p14:cNvContentPartPr/>
              <p14:nvPr/>
            </p14:nvContentPartPr>
            <p14:xfrm>
              <a:off x="9085127" y="442822"/>
              <a:ext cx="363960" cy="10800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39BDFE59-3EE9-889B-0C92-CB960E5AAC5F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9067487" y="424822"/>
                <a:ext cx="399600" cy="14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F0B741A3-F901-DCA2-E2C3-C4B408B62621}"/>
                  </a:ext>
                </a:extLst>
              </p14:cNvPr>
              <p14:cNvContentPartPr/>
              <p14:nvPr/>
            </p14:nvContentPartPr>
            <p14:xfrm>
              <a:off x="1145687" y="2486902"/>
              <a:ext cx="12600" cy="108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F0B741A3-F901-DCA2-E2C3-C4B408B62621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127687" y="2468902"/>
                <a:ext cx="4824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DDFC2216-ABAE-7A5F-A267-091848D45ACB}"/>
                  </a:ext>
                </a:extLst>
              </p14:cNvPr>
              <p14:cNvContentPartPr/>
              <p14:nvPr/>
            </p14:nvContentPartPr>
            <p14:xfrm>
              <a:off x="2142527" y="1510222"/>
              <a:ext cx="14400" cy="27504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DDFC2216-ABAE-7A5F-A267-091848D45ACB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124887" y="1492222"/>
                <a:ext cx="50040" cy="310680"/>
              </a:xfrm>
              <a:prstGeom prst="rect">
                <a:avLst/>
              </a:prstGeom>
            </p:spPr>
          </p:pic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E07CA780-F846-E02F-FA30-6FB29C89A472}"/>
              </a:ext>
            </a:extLst>
          </p:cNvPr>
          <p:cNvGrpSpPr/>
          <p:nvPr/>
        </p:nvGrpSpPr>
        <p:grpSpPr>
          <a:xfrm>
            <a:off x="3415487" y="1326262"/>
            <a:ext cx="287280" cy="486720"/>
            <a:chOff x="3415487" y="1326262"/>
            <a:chExt cx="287280" cy="486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0E4C5F8-2AAE-2DD0-B0C8-7E1CA8A5B4A3}"/>
                    </a:ext>
                  </a:extLst>
                </p14:cNvPr>
                <p14:cNvContentPartPr/>
                <p14:nvPr/>
              </p14:nvContentPartPr>
              <p14:xfrm>
                <a:off x="3423407" y="1326262"/>
                <a:ext cx="14760" cy="1929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0E4C5F8-2AAE-2DD0-B0C8-7E1CA8A5B4A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405767" y="1308622"/>
                  <a:ext cx="5040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6312935-0BAE-F14A-C8A2-2A68CB637208}"/>
                    </a:ext>
                  </a:extLst>
                </p14:cNvPr>
                <p14:cNvContentPartPr/>
                <p14:nvPr/>
              </p14:nvContentPartPr>
              <p14:xfrm>
                <a:off x="3415487" y="1459822"/>
                <a:ext cx="112680" cy="1969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6312935-0BAE-F14A-C8A2-2A68CB63720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397487" y="1441822"/>
                  <a:ext cx="14832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E4D7BD4-EDFC-5A3D-23D9-B234C22FCAD3}"/>
                    </a:ext>
                  </a:extLst>
                </p14:cNvPr>
                <p14:cNvContentPartPr/>
                <p14:nvPr/>
              </p14:nvContentPartPr>
              <p14:xfrm>
                <a:off x="3527447" y="1582582"/>
                <a:ext cx="175320" cy="2304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E4D7BD4-EDFC-5A3D-23D9-B234C22FCAD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509447" y="1564942"/>
                  <a:ext cx="210960" cy="266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A8593EC0-16B5-FFF3-6F8A-FF0AE0C5FDBA}"/>
                  </a:ext>
                </a:extLst>
              </p14:cNvPr>
              <p14:cNvContentPartPr/>
              <p14:nvPr/>
            </p14:nvContentPartPr>
            <p14:xfrm>
              <a:off x="4606007" y="1351462"/>
              <a:ext cx="55440" cy="23400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A8593EC0-16B5-FFF3-6F8A-FF0AE0C5FDBA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4588367" y="1333462"/>
                <a:ext cx="91080" cy="26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12C7333B-84B8-1FCE-90D7-57C21C7AF669}"/>
                  </a:ext>
                </a:extLst>
              </p14:cNvPr>
              <p14:cNvContentPartPr/>
              <p14:nvPr/>
            </p14:nvContentPartPr>
            <p14:xfrm>
              <a:off x="5645327" y="1324462"/>
              <a:ext cx="168480" cy="22392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12C7333B-84B8-1FCE-90D7-57C21C7AF669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5627687" y="1306822"/>
                <a:ext cx="204120" cy="25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F9758CE9-977D-1008-28E3-AA139854CCCC}"/>
                  </a:ext>
                </a:extLst>
              </p14:cNvPr>
              <p14:cNvContentPartPr/>
              <p14:nvPr/>
            </p14:nvContentPartPr>
            <p14:xfrm>
              <a:off x="7716407" y="1256062"/>
              <a:ext cx="214920" cy="23580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F9758CE9-977D-1008-28E3-AA139854CCCC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698767" y="1238422"/>
                <a:ext cx="250560" cy="27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35C8E617-0917-22C9-862B-BB1292A10B91}"/>
                  </a:ext>
                </a:extLst>
              </p14:cNvPr>
              <p14:cNvContentPartPr/>
              <p14:nvPr/>
            </p14:nvContentPartPr>
            <p14:xfrm>
              <a:off x="9103847" y="1107742"/>
              <a:ext cx="25560" cy="21420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35C8E617-0917-22C9-862B-BB1292A10B91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9085847" y="1089742"/>
                <a:ext cx="61200" cy="24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1BB6855B-31BE-C8AF-C764-8441058E1483}"/>
                  </a:ext>
                </a:extLst>
              </p14:cNvPr>
              <p14:cNvContentPartPr/>
              <p14:nvPr/>
            </p14:nvContentPartPr>
            <p14:xfrm>
              <a:off x="1976207" y="939982"/>
              <a:ext cx="216720" cy="35172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1BB6855B-31BE-C8AF-C764-8441058E1483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958207" y="922342"/>
                <a:ext cx="252360" cy="38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BDB36136-4090-C94F-DCAE-DD48E7929D40}"/>
                  </a:ext>
                </a:extLst>
              </p14:cNvPr>
              <p14:cNvContentPartPr/>
              <p14:nvPr/>
            </p14:nvContentPartPr>
            <p14:xfrm>
              <a:off x="3438527" y="896422"/>
              <a:ext cx="285840" cy="18936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BDB36136-4090-C94F-DCAE-DD48E7929D40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3420887" y="878782"/>
                <a:ext cx="32148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637C7920-334A-D4C9-22FB-DB24A13B3BDB}"/>
                  </a:ext>
                </a:extLst>
              </p14:cNvPr>
              <p14:cNvContentPartPr/>
              <p14:nvPr/>
            </p14:nvContentPartPr>
            <p14:xfrm>
              <a:off x="4369127" y="806422"/>
              <a:ext cx="48960" cy="23400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637C7920-334A-D4C9-22FB-DB24A13B3BDB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4351487" y="788782"/>
                <a:ext cx="84600" cy="269640"/>
              </a:xfrm>
              <a:prstGeom prst="rect">
                <a:avLst/>
              </a:prstGeom>
            </p:spPr>
          </p:pic>
        </mc:Fallback>
      </mc:AlternateContent>
      <p:grpSp>
        <p:nvGrpSpPr>
          <p:cNvPr id="60" name="Group 59">
            <a:extLst>
              <a:ext uri="{FF2B5EF4-FFF2-40B4-BE49-F238E27FC236}">
                <a16:creationId xmlns:a16="http://schemas.microsoft.com/office/drawing/2014/main" id="{E090D948-0576-3F5F-5154-6838D2B15EF6}"/>
              </a:ext>
            </a:extLst>
          </p:cNvPr>
          <p:cNvGrpSpPr/>
          <p:nvPr/>
        </p:nvGrpSpPr>
        <p:grpSpPr>
          <a:xfrm>
            <a:off x="5331407" y="832702"/>
            <a:ext cx="279360" cy="172440"/>
            <a:chOff x="5331407" y="832702"/>
            <a:chExt cx="279360" cy="17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F0232D3-0158-2CF9-55DF-251E4C652AE3}"/>
                    </a:ext>
                  </a:extLst>
                </p14:cNvPr>
                <p14:cNvContentPartPr/>
                <p14:nvPr/>
              </p14:nvContentPartPr>
              <p14:xfrm>
                <a:off x="5331407" y="925942"/>
                <a:ext cx="140760" cy="176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F0232D3-0158-2CF9-55DF-251E4C652AE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313407" y="908302"/>
                  <a:ext cx="17640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FFBCD9A-0EFF-DEF2-04ED-F74FC24A5F67}"/>
                    </a:ext>
                  </a:extLst>
                </p14:cNvPr>
                <p14:cNvContentPartPr/>
                <p14:nvPr/>
              </p14:nvContentPartPr>
              <p14:xfrm>
                <a:off x="5552807" y="832702"/>
                <a:ext cx="57960" cy="1724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FFBCD9A-0EFF-DEF2-04ED-F74FC24A5F6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535167" y="815062"/>
                  <a:ext cx="93600" cy="208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10264F53-493E-7454-09ED-8668A9B34D3D}"/>
                  </a:ext>
                </a:extLst>
              </p14:cNvPr>
              <p14:cNvContentPartPr/>
              <p14:nvPr/>
            </p14:nvContentPartPr>
            <p14:xfrm>
              <a:off x="6506447" y="747022"/>
              <a:ext cx="212040" cy="21744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10264F53-493E-7454-09ED-8668A9B34D3D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6488807" y="729382"/>
                <a:ext cx="247680" cy="25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9042AF87-F377-D30C-82DF-785E66DAFB09}"/>
                  </a:ext>
                </a:extLst>
              </p14:cNvPr>
              <p14:cNvContentPartPr/>
              <p14:nvPr/>
            </p14:nvContentPartPr>
            <p14:xfrm>
              <a:off x="7722527" y="728662"/>
              <a:ext cx="27000" cy="19764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9042AF87-F377-D30C-82DF-785E66DAFB09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7704887" y="710662"/>
                <a:ext cx="62640" cy="23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500084A9-6431-AB06-4FDC-E4294300C4B6}"/>
                  </a:ext>
                </a:extLst>
              </p14:cNvPr>
              <p14:cNvContentPartPr/>
              <p14:nvPr/>
            </p14:nvContentPartPr>
            <p14:xfrm>
              <a:off x="8870927" y="648382"/>
              <a:ext cx="189000" cy="22140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500084A9-6431-AB06-4FDC-E4294300C4B6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8853287" y="630742"/>
                <a:ext cx="224640" cy="257040"/>
              </a:xfrm>
              <a:prstGeom prst="rect">
                <a:avLst/>
              </a:prstGeom>
            </p:spPr>
          </p:pic>
        </mc:Fallback>
      </mc:AlternateContent>
      <p:grpSp>
        <p:nvGrpSpPr>
          <p:cNvPr id="68" name="Group 67">
            <a:extLst>
              <a:ext uri="{FF2B5EF4-FFF2-40B4-BE49-F238E27FC236}">
                <a16:creationId xmlns:a16="http://schemas.microsoft.com/office/drawing/2014/main" id="{7F06827E-CB6F-282E-7BF5-12A31AB1FDC6}"/>
              </a:ext>
            </a:extLst>
          </p:cNvPr>
          <p:cNvGrpSpPr/>
          <p:nvPr/>
        </p:nvGrpSpPr>
        <p:grpSpPr>
          <a:xfrm>
            <a:off x="4568207" y="1704622"/>
            <a:ext cx="239760" cy="60840"/>
            <a:chOff x="4568207" y="1704622"/>
            <a:chExt cx="239760" cy="6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067B76D8-516A-F359-69D6-455C40C4F551}"/>
                    </a:ext>
                  </a:extLst>
                </p14:cNvPr>
                <p14:cNvContentPartPr/>
                <p14:nvPr/>
              </p14:nvContentPartPr>
              <p14:xfrm>
                <a:off x="4568207" y="1704622"/>
                <a:ext cx="239760" cy="608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067B76D8-516A-F359-69D6-455C40C4F55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550567" y="1686622"/>
                  <a:ext cx="27540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870C5A1B-5772-6709-9A45-FD169121CDA1}"/>
                    </a:ext>
                  </a:extLst>
                </p14:cNvPr>
                <p14:cNvContentPartPr/>
                <p14:nvPr/>
              </p14:nvContentPartPr>
              <p14:xfrm>
                <a:off x="4659287" y="1754662"/>
                <a:ext cx="360" cy="3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870C5A1B-5772-6709-9A45-FD169121CDA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641287" y="173666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58BAB80E-1EAF-54E6-A7BA-54DBC2D6F502}"/>
                    </a:ext>
                  </a:extLst>
                </p14:cNvPr>
                <p14:cNvContentPartPr/>
                <p14:nvPr/>
              </p14:nvContentPartPr>
              <p14:xfrm>
                <a:off x="4678367" y="1747822"/>
                <a:ext cx="360" cy="3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58BAB80E-1EAF-54E6-A7BA-54DBC2D6F50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660727" y="172982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CE230799-E843-4112-478F-BEA26F38C8F0}"/>
                    </a:ext>
                  </a:extLst>
                </p14:cNvPr>
                <p14:cNvContentPartPr/>
                <p14:nvPr/>
              </p14:nvContentPartPr>
              <p14:xfrm>
                <a:off x="4734167" y="1747102"/>
                <a:ext cx="2160" cy="36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CE230799-E843-4112-478F-BEA26F38C8F0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4716167" y="1729462"/>
                  <a:ext cx="37800" cy="3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2BB6F029-8786-9CB7-8B0A-439A4F6B733B}"/>
              </a:ext>
            </a:extLst>
          </p:cNvPr>
          <p:cNvGrpSpPr/>
          <p:nvPr/>
        </p:nvGrpSpPr>
        <p:grpSpPr>
          <a:xfrm>
            <a:off x="4509527" y="838822"/>
            <a:ext cx="8280" cy="48600"/>
            <a:chOff x="4509527" y="838822"/>
            <a:chExt cx="8280" cy="48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5483F8B-8EBE-569B-E31B-29C0E7532C69}"/>
                    </a:ext>
                  </a:extLst>
                </p14:cNvPr>
                <p14:cNvContentPartPr/>
                <p14:nvPr/>
              </p14:nvContentPartPr>
              <p14:xfrm>
                <a:off x="4509527" y="838822"/>
                <a:ext cx="5040" cy="39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5483F8B-8EBE-569B-E31B-29C0E7532C69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4491887" y="820822"/>
                  <a:ext cx="406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9D22F92A-AF58-F6E8-0715-C77F92B5AEF5}"/>
                    </a:ext>
                  </a:extLst>
                </p14:cNvPr>
                <p14:cNvContentPartPr/>
                <p14:nvPr/>
              </p14:nvContentPartPr>
              <p14:xfrm>
                <a:off x="4513847" y="882022"/>
                <a:ext cx="3960" cy="54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9D22F92A-AF58-F6E8-0715-C77F92B5AEF5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4496207" y="864022"/>
                  <a:ext cx="39600" cy="41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1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A76C2B97-9701-24D3-FB91-ADC00E2B66EB}"/>
                  </a:ext>
                </a:extLst>
              </p14:cNvPr>
              <p14:cNvContentPartPr/>
              <p14:nvPr/>
            </p14:nvContentPartPr>
            <p14:xfrm>
              <a:off x="2268887" y="3495262"/>
              <a:ext cx="136440" cy="25056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A76C2B97-9701-24D3-FB91-ADC00E2B66EB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2250887" y="3477262"/>
                <a:ext cx="172080" cy="286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5" name="Group 124">
            <a:extLst>
              <a:ext uri="{FF2B5EF4-FFF2-40B4-BE49-F238E27FC236}">
                <a16:creationId xmlns:a16="http://schemas.microsoft.com/office/drawing/2014/main" id="{8707E962-B43A-3B96-4569-89B6E6C37C0B}"/>
              </a:ext>
            </a:extLst>
          </p:cNvPr>
          <p:cNvGrpSpPr/>
          <p:nvPr/>
        </p:nvGrpSpPr>
        <p:grpSpPr>
          <a:xfrm>
            <a:off x="6495647" y="1325182"/>
            <a:ext cx="530640" cy="590760"/>
            <a:chOff x="6495647" y="1325182"/>
            <a:chExt cx="530640" cy="590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69421A8-F2E7-3B48-E2D0-3CC91A081ED7}"/>
                    </a:ext>
                  </a:extLst>
                </p14:cNvPr>
                <p14:cNvContentPartPr/>
                <p14:nvPr/>
              </p14:nvContentPartPr>
              <p14:xfrm>
                <a:off x="6495647" y="1434982"/>
                <a:ext cx="136440" cy="460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69421A8-F2E7-3B48-E2D0-3CC91A081ED7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6478007" y="1416982"/>
                  <a:ext cx="17208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F66DA58-C45B-998A-C7C2-D79C40A4B3F3}"/>
                    </a:ext>
                  </a:extLst>
                </p14:cNvPr>
                <p14:cNvContentPartPr/>
                <p14:nvPr/>
              </p14:nvContentPartPr>
              <p14:xfrm>
                <a:off x="6749087" y="1325182"/>
                <a:ext cx="38880" cy="2052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F66DA58-C45B-998A-C7C2-D79C40A4B3F3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6731447" y="1307542"/>
                  <a:ext cx="7452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9C310E48-8EAB-21A8-8A38-589F345C460D}"/>
                    </a:ext>
                  </a:extLst>
                </p14:cNvPr>
                <p14:cNvContentPartPr/>
                <p14:nvPr/>
              </p14:nvContentPartPr>
              <p14:xfrm>
                <a:off x="6780767" y="1469542"/>
                <a:ext cx="95400" cy="20088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9C310E48-8EAB-21A8-8A38-589F345C460D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6762767" y="1451542"/>
                  <a:ext cx="13104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1B87E893-AEFD-890E-8618-F6C3A6D4C853}"/>
                    </a:ext>
                  </a:extLst>
                </p14:cNvPr>
                <p14:cNvContentPartPr/>
                <p14:nvPr/>
              </p14:nvContentPartPr>
              <p14:xfrm>
                <a:off x="6920447" y="1672222"/>
                <a:ext cx="105840" cy="24372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1B87E893-AEFD-890E-8618-F6C3A6D4C853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6902807" y="1654222"/>
                  <a:ext cx="141480" cy="27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0E2D0118-B4E9-2285-94F7-CB04C1F7C66E}"/>
              </a:ext>
            </a:extLst>
          </p:cNvPr>
          <p:cNvGrpSpPr/>
          <p:nvPr/>
        </p:nvGrpSpPr>
        <p:grpSpPr>
          <a:xfrm>
            <a:off x="9121127" y="1260382"/>
            <a:ext cx="477360" cy="559800"/>
            <a:chOff x="9121127" y="1260382"/>
            <a:chExt cx="477360" cy="559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80F6A981-DB40-0C3C-D663-5FF42A09EA7D}"/>
                    </a:ext>
                  </a:extLst>
                </p14:cNvPr>
                <p14:cNvContentPartPr/>
                <p14:nvPr/>
              </p14:nvContentPartPr>
              <p14:xfrm>
                <a:off x="9121127" y="1260382"/>
                <a:ext cx="184680" cy="27972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80F6A981-DB40-0C3C-D663-5FF42A09EA7D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9103487" y="1242382"/>
                  <a:ext cx="22032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5B220ABC-08B0-5D34-6D5B-6C354C7D450B}"/>
                    </a:ext>
                  </a:extLst>
                </p14:cNvPr>
                <p14:cNvContentPartPr/>
                <p14:nvPr/>
              </p14:nvContentPartPr>
              <p14:xfrm>
                <a:off x="9342527" y="1485742"/>
                <a:ext cx="84240" cy="24732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5B220ABC-08B0-5D34-6D5B-6C354C7D450B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9324527" y="1468102"/>
                  <a:ext cx="11988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97DC162F-D30E-37ED-D195-E517BDCB3306}"/>
                    </a:ext>
                  </a:extLst>
                </p14:cNvPr>
                <p14:cNvContentPartPr/>
                <p14:nvPr/>
              </p14:nvContentPartPr>
              <p14:xfrm>
                <a:off x="9577967" y="1814062"/>
                <a:ext cx="20520" cy="612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97DC162F-D30E-37ED-D195-E517BDCB3306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9560327" y="1796062"/>
                  <a:ext cx="56160" cy="4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2" name="Group 291">
            <a:extLst>
              <a:ext uri="{FF2B5EF4-FFF2-40B4-BE49-F238E27FC236}">
                <a16:creationId xmlns:a16="http://schemas.microsoft.com/office/drawing/2014/main" id="{3D702112-9DE6-6D66-278C-10775938B2C8}"/>
              </a:ext>
            </a:extLst>
          </p:cNvPr>
          <p:cNvGrpSpPr/>
          <p:nvPr/>
        </p:nvGrpSpPr>
        <p:grpSpPr>
          <a:xfrm>
            <a:off x="-578353" y="735637"/>
            <a:ext cx="1375920" cy="1344105"/>
            <a:chOff x="-578353" y="735637"/>
            <a:chExt cx="1375920" cy="1344105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51978E1-A82A-AB3C-1712-40F3D9EE8008}"/>
                    </a:ext>
                  </a:extLst>
                </p14:cNvPr>
                <p14:cNvContentPartPr/>
                <p14:nvPr/>
              </p14:nvContentPartPr>
              <p14:xfrm>
                <a:off x="208247" y="1619662"/>
                <a:ext cx="13680" cy="270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51978E1-A82A-AB3C-1712-40F3D9EE8008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90247" y="1602022"/>
                  <a:ext cx="4932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CE1D299-D8EC-469A-5309-03BB31A8FC5C}"/>
                    </a:ext>
                  </a:extLst>
                </p14:cNvPr>
                <p14:cNvContentPartPr/>
                <p14:nvPr/>
              </p14:nvContentPartPr>
              <p14:xfrm>
                <a:off x="136247" y="1338142"/>
                <a:ext cx="23760" cy="2048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CE1D299-D8EC-469A-5309-03BB31A8FC5C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18247" y="1320142"/>
                  <a:ext cx="5940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080FBB8-30E3-0E8E-F1BA-CE9F7F5770B7}"/>
                    </a:ext>
                  </a:extLst>
                </p14:cNvPr>
                <p14:cNvContentPartPr/>
                <p14:nvPr/>
              </p14:nvContentPartPr>
              <p14:xfrm>
                <a:off x="130847" y="1338862"/>
                <a:ext cx="169560" cy="2138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080FBB8-30E3-0E8E-F1BA-CE9F7F5770B7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12847" y="1321222"/>
                  <a:ext cx="20520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570470D-B564-06A9-BCAF-9DB8B88186EE}"/>
                    </a:ext>
                  </a:extLst>
                </p14:cNvPr>
                <p14:cNvContentPartPr/>
                <p14:nvPr/>
              </p14:nvContentPartPr>
              <p14:xfrm>
                <a:off x="353687" y="1528582"/>
                <a:ext cx="162360" cy="1468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570470D-B564-06A9-BCAF-9DB8B88186EE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336047" y="1510942"/>
                  <a:ext cx="19800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42B2A60-6130-AA67-C7AD-AEF3BB3FC331}"/>
                    </a:ext>
                  </a:extLst>
                </p14:cNvPr>
                <p14:cNvContentPartPr/>
                <p14:nvPr/>
              </p14:nvContentPartPr>
              <p14:xfrm>
                <a:off x="524687" y="1388542"/>
                <a:ext cx="94320" cy="4485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42B2A60-6130-AA67-C7AD-AEF3BB3FC331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506687" y="1370902"/>
                  <a:ext cx="129960" cy="48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A8AA60A-E81C-B47A-473F-EA1DE478978C}"/>
                    </a:ext>
                  </a:extLst>
                </p14:cNvPr>
                <p14:cNvContentPartPr/>
                <p14:nvPr/>
              </p14:nvContentPartPr>
              <p14:xfrm>
                <a:off x="621887" y="1589422"/>
                <a:ext cx="175680" cy="4903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A8AA60A-E81C-B47A-473F-EA1DE478978C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04247" y="1571422"/>
                  <a:ext cx="211320" cy="52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5B1F3071-EDFE-327F-0B1D-B6D646C06E4B}"/>
                    </a:ext>
                  </a:extLst>
                </p14:cNvPr>
                <p14:cNvContentPartPr/>
                <p14:nvPr/>
              </p14:nvContentPartPr>
              <p14:xfrm>
                <a:off x="-578353" y="735637"/>
                <a:ext cx="682560" cy="101412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5B1F3071-EDFE-327F-0B1D-B6D646C06E4B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-595993" y="717637"/>
                  <a:ext cx="718200" cy="1049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1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8CA4AD9F-62BB-41D8-13EE-A990CC7790CB}"/>
                  </a:ext>
                </a:extLst>
              </p14:cNvPr>
              <p14:cNvContentPartPr/>
              <p14:nvPr/>
            </p14:nvContentPartPr>
            <p14:xfrm>
              <a:off x="2167007" y="2740702"/>
              <a:ext cx="123120" cy="18576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8CA4AD9F-62BB-41D8-13EE-A990CC7790CB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2149367" y="2723062"/>
                <a:ext cx="158760" cy="22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3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78EC1F1B-7D50-EB57-831B-FED9EFCD6247}"/>
                  </a:ext>
                </a:extLst>
              </p14:cNvPr>
              <p14:cNvContentPartPr/>
              <p14:nvPr/>
            </p14:nvContentPartPr>
            <p14:xfrm>
              <a:off x="2180327" y="2755822"/>
              <a:ext cx="161640" cy="25632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78EC1F1B-7D50-EB57-831B-FED9EFCD6247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2162327" y="2738182"/>
                <a:ext cx="197280" cy="29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5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7D754FCE-C28B-5B9E-E224-BA8BD30C3012}"/>
                  </a:ext>
                </a:extLst>
              </p14:cNvPr>
              <p14:cNvContentPartPr/>
              <p14:nvPr/>
            </p14:nvContentPartPr>
            <p14:xfrm>
              <a:off x="2358887" y="2918902"/>
              <a:ext cx="21960" cy="16020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7D754FCE-C28B-5B9E-E224-BA8BD30C3012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2341247" y="2901262"/>
                <a:ext cx="5760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7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4ABDE8C2-00DF-2199-360A-4D42949482C6}"/>
                  </a:ext>
                </a:extLst>
              </p14:cNvPr>
              <p14:cNvContentPartPr/>
              <p14:nvPr/>
            </p14:nvContentPartPr>
            <p14:xfrm>
              <a:off x="2366807" y="2896942"/>
              <a:ext cx="144360" cy="22212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4ABDE8C2-00DF-2199-360A-4D42949482C6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2348807" y="2878942"/>
                <a:ext cx="180000" cy="25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9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B46C4854-8225-8275-54CE-381A31D06102}"/>
                  </a:ext>
                </a:extLst>
              </p14:cNvPr>
              <p14:cNvContentPartPr/>
              <p14:nvPr/>
            </p14:nvContentPartPr>
            <p14:xfrm>
              <a:off x="3184727" y="2723062"/>
              <a:ext cx="195840" cy="16668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B46C4854-8225-8275-54CE-381A31D06102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3166727" y="2705062"/>
                <a:ext cx="231480" cy="20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1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166CF009-3388-ABEC-8626-5E46D68CA099}"/>
                  </a:ext>
                </a:extLst>
              </p14:cNvPr>
              <p14:cNvContentPartPr/>
              <p14:nvPr/>
            </p14:nvContentPartPr>
            <p14:xfrm>
              <a:off x="3316127" y="2746462"/>
              <a:ext cx="97200" cy="23832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166CF009-3388-ABEC-8626-5E46D68CA099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3298127" y="2728822"/>
                <a:ext cx="13284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3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7CD5A7FF-8A53-1631-9CA2-35F4AB822669}"/>
                  </a:ext>
                </a:extLst>
              </p14:cNvPr>
              <p14:cNvContentPartPr/>
              <p14:nvPr/>
            </p14:nvContentPartPr>
            <p14:xfrm>
              <a:off x="3512687" y="2888302"/>
              <a:ext cx="36360" cy="14184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7CD5A7FF-8A53-1631-9CA2-35F4AB822669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3494687" y="2870302"/>
                <a:ext cx="72000" cy="17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5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00184947-F069-9829-4A11-6DB30C4DC592}"/>
                  </a:ext>
                </a:extLst>
              </p14:cNvPr>
              <p14:cNvContentPartPr/>
              <p14:nvPr/>
            </p14:nvContentPartPr>
            <p14:xfrm>
              <a:off x="4251767" y="2701462"/>
              <a:ext cx="160560" cy="13752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00184947-F069-9829-4A11-6DB30C4DC592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4233767" y="2683822"/>
                <a:ext cx="196200" cy="17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7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1E3CA52B-9EC7-A989-4270-4E7DF8B94A96}"/>
                  </a:ext>
                </a:extLst>
              </p14:cNvPr>
              <p14:cNvContentPartPr/>
              <p14:nvPr/>
            </p14:nvContentPartPr>
            <p14:xfrm>
              <a:off x="4350767" y="2696422"/>
              <a:ext cx="87840" cy="22932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1E3CA52B-9EC7-A989-4270-4E7DF8B94A96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4333127" y="2678782"/>
                <a:ext cx="123480" cy="26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9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C965C783-0E57-2719-444B-0A19E5DF30F9}"/>
                  </a:ext>
                </a:extLst>
              </p14:cNvPr>
              <p14:cNvContentPartPr/>
              <p14:nvPr/>
            </p14:nvContentPartPr>
            <p14:xfrm>
              <a:off x="4530407" y="2865982"/>
              <a:ext cx="242640" cy="19332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C965C783-0E57-2719-444B-0A19E5DF30F9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4512767" y="2847982"/>
                <a:ext cx="278280" cy="2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1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C096D6BB-0B4A-84E1-4921-EA4C4D0A2241}"/>
                  </a:ext>
                </a:extLst>
              </p14:cNvPr>
              <p14:cNvContentPartPr/>
              <p14:nvPr/>
            </p14:nvContentPartPr>
            <p14:xfrm>
              <a:off x="5454167" y="2668702"/>
              <a:ext cx="182520" cy="12528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C096D6BB-0B4A-84E1-4921-EA4C4D0A2241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5436167" y="2651062"/>
                <a:ext cx="218160" cy="16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3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7C2D4569-901F-4D80-3CF5-664CD7ECBABA}"/>
                  </a:ext>
                </a:extLst>
              </p14:cNvPr>
              <p14:cNvContentPartPr/>
              <p14:nvPr/>
            </p14:nvContentPartPr>
            <p14:xfrm>
              <a:off x="5646407" y="2659342"/>
              <a:ext cx="67680" cy="24120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7C2D4569-901F-4D80-3CF5-664CD7ECBABA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5628407" y="2641342"/>
                <a:ext cx="103320" cy="27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5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FBE4323E-9A95-C2A6-AA35-39FB35C6782E}"/>
                  </a:ext>
                </a:extLst>
              </p14:cNvPr>
              <p14:cNvContentPartPr/>
              <p14:nvPr/>
            </p14:nvContentPartPr>
            <p14:xfrm>
              <a:off x="5827127" y="2796502"/>
              <a:ext cx="162720" cy="24624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FBE4323E-9A95-C2A6-AA35-39FB35C6782E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5809127" y="2778862"/>
                <a:ext cx="198360" cy="28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7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021C9842-A2BB-7699-7B1E-DF18421D1F4B}"/>
                  </a:ext>
                </a:extLst>
              </p14:cNvPr>
              <p14:cNvContentPartPr/>
              <p14:nvPr/>
            </p14:nvContentPartPr>
            <p14:xfrm>
              <a:off x="6514367" y="2707942"/>
              <a:ext cx="126360" cy="12564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021C9842-A2BB-7699-7B1E-DF18421D1F4B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6496367" y="2689942"/>
                <a:ext cx="162000" cy="16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9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0D993102-1854-CAEF-AA1D-41AC55A0CA12}"/>
                  </a:ext>
                </a:extLst>
              </p14:cNvPr>
              <p14:cNvContentPartPr/>
              <p14:nvPr/>
            </p14:nvContentPartPr>
            <p14:xfrm>
              <a:off x="6619847" y="2687062"/>
              <a:ext cx="103320" cy="27684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0D993102-1854-CAEF-AA1D-41AC55A0CA12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6601847" y="2669422"/>
                <a:ext cx="138960" cy="31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1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9E28C58F-E179-AA7B-A5F8-C7782604F812}"/>
                  </a:ext>
                </a:extLst>
              </p14:cNvPr>
              <p14:cNvContentPartPr/>
              <p14:nvPr/>
            </p14:nvContentPartPr>
            <p14:xfrm>
              <a:off x="6796247" y="2846902"/>
              <a:ext cx="149040" cy="20448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9E28C58F-E179-AA7B-A5F8-C7782604F812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6778247" y="2828902"/>
                <a:ext cx="184680" cy="24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3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64B68A9D-90B1-2B35-D3CF-6D7EA2507F07}"/>
                  </a:ext>
                </a:extLst>
              </p14:cNvPr>
              <p14:cNvContentPartPr/>
              <p14:nvPr/>
            </p14:nvContentPartPr>
            <p14:xfrm>
              <a:off x="8827007" y="2686342"/>
              <a:ext cx="222840" cy="37116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64B68A9D-90B1-2B35-D3CF-6D7EA2507F07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8809007" y="2668342"/>
                <a:ext cx="258480" cy="40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5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FBF8A3AB-90D8-BE9F-EB2D-DE156FAE4C46}"/>
                  </a:ext>
                </a:extLst>
              </p14:cNvPr>
              <p14:cNvContentPartPr/>
              <p14:nvPr/>
            </p14:nvContentPartPr>
            <p14:xfrm>
              <a:off x="8830967" y="2871742"/>
              <a:ext cx="127800" cy="42840"/>
            </p14:xfrm>
          </p:contentPart>
        </mc:Choice>
        <mc:Fallback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FBF8A3AB-90D8-BE9F-EB2D-DE156FAE4C46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8813327" y="2854102"/>
                <a:ext cx="163440" cy="7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7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8A202492-4BA4-5182-999D-776D98C4F229}"/>
                  </a:ext>
                </a:extLst>
              </p14:cNvPr>
              <p14:cNvContentPartPr/>
              <p14:nvPr/>
            </p14:nvContentPartPr>
            <p14:xfrm>
              <a:off x="9336767" y="2888662"/>
              <a:ext cx="479520" cy="162360"/>
            </p14:xfrm>
          </p:contentPart>
        </mc:Choice>
        <mc:Fallback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8A202492-4BA4-5182-999D-776D98C4F229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9319127" y="2871022"/>
                <a:ext cx="515160" cy="19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9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B7B36A20-38DD-A3E2-6FFA-747CADEC7DF4}"/>
                  </a:ext>
                </a:extLst>
              </p14:cNvPr>
              <p14:cNvContentPartPr/>
              <p14:nvPr/>
            </p14:nvContentPartPr>
            <p14:xfrm>
              <a:off x="1022927" y="2740702"/>
              <a:ext cx="154440" cy="263520"/>
            </p14:xfrm>
          </p:contentPart>
        </mc:Choice>
        <mc:Fallback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B7B36A20-38DD-A3E2-6FFA-747CADEC7DF4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1005287" y="2723062"/>
                <a:ext cx="190080" cy="29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1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62E62975-1123-CBE0-B931-E5D86A26E12A}"/>
                  </a:ext>
                </a:extLst>
              </p14:cNvPr>
              <p14:cNvContentPartPr/>
              <p14:nvPr/>
            </p14:nvContentPartPr>
            <p14:xfrm>
              <a:off x="1283567" y="2908102"/>
              <a:ext cx="13320" cy="165960"/>
            </p14:xfrm>
          </p:contentPart>
        </mc:Choice>
        <mc:Fallback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62E62975-1123-CBE0-B931-E5D86A26E12A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1265927" y="2890462"/>
                <a:ext cx="48960" cy="20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3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D1DE23B9-5EBA-A7FE-4D7E-D97572087682}"/>
                  </a:ext>
                </a:extLst>
              </p14:cNvPr>
              <p14:cNvContentPartPr/>
              <p14:nvPr/>
            </p14:nvContentPartPr>
            <p14:xfrm>
              <a:off x="1303727" y="2884342"/>
              <a:ext cx="107640" cy="230040"/>
            </p14:xfrm>
          </p:contentPart>
        </mc:Choice>
        <mc:Fallback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D1DE23B9-5EBA-A7FE-4D7E-D97572087682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1285727" y="2866702"/>
                <a:ext cx="143280" cy="26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5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8493456E-A955-5215-6EA9-AAEB59035DE6}"/>
                  </a:ext>
                </a:extLst>
              </p14:cNvPr>
              <p14:cNvContentPartPr/>
              <p14:nvPr/>
            </p14:nvContentPartPr>
            <p14:xfrm>
              <a:off x="4243487" y="3412462"/>
              <a:ext cx="253440" cy="304560"/>
            </p14:xfrm>
          </p:contentPart>
        </mc:Choice>
        <mc:Fallback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8493456E-A955-5215-6EA9-AAEB59035DE6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4225847" y="3394462"/>
                <a:ext cx="289080" cy="34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7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C00E3D30-5942-741F-7E21-A2442689CC8D}"/>
                  </a:ext>
                </a:extLst>
              </p14:cNvPr>
              <p14:cNvContentPartPr/>
              <p14:nvPr/>
            </p14:nvContentPartPr>
            <p14:xfrm>
              <a:off x="5560727" y="3520822"/>
              <a:ext cx="138960" cy="19080"/>
            </p14:xfrm>
          </p:contentPart>
        </mc:Choice>
        <mc:Fallback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C00E3D30-5942-741F-7E21-A2442689CC8D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5543087" y="3502822"/>
                <a:ext cx="17460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9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D0555060-3A67-B173-8230-5B349E9B4A05}"/>
                  </a:ext>
                </a:extLst>
              </p14:cNvPr>
              <p14:cNvContentPartPr/>
              <p14:nvPr/>
            </p14:nvContentPartPr>
            <p14:xfrm>
              <a:off x="5806607" y="3384022"/>
              <a:ext cx="36360" cy="33192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D0555060-3A67-B173-8230-5B349E9B4A05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5788607" y="3366382"/>
                <a:ext cx="72000" cy="36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1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7F8854E3-17FB-A5B5-5535-02F42932CBD1}"/>
                  </a:ext>
                </a:extLst>
              </p14:cNvPr>
              <p14:cNvContentPartPr/>
              <p14:nvPr/>
            </p14:nvContentPartPr>
            <p14:xfrm>
              <a:off x="6719567" y="3368542"/>
              <a:ext cx="35280" cy="300960"/>
            </p14:xfrm>
          </p:contentPart>
        </mc:Choice>
        <mc:Fallback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7F8854E3-17FB-A5B5-5535-02F42932CBD1}"/>
                  </a:ext>
                </a:extLst>
              </p:cNvPr>
              <p:cNvPicPr/>
              <p:nvPr/>
            </p:nvPicPr>
            <p:blipFill>
              <a:blip r:embed="rId172"/>
              <a:stretch>
                <a:fillRect/>
              </a:stretch>
            </p:blipFill>
            <p:spPr>
              <a:xfrm>
                <a:off x="6701567" y="3350542"/>
                <a:ext cx="70920" cy="33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3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AE3A9D99-FA88-3872-A20A-411143802E9A}"/>
                  </a:ext>
                </a:extLst>
              </p14:cNvPr>
              <p14:cNvContentPartPr/>
              <p14:nvPr/>
            </p14:nvContentPartPr>
            <p14:xfrm>
              <a:off x="7806767" y="3435142"/>
              <a:ext cx="59040" cy="240840"/>
            </p14:xfrm>
          </p:contentPart>
        </mc:Choice>
        <mc:Fallback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AE3A9D99-FA88-3872-A20A-411143802E9A}"/>
                  </a:ext>
                </a:extLst>
              </p:cNvPr>
              <p:cNvPicPr/>
              <p:nvPr/>
            </p:nvPicPr>
            <p:blipFill>
              <a:blip r:embed="rId174"/>
              <a:stretch>
                <a:fillRect/>
              </a:stretch>
            </p:blipFill>
            <p:spPr>
              <a:xfrm>
                <a:off x="7788767" y="3417502"/>
                <a:ext cx="94680" cy="27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5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24159481-18AA-5FB6-A8A3-C694501D586E}"/>
                  </a:ext>
                </a:extLst>
              </p14:cNvPr>
              <p14:cNvContentPartPr/>
              <p14:nvPr/>
            </p14:nvContentPartPr>
            <p14:xfrm>
              <a:off x="9073967" y="3470062"/>
              <a:ext cx="117360" cy="17280"/>
            </p14:xfrm>
          </p:contentPart>
        </mc:Choice>
        <mc:Fallback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24159481-18AA-5FB6-A8A3-C694501D586E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9056327" y="3452062"/>
                <a:ext cx="15300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7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7198DC98-5005-7CC4-B2A6-7D0F54BE7B22}"/>
                  </a:ext>
                </a:extLst>
              </p14:cNvPr>
              <p14:cNvContentPartPr/>
              <p14:nvPr/>
            </p14:nvContentPartPr>
            <p14:xfrm>
              <a:off x="9410567" y="3387622"/>
              <a:ext cx="66600" cy="335520"/>
            </p14:xfrm>
          </p:contentPart>
        </mc:Choice>
        <mc:Fallback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7198DC98-5005-7CC4-B2A6-7D0F54BE7B22}"/>
                  </a:ext>
                </a:extLst>
              </p:cNvPr>
              <p:cNvPicPr/>
              <p:nvPr/>
            </p:nvPicPr>
            <p:blipFill>
              <a:blip r:embed="rId178"/>
              <a:stretch>
                <a:fillRect/>
              </a:stretch>
            </p:blipFill>
            <p:spPr>
              <a:xfrm>
                <a:off x="9392567" y="3369622"/>
                <a:ext cx="102240" cy="37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9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AB523C74-4DBB-5AC9-E804-F718E5B30713}"/>
                  </a:ext>
                </a:extLst>
              </p14:cNvPr>
              <p14:cNvContentPartPr/>
              <p14:nvPr/>
            </p14:nvContentPartPr>
            <p14:xfrm>
              <a:off x="6728927" y="3650062"/>
              <a:ext cx="173520" cy="234000"/>
            </p14:xfrm>
          </p:contentPart>
        </mc:Choice>
        <mc:Fallback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AB523C74-4DBB-5AC9-E804-F718E5B30713}"/>
                  </a:ext>
                </a:extLst>
              </p:cNvPr>
              <p:cNvPicPr/>
              <p:nvPr/>
            </p:nvPicPr>
            <p:blipFill>
              <a:blip r:embed="rId180"/>
              <a:stretch>
                <a:fillRect/>
              </a:stretch>
            </p:blipFill>
            <p:spPr>
              <a:xfrm>
                <a:off x="6711287" y="3632062"/>
                <a:ext cx="209160" cy="26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1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F76687DE-ACCF-F1E2-7ADD-AD90E441F2FE}"/>
                  </a:ext>
                </a:extLst>
              </p14:cNvPr>
              <p14:cNvContentPartPr/>
              <p14:nvPr/>
            </p14:nvContentPartPr>
            <p14:xfrm>
              <a:off x="6889127" y="3762742"/>
              <a:ext cx="109440" cy="221760"/>
            </p14:xfrm>
          </p:contentPart>
        </mc:Choice>
        <mc:Fallback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F76687DE-ACCF-F1E2-7ADD-AD90E441F2FE}"/>
                  </a:ext>
                </a:extLst>
              </p:cNvPr>
              <p:cNvPicPr/>
              <p:nvPr/>
            </p:nvPicPr>
            <p:blipFill>
              <a:blip r:embed="rId182"/>
              <a:stretch>
                <a:fillRect/>
              </a:stretch>
            </p:blipFill>
            <p:spPr>
              <a:xfrm>
                <a:off x="6871127" y="3745102"/>
                <a:ext cx="145080" cy="25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3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555D3587-8918-37BB-CBDA-FE42792E4A19}"/>
                  </a:ext>
                </a:extLst>
              </p14:cNvPr>
              <p14:cNvContentPartPr/>
              <p14:nvPr/>
            </p14:nvContentPartPr>
            <p14:xfrm>
              <a:off x="9448007" y="3656542"/>
              <a:ext cx="188280" cy="199440"/>
            </p14:xfrm>
          </p:contentPart>
        </mc:Choice>
        <mc:Fallback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555D3587-8918-37BB-CBDA-FE42792E4A19}"/>
                  </a:ext>
                </a:extLst>
              </p:cNvPr>
              <p:cNvPicPr/>
              <p:nvPr/>
            </p:nvPicPr>
            <p:blipFill>
              <a:blip r:embed="rId184"/>
              <a:stretch>
                <a:fillRect/>
              </a:stretch>
            </p:blipFill>
            <p:spPr>
              <a:xfrm>
                <a:off x="9430367" y="3638902"/>
                <a:ext cx="22392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5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C4E0D2F1-D775-2870-5E1D-73F0E237536B}"/>
                  </a:ext>
                </a:extLst>
              </p14:cNvPr>
              <p14:cNvContentPartPr/>
              <p14:nvPr/>
            </p14:nvContentPartPr>
            <p14:xfrm>
              <a:off x="9675167" y="3762742"/>
              <a:ext cx="186480" cy="351720"/>
            </p14:xfrm>
          </p:contentPart>
        </mc:Choice>
        <mc:Fallback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C4E0D2F1-D775-2870-5E1D-73F0E237536B}"/>
                  </a:ext>
                </a:extLst>
              </p:cNvPr>
              <p:cNvPicPr/>
              <p:nvPr/>
            </p:nvPicPr>
            <p:blipFill>
              <a:blip r:embed="rId186"/>
              <a:stretch>
                <a:fillRect/>
              </a:stretch>
            </p:blipFill>
            <p:spPr>
              <a:xfrm>
                <a:off x="9657527" y="3745102"/>
                <a:ext cx="222120" cy="38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7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A8B0C67D-99BB-6F16-E63E-CE7B221D1922}"/>
                  </a:ext>
                </a:extLst>
              </p14:cNvPr>
              <p14:cNvContentPartPr/>
              <p14:nvPr/>
            </p14:nvContentPartPr>
            <p14:xfrm>
              <a:off x="2353487" y="4394182"/>
              <a:ext cx="33840" cy="258120"/>
            </p14:xfrm>
          </p:contentPart>
        </mc:Choice>
        <mc:Fallback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A8B0C67D-99BB-6F16-E63E-CE7B221D1922}"/>
                  </a:ext>
                </a:extLst>
              </p:cNvPr>
              <p:cNvPicPr/>
              <p:nvPr/>
            </p:nvPicPr>
            <p:blipFill>
              <a:blip r:embed="rId188"/>
              <a:stretch>
                <a:fillRect/>
              </a:stretch>
            </p:blipFill>
            <p:spPr>
              <a:xfrm>
                <a:off x="2335487" y="4376542"/>
                <a:ext cx="69480" cy="29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9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5DCEAB97-E429-1D3A-1E40-13F56C7A0F7E}"/>
                  </a:ext>
                </a:extLst>
              </p14:cNvPr>
              <p14:cNvContentPartPr/>
              <p14:nvPr/>
            </p14:nvContentPartPr>
            <p14:xfrm>
              <a:off x="3206327" y="4332622"/>
              <a:ext cx="31320" cy="224640"/>
            </p14:xfrm>
          </p:contentPart>
        </mc:Choice>
        <mc:Fallback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5DCEAB97-E429-1D3A-1E40-13F56C7A0F7E}"/>
                  </a:ext>
                </a:extLst>
              </p:cNvPr>
              <p:cNvPicPr/>
              <p:nvPr/>
            </p:nvPicPr>
            <p:blipFill>
              <a:blip r:embed="rId190"/>
              <a:stretch>
                <a:fillRect/>
              </a:stretch>
            </p:blipFill>
            <p:spPr>
              <a:xfrm>
                <a:off x="3188687" y="4314982"/>
                <a:ext cx="66960" cy="26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1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AE479270-12F9-95B9-B81B-1444FFC74587}"/>
                  </a:ext>
                </a:extLst>
              </p14:cNvPr>
              <p14:cNvContentPartPr/>
              <p14:nvPr/>
            </p14:nvContentPartPr>
            <p14:xfrm>
              <a:off x="3190847" y="4475182"/>
              <a:ext cx="174960" cy="22428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AE479270-12F9-95B9-B81B-1444FFC74587}"/>
                  </a:ext>
                </a:extLst>
              </p:cNvPr>
              <p:cNvPicPr/>
              <p:nvPr/>
            </p:nvPicPr>
            <p:blipFill>
              <a:blip r:embed="rId192"/>
              <a:stretch>
                <a:fillRect/>
              </a:stretch>
            </p:blipFill>
            <p:spPr>
              <a:xfrm>
                <a:off x="3173207" y="4457542"/>
                <a:ext cx="210600" cy="25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3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7CA6C9D5-4893-8138-61E0-186D85DD7CC2}"/>
                  </a:ext>
                </a:extLst>
              </p14:cNvPr>
              <p14:cNvContentPartPr/>
              <p14:nvPr/>
            </p14:nvContentPartPr>
            <p14:xfrm>
              <a:off x="3398567" y="4595782"/>
              <a:ext cx="146160" cy="247680"/>
            </p14:xfrm>
          </p:contentPart>
        </mc:Choice>
        <mc:Fallback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7CA6C9D5-4893-8138-61E0-186D85DD7CC2}"/>
                  </a:ext>
                </a:extLst>
              </p:cNvPr>
              <p:cNvPicPr/>
              <p:nvPr/>
            </p:nvPicPr>
            <p:blipFill>
              <a:blip r:embed="rId194"/>
              <a:stretch>
                <a:fillRect/>
              </a:stretch>
            </p:blipFill>
            <p:spPr>
              <a:xfrm>
                <a:off x="3380927" y="4578142"/>
                <a:ext cx="181800" cy="28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5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C4D56282-3DB1-88F9-66FB-134E907EC1C1}"/>
                  </a:ext>
                </a:extLst>
              </p14:cNvPr>
              <p14:cNvContentPartPr/>
              <p14:nvPr/>
            </p14:nvContentPartPr>
            <p14:xfrm>
              <a:off x="4420967" y="4385182"/>
              <a:ext cx="15120" cy="260640"/>
            </p14:xfrm>
          </p:contentPart>
        </mc:Choice>
        <mc:Fallback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C4D56282-3DB1-88F9-66FB-134E907EC1C1}"/>
                  </a:ext>
                </a:extLst>
              </p:cNvPr>
              <p:cNvPicPr/>
              <p:nvPr/>
            </p:nvPicPr>
            <p:blipFill>
              <a:blip r:embed="rId196"/>
              <a:stretch>
                <a:fillRect/>
              </a:stretch>
            </p:blipFill>
            <p:spPr>
              <a:xfrm>
                <a:off x="4402967" y="4367182"/>
                <a:ext cx="50760" cy="29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7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B01C3C30-5088-81E5-DC3A-A3D0B89F8A86}"/>
                  </a:ext>
                </a:extLst>
              </p14:cNvPr>
              <p14:cNvContentPartPr/>
              <p14:nvPr/>
            </p14:nvContentPartPr>
            <p14:xfrm>
              <a:off x="5735687" y="4384822"/>
              <a:ext cx="187200" cy="241560"/>
            </p14:xfrm>
          </p:contentPart>
        </mc:Choice>
        <mc:Fallback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B01C3C30-5088-81E5-DC3A-A3D0B89F8A86}"/>
                  </a:ext>
                </a:extLst>
              </p:cNvPr>
              <p:cNvPicPr/>
              <p:nvPr/>
            </p:nvPicPr>
            <p:blipFill>
              <a:blip r:embed="rId198"/>
              <a:stretch>
                <a:fillRect/>
              </a:stretch>
            </p:blipFill>
            <p:spPr>
              <a:xfrm>
                <a:off x="5718047" y="4367182"/>
                <a:ext cx="222840" cy="27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9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BF329913-CB35-8556-B957-E759145B57BC}"/>
                  </a:ext>
                </a:extLst>
              </p14:cNvPr>
              <p14:cNvContentPartPr/>
              <p14:nvPr/>
            </p14:nvContentPartPr>
            <p14:xfrm>
              <a:off x="6436247" y="4445302"/>
              <a:ext cx="165960" cy="16560"/>
            </p14:xfrm>
          </p:contentPart>
        </mc:Choice>
        <mc:Fallback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BF329913-CB35-8556-B957-E759145B57BC}"/>
                  </a:ext>
                </a:extLst>
              </p:cNvPr>
              <p:cNvPicPr/>
              <p:nvPr/>
            </p:nvPicPr>
            <p:blipFill>
              <a:blip r:embed="rId200"/>
              <a:stretch>
                <a:fillRect/>
              </a:stretch>
            </p:blipFill>
            <p:spPr>
              <a:xfrm>
                <a:off x="6418247" y="4427662"/>
                <a:ext cx="201600" cy="5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1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581424FA-835A-202C-7A64-E63983710431}"/>
                  </a:ext>
                </a:extLst>
              </p14:cNvPr>
              <p14:cNvContentPartPr/>
              <p14:nvPr/>
            </p14:nvContentPartPr>
            <p14:xfrm>
              <a:off x="6741167" y="4333702"/>
              <a:ext cx="25200" cy="192960"/>
            </p14:xfrm>
          </p:contentPart>
        </mc:Choice>
        <mc:Fallback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581424FA-835A-202C-7A64-E63983710431}"/>
                  </a:ext>
                </a:extLst>
              </p:cNvPr>
              <p:cNvPicPr/>
              <p:nvPr/>
            </p:nvPicPr>
            <p:blipFill>
              <a:blip r:embed="rId202"/>
              <a:stretch>
                <a:fillRect/>
              </a:stretch>
            </p:blipFill>
            <p:spPr>
              <a:xfrm>
                <a:off x="6723527" y="4315702"/>
                <a:ext cx="60840" cy="22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3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6E16C447-AA28-A1D7-76B4-5368FA32B37E}"/>
                  </a:ext>
                </a:extLst>
              </p14:cNvPr>
              <p14:cNvContentPartPr/>
              <p14:nvPr/>
            </p14:nvContentPartPr>
            <p14:xfrm>
              <a:off x="6713447" y="4435582"/>
              <a:ext cx="156600" cy="209160"/>
            </p14:xfrm>
          </p:contentPart>
        </mc:Choice>
        <mc:Fallback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6E16C447-AA28-A1D7-76B4-5368FA32B37E}"/>
                  </a:ext>
                </a:extLst>
              </p:cNvPr>
              <p:cNvPicPr/>
              <p:nvPr/>
            </p:nvPicPr>
            <p:blipFill>
              <a:blip r:embed="rId204"/>
              <a:stretch>
                <a:fillRect/>
              </a:stretch>
            </p:blipFill>
            <p:spPr>
              <a:xfrm>
                <a:off x="6695807" y="4417942"/>
                <a:ext cx="192240" cy="24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5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F9583849-981C-403C-69FD-EAE475256C21}"/>
                  </a:ext>
                </a:extLst>
              </p14:cNvPr>
              <p14:cNvContentPartPr/>
              <p14:nvPr/>
            </p14:nvContentPartPr>
            <p14:xfrm>
              <a:off x="6900647" y="4562662"/>
              <a:ext cx="128160" cy="218160"/>
            </p14:xfrm>
          </p:contentPart>
        </mc:Choice>
        <mc:Fallback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F9583849-981C-403C-69FD-EAE475256C21}"/>
                  </a:ext>
                </a:extLst>
              </p:cNvPr>
              <p:cNvPicPr/>
              <p:nvPr/>
            </p:nvPicPr>
            <p:blipFill>
              <a:blip r:embed="rId206"/>
              <a:stretch>
                <a:fillRect/>
              </a:stretch>
            </p:blipFill>
            <p:spPr>
              <a:xfrm>
                <a:off x="6883007" y="4545022"/>
                <a:ext cx="163800" cy="25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7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8C48DD82-1385-1883-54D3-10124287CB39}"/>
                  </a:ext>
                </a:extLst>
              </p14:cNvPr>
              <p14:cNvContentPartPr/>
              <p14:nvPr/>
            </p14:nvContentPartPr>
            <p14:xfrm>
              <a:off x="7924847" y="4253062"/>
              <a:ext cx="200880" cy="251280"/>
            </p14:xfrm>
          </p:contentPart>
        </mc:Choice>
        <mc:Fallback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8C48DD82-1385-1883-54D3-10124287CB39}"/>
                  </a:ext>
                </a:extLst>
              </p:cNvPr>
              <p:cNvPicPr/>
              <p:nvPr/>
            </p:nvPicPr>
            <p:blipFill>
              <a:blip r:embed="rId208"/>
              <a:stretch>
                <a:fillRect/>
              </a:stretch>
            </p:blipFill>
            <p:spPr>
              <a:xfrm>
                <a:off x="7906847" y="4235422"/>
                <a:ext cx="236520" cy="28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9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9ED1772A-7668-67CD-B72A-09BDD2E6E286}"/>
                  </a:ext>
                </a:extLst>
              </p14:cNvPr>
              <p14:cNvContentPartPr/>
              <p14:nvPr/>
            </p14:nvContentPartPr>
            <p14:xfrm>
              <a:off x="9432887" y="4107982"/>
              <a:ext cx="44640" cy="255600"/>
            </p14:xfrm>
          </p:contentPart>
        </mc:Choice>
        <mc:Fallback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9ED1772A-7668-67CD-B72A-09BDD2E6E286}"/>
                  </a:ext>
                </a:extLst>
              </p:cNvPr>
              <p:cNvPicPr/>
              <p:nvPr/>
            </p:nvPicPr>
            <p:blipFill>
              <a:blip r:embed="rId210"/>
              <a:stretch>
                <a:fillRect/>
              </a:stretch>
            </p:blipFill>
            <p:spPr>
              <a:xfrm>
                <a:off x="9414887" y="4090342"/>
                <a:ext cx="80280" cy="29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1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9D1B7CE8-3639-287A-584D-80F4794D31B8}"/>
                  </a:ext>
                </a:extLst>
              </p14:cNvPr>
              <p14:cNvContentPartPr/>
              <p14:nvPr/>
            </p14:nvContentPartPr>
            <p14:xfrm>
              <a:off x="9471407" y="4222102"/>
              <a:ext cx="168480" cy="251640"/>
            </p14:xfrm>
          </p:contentPart>
        </mc:Choice>
        <mc:Fallback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9D1B7CE8-3639-287A-584D-80F4794D31B8}"/>
                  </a:ext>
                </a:extLst>
              </p:cNvPr>
              <p:cNvPicPr/>
              <p:nvPr/>
            </p:nvPicPr>
            <p:blipFill>
              <a:blip r:embed="rId212"/>
              <a:stretch>
                <a:fillRect/>
              </a:stretch>
            </p:blipFill>
            <p:spPr>
              <a:xfrm>
                <a:off x="9453407" y="4204102"/>
                <a:ext cx="204120" cy="28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3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AA6EFCC4-BB12-615E-64AA-59F96028B61B}"/>
                  </a:ext>
                </a:extLst>
              </p14:cNvPr>
              <p14:cNvContentPartPr/>
              <p14:nvPr/>
            </p14:nvContentPartPr>
            <p14:xfrm>
              <a:off x="9730247" y="4394542"/>
              <a:ext cx="177840" cy="260640"/>
            </p14:xfrm>
          </p:contentPart>
        </mc:Choice>
        <mc:Fallback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AA6EFCC4-BB12-615E-64AA-59F96028B61B}"/>
                  </a:ext>
                </a:extLst>
              </p:cNvPr>
              <p:cNvPicPr/>
              <p:nvPr/>
            </p:nvPicPr>
            <p:blipFill>
              <a:blip r:embed="rId214"/>
              <a:stretch>
                <a:fillRect/>
              </a:stretch>
            </p:blipFill>
            <p:spPr>
              <a:xfrm>
                <a:off x="9712607" y="4376542"/>
                <a:ext cx="213480" cy="29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5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64FB557C-B092-9B35-83DF-38240C61E4F0}"/>
                  </a:ext>
                </a:extLst>
              </p14:cNvPr>
              <p14:cNvContentPartPr/>
              <p14:nvPr/>
            </p14:nvContentPartPr>
            <p14:xfrm>
              <a:off x="10179167" y="4743742"/>
              <a:ext cx="4680" cy="1440"/>
            </p14:xfrm>
          </p:contentPart>
        </mc:Choice>
        <mc:Fallback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64FB557C-B092-9B35-83DF-38240C61E4F0}"/>
                  </a:ext>
                </a:extLst>
              </p:cNvPr>
              <p:cNvPicPr/>
              <p:nvPr/>
            </p:nvPicPr>
            <p:blipFill>
              <a:blip r:embed="rId216"/>
              <a:stretch>
                <a:fillRect/>
              </a:stretch>
            </p:blipFill>
            <p:spPr>
              <a:xfrm>
                <a:off x="10161527" y="4725742"/>
                <a:ext cx="4032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7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49303275-69C7-5FEE-C53C-46A9E5EFD6BB}"/>
                  </a:ext>
                </a:extLst>
              </p14:cNvPr>
              <p14:cNvContentPartPr/>
              <p14:nvPr/>
            </p14:nvContentPartPr>
            <p14:xfrm>
              <a:off x="108887" y="5224342"/>
              <a:ext cx="137880" cy="135000"/>
            </p14:xfrm>
          </p:contentPart>
        </mc:Choice>
        <mc:Fallback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49303275-69C7-5FEE-C53C-46A9E5EFD6BB}"/>
                  </a:ext>
                </a:extLst>
              </p:cNvPr>
              <p:cNvPicPr/>
              <p:nvPr/>
            </p:nvPicPr>
            <p:blipFill>
              <a:blip r:embed="rId218"/>
              <a:stretch>
                <a:fillRect/>
              </a:stretch>
            </p:blipFill>
            <p:spPr>
              <a:xfrm>
                <a:off x="90887" y="5206342"/>
                <a:ext cx="17352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9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BE155972-E7BB-9942-3D53-1CC7B2285146}"/>
                  </a:ext>
                </a:extLst>
              </p14:cNvPr>
              <p14:cNvContentPartPr/>
              <p14:nvPr/>
            </p14:nvContentPartPr>
            <p14:xfrm>
              <a:off x="871367" y="5091502"/>
              <a:ext cx="161280" cy="265320"/>
            </p14:xfrm>
          </p:contentPart>
        </mc:Choice>
        <mc:Fallback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BE155972-E7BB-9942-3D53-1CC7B2285146}"/>
                  </a:ext>
                </a:extLst>
              </p:cNvPr>
              <p:cNvPicPr/>
              <p:nvPr/>
            </p:nvPicPr>
            <p:blipFill>
              <a:blip r:embed="rId220"/>
              <a:stretch>
                <a:fillRect/>
              </a:stretch>
            </p:blipFill>
            <p:spPr>
              <a:xfrm>
                <a:off x="853727" y="5073502"/>
                <a:ext cx="196920" cy="30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1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1F51DA2C-E95B-A258-7316-473F7995B55C}"/>
                  </a:ext>
                </a:extLst>
              </p14:cNvPr>
              <p14:cNvContentPartPr/>
              <p14:nvPr/>
            </p14:nvContentPartPr>
            <p14:xfrm>
              <a:off x="1126967" y="5243782"/>
              <a:ext cx="18360" cy="160200"/>
            </p14:xfrm>
          </p:contentPart>
        </mc:Choice>
        <mc:Fallback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1F51DA2C-E95B-A258-7316-473F7995B55C}"/>
                  </a:ext>
                </a:extLst>
              </p:cNvPr>
              <p:cNvPicPr/>
              <p:nvPr/>
            </p:nvPicPr>
            <p:blipFill>
              <a:blip r:embed="rId222"/>
              <a:stretch>
                <a:fillRect/>
              </a:stretch>
            </p:blipFill>
            <p:spPr>
              <a:xfrm>
                <a:off x="1109327" y="5225782"/>
                <a:ext cx="5400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3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1DD902E9-B604-85BC-711F-4020A81CAB5B}"/>
                  </a:ext>
                </a:extLst>
              </p14:cNvPr>
              <p14:cNvContentPartPr/>
              <p14:nvPr/>
            </p14:nvContentPartPr>
            <p14:xfrm>
              <a:off x="1129487" y="5232262"/>
              <a:ext cx="108720" cy="222480"/>
            </p14:xfrm>
          </p:contentPart>
        </mc:Choice>
        <mc:Fallback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1DD902E9-B604-85BC-711F-4020A81CAB5B}"/>
                  </a:ext>
                </a:extLst>
              </p:cNvPr>
              <p:cNvPicPr/>
              <p:nvPr/>
            </p:nvPicPr>
            <p:blipFill>
              <a:blip r:embed="rId224"/>
              <a:stretch>
                <a:fillRect/>
              </a:stretch>
            </p:blipFill>
            <p:spPr>
              <a:xfrm>
                <a:off x="1111847" y="5214262"/>
                <a:ext cx="144360" cy="25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5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BADA2FE4-697A-A8B6-11FD-DEEDBA8D4B56}"/>
                  </a:ext>
                </a:extLst>
              </p14:cNvPr>
              <p14:cNvContentPartPr/>
              <p14:nvPr/>
            </p14:nvContentPartPr>
            <p14:xfrm>
              <a:off x="1477607" y="5171062"/>
              <a:ext cx="146160" cy="129600"/>
            </p14:xfrm>
          </p:contentPart>
        </mc:Choice>
        <mc:Fallback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BADA2FE4-697A-A8B6-11FD-DEEDBA8D4B56}"/>
                  </a:ext>
                </a:extLst>
              </p:cNvPr>
              <p:cNvPicPr/>
              <p:nvPr/>
            </p:nvPicPr>
            <p:blipFill>
              <a:blip r:embed="rId226"/>
              <a:stretch>
                <a:fillRect/>
              </a:stretch>
            </p:blipFill>
            <p:spPr>
              <a:xfrm>
                <a:off x="1459967" y="5153422"/>
                <a:ext cx="181800" cy="16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7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81EC9CCC-2D4D-7B57-ED4E-898BB810B945}"/>
                  </a:ext>
                </a:extLst>
              </p14:cNvPr>
              <p14:cNvContentPartPr/>
              <p14:nvPr/>
            </p14:nvContentPartPr>
            <p14:xfrm>
              <a:off x="1513607" y="5143342"/>
              <a:ext cx="130320" cy="244080"/>
            </p14:xfrm>
          </p:contentPart>
        </mc:Choice>
        <mc:Fallback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81EC9CCC-2D4D-7B57-ED4E-898BB810B945}"/>
                  </a:ext>
                </a:extLst>
              </p:cNvPr>
              <p:cNvPicPr/>
              <p:nvPr/>
            </p:nvPicPr>
            <p:blipFill>
              <a:blip r:embed="rId228"/>
              <a:stretch>
                <a:fillRect/>
              </a:stretch>
            </p:blipFill>
            <p:spPr>
              <a:xfrm>
                <a:off x="1495607" y="5125342"/>
                <a:ext cx="165960" cy="27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9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2C1D6532-26EC-3863-BB78-F9D645F265AB}"/>
                  </a:ext>
                </a:extLst>
              </p14:cNvPr>
              <p14:cNvContentPartPr/>
              <p14:nvPr/>
            </p14:nvContentPartPr>
            <p14:xfrm>
              <a:off x="1763447" y="5229382"/>
              <a:ext cx="12960" cy="201240"/>
            </p14:xfrm>
          </p:contentPart>
        </mc:Choice>
        <mc:Fallback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2C1D6532-26EC-3863-BB78-F9D645F265AB}"/>
                  </a:ext>
                </a:extLst>
              </p:cNvPr>
              <p:cNvPicPr/>
              <p:nvPr/>
            </p:nvPicPr>
            <p:blipFill>
              <a:blip r:embed="rId230"/>
              <a:stretch>
                <a:fillRect/>
              </a:stretch>
            </p:blipFill>
            <p:spPr>
              <a:xfrm>
                <a:off x="1745447" y="5211742"/>
                <a:ext cx="48600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1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4A185C48-0F58-6029-F05B-95B847AE4D0F}"/>
                  </a:ext>
                </a:extLst>
              </p14:cNvPr>
              <p14:cNvContentPartPr/>
              <p14:nvPr/>
            </p14:nvContentPartPr>
            <p14:xfrm>
              <a:off x="1710167" y="5229382"/>
              <a:ext cx="250920" cy="297720"/>
            </p14:xfrm>
          </p:contentPart>
        </mc:Choice>
        <mc:Fallback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4A185C48-0F58-6029-F05B-95B847AE4D0F}"/>
                  </a:ext>
                </a:extLst>
              </p:cNvPr>
              <p:cNvPicPr/>
              <p:nvPr/>
            </p:nvPicPr>
            <p:blipFill>
              <a:blip r:embed="rId232"/>
              <a:stretch>
                <a:fillRect/>
              </a:stretch>
            </p:blipFill>
            <p:spPr>
              <a:xfrm>
                <a:off x="1692527" y="5211742"/>
                <a:ext cx="286560" cy="33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3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D1ADA78D-4347-B877-0372-E8278ECF2C4D}"/>
                  </a:ext>
                </a:extLst>
              </p14:cNvPr>
              <p14:cNvContentPartPr/>
              <p14:nvPr/>
            </p14:nvContentPartPr>
            <p14:xfrm>
              <a:off x="1871087" y="5324422"/>
              <a:ext cx="8280" cy="2880"/>
            </p14:xfrm>
          </p:contentPart>
        </mc:Choice>
        <mc:Fallback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D1ADA78D-4347-B877-0372-E8278ECF2C4D}"/>
                  </a:ext>
                </a:extLst>
              </p:cNvPr>
              <p:cNvPicPr/>
              <p:nvPr/>
            </p:nvPicPr>
            <p:blipFill>
              <a:blip r:embed="rId234"/>
              <a:stretch>
                <a:fillRect/>
              </a:stretch>
            </p:blipFill>
            <p:spPr>
              <a:xfrm>
                <a:off x="1853087" y="5306782"/>
                <a:ext cx="4392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5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28CE1280-C10D-2D16-03D5-EF86B1DED2F9}"/>
                  </a:ext>
                </a:extLst>
              </p14:cNvPr>
              <p14:cNvContentPartPr/>
              <p14:nvPr/>
            </p14:nvContentPartPr>
            <p14:xfrm>
              <a:off x="416327" y="5177902"/>
              <a:ext cx="111240" cy="34200"/>
            </p14:xfrm>
          </p:contentPart>
        </mc:Choice>
        <mc:Fallback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28CE1280-C10D-2D16-03D5-EF86B1DED2F9}"/>
                  </a:ext>
                </a:extLst>
              </p:cNvPr>
              <p:cNvPicPr/>
              <p:nvPr/>
            </p:nvPicPr>
            <p:blipFill>
              <a:blip r:embed="rId236"/>
              <a:stretch>
                <a:fillRect/>
              </a:stretch>
            </p:blipFill>
            <p:spPr>
              <a:xfrm>
                <a:off x="398327" y="5159902"/>
                <a:ext cx="146880" cy="6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7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4D243825-C43D-A9E7-67BA-9878A5C4CDF0}"/>
                  </a:ext>
                </a:extLst>
              </p14:cNvPr>
              <p14:cNvContentPartPr/>
              <p14:nvPr/>
            </p14:nvContentPartPr>
            <p14:xfrm>
              <a:off x="441167" y="5285542"/>
              <a:ext cx="171000" cy="58680"/>
            </p14:xfrm>
          </p:contentPart>
        </mc:Choice>
        <mc:Fallback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4D243825-C43D-A9E7-67BA-9878A5C4CDF0}"/>
                  </a:ext>
                </a:extLst>
              </p:cNvPr>
              <p:cNvPicPr/>
              <p:nvPr/>
            </p:nvPicPr>
            <p:blipFill>
              <a:blip r:embed="rId238"/>
              <a:stretch>
                <a:fillRect/>
              </a:stretch>
            </p:blipFill>
            <p:spPr>
              <a:xfrm>
                <a:off x="423527" y="5267542"/>
                <a:ext cx="20664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9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0378B7C0-8798-CF3E-3633-E955C2B69317}"/>
                  </a:ext>
                </a:extLst>
              </p14:cNvPr>
              <p14:cNvContentPartPr/>
              <p14:nvPr/>
            </p14:nvContentPartPr>
            <p14:xfrm>
              <a:off x="406607" y="6092662"/>
              <a:ext cx="141840" cy="46080"/>
            </p14:xfrm>
          </p:contentPart>
        </mc:Choice>
        <mc:Fallback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0378B7C0-8798-CF3E-3633-E955C2B69317}"/>
                  </a:ext>
                </a:extLst>
              </p:cNvPr>
              <p:cNvPicPr/>
              <p:nvPr/>
            </p:nvPicPr>
            <p:blipFill>
              <a:blip r:embed="rId240"/>
              <a:stretch>
                <a:fillRect/>
              </a:stretch>
            </p:blipFill>
            <p:spPr>
              <a:xfrm>
                <a:off x="388967" y="6075022"/>
                <a:ext cx="17748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1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500F05EF-A781-0D6A-D8F5-84FA2B02AC6F}"/>
                  </a:ext>
                </a:extLst>
              </p14:cNvPr>
              <p14:cNvContentPartPr/>
              <p14:nvPr/>
            </p14:nvContentPartPr>
            <p14:xfrm>
              <a:off x="415607" y="6165022"/>
              <a:ext cx="177120" cy="100080"/>
            </p14:xfrm>
          </p:contentPart>
        </mc:Choice>
        <mc:Fallback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500F05EF-A781-0D6A-D8F5-84FA2B02AC6F}"/>
                  </a:ext>
                </a:extLst>
              </p:cNvPr>
              <p:cNvPicPr/>
              <p:nvPr/>
            </p:nvPicPr>
            <p:blipFill>
              <a:blip r:embed="rId242"/>
              <a:stretch>
                <a:fillRect/>
              </a:stretch>
            </p:blipFill>
            <p:spPr>
              <a:xfrm>
                <a:off x="397967" y="6147022"/>
                <a:ext cx="212760" cy="13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3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0A33B9F3-D049-B06D-4C5F-061142414B0C}"/>
                  </a:ext>
                </a:extLst>
              </p14:cNvPr>
              <p14:cNvContentPartPr/>
              <p14:nvPr/>
            </p14:nvContentPartPr>
            <p14:xfrm>
              <a:off x="829607" y="6012382"/>
              <a:ext cx="149400" cy="60480"/>
            </p14:xfrm>
          </p:contentPart>
        </mc:Choice>
        <mc:Fallback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0A33B9F3-D049-B06D-4C5F-061142414B0C}"/>
                  </a:ext>
                </a:extLst>
              </p:cNvPr>
              <p:cNvPicPr/>
              <p:nvPr/>
            </p:nvPicPr>
            <p:blipFill>
              <a:blip r:embed="rId244"/>
              <a:stretch>
                <a:fillRect/>
              </a:stretch>
            </p:blipFill>
            <p:spPr>
              <a:xfrm>
                <a:off x="811607" y="5994382"/>
                <a:ext cx="185040" cy="9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5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031584F3-8825-1290-3A81-12579887F2C8}"/>
                  </a:ext>
                </a:extLst>
              </p14:cNvPr>
              <p14:cNvContentPartPr/>
              <p14:nvPr/>
            </p14:nvContentPartPr>
            <p14:xfrm>
              <a:off x="1038407" y="5885662"/>
              <a:ext cx="132120" cy="266400"/>
            </p14:xfrm>
          </p:contentPart>
        </mc:Choice>
        <mc:Fallback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031584F3-8825-1290-3A81-12579887F2C8}"/>
                  </a:ext>
                </a:extLst>
              </p:cNvPr>
              <p:cNvPicPr/>
              <p:nvPr/>
            </p:nvPicPr>
            <p:blipFill>
              <a:blip r:embed="rId246"/>
              <a:stretch>
                <a:fillRect/>
              </a:stretch>
            </p:blipFill>
            <p:spPr>
              <a:xfrm>
                <a:off x="1020767" y="5867662"/>
                <a:ext cx="167760" cy="30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7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3BC52F02-0707-7617-7F43-714B9C4D3F40}"/>
                  </a:ext>
                </a:extLst>
              </p14:cNvPr>
              <p14:cNvContentPartPr/>
              <p14:nvPr/>
            </p14:nvContentPartPr>
            <p14:xfrm>
              <a:off x="1255487" y="5895022"/>
              <a:ext cx="240840" cy="192960"/>
            </p14:xfrm>
          </p:contentPart>
        </mc:Choice>
        <mc:Fallback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3BC52F02-0707-7617-7F43-714B9C4D3F40}"/>
                  </a:ext>
                </a:extLst>
              </p:cNvPr>
              <p:cNvPicPr/>
              <p:nvPr/>
            </p:nvPicPr>
            <p:blipFill>
              <a:blip r:embed="rId248"/>
              <a:stretch>
                <a:fillRect/>
              </a:stretch>
            </p:blipFill>
            <p:spPr>
              <a:xfrm>
                <a:off x="1237847" y="5877382"/>
                <a:ext cx="276480" cy="22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9">
            <p14:nvContentPartPr>
              <p14:cNvPr id="208" name="Ink 207">
                <a:extLst>
                  <a:ext uri="{FF2B5EF4-FFF2-40B4-BE49-F238E27FC236}">
                    <a16:creationId xmlns:a16="http://schemas.microsoft.com/office/drawing/2014/main" id="{EC2E4FFF-1B62-75CB-11C0-3C33F1A3C98B}"/>
                  </a:ext>
                </a:extLst>
              </p14:cNvPr>
              <p14:cNvContentPartPr/>
              <p14:nvPr/>
            </p14:nvContentPartPr>
            <p14:xfrm>
              <a:off x="1588127" y="5994742"/>
              <a:ext cx="74880" cy="37440"/>
            </p14:xfrm>
          </p:contentPart>
        </mc:Choice>
        <mc:Fallback>
          <p:pic>
            <p:nvPicPr>
              <p:cNvPr id="208" name="Ink 207">
                <a:extLst>
                  <a:ext uri="{FF2B5EF4-FFF2-40B4-BE49-F238E27FC236}">
                    <a16:creationId xmlns:a16="http://schemas.microsoft.com/office/drawing/2014/main" id="{EC2E4FFF-1B62-75CB-11C0-3C33F1A3C98B}"/>
                  </a:ext>
                </a:extLst>
              </p:cNvPr>
              <p:cNvPicPr/>
              <p:nvPr/>
            </p:nvPicPr>
            <p:blipFill>
              <a:blip r:embed="rId250"/>
              <a:stretch>
                <a:fillRect/>
              </a:stretch>
            </p:blipFill>
            <p:spPr>
              <a:xfrm>
                <a:off x="1570487" y="5977102"/>
                <a:ext cx="110520" cy="7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1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83B122F4-2386-7B00-34DD-1BB419F405C4}"/>
                  </a:ext>
                </a:extLst>
              </p14:cNvPr>
              <p14:cNvContentPartPr/>
              <p14:nvPr/>
            </p14:nvContentPartPr>
            <p14:xfrm>
              <a:off x="1808087" y="5873782"/>
              <a:ext cx="33120" cy="385560"/>
            </p14:xfrm>
          </p:contentPart>
        </mc:Choice>
        <mc:Fallback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83B122F4-2386-7B00-34DD-1BB419F405C4}"/>
                  </a:ext>
                </a:extLst>
              </p:cNvPr>
              <p:cNvPicPr/>
              <p:nvPr/>
            </p:nvPicPr>
            <p:blipFill>
              <a:blip r:embed="rId252"/>
              <a:stretch>
                <a:fillRect/>
              </a:stretch>
            </p:blipFill>
            <p:spPr>
              <a:xfrm>
                <a:off x="1790087" y="5856142"/>
                <a:ext cx="68760" cy="42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3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0FC1EFBE-7417-4CA9-5B42-15E6C29A46ED}"/>
                  </a:ext>
                </a:extLst>
              </p14:cNvPr>
              <p14:cNvContentPartPr/>
              <p14:nvPr/>
            </p14:nvContentPartPr>
            <p14:xfrm>
              <a:off x="2345927" y="5241262"/>
              <a:ext cx="274320" cy="123120"/>
            </p14:xfrm>
          </p:contentPart>
        </mc:Choice>
        <mc:Fallback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0FC1EFBE-7417-4CA9-5B42-15E6C29A46ED}"/>
                  </a:ext>
                </a:extLst>
              </p:cNvPr>
              <p:cNvPicPr/>
              <p:nvPr/>
            </p:nvPicPr>
            <p:blipFill>
              <a:blip r:embed="rId254"/>
              <a:stretch>
                <a:fillRect/>
              </a:stretch>
            </p:blipFill>
            <p:spPr>
              <a:xfrm>
                <a:off x="2327927" y="5223262"/>
                <a:ext cx="309960" cy="15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5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3FE70C44-FE3F-7235-0658-A534ADEC31E0}"/>
                  </a:ext>
                </a:extLst>
              </p14:cNvPr>
              <p14:cNvContentPartPr/>
              <p14:nvPr/>
            </p14:nvContentPartPr>
            <p14:xfrm>
              <a:off x="2569487" y="5279422"/>
              <a:ext cx="97920" cy="199440"/>
            </p14:xfrm>
          </p:contentPart>
        </mc:Choice>
        <mc:Fallback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3FE70C44-FE3F-7235-0658-A534ADEC31E0}"/>
                  </a:ext>
                </a:extLst>
              </p:cNvPr>
              <p:cNvPicPr/>
              <p:nvPr/>
            </p:nvPicPr>
            <p:blipFill>
              <a:blip r:embed="rId256"/>
              <a:stretch>
                <a:fillRect/>
              </a:stretch>
            </p:blipFill>
            <p:spPr>
              <a:xfrm>
                <a:off x="2551487" y="5261422"/>
                <a:ext cx="13356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7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3DFDF09B-3FF0-001E-AD20-A89BF24EF3ED}"/>
                  </a:ext>
                </a:extLst>
              </p14:cNvPr>
              <p14:cNvContentPartPr/>
              <p14:nvPr/>
            </p14:nvContentPartPr>
            <p14:xfrm>
              <a:off x="2635367" y="5169262"/>
              <a:ext cx="28080" cy="44280"/>
            </p14:xfrm>
          </p:contentPart>
        </mc:Choice>
        <mc:Fallback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3DFDF09B-3FF0-001E-AD20-A89BF24EF3ED}"/>
                  </a:ext>
                </a:extLst>
              </p:cNvPr>
              <p:cNvPicPr/>
              <p:nvPr/>
            </p:nvPicPr>
            <p:blipFill>
              <a:blip r:embed="rId258"/>
              <a:stretch>
                <a:fillRect/>
              </a:stretch>
            </p:blipFill>
            <p:spPr>
              <a:xfrm>
                <a:off x="2617727" y="5151262"/>
                <a:ext cx="63720" cy="7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9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11360871-7CCC-7C97-E2FC-33E76085FB90}"/>
                  </a:ext>
                </a:extLst>
              </p14:cNvPr>
              <p14:cNvContentPartPr/>
              <p14:nvPr/>
            </p14:nvContentPartPr>
            <p14:xfrm>
              <a:off x="2408927" y="5740582"/>
              <a:ext cx="139320" cy="192960"/>
            </p14:xfrm>
          </p:contentPart>
        </mc:Choice>
        <mc:Fallback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11360871-7CCC-7C97-E2FC-33E76085FB90}"/>
                  </a:ext>
                </a:extLst>
              </p:cNvPr>
              <p:cNvPicPr/>
              <p:nvPr/>
            </p:nvPicPr>
            <p:blipFill>
              <a:blip r:embed="rId260"/>
              <a:stretch>
                <a:fillRect/>
              </a:stretch>
            </p:blipFill>
            <p:spPr>
              <a:xfrm>
                <a:off x="2391287" y="5722942"/>
                <a:ext cx="174960" cy="22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1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1979BBB2-7A02-CB7C-8D51-30DE5675A757}"/>
                  </a:ext>
                </a:extLst>
              </p14:cNvPr>
              <p14:cNvContentPartPr/>
              <p14:nvPr/>
            </p14:nvContentPartPr>
            <p14:xfrm>
              <a:off x="2541407" y="5850022"/>
              <a:ext cx="100800" cy="204480"/>
            </p14:xfrm>
          </p:contentPart>
        </mc:Choice>
        <mc:Fallback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1979BBB2-7A02-CB7C-8D51-30DE5675A757}"/>
                  </a:ext>
                </a:extLst>
              </p:cNvPr>
              <p:cNvPicPr/>
              <p:nvPr/>
            </p:nvPicPr>
            <p:blipFill>
              <a:blip r:embed="rId262"/>
              <a:stretch>
                <a:fillRect/>
              </a:stretch>
            </p:blipFill>
            <p:spPr>
              <a:xfrm>
                <a:off x="2523767" y="5832382"/>
                <a:ext cx="136440" cy="24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3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18290243-4A76-C6EA-6FBD-7737FA7D540C}"/>
                  </a:ext>
                </a:extLst>
              </p14:cNvPr>
              <p14:cNvContentPartPr/>
              <p14:nvPr/>
            </p14:nvContentPartPr>
            <p14:xfrm>
              <a:off x="2619527" y="5682622"/>
              <a:ext cx="18360" cy="36360"/>
            </p14:xfrm>
          </p:contentPart>
        </mc:Choice>
        <mc:Fallback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18290243-4A76-C6EA-6FBD-7737FA7D540C}"/>
                  </a:ext>
                </a:extLst>
              </p:cNvPr>
              <p:cNvPicPr/>
              <p:nvPr/>
            </p:nvPicPr>
            <p:blipFill>
              <a:blip r:embed="rId264"/>
              <a:stretch>
                <a:fillRect/>
              </a:stretch>
            </p:blipFill>
            <p:spPr>
              <a:xfrm>
                <a:off x="2601527" y="5664622"/>
                <a:ext cx="54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5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A9BFB534-4820-09DC-7536-95357482E6F4}"/>
                  </a:ext>
                </a:extLst>
              </p14:cNvPr>
              <p14:cNvContentPartPr/>
              <p14:nvPr/>
            </p14:nvContentPartPr>
            <p14:xfrm>
              <a:off x="2014367" y="4953982"/>
              <a:ext cx="113400" cy="1933200"/>
            </p14:xfrm>
          </p:contentPart>
        </mc:Choice>
        <mc:Fallback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A9BFB534-4820-09DC-7536-95357482E6F4}"/>
                  </a:ext>
                </a:extLst>
              </p:cNvPr>
              <p:cNvPicPr/>
              <p:nvPr/>
            </p:nvPicPr>
            <p:blipFill>
              <a:blip r:embed="rId266"/>
              <a:stretch>
                <a:fillRect/>
              </a:stretch>
            </p:blipFill>
            <p:spPr>
              <a:xfrm>
                <a:off x="1996727" y="4936342"/>
                <a:ext cx="149040" cy="196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7">
            <p14:nvContentPartPr>
              <p14:cNvPr id="222" name="Ink 221">
                <a:extLst>
                  <a:ext uri="{FF2B5EF4-FFF2-40B4-BE49-F238E27FC236}">
                    <a16:creationId xmlns:a16="http://schemas.microsoft.com/office/drawing/2014/main" id="{D8AEAD4D-073C-174A-38B1-CDB850282A65}"/>
                  </a:ext>
                </a:extLst>
              </p14:cNvPr>
              <p14:cNvContentPartPr/>
              <p14:nvPr/>
            </p14:nvContentPartPr>
            <p14:xfrm>
              <a:off x="396527" y="4721883"/>
              <a:ext cx="10098000" cy="228600"/>
            </p14:xfrm>
          </p:contentPart>
        </mc:Choice>
        <mc:Fallback>
          <p:pic>
            <p:nvPicPr>
              <p:cNvPr id="222" name="Ink 221">
                <a:extLst>
                  <a:ext uri="{FF2B5EF4-FFF2-40B4-BE49-F238E27FC236}">
                    <a16:creationId xmlns:a16="http://schemas.microsoft.com/office/drawing/2014/main" id="{D8AEAD4D-073C-174A-38B1-CDB850282A65}"/>
                  </a:ext>
                </a:extLst>
              </p:cNvPr>
              <p:cNvPicPr/>
              <p:nvPr/>
            </p:nvPicPr>
            <p:blipFill>
              <a:blip r:embed="rId268"/>
              <a:stretch>
                <a:fillRect/>
              </a:stretch>
            </p:blipFill>
            <p:spPr>
              <a:xfrm>
                <a:off x="378527" y="4703883"/>
                <a:ext cx="10133640" cy="26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9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7A8CD403-F0F6-0625-A430-EAD21066929E}"/>
                  </a:ext>
                </a:extLst>
              </p14:cNvPr>
              <p14:cNvContentPartPr/>
              <p14:nvPr/>
            </p14:nvContentPartPr>
            <p14:xfrm>
              <a:off x="2633567" y="2547843"/>
              <a:ext cx="67680" cy="2034000"/>
            </p14:xfrm>
          </p:contentPart>
        </mc:Choice>
        <mc:Fallback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7A8CD403-F0F6-0625-A430-EAD21066929E}"/>
                  </a:ext>
                </a:extLst>
              </p:cNvPr>
              <p:cNvPicPr/>
              <p:nvPr/>
            </p:nvPicPr>
            <p:blipFill>
              <a:blip r:embed="rId270"/>
              <a:stretch>
                <a:fillRect/>
              </a:stretch>
            </p:blipFill>
            <p:spPr>
              <a:xfrm>
                <a:off x="2615927" y="2530203"/>
                <a:ext cx="103320" cy="206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1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431209F4-7A6D-97A7-47F0-68D767F92D7D}"/>
                  </a:ext>
                </a:extLst>
              </p14:cNvPr>
              <p14:cNvContentPartPr/>
              <p14:nvPr/>
            </p14:nvContentPartPr>
            <p14:xfrm>
              <a:off x="2610167" y="4643763"/>
              <a:ext cx="29880" cy="101160"/>
            </p14:xfrm>
          </p:contentPart>
        </mc:Choice>
        <mc:Fallback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431209F4-7A6D-97A7-47F0-68D767F92D7D}"/>
                  </a:ext>
                </a:extLst>
              </p:cNvPr>
              <p:cNvPicPr/>
              <p:nvPr/>
            </p:nvPicPr>
            <p:blipFill>
              <a:blip r:embed="rId272"/>
              <a:stretch>
                <a:fillRect/>
              </a:stretch>
            </p:blipFill>
            <p:spPr>
              <a:xfrm>
                <a:off x="2592167" y="4626123"/>
                <a:ext cx="65520" cy="13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3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6FE72954-5D2E-8870-39FD-C3F2E8FB3718}"/>
                  </a:ext>
                </a:extLst>
              </p14:cNvPr>
              <p14:cNvContentPartPr/>
              <p14:nvPr/>
            </p14:nvContentPartPr>
            <p14:xfrm>
              <a:off x="2715647" y="4575723"/>
              <a:ext cx="12960" cy="230760"/>
            </p14:xfrm>
          </p:contentPart>
        </mc:Choice>
        <mc:Fallback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6FE72954-5D2E-8870-39FD-C3F2E8FB3718}"/>
                  </a:ext>
                </a:extLst>
              </p:cNvPr>
              <p:cNvPicPr/>
              <p:nvPr/>
            </p:nvPicPr>
            <p:blipFill>
              <a:blip r:embed="rId274"/>
              <a:stretch>
                <a:fillRect/>
              </a:stretch>
            </p:blipFill>
            <p:spPr>
              <a:xfrm>
                <a:off x="2697647" y="4557723"/>
                <a:ext cx="48600" cy="26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5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24BAF8DB-8BE2-FC12-7FEC-3D132CCC09CC}"/>
                  </a:ext>
                </a:extLst>
              </p14:cNvPr>
              <p14:cNvContentPartPr/>
              <p14:nvPr/>
            </p14:nvContentPartPr>
            <p14:xfrm>
              <a:off x="1795127" y="2665923"/>
              <a:ext cx="204120" cy="2295360"/>
            </p14:xfrm>
          </p:contentPart>
        </mc:Choice>
        <mc:Fallback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24BAF8DB-8BE2-FC12-7FEC-3D132CCC09CC}"/>
                  </a:ext>
                </a:extLst>
              </p:cNvPr>
              <p:cNvPicPr/>
              <p:nvPr/>
            </p:nvPicPr>
            <p:blipFill>
              <a:blip r:embed="rId276"/>
              <a:stretch>
                <a:fillRect/>
              </a:stretch>
            </p:blipFill>
            <p:spPr>
              <a:xfrm>
                <a:off x="1777127" y="2648283"/>
                <a:ext cx="239760" cy="233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7">
            <p14:nvContentPartPr>
              <p14:cNvPr id="228" name="Ink 227">
                <a:extLst>
                  <a:ext uri="{FF2B5EF4-FFF2-40B4-BE49-F238E27FC236}">
                    <a16:creationId xmlns:a16="http://schemas.microsoft.com/office/drawing/2014/main" id="{A5C8F2BD-AA5A-2D51-59A6-DA5B3EEB74A8}"/>
                  </a:ext>
                </a:extLst>
              </p14:cNvPr>
              <p14:cNvContentPartPr/>
              <p14:nvPr/>
            </p14:nvContentPartPr>
            <p14:xfrm>
              <a:off x="2779007" y="4762563"/>
              <a:ext cx="15840" cy="202680"/>
            </p14:xfrm>
          </p:contentPart>
        </mc:Choice>
        <mc:Fallback>
          <p:pic>
            <p:nvPicPr>
              <p:cNvPr id="228" name="Ink 227">
                <a:extLst>
                  <a:ext uri="{FF2B5EF4-FFF2-40B4-BE49-F238E27FC236}">
                    <a16:creationId xmlns:a16="http://schemas.microsoft.com/office/drawing/2014/main" id="{A5C8F2BD-AA5A-2D51-59A6-DA5B3EEB74A8}"/>
                  </a:ext>
                </a:extLst>
              </p:cNvPr>
              <p:cNvPicPr/>
              <p:nvPr/>
            </p:nvPicPr>
            <p:blipFill>
              <a:blip r:embed="rId278"/>
              <a:stretch>
                <a:fillRect/>
              </a:stretch>
            </p:blipFill>
            <p:spPr>
              <a:xfrm>
                <a:off x="2761007" y="4744563"/>
                <a:ext cx="51480" cy="23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9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8957FE35-0972-D080-3912-D6305C939378}"/>
                  </a:ext>
                </a:extLst>
              </p14:cNvPr>
              <p14:cNvContentPartPr/>
              <p14:nvPr/>
            </p14:nvContentPartPr>
            <p14:xfrm>
              <a:off x="3853247" y="2566923"/>
              <a:ext cx="20880" cy="48600"/>
            </p14:xfrm>
          </p:contentPart>
        </mc:Choice>
        <mc:Fallback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8957FE35-0972-D080-3912-D6305C939378}"/>
                  </a:ext>
                </a:extLst>
              </p:cNvPr>
              <p:cNvPicPr/>
              <p:nvPr/>
            </p:nvPicPr>
            <p:blipFill>
              <a:blip r:embed="rId280"/>
              <a:stretch>
                <a:fillRect/>
              </a:stretch>
            </p:blipFill>
            <p:spPr>
              <a:xfrm>
                <a:off x="3835607" y="2548923"/>
                <a:ext cx="56520" cy="8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1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5B9387EF-6576-A28E-F406-B49FF76F4B40}"/>
                  </a:ext>
                </a:extLst>
              </p14:cNvPr>
              <p14:cNvContentPartPr/>
              <p14:nvPr/>
            </p14:nvContentPartPr>
            <p14:xfrm>
              <a:off x="2850287" y="4880643"/>
              <a:ext cx="474840" cy="2387520"/>
            </p14:xfrm>
          </p:contentPart>
        </mc:Choice>
        <mc:Fallback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5B9387EF-6576-A28E-F406-B49FF76F4B40}"/>
                  </a:ext>
                </a:extLst>
              </p:cNvPr>
              <p:cNvPicPr/>
              <p:nvPr/>
            </p:nvPicPr>
            <p:blipFill>
              <a:blip r:embed="rId282"/>
              <a:stretch>
                <a:fillRect/>
              </a:stretch>
            </p:blipFill>
            <p:spPr>
              <a:xfrm>
                <a:off x="2832287" y="4863003"/>
                <a:ext cx="510480" cy="242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3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4AB63F09-AEF7-DD52-32A3-9EF55D600ACE}"/>
                  </a:ext>
                </a:extLst>
              </p14:cNvPr>
              <p14:cNvContentPartPr/>
              <p14:nvPr/>
            </p14:nvContentPartPr>
            <p14:xfrm>
              <a:off x="1385447" y="3769717"/>
              <a:ext cx="4680" cy="10800"/>
            </p14:xfrm>
          </p:contentPart>
        </mc:Choice>
        <mc:Fallback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4AB63F09-AEF7-DD52-32A3-9EF55D600ACE}"/>
                  </a:ext>
                </a:extLst>
              </p:cNvPr>
              <p:cNvPicPr/>
              <p:nvPr/>
            </p:nvPicPr>
            <p:blipFill>
              <a:blip r:embed="rId284"/>
              <a:stretch>
                <a:fillRect/>
              </a:stretch>
            </p:blipFill>
            <p:spPr>
              <a:xfrm>
                <a:off x="1367807" y="3752077"/>
                <a:ext cx="4032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5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E07D3906-A57C-8814-5E26-F2AA3F724795}"/>
                  </a:ext>
                </a:extLst>
              </p14:cNvPr>
              <p14:cNvContentPartPr/>
              <p14:nvPr/>
            </p14:nvContentPartPr>
            <p14:xfrm>
              <a:off x="4182287" y="3766837"/>
              <a:ext cx="720" cy="4680"/>
            </p14:xfrm>
          </p:contentPart>
        </mc:Choice>
        <mc:Fallback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E07D3906-A57C-8814-5E26-F2AA3F724795}"/>
                  </a:ext>
                </a:extLst>
              </p:cNvPr>
              <p:cNvPicPr/>
              <p:nvPr/>
            </p:nvPicPr>
            <p:blipFill>
              <a:blip r:embed="rId286"/>
              <a:stretch>
                <a:fillRect/>
              </a:stretch>
            </p:blipFill>
            <p:spPr>
              <a:xfrm>
                <a:off x="4164647" y="3748837"/>
                <a:ext cx="3636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7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167B100C-744B-467F-2DEB-8A350DB11756}"/>
                  </a:ext>
                </a:extLst>
              </p14:cNvPr>
              <p14:cNvContentPartPr/>
              <p14:nvPr/>
            </p14:nvContentPartPr>
            <p14:xfrm>
              <a:off x="3208127" y="3385102"/>
              <a:ext cx="22680" cy="22320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167B100C-744B-467F-2DEB-8A350DB11756}"/>
                  </a:ext>
                </a:extLst>
              </p:cNvPr>
              <p:cNvPicPr/>
              <p:nvPr/>
            </p:nvPicPr>
            <p:blipFill>
              <a:blip r:embed="rId288"/>
              <a:stretch>
                <a:fillRect/>
              </a:stretch>
            </p:blipFill>
            <p:spPr>
              <a:xfrm>
                <a:off x="3190487" y="3367462"/>
                <a:ext cx="58320" cy="25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9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0041FA76-ABFD-00B8-DE0E-B3CC0FE12865}"/>
                  </a:ext>
                </a:extLst>
              </p14:cNvPr>
              <p14:cNvContentPartPr/>
              <p14:nvPr/>
            </p14:nvContentPartPr>
            <p14:xfrm>
              <a:off x="3274007" y="3432262"/>
              <a:ext cx="130680" cy="225360"/>
            </p14:xfrm>
          </p:contentPart>
        </mc:Choice>
        <mc:Fallback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0041FA76-ABFD-00B8-DE0E-B3CC0FE12865}"/>
                  </a:ext>
                </a:extLst>
              </p:cNvPr>
              <p:cNvPicPr/>
              <p:nvPr/>
            </p:nvPicPr>
            <p:blipFill>
              <a:blip r:embed="rId290"/>
              <a:stretch>
                <a:fillRect/>
              </a:stretch>
            </p:blipFill>
            <p:spPr>
              <a:xfrm>
                <a:off x="3256007" y="3414262"/>
                <a:ext cx="166320" cy="26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1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15E81305-B0A2-1AFF-B71E-2C16BFD97776}"/>
                  </a:ext>
                </a:extLst>
              </p14:cNvPr>
              <p14:cNvContentPartPr/>
              <p14:nvPr/>
            </p14:nvContentPartPr>
            <p14:xfrm>
              <a:off x="3427727" y="3600022"/>
              <a:ext cx="70200" cy="22788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15E81305-B0A2-1AFF-B71E-2C16BFD97776}"/>
                  </a:ext>
                </a:extLst>
              </p:cNvPr>
              <p:cNvPicPr/>
              <p:nvPr/>
            </p:nvPicPr>
            <p:blipFill>
              <a:blip r:embed="rId292"/>
              <a:stretch>
                <a:fillRect/>
              </a:stretch>
            </p:blipFill>
            <p:spPr>
              <a:xfrm>
                <a:off x="3410087" y="3582382"/>
                <a:ext cx="105840" cy="26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3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F546E4C5-C9D4-BB7F-2C8E-CAEB4B022CBC}"/>
                  </a:ext>
                </a:extLst>
              </p14:cNvPr>
              <p14:cNvContentPartPr/>
              <p14:nvPr/>
            </p14:nvContentPartPr>
            <p14:xfrm>
              <a:off x="3530327" y="3674902"/>
              <a:ext cx="127080" cy="254520"/>
            </p14:xfrm>
          </p:contentPart>
        </mc:Choice>
        <mc:Fallback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F546E4C5-C9D4-BB7F-2C8E-CAEB4B022CBC}"/>
                  </a:ext>
                </a:extLst>
              </p:cNvPr>
              <p:cNvPicPr/>
              <p:nvPr/>
            </p:nvPicPr>
            <p:blipFill>
              <a:blip r:embed="rId294"/>
              <a:stretch>
                <a:fillRect/>
              </a:stretch>
            </p:blipFill>
            <p:spPr>
              <a:xfrm>
                <a:off x="3512687" y="3657262"/>
                <a:ext cx="162720" cy="29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5">
            <p14:nvContentPartPr>
              <p14:cNvPr id="236" name="Ink 235">
                <a:extLst>
                  <a:ext uri="{FF2B5EF4-FFF2-40B4-BE49-F238E27FC236}">
                    <a16:creationId xmlns:a16="http://schemas.microsoft.com/office/drawing/2014/main" id="{7CEECF9E-AE99-91A4-B5E6-B1DD1344F116}"/>
                  </a:ext>
                </a:extLst>
              </p14:cNvPr>
              <p14:cNvContentPartPr/>
              <p14:nvPr/>
            </p14:nvContentPartPr>
            <p14:xfrm>
              <a:off x="3266447" y="3773677"/>
              <a:ext cx="17640" cy="16560"/>
            </p14:xfrm>
          </p:contentPart>
        </mc:Choice>
        <mc:Fallback>
          <p:pic>
            <p:nvPicPr>
              <p:cNvPr id="236" name="Ink 235">
                <a:extLst>
                  <a:ext uri="{FF2B5EF4-FFF2-40B4-BE49-F238E27FC236}">
                    <a16:creationId xmlns:a16="http://schemas.microsoft.com/office/drawing/2014/main" id="{7CEECF9E-AE99-91A4-B5E6-B1DD1344F116}"/>
                  </a:ext>
                </a:extLst>
              </p:cNvPr>
              <p:cNvPicPr/>
              <p:nvPr/>
            </p:nvPicPr>
            <p:blipFill>
              <a:blip r:embed="rId296"/>
              <a:stretch>
                <a:fillRect/>
              </a:stretch>
            </p:blipFill>
            <p:spPr>
              <a:xfrm>
                <a:off x="3248447" y="3755677"/>
                <a:ext cx="53280" cy="5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7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5691CC28-7AE4-0812-B8B0-B7EC6F29F671}"/>
                  </a:ext>
                </a:extLst>
              </p14:cNvPr>
              <p14:cNvContentPartPr/>
              <p14:nvPr/>
            </p14:nvContentPartPr>
            <p14:xfrm>
              <a:off x="1057847" y="3572662"/>
              <a:ext cx="158400" cy="29520"/>
            </p14:xfrm>
          </p:contentPart>
        </mc:Choice>
        <mc:Fallback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5691CC28-7AE4-0812-B8B0-B7EC6F29F671}"/>
                  </a:ext>
                </a:extLst>
              </p:cNvPr>
              <p:cNvPicPr/>
              <p:nvPr/>
            </p:nvPicPr>
            <p:blipFill>
              <a:blip r:embed="rId298"/>
              <a:stretch>
                <a:fillRect/>
              </a:stretch>
            </p:blipFill>
            <p:spPr>
              <a:xfrm>
                <a:off x="1040207" y="3555022"/>
                <a:ext cx="194040" cy="6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9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8DC5D521-60CE-EF4A-0F9A-3CE92803F7A6}"/>
                  </a:ext>
                </a:extLst>
              </p14:cNvPr>
              <p14:cNvContentPartPr/>
              <p14:nvPr/>
            </p14:nvContentPartPr>
            <p14:xfrm>
              <a:off x="1286807" y="3435502"/>
              <a:ext cx="47160" cy="289080"/>
            </p14:xfrm>
          </p:contentPart>
        </mc:Choice>
        <mc:Fallback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8DC5D521-60CE-EF4A-0F9A-3CE92803F7A6}"/>
                  </a:ext>
                </a:extLst>
              </p:cNvPr>
              <p:cNvPicPr/>
              <p:nvPr/>
            </p:nvPicPr>
            <p:blipFill>
              <a:blip r:embed="rId300"/>
              <a:stretch>
                <a:fillRect/>
              </a:stretch>
            </p:blipFill>
            <p:spPr>
              <a:xfrm>
                <a:off x="1268807" y="3417862"/>
                <a:ext cx="82800" cy="32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1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C25C8F65-EC0C-CA1D-E80C-F95D1F3BD7A1}"/>
                  </a:ext>
                </a:extLst>
              </p14:cNvPr>
              <p14:cNvContentPartPr/>
              <p14:nvPr/>
            </p14:nvContentPartPr>
            <p14:xfrm>
              <a:off x="1353767" y="3349462"/>
              <a:ext cx="218520" cy="416160"/>
            </p14:xfrm>
          </p:contentPart>
        </mc:Choice>
        <mc:Fallback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C25C8F65-EC0C-CA1D-E80C-F95D1F3BD7A1}"/>
                  </a:ext>
                </a:extLst>
              </p:cNvPr>
              <p:cNvPicPr/>
              <p:nvPr/>
            </p:nvPicPr>
            <p:blipFill>
              <a:blip r:embed="rId302"/>
              <a:stretch>
                <a:fillRect/>
              </a:stretch>
            </p:blipFill>
            <p:spPr>
              <a:xfrm>
                <a:off x="1335767" y="3331822"/>
                <a:ext cx="254160" cy="45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3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20D6699D-C70A-D488-C359-58990CE7358D}"/>
                  </a:ext>
                </a:extLst>
              </p14:cNvPr>
              <p14:cNvContentPartPr/>
              <p14:nvPr/>
            </p14:nvContentPartPr>
            <p14:xfrm>
              <a:off x="1466447" y="3830557"/>
              <a:ext cx="1440" cy="6480"/>
            </p14:xfrm>
          </p:contentPart>
        </mc:Choice>
        <mc:Fallback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20D6699D-C70A-D488-C359-58990CE7358D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1448807" y="3812557"/>
                <a:ext cx="3708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4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0D102310-0966-970D-F668-0CF0CE1C4200}"/>
                  </a:ext>
                </a:extLst>
              </p14:cNvPr>
              <p14:cNvContentPartPr/>
              <p14:nvPr/>
            </p14:nvContentPartPr>
            <p14:xfrm>
              <a:off x="668687" y="4449622"/>
              <a:ext cx="170640" cy="171720"/>
            </p14:xfrm>
          </p:contentPart>
        </mc:Choice>
        <mc:Fallback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0D102310-0966-970D-F668-0CF0CE1C4200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650687" y="4431622"/>
                <a:ext cx="206280" cy="20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6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7CA02ECE-EF8D-858E-5F3B-3B3C9973D502}"/>
                  </a:ext>
                </a:extLst>
              </p14:cNvPr>
              <p14:cNvContentPartPr/>
              <p14:nvPr/>
            </p14:nvContentPartPr>
            <p14:xfrm>
              <a:off x="875687" y="4572022"/>
              <a:ext cx="132480" cy="140400"/>
            </p14:xfrm>
          </p:contentPart>
        </mc:Choice>
        <mc:Fallback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7CA02ECE-EF8D-858E-5F3B-3B3C9973D502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857687" y="4554022"/>
                <a:ext cx="168120" cy="17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8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188CD31A-E463-413B-B31D-5104BA548F4A}"/>
                  </a:ext>
                </a:extLst>
              </p14:cNvPr>
              <p14:cNvContentPartPr/>
              <p14:nvPr/>
            </p14:nvContentPartPr>
            <p14:xfrm>
              <a:off x="1022207" y="4516942"/>
              <a:ext cx="107280" cy="20520"/>
            </p14:xfrm>
          </p:contentPart>
        </mc:Choice>
        <mc:Fallback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188CD31A-E463-413B-B31D-5104BA548F4A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1004567" y="4498942"/>
                <a:ext cx="14292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0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AA2EF6F5-1768-3A9E-E49C-28E941D1939A}"/>
                  </a:ext>
                </a:extLst>
              </p14:cNvPr>
              <p14:cNvContentPartPr/>
              <p14:nvPr/>
            </p14:nvContentPartPr>
            <p14:xfrm>
              <a:off x="1053527" y="4586062"/>
              <a:ext cx="102240" cy="35640"/>
            </p14:xfrm>
          </p:contentPart>
        </mc:Choice>
        <mc:Fallback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AA2EF6F5-1768-3A9E-E49C-28E941D1939A}"/>
                  </a:ext>
                </a:extLst>
              </p:cNvPr>
              <p:cNvPicPr/>
              <p:nvPr/>
            </p:nvPicPr>
            <p:blipFill>
              <a:blip r:embed="rId311"/>
              <a:stretch>
                <a:fillRect/>
              </a:stretch>
            </p:blipFill>
            <p:spPr>
              <a:xfrm>
                <a:off x="1035527" y="4568062"/>
                <a:ext cx="137880" cy="7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2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DF0A6F25-6C4D-7741-61D1-58677B225041}"/>
                  </a:ext>
                </a:extLst>
              </p14:cNvPr>
              <p14:cNvContentPartPr/>
              <p14:nvPr/>
            </p14:nvContentPartPr>
            <p14:xfrm>
              <a:off x="1249367" y="4512982"/>
              <a:ext cx="113040" cy="26280"/>
            </p14:xfrm>
          </p:contentPart>
        </mc:Choice>
        <mc:Fallback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DF0A6F25-6C4D-7741-61D1-58677B225041}"/>
                  </a:ext>
                </a:extLst>
              </p:cNvPr>
              <p:cNvPicPr/>
              <p:nvPr/>
            </p:nvPicPr>
            <p:blipFill>
              <a:blip r:embed="rId313"/>
              <a:stretch>
                <a:fillRect/>
              </a:stretch>
            </p:blipFill>
            <p:spPr>
              <a:xfrm>
                <a:off x="1231727" y="4495342"/>
                <a:ext cx="148680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4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6B8B5B58-7512-1BAB-6C45-BBD060531D68}"/>
                  </a:ext>
                </a:extLst>
              </p14:cNvPr>
              <p14:cNvContentPartPr/>
              <p14:nvPr/>
            </p14:nvContentPartPr>
            <p14:xfrm>
              <a:off x="1439447" y="4375822"/>
              <a:ext cx="19800" cy="266760"/>
            </p14:xfrm>
          </p:contentPart>
        </mc:Choice>
        <mc:Fallback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6B8B5B58-7512-1BAB-6C45-BBD060531D68}"/>
                  </a:ext>
                </a:extLst>
              </p:cNvPr>
              <p:cNvPicPr/>
              <p:nvPr/>
            </p:nvPicPr>
            <p:blipFill>
              <a:blip r:embed="rId315"/>
              <a:stretch>
                <a:fillRect/>
              </a:stretch>
            </p:blipFill>
            <p:spPr>
              <a:xfrm>
                <a:off x="1421807" y="4358182"/>
                <a:ext cx="55440" cy="30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6">
            <p14:nvContentPartPr>
              <p14:cNvPr id="240" name="Ink 239">
                <a:extLst>
                  <a:ext uri="{FF2B5EF4-FFF2-40B4-BE49-F238E27FC236}">
                    <a16:creationId xmlns:a16="http://schemas.microsoft.com/office/drawing/2014/main" id="{07C6A5B5-8FBC-BB40-D720-85443A309455}"/>
                  </a:ext>
                </a:extLst>
              </p14:cNvPr>
              <p14:cNvContentPartPr/>
              <p14:nvPr/>
            </p14:nvContentPartPr>
            <p14:xfrm>
              <a:off x="1386887" y="4675837"/>
              <a:ext cx="4680" cy="1440"/>
            </p14:xfrm>
          </p:contentPart>
        </mc:Choice>
        <mc:Fallback>
          <p:pic>
            <p:nvPicPr>
              <p:cNvPr id="240" name="Ink 239">
                <a:extLst>
                  <a:ext uri="{FF2B5EF4-FFF2-40B4-BE49-F238E27FC236}">
                    <a16:creationId xmlns:a16="http://schemas.microsoft.com/office/drawing/2014/main" id="{07C6A5B5-8FBC-BB40-D720-85443A309455}"/>
                  </a:ext>
                </a:extLst>
              </p:cNvPr>
              <p:cNvPicPr/>
              <p:nvPr/>
            </p:nvPicPr>
            <p:blipFill>
              <a:blip r:embed="rId216"/>
              <a:stretch>
                <a:fillRect/>
              </a:stretch>
            </p:blipFill>
            <p:spPr>
              <a:xfrm>
                <a:off x="1368887" y="4658197"/>
                <a:ext cx="4032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7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4E6D0016-89E8-DA40-B349-656441AB9CD4}"/>
                  </a:ext>
                </a:extLst>
              </p14:cNvPr>
              <p14:cNvContentPartPr/>
              <p14:nvPr/>
            </p14:nvContentPartPr>
            <p14:xfrm>
              <a:off x="3123167" y="5322757"/>
              <a:ext cx="133920" cy="27720"/>
            </p14:xfrm>
          </p:contentPart>
        </mc:Choice>
        <mc:Fallback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4E6D0016-89E8-DA40-B349-656441AB9CD4}"/>
                  </a:ext>
                </a:extLst>
              </p:cNvPr>
              <p:cNvPicPr/>
              <p:nvPr/>
            </p:nvPicPr>
            <p:blipFill>
              <a:blip r:embed="rId318"/>
              <a:stretch>
                <a:fillRect/>
              </a:stretch>
            </p:blipFill>
            <p:spPr>
              <a:xfrm>
                <a:off x="3105527" y="5304757"/>
                <a:ext cx="16956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9">
            <p14:nvContentPartPr>
              <p14:cNvPr id="243" name="Ink 242">
                <a:extLst>
                  <a:ext uri="{FF2B5EF4-FFF2-40B4-BE49-F238E27FC236}">
                    <a16:creationId xmlns:a16="http://schemas.microsoft.com/office/drawing/2014/main" id="{74AF9E2E-97B4-12C9-94F3-F255B28739F8}"/>
                  </a:ext>
                </a:extLst>
              </p14:cNvPr>
              <p14:cNvContentPartPr/>
              <p14:nvPr/>
            </p14:nvContentPartPr>
            <p14:xfrm>
              <a:off x="3333047" y="5225557"/>
              <a:ext cx="13320" cy="217800"/>
            </p14:xfrm>
          </p:contentPart>
        </mc:Choice>
        <mc:Fallback>
          <p:pic>
            <p:nvPicPr>
              <p:cNvPr id="243" name="Ink 242">
                <a:extLst>
                  <a:ext uri="{FF2B5EF4-FFF2-40B4-BE49-F238E27FC236}">
                    <a16:creationId xmlns:a16="http://schemas.microsoft.com/office/drawing/2014/main" id="{74AF9E2E-97B4-12C9-94F3-F255B28739F8}"/>
                  </a:ext>
                </a:extLst>
              </p:cNvPr>
              <p:cNvPicPr/>
              <p:nvPr/>
            </p:nvPicPr>
            <p:blipFill>
              <a:blip r:embed="rId320"/>
              <a:stretch>
                <a:fillRect/>
              </a:stretch>
            </p:blipFill>
            <p:spPr>
              <a:xfrm>
                <a:off x="3315407" y="5207917"/>
                <a:ext cx="48960" cy="25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1">
            <p14:nvContentPartPr>
              <p14:cNvPr id="244" name="Ink 243">
                <a:extLst>
                  <a:ext uri="{FF2B5EF4-FFF2-40B4-BE49-F238E27FC236}">
                    <a16:creationId xmlns:a16="http://schemas.microsoft.com/office/drawing/2014/main" id="{FF18A5A7-3D40-E685-DA74-6B357A5E2FB8}"/>
                  </a:ext>
                </a:extLst>
              </p14:cNvPr>
              <p14:cNvContentPartPr/>
              <p14:nvPr/>
            </p14:nvContentPartPr>
            <p14:xfrm>
              <a:off x="3432767" y="5231317"/>
              <a:ext cx="95400" cy="214200"/>
            </p14:xfrm>
          </p:contentPart>
        </mc:Choice>
        <mc:Fallback>
          <p:pic>
            <p:nvPicPr>
              <p:cNvPr id="244" name="Ink 243">
                <a:extLst>
                  <a:ext uri="{FF2B5EF4-FFF2-40B4-BE49-F238E27FC236}">
                    <a16:creationId xmlns:a16="http://schemas.microsoft.com/office/drawing/2014/main" id="{FF18A5A7-3D40-E685-DA74-6B357A5E2FB8}"/>
                  </a:ext>
                </a:extLst>
              </p:cNvPr>
              <p:cNvPicPr/>
              <p:nvPr/>
            </p:nvPicPr>
            <p:blipFill>
              <a:blip r:embed="rId322"/>
              <a:stretch>
                <a:fillRect/>
              </a:stretch>
            </p:blipFill>
            <p:spPr>
              <a:xfrm>
                <a:off x="3415127" y="5213677"/>
                <a:ext cx="131040" cy="24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3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320AE341-CCF6-4F18-EA5C-D264D80ED7D9}"/>
                  </a:ext>
                </a:extLst>
              </p14:cNvPr>
              <p14:cNvContentPartPr/>
              <p14:nvPr/>
            </p14:nvContentPartPr>
            <p14:xfrm>
              <a:off x="3649847" y="5240317"/>
              <a:ext cx="209880" cy="196560"/>
            </p14:xfrm>
          </p:contentPart>
        </mc:Choice>
        <mc:Fallback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320AE341-CCF6-4F18-EA5C-D264D80ED7D9}"/>
                  </a:ext>
                </a:extLst>
              </p:cNvPr>
              <p:cNvPicPr/>
              <p:nvPr/>
            </p:nvPicPr>
            <p:blipFill>
              <a:blip r:embed="rId324"/>
              <a:stretch>
                <a:fillRect/>
              </a:stretch>
            </p:blipFill>
            <p:spPr>
              <a:xfrm>
                <a:off x="3632207" y="5222317"/>
                <a:ext cx="245520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5">
            <p14:nvContentPartPr>
              <p14:cNvPr id="247" name="Ink 246">
                <a:extLst>
                  <a:ext uri="{FF2B5EF4-FFF2-40B4-BE49-F238E27FC236}">
                    <a16:creationId xmlns:a16="http://schemas.microsoft.com/office/drawing/2014/main" id="{09E545AA-C920-94EC-8E8F-823E580878FF}"/>
                  </a:ext>
                </a:extLst>
              </p14:cNvPr>
              <p14:cNvContentPartPr/>
              <p14:nvPr/>
            </p14:nvContentPartPr>
            <p14:xfrm>
              <a:off x="4011287" y="5324197"/>
              <a:ext cx="88920" cy="19440"/>
            </p14:xfrm>
          </p:contentPart>
        </mc:Choice>
        <mc:Fallback>
          <p:pic>
            <p:nvPicPr>
              <p:cNvPr id="247" name="Ink 246">
                <a:extLst>
                  <a:ext uri="{FF2B5EF4-FFF2-40B4-BE49-F238E27FC236}">
                    <a16:creationId xmlns:a16="http://schemas.microsoft.com/office/drawing/2014/main" id="{09E545AA-C920-94EC-8E8F-823E580878FF}"/>
                  </a:ext>
                </a:extLst>
              </p:cNvPr>
              <p:cNvPicPr/>
              <p:nvPr/>
            </p:nvPicPr>
            <p:blipFill>
              <a:blip r:embed="rId326"/>
              <a:stretch>
                <a:fillRect/>
              </a:stretch>
            </p:blipFill>
            <p:spPr>
              <a:xfrm>
                <a:off x="3993647" y="5306197"/>
                <a:ext cx="12456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7">
            <p14:nvContentPartPr>
              <p14:cNvPr id="249" name="Ink 248">
                <a:extLst>
                  <a:ext uri="{FF2B5EF4-FFF2-40B4-BE49-F238E27FC236}">
                    <a16:creationId xmlns:a16="http://schemas.microsoft.com/office/drawing/2014/main" id="{38F64ECF-ACFA-7132-4087-66F704DF44C7}"/>
                  </a:ext>
                </a:extLst>
              </p14:cNvPr>
              <p14:cNvContentPartPr/>
              <p14:nvPr/>
            </p14:nvContentPartPr>
            <p14:xfrm>
              <a:off x="4243487" y="5140957"/>
              <a:ext cx="26280" cy="207360"/>
            </p14:xfrm>
          </p:contentPart>
        </mc:Choice>
        <mc:Fallback>
          <p:pic>
            <p:nvPicPr>
              <p:cNvPr id="249" name="Ink 248">
                <a:extLst>
                  <a:ext uri="{FF2B5EF4-FFF2-40B4-BE49-F238E27FC236}">
                    <a16:creationId xmlns:a16="http://schemas.microsoft.com/office/drawing/2014/main" id="{38F64ECF-ACFA-7132-4087-66F704DF44C7}"/>
                  </a:ext>
                </a:extLst>
              </p:cNvPr>
              <p:cNvPicPr/>
              <p:nvPr/>
            </p:nvPicPr>
            <p:blipFill>
              <a:blip r:embed="rId328"/>
              <a:stretch>
                <a:fillRect/>
              </a:stretch>
            </p:blipFill>
            <p:spPr>
              <a:xfrm>
                <a:off x="4225847" y="5123317"/>
                <a:ext cx="61920" cy="24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9">
            <p14:nvContentPartPr>
              <p14:cNvPr id="250" name="Ink 249">
                <a:extLst>
                  <a:ext uri="{FF2B5EF4-FFF2-40B4-BE49-F238E27FC236}">
                    <a16:creationId xmlns:a16="http://schemas.microsoft.com/office/drawing/2014/main" id="{B89D69F2-C473-4765-69E0-E34E3D8D6EB4}"/>
                  </a:ext>
                </a:extLst>
              </p14:cNvPr>
              <p14:cNvContentPartPr/>
              <p14:nvPr/>
            </p14:nvContentPartPr>
            <p14:xfrm>
              <a:off x="3330887" y="5480077"/>
              <a:ext cx="989280" cy="130320"/>
            </p14:xfrm>
          </p:contentPart>
        </mc:Choice>
        <mc:Fallback>
          <p:pic>
            <p:nvPicPr>
              <p:cNvPr id="250" name="Ink 249">
                <a:extLst>
                  <a:ext uri="{FF2B5EF4-FFF2-40B4-BE49-F238E27FC236}">
                    <a16:creationId xmlns:a16="http://schemas.microsoft.com/office/drawing/2014/main" id="{B89D69F2-C473-4765-69E0-E34E3D8D6EB4}"/>
                  </a:ext>
                </a:extLst>
              </p:cNvPr>
              <p:cNvPicPr/>
              <p:nvPr/>
            </p:nvPicPr>
            <p:blipFill>
              <a:blip r:embed="rId330"/>
              <a:stretch>
                <a:fillRect/>
              </a:stretch>
            </p:blipFill>
            <p:spPr>
              <a:xfrm>
                <a:off x="3312887" y="5462077"/>
                <a:ext cx="1024920" cy="16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1">
            <p14:nvContentPartPr>
              <p14:cNvPr id="251" name="Ink 250">
                <a:extLst>
                  <a:ext uri="{FF2B5EF4-FFF2-40B4-BE49-F238E27FC236}">
                    <a16:creationId xmlns:a16="http://schemas.microsoft.com/office/drawing/2014/main" id="{6133F2E6-E88E-E11F-3945-EB9BFBDF408C}"/>
                  </a:ext>
                </a:extLst>
              </p14:cNvPr>
              <p14:cNvContentPartPr/>
              <p14:nvPr/>
            </p14:nvContentPartPr>
            <p14:xfrm>
              <a:off x="3676487" y="5637037"/>
              <a:ext cx="181440" cy="224280"/>
            </p14:xfrm>
          </p:contentPart>
        </mc:Choice>
        <mc:Fallback>
          <p:pic>
            <p:nvPicPr>
              <p:cNvPr id="251" name="Ink 250">
                <a:extLst>
                  <a:ext uri="{FF2B5EF4-FFF2-40B4-BE49-F238E27FC236}">
                    <a16:creationId xmlns:a16="http://schemas.microsoft.com/office/drawing/2014/main" id="{6133F2E6-E88E-E11F-3945-EB9BFBDF408C}"/>
                  </a:ext>
                </a:extLst>
              </p:cNvPr>
              <p:cNvPicPr/>
              <p:nvPr/>
            </p:nvPicPr>
            <p:blipFill>
              <a:blip r:embed="rId332"/>
              <a:stretch>
                <a:fillRect/>
              </a:stretch>
            </p:blipFill>
            <p:spPr>
              <a:xfrm>
                <a:off x="3658487" y="5619037"/>
                <a:ext cx="217080" cy="25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3">
            <p14:nvContentPartPr>
              <p14:cNvPr id="253" name="Ink 252">
                <a:extLst>
                  <a:ext uri="{FF2B5EF4-FFF2-40B4-BE49-F238E27FC236}">
                    <a16:creationId xmlns:a16="http://schemas.microsoft.com/office/drawing/2014/main" id="{943A5631-66D9-D636-5681-551594428B84}"/>
                  </a:ext>
                </a:extLst>
              </p14:cNvPr>
              <p14:cNvContentPartPr/>
              <p14:nvPr/>
            </p14:nvContentPartPr>
            <p14:xfrm>
              <a:off x="4698887" y="5236717"/>
              <a:ext cx="104040" cy="53640"/>
            </p14:xfrm>
          </p:contentPart>
        </mc:Choice>
        <mc:Fallback>
          <p:pic>
            <p:nvPicPr>
              <p:cNvPr id="253" name="Ink 252">
                <a:extLst>
                  <a:ext uri="{FF2B5EF4-FFF2-40B4-BE49-F238E27FC236}">
                    <a16:creationId xmlns:a16="http://schemas.microsoft.com/office/drawing/2014/main" id="{943A5631-66D9-D636-5681-551594428B84}"/>
                  </a:ext>
                </a:extLst>
              </p:cNvPr>
              <p:cNvPicPr/>
              <p:nvPr/>
            </p:nvPicPr>
            <p:blipFill>
              <a:blip r:embed="rId334"/>
              <a:stretch>
                <a:fillRect/>
              </a:stretch>
            </p:blipFill>
            <p:spPr>
              <a:xfrm>
                <a:off x="4680887" y="5219077"/>
                <a:ext cx="139680" cy="8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5">
            <p14:nvContentPartPr>
              <p14:cNvPr id="254" name="Ink 253">
                <a:extLst>
                  <a:ext uri="{FF2B5EF4-FFF2-40B4-BE49-F238E27FC236}">
                    <a16:creationId xmlns:a16="http://schemas.microsoft.com/office/drawing/2014/main" id="{36C41F22-873B-D730-8390-234F32074FD9}"/>
                  </a:ext>
                </a:extLst>
              </p14:cNvPr>
              <p14:cNvContentPartPr/>
              <p14:nvPr/>
            </p14:nvContentPartPr>
            <p14:xfrm>
              <a:off x="4953047" y="5056717"/>
              <a:ext cx="19080" cy="237600"/>
            </p14:xfrm>
          </p:contentPart>
        </mc:Choice>
        <mc:Fallback>
          <p:pic>
            <p:nvPicPr>
              <p:cNvPr id="254" name="Ink 253">
                <a:extLst>
                  <a:ext uri="{FF2B5EF4-FFF2-40B4-BE49-F238E27FC236}">
                    <a16:creationId xmlns:a16="http://schemas.microsoft.com/office/drawing/2014/main" id="{36C41F22-873B-D730-8390-234F32074FD9}"/>
                  </a:ext>
                </a:extLst>
              </p:cNvPr>
              <p:cNvPicPr/>
              <p:nvPr/>
            </p:nvPicPr>
            <p:blipFill>
              <a:blip r:embed="rId336"/>
              <a:stretch>
                <a:fillRect/>
              </a:stretch>
            </p:blipFill>
            <p:spPr>
              <a:xfrm>
                <a:off x="4935407" y="5039077"/>
                <a:ext cx="54720" cy="27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7">
            <p14:nvContentPartPr>
              <p14:cNvPr id="256" name="Ink 255">
                <a:extLst>
                  <a:ext uri="{FF2B5EF4-FFF2-40B4-BE49-F238E27FC236}">
                    <a16:creationId xmlns:a16="http://schemas.microsoft.com/office/drawing/2014/main" id="{010EB89D-2BC5-26AF-C417-A3D6E3936081}"/>
                  </a:ext>
                </a:extLst>
              </p14:cNvPr>
              <p14:cNvContentPartPr/>
              <p14:nvPr/>
            </p14:nvContentPartPr>
            <p14:xfrm>
              <a:off x="5691407" y="5073997"/>
              <a:ext cx="69120" cy="244080"/>
            </p14:xfrm>
          </p:contentPart>
        </mc:Choice>
        <mc:Fallback>
          <p:pic>
            <p:nvPicPr>
              <p:cNvPr id="256" name="Ink 255">
                <a:extLst>
                  <a:ext uri="{FF2B5EF4-FFF2-40B4-BE49-F238E27FC236}">
                    <a16:creationId xmlns:a16="http://schemas.microsoft.com/office/drawing/2014/main" id="{010EB89D-2BC5-26AF-C417-A3D6E3936081}"/>
                  </a:ext>
                </a:extLst>
              </p:cNvPr>
              <p:cNvPicPr/>
              <p:nvPr/>
            </p:nvPicPr>
            <p:blipFill>
              <a:blip r:embed="rId338"/>
              <a:stretch>
                <a:fillRect/>
              </a:stretch>
            </p:blipFill>
            <p:spPr>
              <a:xfrm>
                <a:off x="5673767" y="5055997"/>
                <a:ext cx="104760" cy="27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9">
            <p14:nvContentPartPr>
              <p14:cNvPr id="257" name="Ink 256">
                <a:extLst>
                  <a:ext uri="{FF2B5EF4-FFF2-40B4-BE49-F238E27FC236}">
                    <a16:creationId xmlns:a16="http://schemas.microsoft.com/office/drawing/2014/main" id="{DA77D5F5-D8BE-3761-06B2-E42DB0B2C25C}"/>
                  </a:ext>
                </a:extLst>
              </p14:cNvPr>
              <p14:cNvContentPartPr/>
              <p14:nvPr/>
            </p14:nvContentPartPr>
            <p14:xfrm>
              <a:off x="5757647" y="4993717"/>
              <a:ext cx="252720" cy="325080"/>
            </p14:xfrm>
          </p:contentPart>
        </mc:Choice>
        <mc:Fallback>
          <p:pic>
            <p:nvPicPr>
              <p:cNvPr id="257" name="Ink 256">
                <a:extLst>
                  <a:ext uri="{FF2B5EF4-FFF2-40B4-BE49-F238E27FC236}">
                    <a16:creationId xmlns:a16="http://schemas.microsoft.com/office/drawing/2014/main" id="{DA77D5F5-D8BE-3761-06B2-E42DB0B2C25C}"/>
                  </a:ext>
                </a:extLst>
              </p:cNvPr>
              <p:cNvPicPr/>
              <p:nvPr/>
            </p:nvPicPr>
            <p:blipFill>
              <a:blip r:embed="rId340"/>
              <a:stretch>
                <a:fillRect/>
              </a:stretch>
            </p:blipFill>
            <p:spPr>
              <a:xfrm>
                <a:off x="5740007" y="4976077"/>
                <a:ext cx="288360" cy="36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1">
            <p14:nvContentPartPr>
              <p14:cNvPr id="259" name="Ink 258">
                <a:extLst>
                  <a:ext uri="{FF2B5EF4-FFF2-40B4-BE49-F238E27FC236}">
                    <a16:creationId xmlns:a16="http://schemas.microsoft.com/office/drawing/2014/main" id="{17D14A32-58E8-1A11-F773-0F6E2AEE8FF2}"/>
                  </a:ext>
                </a:extLst>
              </p14:cNvPr>
              <p14:cNvContentPartPr/>
              <p14:nvPr/>
            </p14:nvContentPartPr>
            <p14:xfrm>
              <a:off x="6575207" y="5087677"/>
              <a:ext cx="114840" cy="39960"/>
            </p14:xfrm>
          </p:contentPart>
        </mc:Choice>
        <mc:Fallback>
          <p:pic>
            <p:nvPicPr>
              <p:cNvPr id="259" name="Ink 258">
                <a:extLst>
                  <a:ext uri="{FF2B5EF4-FFF2-40B4-BE49-F238E27FC236}">
                    <a16:creationId xmlns:a16="http://schemas.microsoft.com/office/drawing/2014/main" id="{17D14A32-58E8-1A11-F773-0F6E2AEE8FF2}"/>
                  </a:ext>
                </a:extLst>
              </p:cNvPr>
              <p:cNvPicPr/>
              <p:nvPr/>
            </p:nvPicPr>
            <p:blipFill>
              <a:blip r:embed="rId342"/>
              <a:stretch>
                <a:fillRect/>
              </a:stretch>
            </p:blipFill>
            <p:spPr>
              <a:xfrm>
                <a:off x="6557567" y="5070037"/>
                <a:ext cx="15048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3">
            <p14:nvContentPartPr>
              <p14:cNvPr id="260" name="Ink 259">
                <a:extLst>
                  <a:ext uri="{FF2B5EF4-FFF2-40B4-BE49-F238E27FC236}">
                    <a16:creationId xmlns:a16="http://schemas.microsoft.com/office/drawing/2014/main" id="{6CE432F8-59A9-AFE9-A2CF-9E04F63629D7}"/>
                  </a:ext>
                </a:extLst>
              </p14:cNvPr>
              <p14:cNvContentPartPr/>
              <p14:nvPr/>
            </p14:nvContentPartPr>
            <p14:xfrm>
              <a:off x="6750887" y="4985797"/>
              <a:ext cx="25560" cy="194400"/>
            </p14:xfrm>
          </p:contentPart>
        </mc:Choice>
        <mc:Fallback>
          <p:pic>
            <p:nvPicPr>
              <p:cNvPr id="260" name="Ink 259">
                <a:extLst>
                  <a:ext uri="{FF2B5EF4-FFF2-40B4-BE49-F238E27FC236}">
                    <a16:creationId xmlns:a16="http://schemas.microsoft.com/office/drawing/2014/main" id="{6CE432F8-59A9-AFE9-A2CF-9E04F63629D7}"/>
                  </a:ext>
                </a:extLst>
              </p:cNvPr>
              <p:cNvPicPr/>
              <p:nvPr/>
            </p:nvPicPr>
            <p:blipFill>
              <a:blip r:embed="rId344"/>
              <a:stretch>
                <a:fillRect/>
              </a:stretch>
            </p:blipFill>
            <p:spPr>
              <a:xfrm>
                <a:off x="6733247" y="4967797"/>
                <a:ext cx="61200" cy="23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5">
            <p14:nvContentPartPr>
              <p14:cNvPr id="261" name="Ink 260">
                <a:extLst>
                  <a:ext uri="{FF2B5EF4-FFF2-40B4-BE49-F238E27FC236}">
                    <a16:creationId xmlns:a16="http://schemas.microsoft.com/office/drawing/2014/main" id="{F78C9779-8F07-3F25-1830-E82DB82B8EB0}"/>
                  </a:ext>
                </a:extLst>
              </p14:cNvPr>
              <p14:cNvContentPartPr/>
              <p14:nvPr/>
            </p14:nvContentPartPr>
            <p14:xfrm>
              <a:off x="6790487" y="4964557"/>
              <a:ext cx="173520" cy="185040"/>
            </p14:xfrm>
          </p:contentPart>
        </mc:Choice>
        <mc:Fallback>
          <p:pic>
            <p:nvPicPr>
              <p:cNvPr id="261" name="Ink 260">
                <a:extLst>
                  <a:ext uri="{FF2B5EF4-FFF2-40B4-BE49-F238E27FC236}">
                    <a16:creationId xmlns:a16="http://schemas.microsoft.com/office/drawing/2014/main" id="{F78C9779-8F07-3F25-1830-E82DB82B8EB0}"/>
                  </a:ext>
                </a:extLst>
              </p:cNvPr>
              <p:cNvPicPr/>
              <p:nvPr/>
            </p:nvPicPr>
            <p:blipFill>
              <a:blip r:embed="rId346"/>
              <a:stretch>
                <a:fillRect/>
              </a:stretch>
            </p:blipFill>
            <p:spPr>
              <a:xfrm>
                <a:off x="6772847" y="4946557"/>
                <a:ext cx="209160" cy="22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7">
            <p14:nvContentPartPr>
              <p14:cNvPr id="262" name="Ink 261">
                <a:extLst>
                  <a:ext uri="{FF2B5EF4-FFF2-40B4-BE49-F238E27FC236}">
                    <a16:creationId xmlns:a16="http://schemas.microsoft.com/office/drawing/2014/main" id="{F4CC7AE0-4020-EBEA-C460-1770D7A204DA}"/>
                  </a:ext>
                </a:extLst>
              </p14:cNvPr>
              <p14:cNvContentPartPr/>
              <p14:nvPr/>
            </p14:nvContentPartPr>
            <p14:xfrm>
              <a:off x="7009727" y="5060677"/>
              <a:ext cx="73800" cy="17640"/>
            </p14:xfrm>
          </p:contentPart>
        </mc:Choice>
        <mc:Fallback>
          <p:pic>
            <p:nvPicPr>
              <p:cNvPr id="262" name="Ink 261">
                <a:extLst>
                  <a:ext uri="{FF2B5EF4-FFF2-40B4-BE49-F238E27FC236}">
                    <a16:creationId xmlns:a16="http://schemas.microsoft.com/office/drawing/2014/main" id="{F4CC7AE0-4020-EBEA-C460-1770D7A204DA}"/>
                  </a:ext>
                </a:extLst>
              </p:cNvPr>
              <p:cNvPicPr/>
              <p:nvPr/>
            </p:nvPicPr>
            <p:blipFill>
              <a:blip r:embed="rId348"/>
              <a:stretch>
                <a:fillRect/>
              </a:stretch>
            </p:blipFill>
            <p:spPr>
              <a:xfrm>
                <a:off x="6991727" y="5042677"/>
                <a:ext cx="109440" cy="5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9">
            <p14:nvContentPartPr>
              <p14:cNvPr id="263" name="Ink 262">
                <a:extLst>
                  <a:ext uri="{FF2B5EF4-FFF2-40B4-BE49-F238E27FC236}">
                    <a16:creationId xmlns:a16="http://schemas.microsoft.com/office/drawing/2014/main" id="{ADA46ADF-E7BD-27B5-A3F0-DDF768139F8C}"/>
                  </a:ext>
                </a:extLst>
              </p14:cNvPr>
              <p14:cNvContentPartPr/>
              <p14:nvPr/>
            </p14:nvContentPartPr>
            <p14:xfrm>
              <a:off x="7038887" y="4995877"/>
              <a:ext cx="21600" cy="168480"/>
            </p14:xfrm>
          </p:contentPart>
        </mc:Choice>
        <mc:Fallback>
          <p:pic>
            <p:nvPicPr>
              <p:cNvPr id="263" name="Ink 262">
                <a:extLst>
                  <a:ext uri="{FF2B5EF4-FFF2-40B4-BE49-F238E27FC236}">
                    <a16:creationId xmlns:a16="http://schemas.microsoft.com/office/drawing/2014/main" id="{ADA46ADF-E7BD-27B5-A3F0-DDF768139F8C}"/>
                  </a:ext>
                </a:extLst>
              </p:cNvPr>
              <p:cNvPicPr/>
              <p:nvPr/>
            </p:nvPicPr>
            <p:blipFill>
              <a:blip r:embed="rId350"/>
              <a:stretch>
                <a:fillRect/>
              </a:stretch>
            </p:blipFill>
            <p:spPr>
              <a:xfrm>
                <a:off x="7020887" y="4977877"/>
                <a:ext cx="57240" cy="20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1">
            <p14:nvContentPartPr>
              <p14:cNvPr id="264" name="Ink 263">
                <a:extLst>
                  <a:ext uri="{FF2B5EF4-FFF2-40B4-BE49-F238E27FC236}">
                    <a16:creationId xmlns:a16="http://schemas.microsoft.com/office/drawing/2014/main" id="{9C41D012-7043-2312-0DD7-C79C9FF2C9AA}"/>
                  </a:ext>
                </a:extLst>
              </p14:cNvPr>
              <p14:cNvContentPartPr/>
              <p14:nvPr/>
            </p14:nvContentPartPr>
            <p14:xfrm>
              <a:off x="7185047" y="4972477"/>
              <a:ext cx="14760" cy="187560"/>
            </p14:xfrm>
          </p:contentPart>
        </mc:Choice>
        <mc:Fallback>
          <p:pic>
            <p:nvPicPr>
              <p:cNvPr id="264" name="Ink 263">
                <a:extLst>
                  <a:ext uri="{FF2B5EF4-FFF2-40B4-BE49-F238E27FC236}">
                    <a16:creationId xmlns:a16="http://schemas.microsoft.com/office/drawing/2014/main" id="{9C41D012-7043-2312-0DD7-C79C9FF2C9AA}"/>
                  </a:ext>
                </a:extLst>
              </p:cNvPr>
              <p:cNvPicPr/>
              <p:nvPr/>
            </p:nvPicPr>
            <p:blipFill>
              <a:blip r:embed="rId352"/>
              <a:stretch>
                <a:fillRect/>
              </a:stretch>
            </p:blipFill>
            <p:spPr>
              <a:xfrm>
                <a:off x="7167407" y="4954477"/>
                <a:ext cx="50400" cy="22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3">
            <p14:nvContentPartPr>
              <p14:cNvPr id="265" name="Ink 264">
                <a:extLst>
                  <a:ext uri="{FF2B5EF4-FFF2-40B4-BE49-F238E27FC236}">
                    <a16:creationId xmlns:a16="http://schemas.microsoft.com/office/drawing/2014/main" id="{A1D96822-3D57-C30D-E4FF-4D2EA53B3E9A}"/>
                  </a:ext>
                </a:extLst>
              </p14:cNvPr>
              <p14:cNvContentPartPr/>
              <p14:nvPr/>
            </p14:nvContentPartPr>
            <p14:xfrm>
              <a:off x="6603647" y="5271637"/>
              <a:ext cx="658800" cy="128160"/>
            </p14:xfrm>
          </p:contentPart>
        </mc:Choice>
        <mc:Fallback>
          <p:pic>
            <p:nvPicPr>
              <p:cNvPr id="265" name="Ink 264">
                <a:extLst>
                  <a:ext uri="{FF2B5EF4-FFF2-40B4-BE49-F238E27FC236}">
                    <a16:creationId xmlns:a16="http://schemas.microsoft.com/office/drawing/2014/main" id="{A1D96822-3D57-C30D-E4FF-4D2EA53B3E9A}"/>
                  </a:ext>
                </a:extLst>
              </p:cNvPr>
              <p:cNvPicPr/>
              <p:nvPr/>
            </p:nvPicPr>
            <p:blipFill>
              <a:blip r:embed="rId354"/>
              <a:stretch>
                <a:fillRect/>
              </a:stretch>
            </p:blipFill>
            <p:spPr>
              <a:xfrm>
                <a:off x="6585647" y="5253997"/>
                <a:ext cx="694440" cy="16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5">
            <p14:nvContentPartPr>
              <p14:cNvPr id="266" name="Ink 265">
                <a:extLst>
                  <a:ext uri="{FF2B5EF4-FFF2-40B4-BE49-F238E27FC236}">
                    <a16:creationId xmlns:a16="http://schemas.microsoft.com/office/drawing/2014/main" id="{AABAA3C1-B0C2-68A0-C80D-34CF03CF13BC}"/>
                  </a:ext>
                </a:extLst>
              </p14:cNvPr>
              <p14:cNvContentPartPr/>
              <p14:nvPr/>
            </p14:nvContentPartPr>
            <p14:xfrm>
              <a:off x="6941327" y="5479357"/>
              <a:ext cx="166320" cy="217440"/>
            </p14:xfrm>
          </p:contentPart>
        </mc:Choice>
        <mc:Fallback>
          <p:pic>
            <p:nvPicPr>
              <p:cNvPr id="266" name="Ink 265">
                <a:extLst>
                  <a:ext uri="{FF2B5EF4-FFF2-40B4-BE49-F238E27FC236}">
                    <a16:creationId xmlns:a16="http://schemas.microsoft.com/office/drawing/2014/main" id="{AABAA3C1-B0C2-68A0-C80D-34CF03CF13BC}"/>
                  </a:ext>
                </a:extLst>
              </p:cNvPr>
              <p:cNvPicPr/>
              <p:nvPr/>
            </p:nvPicPr>
            <p:blipFill>
              <a:blip r:embed="rId356"/>
              <a:stretch>
                <a:fillRect/>
              </a:stretch>
            </p:blipFill>
            <p:spPr>
              <a:xfrm>
                <a:off x="6923687" y="5461357"/>
                <a:ext cx="201960" cy="25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7">
            <p14:nvContentPartPr>
              <p14:cNvPr id="268" name="Ink 267">
                <a:extLst>
                  <a:ext uri="{FF2B5EF4-FFF2-40B4-BE49-F238E27FC236}">
                    <a16:creationId xmlns:a16="http://schemas.microsoft.com/office/drawing/2014/main" id="{A60439B3-844D-B57E-47CD-752EF41BE349}"/>
                  </a:ext>
                </a:extLst>
              </p14:cNvPr>
              <p14:cNvContentPartPr/>
              <p14:nvPr/>
            </p14:nvContentPartPr>
            <p14:xfrm>
              <a:off x="7736927" y="5065717"/>
              <a:ext cx="115920" cy="28440"/>
            </p14:xfrm>
          </p:contentPart>
        </mc:Choice>
        <mc:Fallback>
          <p:pic>
            <p:nvPicPr>
              <p:cNvPr id="268" name="Ink 267">
                <a:extLst>
                  <a:ext uri="{FF2B5EF4-FFF2-40B4-BE49-F238E27FC236}">
                    <a16:creationId xmlns:a16="http://schemas.microsoft.com/office/drawing/2014/main" id="{A60439B3-844D-B57E-47CD-752EF41BE349}"/>
                  </a:ext>
                </a:extLst>
              </p:cNvPr>
              <p:cNvPicPr/>
              <p:nvPr/>
            </p:nvPicPr>
            <p:blipFill>
              <a:blip r:embed="rId358"/>
              <a:stretch>
                <a:fillRect/>
              </a:stretch>
            </p:blipFill>
            <p:spPr>
              <a:xfrm>
                <a:off x="7719287" y="5048077"/>
                <a:ext cx="151560" cy="6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9">
            <p14:nvContentPartPr>
              <p14:cNvPr id="269" name="Ink 268">
                <a:extLst>
                  <a:ext uri="{FF2B5EF4-FFF2-40B4-BE49-F238E27FC236}">
                    <a16:creationId xmlns:a16="http://schemas.microsoft.com/office/drawing/2014/main" id="{DC8EF32F-7240-6C94-38ED-332B689DFCAF}"/>
                  </a:ext>
                </a:extLst>
              </p14:cNvPr>
              <p14:cNvContentPartPr/>
              <p14:nvPr/>
            </p14:nvContentPartPr>
            <p14:xfrm>
              <a:off x="7929167" y="4967077"/>
              <a:ext cx="34200" cy="217800"/>
            </p14:xfrm>
          </p:contentPart>
        </mc:Choice>
        <mc:Fallback>
          <p:pic>
            <p:nvPicPr>
              <p:cNvPr id="269" name="Ink 268">
                <a:extLst>
                  <a:ext uri="{FF2B5EF4-FFF2-40B4-BE49-F238E27FC236}">
                    <a16:creationId xmlns:a16="http://schemas.microsoft.com/office/drawing/2014/main" id="{DC8EF32F-7240-6C94-38ED-332B689DFCAF}"/>
                  </a:ext>
                </a:extLst>
              </p:cNvPr>
              <p:cNvPicPr/>
              <p:nvPr/>
            </p:nvPicPr>
            <p:blipFill>
              <a:blip r:embed="rId360"/>
              <a:stretch>
                <a:fillRect/>
              </a:stretch>
            </p:blipFill>
            <p:spPr>
              <a:xfrm>
                <a:off x="7911527" y="4949437"/>
                <a:ext cx="69840" cy="25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1">
            <p14:nvContentPartPr>
              <p14:cNvPr id="270" name="Ink 269">
                <a:extLst>
                  <a:ext uri="{FF2B5EF4-FFF2-40B4-BE49-F238E27FC236}">
                    <a16:creationId xmlns:a16="http://schemas.microsoft.com/office/drawing/2014/main" id="{B129171F-E6C9-1588-241A-5D360282C293}"/>
                  </a:ext>
                </a:extLst>
              </p14:cNvPr>
              <p14:cNvContentPartPr/>
              <p14:nvPr/>
            </p14:nvContentPartPr>
            <p14:xfrm>
              <a:off x="7986047" y="4951597"/>
              <a:ext cx="195480" cy="191880"/>
            </p14:xfrm>
          </p:contentPart>
        </mc:Choice>
        <mc:Fallback>
          <p:pic>
            <p:nvPicPr>
              <p:cNvPr id="270" name="Ink 269">
                <a:extLst>
                  <a:ext uri="{FF2B5EF4-FFF2-40B4-BE49-F238E27FC236}">
                    <a16:creationId xmlns:a16="http://schemas.microsoft.com/office/drawing/2014/main" id="{B129171F-E6C9-1588-241A-5D360282C293}"/>
                  </a:ext>
                </a:extLst>
              </p:cNvPr>
              <p:cNvPicPr/>
              <p:nvPr/>
            </p:nvPicPr>
            <p:blipFill>
              <a:blip r:embed="rId362"/>
              <a:stretch>
                <a:fillRect/>
              </a:stretch>
            </p:blipFill>
            <p:spPr>
              <a:xfrm>
                <a:off x="7968407" y="4933957"/>
                <a:ext cx="231120" cy="22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3">
            <p14:nvContentPartPr>
              <p14:cNvPr id="293" name="Ink 292">
                <a:extLst>
                  <a:ext uri="{FF2B5EF4-FFF2-40B4-BE49-F238E27FC236}">
                    <a16:creationId xmlns:a16="http://schemas.microsoft.com/office/drawing/2014/main" id="{522D1E70-C7C2-4EE4-9819-310A2D62A736}"/>
                  </a:ext>
                </a:extLst>
              </p14:cNvPr>
              <p14:cNvContentPartPr/>
              <p14:nvPr/>
            </p14:nvContentPartPr>
            <p14:xfrm>
              <a:off x="3469433" y="5963124"/>
              <a:ext cx="141840" cy="28440"/>
            </p14:xfrm>
          </p:contentPart>
        </mc:Choice>
        <mc:Fallback>
          <p:pic>
            <p:nvPicPr>
              <p:cNvPr id="293" name="Ink 292">
                <a:extLst>
                  <a:ext uri="{FF2B5EF4-FFF2-40B4-BE49-F238E27FC236}">
                    <a16:creationId xmlns:a16="http://schemas.microsoft.com/office/drawing/2014/main" id="{522D1E70-C7C2-4EE4-9819-310A2D62A736}"/>
                  </a:ext>
                </a:extLst>
              </p:cNvPr>
              <p:cNvPicPr/>
              <p:nvPr/>
            </p:nvPicPr>
            <p:blipFill>
              <a:blip r:embed="rId364"/>
              <a:stretch>
                <a:fillRect/>
              </a:stretch>
            </p:blipFill>
            <p:spPr>
              <a:xfrm>
                <a:off x="3451433" y="5945484"/>
                <a:ext cx="177480" cy="6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5">
            <p14:nvContentPartPr>
              <p14:cNvPr id="294" name="Ink 293">
                <a:extLst>
                  <a:ext uri="{FF2B5EF4-FFF2-40B4-BE49-F238E27FC236}">
                    <a16:creationId xmlns:a16="http://schemas.microsoft.com/office/drawing/2014/main" id="{8F339F69-D8FA-BBA3-2657-3622D6DADD09}"/>
                  </a:ext>
                </a:extLst>
              </p14:cNvPr>
              <p14:cNvContentPartPr/>
              <p14:nvPr/>
            </p14:nvContentPartPr>
            <p14:xfrm>
              <a:off x="3686873" y="5896164"/>
              <a:ext cx="11880" cy="208080"/>
            </p14:xfrm>
          </p:contentPart>
        </mc:Choice>
        <mc:Fallback>
          <p:pic>
            <p:nvPicPr>
              <p:cNvPr id="294" name="Ink 293">
                <a:extLst>
                  <a:ext uri="{FF2B5EF4-FFF2-40B4-BE49-F238E27FC236}">
                    <a16:creationId xmlns:a16="http://schemas.microsoft.com/office/drawing/2014/main" id="{8F339F69-D8FA-BBA3-2657-3622D6DADD09}"/>
                  </a:ext>
                </a:extLst>
              </p:cNvPr>
              <p:cNvPicPr/>
              <p:nvPr/>
            </p:nvPicPr>
            <p:blipFill>
              <a:blip r:embed="rId366"/>
              <a:stretch>
                <a:fillRect/>
              </a:stretch>
            </p:blipFill>
            <p:spPr>
              <a:xfrm>
                <a:off x="3668873" y="5878164"/>
                <a:ext cx="47520" cy="24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7">
            <p14:nvContentPartPr>
              <p14:cNvPr id="296" name="Ink 295">
                <a:extLst>
                  <a:ext uri="{FF2B5EF4-FFF2-40B4-BE49-F238E27FC236}">
                    <a16:creationId xmlns:a16="http://schemas.microsoft.com/office/drawing/2014/main" id="{8C0B69BE-6192-D94F-A59F-5AD10B499A80}"/>
                  </a:ext>
                </a:extLst>
              </p14:cNvPr>
              <p14:cNvContentPartPr/>
              <p14:nvPr/>
            </p14:nvContentPartPr>
            <p14:xfrm>
              <a:off x="4458713" y="5860884"/>
              <a:ext cx="180720" cy="18720"/>
            </p14:xfrm>
          </p:contentPart>
        </mc:Choice>
        <mc:Fallback>
          <p:pic>
            <p:nvPicPr>
              <p:cNvPr id="296" name="Ink 295">
                <a:extLst>
                  <a:ext uri="{FF2B5EF4-FFF2-40B4-BE49-F238E27FC236}">
                    <a16:creationId xmlns:a16="http://schemas.microsoft.com/office/drawing/2014/main" id="{8C0B69BE-6192-D94F-A59F-5AD10B499A80}"/>
                  </a:ext>
                </a:extLst>
              </p:cNvPr>
              <p:cNvPicPr/>
              <p:nvPr/>
            </p:nvPicPr>
            <p:blipFill>
              <a:blip r:embed="rId368"/>
              <a:stretch>
                <a:fillRect/>
              </a:stretch>
            </p:blipFill>
            <p:spPr>
              <a:xfrm>
                <a:off x="4441073" y="5842884"/>
                <a:ext cx="21636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9">
            <p14:nvContentPartPr>
              <p14:cNvPr id="297" name="Ink 296">
                <a:extLst>
                  <a:ext uri="{FF2B5EF4-FFF2-40B4-BE49-F238E27FC236}">
                    <a16:creationId xmlns:a16="http://schemas.microsoft.com/office/drawing/2014/main" id="{D6EF0790-A3EA-6856-83E8-FECBD07C2D45}"/>
                  </a:ext>
                </a:extLst>
              </p14:cNvPr>
              <p14:cNvContentPartPr/>
              <p14:nvPr/>
            </p14:nvContentPartPr>
            <p14:xfrm>
              <a:off x="4732673" y="5739564"/>
              <a:ext cx="33120" cy="278640"/>
            </p14:xfrm>
          </p:contentPart>
        </mc:Choice>
        <mc:Fallback>
          <p:pic>
            <p:nvPicPr>
              <p:cNvPr id="297" name="Ink 296">
                <a:extLst>
                  <a:ext uri="{FF2B5EF4-FFF2-40B4-BE49-F238E27FC236}">
                    <a16:creationId xmlns:a16="http://schemas.microsoft.com/office/drawing/2014/main" id="{D6EF0790-A3EA-6856-83E8-FECBD07C2D45}"/>
                  </a:ext>
                </a:extLst>
              </p:cNvPr>
              <p:cNvPicPr/>
              <p:nvPr/>
            </p:nvPicPr>
            <p:blipFill>
              <a:blip r:embed="rId370"/>
              <a:stretch>
                <a:fillRect/>
              </a:stretch>
            </p:blipFill>
            <p:spPr>
              <a:xfrm>
                <a:off x="4715033" y="5721924"/>
                <a:ext cx="68760" cy="31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1">
            <p14:nvContentPartPr>
              <p14:cNvPr id="299" name="Ink 298">
                <a:extLst>
                  <a:ext uri="{FF2B5EF4-FFF2-40B4-BE49-F238E27FC236}">
                    <a16:creationId xmlns:a16="http://schemas.microsoft.com/office/drawing/2014/main" id="{EAAC8A55-8F0C-87D3-DB58-921E82809B2E}"/>
                  </a:ext>
                </a:extLst>
              </p14:cNvPr>
              <p14:cNvContentPartPr/>
              <p14:nvPr/>
            </p14:nvContentPartPr>
            <p14:xfrm>
              <a:off x="5810513" y="5695644"/>
              <a:ext cx="225000" cy="280800"/>
            </p14:xfrm>
          </p:contentPart>
        </mc:Choice>
        <mc:Fallback>
          <p:pic>
            <p:nvPicPr>
              <p:cNvPr id="299" name="Ink 298">
                <a:extLst>
                  <a:ext uri="{FF2B5EF4-FFF2-40B4-BE49-F238E27FC236}">
                    <a16:creationId xmlns:a16="http://schemas.microsoft.com/office/drawing/2014/main" id="{EAAC8A55-8F0C-87D3-DB58-921E82809B2E}"/>
                  </a:ext>
                </a:extLst>
              </p:cNvPr>
              <p:cNvPicPr/>
              <p:nvPr/>
            </p:nvPicPr>
            <p:blipFill>
              <a:blip r:embed="rId372"/>
              <a:stretch>
                <a:fillRect/>
              </a:stretch>
            </p:blipFill>
            <p:spPr>
              <a:xfrm>
                <a:off x="5792873" y="5677644"/>
                <a:ext cx="260640" cy="31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3">
            <p14:nvContentPartPr>
              <p14:cNvPr id="300" name="Ink 299">
                <a:extLst>
                  <a:ext uri="{FF2B5EF4-FFF2-40B4-BE49-F238E27FC236}">
                    <a16:creationId xmlns:a16="http://schemas.microsoft.com/office/drawing/2014/main" id="{84828E26-9AA8-D20A-48DB-70B443DD8D83}"/>
                  </a:ext>
                </a:extLst>
              </p14:cNvPr>
              <p14:cNvContentPartPr/>
              <p14:nvPr/>
            </p14:nvContentPartPr>
            <p14:xfrm>
              <a:off x="6778193" y="5734164"/>
              <a:ext cx="220680" cy="195480"/>
            </p14:xfrm>
          </p:contentPart>
        </mc:Choice>
        <mc:Fallback>
          <p:pic>
            <p:nvPicPr>
              <p:cNvPr id="300" name="Ink 299">
                <a:extLst>
                  <a:ext uri="{FF2B5EF4-FFF2-40B4-BE49-F238E27FC236}">
                    <a16:creationId xmlns:a16="http://schemas.microsoft.com/office/drawing/2014/main" id="{84828E26-9AA8-D20A-48DB-70B443DD8D83}"/>
                  </a:ext>
                </a:extLst>
              </p:cNvPr>
              <p:cNvPicPr/>
              <p:nvPr/>
            </p:nvPicPr>
            <p:blipFill>
              <a:blip r:embed="rId374"/>
              <a:stretch>
                <a:fillRect/>
              </a:stretch>
            </p:blipFill>
            <p:spPr>
              <a:xfrm>
                <a:off x="6760193" y="5716164"/>
                <a:ext cx="256320" cy="23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5">
            <p14:nvContentPartPr>
              <p14:cNvPr id="301" name="Ink 300">
                <a:extLst>
                  <a:ext uri="{FF2B5EF4-FFF2-40B4-BE49-F238E27FC236}">
                    <a16:creationId xmlns:a16="http://schemas.microsoft.com/office/drawing/2014/main" id="{0801E5BA-48D3-32CF-2E5C-C451F831D972}"/>
                  </a:ext>
                </a:extLst>
              </p14:cNvPr>
              <p14:cNvContentPartPr/>
              <p14:nvPr/>
            </p14:nvContentPartPr>
            <p14:xfrm>
              <a:off x="7850993" y="5793924"/>
              <a:ext cx="155880" cy="16560"/>
            </p14:xfrm>
          </p:contentPart>
        </mc:Choice>
        <mc:Fallback>
          <p:pic>
            <p:nvPicPr>
              <p:cNvPr id="301" name="Ink 300">
                <a:extLst>
                  <a:ext uri="{FF2B5EF4-FFF2-40B4-BE49-F238E27FC236}">
                    <a16:creationId xmlns:a16="http://schemas.microsoft.com/office/drawing/2014/main" id="{0801E5BA-48D3-32CF-2E5C-C451F831D972}"/>
                  </a:ext>
                </a:extLst>
              </p:cNvPr>
              <p:cNvPicPr/>
              <p:nvPr/>
            </p:nvPicPr>
            <p:blipFill>
              <a:blip r:embed="rId376"/>
              <a:stretch>
                <a:fillRect/>
              </a:stretch>
            </p:blipFill>
            <p:spPr>
              <a:xfrm>
                <a:off x="7833353" y="5776284"/>
                <a:ext cx="191520" cy="5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7">
            <p14:nvContentPartPr>
              <p14:cNvPr id="302" name="Ink 301">
                <a:extLst>
                  <a:ext uri="{FF2B5EF4-FFF2-40B4-BE49-F238E27FC236}">
                    <a16:creationId xmlns:a16="http://schemas.microsoft.com/office/drawing/2014/main" id="{5935932E-3FBB-30EC-5119-45D7E62A0A45}"/>
                  </a:ext>
                </a:extLst>
              </p14:cNvPr>
              <p14:cNvContentPartPr/>
              <p14:nvPr/>
            </p14:nvContentPartPr>
            <p14:xfrm>
              <a:off x="8153393" y="5689164"/>
              <a:ext cx="14760" cy="204120"/>
            </p14:xfrm>
          </p:contentPart>
        </mc:Choice>
        <mc:Fallback>
          <p:pic>
            <p:nvPicPr>
              <p:cNvPr id="302" name="Ink 301">
                <a:extLst>
                  <a:ext uri="{FF2B5EF4-FFF2-40B4-BE49-F238E27FC236}">
                    <a16:creationId xmlns:a16="http://schemas.microsoft.com/office/drawing/2014/main" id="{5935932E-3FBB-30EC-5119-45D7E62A0A45}"/>
                  </a:ext>
                </a:extLst>
              </p:cNvPr>
              <p:cNvPicPr/>
              <p:nvPr/>
            </p:nvPicPr>
            <p:blipFill>
              <a:blip r:embed="rId378"/>
              <a:stretch>
                <a:fillRect/>
              </a:stretch>
            </p:blipFill>
            <p:spPr>
              <a:xfrm>
                <a:off x="8135393" y="5671164"/>
                <a:ext cx="50400" cy="23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9">
            <p14:nvContentPartPr>
              <p14:cNvPr id="303" name="Ink 302">
                <a:extLst>
                  <a:ext uri="{FF2B5EF4-FFF2-40B4-BE49-F238E27FC236}">
                    <a16:creationId xmlns:a16="http://schemas.microsoft.com/office/drawing/2014/main" id="{E5860B31-17BA-ED3A-C487-A2D8150E2E7C}"/>
                  </a:ext>
                </a:extLst>
              </p14:cNvPr>
              <p14:cNvContentPartPr/>
              <p14:nvPr/>
            </p14:nvContentPartPr>
            <p14:xfrm>
              <a:off x="8179673" y="5696364"/>
              <a:ext cx="271800" cy="189720"/>
            </p14:xfrm>
          </p:contentPart>
        </mc:Choice>
        <mc:Fallback>
          <p:pic>
            <p:nvPicPr>
              <p:cNvPr id="303" name="Ink 302">
                <a:extLst>
                  <a:ext uri="{FF2B5EF4-FFF2-40B4-BE49-F238E27FC236}">
                    <a16:creationId xmlns:a16="http://schemas.microsoft.com/office/drawing/2014/main" id="{E5860B31-17BA-ED3A-C487-A2D8150E2E7C}"/>
                  </a:ext>
                </a:extLst>
              </p:cNvPr>
              <p:cNvPicPr/>
              <p:nvPr/>
            </p:nvPicPr>
            <p:blipFill>
              <a:blip r:embed="rId380"/>
              <a:stretch>
                <a:fillRect/>
              </a:stretch>
            </p:blipFill>
            <p:spPr>
              <a:xfrm>
                <a:off x="8162033" y="5678724"/>
                <a:ext cx="307440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1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0F5D031E-A175-4007-7473-6903512C0B5E}"/>
                  </a:ext>
                </a:extLst>
              </p14:cNvPr>
              <p14:cNvContentPartPr/>
              <p14:nvPr/>
            </p14:nvContentPartPr>
            <p14:xfrm>
              <a:off x="2487767" y="6410542"/>
              <a:ext cx="43560" cy="150120"/>
            </p14:xfrm>
          </p:contentPart>
        </mc:Choice>
        <mc:Fallback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0F5D031E-A175-4007-7473-6903512C0B5E}"/>
                  </a:ext>
                </a:extLst>
              </p:cNvPr>
              <p:cNvPicPr/>
              <p:nvPr/>
            </p:nvPicPr>
            <p:blipFill>
              <a:blip r:embed="rId382"/>
              <a:stretch>
                <a:fillRect/>
              </a:stretch>
            </p:blipFill>
            <p:spPr>
              <a:xfrm>
                <a:off x="2469767" y="6392542"/>
                <a:ext cx="79200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3">
            <p14:nvContentPartPr>
              <p14:cNvPr id="219" name="Ink 218">
                <a:extLst>
                  <a:ext uri="{FF2B5EF4-FFF2-40B4-BE49-F238E27FC236}">
                    <a16:creationId xmlns:a16="http://schemas.microsoft.com/office/drawing/2014/main" id="{5AD1E44C-1E9E-6516-C7B9-100CBA52C424}"/>
                  </a:ext>
                </a:extLst>
              </p14:cNvPr>
              <p14:cNvContentPartPr/>
              <p14:nvPr/>
            </p14:nvContentPartPr>
            <p14:xfrm>
              <a:off x="2496767" y="6413062"/>
              <a:ext cx="130320" cy="169200"/>
            </p14:xfrm>
          </p:contentPart>
        </mc:Choice>
        <mc:Fallback>
          <p:pic>
            <p:nvPicPr>
              <p:cNvPr id="219" name="Ink 218">
                <a:extLst>
                  <a:ext uri="{FF2B5EF4-FFF2-40B4-BE49-F238E27FC236}">
                    <a16:creationId xmlns:a16="http://schemas.microsoft.com/office/drawing/2014/main" id="{5AD1E44C-1E9E-6516-C7B9-100CBA52C424}"/>
                  </a:ext>
                </a:extLst>
              </p:cNvPr>
              <p:cNvPicPr/>
              <p:nvPr/>
            </p:nvPicPr>
            <p:blipFill>
              <a:blip r:embed="rId384"/>
              <a:stretch>
                <a:fillRect/>
              </a:stretch>
            </p:blipFill>
            <p:spPr>
              <a:xfrm>
                <a:off x="2478767" y="6395422"/>
                <a:ext cx="165960" cy="20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5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91439250-4C8F-D4C1-EE2F-DDC2C31C4A3F}"/>
                  </a:ext>
                </a:extLst>
              </p14:cNvPr>
              <p14:cNvContentPartPr/>
              <p14:nvPr/>
            </p14:nvContentPartPr>
            <p14:xfrm>
              <a:off x="2667767" y="6446902"/>
              <a:ext cx="169200" cy="279360"/>
            </p14:xfrm>
          </p:contentPart>
        </mc:Choice>
        <mc:Fallback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91439250-4C8F-D4C1-EE2F-DDC2C31C4A3F}"/>
                  </a:ext>
                </a:extLst>
              </p:cNvPr>
              <p:cNvPicPr/>
              <p:nvPr/>
            </p:nvPicPr>
            <p:blipFill>
              <a:blip r:embed="rId386"/>
              <a:stretch>
                <a:fillRect/>
              </a:stretch>
            </p:blipFill>
            <p:spPr>
              <a:xfrm>
                <a:off x="2649767" y="6429262"/>
                <a:ext cx="204840" cy="31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7">
            <p14:nvContentPartPr>
              <p14:cNvPr id="309" name="Ink 308">
                <a:extLst>
                  <a:ext uri="{FF2B5EF4-FFF2-40B4-BE49-F238E27FC236}">
                    <a16:creationId xmlns:a16="http://schemas.microsoft.com/office/drawing/2014/main" id="{CB87AC10-1AEF-1E63-2E55-E3EDEDED643E}"/>
                  </a:ext>
                </a:extLst>
              </p14:cNvPr>
              <p14:cNvContentPartPr/>
              <p14:nvPr/>
            </p14:nvContentPartPr>
            <p14:xfrm>
              <a:off x="2812433" y="6371364"/>
              <a:ext cx="32760" cy="71280"/>
            </p14:xfrm>
          </p:contentPart>
        </mc:Choice>
        <mc:Fallback>
          <p:pic>
            <p:nvPicPr>
              <p:cNvPr id="309" name="Ink 308">
                <a:extLst>
                  <a:ext uri="{FF2B5EF4-FFF2-40B4-BE49-F238E27FC236}">
                    <a16:creationId xmlns:a16="http://schemas.microsoft.com/office/drawing/2014/main" id="{CB87AC10-1AEF-1E63-2E55-E3EDEDED643E}"/>
                  </a:ext>
                </a:extLst>
              </p:cNvPr>
              <p:cNvPicPr/>
              <p:nvPr/>
            </p:nvPicPr>
            <p:blipFill>
              <a:blip r:embed="rId388"/>
              <a:stretch>
                <a:fillRect/>
              </a:stretch>
            </p:blipFill>
            <p:spPr>
              <a:xfrm>
                <a:off x="2794793" y="6353724"/>
                <a:ext cx="68400" cy="10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9">
            <p14:nvContentPartPr>
              <p14:cNvPr id="310" name="Ink 309">
                <a:extLst>
                  <a:ext uri="{FF2B5EF4-FFF2-40B4-BE49-F238E27FC236}">
                    <a16:creationId xmlns:a16="http://schemas.microsoft.com/office/drawing/2014/main" id="{B98E36B6-E3DD-BE43-64EF-ADFE44E0436D}"/>
                  </a:ext>
                </a:extLst>
              </p14:cNvPr>
              <p14:cNvContentPartPr/>
              <p14:nvPr/>
            </p14:nvContentPartPr>
            <p14:xfrm>
              <a:off x="2642513" y="6517164"/>
              <a:ext cx="183240" cy="232200"/>
            </p14:xfrm>
          </p:contentPart>
        </mc:Choice>
        <mc:Fallback>
          <p:pic>
            <p:nvPicPr>
              <p:cNvPr id="310" name="Ink 309">
                <a:extLst>
                  <a:ext uri="{FF2B5EF4-FFF2-40B4-BE49-F238E27FC236}">
                    <a16:creationId xmlns:a16="http://schemas.microsoft.com/office/drawing/2014/main" id="{B98E36B6-E3DD-BE43-64EF-ADFE44E0436D}"/>
                  </a:ext>
                </a:extLst>
              </p:cNvPr>
              <p:cNvPicPr/>
              <p:nvPr/>
            </p:nvPicPr>
            <p:blipFill>
              <a:blip r:embed="rId390"/>
              <a:stretch>
                <a:fillRect/>
              </a:stretch>
            </p:blipFill>
            <p:spPr>
              <a:xfrm>
                <a:off x="2624873" y="6499524"/>
                <a:ext cx="218880" cy="26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1">
            <p14:nvContentPartPr>
              <p14:cNvPr id="311" name="Ink 310">
                <a:extLst>
                  <a:ext uri="{FF2B5EF4-FFF2-40B4-BE49-F238E27FC236}">
                    <a16:creationId xmlns:a16="http://schemas.microsoft.com/office/drawing/2014/main" id="{F203068A-4477-D84E-F730-35549885AA89}"/>
                  </a:ext>
                </a:extLst>
              </p14:cNvPr>
              <p14:cNvContentPartPr/>
              <p14:nvPr/>
            </p14:nvContentPartPr>
            <p14:xfrm>
              <a:off x="2859593" y="6383244"/>
              <a:ext cx="2520" cy="16920"/>
            </p14:xfrm>
          </p:contentPart>
        </mc:Choice>
        <mc:Fallback>
          <p:pic>
            <p:nvPicPr>
              <p:cNvPr id="311" name="Ink 310">
                <a:extLst>
                  <a:ext uri="{FF2B5EF4-FFF2-40B4-BE49-F238E27FC236}">
                    <a16:creationId xmlns:a16="http://schemas.microsoft.com/office/drawing/2014/main" id="{F203068A-4477-D84E-F730-35549885AA89}"/>
                  </a:ext>
                </a:extLst>
              </p:cNvPr>
              <p:cNvPicPr/>
              <p:nvPr/>
            </p:nvPicPr>
            <p:blipFill>
              <a:blip r:embed="rId392"/>
              <a:stretch>
                <a:fillRect/>
              </a:stretch>
            </p:blipFill>
            <p:spPr>
              <a:xfrm>
                <a:off x="2841953" y="6365604"/>
                <a:ext cx="38160" cy="5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3">
            <p14:nvContentPartPr>
              <p14:cNvPr id="313" name="Ink 312">
                <a:extLst>
                  <a:ext uri="{FF2B5EF4-FFF2-40B4-BE49-F238E27FC236}">
                    <a16:creationId xmlns:a16="http://schemas.microsoft.com/office/drawing/2014/main" id="{BE7EDCF5-1DB1-65E9-4085-CC9E9F0EE791}"/>
                  </a:ext>
                </a:extLst>
              </p14:cNvPr>
              <p14:cNvContentPartPr/>
              <p14:nvPr/>
            </p14:nvContentPartPr>
            <p14:xfrm>
              <a:off x="3336953" y="6449844"/>
              <a:ext cx="46080" cy="177840"/>
            </p14:xfrm>
          </p:contentPart>
        </mc:Choice>
        <mc:Fallback>
          <p:pic>
            <p:nvPicPr>
              <p:cNvPr id="313" name="Ink 312">
                <a:extLst>
                  <a:ext uri="{FF2B5EF4-FFF2-40B4-BE49-F238E27FC236}">
                    <a16:creationId xmlns:a16="http://schemas.microsoft.com/office/drawing/2014/main" id="{BE7EDCF5-1DB1-65E9-4085-CC9E9F0EE791}"/>
                  </a:ext>
                </a:extLst>
              </p:cNvPr>
              <p:cNvPicPr/>
              <p:nvPr/>
            </p:nvPicPr>
            <p:blipFill>
              <a:blip r:embed="rId394"/>
              <a:stretch>
                <a:fillRect/>
              </a:stretch>
            </p:blipFill>
            <p:spPr>
              <a:xfrm>
                <a:off x="3319313" y="6431844"/>
                <a:ext cx="81720" cy="21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5">
            <p14:nvContentPartPr>
              <p14:cNvPr id="314" name="Ink 313">
                <a:extLst>
                  <a:ext uri="{FF2B5EF4-FFF2-40B4-BE49-F238E27FC236}">
                    <a16:creationId xmlns:a16="http://schemas.microsoft.com/office/drawing/2014/main" id="{2988B519-066C-8A0C-49DC-EAD5C30B10AE}"/>
                  </a:ext>
                </a:extLst>
              </p14:cNvPr>
              <p14:cNvContentPartPr/>
              <p14:nvPr/>
            </p14:nvContentPartPr>
            <p14:xfrm>
              <a:off x="3483113" y="6421044"/>
              <a:ext cx="104400" cy="196920"/>
            </p14:xfrm>
          </p:contentPart>
        </mc:Choice>
        <mc:Fallback>
          <p:pic>
            <p:nvPicPr>
              <p:cNvPr id="314" name="Ink 313">
                <a:extLst>
                  <a:ext uri="{FF2B5EF4-FFF2-40B4-BE49-F238E27FC236}">
                    <a16:creationId xmlns:a16="http://schemas.microsoft.com/office/drawing/2014/main" id="{2988B519-066C-8A0C-49DC-EAD5C30B10AE}"/>
                  </a:ext>
                </a:extLst>
              </p:cNvPr>
              <p:cNvPicPr/>
              <p:nvPr/>
            </p:nvPicPr>
            <p:blipFill>
              <a:blip r:embed="rId396"/>
              <a:stretch>
                <a:fillRect/>
              </a:stretch>
            </p:blipFill>
            <p:spPr>
              <a:xfrm>
                <a:off x="3465113" y="6403404"/>
                <a:ext cx="140040" cy="23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7">
            <p14:nvContentPartPr>
              <p14:cNvPr id="315" name="Ink 314">
                <a:extLst>
                  <a:ext uri="{FF2B5EF4-FFF2-40B4-BE49-F238E27FC236}">
                    <a16:creationId xmlns:a16="http://schemas.microsoft.com/office/drawing/2014/main" id="{88DBDB31-C4D8-C261-3AA6-C26DF1857427}"/>
                  </a:ext>
                </a:extLst>
              </p14:cNvPr>
              <p14:cNvContentPartPr/>
              <p14:nvPr/>
            </p14:nvContentPartPr>
            <p14:xfrm>
              <a:off x="3659153" y="6423924"/>
              <a:ext cx="9000" cy="140400"/>
            </p14:xfrm>
          </p:contentPart>
        </mc:Choice>
        <mc:Fallback>
          <p:pic>
            <p:nvPicPr>
              <p:cNvPr id="315" name="Ink 314">
                <a:extLst>
                  <a:ext uri="{FF2B5EF4-FFF2-40B4-BE49-F238E27FC236}">
                    <a16:creationId xmlns:a16="http://schemas.microsoft.com/office/drawing/2014/main" id="{88DBDB31-C4D8-C261-3AA6-C26DF1857427}"/>
                  </a:ext>
                </a:extLst>
              </p:cNvPr>
              <p:cNvPicPr/>
              <p:nvPr/>
            </p:nvPicPr>
            <p:blipFill>
              <a:blip r:embed="rId398"/>
              <a:stretch>
                <a:fillRect/>
              </a:stretch>
            </p:blipFill>
            <p:spPr>
              <a:xfrm>
                <a:off x="3641153" y="6405924"/>
                <a:ext cx="44640" cy="17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9">
            <p14:nvContentPartPr>
              <p14:cNvPr id="316" name="Ink 315">
                <a:extLst>
                  <a:ext uri="{FF2B5EF4-FFF2-40B4-BE49-F238E27FC236}">
                    <a16:creationId xmlns:a16="http://schemas.microsoft.com/office/drawing/2014/main" id="{0513FACC-2ADB-2DA5-0AE5-B7EA07968969}"/>
                  </a:ext>
                </a:extLst>
              </p14:cNvPr>
              <p14:cNvContentPartPr/>
              <p14:nvPr/>
            </p14:nvContentPartPr>
            <p14:xfrm>
              <a:off x="3665273" y="6403404"/>
              <a:ext cx="183240" cy="174240"/>
            </p14:xfrm>
          </p:contentPart>
        </mc:Choice>
        <mc:Fallback>
          <p:pic>
            <p:nvPicPr>
              <p:cNvPr id="316" name="Ink 315">
                <a:extLst>
                  <a:ext uri="{FF2B5EF4-FFF2-40B4-BE49-F238E27FC236}">
                    <a16:creationId xmlns:a16="http://schemas.microsoft.com/office/drawing/2014/main" id="{0513FACC-2ADB-2DA5-0AE5-B7EA07968969}"/>
                  </a:ext>
                </a:extLst>
              </p:cNvPr>
              <p:cNvPicPr/>
              <p:nvPr/>
            </p:nvPicPr>
            <p:blipFill>
              <a:blip r:embed="rId400"/>
              <a:stretch>
                <a:fillRect/>
              </a:stretch>
            </p:blipFill>
            <p:spPr>
              <a:xfrm>
                <a:off x="3647273" y="6385404"/>
                <a:ext cx="218880" cy="20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1">
            <p14:nvContentPartPr>
              <p14:cNvPr id="317" name="Ink 316">
                <a:extLst>
                  <a:ext uri="{FF2B5EF4-FFF2-40B4-BE49-F238E27FC236}">
                    <a16:creationId xmlns:a16="http://schemas.microsoft.com/office/drawing/2014/main" id="{492C3114-64EC-2C4E-653B-122B5D3E1D37}"/>
                  </a:ext>
                </a:extLst>
              </p14:cNvPr>
              <p14:cNvContentPartPr/>
              <p14:nvPr/>
            </p14:nvContentPartPr>
            <p14:xfrm>
              <a:off x="3947153" y="6462804"/>
              <a:ext cx="116640" cy="30240"/>
            </p14:xfrm>
          </p:contentPart>
        </mc:Choice>
        <mc:Fallback>
          <p:pic>
            <p:nvPicPr>
              <p:cNvPr id="317" name="Ink 316">
                <a:extLst>
                  <a:ext uri="{FF2B5EF4-FFF2-40B4-BE49-F238E27FC236}">
                    <a16:creationId xmlns:a16="http://schemas.microsoft.com/office/drawing/2014/main" id="{492C3114-64EC-2C4E-653B-122B5D3E1D37}"/>
                  </a:ext>
                </a:extLst>
              </p:cNvPr>
              <p:cNvPicPr/>
              <p:nvPr/>
            </p:nvPicPr>
            <p:blipFill>
              <a:blip r:embed="rId402"/>
              <a:stretch>
                <a:fillRect/>
              </a:stretch>
            </p:blipFill>
            <p:spPr>
              <a:xfrm>
                <a:off x="3929513" y="6445164"/>
                <a:ext cx="152280" cy="6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3">
            <p14:nvContentPartPr>
              <p14:cNvPr id="318" name="Ink 317">
                <a:extLst>
                  <a:ext uri="{FF2B5EF4-FFF2-40B4-BE49-F238E27FC236}">
                    <a16:creationId xmlns:a16="http://schemas.microsoft.com/office/drawing/2014/main" id="{540134C8-2F6A-80FC-51F3-80EECAF160FF}"/>
                  </a:ext>
                </a:extLst>
              </p14:cNvPr>
              <p14:cNvContentPartPr/>
              <p14:nvPr/>
            </p14:nvContentPartPr>
            <p14:xfrm>
              <a:off x="4128593" y="6298284"/>
              <a:ext cx="136080" cy="240840"/>
            </p14:xfrm>
          </p:contentPart>
        </mc:Choice>
        <mc:Fallback>
          <p:pic>
            <p:nvPicPr>
              <p:cNvPr id="318" name="Ink 317">
                <a:extLst>
                  <a:ext uri="{FF2B5EF4-FFF2-40B4-BE49-F238E27FC236}">
                    <a16:creationId xmlns:a16="http://schemas.microsoft.com/office/drawing/2014/main" id="{540134C8-2F6A-80FC-51F3-80EECAF160FF}"/>
                  </a:ext>
                </a:extLst>
              </p:cNvPr>
              <p:cNvPicPr/>
              <p:nvPr/>
            </p:nvPicPr>
            <p:blipFill>
              <a:blip r:embed="rId404"/>
              <a:stretch>
                <a:fillRect/>
              </a:stretch>
            </p:blipFill>
            <p:spPr>
              <a:xfrm>
                <a:off x="4110953" y="6280284"/>
                <a:ext cx="171720" cy="27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5">
            <p14:nvContentPartPr>
              <p14:cNvPr id="319" name="Ink 318">
                <a:extLst>
                  <a:ext uri="{FF2B5EF4-FFF2-40B4-BE49-F238E27FC236}">
                    <a16:creationId xmlns:a16="http://schemas.microsoft.com/office/drawing/2014/main" id="{DE02D672-4708-67FD-AAE5-8CFFBCFF944F}"/>
                  </a:ext>
                </a:extLst>
              </p14:cNvPr>
              <p14:cNvContentPartPr/>
              <p14:nvPr/>
            </p14:nvContentPartPr>
            <p14:xfrm>
              <a:off x="3461153" y="6567204"/>
              <a:ext cx="862560" cy="172080"/>
            </p14:xfrm>
          </p:contentPart>
        </mc:Choice>
        <mc:Fallback>
          <p:pic>
            <p:nvPicPr>
              <p:cNvPr id="319" name="Ink 318">
                <a:extLst>
                  <a:ext uri="{FF2B5EF4-FFF2-40B4-BE49-F238E27FC236}">
                    <a16:creationId xmlns:a16="http://schemas.microsoft.com/office/drawing/2014/main" id="{DE02D672-4708-67FD-AAE5-8CFFBCFF944F}"/>
                  </a:ext>
                </a:extLst>
              </p:cNvPr>
              <p:cNvPicPr/>
              <p:nvPr/>
            </p:nvPicPr>
            <p:blipFill>
              <a:blip r:embed="rId406"/>
              <a:stretch>
                <a:fillRect/>
              </a:stretch>
            </p:blipFill>
            <p:spPr>
              <a:xfrm>
                <a:off x="3443153" y="6549204"/>
                <a:ext cx="898200" cy="20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7">
            <p14:nvContentPartPr>
              <p14:cNvPr id="320" name="Ink 319">
                <a:extLst>
                  <a:ext uri="{FF2B5EF4-FFF2-40B4-BE49-F238E27FC236}">
                    <a16:creationId xmlns:a16="http://schemas.microsoft.com/office/drawing/2014/main" id="{AE46D55C-503E-D989-B605-A8DFE9938726}"/>
                  </a:ext>
                </a:extLst>
              </p14:cNvPr>
              <p14:cNvContentPartPr/>
              <p14:nvPr/>
            </p14:nvContentPartPr>
            <p14:xfrm>
              <a:off x="3871913" y="6766644"/>
              <a:ext cx="100800" cy="236520"/>
            </p14:xfrm>
          </p:contentPart>
        </mc:Choice>
        <mc:Fallback>
          <p:pic>
            <p:nvPicPr>
              <p:cNvPr id="320" name="Ink 319">
                <a:extLst>
                  <a:ext uri="{FF2B5EF4-FFF2-40B4-BE49-F238E27FC236}">
                    <a16:creationId xmlns:a16="http://schemas.microsoft.com/office/drawing/2014/main" id="{AE46D55C-503E-D989-B605-A8DFE9938726}"/>
                  </a:ext>
                </a:extLst>
              </p:cNvPr>
              <p:cNvPicPr/>
              <p:nvPr/>
            </p:nvPicPr>
            <p:blipFill>
              <a:blip r:embed="rId408"/>
              <a:stretch>
                <a:fillRect/>
              </a:stretch>
            </p:blipFill>
            <p:spPr>
              <a:xfrm>
                <a:off x="3853913" y="6748644"/>
                <a:ext cx="136440" cy="27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9">
            <p14:nvContentPartPr>
              <p14:cNvPr id="321" name="Ink 320">
                <a:extLst>
                  <a:ext uri="{FF2B5EF4-FFF2-40B4-BE49-F238E27FC236}">
                    <a16:creationId xmlns:a16="http://schemas.microsoft.com/office/drawing/2014/main" id="{DCF23E7D-0F07-FB26-6996-109FC4E88F21}"/>
                  </a:ext>
                </a:extLst>
              </p14:cNvPr>
              <p14:cNvContentPartPr/>
              <p14:nvPr/>
            </p14:nvContentPartPr>
            <p14:xfrm>
              <a:off x="4965593" y="6355884"/>
              <a:ext cx="185040" cy="203040"/>
            </p14:xfrm>
          </p:contentPart>
        </mc:Choice>
        <mc:Fallback>
          <p:pic>
            <p:nvPicPr>
              <p:cNvPr id="321" name="Ink 320">
                <a:extLst>
                  <a:ext uri="{FF2B5EF4-FFF2-40B4-BE49-F238E27FC236}">
                    <a16:creationId xmlns:a16="http://schemas.microsoft.com/office/drawing/2014/main" id="{DCF23E7D-0F07-FB26-6996-109FC4E88F21}"/>
                  </a:ext>
                </a:extLst>
              </p:cNvPr>
              <p:cNvPicPr/>
              <p:nvPr/>
            </p:nvPicPr>
            <p:blipFill>
              <a:blip r:embed="rId410"/>
              <a:stretch>
                <a:fillRect/>
              </a:stretch>
            </p:blipFill>
            <p:spPr>
              <a:xfrm>
                <a:off x="4947953" y="6337884"/>
                <a:ext cx="220680" cy="23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1">
            <p14:nvContentPartPr>
              <p14:cNvPr id="323" name="Ink 322">
                <a:extLst>
                  <a:ext uri="{FF2B5EF4-FFF2-40B4-BE49-F238E27FC236}">
                    <a16:creationId xmlns:a16="http://schemas.microsoft.com/office/drawing/2014/main" id="{02766C0E-4885-0CD7-0CA1-5B57DC521833}"/>
                  </a:ext>
                </a:extLst>
              </p14:cNvPr>
              <p14:cNvContentPartPr/>
              <p14:nvPr/>
            </p14:nvContentPartPr>
            <p14:xfrm>
              <a:off x="5834633" y="6360204"/>
              <a:ext cx="178920" cy="48960"/>
            </p14:xfrm>
          </p:contentPart>
        </mc:Choice>
        <mc:Fallback>
          <p:pic>
            <p:nvPicPr>
              <p:cNvPr id="323" name="Ink 322">
                <a:extLst>
                  <a:ext uri="{FF2B5EF4-FFF2-40B4-BE49-F238E27FC236}">
                    <a16:creationId xmlns:a16="http://schemas.microsoft.com/office/drawing/2014/main" id="{02766C0E-4885-0CD7-0CA1-5B57DC521833}"/>
                  </a:ext>
                </a:extLst>
              </p:cNvPr>
              <p:cNvPicPr/>
              <p:nvPr/>
            </p:nvPicPr>
            <p:blipFill>
              <a:blip r:embed="rId412"/>
              <a:stretch>
                <a:fillRect/>
              </a:stretch>
            </p:blipFill>
            <p:spPr>
              <a:xfrm>
                <a:off x="5816993" y="6342204"/>
                <a:ext cx="21456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3">
            <p14:nvContentPartPr>
              <p14:cNvPr id="324" name="Ink 323">
                <a:extLst>
                  <a:ext uri="{FF2B5EF4-FFF2-40B4-BE49-F238E27FC236}">
                    <a16:creationId xmlns:a16="http://schemas.microsoft.com/office/drawing/2014/main" id="{08F765E0-93F7-1A1C-A772-CA4E4935CFA5}"/>
                  </a:ext>
                </a:extLst>
              </p14:cNvPr>
              <p14:cNvContentPartPr/>
              <p14:nvPr/>
            </p14:nvContentPartPr>
            <p14:xfrm>
              <a:off x="6065033" y="6244284"/>
              <a:ext cx="71640" cy="204480"/>
            </p14:xfrm>
          </p:contentPart>
        </mc:Choice>
        <mc:Fallback>
          <p:pic>
            <p:nvPicPr>
              <p:cNvPr id="324" name="Ink 323">
                <a:extLst>
                  <a:ext uri="{FF2B5EF4-FFF2-40B4-BE49-F238E27FC236}">
                    <a16:creationId xmlns:a16="http://schemas.microsoft.com/office/drawing/2014/main" id="{08F765E0-93F7-1A1C-A772-CA4E4935CFA5}"/>
                  </a:ext>
                </a:extLst>
              </p:cNvPr>
              <p:cNvPicPr/>
              <p:nvPr/>
            </p:nvPicPr>
            <p:blipFill>
              <a:blip r:embed="rId414"/>
              <a:stretch>
                <a:fillRect/>
              </a:stretch>
            </p:blipFill>
            <p:spPr>
              <a:xfrm>
                <a:off x="6047393" y="6226644"/>
                <a:ext cx="107280" cy="24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5">
            <p14:nvContentPartPr>
              <p14:cNvPr id="325" name="Ink 324">
                <a:extLst>
                  <a:ext uri="{FF2B5EF4-FFF2-40B4-BE49-F238E27FC236}">
                    <a16:creationId xmlns:a16="http://schemas.microsoft.com/office/drawing/2014/main" id="{8D497C40-BC21-DCA0-5765-88B19404CCA4}"/>
                  </a:ext>
                </a:extLst>
              </p14:cNvPr>
              <p14:cNvContentPartPr/>
              <p14:nvPr/>
            </p14:nvContentPartPr>
            <p14:xfrm>
              <a:off x="6149273" y="6199644"/>
              <a:ext cx="158400" cy="220320"/>
            </p14:xfrm>
          </p:contentPart>
        </mc:Choice>
        <mc:Fallback>
          <p:pic>
            <p:nvPicPr>
              <p:cNvPr id="325" name="Ink 324">
                <a:extLst>
                  <a:ext uri="{FF2B5EF4-FFF2-40B4-BE49-F238E27FC236}">
                    <a16:creationId xmlns:a16="http://schemas.microsoft.com/office/drawing/2014/main" id="{8D497C40-BC21-DCA0-5765-88B19404CCA4}"/>
                  </a:ext>
                </a:extLst>
              </p:cNvPr>
              <p:cNvPicPr/>
              <p:nvPr/>
            </p:nvPicPr>
            <p:blipFill>
              <a:blip r:embed="rId416"/>
              <a:stretch>
                <a:fillRect/>
              </a:stretch>
            </p:blipFill>
            <p:spPr>
              <a:xfrm>
                <a:off x="6131273" y="6182004"/>
                <a:ext cx="194040" cy="25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7">
            <p14:nvContentPartPr>
              <p14:cNvPr id="327" name="Ink 326">
                <a:extLst>
                  <a:ext uri="{FF2B5EF4-FFF2-40B4-BE49-F238E27FC236}">
                    <a16:creationId xmlns:a16="http://schemas.microsoft.com/office/drawing/2014/main" id="{6EBE3F85-9F6F-B685-F5E0-F0D0CCFACFE8}"/>
                  </a:ext>
                </a:extLst>
              </p14:cNvPr>
              <p14:cNvContentPartPr/>
              <p14:nvPr/>
            </p14:nvContentPartPr>
            <p14:xfrm>
              <a:off x="6800513" y="6259404"/>
              <a:ext cx="30600" cy="169560"/>
            </p14:xfrm>
          </p:contentPart>
        </mc:Choice>
        <mc:Fallback>
          <p:pic>
            <p:nvPicPr>
              <p:cNvPr id="327" name="Ink 326">
                <a:extLst>
                  <a:ext uri="{FF2B5EF4-FFF2-40B4-BE49-F238E27FC236}">
                    <a16:creationId xmlns:a16="http://schemas.microsoft.com/office/drawing/2014/main" id="{6EBE3F85-9F6F-B685-F5E0-F0D0CCFACFE8}"/>
                  </a:ext>
                </a:extLst>
              </p:cNvPr>
              <p:cNvPicPr/>
              <p:nvPr/>
            </p:nvPicPr>
            <p:blipFill>
              <a:blip r:embed="rId418"/>
              <a:stretch>
                <a:fillRect/>
              </a:stretch>
            </p:blipFill>
            <p:spPr>
              <a:xfrm>
                <a:off x="6782873" y="6241404"/>
                <a:ext cx="66240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9">
            <p14:nvContentPartPr>
              <p14:cNvPr id="328" name="Ink 327">
                <a:extLst>
                  <a:ext uri="{FF2B5EF4-FFF2-40B4-BE49-F238E27FC236}">
                    <a16:creationId xmlns:a16="http://schemas.microsoft.com/office/drawing/2014/main" id="{A72389C8-6990-82E8-C330-32F6AF9ED39E}"/>
                  </a:ext>
                </a:extLst>
              </p14:cNvPr>
              <p14:cNvContentPartPr/>
              <p14:nvPr/>
            </p14:nvContentPartPr>
            <p14:xfrm>
              <a:off x="6846593" y="6216204"/>
              <a:ext cx="191880" cy="166320"/>
            </p14:xfrm>
          </p:contentPart>
        </mc:Choice>
        <mc:Fallback>
          <p:pic>
            <p:nvPicPr>
              <p:cNvPr id="328" name="Ink 327">
                <a:extLst>
                  <a:ext uri="{FF2B5EF4-FFF2-40B4-BE49-F238E27FC236}">
                    <a16:creationId xmlns:a16="http://schemas.microsoft.com/office/drawing/2014/main" id="{A72389C8-6990-82E8-C330-32F6AF9ED39E}"/>
                  </a:ext>
                </a:extLst>
              </p:cNvPr>
              <p:cNvPicPr/>
              <p:nvPr/>
            </p:nvPicPr>
            <p:blipFill>
              <a:blip r:embed="rId420"/>
              <a:stretch>
                <a:fillRect/>
              </a:stretch>
            </p:blipFill>
            <p:spPr>
              <a:xfrm>
                <a:off x="6828953" y="6198204"/>
                <a:ext cx="227520" cy="20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1">
            <p14:nvContentPartPr>
              <p14:cNvPr id="329" name="Ink 328">
                <a:extLst>
                  <a:ext uri="{FF2B5EF4-FFF2-40B4-BE49-F238E27FC236}">
                    <a16:creationId xmlns:a16="http://schemas.microsoft.com/office/drawing/2014/main" id="{096F0885-DD9A-9535-536C-45E255935AC4}"/>
                  </a:ext>
                </a:extLst>
              </p14:cNvPr>
              <p14:cNvContentPartPr/>
              <p14:nvPr/>
            </p14:nvContentPartPr>
            <p14:xfrm>
              <a:off x="7167353" y="6290724"/>
              <a:ext cx="93600" cy="52200"/>
            </p14:xfrm>
          </p:contentPart>
        </mc:Choice>
        <mc:Fallback>
          <p:pic>
            <p:nvPicPr>
              <p:cNvPr id="329" name="Ink 328">
                <a:extLst>
                  <a:ext uri="{FF2B5EF4-FFF2-40B4-BE49-F238E27FC236}">
                    <a16:creationId xmlns:a16="http://schemas.microsoft.com/office/drawing/2014/main" id="{096F0885-DD9A-9535-536C-45E255935AC4}"/>
                  </a:ext>
                </a:extLst>
              </p:cNvPr>
              <p:cNvPicPr/>
              <p:nvPr/>
            </p:nvPicPr>
            <p:blipFill>
              <a:blip r:embed="rId422"/>
              <a:stretch>
                <a:fillRect/>
              </a:stretch>
            </p:blipFill>
            <p:spPr>
              <a:xfrm>
                <a:off x="7149353" y="6272724"/>
                <a:ext cx="129240" cy="8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3">
            <p14:nvContentPartPr>
              <p14:cNvPr id="330" name="Ink 329">
                <a:extLst>
                  <a:ext uri="{FF2B5EF4-FFF2-40B4-BE49-F238E27FC236}">
                    <a16:creationId xmlns:a16="http://schemas.microsoft.com/office/drawing/2014/main" id="{4D54FCE1-4594-1DA6-219A-A06BB6B3EBC0}"/>
                  </a:ext>
                </a:extLst>
              </p14:cNvPr>
              <p14:cNvContentPartPr/>
              <p14:nvPr/>
            </p14:nvContentPartPr>
            <p14:xfrm>
              <a:off x="7351673" y="6176244"/>
              <a:ext cx="5040" cy="196200"/>
            </p14:xfrm>
          </p:contentPart>
        </mc:Choice>
        <mc:Fallback>
          <p:pic>
            <p:nvPicPr>
              <p:cNvPr id="330" name="Ink 329">
                <a:extLst>
                  <a:ext uri="{FF2B5EF4-FFF2-40B4-BE49-F238E27FC236}">
                    <a16:creationId xmlns:a16="http://schemas.microsoft.com/office/drawing/2014/main" id="{4D54FCE1-4594-1DA6-219A-A06BB6B3EBC0}"/>
                  </a:ext>
                </a:extLst>
              </p:cNvPr>
              <p:cNvPicPr/>
              <p:nvPr/>
            </p:nvPicPr>
            <p:blipFill>
              <a:blip r:embed="rId424"/>
              <a:stretch>
                <a:fillRect/>
              </a:stretch>
            </p:blipFill>
            <p:spPr>
              <a:xfrm>
                <a:off x="7334033" y="6158604"/>
                <a:ext cx="40680" cy="23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5">
            <p14:nvContentPartPr>
              <p14:cNvPr id="331" name="Ink 330">
                <a:extLst>
                  <a:ext uri="{FF2B5EF4-FFF2-40B4-BE49-F238E27FC236}">
                    <a16:creationId xmlns:a16="http://schemas.microsoft.com/office/drawing/2014/main" id="{0064AD5E-5110-84C8-4343-C290B1180B69}"/>
                  </a:ext>
                </a:extLst>
              </p14:cNvPr>
              <p14:cNvContentPartPr/>
              <p14:nvPr/>
            </p14:nvContentPartPr>
            <p14:xfrm>
              <a:off x="6923633" y="6456324"/>
              <a:ext cx="440280" cy="104400"/>
            </p14:xfrm>
          </p:contentPart>
        </mc:Choice>
        <mc:Fallback>
          <p:pic>
            <p:nvPicPr>
              <p:cNvPr id="331" name="Ink 330">
                <a:extLst>
                  <a:ext uri="{FF2B5EF4-FFF2-40B4-BE49-F238E27FC236}">
                    <a16:creationId xmlns:a16="http://schemas.microsoft.com/office/drawing/2014/main" id="{0064AD5E-5110-84C8-4343-C290B1180B69}"/>
                  </a:ext>
                </a:extLst>
              </p:cNvPr>
              <p:cNvPicPr/>
              <p:nvPr/>
            </p:nvPicPr>
            <p:blipFill>
              <a:blip r:embed="rId426"/>
              <a:stretch>
                <a:fillRect/>
              </a:stretch>
            </p:blipFill>
            <p:spPr>
              <a:xfrm>
                <a:off x="6905633" y="6438324"/>
                <a:ext cx="475920" cy="1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7">
            <p14:nvContentPartPr>
              <p14:cNvPr id="332" name="Ink 331">
                <a:extLst>
                  <a:ext uri="{FF2B5EF4-FFF2-40B4-BE49-F238E27FC236}">
                    <a16:creationId xmlns:a16="http://schemas.microsoft.com/office/drawing/2014/main" id="{B2C6650E-09AF-752C-049F-2B992C4206AB}"/>
                  </a:ext>
                </a:extLst>
              </p14:cNvPr>
              <p14:cNvContentPartPr/>
              <p14:nvPr/>
            </p14:nvContentPartPr>
            <p14:xfrm>
              <a:off x="7141433" y="6597804"/>
              <a:ext cx="161280" cy="171360"/>
            </p14:xfrm>
          </p:contentPart>
        </mc:Choice>
        <mc:Fallback>
          <p:pic>
            <p:nvPicPr>
              <p:cNvPr id="332" name="Ink 331">
                <a:extLst>
                  <a:ext uri="{FF2B5EF4-FFF2-40B4-BE49-F238E27FC236}">
                    <a16:creationId xmlns:a16="http://schemas.microsoft.com/office/drawing/2014/main" id="{B2C6650E-09AF-752C-049F-2B992C4206AB}"/>
                  </a:ext>
                </a:extLst>
              </p:cNvPr>
              <p:cNvPicPr/>
              <p:nvPr/>
            </p:nvPicPr>
            <p:blipFill>
              <a:blip r:embed="rId428"/>
              <a:stretch>
                <a:fillRect/>
              </a:stretch>
            </p:blipFill>
            <p:spPr>
              <a:xfrm>
                <a:off x="7123433" y="6579804"/>
                <a:ext cx="196920" cy="20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9">
            <p14:nvContentPartPr>
              <p14:cNvPr id="333" name="Ink 332">
                <a:extLst>
                  <a:ext uri="{FF2B5EF4-FFF2-40B4-BE49-F238E27FC236}">
                    <a16:creationId xmlns:a16="http://schemas.microsoft.com/office/drawing/2014/main" id="{BFCBE81C-0BFE-1ED3-26AE-8801D66BB699}"/>
                  </a:ext>
                </a:extLst>
              </p14:cNvPr>
              <p14:cNvContentPartPr/>
              <p14:nvPr/>
            </p14:nvContentPartPr>
            <p14:xfrm>
              <a:off x="8286233" y="6232044"/>
              <a:ext cx="259920" cy="228600"/>
            </p14:xfrm>
          </p:contentPart>
        </mc:Choice>
        <mc:Fallback>
          <p:pic>
            <p:nvPicPr>
              <p:cNvPr id="333" name="Ink 332">
                <a:extLst>
                  <a:ext uri="{FF2B5EF4-FFF2-40B4-BE49-F238E27FC236}">
                    <a16:creationId xmlns:a16="http://schemas.microsoft.com/office/drawing/2014/main" id="{BFCBE81C-0BFE-1ED3-26AE-8801D66BB699}"/>
                  </a:ext>
                </a:extLst>
              </p:cNvPr>
              <p:cNvPicPr/>
              <p:nvPr/>
            </p:nvPicPr>
            <p:blipFill>
              <a:blip r:embed="rId430"/>
              <a:stretch>
                <a:fillRect/>
              </a:stretch>
            </p:blipFill>
            <p:spPr>
              <a:xfrm>
                <a:off x="8268233" y="6214044"/>
                <a:ext cx="295560" cy="26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1">
            <p14:nvContentPartPr>
              <p14:cNvPr id="282" name="Ink 281">
                <a:extLst>
                  <a:ext uri="{FF2B5EF4-FFF2-40B4-BE49-F238E27FC236}">
                    <a16:creationId xmlns:a16="http://schemas.microsoft.com/office/drawing/2014/main" id="{029EAE39-BD52-1BE3-D9F7-8E75C34BA801}"/>
                  </a:ext>
                </a:extLst>
              </p14:cNvPr>
              <p14:cNvContentPartPr/>
              <p14:nvPr/>
            </p14:nvContentPartPr>
            <p14:xfrm>
              <a:off x="9629807" y="4998037"/>
              <a:ext cx="19800" cy="217800"/>
            </p14:xfrm>
          </p:contentPart>
        </mc:Choice>
        <mc:Fallback>
          <p:pic>
            <p:nvPicPr>
              <p:cNvPr id="282" name="Ink 281">
                <a:extLst>
                  <a:ext uri="{FF2B5EF4-FFF2-40B4-BE49-F238E27FC236}">
                    <a16:creationId xmlns:a16="http://schemas.microsoft.com/office/drawing/2014/main" id="{029EAE39-BD52-1BE3-D9F7-8E75C34BA801}"/>
                  </a:ext>
                </a:extLst>
              </p:cNvPr>
              <p:cNvPicPr/>
              <p:nvPr/>
            </p:nvPicPr>
            <p:blipFill>
              <a:blip r:embed="rId432"/>
              <a:stretch>
                <a:fillRect/>
              </a:stretch>
            </p:blipFill>
            <p:spPr>
              <a:xfrm>
                <a:off x="9611807" y="4980397"/>
                <a:ext cx="55440" cy="25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3">
            <p14:nvContentPartPr>
              <p14:cNvPr id="283" name="Ink 282">
                <a:extLst>
                  <a:ext uri="{FF2B5EF4-FFF2-40B4-BE49-F238E27FC236}">
                    <a16:creationId xmlns:a16="http://schemas.microsoft.com/office/drawing/2014/main" id="{26043814-AA6F-E87D-8F85-11736862ECDD}"/>
                  </a:ext>
                </a:extLst>
              </p14:cNvPr>
              <p14:cNvContentPartPr/>
              <p14:nvPr/>
            </p14:nvContentPartPr>
            <p14:xfrm>
              <a:off x="9666527" y="5000197"/>
              <a:ext cx="309960" cy="276480"/>
            </p14:xfrm>
          </p:contentPart>
        </mc:Choice>
        <mc:Fallback>
          <p:pic>
            <p:nvPicPr>
              <p:cNvPr id="283" name="Ink 282">
                <a:extLst>
                  <a:ext uri="{FF2B5EF4-FFF2-40B4-BE49-F238E27FC236}">
                    <a16:creationId xmlns:a16="http://schemas.microsoft.com/office/drawing/2014/main" id="{26043814-AA6F-E87D-8F85-11736862ECDD}"/>
                  </a:ext>
                </a:extLst>
              </p:cNvPr>
              <p:cNvPicPr/>
              <p:nvPr/>
            </p:nvPicPr>
            <p:blipFill>
              <a:blip r:embed="rId434"/>
              <a:stretch>
                <a:fillRect/>
              </a:stretch>
            </p:blipFill>
            <p:spPr>
              <a:xfrm>
                <a:off x="9648527" y="4982557"/>
                <a:ext cx="345600" cy="31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5">
            <p14:nvContentPartPr>
              <p14:cNvPr id="284" name="Ink 283">
                <a:extLst>
                  <a:ext uri="{FF2B5EF4-FFF2-40B4-BE49-F238E27FC236}">
                    <a16:creationId xmlns:a16="http://schemas.microsoft.com/office/drawing/2014/main" id="{118D860D-1F99-4BF4-00B0-9591A3C88281}"/>
                  </a:ext>
                </a:extLst>
              </p14:cNvPr>
              <p14:cNvContentPartPr/>
              <p14:nvPr/>
            </p14:nvContentPartPr>
            <p14:xfrm>
              <a:off x="10107527" y="5102437"/>
              <a:ext cx="174600" cy="14400"/>
            </p14:xfrm>
          </p:contentPart>
        </mc:Choice>
        <mc:Fallback>
          <p:pic>
            <p:nvPicPr>
              <p:cNvPr id="284" name="Ink 283">
                <a:extLst>
                  <a:ext uri="{FF2B5EF4-FFF2-40B4-BE49-F238E27FC236}">
                    <a16:creationId xmlns:a16="http://schemas.microsoft.com/office/drawing/2014/main" id="{118D860D-1F99-4BF4-00B0-9591A3C88281}"/>
                  </a:ext>
                </a:extLst>
              </p:cNvPr>
              <p:cNvPicPr/>
              <p:nvPr/>
            </p:nvPicPr>
            <p:blipFill>
              <a:blip r:embed="rId436"/>
              <a:stretch>
                <a:fillRect/>
              </a:stretch>
            </p:blipFill>
            <p:spPr>
              <a:xfrm>
                <a:off x="10089527" y="5084437"/>
                <a:ext cx="210240" cy="5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7">
            <p14:nvContentPartPr>
              <p14:cNvPr id="285" name="Ink 284">
                <a:extLst>
                  <a:ext uri="{FF2B5EF4-FFF2-40B4-BE49-F238E27FC236}">
                    <a16:creationId xmlns:a16="http://schemas.microsoft.com/office/drawing/2014/main" id="{735FD637-C2E9-EDB1-E2FA-69FB0EA38D98}"/>
                  </a:ext>
                </a:extLst>
              </p14:cNvPr>
              <p14:cNvContentPartPr/>
              <p14:nvPr/>
            </p14:nvContentPartPr>
            <p14:xfrm>
              <a:off x="10402007" y="4954837"/>
              <a:ext cx="29520" cy="280440"/>
            </p14:xfrm>
          </p:contentPart>
        </mc:Choice>
        <mc:Fallback>
          <p:pic>
            <p:nvPicPr>
              <p:cNvPr id="285" name="Ink 284">
                <a:extLst>
                  <a:ext uri="{FF2B5EF4-FFF2-40B4-BE49-F238E27FC236}">
                    <a16:creationId xmlns:a16="http://schemas.microsoft.com/office/drawing/2014/main" id="{735FD637-C2E9-EDB1-E2FA-69FB0EA38D98}"/>
                  </a:ext>
                </a:extLst>
              </p:cNvPr>
              <p:cNvPicPr/>
              <p:nvPr/>
            </p:nvPicPr>
            <p:blipFill>
              <a:blip r:embed="rId438"/>
              <a:stretch>
                <a:fillRect/>
              </a:stretch>
            </p:blipFill>
            <p:spPr>
              <a:xfrm>
                <a:off x="10384007" y="4936837"/>
                <a:ext cx="65160" cy="31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9">
            <p14:nvContentPartPr>
              <p14:cNvPr id="287" name="Ink 286">
                <a:extLst>
                  <a:ext uri="{FF2B5EF4-FFF2-40B4-BE49-F238E27FC236}">
                    <a16:creationId xmlns:a16="http://schemas.microsoft.com/office/drawing/2014/main" id="{70CE6DE8-492D-8E25-EFA0-11A2B95A92A1}"/>
                  </a:ext>
                </a:extLst>
              </p14:cNvPr>
              <p14:cNvContentPartPr/>
              <p14:nvPr/>
            </p14:nvContentPartPr>
            <p14:xfrm>
              <a:off x="9639527" y="5387917"/>
              <a:ext cx="862560" cy="133920"/>
            </p14:xfrm>
          </p:contentPart>
        </mc:Choice>
        <mc:Fallback>
          <p:pic>
            <p:nvPicPr>
              <p:cNvPr id="287" name="Ink 286">
                <a:extLst>
                  <a:ext uri="{FF2B5EF4-FFF2-40B4-BE49-F238E27FC236}">
                    <a16:creationId xmlns:a16="http://schemas.microsoft.com/office/drawing/2014/main" id="{70CE6DE8-492D-8E25-EFA0-11A2B95A92A1}"/>
                  </a:ext>
                </a:extLst>
              </p:cNvPr>
              <p:cNvPicPr/>
              <p:nvPr/>
            </p:nvPicPr>
            <p:blipFill>
              <a:blip r:embed="rId440"/>
              <a:stretch>
                <a:fillRect/>
              </a:stretch>
            </p:blipFill>
            <p:spPr>
              <a:xfrm>
                <a:off x="9621887" y="5369917"/>
                <a:ext cx="898200" cy="16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1">
            <p14:nvContentPartPr>
              <p14:cNvPr id="288" name="Ink 287">
                <a:extLst>
                  <a:ext uri="{FF2B5EF4-FFF2-40B4-BE49-F238E27FC236}">
                    <a16:creationId xmlns:a16="http://schemas.microsoft.com/office/drawing/2014/main" id="{015F5072-805D-33C3-5E53-CC4355BA26E8}"/>
                  </a:ext>
                </a:extLst>
              </p14:cNvPr>
              <p14:cNvContentPartPr/>
              <p14:nvPr/>
            </p14:nvContentPartPr>
            <p14:xfrm>
              <a:off x="10080527" y="5558557"/>
              <a:ext cx="236160" cy="261360"/>
            </p14:xfrm>
          </p:contentPart>
        </mc:Choice>
        <mc:Fallback>
          <p:pic>
            <p:nvPicPr>
              <p:cNvPr id="288" name="Ink 287">
                <a:extLst>
                  <a:ext uri="{FF2B5EF4-FFF2-40B4-BE49-F238E27FC236}">
                    <a16:creationId xmlns:a16="http://schemas.microsoft.com/office/drawing/2014/main" id="{015F5072-805D-33C3-5E53-CC4355BA26E8}"/>
                  </a:ext>
                </a:extLst>
              </p:cNvPr>
              <p:cNvPicPr/>
              <p:nvPr/>
            </p:nvPicPr>
            <p:blipFill>
              <a:blip r:embed="rId442"/>
              <a:stretch>
                <a:fillRect/>
              </a:stretch>
            </p:blipFill>
            <p:spPr>
              <a:xfrm>
                <a:off x="10062527" y="5540557"/>
                <a:ext cx="271800" cy="29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3">
            <p14:nvContentPartPr>
              <p14:cNvPr id="289" name="Ink 288">
                <a:extLst>
                  <a:ext uri="{FF2B5EF4-FFF2-40B4-BE49-F238E27FC236}">
                    <a16:creationId xmlns:a16="http://schemas.microsoft.com/office/drawing/2014/main" id="{C4E71D24-74F4-0593-BB3A-4D4645DA2C9E}"/>
                  </a:ext>
                </a:extLst>
              </p14:cNvPr>
              <p14:cNvContentPartPr/>
              <p14:nvPr/>
            </p14:nvContentPartPr>
            <p14:xfrm>
              <a:off x="10419287" y="5892997"/>
              <a:ext cx="2160" cy="10080"/>
            </p14:xfrm>
          </p:contentPart>
        </mc:Choice>
        <mc:Fallback>
          <p:pic>
            <p:nvPicPr>
              <p:cNvPr id="289" name="Ink 288">
                <a:extLst>
                  <a:ext uri="{FF2B5EF4-FFF2-40B4-BE49-F238E27FC236}">
                    <a16:creationId xmlns:a16="http://schemas.microsoft.com/office/drawing/2014/main" id="{C4E71D24-74F4-0593-BB3A-4D4645DA2C9E}"/>
                  </a:ext>
                </a:extLst>
              </p:cNvPr>
              <p:cNvPicPr/>
              <p:nvPr/>
            </p:nvPicPr>
            <p:blipFill>
              <a:blip r:embed="rId444"/>
              <a:stretch>
                <a:fillRect/>
              </a:stretch>
            </p:blipFill>
            <p:spPr>
              <a:xfrm>
                <a:off x="10401647" y="5875357"/>
                <a:ext cx="3780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5">
            <p14:nvContentPartPr>
              <p14:cNvPr id="304" name="Ink 303">
                <a:extLst>
                  <a:ext uri="{FF2B5EF4-FFF2-40B4-BE49-F238E27FC236}">
                    <a16:creationId xmlns:a16="http://schemas.microsoft.com/office/drawing/2014/main" id="{0AAF6EF6-748C-C40E-D169-4D029B9EC74A}"/>
                  </a:ext>
                </a:extLst>
              </p14:cNvPr>
              <p14:cNvContentPartPr/>
              <p14:nvPr/>
            </p14:nvContentPartPr>
            <p14:xfrm>
              <a:off x="9411953" y="5835684"/>
              <a:ext cx="228600" cy="32400"/>
            </p14:xfrm>
          </p:contentPart>
        </mc:Choice>
        <mc:Fallback>
          <p:pic>
            <p:nvPicPr>
              <p:cNvPr id="304" name="Ink 303">
                <a:extLst>
                  <a:ext uri="{FF2B5EF4-FFF2-40B4-BE49-F238E27FC236}">
                    <a16:creationId xmlns:a16="http://schemas.microsoft.com/office/drawing/2014/main" id="{0AAF6EF6-748C-C40E-D169-4D029B9EC74A}"/>
                  </a:ext>
                </a:extLst>
              </p:cNvPr>
              <p:cNvPicPr/>
              <p:nvPr/>
            </p:nvPicPr>
            <p:blipFill>
              <a:blip r:embed="rId446"/>
              <a:stretch>
                <a:fillRect/>
              </a:stretch>
            </p:blipFill>
            <p:spPr>
              <a:xfrm>
                <a:off x="9393953" y="5817684"/>
                <a:ext cx="264240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7">
            <p14:nvContentPartPr>
              <p14:cNvPr id="305" name="Ink 304">
                <a:extLst>
                  <a:ext uri="{FF2B5EF4-FFF2-40B4-BE49-F238E27FC236}">
                    <a16:creationId xmlns:a16="http://schemas.microsoft.com/office/drawing/2014/main" id="{8B25FF65-B69A-0BB4-1CE2-5C545C50BAB2}"/>
                  </a:ext>
                </a:extLst>
              </p14:cNvPr>
              <p14:cNvContentPartPr/>
              <p14:nvPr/>
            </p14:nvContentPartPr>
            <p14:xfrm>
              <a:off x="9734873" y="5752884"/>
              <a:ext cx="51120" cy="163800"/>
            </p14:xfrm>
          </p:contentPart>
        </mc:Choice>
        <mc:Fallback>
          <p:pic>
            <p:nvPicPr>
              <p:cNvPr id="305" name="Ink 304">
                <a:extLst>
                  <a:ext uri="{FF2B5EF4-FFF2-40B4-BE49-F238E27FC236}">
                    <a16:creationId xmlns:a16="http://schemas.microsoft.com/office/drawing/2014/main" id="{8B25FF65-B69A-0BB4-1CE2-5C545C50BAB2}"/>
                  </a:ext>
                </a:extLst>
              </p:cNvPr>
              <p:cNvPicPr/>
              <p:nvPr/>
            </p:nvPicPr>
            <p:blipFill>
              <a:blip r:embed="rId448"/>
              <a:stretch>
                <a:fillRect/>
              </a:stretch>
            </p:blipFill>
            <p:spPr>
              <a:xfrm>
                <a:off x="9716873" y="5734884"/>
                <a:ext cx="86760" cy="1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9">
            <p14:nvContentPartPr>
              <p14:cNvPr id="306" name="Ink 305">
                <a:extLst>
                  <a:ext uri="{FF2B5EF4-FFF2-40B4-BE49-F238E27FC236}">
                    <a16:creationId xmlns:a16="http://schemas.microsoft.com/office/drawing/2014/main" id="{60761345-7DD8-60B7-AC68-C2F61A9886FC}"/>
                  </a:ext>
                </a:extLst>
              </p14:cNvPr>
              <p14:cNvContentPartPr/>
              <p14:nvPr/>
            </p14:nvContentPartPr>
            <p14:xfrm>
              <a:off x="9781673" y="5692404"/>
              <a:ext cx="226080" cy="221760"/>
            </p14:xfrm>
          </p:contentPart>
        </mc:Choice>
        <mc:Fallback>
          <p:pic>
            <p:nvPicPr>
              <p:cNvPr id="306" name="Ink 305">
                <a:extLst>
                  <a:ext uri="{FF2B5EF4-FFF2-40B4-BE49-F238E27FC236}">
                    <a16:creationId xmlns:a16="http://schemas.microsoft.com/office/drawing/2014/main" id="{60761345-7DD8-60B7-AC68-C2F61A9886FC}"/>
                  </a:ext>
                </a:extLst>
              </p:cNvPr>
              <p:cNvPicPr/>
              <p:nvPr/>
            </p:nvPicPr>
            <p:blipFill>
              <a:blip r:embed="rId450"/>
              <a:stretch>
                <a:fillRect/>
              </a:stretch>
            </p:blipFill>
            <p:spPr>
              <a:xfrm>
                <a:off x="9764033" y="5674404"/>
                <a:ext cx="261720" cy="25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1">
            <p14:nvContentPartPr>
              <p14:cNvPr id="335" name="Ink 334">
                <a:extLst>
                  <a:ext uri="{FF2B5EF4-FFF2-40B4-BE49-F238E27FC236}">
                    <a16:creationId xmlns:a16="http://schemas.microsoft.com/office/drawing/2014/main" id="{D50D03B3-323B-AD40-4DD3-328C612BD84F}"/>
                  </a:ext>
                </a:extLst>
              </p14:cNvPr>
              <p14:cNvContentPartPr/>
              <p14:nvPr/>
            </p14:nvContentPartPr>
            <p14:xfrm>
              <a:off x="9421673" y="4861524"/>
              <a:ext cx="1308600" cy="929520"/>
            </p14:xfrm>
          </p:contentPart>
        </mc:Choice>
        <mc:Fallback>
          <p:pic>
            <p:nvPicPr>
              <p:cNvPr id="335" name="Ink 334">
                <a:extLst>
                  <a:ext uri="{FF2B5EF4-FFF2-40B4-BE49-F238E27FC236}">
                    <a16:creationId xmlns:a16="http://schemas.microsoft.com/office/drawing/2014/main" id="{D50D03B3-323B-AD40-4DD3-328C612BD84F}"/>
                  </a:ext>
                </a:extLst>
              </p:cNvPr>
              <p:cNvPicPr/>
              <p:nvPr/>
            </p:nvPicPr>
            <p:blipFill>
              <a:blip r:embed="rId452"/>
              <a:stretch>
                <a:fillRect/>
              </a:stretch>
            </p:blipFill>
            <p:spPr>
              <a:xfrm>
                <a:off x="9404033" y="4843524"/>
                <a:ext cx="1344240" cy="96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3">
            <p14:nvContentPartPr>
              <p14:cNvPr id="336" name="Ink 335">
                <a:extLst>
                  <a:ext uri="{FF2B5EF4-FFF2-40B4-BE49-F238E27FC236}">
                    <a16:creationId xmlns:a16="http://schemas.microsoft.com/office/drawing/2014/main" id="{80FAB403-59D9-30F8-7D18-248726A28391}"/>
                  </a:ext>
                </a:extLst>
              </p14:cNvPr>
              <p14:cNvContentPartPr/>
              <p14:nvPr/>
            </p14:nvContentPartPr>
            <p14:xfrm>
              <a:off x="10787873" y="5289564"/>
              <a:ext cx="7200" cy="23760"/>
            </p14:xfrm>
          </p:contentPart>
        </mc:Choice>
        <mc:Fallback>
          <p:pic>
            <p:nvPicPr>
              <p:cNvPr id="336" name="Ink 335">
                <a:extLst>
                  <a:ext uri="{FF2B5EF4-FFF2-40B4-BE49-F238E27FC236}">
                    <a16:creationId xmlns:a16="http://schemas.microsoft.com/office/drawing/2014/main" id="{80FAB403-59D9-30F8-7D18-248726A28391}"/>
                  </a:ext>
                </a:extLst>
              </p:cNvPr>
              <p:cNvPicPr/>
              <p:nvPr/>
            </p:nvPicPr>
            <p:blipFill>
              <a:blip r:embed="rId454"/>
              <a:stretch>
                <a:fillRect/>
              </a:stretch>
            </p:blipFill>
            <p:spPr>
              <a:xfrm>
                <a:off x="10770233" y="5271564"/>
                <a:ext cx="42840" cy="5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5">
            <p14:nvContentPartPr>
              <p14:cNvPr id="338" name="Ink 337">
                <a:extLst>
                  <a:ext uri="{FF2B5EF4-FFF2-40B4-BE49-F238E27FC236}">
                    <a16:creationId xmlns:a16="http://schemas.microsoft.com/office/drawing/2014/main" id="{8FEAE971-1E72-0FDD-160F-97BCC3E0674D}"/>
                  </a:ext>
                </a:extLst>
              </p14:cNvPr>
              <p14:cNvContentPartPr/>
              <p14:nvPr/>
            </p14:nvContentPartPr>
            <p14:xfrm>
              <a:off x="9696353" y="6264444"/>
              <a:ext cx="21960" cy="190080"/>
            </p14:xfrm>
          </p:contentPart>
        </mc:Choice>
        <mc:Fallback>
          <p:pic>
            <p:nvPicPr>
              <p:cNvPr id="338" name="Ink 337">
                <a:extLst>
                  <a:ext uri="{FF2B5EF4-FFF2-40B4-BE49-F238E27FC236}">
                    <a16:creationId xmlns:a16="http://schemas.microsoft.com/office/drawing/2014/main" id="{8FEAE971-1E72-0FDD-160F-97BCC3E0674D}"/>
                  </a:ext>
                </a:extLst>
              </p:cNvPr>
              <p:cNvPicPr/>
              <p:nvPr/>
            </p:nvPicPr>
            <p:blipFill>
              <a:blip r:embed="rId456"/>
              <a:stretch>
                <a:fillRect/>
              </a:stretch>
            </p:blipFill>
            <p:spPr>
              <a:xfrm>
                <a:off x="9678713" y="6246804"/>
                <a:ext cx="57600" cy="22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7">
            <p14:nvContentPartPr>
              <p14:cNvPr id="339" name="Ink 338">
                <a:extLst>
                  <a:ext uri="{FF2B5EF4-FFF2-40B4-BE49-F238E27FC236}">
                    <a16:creationId xmlns:a16="http://schemas.microsoft.com/office/drawing/2014/main" id="{34743348-F4EB-80FF-6847-90CFC27B9DF1}"/>
                  </a:ext>
                </a:extLst>
              </p14:cNvPr>
              <p14:cNvContentPartPr/>
              <p14:nvPr/>
            </p14:nvContentPartPr>
            <p14:xfrm>
              <a:off x="9820193" y="6310164"/>
              <a:ext cx="144360" cy="63360"/>
            </p14:xfrm>
          </p:contentPart>
        </mc:Choice>
        <mc:Fallback>
          <p:pic>
            <p:nvPicPr>
              <p:cNvPr id="339" name="Ink 338">
                <a:extLst>
                  <a:ext uri="{FF2B5EF4-FFF2-40B4-BE49-F238E27FC236}">
                    <a16:creationId xmlns:a16="http://schemas.microsoft.com/office/drawing/2014/main" id="{34743348-F4EB-80FF-6847-90CFC27B9DF1}"/>
                  </a:ext>
                </a:extLst>
              </p:cNvPr>
              <p:cNvPicPr/>
              <p:nvPr/>
            </p:nvPicPr>
            <p:blipFill>
              <a:blip r:embed="rId458"/>
              <a:stretch>
                <a:fillRect/>
              </a:stretch>
            </p:blipFill>
            <p:spPr>
              <a:xfrm>
                <a:off x="9802553" y="6292524"/>
                <a:ext cx="180000" cy="9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9">
            <p14:nvContentPartPr>
              <p14:cNvPr id="340" name="Ink 339">
                <a:extLst>
                  <a:ext uri="{FF2B5EF4-FFF2-40B4-BE49-F238E27FC236}">
                    <a16:creationId xmlns:a16="http://schemas.microsoft.com/office/drawing/2014/main" id="{6F1A3D76-809D-1511-0DC6-F43C11DDB149}"/>
                  </a:ext>
                </a:extLst>
              </p14:cNvPr>
              <p14:cNvContentPartPr/>
              <p14:nvPr/>
            </p14:nvContentPartPr>
            <p14:xfrm>
              <a:off x="10033313" y="6216564"/>
              <a:ext cx="110880" cy="209160"/>
            </p14:xfrm>
          </p:contentPart>
        </mc:Choice>
        <mc:Fallback>
          <p:pic>
            <p:nvPicPr>
              <p:cNvPr id="340" name="Ink 339">
                <a:extLst>
                  <a:ext uri="{FF2B5EF4-FFF2-40B4-BE49-F238E27FC236}">
                    <a16:creationId xmlns:a16="http://schemas.microsoft.com/office/drawing/2014/main" id="{6F1A3D76-809D-1511-0DC6-F43C11DDB149}"/>
                  </a:ext>
                </a:extLst>
              </p:cNvPr>
              <p:cNvPicPr/>
              <p:nvPr/>
            </p:nvPicPr>
            <p:blipFill>
              <a:blip r:embed="rId460"/>
              <a:stretch>
                <a:fillRect/>
              </a:stretch>
            </p:blipFill>
            <p:spPr>
              <a:xfrm>
                <a:off x="10015673" y="6198564"/>
                <a:ext cx="146520" cy="24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1">
            <p14:nvContentPartPr>
              <p14:cNvPr id="341" name="Ink 340">
                <a:extLst>
                  <a:ext uri="{FF2B5EF4-FFF2-40B4-BE49-F238E27FC236}">
                    <a16:creationId xmlns:a16="http://schemas.microsoft.com/office/drawing/2014/main" id="{B8A9033D-EFDD-24A7-4BC4-82D59AA97120}"/>
                  </a:ext>
                </a:extLst>
              </p14:cNvPr>
              <p14:cNvContentPartPr/>
              <p14:nvPr/>
            </p14:nvContentPartPr>
            <p14:xfrm>
              <a:off x="10271633" y="6214044"/>
              <a:ext cx="40320" cy="152640"/>
            </p14:xfrm>
          </p:contentPart>
        </mc:Choice>
        <mc:Fallback>
          <p:pic>
            <p:nvPicPr>
              <p:cNvPr id="341" name="Ink 340">
                <a:extLst>
                  <a:ext uri="{FF2B5EF4-FFF2-40B4-BE49-F238E27FC236}">
                    <a16:creationId xmlns:a16="http://schemas.microsoft.com/office/drawing/2014/main" id="{B8A9033D-EFDD-24A7-4BC4-82D59AA97120}"/>
                  </a:ext>
                </a:extLst>
              </p:cNvPr>
              <p:cNvPicPr/>
              <p:nvPr/>
            </p:nvPicPr>
            <p:blipFill>
              <a:blip r:embed="rId462"/>
              <a:stretch>
                <a:fillRect/>
              </a:stretch>
            </p:blipFill>
            <p:spPr>
              <a:xfrm>
                <a:off x="10253633" y="6196404"/>
                <a:ext cx="75960" cy="18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3">
            <p14:nvContentPartPr>
              <p14:cNvPr id="342" name="Ink 341">
                <a:extLst>
                  <a:ext uri="{FF2B5EF4-FFF2-40B4-BE49-F238E27FC236}">
                    <a16:creationId xmlns:a16="http://schemas.microsoft.com/office/drawing/2014/main" id="{5090E9BE-06E3-0B32-4DFE-595F0AF08204}"/>
                  </a:ext>
                </a:extLst>
              </p14:cNvPr>
              <p14:cNvContentPartPr/>
              <p14:nvPr/>
            </p14:nvContentPartPr>
            <p14:xfrm>
              <a:off x="10313753" y="6166524"/>
              <a:ext cx="231480" cy="158400"/>
            </p14:xfrm>
          </p:contentPart>
        </mc:Choice>
        <mc:Fallback>
          <p:pic>
            <p:nvPicPr>
              <p:cNvPr id="342" name="Ink 341">
                <a:extLst>
                  <a:ext uri="{FF2B5EF4-FFF2-40B4-BE49-F238E27FC236}">
                    <a16:creationId xmlns:a16="http://schemas.microsoft.com/office/drawing/2014/main" id="{5090E9BE-06E3-0B32-4DFE-595F0AF08204}"/>
                  </a:ext>
                </a:extLst>
              </p:cNvPr>
              <p:cNvPicPr/>
              <p:nvPr/>
            </p:nvPicPr>
            <p:blipFill>
              <a:blip r:embed="rId464"/>
              <a:stretch>
                <a:fillRect/>
              </a:stretch>
            </p:blipFill>
            <p:spPr>
              <a:xfrm>
                <a:off x="10296113" y="6148884"/>
                <a:ext cx="267120" cy="19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5">
            <p14:nvContentPartPr>
              <p14:cNvPr id="343" name="Ink 342">
                <a:extLst>
                  <a:ext uri="{FF2B5EF4-FFF2-40B4-BE49-F238E27FC236}">
                    <a16:creationId xmlns:a16="http://schemas.microsoft.com/office/drawing/2014/main" id="{8640E15E-C881-EEB7-A44A-7AA942CA0BA2}"/>
                  </a:ext>
                </a:extLst>
              </p14:cNvPr>
              <p14:cNvContentPartPr/>
              <p14:nvPr/>
            </p14:nvContentPartPr>
            <p14:xfrm>
              <a:off x="9712553" y="6499524"/>
              <a:ext cx="879120" cy="145080"/>
            </p14:xfrm>
          </p:contentPart>
        </mc:Choice>
        <mc:Fallback>
          <p:pic>
            <p:nvPicPr>
              <p:cNvPr id="343" name="Ink 342">
                <a:extLst>
                  <a:ext uri="{FF2B5EF4-FFF2-40B4-BE49-F238E27FC236}">
                    <a16:creationId xmlns:a16="http://schemas.microsoft.com/office/drawing/2014/main" id="{8640E15E-C881-EEB7-A44A-7AA942CA0BA2}"/>
                  </a:ext>
                </a:extLst>
              </p:cNvPr>
              <p:cNvPicPr/>
              <p:nvPr/>
            </p:nvPicPr>
            <p:blipFill>
              <a:blip r:embed="rId466"/>
              <a:stretch>
                <a:fillRect/>
              </a:stretch>
            </p:blipFill>
            <p:spPr>
              <a:xfrm>
                <a:off x="9694913" y="6481884"/>
                <a:ext cx="914760" cy="18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7">
            <p14:nvContentPartPr>
              <p14:cNvPr id="344" name="Ink 343">
                <a:extLst>
                  <a:ext uri="{FF2B5EF4-FFF2-40B4-BE49-F238E27FC236}">
                    <a16:creationId xmlns:a16="http://schemas.microsoft.com/office/drawing/2014/main" id="{667B555A-62A3-BB27-FD1B-BE0413A9697A}"/>
                  </a:ext>
                </a:extLst>
              </p14:cNvPr>
              <p14:cNvContentPartPr/>
              <p14:nvPr/>
            </p14:nvContentPartPr>
            <p14:xfrm>
              <a:off x="10178393" y="6650724"/>
              <a:ext cx="208440" cy="277920"/>
            </p14:xfrm>
          </p:contentPart>
        </mc:Choice>
        <mc:Fallback>
          <p:pic>
            <p:nvPicPr>
              <p:cNvPr id="344" name="Ink 343">
                <a:extLst>
                  <a:ext uri="{FF2B5EF4-FFF2-40B4-BE49-F238E27FC236}">
                    <a16:creationId xmlns:a16="http://schemas.microsoft.com/office/drawing/2014/main" id="{667B555A-62A3-BB27-FD1B-BE0413A9697A}"/>
                  </a:ext>
                </a:extLst>
              </p:cNvPr>
              <p:cNvPicPr/>
              <p:nvPr/>
            </p:nvPicPr>
            <p:blipFill>
              <a:blip r:embed="rId468"/>
              <a:stretch>
                <a:fillRect/>
              </a:stretch>
            </p:blipFill>
            <p:spPr>
              <a:xfrm>
                <a:off x="10160393" y="6632724"/>
                <a:ext cx="244080" cy="31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9">
            <p14:nvContentPartPr>
              <p14:cNvPr id="346" name="Ink 345">
                <a:extLst>
                  <a:ext uri="{FF2B5EF4-FFF2-40B4-BE49-F238E27FC236}">
                    <a16:creationId xmlns:a16="http://schemas.microsoft.com/office/drawing/2014/main" id="{E98F0386-D9F1-B6EE-CD2A-6F49A443A35C}"/>
                  </a:ext>
                </a:extLst>
              </p14:cNvPr>
              <p14:cNvContentPartPr/>
              <p14:nvPr/>
            </p14:nvContentPartPr>
            <p14:xfrm>
              <a:off x="4278353" y="6769884"/>
              <a:ext cx="172440" cy="316080"/>
            </p14:xfrm>
          </p:contentPart>
        </mc:Choice>
        <mc:Fallback>
          <p:pic>
            <p:nvPicPr>
              <p:cNvPr id="346" name="Ink 345">
                <a:extLst>
                  <a:ext uri="{FF2B5EF4-FFF2-40B4-BE49-F238E27FC236}">
                    <a16:creationId xmlns:a16="http://schemas.microsoft.com/office/drawing/2014/main" id="{E98F0386-D9F1-B6EE-CD2A-6F49A443A35C}"/>
                  </a:ext>
                </a:extLst>
              </p:cNvPr>
              <p:cNvPicPr/>
              <p:nvPr/>
            </p:nvPicPr>
            <p:blipFill>
              <a:blip r:embed="rId470"/>
              <a:stretch>
                <a:fillRect/>
              </a:stretch>
            </p:blipFill>
            <p:spPr>
              <a:xfrm>
                <a:off x="4260353" y="6751884"/>
                <a:ext cx="208080" cy="35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1">
            <p14:nvContentPartPr>
              <p14:cNvPr id="347" name="Ink 346">
                <a:extLst>
                  <a:ext uri="{FF2B5EF4-FFF2-40B4-BE49-F238E27FC236}">
                    <a16:creationId xmlns:a16="http://schemas.microsoft.com/office/drawing/2014/main" id="{91C360CA-FC96-56EF-0F70-FEA8F3BD6BAF}"/>
                  </a:ext>
                </a:extLst>
              </p14:cNvPr>
              <p14:cNvContentPartPr/>
              <p14:nvPr/>
            </p14:nvContentPartPr>
            <p14:xfrm>
              <a:off x="4390313" y="6779244"/>
              <a:ext cx="189720" cy="124920"/>
            </p14:xfrm>
          </p:contentPart>
        </mc:Choice>
        <mc:Fallback>
          <p:pic>
            <p:nvPicPr>
              <p:cNvPr id="347" name="Ink 346">
                <a:extLst>
                  <a:ext uri="{FF2B5EF4-FFF2-40B4-BE49-F238E27FC236}">
                    <a16:creationId xmlns:a16="http://schemas.microsoft.com/office/drawing/2014/main" id="{91C360CA-FC96-56EF-0F70-FEA8F3BD6BAF}"/>
                  </a:ext>
                </a:extLst>
              </p:cNvPr>
              <p:cNvPicPr/>
              <p:nvPr/>
            </p:nvPicPr>
            <p:blipFill>
              <a:blip r:embed="rId472"/>
              <a:stretch>
                <a:fillRect/>
              </a:stretch>
            </p:blipFill>
            <p:spPr>
              <a:xfrm>
                <a:off x="4372673" y="6761604"/>
                <a:ext cx="225360" cy="16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3">
            <p14:nvContentPartPr>
              <p14:cNvPr id="348" name="Ink 347">
                <a:extLst>
                  <a:ext uri="{FF2B5EF4-FFF2-40B4-BE49-F238E27FC236}">
                    <a16:creationId xmlns:a16="http://schemas.microsoft.com/office/drawing/2014/main" id="{D039C4E3-C3A4-822F-18D0-14D907C98EDD}"/>
                  </a:ext>
                </a:extLst>
              </p14:cNvPr>
              <p14:cNvContentPartPr/>
              <p14:nvPr/>
            </p14:nvContentPartPr>
            <p14:xfrm>
              <a:off x="10223753" y="2663004"/>
              <a:ext cx="277560" cy="2103480"/>
            </p14:xfrm>
          </p:contentPart>
        </mc:Choice>
        <mc:Fallback>
          <p:pic>
            <p:nvPicPr>
              <p:cNvPr id="348" name="Ink 347">
                <a:extLst>
                  <a:ext uri="{FF2B5EF4-FFF2-40B4-BE49-F238E27FC236}">
                    <a16:creationId xmlns:a16="http://schemas.microsoft.com/office/drawing/2014/main" id="{D039C4E3-C3A4-822F-18D0-14D907C98EDD}"/>
                  </a:ext>
                </a:extLst>
              </p:cNvPr>
              <p:cNvPicPr/>
              <p:nvPr/>
            </p:nvPicPr>
            <p:blipFill>
              <a:blip r:embed="rId474"/>
              <a:stretch>
                <a:fillRect/>
              </a:stretch>
            </p:blipFill>
            <p:spPr>
              <a:xfrm>
                <a:off x="10205753" y="2645004"/>
                <a:ext cx="313200" cy="213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5">
            <p14:nvContentPartPr>
              <p14:cNvPr id="350" name="Ink 349">
                <a:extLst>
                  <a:ext uri="{FF2B5EF4-FFF2-40B4-BE49-F238E27FC236}">
                    <a16:creationId xmlns:a16="http://schemas.microsoft.com/office/drawing/2014/main" id="{CFF13120-163E-BE7E-C36F-011A282D052B}"/>
                  </a:ext>
                </a:extLst>
              </p14:cNvPr>
              <p14:cNvContentPartPr/>
              <p14:nvPr/>
            </p14:nvContentPartPr>
            <p14:xfrm>
              <a:off x="10620473" y="2651124"/>
              <a:ext cx="46440" cy="214200"/>
            </p14:xfrm>
          </p:contentPart>
        </mc:Choice>
        <mc:Fallback>
          <p:pic>
            <p:nvPicPr>
              <p:cNvPr id="350" name="Ink 349">
                <a:extLst>
                  <a:ext uri="{FF2B5EF4-FFF2-40B4-BE49-F238E27FC236}">
                    <a16:creationId xmlns:a16="http://schemas.microsoft.com/office/drawing/2014/main" id="{CFF13120-163E-BE7E-C36F-011A282D052B}"/>
                  </a:ext>
                </a:extLst>
              </p:cNvPr>
              <p:cNvPicPr/>
              <p:nvPr/>
            </p:nvPicPr>
            <p:blipFill>
              <a:blip r:embed="rId476"/>
              <a:stretch>
                <a:fillRect/>
              </a:stretch>
            </p:blipFill>
            <p:spPr>
              <a:xfrm>
                <a:off x="10602833" y="2633484"/>
                <a:ext cx="82080" cy="24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7">
            <p14:nvContentPartPr>
              <p14:cNvPr id="351" name="Ink 350">
                <a:extLst>
                  <a:ext uri="{FF2B5EF4-FFF2-40B4-BE49-F238E27FC236}">
                    <a16:creationId xmlns:a16="http://schemas.microsoft.com/office/drawing/2014/main" id="{656875AB-3CBA-5548-7B30-34914A123264}"/>
                  </a:ext>
                </a:extLst>
              </p14:cNvPr>
              <p14:cNvContentPartPr/>
              <p14:nvPr/>
            </p14:nvContentPartPr>
            <p14:xfrm>
              <a:off x="10635233" y="2682084"/>
              <a:ext cx="205200" cy="164160"/>
            </p14:xfrm>
          </p:contentPart>
        </mc:Choice>
        <mc:Fallback>
          <p:pic>
            <p:nvPicPr>
              <p:cNvPr id="351" name="Ink 350">
                <a:extLst>
                  <a:ext uri="{FF2B5EF4-FFF2-40B4-BE49-F238E27FC236}">
                    <a16:creationId xmlns:a16="http://schemas.microsoft.com/office/drawing/2014/main" id="{656875AB-3CBA-5548-7B30-34914A123264}"/>
                  </a:ext>
                </a:extLst>
              </p:cNvPr>
              <p:cNvPicPr/>
              <p:nvPr/>
            </p:nvPicPr>
            <p:blipFill>
              <a:blip r:embed="rId478"/>
              <a:stretch>
                <a:fillRect/>
              </a:stretch>
            </p:blipFill>
            <p:spPr>
              <a:xfrm>
                <a:off x="10617233" y="2664444"/>
                <a:ext cx="240840" cy="19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9">
            <p14:nvContentPartPr>
              <p14:cNvPr id="352" name="Ink 351">
                <a:extLst>
                  <a:ext uri="{FF2B5EF4-FFF2-40B4-BE49-F238E27FC236}">
                    <a16:creationId xmlns:a16="http://schemas.microsoft.com/office/drawing/2014/main" id="{CAE8C637-45F5-690E-8DE2-F1D1421DAD28}"/>
                  </a:ext>
                </a:extLst>
              </p14:cNvPr>
              <p14:cNvContentPartPr/>
              <p14:nvPr/>
            </p14:nvContentPartPr>
            <p14:xfrm>
              <a:off x="10913513" y="2793324"/>
              <a:ext cx="23400" cy="79200"/>
            </p14:xfrm>
          </p:contentPart>
        </mc:Choice>
        <mc:Fallback>
          <p:pic>
            <p:nvPicPr>
              <p:cNvPr id="352" name="Ink 351">
                <a:extLst>
                  <a:ext uri="{FF2B5EF4-FFF2-40B4-BE49-F238E27FC236}">
                    <a16:creationId xmlns:a16="http://schemas.microsoft.com/office/drawing/2014/main" id="{CAE8C637-45F5-690E-8DE2-F1D1421DAD28}"/>
                  </a:ext>
                </a:extLst>
              </p:cNvPr>
              <p:cNvPicPr/>
              <p:nvPr/>
            </p:nvPicPr>
            <p:blipFill>
              <a:blip r:embed="rId480"/>
              <a:stretch>
                <a:fillRect/>
              </a:stretch>
            </p:blipFill>
            <p:spPr>
              <a:xfrm>
                <a:off x="10895513" y="2775324"/>
                <a:ext cx="59040" cy="11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1">
            <p14:nvContentPartPr>
              <p14:cNvPr id="353" name="Ink 352">
                <a:extLst>
                  <a:ext uri="{FF2B5EF4-FFF2-40B4-BE49-F238E27FC236}">
                    <a16:creationId xmlns:a16="http://schemas.microsoft.com/office/drawing/2014/main" id="{B3FD2CF6-8E1F-D839-9AAF-D49B2814B417}"/>
                  </a:ext>
                </a:extLst>
              </p14:cNvPr>
              <p14:cNvContentPartPr/>
              <p14:nvPr/>
            </p14:nvContentPartPr>
            <p14:xfrm>
              <a:off x="10926833" y="2674524"/>
              <a:ext cx="23040" cy="18720"/>
            </p14:xfrm>
          </p:contentPart>
        </mc:Choice>
        <mc:Fallback>
          <p:pic>
            <p:nvPicPr>
              <p:cNvPr id="353" name="Ink 352">
                <a:extLst>
                  <a:ext uri="{FF2B5EF4-FFF2-40B4-BE49-F238E27FC236}">
                    <a16:creationId xmlns:a16="http://schemas.microsoft.com/office/drawing/2014/main" id="{B3FD2CF6-8E1F-D839-9AAF-D49B2814B417}"/>
                  </a:ext>
                </a:extLst>
              </p:cNvPr>
              <p:cNvPicPr/>
              <p:nvPr/>
            </p:nvPicPr>
            <p:blipFill>
              <a:blip r:embed="rId482"/>
              <a:stretch>
                <a:fillRect/>
              </a:stretch>
            </p:blipFill>
            <p:spPr>
              <a:xfrm>
                <a:off x="10909193" y="2656524"/>
                <a:ext cx="5868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3">
            <p14:nvContentPartPr>
              <p14:cNvPr id="354" name="Ink 353">
                <a:extLst>
                  <a:ext uri="{FF2B5EF4-FFF2-40B4-BE49-F238E27FC236}">
                    <a16:creationId xmlns:a16="http://schemas.microsoft.com/office/drawing/2014/main" id="{31F299CA-586F-33B8-DF01-F064E51D02EA}"/>
                  </a:ext>
                </a:extLst>
              </p14:cNvPr>
              <p14:cNvContentPartPr/>
              <p14:nvPr/>
            </p14:nvContentPartPr>
            <p14:xfrm>
              <a:off x="10974713" y="2756604"/>
              <a:ext cx="218160" cy="153720"/>
            </p14:xfrm>
          </p:contentPart>
        </mc:Choice>
        <mc:Fallback>
          <p:pic>
            <p:nvPicPr>
              <p:cNvPr id="354" name="Ink 353">
                <a:extLst>
                  <a:ext uri="{FF2B5EF4-FFF2-40B4-BE49-F238E27FC236}">
                    <a16:creationId xmlns:a16="http://schemas.microsoft.com/office/drawing/2014/main" id="{31F299CA-586F-33B8-DF01-F064E51D02EA}"/>
                  </a:ext>
                </a:extLst>
              </p:cNvPr>
              <p:cNvPicPr/>
              <p:nvPr/>
            </p:nvPicPr>
            <p:blipFill>
              <a:blip r:embed="rId484"/>
              <a:stretch>
                <a:fillRect/>
              </a:stretch>
            </p:blipFill>
            <p:spPr>
              <a:xfrm>
                <a:off x="10957073" y="2738604"/>
                <a:ext cx="253800" cy="18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5">
            <p14:nvContentPartPr>
              <p14:cNvPr id="355" name="Ink 354">
                <a:extLst>
                  <a:ext uri="{FF2B5EF4-FFF2-40B4-BE49-F238E27FC236}">
                    <a16:creationId xmlns:a16="http://schemas.microsoft.com/office/drawing/2014/main" id="{08746BCA-0B9E-23CC-FABA-65225E733A69}"/>
                  </a:ext>
                </a:extLst>
              </p14:cNvPr>
              <p14:cNvContentPartPr/>
              <p14:nvPr/>
            </p14:nvContentPartPr>
            <p14:xfrm>
              <a:off x="11313113" y="2779284"/>
              <a:ext cx="162360" cy="97920"/>
            </p14:xfrm>
          </p:contentPart>
        </mc:Choice>
        <mc:Fallback>
          <p:pic>
            <p:nvPicPr>
              <p:cNvPr id="355" name="Ink 354">
                <a:extLst>
                  <a:ext uri="{FF2B5EF4-FFF2-40B4-BE49-F238E27FC236}">
                    <a16:creationId xmlns:a16="http://schemas.microsoft.com/office/drawing/2014/main" id="{08746BCA-0B9E-23CC-FABA-65225E733A69}"/>
                  </a:ext>
                </a:extLst>
              </p:cNvPr>
              <p:cNvPicPr/>
              <p:nvPr/>
            </p:nvPicPr>
            <p:blipFill>
              <a:blip r:embed="rId486"/>
              <a:stretch>
                <a:fillRect/>
              </a:stretch>
            </p:blipFill>
            <p:spPr>
              <a:xfrm>
                <a:off x="11295473" y="2761644"/>
                <a:ext cx="198000" cy="1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7">
            <p14:nvContentPartPr>
              <p14:cNvPr id="356" name="Ink 355">
                <a:extLst>
                  <a:ext uri="{FF2B5EF4-FFF2-40B4-BE49-F238E27FC236}">
                    <a16:creationId xmlns:a16="http://schemas.microsoft.com/office/drawing/2014/main" id="{14D3DCBE-08A3-587C-E466-FBEA72A5314E}"/>
                  </a:ext>
                </a:extLst>
              </p14:cNvPr>
              <p14:cNvContentPartPr/>
              <p14:nvPr/>
            </p14:nvContentPartPr>
            <p14:xfrm>
              <a:off x="11486993" y="2605764"/>
              <a:ext cx="233640" cy="275040"/>
            </p14:xfrm>
          </p:contentPart>
        </mc:Choice>
        <mc:Fallback>
          <p:pic>
            <p:nvPicPr>
              <p:cNvPr id="356" name="Ink 355">
                <a:extLst>
                  <a:ext uri="{FF2B5EF4-FFF2-40B4-BE49-F238E27FC236}">
                    <a16:creationId xmlns:a16="http://schemas.microsoft.com/office/drawing/2014/main" id="{14D3DCBE-08A3-587C-E466-FBEA72A5314E}"/>
                  </a:ext>
                </a:extLst>
              </p:cNvPr>
              <p:cNvPicPr/>
              <p:nvPr/>
            </p:nvPicPr>
            <p:blipFill>
              <a:blip r:embed="rId488"/>
              <a:stretch>
                <a:fillRect/>
              </a:stretch>
            </p:blipFill>
            <p:spPr>
              <a:xfrm>
                <a:off x="11469353" y="2587764"/>
                <a:ext cx="269280" cy="31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9">
            <p14:nvContentPartPr>
              <p14:cNvPr id="357" name="Ink 356">
                <a:extLst>
                  <a:ext uri="{FF2B5EF4-FFF2-40B4-BE49-F238E27FC236}">
                    <a16:creationId xmlns:a16="http://schemas.microsoft.com/office/drawing/2014/main" id="{461B0354-5A8B-344E-5E17-06E7D6718F8C}"/>
                  </a:ext>
                </a:extLst>
              </p14:cNvPr>
              <p14:cNvContentPartPr/>
              <p14:nvPr/>
            </p14:nvContentPartPr>
            <p14:xfrm>
              <a:off x="11773913" y="2762004"/>
              <a:ext cx="11160" cy="100440"/>
            </p14:xfrm>
          </p:contentPart>
        </mc:Choice>
        <mc:Fallback>
          <p:pic>
            <p:nvPicPr>
              <p:cNvPr id="357" name="Ink 356">
                <a:extLst>
                  <a:ext uri="{FF2B5EF4-FFF2-40B4-BE49-F238E27FC236}">
                    <a16:creationId xmlns:a16="http://schemas.microsoft.com/office/drawing/2014/main" id="{461B0354-5A8B-344E-5E17-06E7D6718F8C}"/>
                  </a:ext>
                </a:extLst>
              </p:cNvPr>
              <p:cNvPicPr/>
              <p:nvPr/>
            </p:nvPicPr>
            <p:blipFill>
              <a:blip r:embed="rId490"/>
              <a:stretch>
                <a:fillRect/>
              </a:stretch>
            </p:blipFill>
            <p:spPr>
              <a:xfrm>
                <a:off x="11755913" y="2744004"/>
                <a:ext cx="46800" cy="13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1">
            <p14:nvContentPartPr>
              <p14:cNvPr id="358" name="Ink 357">
                <a:extLst>
                  <a:ext uri="{FF2B5EF4-FFF2-40B4-BE49-F238E27FC236}">
                    <a16:creationId xmlns:a16="http://schemas.microsoft.com/office/drawing/2014/main" id="{303B2A68-2DFE-E857-F3CE-6D65B5A1280A}"/>
                  </a:ext>
                </a:extLst>
              </p14:cNvPr>
              <p14:cNvContentPartPr/>
              <p14:nvPr/>
            </p14:nvContentPartPr>
            <p14:xfrm>
              <a:off x="11897393" y="2774964"/>
              <a:ext cx="47160" cy="125280"/>
            </p14:xfrm>
          </p:contentPart>
        </mc:Choice>
        <mc:Fallback>
          <p:pic>
            <p:nvPicPr>
              <p:cNvPr id="358" name="Ink 357">
                <a:extLst>
                  <a:ext uri="{FF2B5EF4-FFF2-40B4-BE49-F238E27FC236}">
                    <a16:creationId xmlns:a16="http://schemas.microsoft.com/office/drawing/2014/main" id="{303B2A68-2DFE-E857-F3CE-6D65B5A1280A}"/>
                  </a:ext>
                </a:extLst>
              </p:cNvPr>
              <p:cNvPicPr/>
              <p:nvPr/>
            </p:nvPicPr>
            <p:blipFill>
              <a:blip r:embed="rId492"/>
              <a:stretch>
                <a:fillRect/>
              </a:stretch>
            </p:blipFill>
            <p:spPr>
              <a:xfrm>
                <a:off x="11879753" y="2756964"/>
                <a:ext cx="82800" cy="16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3">
            <p14:nvContentPartPr>
              <p14:cNvPr id="359" name="Ink 358">
                <a:extLst>
                  <a:ext uri="{FF2B5EF4-FFF2-40B4-BE49-F238E27FC236}">
                    <a16:creationId xmlns:a16="http://schemas.microsoft.com/office/drawing/2014/main" id="{3D13C8DF-E1DE-E407-A6A5-4AA4595B88AF}"/>
                  </a:ext>
                </a:extLst>
              </p14:cNvPr>
              <p14:cNvContentPartPr/>
              <p14:nvPr/>
            </p14:nvContentPartPr>
            <p14:xfrm>
              <a:off x="11920073" y="2664444"/>
              <a:ext cx="138600" cy="216360"/>
            </p14:xfrm>
          </p:contentPart>
        </mc:Choice>
        <mc:Fallback>
          <p:pic>
            <p:nvPicPr>
              <p:cNvPr id="359" name="Ink 358">
                <a:extLst>
                  <a:ext uri="{FF2B5EF4-FFF2-40B4-BE49-F238E27FC236}">
                    <a16:creationId xmlns:a16="http://schemas.microsoft.com/office/drawing/2014/main" id="{3D13C8DF-E1DE-E407-A6A5-4AA4595B88AF}"/>
                  </a:ext>
                </a:extLst>
              </p:cNvPr>
              <p:cNvPicPr/>
              <p:nvPr/>
            </p:nvPicPr>
            <p:blipFill>
              <a:blip r:embed="rId494"/>
              <a:stretch>
                <a:fillRect/>
              </a:stretch>
            </p:blipFill>
            <p:spPr>
              <a:xfrm>
                <a:off x="11902073" y="2646804"/>
                <a:ext cx="17424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5">
            <p14:nvContentPartPr>
              <p14:cNvPr id="360" name="Ink 359">
                <a:extLst>
                  <a:ext uri="{FF2B5EF4-FFF2-40B4-BE49-F238E27FC236}">
                    <a16:creationId xmlns:a16="http://schemas.microsoft.com/office/drawing/2014/main" id="{7080E81E-DB02-59C2-9BD8-EC8923620F22}"/>
                  </a:ext>
                </a:extLst>
              </p14:cNvPr>
              <p14:cNvContentPartPr/>
              <p14:nvPr/>
            </p14:nvContentPartPr>
            <p14:xfrm>
              <a:off x="11745473" y="2574084"/>
              <a:ext cx="199800" cy="34560"/>
            </p14:xfrm>
          </p:contentPart>
        </mc:Choice>
        <mc:Fallback>
          <p:pic>
            <p:nvPicPr>
              <p:cNvPr id="360" name="Ink 359">
                <a:extLst>
                  <a:ext uri="{FF2B5EF4-FFF2-40B4-BE49-F238E27FC236}">
                    <a16:creationId xmlns:a16="http://schemas.microsoft.com/office/drawing/2014/main" id="{7080E81E-DB02-59C2-9BD8-EC8923620F22}"/>
                  </a:ext>
                </a:extLst>
              </p:cNvPr>
              <p:cNvPicPr/>
              <p:nvPr/>
            </p:nvPicPr>
            <p:blipFill>
              <a:blip r:embed="rId496"/>
              <a:stretch>
                <a:fillRect/>
              </a:stretch>
            </p:blipFill>
            <p:spPr>
              <a:xfrm>
                <a:off x="11727473" y="2556444"/>
                <a:ext cx="235440" cy="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7">
            <p14:nvContentPartPr>
              <p14:cNvPr id="361" name="Ink 360">
                <a:extLst>
                  <a:ext uri="{FF2B5EF4-FFF2-40B4-BE49-F238E27FC236}">
                    <a16:creationId xmlns:a16="http://schemas.microsoft.com/office/drawing/2014/main" id="{C67CEB48-AD99-DA81-371A-233E2DF32419}"/>
                  </a:ext>
                </a:extLst>
              </p14:cNvPr>
              <p14:cNvContentPartPr/>
              <p14:nvPr/>
            </p14:nvContentPartPr>
            <p14:xfrm>
              <a:off x="2837633" y="3116604"/>
              <a:ext cx="1082520" cy="1787040"/>
            </p14:xfrm>
          </p:contentPart>
        </mc:Choice>
        <mc:Fallback>
          <p:pic>
            <p:nvPicPr>
              <p:cNvPr id="361" name="Ink 360">
                <a:extLst>
                  <a:ext uri="{FF2B5EF4-FFF2-40B4-BE49-F238E27FC236}">
                    <a16:creationId xmlns:a16="http://schemas.microsoft.com/office/drawing/2014/main" id="{C67CEB48-AD99-DA81-371A-233E2DF32419}"/>
                  </a:ext>
                </a:extLst>
              </p:cNvPr>
              <p:cNvPicPr/>
              <p:nvPr/>
            </p:nvPicPr>
            <p:blipFill>
              <a:blip r:embed="rId498"/>
              <a:stretch>
                <a:fillRect/>
              </a:stretch>
            </p:blipFill>
            <p:spPr>
              <a:xfrm>
                <a:off x="2819993" y="3098604"/>
                <a:ext cx="1118160" cy="182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9">
            <p14:nvContentPartPr>
              <p14:cNvPr id="362" name="Ink 361">
                <a:extLst>
                  <a:ext uri="{FF2B5EF4-FFF2-40B4-BE49-F238E27FC236}">
                    <a16:creationId xmlns:a16="http://schemas.microsoft.com/office/drawing/2014/main" id="{2A9A03A4-492C-1DEC-2509-83EC9C0D4FAB}"/>
                  </a:ext>
                </a:extLst>
              </p14:cNvPr>
              <p14:cNvContentPartPr/>
              <p14:nvPr/>
            </p14:nvContentPartPr>
            <p14:xfrm>
              <a:off x="3429833" y="4480284"/>
              <a:ext cx="5400" cy="5400"/>
            </p14:xfrm>
          </p:contentPart>
        </mc:Choice>
        <mc:Fallback>
          <p:pic>
            <p:nvPicPr>
              <p:cNvPr id="362" name="Ink 361">
                <a:extLst>
                  <a:ext uri="{FF2B5EF4-FFF2-40B4-BE49-F238E27FC236}">
                    <a16:creationId xmlns:a16="http://schemas.microsoft.com/office/drawing/2014/main" id="{2A9A03A4-492C-1DEC-2509-83EC9C0D4FAB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3412193" y="4462644"/>
                <a:ext cx="4104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0">
            <p14:nvContentPartPr>
              <p14:cNvPr id="364" name="Ink 363">
                <a:extLst>
                  <a:ext uri="{FF2B5EF4-FFF2-40B4-BE49-F238E27FC236}">
                    <a16:creationId xmlns:a16="http://schemas.microsoft.com/office/drawing/2014/main" id="{81242479-DC7A-4774-EF06-E622F8A9413A}"/>
                  </a:ext>
                </a:extLst>
              </p14:cNvPr>
              <p14:cNvContentPartPr/>
              <p14:nvPr/>
            </p14:nvContentPartPr>
            <p14:xfrm>
              <a:off x="2318513" y="3827604"/>
              <a:ext cx="14760" cy="2160"/>
            </p14:xfrm>
          </p:contentPart>
        </mc:Choice>
        <mc:Fallback>
          <p:pic>
            <p:nvPicPr>
              <p:cNvPr id="364" name="Ink 363">
                <a:extLst>
                  <a:ext uri="{FF2B5EF4-FFF2-40B4-BE49-F238E27FC236}">
                    <a16:creationId xmlns:a16="http://schemas.microsoft.com/office/drawing/2014/main" id="{81242479-DC7A-4774-EF06-E622F8A9413A}"/>
                  </a:ext>
                </a:extLst>
              </p:cNvPr>
              <p:cNvPicPr/>
              <p:nvPr/>
            </p:nvPicPr>
            <p:blipFill>
              <a:blip r:embed="rId501"/>
              <a:stretch>
                <a:fillRect/>
              </a:stretch>
            </p:blipFill>
            <p:spPr>
              <a:xfrm>
                <a:off x="2300513" y="3809964"/>
                <a:ext cx="5040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2">
            <p14:nvContentPartPr>
              <p14:cNvPr id="380" name="Ink 379">
                <a:extLst>
                  <a:ext uri="{FF2B5EF4-FFF2-40B4-BE49-F238E27FC236}">
                    <a16:creationId xmlns:a16="http://schemas.microsoft.com/office/drawing/2014/main" id="{1ABE126A-C395-643C-43DA-D20ED07EF28D}"/>
                  </a:ext>
                </a:extLst>
              </p14:cNvPr>
              <p14:cNvContentPartPr/>
              <p14:nvPr/>
            </p14:nvContentPartPr>
            <p14:xfrm>
              <a:off x="10718393" y="4153404"/>
              <a:ext cx="190080" cy="383400"/>
            </p14:xfrm>
          </p:contentPart>
        </mc:Choice>
        <mc:Fallback>
          <p:pic>
            <p:nvPicPr>
              <p:cNvPr id="380" name="Ink 379">
                <a:extLst>
                  <a:ext uri="{FF2B5EF4-FFF2-40B4-BE49-F238E27FC236}">
                    <a16:creationId xmlns:a16="http://schemas.microsoft.com/office/drawing/2014/main" id="{1ABE126A-C395-643C-43DA-D20ED07EF28D}"/>
                  </a:ext>
                </a:extLst>
              </p:cNvPr>
              <p:cNvPicPr/>
              <p:nvPr/>
            </p:nvPicPr>
            <p:blipFill>
              <a:blip r:embed="rId503"/>
              <a:stretch>
                <a:fillRect/>
              </a:stretch>
            </p:blipFill>
            <p:spPr>
              <a:xfrm>
                <a:off x="10700753" y="4135764"/>
                <a:ext cx="225720" cy="41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4">
            <p14:nvContentPartPr>
              <p14:cNvPr id="381" name="Ink 380">
                <a:extLst>
                  <a:ext uri="{FF2B5EF4-FFF2-40B4-BE49-F238E27FC236}">
                    <a16:creationId xmlns:a16="http://schemas.microsoft.com/office/drawing/2014/main" id="{36364173-49AD-8C24-7CBD-1058EDA7F232}"/>
                  </a:ext>
                </a:extLst>
              </p14:cNvPr>
              <p14:cNvContentPartPr/>
              <p14:nvPr/>
            </p14:nvContentPartPr>
            <p14:xfrm>
              <a:off x="10422113" y="4664604"/>
              <a:ext cx="1435320" cy="190440"/>
            </p14:xfrm>
          </p:contentPart>
        </mc:Choice>
        <mc:Fallback>
          <p:pic>
            <p:nvPicPr>
              <p:cNvPr id="381" name="Ink 380">
                <a:extLst>
                  <a:ext uri="{FF2B5EF4-FFF2-40B4-BE49-F238E27FC236}">
                    <a16:creationId xmlns:a16="http://schemas.microsoft.com/office/drawing/2014/main" id="{36364173-49AD-8C24-7CBD-1058EDA7F232}"/>
                  </a:ext>
                </a:extLst>
              </p:cNvPr>
              <p:cNvPicPr/>
              <p:nvPr/>
            </p:nvPicPr>
            <p:blipFill>
              <a:blip r:embed="rId505"/>
              <a:stretch>
                <a:fillRect/>
              </a:stretch>
            </p:blipFill>
            <p:spPr>
              <a:xfrm>
                <a:off x="10404113" y="4646964"/>
                <a:ext cx="1470960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6">
            <p14:nvContentPartPr>
              <p14:cNvPr id="365" name="Ink 364">
                <a:extLst>
                  <a:ext uri="{FF2B5EF4-FFF2-40B4-BE49-F238E27FC236}">
                    <a16:creationId xmlns:a16="http://schemas.microsoft.com/office/drawing/2014/main" id="{85F3FCCC-4C23-D326-F5F5-25E325916DC6}"/>
                  </a:ext>
                </a:extLst>
              </p14:cNvPr>
              <p14:cNvContentPartPr/>
              <p14:nvPr/>
            </p14:nvContentPartPr>
            <p14:xfrm>
              <a:off x="10520393" y="3276444"/>
              <a:ext cx="97560" cy="189720"/>
            </p14:xfrm>
          </p:contentPart>
        </mc:Choice>
        <mc:Fallback>
          <p:pic>
            <p:nvPicPr>
              <p:cNvPr id="365" name="Ink 364">
                <a:extLst>
                  <a:ext uri="{FF2B5EF4-FFF2-40B4-BE49-F238E27FC236}">
                    <a16:creationId xmlns:a16="http://schemas.microsoft.com/office/drawing/2014/main" id="{85F3FCCC-4C23-D326-F5F5-25E325916DC6}"/>
                  </a:ext>
                </a:extLst>
              </p:cNvPr>
              <p:cNvPicPr/>
              <p:nvPr/>
            </p:nvPicPr>
            <p:blipFill>
              <a:blip r:embed="rId507"/>
              <a:stretch>
                <a:fillRect/>
              </a:stretch>
            </p:blipFill>
            <p:spPr>
              <a:xfrm>
                <a:off x="10502753" y="3258444"/>
                <a:ext cx="133200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8">
            <p14:nvContentPartPr>
              <p14:cNvPr id="366" name="Ink 365">
                <a:extLst>
                  <a:ext uri="{FF2B5EF4-FFF2-40B4-BE49-F238E27FC236}">
                    <a16:creationId xmlns:a16="http://schemas.microsoft.com/office/drawing/2014/main" id="{C4A5A611-EF54-93F4-8F97-485A9EE22690}"/>
                  </a:ext>
                </a:extLst>
              </p14:cNvPr>
              <p14:cNvContentPartPr/>
              <p14:nvPr/>
            </p14:nvContentPartPr>
            <p14:xfrm>
              <a:off x="10687073" y="3245484"/>
              <a:ext cx="34560" cy="351720"/>
            </p14:xfrm>
          </p:contentPart>
        </mc:Choice>
        <mc:Fallback>
          <p:pic>
            <p:nvPicPr>
              <p:cNvPr id="366" name="Ink 365">
                <a:extLst>
                  <a:ext uri="{FF2B5EF4-FFF2-40B4-BE49-F238E27FC236}">
                    <a16:creationId xmlns:a16="http://schemas.microsoft.com/office/drawing/2014/main" id="{C4A5A611-EF54-93F4-8F97-485A9EE22690}"/>
                  </a:ext>
                </a:extLst>
              </p:cNvPr>
              <p:cNvPicPr/>
              <p:nvPr/>
            </p:nvPicPr>
            <p:blipFill>
              <a:blip r:embed="rId509"/>
              <a:stretch>
                <a:fillRect/>
              </a:stretch>
            </p:blipFill>
            <p:spPr>
              <a:xfrm>
                <a:off x="10669073" y="3227484"/>
                <a:ext cx="70200" cy="38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0">
            <p14:nvContentPartPr>
              <p14:cNvPr id="367" name="Ink 366">
                <a:extLst>
                  <a:ext uri="{FF2B5EF4-FFF2-40B4-BE49-F238E27FC236}">
                    <a16:creationId xmlns:a16="http://schemas.microsoft.com/office/drawing/2014/main" id="{12DA4B47-2EF1-3AC1-40CD-2C39BD2BEEC3}"/>
                  </a:ext>
                </a:extLst>
              </p14:cNvPr>
              <p14:cNvContentPartPr/>
              <p14:nvPr/>
            </p14:nvContentPartPr>
            <p14:xfrm>
              <a:off x="10787153" y="3438444"/>
              <a:ext cx="12240" cy="144360"/>
            </p14:xfrm>
          </p:contentPart>
        </mc:Choice>
        <mc:Fallback>
          <p:pic>
            <p:nvPicPr>
              <p:cNvPr id="367" name="Ink 366">
                <a:extLst>
                  <a:ext uri="{FF2B5EF4-FFF2-40B4-BE49-F238E27FC236}">
                    <a16:creationId xmlns:a16="http://schemas.microsoft.com/office/drawing/2014/main" id="{12DA4B47-2EF1-3AC1-40CD-2C39BD2BEEC3}"/>
                  </a:ext>
                </a:extLst>
              </p:cNvPr>
              <p:cNvPicPr/>
              <p:nvPr/>
            </p:nvPicPr>
            <p:blipFill>
              <a:blip r:embed="rId511"/>
              <a:stretch>
                <a:fillRect/>
              </a:stretch>
            </p:blipFill>
            <p:spPr>
              <a:xfrm>
                <a:off x="10769513" y="3420444"/>
                <a:ext cx="4788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2">
            <p14:nvContentPartPr>
              <p14:cNvPr id="368" name="Ink 367">
                <a:extLst>
                  <a:ext uri="{FF2B5EF4-FFF2-40B4-BE49-F238E27FC236}">
                    <a16:creationId xmlns:a16="http://schemas.microsoft.com/office/drawing/2014/main" id="{22DBDC6C-66C1-6AF1-9EFE-2C3C293CCEE9}"/>
                  </a:ext>
                </a:extLst>
              </p14:cNvPr>
              <p14:cNvContentPartPr/>
              <p14:nvPr/>
            </p14:nvContentPartPr>
            <p14:xfrm>
              <a:off x="10861673" y="3416484"/>
              <a:ext cx="146160" cy="189000"/>
            </p14:xfrm>
          </p:contentPart>
        </mc:Choice>
        <mc:Fallback>
          <p:pic>
            <p:nvPicPr>
              <p:cNvPr id="368" name="Ink 367">
                <a:extLst>
                  <a:ext uri="{FF2B5EF4-FFF2-40B4-BE49-F238E27FC236}">
                    <a16:creationId xmlns:a16="http://schemas.microsoft.com/office/drawing/2014/main" id="{22DBDC6C-66C1-6AF1-9EFE-2C3C293CCEE9}"/>
                  </a:ext>
                </a:extLst>
              </p:cNvPr>
              <p:cNvPicPr/>
              <p:nvPr/>
            </p:nvPicPr>
            <p:blipFill>
              <a:blip r:embed="rId513"/>
              <a:stretch>
                <a:fillRect/>
              </a:stretch>
            </p:blipFill>
            <p:spPr>
              <a:xfrm>
                <a:off x="10844033" y="3398844"/>
                <a:ext cx="18180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4">
            <p14:nvContentPartPr>
              <p14:cNvPr id="369" name="Ink 368">
                <a:extLst>
                  <a:ext uri="{FF2B5EF4-FFF2-40B4-BE49-F238E27FC236}">
                    <a16:creationId xmlns:a16="http://schemas.microsoft.com/office/drawing/2014/main" id="{2C3FF891-F3BB-1E53-8EF2-960F1F861BF1}"/>
                  </a:ext>
                </a:extLst>
              </p14:cNvPr>
              <p14:cNvContentPartPr/>
              <p14:nvPr/>
            </p14:nvContentPartPr>
            <p14:xfrm>
              <a:off x="11037353" y="3322164"/>
              <a:ext cx="65160" cy="396360"/>
            </p14:xfrm>
          </p:contentPart>
        </mc:Choice>
        <mc:Fallback>
          <p:pic>
            <p:nvPicPr>
              <p:cNvPr id="369" name="Ink 368">
                <a:extLst>
                  <a:ext uri="{FF2B5EF4-FFF2-40B4-BE49-F238E27FC236}">
                    <a16:creationId xmlns:a16="http://schemas.microsoft.com/office/drawing/2014/main" id="{2C3FF891-F3BB-1E53-8EF2-960F1F861BF1}"/>
                  </a:ext>
                </a:extLst>
              </p:cNvPr>
              <p:cNvPicPr/>
              <p:nvPr/>
            </p:nvPicPr>
            <p:blipFill>
              <a:blip r:embed="rId515"/>
              <a:stretch>
                <a:fillRect/>
              </a:stretch>
            </p:blipFill>
            <p:spPr>
              <a:xfrm>
                <a:off x="11019713" y="3304164"/>
                <a:ext cx="10080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6">
            <p14:nvContentPartPr>
              <p14:cNvPr id="370" name="Ink 369">
                <a:extLst>
                  <a:ext uri="{FF2B5EF4-FFF2-40B4-BE49-F238E27FC236}">
                    <a16:creationId xmlns:a16="http://schemas.microsoft.com/office/drawing/2014/main" id="{D3AE4735-1F31-A5D3-0246-B1E2DC9C72A9}"/>
                  </a:ext>
                </a:extLst>
              </p14:cNvPr>
              <p14:cNvContentPartPr/>
              <p14:nvPr/>
            </p14:nvContentPartPr>
            <p14:xfrm>
              <a:off x="11130593" y="3557244"/>
              <a:ext cx="117000" cy="189000"/>
            </p14:xfrm>
          </p:contentPart>
        </mc:Choice>
        <mc:Fallback>
          <p:pic>
            <p:nvPicPr>
              <p:cNvPr id="370" name="Ink 369">
                <a:extLst>
                  <a:ext uri="{FF2B5EF4-FFF2-40B4-BE49-F238E27FC236}">
                    <a16:creationId xmlns:a16="http://schemas.microsoft.com/office/drawing/2014/main" id="{D3AE4735-1F31-A5D3-0246-B1E2DC9C72A9}"/>
                  </a:ext>
                </a:extLst>
              </p:cNvPr>
              <p:cNvPicPr/>
              <p:nvPr/>
            </p:nvPicPr>
            <p:blipFill>
              <a:blip r:embed="rId517"/>
              <a:stretch>
                <a:fillRect/>
              </a:stretch>
            </p:blipFill>
            <p:spPr>
              <a:xfrm>
                <a:off x="11112953" y="3539604"/>
                <a:ext cx="15264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8">
            <p14:nvContentPartPr>
              <p14:cNvPr id="371" name="Ink 370">
                <a:extLst>
                  <a:ext uri="{FF2B5EF4-FFF2-40B4-BE49-F238E27FC236}">
                    <a16:creationId xmlns:a16="http://schemas.microsoft.com/office/drawing/2014/main" id="{ABA77426-431B-4EC3-1913-5520DB409935}"/>
                  </a:ext>
                </a:extLst>
              </p14:cNvPr>
              <p14:cNvContentPartPr/>
              <p14:nvPr/>
            </p14:nvContentPartPr>
            <p14:xfrm>
              <a:off x="11376113" y="3429444"/>
              <a:ext cx="92880" cy="38880"/>
            </p14:xfrm>
          </p:contentPart>
        </mc:Choice>
        <mc:Fallback>
          <p:pic>
            <p:nvPicPr>
              <p:cNvPr id="371" name="Ink 370">
                <a:extLst>
                  <a:ext uri="{FF2B5EF4-FFF2-40B4-BE49-F238E27FC236}">
                    <a16:creationId xmlns:a16="http://schemas.microsoft.com/office/drawing/2014/main" id="{ABA77426-431B-4EC3-1913-5520DB409935}"/>
                  </a:ext>
                </a:extLst>
              </p:cNvPr>
              <p:cNvPicPr/>
              <p:nvPr/>
            </p:nvPicPr>
            <p:blipFill>
              <a:blip r:embed="rId519"/>
              <a:stretch>
                <a:fillRect/>
              </a:stretch>
            </p:blipFill>
            <p:spPr>
              <a:xfrm>
                <a:off x="11358473" y="3411444"/>
                <a:ext cx="12852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0">
            <p14:nvContentPartPr>
              <p14:cNvPr id="372" name="Ink 371">
                <a:extLst>
                  <a:ext uri="{FF2B5EF4-FFF2-40B4-BE49-F238E27FC236}">
                    <a16:creationId xmlns:a16="http://schemas.microsoft.com/office/drawing/2014/main" id="{46F2BEC3-DD2D-66E7-63E9-87EF6B826525}"/>
                  </a:ext>
                </a:extLst>
              </p14:cNvPr>
              <p14:cNvContentPartPr/>
              <p14:nvPr/>
            </p14:nvContentPartPr>
            <p14:xfrm>
              <a:off x="11379713" y="3507564"/>
              <a:ext cx="100080" cy="30600"/>
            </p14:xfrm>
          </p:contentPart>
        </mc:Choice>
        <mc:Fallback>
          <p:pic>
            <p:nvPicPr>
              <p:cNvPr id="372" name="Ink 371">
                <a:extLst>
                  <a:ext uri="{FF2B5EF4-FFF2-40B4-BE49-F238E27FC236}">
                    <a16:creationId xmlns:a16="http://schemas.microsoft.com/office/drawing/2014/main" id="{46F2BEC3-DD2D-66E7-63E9-87EF6B826525}"/>
                  </a:ext>
                </a:extLst>
              </p:cNvPr>
              <p:cNvPicPr/>
              <p:nvPr/>
            </p:nvPicPr>
            <p:blipFill>
              <a:blip r:embed="rId521"/>
              <a:stretch>
                <a:fillRect/>
              </a:stretch>
            </p:blipFill>
            <p:spPr>
              <a:xfrm>
                <a:off x="11362073" y="3489924"/>
                <a:ext cx="135720" cy="6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2">
            <p14:nvContentPartPr>
              <p14:cNvPr id="374" name="Ink 373">
                <a:extLst>
                  <a:ext uri="{FF2B5EF4-FFF2-40B4-BE49-F238E27FC236}">
                    <a16:creationId xmlns:a16="http://schemas.microsoft.com/office/drawing/2014/main" id="{9A9656CE-CBB3-44C1-9964-656ACE03283A}"/>
                  </a:ext>
                </a:extLst>
              </p14:cNvPr>
              <p14:cNvContentPartPr/>
              <p14:nvPr/>
            </p14:nvContentPartPr>
            <p14:xfrm>
              <a:off x="11636753" y="3336564"/>
              <a:ext cx="189720" cy="163080"/>
            </p14:xfrm>
          </p:contentPart>
        </mc:Choice>
        <mc:Fallback>
          <p:pic>
            <p:nvPicPr>
              <p:cNvPr id="374" name="Ink 373">
                <a:extLst>
                  <a:ext uri="{FF2B5EF4-FFF2-40B4-BE49-F238E27FC236}">
                    <a16:creationId xmlns:a16="http://schemas.microsoft.com/office/drawing/2014/main" id="{9A9656CE-CBB3-44C1-9964-656ACE03283A}"/>
                  </a:ext>
                </a:extLst>
              </p:cNvPr>
              <p:cNvPicPr/>
              <p:nvPr/>
            </p:nvPicPr>
            <p:blipFill>
              <a:blip r:embed="rId523"/>
              <a:stretch>
                <a:fillRect/>
              </a:stretch>
            </p:blipFill>
            <p:spPr>
              <a:xfrm>
                <a:off x="11618753" y="3318924"/>
                <a:ext cx="225360" cy="19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4">
            <p14:nvContentPartPr>
              <p14:cNvPr id="375" name="Ink 374">
                <a:extLst>
                  <a:ext uri="{FF2B5EF4-FFF2-40B4-BE49-F238E27FC236}">
                    <a16:creationId xmlns:a16="http://schemas.microsoft.com/office/drawing/2014/main" id="{CC34857B-FD3F-6FB8-977A-67106B68901B}"/>
                  </a:ext>
                </a:extLst>
              </p14:cNvPr>
              <p14:cNvContentPartPr/>
              <p14:nvPr/>
            </p14:nvContentPartPr>
            <p14:xfrm>
              <a:off x="11850233" y="3354204"/>
              <a:ext cx="6480" cy="133920"/>
            </p14:xfrm>
          </p:contentPart>
        </mc:Choice>
        <mc:Fallback>
          <p:pic>
            <p:nvPicPr>
              <p:cNvPr id="375" name="Ink 374">
                <a:extLst>
                  <a:ext uri="{FF2B5EF4-FFF2-40B4-BE49-F238E27FC236}">
                    <a16:creationId xmlns:a16="http://schemas.microsoft.com/office/drawing/2014/main" id="{CC34857B-FD3F-6FB8-977A-67106B68901B}"/>
                  </a:ext>
                </a:extLst>
              </p:cNvPr>
              <p:cNvPicPr/>
              <p:nvPr/>
            </p:nvPicPr>
            <p:blipFill>
              <a:blip r:embed="rId525"/>
              <a:stretch>
                <a:fillRect/>
              </a:stretch>
            </p:blipFill>
            <p:spPr>
              <a:xfrm>
                <a:off x="11832593" y="3336564"/>
                <a:ext cx="42120" cy="16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6">
            <p14:nvContentPartPr>
              <p14:cNvPr id="376" name="Ink 375">
                <a:extLst>
                  <a:ext uri="{FF2B5EF4-FFF2-40B4-BE49-F238E27FC236}">
                    <a16:creationId xmlns:a16="http://schemas.microsoft.com/office/drawing/2014/main" id="{8D9B5AF5-54E1-CB80-1AA7-439BA9961DC1}"/>
                  </a:ext>
                </a:extLst>
              </p14:cNvPr>
              <p14:cNvContentPartPr/>
              <p14:nvPr/>
            </p14:nvContentPartPr>
            <p14:xfrm>
              <a:off x="11866073" y="3272124"/>
              <a:ext cx="114120" cy="420120"/>
            </p14:xfrm>
          </p:contentPart>
        </mc:Choice>
        <mc:Fallback>
          <p:pic>
            <p:nvPicPr>
              <p:cNvPr id="376" name="Ink 375">
                <a:extLst>
                  <a:ext uri="{FF2B5EF4-FFF2-40B4-BE49-F238E27FC236}">
                    <a16:creationId xmlns:a16="http://schemas.microsoft.com/office/drawing/2014/main" id="{8D9B5AF5-54E1-CB80-1AA7-439BA9961DC1}"/>
                  </a:ext>
                </a:extLst>
              </p:cNvPr>
              <p:cNvPicPr/>
              <p:nvPr/>
            </p:nvPicPr>
            <p:blipFill>
              <a:blip r:embed="rId527"/>
              <a:stretch>
                <a:fillRect/>
              </a:stretch>
            </p:blipFill>
            <p:spPr>
              <a:xfrm>
                <a:off x="11848073" y="3254484"/>
                <a:ext cx="149760" cy="45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8">
            <p14:nvContentPartPr>
              <p14:cNvPr id="377" name="Ink 376">
                <a:extLst>
                  <a:ext uri="{FF2B5EF4-FFF2-40B4-BE49-F238E27FC236}">
                    <a16:creationId xmlns:a16="http://schemas.microsoft.com/office/drawing/2014/main" id="{AA7AFC5C-1D6F-88EE-2DFB-404E9FA5B2A6}"/>
                  </a:ext>
                </a:extLst>
              </p14:cNvPr>
              <p14:cNvContentPartPr/>
              <p14:nvPr/>
            </p14:nvContentPartPr>
            <p14:xfrm>
              <a:off x="11947793" y="3546804"/>
              <a:ext cx="36000" cy="160200"/>
            </p14:xfrm>
          </p:contentPart>
        </mc:Choice>
        <mc:Fallback>
          <p:pic>
            <p:nvPicPr>
              <p:cNvPr id="377" name="Ink 376">
                <a:extLst>
                  <a:ext uri="{FF2B5EF4-FFF2-40B4-BE49-F238E27FC236}">
                    <a16:creationId xmlns:a16="http://schemas.microsoft.com/office/drawing/2014/main" id="{AA7AFC5C-1D6F-88EE-2DFB-404E9FA5B2A6}"/>
                  </a:ext>
                </a:extLst>
              </p:cNvPr>
              <p:cNvPicPr/>
              <p:nvPr/>
            </p:nvPicPr>
            <p:blipFill>
              <a:blip r:embed="rId529"/>
              <a:stretch>
                <a:fillRect/>
              </a:stretch>
            </p:blipFill>
            <p:spPr>
              <a:xfrm>
                <a:off x="11929793" y="3529164"/>
                <a:ext cx="7164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0">
            <p14:nvContentPartPr>
              <p14:cNvPr id="378" name="Ink 377">
                <a:extLst>
                  <a:ext uri="{FF2B5EF4-FFF2-40B4-BE49-F238E27FC236}">
                    <a16:creationId xmlns:a16="http://schemas.microsoft.com/office/drawing/2014/main" id="{7975B54C-12E5-08F8-5660-8C6D45B85123}"/>
                  </a:ext>
                </a:extLst>
              </p14:cNvPr>
              <p14:cNvContentPartPr/>
              <p14:nvPr/>
            </p14:nvContentPartPr>
            <p14:xfrm>
              <a:off x="11871113" y="3541404"/>
              <a:ext cx="249120" cy="255240"/>
            </p14:xfrm>
          </p:contentPart>
        </mc:Choice>
        <mc:Fallback>
          <p:pic>
            <p:nvPicPr>
              <p:cNvPr id="378" name="Ink 377">
                <a:extLst>
                  <a:ext uri="{FF2B5EF4-FFF2-40B4-BE49-F238E27FC236}">
                    <a16:creationId xmlns:a16="http://schemas.microsoft.com/office/drawing/2014/main" id="{7975B54C-12E5-08F8-5660-8C6D45B85123}"/>
                  </a:ext>
                </a:extLst>
              </p:cNvPr>
              <p:cNvPicPr/>
              <p:nvPr/>
            </p:nvPicPr>
            <p:blipFill>
              <a:blip r:embed="rId531"/>
              <a:stretch>
                <a:fillRect/>
              </a:stretch>
            </p:blipFill>
            <p:spPr>
              <a:xfrm>
                <a:off x="11853113" y="3523764"/>
                <a:ext cx="284760" cy="29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2">
            <p14:nvContentPartPr>
              <p14:cNvPr id="383" name="Ink 382">
                <a:extLst>
                  <a:ext uri="{FF2B5EF4-FFF2-40B4-BE49-F238E27FC236}">
                    <a16:creationId xmlns:a16="http://schemas.microsoft.com/office/drawing/2014/main" id="{12EC06C9-A81D-4170-AC5C-5859BA1306EE}"/>
                  </a:ext>
                </a:extLst>
              </p14:cNvPr>
              <p14:cNvContentPartPr/>
              <p14:nvPr/>
            </p14:nvContentPartPr>
            <p14:xfrm>
              <a:off x="11805953" y="3690084"/>
              <a:ext cx="4320" cy="1800"/>
            </p14:xfrm>
          </p:contentPart>
        </mc:Choice>
        <mc:Fallback>
          <p:pic>
            <p:nvPicPr>
              <p:cNvPr id="383" name="Ink 382">
                <a:extLst>
                  <a:ext uri="{FF2B5EF4-FFF2-40B4-BE49-F238E27FC236}">
                    <a16:creationId xmlns:a16="http://schemas.microsoft.com/office/drawing/2014/main" id="{12EC06C9-A81D-4170-AC5C-5859BA1306EE}"/>
                  </a:ext>
                </a:extLst>
              </p:cNvPr>
              <p:cNvPicPr/>
              <p:nvPr/>
            </p:nvPicPr>
            <p:blipFill>
              <a:blip r:embed="rId533"/>
              <a:stretch>
                <a:fillRect/>
              </a:stretch>
            </p:blipFill>
            <p:spPr>
              <a:xfrm>
                <a:off x="11788313" y="3672444"/>
                <a:ext cx="3996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4">
            <p14:nvContentPartPr>
              <p14:cNvPr id="384" name="Ink 383">
                <a:extLst>
                  <a:ext uri="{FF2B5EF4-FFF2-40B4-BE49-F238E27FC236}">
                    <a16:creationId xmlns:a16="http://schemas.microsoft.com/office/drawing/2014/main" id="{FE9AB210-66C7-0172-53FC-403B0A4C3DF9}"/>
                  </a:ext>
                </a:extLst>
              </p14:cNvPr>
              <p14:cNvContentPartPr/>
              <p14:nvPr/>
            </p14:nvContentPartPr>
            <p14:xfrm>
              <a:off x="11880473" y="3676404"/>
              <a:ext cx="360" cy="360"/>
            </p14:xfrm>
          </p:contentPart>
        </mc:Choice>
        <mc:Fallback>
          <p:pic>
            <p:nvPicPr>
              <p:cNvPr id="384" name="Ink 383">
                <a:extLst>
                  <a:ext uri="{FF2B5EF4-FFF2-40B4-BE49-F238E27FC236}">
                    <a16:creationId xmlns:a16="http://schemas.microsoft.com/office/drawing/2014/main" id="{FE9AB210-66C7-0172-53FC-403B0A4C3DF9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1862833" y="3658404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5">
            <p14:nvContentPartPr>
              <p14:cNvPr id="385" name="Ink 384">
                <a:extLst>
                  <a:ext uri="{FF2B5EF4-FFF2-40B4-BE49-F238E27FC236}">
                    <a16:creationId xmlns:a16="http://schemas.microsoft.com/office/drawing/2014/main" id="{070B8640-3C3C-D82D-8DFD-7E36CAE31014}"/>
                  </a:ext>
                </a:extLst>
              </p14:cNvPr>
              <p14:cNvContentPartPr/>
              <p14:nvPr/>
            </p14:nvContentPartPr>
            <p14:xfrm>
              <a:off x="11917193" y="3665604"/>
              <a:ext cx="2880" cy="2160"/>
            </p14:xfrm>
          </p:contentPart>
        </mc:Choice>
        <mc:Fallback>
          <p:pic>
            <p:nvPicPr>
              <p:cNvPr id="385" name="Ink 384">
                <a:extLst>
                  <a:ext uri="{FF2B5EF4-FFF2-40B4-BE49-F238E27FC236}">
                    <a16:creationId xmlns:a16="http://schemas.microsoft.com/office/drawing/2014/main" id="{070B8640-3C3C-D82D-8DFD-7E36CAE31014}"/>
                  </a:ext>
                </a:extLst>
              </p:cNvPr>
              <p:cNvPicPr/>
              <p:nvPr/>
            </p:nvPicPr>
            <p:blipFill>
              <a:blip r:embed="rId536"/>
              <a:stretch>
                <a:fillRect/>
              </a:stretch>
            </p:blipFill>
            <p:spPr>
              <a:xfrm>
                <a:off x="11899193" y="3647604"/>
                <a:ext cx="3852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7">
            <p14:nvContentPartPr>
              <p14:cNvPr id="386" name="Ink 385">
                <a:extLst>
                  <a:ext uri="{FF2B5EF4-FFF2-40B4-BE49-F238E27FC236}">
                    <a16:creationId xmlns:a16="http://schemas.microsoft.com/office/drawing/2014/main" id="{85B7F8E7-F295-39E2-B95C-B0DEE7419D1D}"/>
                  </a:ext>
                </a:extLst>
              </p14:cNvPr>
              <p14:cNvContentPartPr/>
              <p14:nvPr/>
            </p14:nvContentPartPr>
            <p14:xfrm>
              <a:off x="11939153" y="3668484"/>
              <a:ext cx="360" cy="360"/>
            </p14:xfrm>
          </p:contentPart>
        </mc:Choice>
        <mc:Fallback>
          <p:pic>
            <p:nvPicPr>
              <p:cNvPr id="386" name="Ink 385">
                <a:extLst>
                  <a:ext uri="{FF2B5EF4-FFF2-40B4-BE49-F238E27FC236}">
                    <a16:creationId xmlns:a16="http://schemas.microsoft.com/office/drawing/2014/main" id="{85B7F8E7-F295-39E2-B95C-B0DEE7419D1D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1921513" y="3650844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8">
            <p14:nvContentPartPr>
              <p14:cNvPr id="387" name="Ink 386">
                <a:extLst>
                  <a:ext uri="{FF2B5EF4-FFF2-40B4-BE49-F238E27FC236}">
                    <a16:creationId xmlns:a16="http://schemas.microsoft.com/office/drawing/2014/main" id="{23A3C70B-7CBE-BC27-0690-64705B7F9D4A}"/>
                  </a:ext>
                </a:extLst>
              </p14:cNvPr>
              <p14:cNvContentPartPr/>
              <p14:nvPr/>
            </p14:nvContentPartPr>
            <p14:xfrm>
              <a:off x="11992073" y="3699084"/>
              <a:ext cx="6120" cy="14760"/>
            </p14:xfrm>
          </p:contentPart>
        </mc:Choice>
        <mc:Fallback>
          <p:pic>
            <p:nvPicPr>
              <p:cNvPr id="387" name="Ink 386">
                <a:extLst>
                  <a:ext uri="{FF2B5EF4-FFF2-40B4-BE49-F238E27FC236}">
                    <a16:creationId xmlns:a16="http://schemas.microsoft.com/office/drawing/2014/main" id="{23A3C70B-7CBE-BC27-0690-64705B7F9D4A}"/>
                  </a:ext>
                </a:extLst>
              </p:cNvPr>
              <p:cNvPicPr/>
              <p:nvPr/>
            </p:nvPicPr>
            <p:blipFill>
              <a:blip r:embed="rId539"/>
              <a:stretch>
                <a:fillRect/>
              </a:stretch>
            </p:blipFill>
            <p:spPr>
              <a:xfrm>
                <a:off x="11974433" y="3681084"/>
                <a:ext cx="41760" cy="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0">
            <p14:nvContentPartPr>
              <p14:cNvPr id="389" name="Ink 388">
                <a:extLst>
                  <a:ext uri="{FF2B5EF4-FFF2-40B4-BE49-F238E27FC236}">
                    <a16:creationId xmlns:a16="http://schemas.microsoft.com/office/drawing/2014/main" id="{37FAB915-EE97-BE98-1624-11C9713548EA}"/>
                  </a:ext>
                </a:extLst>
              </p14:cNvPr>
              <p14:cNvContentPartPr/>
              <p14:nvPr/>
            </p14:nvContentPartPr>
            <p14:xfrm>
              <a:off x="3412193" y="3379404"/>
              <a:ext cx="115920" cy="37440"/>
            </p14:xfrm>
          </p:contentPart>
        </mc:Choice>
        <mc:Fallback>
          <p:pic>
            <p:nvPicPr>
              <p:cNvPr id="389" name="Ink 388">
                <a:extLst>
                  <a:ext uri="{FF2B5EF4-FFF2-40B4-BE49-F238E27FC236}">
                    <a16:creationId xmlns:a16="http://schemas.microsoft.com/office/drawing/2014/main" id="{37FAB915-EE97-BE98-1624-11C9713548EA}"/>
                  </a:ext>
                </a:extLst>
              </p:cNvPr>
              <p:cNvPicPr/>
              <p:nvPr/>
            </p:nvPicPr>
            <p:blipFill>
              <a:blip r:embed="rId541"/>
              <a:stretch>
                <a:fillRect/>
              </a:stretch>
            </p:blipFill>
            <p:spPr>
              <a:xfrm>
                <a:off x="3394553" y="3361404"/>
                <a:ext cx="151560" cy="7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2">
            <p14:nvContentPartPr>
              <p14:cNvPr id="390" name="Ink 389">
                <a:extLst>
                  <a:ext uri="{FF2B5EF4-FFF2-40B4-BE49-F238E27FC236}">
                    <a16:creationId xmlns:a16="http://schemas.microsoft.com/office/drawing/2014/main" id="{F2D2A53C-027E-C83D-504F-CF1BBAD50EBC}"/>
                  </a:ext>
                </a:extLst>
              </p14:cNvPr>
              <p14:cNvContentPartPr/>
              <p14:nvPr/>
            </p14:nvContentPartPr>
            <p14:xfrm>
              <a:off x="3468353" y="3334764"/>
              <a:ext cx="57240" cy="110880"/>
            </p14:xfrm>
          </p:contentPart>
        </mc:Choice>
        <mc:Fallback>
          <p:pic>
            <p:nvPicPr>
              <p:cNvPr id="390" name="Ink 389">
                <a:extLst>
                  <a:ext uri="{FF2B5EF4-FFF2-40B4-BE49-F238E27FC236}">
                    <a16:creationId xmlns:a16="http://schemas.microsoft.com/office/drawing/2014/main" id="{F2D2A53C-027E-C83D-504F-CF1BBAD50EBC}"/>
                  </a:ext>
                </a:extLst>
              </p:cNvPr>
              <p:cNvPicPr/>
              <p:nvPr/>
            </p:nvPicPr>
            <p:blipFill>
              <a:blip r:embed="rId543"/>
              <a:stretch>
                <a:fillRect/>
              </a:stretch>
            </p:blipFill>
            <p:spPr>
              <a:xfrm>
                <a:off x="3450713" y="3316764"/>
                <a:ext cx="92880" cy="14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4">
            <p14:nvContentPartPr>
              <p14:cNvPr id="391" name="Ink 390">
                <a:extLst>
                  <a:ext uri="{FF2B5EF4-FFF2-40B4-BE49-F238E27FC236}">
                    <a16:creationId xmlns:a16="http://schemas.microsoft.com/office/drawing/2014/main" id="{537C7AEE-DFD7-BE40-D505-1C268200884B}"/>
                  </a:ext>
                </a:extLst>
              </p14:cNvPr>
              <p14:cNvContentPartPr/>
              <p14:nvPr/>
            </p14:nvContentPartPr>
            <p14:xfrm>
              <a:off x="3454313" y="3341964"/>
              <a:ext cx="41040" cy="83520"/>
            </p14:xfrm>
          </p:contentPart>
        </mc:Choice>
        <mc:Fallback>
          <p:pic>
            <p:nvPicPr>
              <p:cNvPr id="391" name="Ink 390">
                <a:extLst>
                  <a:ext uri="{FF2B5EF4-FFF2-40B4-BE49-F238E27FC236}">
                    <a16:creationId xmlns:a16="http://schemas.microsoft.com/office/drawing/2014/main" id="{537C7AEE-DFD7-BE40-D505-1C268200884B}"/>
                  </a:ext>
                </a:extLst>
              </p:cNvPr>
              <p:cNvPicPr/>
              <p:nvPr/>
            </p:nvPicPr>
            <p:blipFill>
              <a:blip r:embed="rId545"/>
              <a:stretch>
                <a:fillRect/>
              </a:stretch>
            </p:blipFill>
            <p:spPr>
              <a:xfrm>
                <a:off x="3436313" y="3323964"/>
                <a:ext cx="76680" cy="11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6">
            <p14:nvContentPartPr>
              <p14:cNvPr id="392" name="Ink 391">
                <a:extLst>
                  <a:ext uri="{FF2B5EF4-FFF2-40B4-BE49-F238E27FC236}">
                    <a16:creationId xmlns:a16="http://schemas.microsoft.com/office/drawing/2014/main" id="{8C0222E3-38ED-9373-85B1-83814F8981B1}"/>
                  </a:ext>
                </a:extLst>
              </p14:cNvPr>
              <p14:cNvContentPartPr/>
              <p14:nvPr/>
            </p14:nvContentPartPr>
            <p14:xfrm>
              <a:off x="3393113" y="3358164"/>
              <a:ext cx="135720" cy="77040"/>
            </p14:xfrm>
          </p:contentPart>
        </mc:Choice>
        <mc:Fallback>
          <p:pic>
            <p:nvPicPr>
              <p:cNvPr id="392" name="Ink 391">
                <a:extLst>
                  <a:ext uri="{FF2B5EF4-FFF2-40B4-BE49-F238E27FC236}">
                    <a16:creationId xmlns:a16="http://schemas.microsoft.com/office/drawing/2014/main" id="{8C0222E3-38ED-9373-85B1-83814F8981B1}"/>
                  </a:ext>
                </a:extLst>
              </p:cNvPr>
              <p:cNvPicPr/>
              <p:nvPr/>
            </p:nvPicPr>
            <p:blipFill>
              <a:blip r:embed="rId547"/>
              <a:stretch>
                <a:fillRect/>
              </a:stretch>
            </p:blipFill>
            <p:spPr>
              <a:xfrm>
                <a:off x="3375113" y="3340524"/>
                <a:ext cx="171360" cy="11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8">
            <p14:nvContentPartPr>
              <p14:cNvPr id="393" name="Ink 392">
                <a:extLst>
                  <a:ext uri="{FF2B5EF4-FFF2-40B4-BE49-F238E27FC236}">
                    <a16:creationId xmlns:a16="http://schemas.microsoft.com/office/drawing/2014/main" id="{3A7C74C0-FA45-C9E5-D942-9412B3D4E71E}"/>
                  </a:ext>
                </a:extLst>
              </p14:cNvPr>
              <p14:cNvContentPartPr/>
              <p14:nvPr/>
            </p14:nvContentPartPr>
            <p14:xfrm>
              <a:off x="3507233" y="3363204"/>
              <a:ext cx="25200" cy="109080"/>
            </p14:xfrm>
          </p:contentPart>
        </mc:Choice>
        <mc:Fallback>
          <p:pic>
            <p:nvPicPr>
              <p:cNvPr id="393" name="Ink 392">
                <a:extLst>
                  <a:ext uri="{FF2B5EF4-FFF2-40B4-BE49-F238E27FC236}">
                    <a16:creationId xmlns:a16="http://schemas.microsoft.com/office/drawing/2014/main" id="{3A7C74C0-FA45-C9E5-D942-9412B3D4E71E}"/>
                  </a:ext>
                </a:extLst>
              </p:cNvPr>
              <p:cNvPicPr/>
              <p:nvPr/>
            </p:nvPicPr>
            <p:blipFill>
              <a:blip r:embed="rId549"/>
              <a:stretch>
                <a:fillRect/>
              </a:stretch>
            </p:blipFill>
            <p:spPr>
              <a:xfrm>
                <a:off x="3489233" y="3345204"/>
                <a:ext cx="60840" cy="14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0">
            <p14:nvContentPartPr>
              <p14:cNvPr id="394" name="Ink 393">
                <a:extLst>
                  <a:ext uri="{FF2B5EF4-FFF2-40B4-BE49-F238E27FC236}">
                    <a16:creationId xmlns:a16="http://schemas.microsoft.com/office/drawing/2014/main" id="{7634AE5D-2455-A2D8-6A67-2BA81267F455}"/>
                  </a:ext>
                </a:extLst>
              </p14:cNvPr>
              <p14:cNvContentPartPr/>
              <p14:nvPr/>
            </p14:nvContentPartPr>
            <p14:xfrm>
              <a:off x="2268473" y="4188684"/>
              <a:ext cx="23040" cy="43920"/>
            </p14:xfrm>
          </p:contentPart>
        </mc:Choice>
        <mc:Fallback>
          <p:pic>
            <p:nvPicPr>
              <p:cNvPr id="394" name="Ink 393">
                <a:extLst>
                  <a:ext uri="{FF2B5EF4-FFF2-40B4-BE49-F238E27FC236}">
                    <a16:creationId xmlns:a16="http://schemas.microsoft.com/office/drawing/2014/main" id="{7634AE5D-2455-A2D8-6A67-2BA81267F455}"/>
                  </a:ext>
                </a:extLst>
              </p:cNvPr>
              <p:cNvPicPr/>
              <p:nvPr/>
            </p:nvPicPr>
            <p:blipFill>
              <a:blip r:embed="rId551"/>
              <a:stretch>
                <a:fillRect/>
              </a:stretch>
            </p:blipFill>
            <p:spPr>
              <a:xfrm>
                <a:off x="2250473" y="4171044"/>
                <a:ext cx="58680" cy="7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2">
            <p14:nvContentPartPr>
              <p14:cNvPr id="397" name="Ink 396">
                <a:extLst>
                  <a:ext uri="{FF2B5EF4-FFF2-40B4-BE49-F238E27FC236}">
                    <a16:creationId xmlns:a16="http://schemas.microsoft.com/office/drawing/2014/main" id="{2E4E79DE-EC42-27D4-2070-7155AA1B8386}"/>
                  </a:ext>
                </a:extLst>
              </p14:cNvPr>
              <p14:cNvContentPartPr/>
              <p14:nvPr/>
            </p14:nvContentPartPr>
            <p14:xfrm>
              <a:off x="2228873" y="3897804"/>
              <a:ext cx="2390400" cy="127800"/>
            </p14:xfrm>
          </p:contentPart>
        </mc:Choice>
        <mc:Fallback>
          <p:pic>
            <p:nvPicPr>
              <p:cNvPr id="397" name="Ink 396">
                <a:extLst>
                  <a:ext uri="{FF2B5EF4-FFF2-40B4-BE49-F238E27FC236}">
                    <a16:creationId xmlns:a16="http://schemas.microsoft.com/office/drawing/2014/main" id="{2E4E79DE-EC42-27D4-2070-7155AA1B8386}"/>
                  </a:ext>
                </a:extLst>
              </p:cNvPr>
              <p:cNvPicPr/>
              <p:nvPr/>
            </p:nvPicPr>
            <p:blipFill>
              <a:blip r:embed="rId553"/>
              <a:stretch>
                <a:fillRect/>
              </a:stretch>
            </p:blipFill>
            <p:spPr>
              <a:xfrm>
                <a:off x="2211233" y="3879804"/>
                <a:ext cx="2426040" cy="16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4">
            <p14:nvContentPartPr>
              <p14:cNvPr id="398" name="Ink 397">
                <a:extLst>
                  <a:ext uri="{FF2B5EF4-FFF2-40B4-BE49-F238E27FC236}">
                    <a16:creationId xmlns:a16="http://schemas.microsoft.com/office/drawing/2014/main" id="{AE839966-731F-E3EA-06C0-3481C3A6C8F9}"/>
                  </a:ext>
                </a:extLst>
              </p14:cNvPr>
              <p14:cNvContentPartPr/>
              <p14:nvPr/>
            </p14:nvContentPartPr>
            <p14:xfrm>
              <a:off x="5003393" y="3834804"/>
              <a:ext cx="17280" cy="9360"/>
            </p14:xfrm>
          </p:contentPart>
        </mc:Choice>
        <mc:Fallback>
          <p:pic>
            <p:nvPicPr>
              <p:cNvPr id="398" name="Ink 397">
                <a:extLst>
                  <a:ext uri="{FF2B5EF4-FFF2-40B4-BE49-F238E27FC236}">
                    <a16:creationId xmlns:a16="http://schemas.microsoft.com/office/drawing/2014/main" id="{AE839966-731F-E3EA-06C0-3481C3A6C8F9}"/>
                  </a:ext>
                </a:extLst>
              </p:cNvPr>
              <p:cNvPicPr/>
              <p:nvPr/>
            </p:nvPicPr>
            <p:blipFill>
              <a:blip r:embed="rId555"/>
              <a:stretch>
                <a:fillRect/>
              </a:stretch>
            </p:blipFill>
            <p:spPr>
              <a:xfrm>
                <a:off x="4985753" y="3816804"/>
                <a:ext cx="52920" cy="45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01" name="Group 400">
            <a:extLst>
              <a:ext uri="{FF2B5EF4-FFF2-40B4-BE49-F238E27FC236}">
                <a16:creationId xmlns:a16="http://schemas.microsoft.com/office/drawing/2014/main" id="{9B21A77D-EFEC-CE27-E8A7-8F41A3A91DF5}"/>
              </a:ext>
            </a:extLst>
          </p:cNvPr>
          <p:cNvGrpSpPr/>
          <p:nvPr/>
        </p:nvGrpSpPr>
        <p:grpSpPr>
          <a:xfrm>
            <a:off x="475007" y="3528382"/>
            <a:ext cx="438840" cy="316800"/>
            <a:chOff x="475007" y="3528382"/>
            <a:chExt cx="438840" cy="31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6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2ACE34BF-873A-F919-CBDD-8B472441A3AC}"/>
                    </a:ext>
                  </a:extLst>
                </p14:cNvPr>
                <p14:cNvContentPartPr/>
                <p14:nvPr/>
              </p14:nvContentPartPr>
              <p14:xfrm>
                <a:off x="475007" y="3528382"/>
                <a:ext cx="214920" cy="18720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2ACE34BF-873A-F919-CBDD-8B472441A3AC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457367" y="3510382"/>
                  <a:ext cx="25056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8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096DA0C9-57A2-80DF-4A39-0B2D0257384A}"/>
                    </a:ext>
                  </a:extLst>
                </p14:cNvPr>
                <p14:cNvContentPartPr/>
                <p14:nvPr/>
              </p14:nvContentPartPr>
              <p14:xfrm>
                <a:off x="703247" y="3630262"/>
                <a:ext cx="98640" cy="21492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096DA0C9-57A2-80DF-4A39-0B2D0257384A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685607" y="3612262"/>
                  <a:ext cx="13428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0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D455E69A-307E-6F97-AC70-DD924C3E60D0}"/>
                    </a:ext>
                  </a:extLst>
                </p14:cNvPr>
                <p14:cNvContentPartPr/>
                <p14:nvPr/>
              </p14:nvContentPartPr>
              <p14:xfrm>
                <a:off x="768407" y="3581662"/>
                <a:ext cx="73800" cy="5616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D455E69A-307E-6F97-AC70-DD924C3E60D0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750767" y="3563662"/>
                  <a:ext cx="10944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2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F98D624E-4D56-F481-8C9B-723D9938D53E}"/>
                    </a:ext>
                  </a:extLst>
                </p14:cNvPr>
                <p14:cNvContentPartPr/>
                <p14:nvPr/>
              </p14:nvContentPartPr>
              <p14:xfrm>
                <a:off x="887207" y="3621622"/>
                <a:ext cx="26640" cy="2412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F98D624E-4D56-F481-8C9B-723D9938D53E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869207" y="3603982"/>
                  <a:ext cx="6228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3C7577AD-81D5-D589-5CC9-443D2ECC4C1C}"/>
                    </a:ext>
                  </a:extLst>
                </p14:cNvPr>
                <p14:cNvContentPartPr/>
                <p14:nvPr/>
              </p14:nvContentPartPr>
              <p14:xfrm>
                <a:off x="820967" y="3752302"/>
                <a:ext cx="56520" cy="3384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3C7577AD-81D5-D589-5CC9-443D2ECC4C1C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802967" y="3734302"/>
                  <a:ext cx="9216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6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DB52A102-E374-BBCC-75A2-7A5E731E9BE9}"/>
                    </a:ext>
                  </a:extLst>
                </p14:cNvPr>
                <p14:cNvContentPartPr/>
                <p14:nvPr/>
              </p14:nvContentPartPr>
              <p14:xfrm>
                <a:off x="570353" y="3761364"/>
                <a:ext cx="6840" cy="12240"/>
              </p14:xfrm>
            </p:contentPart>
          </mc:Choice>
          <mc:Fallback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DB52A102-E374-BBCC-75A2-7A5E731E9BE9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552713" y="3743724"/>
                  <a:ext cx="42480" cy="4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3" name="Group 402">
            <a:extLst>
              <a:ext uri="{FF2B5EF4-FFF2-40B4-BE49-F238E27FC236}">
                <a16:creationId xmlns:a16="http://schemas.microsoft.com/office/drawing/2014/main" id="{83D7A226-6618-2CE4-3C1B-FC84CC270202}"/>
              </a:ext>
            </a:extLst>
          </p:cNvPr>
          <p:cNvGrpSpPr/>
          <p:nvPr/>
        </p:nvGrpSpPr>
        <p:grpSpPr>
          <a:xfrm>
            <a:off x="7832327" y="2765902"/>
            <a:ext cx="379800" cy="307440"/>
            <a:chOff x="7832327" y="2765902"/>
            <a:chExt cx="379800" cy="30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A11510F9-AE23-D1D1-E27A-E25367881D0C}"/>
                    </a:ext>
                  </a:extLst>
                </p14:cNvPr>
                <p14:cNvContentPartPr/>
                <p14:nvPr/>
              </p14:nvContentPartPr>
              <p14:xfrm>
                <a:off x="7832327" y="2765902"/>
                <a:ext cx="178200" cy="2912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A11510F9-AE23-D1D1-E27A-E25367881D0C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7814327" y="2747902"/>
                  <a:ext cx="21384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8A94594A-14ED-4ECF-0B63-10A9C2F72E56}"/>
                    </a:ext>
                  </a:extLst>
                </p14:cNvPr>
                <p14:cNvContentPartPr/>
                <p14:nvPr/>
              </p14:nvContentPartPr>
              <p14:xfrm>
                <a:off x="7856807" y="2890462"/>
                <a:ext cx="125280" cy="205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8A94594A-14ED-4ECF-0B63-10A9C2F72E56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7839167" y="2872462"/>
                  <a:ext cx="1609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33B2F0D6-6520-4136-AC68-460ADE7AA7FF}"/>
                    </a:ext>
                  </a:extLst>
                </p14:cNvPr>
                <p14:cNvContentPartPr/>
                <p14:nvPr/>
              </p14:nvContentPartPr>
              <p14:xfrm>
                <a:off x="8177207" y="2895862"/>
                <a:ext cx="34920" cy="1774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3B2F0D6-6520-4136-AC68-460ADE7AA7FF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8159567" y="2878222"/>
                  <a:ext cx="7056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4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C6168A35-0377-CB22-0A29-CD3F3669FE9B}"/>
                    </a:ext>
                  </a:extLst>
                </p14:cNvPr>
                <p14:cNvContentPartPr/>
                <p14:nvPr/>
              </p14:nvContentPartPr>
              <p14:xfrm>
                <a:off x="8022713" y="3060804"/>
                <a:ext cx="4680" cy="4320"/>
              </p14:xfrm>
            </p:contentPart>
          </mc:Choice>
          <mc:Fallback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C6168A35-0377-CB22-0A29-CD3F3669FE9B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8004713" y="3043164"/>
                  <a:ext cx="40320" cy="39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2202720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DB441F71-9E15-66C4-0961-7E6771DEB640}"/>
              </a:ext>
            </a:extLst>
          </p:cNvPr>
          <p:cNvGrpSpPr/>
          <p:nvPr/>
        </p:nvGrpSpPr>
        <p:grpSpPr>
          <a:xfrm>
            <a:off x="336817" y="358363"/>
            <a:ext cx="368280" cy="429120"/>
            <a:chOff x="336817" y="358363"/>
            <a:chExt cx="368280" cy="42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735B0748-5C85-89F9-23B2-5DC861D26179}"/>
                    </a:ext>
                  </a:extLst>
                </p14:cNvPr>
                <p14:cNvContentPartPr/>
                <p14:nvPr/>
              </p14:nvContentPartPr>
              <p14:xfrm>
                <a:off x="336817" y="400843"/>
                <a:ext cx="174600" cy="1342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735B0748-5C85-89F9-23B2-5DC861D2617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19177" y="382843"/>
                  <a:ext cx="21024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E6B6459-EC8B-E864-D4E8-22E22C112AA5}"/>
                    </a:ext>
                  </a:extLst>
                </p14:cNvPr>
                <p14:cNvContentPartPr/>
                <p14:nvPr/>
              </p14:nvContentPartPr>
              <p14:xfrm>
                <a:off x="456697" y="358363"/>
                <a:ext cx="88200" cy="3585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E6B6459-EC8B-E864-D4E8-22E22C112AA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39057" y="340723"/>
                  <a:ext cx="123840" cy="39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55F52FE-00C5-7D87-B86D-41178C046432}"/>
                    </a:ext>
                  </a:extLst>
                </p14:cNvPr>
                <p14:cNvContentPartPr/>
                <p14:nvPr/>
              </p14:nvContentPartPr>
              <p14:xfrm>
                <a:off x="683497" y="544483"/>
                <a:ext cx="21600" cy="2430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55F52FE-00C5-7D87-B86D-41178C04643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65497" y="526843"/>
                  <a:ext cx="57240" cy="278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DAFAFDF-672E-BBF3-791B-A0360F292BA4}"/>
                  </a:ext>
                </a:extLst>
              </p14:cNvPr>
              <p14:cNvContentPartPr/>
              <p14:nvPr/>
            </p14:nvContentPartPr>
            <p14:xfrm>
              <a:off x="1118017" y="427483"/>
              <a:ext cx="208080" cy="1947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DAFAFDF-672E-BBF3-791B-A0360F292BA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00377" y="409483"/>
                <a:ext cx="243720" cy="230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0141F000-5F73-77EA-F071-46D0A927DD02}"/>
              </a:ext>
            </a:extLst>
          </p:cNvPr>
          <p:cNvGrpSpPr/>
          <p:nvPr/>
        </p:nvGrpSpPr>
        <p:grpSpPr>
          <a:xfrm>
            <a:off x="1850617" y="150643"/>
            <a:ext cx="1600560" cy="723240"/>
            <a:chOff x="1850617" y="150643"/>
            <a:chExt cx="1600560" cy="723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0B36D1C-F80B-0A40-8325-4B1EC3DE5143}"/>
                    </a:ext>
                  </a:extLst>
                </p14:cNvPr>
                <p14:cNvContentPartPr/>
                <p14:nvPr/>
              </p14:nvContentPartPr>
              <p14:xfrm>
                <a:off x="1850617" y="453763"/>
                <a:ext cx="19080" cy="1645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0B36D1C-F80B-0A40-8325-4B1EC3DE514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832617" y="435763"/>
                  <a:ext cx="5472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58F19A1-5E22-0DC3-070E-45EF1D0999B6}"/>
                    </a:ext>
                  </a:extLst>
                </p14:cNvPr>
                <p14:cNvContentPartPr/>
                <p14:nvPr/>
              </p14:nvContentPartPr>
              <p14:xfrm>
                <a:off x="1860697" y="295363"/>
                <a:ext cx="7920" cy="288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58F19A1-5E22-0DC3-070E-45EF1D0999B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842697" y="277363"/>
                  <a:ext cx="4356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52491AE-48AA-FF6D-32CD-E299467B76BD}"/>
                    </a:ext>
                  </a:extLst>
                </p14:cNvPr>
                <p14:cNvContentPartPr/>
                <p14:nvPr/>
              </p14:nvContentPartPr>
              <p14:xfrm>
                <a:off x="1958977" y="459883"/>
                <a:ext cx="169200" cy="1094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52491AE-48AA-FF6D-32CD-E299467B76B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941337" y="442243"/>
                  <a:ext cx="20484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753BA26-4ABD-6891-49DE-76C42FEB36BF}"/>
                    </a:ext>
                  </a:extLst>
                </p14:cNvPr>
                <p14:cNvContentPartPr/>
                <p14:nvPr/>
              </p14:nvContentPartPr>
              <p14:xfrm>
                <a:off x="2242657" y="426043"/>
                <a:ext cx="222120" cy="1569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753BA26-4ABD-6891-49DE-76C42FEB36B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224657" y="408043"/>
                  <a:ext cx="25776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AE2C064-EEE1-FA20-E509-BD6B96B3BB53}"/>
                    </a:ext>
                  </a:extLst>
                </p14:cNvPr>
                <p14:cNvContentPartPr/>
                <p14:nvPr/>
              </p14:nvContentPartPr>
              <p14:xfrm>
                <a:off x="2563777" y="362323"/>
                <a:ext cx="321120" cy="1728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AE2C064-EEE1-FA20-E509-BD6B96B3BB5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545777" y="344323"/>
                  <a:ext cx="35676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373D286-8024-47BD-982A-0283AD97E90D}"/>
                    </a:ext>
                  </a:extLst>
                </p14:cNvPr>
                <p14:cNvContentPartPr/>
                <p14:nvPr/>
              </p14:nvContentPartPr>
              <p14:xfrm>
                <a:off x="2924857" y="348283"/>
                <a:ext cx="52920" cy="1195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373D286-8024-47BD-982A-0283AD97E90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906857" y="330643"/>
                  <a:ext cx="8856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60D9EFB-38BD-50D2-9C11-524B63EFB335}"/>
                    </a:ext>
                  </a:extLst>
                </p14:cNvPr>
                <p14:cNvContentPartPr/>
                <p14:nvPr/>
              </p14:nvContentPartPr>
              <p14:xfrm>
                <a:off x="2910457" y="150643"/>
                <a:ext cx="33120" cy="280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60D9EFB-38BD-50D2-9C11-524B63EFB33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892457" y="133003"/>
                  <a:ext cx="6876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70EAFC9-E37B-4F43-D1CE-788D5561D95A}"/>
                    </a:ext>
                  </a:extLst>
                </p14:cNvPr>
                <p14:cNvContentPartPr/>
                <p14:nvPr/>
              </p14:nvContentPartPr>
              <p14:xfrm>
                <a:off x="3049777" y="287443"/>
                <a:ext cx="146160" cy="1432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70EAFC9-E37B-4F43-D1CE-788D5561D95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032137" y="269803"/>
                  <a:ext cx="18180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16AEBDE-368C-D5AD-6C54-A4889C13773D}"/>
                    </a:ext>
                  </a:extLst>
                </p14:cNvPr>
                <p14:cNvContentPartPr/>
                <p14:nvPr/>
              </p14:nvContentPartPr>
              <p14:xfrm>
                <a:off x="3267937" y="282763"/>
                <a:ext cx="183240" cy="5911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16AEBDE-368C-D5AD-6C54-A4889C13773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250297" y="264763"/>
                  <a:ext cx="218880" cy="62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0A45239-6656-85A3-CB40-95992C7FF9BD}"/>
              </a:ext>
            </a:extLst>
          </p:cNvPr>
          <p:cNvGrpSpPr/>
          <p:nvPr/>
        </p:nvGrpSpPr>
        <p:grpSpPr>
          <a:xfrm>
            <a:off x="3849697" y="94483"/>
            <a:ext cx="1151280" cy="406800"/>
            <a:chOff x="3849697" y="94483"/>
            <a:chExt cx="1151280" cy="40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218A87C-1742-C303-E800-1E87F21446B7}"/>
                    </a:ext>
                  </a:extLst>
                </p14:cNvPr>
                <p14:cNvContentPartPr/>
                <p14:nvPr/>
              </p14:nvContentPartPr>
              <p14:xfrm>
                <a:off x="3849697" y="331363"/>
                <a:ext cx="313560" cy="1648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218A87C-1742-C303-E800-1E87F21446B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831697" y="313723"/>
                  <a:ext cx="34920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FFCE018-44EA-E0A9-6F69-AB2938EF3A04}"/>
                    </a:ext>
                  </a:extLst>
                </p14:cNvPr>
                <p14:cNvContentPartPr/>
                <p14:nvPr/>
              </p14:nvContentPartPr>
              <p14:xfrm>
                <a:off x="4266217" y="323443"/>
                <a:ext cx="103320" cy="1778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FFCE018-44EA-E0A9-6F69-AB2938EF3A0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248217" y="305803"/>
                  <a:ext cx="13896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D2CB9D2-D741-158B-D066-B068B6822A42}"/>
                    </a:ext>
                  </a:extLst>
                </p14:cNvPr>
                <p14:cNvContentPartPr/>
                <p14:nvPr/>
              </p14:nvContentPartPr>
              <p14:xfrm>
                <a:off x="4441177" y="94483"/>
                <a:ext cx="52560" cy="3888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D2CB9D2-D741-158B-D066-B068B6822A4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423537" y="76843"/>
                  <a:ext cx="88200" cy="42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6A0B869-EED8-CDFA-09BA-F3D632607394}"/>
                    </a:ext>
                  </a:extLst>
                </p14:cNvPr>
                <p14:cNvContentPartPr/>
                <p14:nvPr/>
              </p14:nvContentPartPr>
              <p14:xfrm>
                <a:off x="4574017" y="345043"/>
                <a:ext cx="127800" cy="1378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6A0B869-EED8-CDFA-09BA-F3D63260739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556017" y="327403"/>
                  <a:ext cx="16344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C6BFCC2-5B3F-D5CE-CDD7-F253572DC113}"/>
                    </a:ext>
                  </a:extLst>
                </p14:cNvPr>
                <p14:cNvContentPartPr/>
                <p14:nvPr/>
              </p14:nvContentPartPr>
              <p14:xfrm>
                <a:off x="4760857" y="279523"/>
                <a:ext cx="240120" cy="1652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C6BFCC2-5B3F-D5CE-CDD7-F253572DC11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743217" y="261523"/>
                  <a:ext cx="27576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0192822-92B2-F533-932F-5E91D74A9231}"/>
                    </a:ext>
                  </a:extLst>
                </p14:cNvPr>
                <p14:cNvContentPartPr/>
                <p14:nvPr/>
              </p14:nvContentPartPr>
              <p14:xfrm>
                <a:off x="4310137" y="103483"/>
                <a:ext cx="321120" cy="622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0192822-92B2-F533-932F-5E91D74A923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292137" y="85483"/>
                  <a:ext cx="356760" cy="9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B069CAB-D168-9125-F3CD-14F60E24ADFB}"/>
              </a:ext>
            </a:extLst>
          </p:cNvPr>
          <p:cNvGrpSpPr/>
          <p:nvPr/>
        </p:nvGrpSpPr>
        <p:grpSpPr>
          <a:xfrm>
            <a:off x="369577" y="1099603"/>
            <a:ext cx="297720" cy="451440"/>
            <a:chOff x="369577" y="1099603"/>
            <a:chExt cx="297720" cy="45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7041073-4B23-0D0B-689F-EDCC176C75B5}"/>
                    </a:ext>
                  </a:extLst>
                </p14:cNvPr>
                <p14:cNvContentPartPr/>
                <p14:nvPr/>
              </p14:nvContentPartPr>
              <p14:xfrm>
                <a:off x="380737" y="1099603"/>
                <a:ext cx="162360" cy="3524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7041073-4B23-0D0B-689F-EDCC176C75B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62737" y="1081963"/>
                  <a:ext cx="19800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93E2BE5-173D-B34E-2341-899AD011D2C1}"/>
                    </a:ext>
                  </a:extLst>
                </p14:cNvPr>
                <p14:cNvContentPartPr/>
                <p14:nvPr/>
              </p14:nvContentPartPr>
              <p14:xfrm>
                <a:off x="369577" y="1364563"/>
                <a:ext cx="83160" cy="262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93E2BE5-173D-B34E-2341-899AD011D2C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51937" y="1346563"/>
                  <a:ext cx="11880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B654028-440F-08E1-F247-0804F4BE9FDE}"/>
                    </a:ext>
                  </a:extLst>
                </p14:cNvPr>
                <p14:cNvContentPartPr/>
                <p14:nvPr/>
              </p14:nvContentPartPr>
              <p14:xfrm>
                <a:off x="612577" y="1333963"/>
                <a:ext cx="54720" cy="2170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B654028-440F-08E1-F247-0804F4BE9FD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94937" y="1316323"/>
                  <a:ext cx="90360" cy="252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C221A1E5-FBC0-763D-3C89-8B6FB444030B}"/>
                  </a:ext>
                </a:extLst>
              </p14:cNvPr>
              <p14:cNvContentPartPr/>
              <p14:nvPr/>
            </p14:nvContentPartPr>
            <p14:xfrm>
              <a:off x="1130257" y="1233163"/>
              <a:ext cx="199440" cy="24084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C221A1E5-FBC0-763D-3C89-8B6FB444030B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112617" y="1215523"/>
                <a:ext cx="235080" cy="276480"/>
              </a:xfrm>
              <a:prstGeom prst="rect">
                <a:avLst/>
              </a:prstGeom>
            </p:spPr>
          </p:pic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FE32AC91-2F56-3BB4-9A3C-0ADBF8103F80}"/>
              </a:ext>
            </a:extLst>
          </p:cNvPr>
          <p:cNvGrpSpPr/>
          <p:nvPr/>
        </p:nvGrpSpPr>
        <p:grpSpPr>
          <a:xfrm>
            <a:off x="2051497" y="918523"/>
            <a:ext cx="1514880" cy="812160"/>
            <a:chOff x="2051497" y="918523"/>
            <a:chExt cx="1514880" cy="812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80EB833-15D2-76CC-308B-37E21F76F6C8}"/>
                    </a:ext>
                  </a:extLst>
                </p14:cNvPr>
                <p14:cNvContentPartPr/>
                <p14:nvPr/>
              </p14:nvContentPartPr>
              <p14:xfrm>
                <a:off x="2051497" y="981883"/>
                <a:ext cx="798480" cy="7376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80EB833-15D2-76CC-308B-37E21F76F6C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033857" y="964243"/>
                  <a:ext cx="834120" cy="77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E46E327-7DF0-5A22-35AF-2D77D26539EC}"/>
                    </a:ext>
                  </a:extLst>
                </p14:cNvPr>
                <p14:cNvContentPartPr/>
                <p14:nvPr/>
              </p14:nvContentPartPr>
              <p14:xfrm>
                <a:off x="2946817" y="1161523"/>
                <a:ext cx="84960" cy="1364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E46E327-7DF0-5A22-35AF-2D77D26539E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929177" y="1143523"/>
                  <a:ext cx="12060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3CA685D-B871-F1B1-DDF9-0C7F54AEEF88}"/>
                    </a:ext>
                  </a:extLst>
                </p14:cNvPr>
                <p14:cNvContentPartPr/>
                <p14:nvPr/>
              </p14:nvContentPartPr>
              <p14:xfrm>
                <a:off x="3146977" y="1192843"/>
                <a:ext cx="52920" cy="1548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3CA685D-B871-F1B1-DDF9-0C7F54AEEF8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129337" y="1174843"/>
                  <a:ext cx="8856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38F2E74-F2CF-DD4F-1ED3-C3BD53D32B33}"/>
                    </a:ext>
                  </a:extLst>
                </p14:cNvPr>
                <p14:cNvContentPartPr/>
                <p14:nvPr/>
              </p14:nvContentPartPr>
              <p14:xfrm>
                <a:off x="3228337" y="1214443"/>
                <a:ext cx="146880" cy="1378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38F2E74-F2CF-DD4F-1ED3-C3BD53D32B3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210697" y="1196443"/>
                  <a:ext cx="18252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72F7AC4-1036-C54F-DC25-66C8A40005B4}"/>
                    </a:ext>
                  </a:extLst>
                </p14:cNvPr>
                <p14:cNvContentPartPr/>
                <p14:nvPr/>
              </p14:nvContentPartPr>
              <p14:xfrm>
                <a:off x="3341377" y="1172683"/>
                <a:ext cx="225000" cy="5580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72F7AC4-1036-C54F-DC25-66C8A40005B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323737" y="1154683"/>
                  <a:ext cx="260640" cy="59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EF1B064-71EF-0083-9DF6-9657D8C0F0C4}"/>
                    </a:ext>
                  </a:extLst>
                </p14:cNvPr>
                <p14:cNvContentPartPr/>
                <p14:nvPr/>
              </p14:nvContentPartPr>
              <p14:xfrm>
                <a:off x="3097657" y="918523"/>
                <a:ext cx="89280" cy="284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EF1B064-71EF-0083-9DF6-9657D8C0F0C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080017" y="900523"/>
                  <a:ext cx="12492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E9FCDED-81B7-390F-13B0-43F23F014823}"/>
                    </a:ext>
                  </a:extLst>
                </p14:cNvPr>
                <p14:cNvContentPartPr/>
                <p14:nvPr/>
              </p14:nvContentPartPr>
              <p14:xfrm>
                <a:off x="2518417" y="1091683"/>
                <a:ext cx="180000" cy="511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E9FCDED-81B7-390F-13B0-43F23F01482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500777" y="1074043"/>
                  <a:ext cx="215640" cy="8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919121D-269C-5768-CB42-954A2DE3F4F1}"/>
              </a:ext>
            </a:extLst>
          </p:cNvPr>
          <p:cNvGrpSpPr/>
          <p:nvPr/>
        </p:nvGrpSpPr>
        <p:grpSpPr>
          <a:xfrm>
            <a:off x="3896857" y="705403"/>
            <a:ext cx="1227240" cy="523800"/>
            <a:chOff x="3896857" y="705403"/>
            <a:chExt cx="1227240" cy="52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1507821-FE43-3E93-B91C-B3EC996C048D}"/>
                    </a:ext>
                  </a:extLst>
                </p14:cNvPr>
                <p14:cNvContentPartPr/>
                <p14:nvPr/>
              </p14:nvContentPartPr>
              <p14:xfrm>
                <a:off x="3896857" y="1043803"/>
                <a:ext cx="360000" cy="1854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1507821-FE43-3E93-B91C-B3EC996C048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879217" y="1026163"/>
                  <a:ext cx="39564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C5B1CBA-77FE-5F49-6E7B-AD48336C5F04}"/>
                    </a:ext>
                  </a:extLst>
                </p14:cNvPr>
                <p14:cNvContentPartPr/>
                <p14:nvPr/>
              </p14:nvContentPartPr>
              <p14:xfrm>
                <a:off x="4395817" y="1021483"/>
                <a:ext cx="86400" cy="1796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C5B1CBA-77FE-5F49-6E7B-AD48336C5F0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378177" y="1003483"/>
                  <a:ext cx="12204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4ED04A8-1C19-019D-BEEC-FD1515D58402}"/>
                    </a:ext>
                  </a:extLst>
                </p14:cNvPr>
                <p14:cNvContentPartPr/>
                <p14:nvPr/>
              </p14:nvContentPartPr>
              <p14:xfrm>
                <a:off x="4573657" y="705403"/>
                <a:ext cx="33480" cy="4352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4ED04A8-1C19-019D-BEEC-FD1515D5840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556017" y="687763"/>
                  <a:ext cx="69120" cy="47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B25308F-8503-69D3-C050-05DC429A15B6}"/>
                    </a:ext>
                  </a:extLst>
                </p14:cNvPr>
                <p14:cNvContentPartPr/>
                <p14:nvPr/>
              </p14:nvContentPartPr>
              <p14:xfrm>
                <a:off x="4720537" y="995203"/>
                <a:ext cx="120600" cy="1454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B25308F-8503-69D3-C050-05DC429A15B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702537" y="977203"/>
                  <a:ext cx="1562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9BBC03C-61BE-5711-84A1-8A741B310F3B}"/>
                    </a:ext>
                  </a:extLst>
                </p14:cNvPr>
                <p14:cNvContentPartPr/>
                <p14:nvPr/>
              </p14:nvContentPartPr>
              <p14:xfrm>
                <a:off x="4973617" y="959203"/>
                <a:ext cx="150480" cy="1634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9BBC03C-61BE-5711-84A1-8A741B310F3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955977" y="941563"/>
                  <a:ext cx="18612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0D72E10-E0F7-B13B-039B-428AEF3E6D2C}"/>
                    </a:ext>
                  </a:extLst>
                </p14:cNvPr>
                <p14:cNvContentPartPr/>
                <p14:nvPr/>
              </p14:nvContentPartPr>
              <p14:xfrm>
                <a:off x="4438657" y="865963"/>
                <a:ext cx="235440" cy="356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0D72E10-E0F7-B13B-039B-428AEF3E6D2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421017" y="847963"/>
                  <a:ext cx="271080" cy="7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D87B13B-74CA-C2BE-CF85-4E0FDBE1D06C}"/>
              </a:ext>
            </a:extLst>
          </p:cNvPr>
          <p:cNvGrpSpPr/>
          <p:nvPr/>
        </p:nvGrpSpPr>
        <p:grpSpPr>
          <a:xfrm>
            <a:off x="6575257" y="61003"/>
            <a:ext cx="3890160" cy="971280"/>
            <a:chOff x="6575257" y="61003"/>
            <a:chExt cx="3890160" cy="971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2465083-95BC-D1FB-BB89-1EE0937A97B1}"/>
                    </a:ext>
                  </a:extLst>
                </p14:cNvPr>
                <p14:cNvContentPartPr/>
                <p14:nvPr/>
              </p14:nvContentPartPr>
              <p14:xfrm>
                <a:off x="6575257" y="303643"/>
                <a:ext cx="38160" cy="2196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2465083-95BC-D1FB-BB89-1EE0937A97B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557257" y="285643"/>
                  <a:ext cx="7380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EC47AD8-F4EF-2D71-FB3F-24621CD3DF8F}"/>
                    </a:ext>
                  </a:extLst>
                </p14:cNvPr>
                <p14:cNvContentPartPr/>
                <p14:nvPr/>
              </p14:nvContentPartPr>
              <p14:xfrm>
                <a:off x="6664897" y="342883"/>
                <a:ext cx="111240" cy="2206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EC47AD8-F4EF-2D71-FB3F-24621CD3DF8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646897" y="324883"/>
                  <a:ext cx="14688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EF5F68E-DF39-033F-35FE-837F91682F33}"/>
                    </a:ext>
                  </a:extLst>
                </p14:cNvPr>
                <p14:cNvContentPartPr/>
                <p14:nvPr/>
              </p14:nvContentPartPr>
              <p14:xfrm>
                <a:off x="6833737" y="324883"/>
                <a:ext cx="38160" cy="3819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EF5F68E-DF39-033F-35FE-837F91682F3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816097" y="307243"/>
                  <a:ext cx="73800" cy="41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FBA1451-1FCB-6AF8-603B-7BE5202AF39B}"/>
                    </a:ext>
                  </a:extLst>
                </p14:cNvPr>
                <p14:cNvContentPartPr/>
                <p14:nvPr/>
              </p14:nvContentPartPr>
              <p14:xfrm>
                <a:off x="6951817" y="528643"/>
                <a:ext cx="130680" cy="3063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FBA1451-1FCB-6AF8-603B-7BE5202AF39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934177" y="511003"/>
                  <a:ext cx="16632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6AAC07E-CCED-CFFC-4D10-7C2F8E312A64}"/>
                    </a:ext>
                  </a:extLst>
                </p14:cNvPr>
                <p14:cNvContentPartPr/>
                <p14:nvPr/>
              </p14:nvContentPartPr>
              <p14:xfrm>
                <a:off x="7400017" y="499843"/>
                <a:ext cx="259200" cy="676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6AAC07E-CCED-CFFC-4D10-7C2F8E312A6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382377" y="481843"/>
                  <a:ext cx="29484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3B62D06-176F-8B19-C855-902B43A5E615}"/>
                    </a:ext>
                  </a:extLst>
                </p14:cNvPr>
                <p14:cNvContentPartPr/>
                <p14:nvPr/>
              </p14:nvContentPartPr>
              <p14:xfrm>
                <a:off x="7622857" y="426403"/>
                <a:ext cx="38160" cy="2358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3B62D06-176F-8B19-C855-902B43A5E61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605217" y="408763"/>
                  <a:ext cx="7380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5FBD563-2F8C-A040-1EA8-7B51F798D890}"/>
                    </a:ext>
                  </a:extLst>
                </p14:cNvPr>
                <p14:cNvContentPartPr/>
                <p14:nvPr/>
              </p14:nvContentPartPr>
              <p14:xfrm>
                <a:off x="7859737" y="336763"/>
                <a:ext cx="767880" cy="6955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5FBD563-2F8C-A040-1EA8-7B51F798D89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841737" y="319123"/>
                  <a:ext cx="803520" cy="73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62A11FD-4276-115E-A380-C830B023EA07}"/>
                    </a:ext>
                  </a:extLst>
                </p14:cNvPr>
                <p14:cNvContentPartPr/>
                <p14:nvPr/>
              </p14:nvContentPartPr>
              <p14:xfrm>
                <a:off x="8897257" y="90523"/>
                <a:ext cx="1568160" cy="5414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62A11FD-4276-115E-A380-C830B023EA0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879617" y="72883"/>
                  <a:ext cx="1603800" cy="57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2F03EB7-44BC-9435-08C6-E4DB2199E663}"/>
                    </a:ext>
                  </a:extLst>
                </p14:cNvPr>
                <p14:cNvContentPartPr/>
                <p14:nvPr/>
              </p14:nvContentPartPr>
              <p14:xfrm>
                <a:off x="10145737" y="61003"/>
                <a:ext cx="151920" cy="374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2F03EB7-44BC-9435-08C6-E4DB2199E66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128097" y="43363"/>
                  <a:ext cx="187560" cy="73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88852DEE-475E-3BC4-8FF5-43BD0FCFAA6A}"/>
                  </a:ext>
                </a:extLst>
              </p14:cNvPr>
              <p14:cNvContentPartPr/>
              <p14:nvPr/>
            </p14:nvContentPartPr>
            <p14:xfrm>
              <a:off x="11233297" y="158203"/>
              <a:ext cx="4320" cy="360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88852DEE-475E-3BC4-8FF5-43BD0FCFAA6A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1215657" y="140563"/>
                <a:ext cx="39960" cy="39240"/>
              </a:xfrm>
              <a:prstGeom prst="rect">
                <a:avLst/>
              </a:prstGeom>
            </p:spPr>
          </p:pic>
        </mc:Fallback>
      </mc:AlternateContent>
      <p:grpSp>
        <p:nvGrpSpPr>
          <p:cNvPr id="65" name="Group 64">
            <a:extLst>
              <a:ext uri="{FF2B5EF4-FFF2-40B4-BE49-F238E27FC236}">
                <a16:creationId xmlns:a16="http://schemas.microsoft.com/office/drawing/2014/main" id="{47258BAB-1FA9-4C03-C16C-773FDDEB7802}"/>
              </a:ext>
            </a:extLst>
          </p:cNvPr>
          <p:cNvGrpSpPr/>
          <p:nvPr/>
        </p:nvGrpSpPr>
        <p:grpSpPr>
          <a:xfrm>
            <a:off x="343657" y="2099323"/>
            <a:ext cx="1027440" cy="926280"/>
            <a:chOff x="343657" y="2099323"/>
            <a:chExt cx="1027440" cy="92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CE5147F-9074-863B-6321-A2B04D3F557F}"/>
                    </a:ext>
                  </a:extLst>
                </p14:cNvPr>
                <p14:cNvContentPartPr/>
                <p14:nvPr/>
              </p14:nvContentPartPr>
              <p14:xfrm>
                <a:off x="376057" y="2106523"/>
                <a:ext cx="28440" cy="2862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CE5147F-9074-863B-6321-A2B04D3F557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58417" y="2088523"/>
                  <a:ext cx="6408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D0E1DA3-6A3E-206B-AFF5-4E37849DACD2}"/>
                    </a:ext>
                  </a:extLst>
                </p14:cNvPr>
                <p14:cNvContentPartPr/>
                <p14:nvPr/>
              </p14:nvContentPartPr>
              <p14:xfrm>
                <a:off x="343657" y="2099323"/>
                <a:ext cx="150840" cy="3427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D0E1DA3-6A3E-206B-AFF5-4E37849DACD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25657" y="2081683"/>
                  <a:ext cx="186480" cy="37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4B1C26C-E8EA-8026-194F-4FBB9E26B14D}"/>
                    </a:ext>
                  </a:extLst>
                </p14:cNvPr>
                <p14:cNvContentPartPr/>
                <p14:nvPr/>
              </p14:nvContentPartPr>
              <p14:xfrm>
                <a:off x="624097" y="2354203"/>
                <a:ext cx="23040" cy="1821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4B1C26C-E8EA-8026-194F-4FBB9E26B14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06097" y="2336563"/>
                  <a:ext cx="586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5682D20-006E-AF0F-2671-AD83130F58B7}"/>
                    </a:ext>
                  </a:extLst>
                </p14:cNvPr>
                <p14:cNvContentPartPr/>
                <p14:nvPr/>
              </p14:nvContentPartPr>
              <p14:xfrm>
                <a:off x="718777" y="2304883"/>
                <a:ext cx="102960" cy="1400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5682D20-006E-AF0F-2671-AD83130F58B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00777" y="2287243"/>
                  <a:ext cx="13860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84355B2-1236-02D6-1989-539F7BF09C0C}"/>
                    </a:ext>
                  </a:extLst>
                </p14:cNvPr>
                <p14:cNvContentPartPr/>
                <p14:nvPr/>
              </p14:nvContentPartPr>
              <p14:xfrm>
                <a:off x="747937" y="2224963"/>
                <a:ext cx="106200" cy="2736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84355B2-1236-02D6-1989-539F7BF09C0C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29937" y="2206963"/>
                  <a:ext cx="14184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5FE26B4-D78B-FDFB-FA91-71281E25875D}"/>
                    </a:ext>
                  </a:extLst>
                </p14:cNvPr>
                <p14:cNvContentPartPr/>
                <p14:nvPr/>
              </p14:nvContentPartPr>
              <p14:xfrm>
                <a:off x="1100737" y="2101483"/>
                <a:ext cx="160560" cy="3481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5FE26B4-D78B-FDFB-FA91-71281E25875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82737" y="2083483"/>
                  <a:ext cx="196200" cy="38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DC88FB3-97BE-B88C-284E-BCB1657ABB37}"/>
                    </a:ext>
                  </a:extLst>
                </p14:cNvPr>
                <p14:cNvContentPartPr/>
                <p14:nvPr/>
              </p14:nvContentPartPr>
              <p14:xfrm>
                <a:off x="962497" y="2556163"/>
                <a:ext cx="344880" cy="1008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DC88FB3-97BE-B88C-284E-BCB1657ABB37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44497" y="2538523"/>
                  <a:ext cx="38052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40150F4-A52B-E024-C690-1CCA40BF6570}"/>
                    </a:ext>
                  </a:extLst>
                </p14:cNvPr>
                <p14:cNvContentPartPr/>
                <p14:nvPr/>
              </p14:nvContentPartPr>
              <p14:xfrm>
                <a:off x="1116577" y="2735443"/>
                <a:ext cx="32400" cy="2750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40150F4-A52B-E024-C690-1CCA40BF657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98577" y="2717803"/>
                  <a:ext cx="6804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44AC1E0-BC3C-8406-D266-DDB6AF61E5F5}"/>
                    </a:ext>
                  </a:extLst>
                </p14:cNvPr>
                <p14:cNvContentPartPr/>
                <p14:nvPr/>
              </p14:nvContentPartPr>
              <p14:xfrm>
                <a:off x="1190737" y="2792683"/>
                <a:ext cx="180360" cy="2329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44AC1E0-BC3C-8406-D266-DDB6AF61E5F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173097" y="2775043"/>
                  <a:ext cx="216000" cy="26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7C84D620-C486-59B0-F580-654C3BC51F9F}"/>
              </a:ext>
            </a:extLst>
          </p:cNvPr>
          <p:cNvGrpSpPr/>
          <p:nvPr/>
        </p:nvGrpSpPr>
        <p:grpSpPr>
          <a:xfrm>
            <a:off x="2326897" y="2190043"/>
            <a:ext cx="292320" cy="353160"/>
            <a:chOff x="2326897" y="2190043"/>
            <a:chExt cx="292320" cy="35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33D2779-11CF-EF64-C76B-BCD3E9E8D4DC}"/>
                    </a:ext>
                  </a:extLst>
                </p14:cNvPr>
                <p14:cNvContentPartPr/>
                <p14:nvPr/>
              </p14:nvContentPartPr>
              <p14:xfrm>
                <a:off x="2344897" y="2251603"/>
                <a:ext cx="45360" cy="2318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33D2779-11CF-EF64-C76B-BCD3E9E8D4DC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327257" y="2233963"/>
                  <a:ext cx="8100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9F22355-4E69-7981-D5C9-D9C5F82119EC}"/>
                    </a:ext>
                  </a:extLst>
                </p14:cNvPr>
                <p14:cNvContentPartPr/>
                <p14:nvPr/>
              </p14:nvContentPartPr>
              <p14:xfrm>
                <a:off x="2326897" y="2190043"/>
                <a:ext cx="135360" cy="2764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9F22355-4E69-7981-D5C9-D9C5F82119E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309257" y="2172043"/>
                  <a:ext cx="17100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975EEFD4-F6BD-E8E4-CB95-41B3902E1DBE}"/>
                    </a:ext>
                  </a:extLst>
                </p14:cNvPr>
                <p14:cNvContentPartPr/>
                <p14:nvPr/>
              </p14:nvContentPartPr>
              <p14:xfrm>
                <a:off x="2589697" y="2402803"/>
                <a:ext cx="29520" cy="1404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975EEFD4-F6BD-E8E4-CB95-41B3902E1DB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571697" y="2385163"/>
                  <a:ext cx="65160" cy="17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60F4C55F-9A99-ED9A-2624-98FEA705BC2C}"/>
              </a:ext>
            </a:extLst>
          </p:cNvPr>
          <p:cNvGrpSpPr/>
          <p:nvPr/>
        </p:nvGrpSpPr>
        <p:grpSpPr>
          <a:xfrm>
            <a:off x="3508417" y="2181763"/>
            <a:ext cx="800280" cy="459000"/>
            <a:chOff x="3508417" y="2181763"/>
            <a:chExt cx="800280" cy="45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1D8E693-CF3B-135B-8AEF-A92DBEAA9C37}"/>
                    </a:ext>
                  </a:extLst>
                </p14:cNvPr>
                <p14:cNvContentPartPr/>
                <p14:nvPr/>
              </p14:nvContentPartPr>
              <p14:xfrm>
                <a:off x="3508417" y="2214523"/>
                <a:ext cx="157680" cy="1990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1D8E693-CF3B-135B-8AEF-A92DBEAA9C3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490417" y="2196883"/>
                  <a:ext cx="19332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2A3EDE4-51EA-4DAF-B6C0-F071E9A78622}"/>
                    </a:ext>
                  </a:extLst>
                </p14:cNvPr>
                <p14:cNvContentPartPr/>
                <p14:nvPr/>
              </p14:nvContentPartPr>
              <p14:xfrm>
                <a:off x="3809377" y="2181763"/>
                <a:ext cx="29880" cy="1990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2A3EDE4-51EA-4DAF-B6C0-F071E9A78622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791377" y="2164123"/>
                  <a:ext cx="6552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1FD94B0-789E-6D48-AB41-023E4A372C9C}"/>
                    </a:ext>
                  </a:extLst>
                </p14:cNvPr>
                <p14:cNvContentPartPr/>
                <p14:nvPr/>
              </p14:nvContentPartPr>
              <p14:xfrm>
                <a:off x="3827377" y="2260243"/>
                <a:ext cx="146520" cy="2617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1FD94B0-789E-6D48-AB41-023E4A372C9C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809737" y="2242243"/>
                  <a:ext cx="18216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7D1E6F9-54D8-AAFD-908E-6DE2CC1B36EE}"/>
                    </a:ext>
                  </a:extLst>
                </p14:cNvPr>
                <p14:cNvContentPartPr/>
                <p14:nvPr/>
              </p14:nvContentPartPr>
              <p14:xfrm>
                <a:off x="4035817" y="2415403"/>
                <a:ext cx="20520" cy="1872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7D1E6F9-54D8-AAFD-908E-6DE2CC1B36EE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018177" y="2397403"/>
                  <a:ext cx="5616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955D56A-047E-4837-AF16-4BAD3FBE9B57}"/>
                    </a:ext>
                  </a:extLst>
                </p14:cNvPr>
                <p14:cNvContentPartPr/>
                <p14:nvPr/>
              </p14:nvContentPartPr>
              <p14:xfrm>
                <a:off x="4120777" y="2408563"/>
                <a:ext cx="187920" cy="2322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955D56A-047E-4837-AF16-4BAD3FBE9B57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102777" y="2390923"/>
                  <a:ext cx="223560" cy="267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A18B0717-FBCF-BCA2-4196-BBDFEF5FF68E}"/>
                  </a:ext>
                </a:extLst>
              </p14:cNvPr>
              <p14:cNvContentPartPr/>
              <p14:nvPr/>
            </p14:nvContentPartPr>
            <p14:xfrm>
              <a:off x="5296177" y="2052523"/>
              <a:ext cx="5760" cy="24516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A18B0717-FBCF-BCA2-4196-BBDFEF5FF68E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5278537" y="2034883"/>
                <a:ext cx="41400" cy="28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B494E5EA-5F62-970B-CEF4-FD79A87E508C}"/>
                  </a:ext>
                </a:extLst>
              </p14:cNvPr>
              <p14:cNvContentPartPr/>
              <p14:nvPr/>
            </p14:nvContentPartPr>
            <p14:xfrm>
              <a:off x="6354217" y="1951363"/>
              <a:ext cx="186480" cy="21276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B494E5EA-5F62-970B-CEF4-FD79A87E508C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6336577" y="1933363"/>
                <a:ext cx="222120" cy="248400"/>
              </a:xfrm>
              <a:prstGeom prst="rect">
                <a:avLst/>
              </a:prstGeom>
            </p:spPr>
          </p:pic>
        </mc:Fallback>
      </mc:AlternateContent>
      <p:grpSp>
        <p:nvGrpSpPr>
          <p:cNvPr id="98" name="Group 97">
            <a:extLst>
              <a:ext uri="{FF2B5EF4-FFF2-40B4-BE49-F238E27FC236}">
                <a16:creationId xmlns:a16="http://schemas.microsoft.com/office/drawing/2014/main" id="{10C8B304-7EEF-BF63-AE3A-91E07264BFFD}"/>
              </a:ext>
            </a:extLst>
          </p:cNvPr>
          <p:cNvGrpSpPr/>
          <p:nvPr/>
        </p:nvGrpSpPr>
        <p:grpSpPr>
          <a:xfrm>
            <a:off x="7409017" y="1907803"/>
            <a:ext cx="761760" cy="541800"/>
            <a:chOff x="7409017" y="1907803"/>
            <a:chExt cx="761760" cy="54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22930133-83CE-76F3-3ECF-C99A90952CBD}"/>
                    </a:ext>
                  </a:extLst>
                </p14:cNvPr>
                <p14:cNvContentPartPr/>
                <p14:nvPr/>
              </p14:nvContentPartPr>
              <p14:xfrm>
                <a:off x="7409017" y="2039563"/>
                <a:ext cx="150840" cy="255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22930133-83CE-76F3-3ECF-C99A90952CB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391017" y="2021563"/>
                  <a:ext cx="18648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8D55525C-6E6C-982E-DBF0-1F9D279877B6}"/>
                    </a:ext>
                  </a:extLst>
                </p14:cNvPr>
                <p14:cNvContentPartPr/>
                <p14:nvPr/>
              </p14:nvContentPartPr>
              <p14:xfrm>
                <a:off x="7662097" y="1907803"/>
                <a:ext cx="118440" cy="2642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8D55525C-6E6C-982E-DBF0-1F9D279877B6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644097" y="1889803"/>
                  <a:ext cx="15408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19DF0BC-9517-45E7-5CAF-732453EA36F7}"/>
                    </a:ext>
                  </a:extLst>
                </p14:cNvPr>
                <p14:cNvContentPartPr/>
                <p14:nvPr/>
              </p14:nvContentPartPr>
              <p14:xfrm>
                <a:off x="7799257" y="2089243"/>
                <a:ext cx="118440" cy="2062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19DF0BC-9517-45E7-5CAF-732453EA36F7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781257" y="2071243"/>
                  <a:ext cx="15408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A07DD9CA-8827-B5E7-DA0D-9F66FC1FD4E2}"/>
                    </a:ext>
                  </a:extLst>
                </p14:cNvPr>
                <p14:cNvContentPartPr/>
                <p14:nvPr/>
              </p14:nvContentPartPr>
              <p14:xfrm>
                <a:off x="7905457" y="2261323"/>
                <a:ext cx="23760" cy="1573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A07DD9CA-8827-B5E7-DA0D-9F66FC1FD4E2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887817" y="2243683"/>
                  <a:ext cx="5940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E7CFB543-625A-D762-00AE-64701C2E88C6}"/>
                    </a:ext>
                  </a:extLst>
                </p14:cNvPr>
                <p14:cNvContentPartPr/>
                <p14:nvPr/>
              </p14:nvContentPartPr>
              <p14:xfrm>
                <a:off x="7999777" y="2220643"/>
                <a:ext cx="171000" cy="2289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E7CFB543-625A-D762-00AE-64701C2E88C6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981777" y="2202643"/>
                  <a:ext cx="206640" cy="26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CB74E0C3-092B-23B8-8E37-7859440FA3C3}"/>
              </a:ext>
            </a:extLst>
          </p:cNvPr>
          <p:cNvGrpSpPr/>
          <p:nvPr/>
        </p:nvGrpSpPr>
        <p:grpSpPr>
          <a:xfrm>
            <a:off x="8856577" y="1899883"/>
            <a:ext cx="482400" cy="543240"/>
            <a:chOff x="8856577" y="1899883"/>
            <a:chExt cx="482400" cy="543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9C4EFD1-1EFB-7D12-0852-92D4BBFE1874}"/>
                    </a:ext>
                  </a:extLst>
                </p14:cNvPr>
                <p14:cNvContentPartPr/>
                <p14:nvPr/>
              </p14:nvContentPartPr>
              <p14:xfrm>
                <a:off x="8867017" y="1899883"/>
                <a:ext cx="10440" cy="2062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9C4EFD1-1EFB-7D12-0852-92D4BBFE1874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849017" y="1882243"/>
                  <a:ext cx="4608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0EDF9712-BAA4-74ED-CD63-088ED230D254}"/>
                    </a:ext>
                  </a:extLst>
                </p14:cNvPr>
                <p14:cNvContentPartPr/>
                <p14:nvPr/>
              </p14:nvContentPartPr>
              <p14:xfrm>
                <a:off x="8856577" y="2020483"/>
                <a:ext cx="150120" cy="2365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EDF9712-BAA4-74ED-CD63-088ED230D254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838577" y="2002483"/>
                  <a:ext cx="18576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A128CF38-9D37-0A12-A46B-DF528C89198C}"/>
                    </a:ext>
                  </a:extLst>
                </p14:cNvPr>
                <p14:cNvContentPartPr/>
                <p14:nvPr/>
              </p14:nvContentPartPr>
              <p14:xfrm>
                <a:off x="9026857" y="2235763"/>
                <a:ext cx="12960" cy="1994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A128CF38-9D37-0A12-A46B-DF528C89198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008857" y="2218123"/>
                  <a:ext cx="4860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47E6AEC4-94F0-930F-99FB-B2F341F2E1CD}"/>
                    </a:ext>
                  </a:extLst>
                </p14:cNvPr>
                <p14:cNvContentPartPr/>
                <p14:nvPr/>
              </p14:nvContentPartPr>
              <p14:xfrm>
                <a:off x="9161137" y="2198323"/>
                <a:ext cx="177840" cy="2448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47E6AEC4-94F0-930F-99FB-B2F341F2E1CD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143497" y="2180323"/>
                  <a:ext cx="213480" cy="28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59B7387B-426B-24EF-509C-59A61B532457}"/>
              </a:ext>
            </a:extLst>
          </p:cNvPr>
          <p:cNvGrpSpPr/>
          <p:nvPr/>
        </p:nvGrpSpPr>
        <p:grpSpPr>
          <a:xfrm>
            <a:off x="9693217" y="1828963"/>
            <a:ext cx="609120" cy="579240"/>
            <a:chOff x="9693217" y="1828963"/>
            <a:chExt cx="609120" cy="57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D963B148-48FC-DB3E-1952-EE7270FD987A}"/>
                    </a:ext>
                  </a:extLst>
                </p14:cNvPr>
                <p14:cNvContentPartPr/>
                <p14:nvPr/>
              </p14:nvContentPartPr>
              <p14:xfrm>
                <a:off x="9693217" y="1828963"/>
                <a:ext cx="205200" cy="2736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D963B148-48FC-DB3E-1952-EE7270FD987A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675577" y="1810963"/>
                  <a:ext cx="24084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A2F047A-BCAB-F6D8-DA51-46C7A64DD467}"/>
                    </a:ext>
                  </a:extLst>
                </p14:cNvPr>
                <p14:cNvContentPartPr/>
                <p14:nvPr/>
              </p14:nvContentPartPr>
              <p14:xfrm>
                <a:off x="9913897" y="2005363"/>
                <a:ext cx="123480" cy="2304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A2F047A-BCAB-F6D8-DA51-46C7A64DD467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896257" y="1987363"/>
                  <a:ext cx="15912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9C16D088-5B14-755E-1171-29BEEFE3C156}"/>
                    </a:ext>
                  </a:extLst>
                </p14:cNvPr>
                <p14:cNvContentPartPr/>
                <p14:nvPr/>
              </p14:nvContentPartPr>
              <p14:xfrm>
                <a:off x="10016497" y="2204443"/>
                <a:ext cx="29880" cy="1807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9C16D088-5B14-755E-1171-29BEEFE3C15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998497" y="2186443"/>
                  <a:ext cx="6552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922546BF-90B9-D71E-98FF-FB34151A8B3B}"/>
                    </a:ext>
                  </a:extLst>
                </p14:cNvPr>
                <p14:cNvContentPartPr/>
                <p14:nvPr/>
              </p14:nvContentPartPr>
              <p14:xfrm>
                <a:off x="10152217" y="2195083"/>
                <a:ext cx="150120" cy="21312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922546BF-90B9-D71E-98FF-FB34151A8B3B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0134217" y="2177443"/>
                  <a:ext cx="185760" cy="24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3B51D375-4F22-E5D0-1552-417C62F81357}"/>
              </a:ext>
            </a:extLst>
          </p:cNvPr>
          <p:cNvGrpSpPr/>
          <p:nvPr/>
        </p:nvGrpSpPr>
        <p:grpSpPr>
          <a:xfrm>
            <a:off x="10684297" y="1665523"/>
            <a:ext cx="747360" cy="651240"/>
            <a:chOff x="10684297" y="1665523"/>
            <a:chExt cx="747360" cy="65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DA76C8FE-4ACB-B65D-A3AC-AE188FD2CBF5}"/>
                    </a:ext>
                  </a:extLst>
                </p14:cNvPr>
                <p14:cNvContentPartPr/>
                <p14:nvPr/>
              </p14:nvContentPartPr>
              <p14:xfrm>
                <a:off x="10684297" y="1848763"/>
                <a:ext cx="135360" cy="457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DA76C8FE-4ACB-B65D-A3AC-AE188FD2CBF5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666297" y="1830763"/>
                  <a:ext cx="17100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2A43C2A5-D83F-7310-CA80-5021E35D0A8F}"/>
                    </a:ext>
                  </a:extLst>
                </p14:cNvPr>
                <p14:cNvContentPartPr/>
                <p14:nvPr/>
              </p14:nvContentPartPr>
              <p14:xfrm>
                <a:off x="11063737" y="1665523"/>
                <a:ext cx="20880" cy="3031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2A43C2A5-D83F-7310-CA80-5021E35D0A8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1045737" y="1647883"/>
                  <a:ext cx="5652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085EAE9F-18CD-7570-D7C3-2660FB4B0EA7}"/>
                    </a:ext>
                  </a:extLst>
                </p14:cNvPr>
                <p14:cNvContentPartPr/>
                <p14:nvPr/>
              </p14:nvContentPartPr>
              <p14:xfrm>
                <a:off x="11011897" y="1894843"/>
                <a:ext cx="197280" cy="2793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085EAE9F-18CD-7570-D7C3-2660FB4B0EA7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0993897" y="1876843"/>
                  <a:ext cx="23292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AD4FD58D-FEF4-1B85-9A36-813325531962}"/>
                    </a:ext>
                  </a:extLst>
                </p14:cNvPr>
                <p14:cNvContentPartPr/>
                <p14:nvPr/>
              </p14:nvContentPartPr>
              <p14:xfrm>
                <a:off x="11162017" y="2120203"/>
                <a:ext cx="41400" cy="1929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AD4FD58D-FEF4-1B85-9A36-813325531962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1144017" y="2102203"/>
                  <a:ext cx="7704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478A384-6C81-4FA0-9C62-6B8DC1E4DE4B}"/>
                    </a:ext>
                  </a:extLst>
                </p14:cNvPr>
                <p14:cNvContentPartPr/>
                <p14:nvPr/>
              </p14:nvContentPartPr>
              <p14:xfrm>
                <a:off x="11203777" y="2089603"/>
                <a:ext cx="227880" cy="2271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478A384-6C81-4FA0-9C62-6B8DC1E4DE4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1185777" y="2071963"/>
                  <a:ext cx="263520" cy="26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AD6F7034-9B6B-3441-5797-9257E61EEDFF}"/>
              </a:ext>
            </a:extLst>
          </p:cNvPr>
          <p:cNvGrpSpPr/>
          <p:nvPr/>
        </p:nvGrpSpPr>
        <p:grpSpPr>
          <a:xfrm>
            <a:off x="2311417" y="2986723"/>
            <a:ext cx="513720" cy="438120"/>
            <a:chOff x="2311417" y="2986723"/>
            <a:chExt cx="513720" cy="43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CD950CDD-18AE-99E4-F71D-D9BDF965FF11}"/>
                    </a:ext>
                  </a:extLst>
                </p14:cNvPr>
                <p14:cNvContentPartPr/>
                <p14:nvPr/>
              </p14:nvContentPartPr>
              <p14:xfrm>
                <a:off x="2311417" y="2986723"/>
                <a:ext cx="169920" cy="3438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CD950CDD-18AE-99E4-F71D-D9BDF965FF11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293777" y="2968723"/>
                  <a:ext cx="20556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44CA008E-44EC-6256-9ABA-8F90FBCF1E4D}"/>
                    </a:ext>
                  </a:extLst>
                </p14:cNvPr>
                <p14:cNvContentPartPr/>
                <p14:nvPr/>
              </p14:nvContentPartPr>
              <p14:xfrm>
                <a:off x="2570617" y="3265003"/>
                <a:ext cx="254520" cy="15984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44CA008E-44EC-6256-9ABA-8F90FBCF1E4D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552617" y="3247363"/>
                  <a:ext cx="290160" cy="195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0DC86783-3322-8482-7F9A-8C7E191C0FCC}"/>
                  </a:ext>
                </a:extLst>
              </p14:cNvPr>
              <p14:cNvContentPartPr/>
              <p14:nvPr/>
            </p14:nvContentPartPr>
            <p14:xfrm>
              <a:off x="3576097" y="2949283"/>
              <a:ext cx="63720" cy="27288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0DC86783-3322-8482-7F9A-8C7E191C0FCC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3558457" y="2931283"/>
                <a:ext cx="99360" cy="308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8" name="Group 107">
            <a:extLst>
              <a:ext uri="{FF2B5EF4-FFF2-40B4-BE49-F238E27FC236}">
                <a16:creationId xmlns:a16="http://schemas.microsoft.com/office/drawing/2014/main" id="{F5E8BC6A-E721-EFFC-B790-C2637BE1885C}"/>
              </a:ext>
            </a:extLst>
          </p:cNvPr>
          <p:cNvGrpSpPr/>
          <p:nvPr/>
        </p:nvGrpSpPr>
        <p:grpSpPr>
          <a:xfrm>
            <a:off x="5216257" y="2847043"/>
            <a:ext cx="292320" cy="561240"/>
            <a:chOff x="5216257" y="2847043"/>
            <a:chExt cx="292320" cy="56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37F48CB1-8AA1-415D-2045-B16C527D29ED}"/>
                    </a:ext>
                  </a:extLst>
                </p14:cNvPr>
                <p14:cNvContentPartPr/>
                <p14:nvPr/>
              </p14:nvContentPartPr>
              <p14:xfrm>
                <a:off x="5216257" y="2847043"/>
                <a:ext cx="28800" cy="20520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37F48CB1-8AA1-415D-2045-B16C527D29ED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198257" y="2829403"/>
                  <a:ext cx="6444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6BE66028-5F4F-F468-1DCB-A1112F238DF0}"/>
                    </a:ext>
                  </a:extLst>
                </p14:cNvPr>
                <p14:cNvContentPartPr/>
                <p14:nvPr/>
              </p14:nvContentPartPr>
              <p14:xfrm>
                <a:off x="5224897" y="2960083"/>
                <a:ext cx="128880" cy="20844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6BE66028-5F4F-F468-1DCB-A1112F238DF0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207257" y="2942443"/>
                  <a:ext cx="16452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A64B3684-963B-28A5-8815-0003DA358DA1}"/>
                    </a:ext>
                  </a:extLst>
                </p14:cNvPr>
                <p14:cNvContentPartPr/>
                <p14:nvPr/>
              </p14:nvContentPartPr>
              <p14:xfrm>
                <a:off x="5358097" y="3166003"/>
                <a:ext cx="150480" cy="2422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A64B3684-963B-28A5-8815-0003DA358DA1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340097" y="3148363"/>
                  <a:ext cx="186120" cy="277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B39E7204-8F76-8D71-E030-11A81DE87360}"/>
                  </a:ext>
                </a:extLst>
              </p14:cNvPr>
              <p14:cNvContentPartPr/>
              <p14:nvPr/>
            </p14:nvContentPartPr>
            <p14:xfrm>
              <a:off x="6326497" y="2684323"/>
              <a:ext cx="29520" cy="32796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B39E7204-8F76-8D71-E030-11A81DE87360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6308497" y="2666323"/>
                <a:ext cx="65160" cy="36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2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84136551-4D57-62AA-94B5-A57AC8B07CE3}"/>
                  </a:ext>
                </a:extLst>
              </p14:cNvPr>
              <p14:cNvContentPartPr/>
              <p14:nvPr/>
            </p14:nvContentPartPr>
            <p14:xfrm>
              <a:off x="7510177" y="2705923"/>
              <a:ext cx="191160" cy="27360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84136551-4D57-62AA-94B5-A57AC8B07CE3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7492177" y="2687923"/>
                <a:ext cx="226800" cy="309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5" name="Group 114">
            <a:extLst>
              <a:ext uri="{FF2B5EF4-FFF2-40B4-BE49-F238E27FC236}">
                <a16:creationId xmlns:a16="http://schemas.microsoft.com/office/drawing/2014/main" id="{45CE91C6-6ED4-DA95-78F7-5B6909969286}"/>
              </a:ext>
            </a:extLst>
          </p:cNvPr>
          <p:cNvGrpSpPr/>
          <p:nvPr/>
        </p:nvGrpSpPr>
        <p:grpSpPr>
          <a:xfrm>
            <a:off x="8669377" y="2724643"/>
            <a:ext cx="595080" cy="523800"/>
            <a:chOff x="8669377" y="2724643"/>
            <a:chExt cx="595080" cy="52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EC7CAD04-3738-64F4-1BFE-0EDDDFEC3E12}"/>
                    </a:ext>
                  </a:extLst>
                </p14:cNvPr>
                <p14:cNvContentPartPr/>
                <p14:nvPr/>
              </p14:nvContentPartPr>
              <p14:xfrm>
                <a:off x="8669377" y="2843443"/>
                <a:ext cx="191880" cy="262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EC7CAD04-3738-64F4-1BFE-0EDDDFEC3E12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651737" y="2825803"/>
                  <a:ext cx="22752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2FC2C6F5-D167-69DD-FFCD-057F29FBEBCE}"/>
                    </a:ext>
                  </a:extLst>
                </p14:cNvPr>
                <p14:cNvContentPartPr/>
                <p14:nvPr/>
              </p14:nvContentPartPr>
              <p14:xfrm>
                <a:off x="8985097" y="2724643"/>
                <a:ext cx="33480" cy="2062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2FC2C6F5-D167-69DD-FFCD-057F29FBEBCE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967097" y="2706643"/>
                  <a:ext cx="6912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BC9419F8-CC7D-7B12-7B90-27B67C77997A}"/>
                    </a:ext>
                  </a:extLst>
                </p14:cNvPr>
                <p14:cNvContentPartPr/>
                <p14:nvPr/>
              </p14:nvContentPartPr>
              <p14:xfrm>
                <a:off x="8985817" y="2881963"/>
                <a:ext cx="132480" cy="18504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BC9419F8-CC7D-7B12-7B90-27B67C77997A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968177" y="2863963"/>
                  <a:ext cx="16812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0E83E9DE-FD65-14DD-95A1-E8DD36BFE461}"/>
                    </a:ext>
                  </a:extLst>
                </p14:cNvPr>
                <p14:cNvContentPartPr/>
                <p14:nvPr/>
              </p14:nvContentPartPr>
              <p14:xfrm>
                <a:off x="9162937" y="3029563"/>
                <a:ext cx="101520" cy="21888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0E83E9DE-FD65-14DD-95A1-E8DD36BFE461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145297" y="3011923"/>
                  <a:ext cx="137160" cy="254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2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85E60127-B5CC-1A6B-4839-9C7E4CF6AD39}"/>
                  </a:ext>
                </a:extLst>
              </p14:cNvPr>
              <p14:cNvContentPartPr/>
              <p14:nvPr/>
            </p14:nvContentPartPr>
            <p14:xfrm>
              <a:off x="10226737" y="2760283"/>
              <a:ext cx="208080" cy="271800"/>
            </p14:xfrm>
          </p:contentPart>
        </mc:Choice>
        <mc:Fallback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85E60127-B5CC-1A6B-4839-9C7E4CF6AD39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10208737" y="2742283"/>
                <a:ext cx="243720" cy="307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1" name="Group 120">
            <a:extLst>
              <a:ext uri="{FF2B5EF4-FFF2-40B4-BE49-F238E27FC236}">
                <a16:creationId xmlns:a16="http://schemas.microsoft.com/office/drawing/2014/main" id="{9ADDA391-FA8C-E33C-5E81-F0206B8D2BAB}"/>
              </a:ext>
            </a:extLst>
          </p:cNvPr>
          <p:cNvGrpSpPr/>
          <p:nvPr/>
        </p:nvGrpSpPr>
        <p:grpSpPr>
          <a:xfrm>
            <a:off x="11195137" y="2676403"/>
            <a:ext cx="404640" cy="576000"/>
            <a:chOff x="11195137" y="2676403"/>
            <a:chExt cx="404640" cy="57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3337D035-82AF-46EE-ED6B-6266FE372863}"/>
                    </a:ext>
                  </a:extLst>
                </p14:cNvPr>
                <p14:cNvContentPartPr/>
                <p14:nvPr/>
              </p14:nvContentPartPr>
              <p14:xfrm>
                <a:off x="11239057" y="2676403"/>
                <a:ext cx="57240" cy="22104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3337D035-82AF-46EE-ED6B-6266FE372863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1221417" y="2658403"/>
                  <a:ext cx="9288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C1EADBCC-8585-A02A-F071-CC8E32CF2E02}"/>
                    </a:ext>
                  </a:extLst>
                </p14:cNvPr>
                <p14:cNvContentPartPr/>
                <p14:nvPr/>
              </p14:nvContentPartPr>
              <p14:xfrm>
                <a:off x="11195137" y="2826883"/>
                <a:ext cx="215640" cy="29844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C1EADBCC-8585-A02A-F071-CC8E32CF2E02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1177137" y="2809243"/>
                  <a:ext cx="25128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7E298BC3-A57E-803E-493D-553F68DD63A7}"/>
                    </a:ext>
                  </a:extLst>
                </p14:cNvPr>
                <p14:cNvContentPartPr/>
                <p14:nvPr/>
              </p14:nvContentPartPr>
              <p14:xfrm>
                <a:off x="11435257" y="2996083"/>
                <a:ext cx="164520" cy="25632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7E298BC3-A57E-803E-493D-553F68DD63A7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1417617" y="2978443"/>
                  <a:ext cx="200160" cy="291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0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79539155-BFF5-AA40-1ED2-E359167A343F}"/>
                  </a:ext>
                </a:extLst>
              </p14:cNvPr>
              <p14:cNvContentPartPr/>
              <p14:nvPr/>
            </p14:nvContentPartPr>
            <p14:xfrm>
              <a:off x="11880937" y="3304243"/>
              <a:ext cx="4320" cy="2160"/>
            </p14:xfrm>
          </p:contentPart>
        </mc:Choice>
        <mc:Fallback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79539155-BFF5-AA40-1ED2-E359167A343F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11863297" y="3286243"/>
                <a:ext cx="39960" cy="37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3" name="Group 132">
            <a:extLst>
              <a:ext uri="{FF2B5EF4-FFF2-40B4-BE49-F238E27FC236}">
                <a16:creationId xmlns:a16="http://schemas.microsoft.com/office/drawing/2014/main" id="{D9A3B903-2B6C-464D-4B94-E11AE6AFC76D}"/>
              </a:ext>
            </a:extLst>
          </p:cNvPr>
          <p:cNvGrpSpPr/>
          <p:nvPr/>
        </p:nvGrpSpPr>
        <p:grpSpPr>
          <a:xfrm>
            <a:off x="266257" y="4248523"/>
            <a:ext cx="1323360" cy="955080"/>
            <a:chOff x="266257" y="4248523"/>
            <a:chExt cx="1323360" cy="95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80878F1B-6C20-13ED-3EEE-CDBC5F35CAAA}"/>
                    </a:ext>
                  </a:extLst>
                </p14:cNvPr>
                <p14:cNvContentPartPr/>
                <p14:nvPr/>
              </p14:nvContentPartPr>
              <p14:xfrm>
                <a:off x="285697" y="4397203"/>
                <a:ext cx="12240" cy="2883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80878F1B-6C20-13ED-3EEE-CDBC5F35CAAA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68057" y="4379203"/>
                  <a:ext cx="4788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8AC3BA90-DEF2-C39E-4E50-D0B78C1CC11D}"/>
                    </a:ext>
                  </a:extLst>
                </p14:cNvPr>
                <p14:cNvContentPartPr/>
                <p14:nvPr/>
              </p14:nvContentPartPr>
              <p14:xfrm>
                <a:off x="266257" y="4321963"/>
                <a:ext cx="192960" cy="35424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8AC3BA90-DEF2-C39E-4E50-D0B78C1CC11D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48257" y="4303963"/>
                  <a:ext cx="228600" cy="38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5300CB2D-8BBD-E517-2046-C62B74CCFF7C}"/>
                    </a:ext>
                  </a:extLst>
                </p14:cNvPr>
                <p14:cNvContentPartPr/>
                <p14:nvPr/>
              </p14:nvContentPartPr>
              <p14:xfrm>
                <a:off x="504577" y="4654963"/>
                <a:ext cx="251640" cy="21816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5300CB2D-8BBD-E517-2046-C62B74CCFF7C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86937" y="4637323"/>
                  <a:ext cx="28728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45F22566-7CC0-395F-D2A5-B6B445DF9303}"/>
                    </a:ext>
                  </a:extLst>
                </p14:cNvPr>
                <p14:cNvContentPartPr/>
                <p14:nvPr/>
              </p14:nvContentPartPr>
              <p14:xfrm>
                <a:off x="695377" y="4497643"/>
                <a:ext cx="109080" cy="1872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45F22566-7CC0-395F-D2A5-B6B445DF9303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77737" y="4480003"/>
                  <a:ext cx="14472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B2DF4959-B123-A5B2-B84D-312E423D223A}"/>
                    </a:ext>
                  </a:extLst>
                </p14:cNvPr>
                <p14:cNvContentPartPr/>
                <p14:nvPr/>
              </p14:nvContentPartPr>
              <p14:xfrm>
                <a:off x="1016497" y="4248523"/>
                <a:ext cx="9720" cy="37224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B2DF4959-B123-A5B2-B84D-312E423D223A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998857" y="4230523"/>
                  <a:ext cx="45360" cy="40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64D48A2C-D1A6-E320-DA64-9084862A59EB}"/>
                    </a:ext>
                  </a:extLst>
                </p14:cNvPr>
                <p14:cNvContentPartPr/>
                <p14:nvPr/>
              </p14:nvContentPartPr>
              <p14:xfrm>
                <a:off x="823537" y="4791763"/>
                <a:ext cx="271440" cy="810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64D48A2C-D1A6-E320-DA64-9084862A59EB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05897" y="4774123"/>
                  <a:ext cx="30708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48056DFD-94C6-B879-575F-04DF06294E09}"/>
                    </a:ext>
                  </a:extLst>
                </p14:cNvPr>
                <p14:cNvContentPartPr/>
                <p14:nvPr/>
              </p14:nvContentPartPr>
              <p14:xfrm>
                <a:off x="993097" y="4915603"/>
                <a:ext cx="109800" cy="28800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48056DFD-94C6-B879-575F-04DF06294E09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75097" y="4897963"/>
                  <a:ext cx="14544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39F8E30F-4F14-7744-38A0-378DF454B685}"/>
                    </a:ext>
                  </a:extLst>
                </p14:cNvPr>
                <p14:cNvContentPartPr/>
                <p14:nvPr/>
              </p14:nvContentPartPr>
              <p14:xfrm>
                <a:off x="1233577" y="4608523"/>
                <a:ext cx="9360" cy="28080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39F8E30F-4F14-7744-38A0-378DF454B685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215937" y="4590523"/>
                  <a:ext cx="4500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D008BC89-9A4B-222F-2A02-A704B6B4D245}"/>
                    </a:ext>
                  </a:extLst>
                </p14:cNvPr>
                <p14:cNvContentPartPr/>
                <p14:nvPr/>
              </p14:nvContentPartPr>
              <p14:xfrm>
                <a:off x="1224577" y="4528243"/>
                <a:ext cx="195120" cy="31896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D008BC89-9A4B-222F-2A02-A704B6B4D245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206937" y="4510603"/>
                  <a:ext cx="23076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21061588-2576-2737-8E5A-2DF73D5B11CC}"/>
                    </a:ext>
                  </a:extLst>
                </p14:cNvPr>
                <p14:cNvContentPartPr/>
                <p14:nvPr/>
              </p14:nvContentPartPr>
              <p14:xfrm>
                <a:off x="1570897" y="4760083"/>
                <a:ext cx="18720" cy="18828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21061588-2576-2737-8E5A-2DF73D5B11CC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552897" y="4742443"/>
                  <a:ext cx="54360" cy="22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4BFCA177-0E90-2C74-EB87-6EB5DE36A5CA}"/>
              </a:ext>
            </a:extLst>
          </p:cNvPr>
          <p:cNvGrpSpPr/>
          <p:nvPr/>
        </p:nvGrpSpPr>
        <p:grpSpPr>
          <a:xfrm>
            <a:off x="2486377" y="4342843"/>
            <a:ext cx="284040" cy="404640"/>
            <a:chOff x="2486377" y="4342843"/>
            <a:chExt cx="284040" cy="40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C78817FD-2497-3AE3-9EA7-1F4C2D8F5094}"/>
                    </a:ext>
                  </a:extLst>
                </p14:cNvPr>
                <p14:cNvContentPartPr/>
                <p14:nvPr/>
              </p14:nvContentPartPr>
              <p14:xfrm>
                <a:off x="2508697" y="4357243"/>
                <a:ext cx="46440" cy="5760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C78817FD-2497-3AE3-9EA7-1F4C2D8F5094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491057" y="4339243"/>
                  <a:ext cx="8208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9A83842D-F690-95B1-243F-5AC846218777}"/>
                    </a:ext>
                  </a:extLst>
                </p14:cNvPr>
                <p14:cNvContentPartPr/>
                <p14:nvPr/>
              </p14:nvContentPartPr>
              <p14:xfrm>
                <a:off x="2486377" y="4342843"/>
                <a:ext cx="180000" cy="32004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9A83842D-F690-95B1-243F-5AC846218777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2468377" y="4324843"/>
                  <a:ext cx="21564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233D0C6F-6283-92D7-FD4B-3AE9BB8DA9E1}"/>
                    </a:ext>
                  </a:extLst>
                </p14:cNvPr>
                <p14:cNvContentPartPr/>
                <p14:nvPr/>
              </p14:nvContentPartPr>
              <p14:xfrm>
                <a:off x="2724697" y="4571803"/>
                <a:ext cx="45720" cy="17568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233D0C6F-6283-92D7-FD4B-3AE9BB8DA9E1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707057" y="4553803"/>
                  <a:ext cx="81360" cy="211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8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425E6F8B-D988-8B9D-0C0C-C98720E25627}"/>
                  </a:ext>
                </a:extLst>
              </p14:cNvPr>
              <p14:cNvContentPartPr/>
              <p14:nvPr/>
            </p14:nvContentPartPr>
            <p14:xfrm>
              <a:off x="2532097" y="5031523"/>
              <a:ext cx="187920" cy="362880"/>
            </p14:xfrm>
          </p:contentPart>
        </mc:Choice>
        <mc:Fallback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425E6F8B-D988-8B9D-0C0C-C98720E25627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2514097" y="5013883"/>
                <a:ext cx="223560" cy="398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47" name="Group 146">
            <a:extLst>
              <a:ext uri="{FF2B5EF4-FFF2-40B4-BE49-F238E27FC236}">
                <a16:creationId xmlns:a16="http://schemas.microsoft.com/office/drawing/2014/main" id="{53443F3E-2A0C-1CED-E840-FAB0D3A2B38C}"/>
              </a:ext>
            </a:extLst>
          </p:cNvPr>
          <p:cNvGrpSpPr/>
          <p:nvPr/>
        </p:nvGrpSpPr>
        <p:grpSpPr>
          <a:xfrm>
            <a:off x="3578257" y="4338163"/>
            <a:ext cx="774000" cy="394560"/>
            <a:chOff x="3578257" y="4338163"/>
            <a:chExt cx="774000" cy="39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34A0723D-BE25-A311-CA76-A83D8AAC5C91}"/>
                    </a:ext>
                  </a:extLst>
                </p14:cNvPr>
                <p14:cNvContentPartPr/>
                <p14:nvPr/>
              </p14:nvContentPartPr>
              <p14:xfrm>
                <a:off x="3578257" y="4379563"/>
                <a:ext cx="164880" cy="22428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34A0723D-BE25-A311-CA76-A83D8AAC5C91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3560617" y="4361923"/>
                  <a:ext cx="20052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2BBC4973-A7CD-78BF-B83F-DDF546033F7F}"/>
                    </a:ext>
                  </a:extLst>
                </p14:cNvPr>
                <p14:cNvContentPartPr/>
                <p14:nvPr/>
              </p14:nvContentPartPr>
              <p14:xfrm>
                <a:off x="3839257" y="4403323"/>
                <a:ext cx="11520" cy="16308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2BBC4973-A7CD-78BF-B83F-DDF546033F7F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3821257" y="4385323"/>
                  <a:ext cx="4716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E4D78341-917A-8EDD-A25D-E46FB7052070}"/>
                    </a:ext>
                  </a:extLst>
                </p14:cNvPr>
                <p14:cNvContentPartPr/>
                <p14:nvPr/>
              </p14:nvContentPartPr>
              <p14:xfrm>
                <a:off x="3883897" y="4338163"/>
                <a:ext cx="120960" cy="33768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E4D78341-917A-8EDD-A25D-E46FB7052070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866257" y="4320163"/>
                  <a:ext cx="15660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127676E7-D6D9-1A25-C2EC-B411F514C222}"/>
                    </a:ext>
                  </a:extLst>
                </p14:cNvPr>
                <p14:cNvContentPartPr/>
                <p14:nvPr/>
              </p14:nvContentPartPr>
              <p14:xfrm>
                <a:off x="4063897" y="4533283"/>
                <a:ext cx="32400" cy="19944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127676E7-D6D9-1A25-C2EC-B411F514C222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4046257" y="4515643"/>
                  <a:ext cx="6804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8789D6CE-9EA4-3AB4-997F-A858D15D0F0F}"/>
                    </a:ext>
                  </a:extLst>
                </p14:cNvPr>
                <p14:cNvContentPartPr/>
                <p14:nvPr/>
              </p14:nvContentPartPr>
              <p14:xfrm>
                <a:off x="4171537" y="4489363"/>
                <a:ext cx="180720" cy="20376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8789D6CE-9EA4-3AB4-997F-A858D15D0F0F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4153897" y="4471363"/>
                  <a:ext cx="216360" cy="239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0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0EB38597-B589-B74C-4899-EDCECBBE86ED}"/>
                  </a:ext>
                </a:extLst>
              </p14:cNvPr>
              <p14:cNvContentPartPr/>
              <p14:nvPr/>
            </p14:nvContentPartPr>
            <p14:xfrm>
              <a:off x="5074057" y="4348243"/>
              <a:ext cx="7560" cy="225720"/>
            </p14:xfrm>
          </p:contentPart>
        </mc:Choice>
        <mc:Fallback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0EB38597-B589-B74C-4899-EDCECBBE86ED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5056057" y="4330243"/>
                <a:ext cx="43200" cy="26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2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2D018871-F7F2-4234-B998-1766A183AEFD}"/>
                  </a:ext>
                </a:extLst>
              </p14:cNvPr>
              <p14:cNvContentPartPr/>
              <p14:nvPr/>
            </p14:nvContentPartPr>
            <p14:xfrm>
              <a:off x="5948137" y="4288843"/>
              <a:ext cx="207720" cy="227520"/>
            </p14:xfrm>
          </p:contentPart>
        </mc:Choice>
        <mc:Fallback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2D018871-F7F2-4234-B998-1766A183AEFD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5930497" y="4271203"/>
                <a:ext cx="243360" cy="263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0" name="Group 159">
            <a:extLst>
              <a:ext uri="{FF2B5EF4-FFF2-40B4-BE49-F238E27FC236}">
                <a16:creationId xmlns:a16="http://schemas.microsoft.com/office/drawing/2014/main" id="{1C906D26-8899-BA0B-E979-ACBC868E0C12}"/>
              </a:ext>
            </a:extLst>
          </p:cNvPr>
          <p:cNvGrpSpPr/>
          <p:nvPr/>
        </p:nvGrpSpPr>
        <p:grpSpPr>
          <a:xfrm>
            <a:off x="6850297" y="4103443"/>
            <a:ext cx="792000" cy="466560"/>
            <a:chOff x="6850297" y="4103443"/>
            <a:chExt cx="792000" cy="46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E74059CD-4CAD-7E08-DC63-6E558A78CF0E}"/>
                    </a:ext>
                  </a:extLst>
                </p14:cNvPr>
                <p14:cNvContentPartPr/>
                <p14:nvPr/>
              </p14:nvContentPartPr>
              <p14:xfrm>
                <a:off x="6850297" y="4207123"/>
                <a:ext cx="162360" cy="2592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E74059CD-4CAD-7E08-DC63-6E558A78CF0E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6832297" y="4189483"/>
                  <a:ext cx="19800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194C79A6-731C-60C0-52A2-FD4269BC07D9}"/>
                    </a:ext>
                  </a:extLst>
                </p14:cNvPr>
                <p14:cNvContentPartPr/>
                <p14:nvPr/>
              </p14:nvContentPartPr>
              <p14:xfrm>
                <a:off x="7093297" y="4103443"/>
                <a:ext cx="115200" cy="31032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194C79A6-731C-60C0-52A2-FD4269BC07D9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075657" y="4085803"/>
                  <a:ext cx="15084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4D4ACB0A-03E2-9329-2F15-161394DC18F7}"/>
                    </a:ext>
                  </a:extLst>
                </p14:cNvPr>
                <p14:cNvContentPartPr/>
                <p14:nvPr/>
              </p14:nvContentPartPr>
              <p14:xfrm>
                <a:off x="7237297" y="4267603"/>
                <a:ext cx="86760" cy="24228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4D4ACB0A-03E2-9329-2F15-161394DC18F7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7219297" y="4249603"/>
                  <a:ext cx="12240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09E94F4D-5E81-E613-B87A-1B405FB8EA27}"/>
                    </a:ext>
                  </a:extLst>
                </p14:cNvPr>
                <p14:cNvContentPartPr/>
                <p14:nvPr/>
              </p14:nvContentPartPr>
              <p14:xfrm>
                <a:off x="7363657" y="4408723"/>
                <a:ext cx="30600" cy="12456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09E94F4D-5E81-E613-B87A-1B405FB8EA27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7345657" y="4391083"/>
                  <a:ext cx="6624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FDA9525E-57FC-A451-0ED5-49A8589426EA}"/>
                    </a:ext>
                  </a:extLst>
                </p14:cNvPr>
                <p14:cNvContentPartPr/>
                <p14:nvPr/>
              </p14:nvContentPartPr>
              <p14:xfrm>
                <a:off x="7434577" y="4352203"/>
                <a:ext cx="207720" cy="21780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FDA9525E-57FC-A451-0ED5-49A8589426EA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7416577" y="4334563"/>
                  <a:ext cx="243360" cy="25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F7A8EC9D-A7C6-2396-0802-6800C7674393}"/>
              </a:ext>
            </a:extLst>
          </p:cNvPr>
          <p:cNvGrpSpPr/>
          <p:nvPr/>
        </p:nvGrpSpPr>
        <p:grpSpPr>
          <a:xfrm>
            <a:off x="8377057" y="4063483"/>
            <a:ext cx="436680" cy="489960"/>
            <a:chOff x="8377057" y="4063483"/>
            <a:chExt cx="436680" cy="48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B68B05F8-62F3-3728-ADC2-5FA452045D4C}"/>
                    </a:ext>
                  </a:extLst>
                </p14:cNvPr>
                <p14:cNvContentPartPr/>
                <p14:nvPr/>
              </p14:nvContentPartPr>
              <p14:xfrm>
                <a:off x="8377057" y="4063483"/>
                <a:ext cx="16200" cy="19764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B68B05F8-62F3-3728-ADC2-5FA452045D4C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8359417" y="4045843"/>
                  <a:ext cx="5184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EE5A272E-AD27-C005-ECF9-BE9E0FF93659}"/>
                    </a:ext>
                  </a:extLst>
                </p14:cNvPr>
                <p14:cNvContentPartPr/>
                <p14:nvPr/>
              </p14:nvContentPartPr>
              <p14:xfrm>
                <a:off x="8386057" y="4162123"/>
                <a:ext cx="120240" cy="23328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EE5A272E-AD27-C005-ECF9-BE9E0FF93659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8368057" y="4144123"/>
                  <a:ext cx="15588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0DF80F2A-F7F1-09CA-1704-946CBE044314}"/>
                    </a:ext>
                  </a:extLst>
                </p14:cNvPr>
                <p14:cNvContentPartPr/>
                <p14:nvPr/>
              </p14:nvContentPartPr>
              <p14:xfrm>
                <a:off x="8529337" y="4332403"/>
                <a:ext cx="24480" cy="17388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0DF80F2A-F7F1-09CA-1704-946CBE044314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8511697" y="4314403"/>
                  <a:ext cx="6012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56429261-5C67-146E-F1B8-348FCF882777}"/>
                    </a:ext>
                  </a:extLst>
                </p14:cNvPr>
                <p14:cNvContentPartPr/>
                <p14:nvPr/>
              </p14:nvContentPartPr>
              <p14:xfrm>
                <a:off x="8662537" y="4323763"/>
                <a:ext cx="151200" cy="22968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56429261-5C67-146E-F1B8-348FCF882777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8644897" y="4305763"/>
                  <a:ext cx="186840" cy="26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B9685DCC-B444-4AFE-CA42-6B52B8D3948A}"/>
              </a:ext>
            </a:extLst>
          </p:cNvPr>
          <p:cNvGrpSpPr/>
          <p:nvPr/>
        </p:nvGrpSpPr>
        <p:grpSpPr>
          <a:xfrm>
            <a:off x="9380737" y="4122883"/>
            <a:ext cx="655560" cy="482760"/>
            <a:chOff x="9380737" y="4122883"/>
            <a:chExt cx="655560" cy="48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5A6B31F7-7F5F-EF0C-C154-D763921F732B}"/>
                    </a:ext>
                  </a:extLst>
                </p14:cNvPr>
                <p14:cNvContentPartPr/>
                <p14:nvPr/>
              </p14:nvContentPartPr>
              <p14:xfrm>
                <a:off x="9380737" y="4122883"/>
                <a:ext cx="232200" cy="28512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5A6B31F7-7F5F-EF0C-C154-D763921F732B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9363097" y="4104883"/>
                  <a:ext cx="26784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34901184-FC8A-1026-31F8-CC5BC97E39A2}"/>
                    </a:ext>
                  </a:extLst>
                </p14:cNvPr>
                <p14:cNvContentPartPr/>
                <p14:nvPr/>
              </p14:nvContentPartPr>
              <p14:xfrm>
                <a:off x="9622657" y="4230883"/>
                <a:ext cx="109440" cy="24300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34901184-FC8A-1026-31F8-CC5BC97E39A2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9605017" y="4213243"/>
                  <a:ext cx="14508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ED91547F-9D8C-E222-3974-12F48EF4172F}"/>
                    </a:ext>
                  </a:extLst>
                </p14:cNvPr>
                <p14:cNvContentPartPr/>
                <p14:nvPr/>
              </p14:nvContentPartPr>
              <p14:xfrm>
                <a:off x="9718417" y="4393603"/>
                <a:ext cx="28080" cy="21204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ED91547F-9D8C-E222-3974-12F48EF4172F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9700777" y="4375963"/>
                  <a:ext cx="6372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1145F3F5-A79F-463D-0A08-94630E6BD582}"/>
                    </a:ext>
                  </a:extLst>
                </p14:cNvPr>
                <p14:cNvContentPartPr/>
                <p14:nvPr/>
              </p14:nvContentPartPr>
              <p14:xfrm>
                <a:off x="9875017" y="4399003"/>
                <a:ext cx="161280" cy="17856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1145F3F5-A79F-463D-0A08-94630E6BD582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9857377" y="4381363"/>
                  <a:ext cx="196920" cy="21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9873BF71-958B-B483-593B-2231ED4356AB}"/>
              </a:ext>
            </a:extLst>
          </p:cNvPr>
          <p:cNvGrpSpPr/>
          <p:nvPr/>
        </p:nvGrpSpPr>
        <p:grpSpPr>
          <a:xfrm>
            <a:off x="10647937" y="4075003"/>
            <a:ext cx="715680" cy="467280"/>
            <a:chOff x="10647937" y="4075003"/>
            <a:chExt cx="715680" cy="46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AB1D67C9-8BE1-4F75-219B-5AF8EA5ADDBB}"/>
                    </a:ext>
                  </a:extLst>
                </p14:cNvPr>
                <p14:cNvContentPartPr/>
                <p14:nvPr/>
              </p14:nvContentPartPr>
              <p14:xfrm>
                <a:off x="10647937" y="4182643"/>
                <a:ext cx="106560" cy="4212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AB1D67C9-8BE1-4F75-219B-5AF8EA5ADDBB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0630297" y="4165003"/>
                  <a:ext cx="14220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0DF25632-86D3-AEB1-171D-B91E82149151}"/>
                    </a:ext>
                  </a:extLst>
                </p14:cNvPr>
                <p14:cNvContentPartPr/>
                <p14:nvPr/>
              </p14:nvContentPartPr>
              <p14:xfrm>
                <a:off x="10843777" y="4075003"/>
                <a:ext cx="25560" cy="23292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0DF25632-86D3-AEB1-171D-B91E82149151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0826137" y="4057003"/>
                  <a:ext cx="6120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8E93B6D0-F20B-AEFE-89AD-277956330383}"/>
                    </a:ext>
                  </a:extLst>
                </p14:cNvPr>
                <p14:cNvContentPartPr/>
                <p14:nvPr/>
              </p14:nvContentPartPr>
              <p14:xfrm>
                <a:off x="10875817" y="4205323"/>
                <a:ext cx="144000" cy="23508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8E93B6D0-F20B-AEFE-89AD-277956330383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0857817" y="4187683"/>
                  <a:ext cx="17964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68E895A0-8147-5EF1-40FC-187924FA4668}"/>
                    </a:ext>
                  </a:extLst>
                </p14:cNvPr>
                <p14:cNvContentPartPr/>
                <p14:nvPr/>
              </p14:nvContentPartPr>
              <p14:xfrm>
                <a:off x="11026657" y="4340323"/>
                <a:ext cx="20880" cy="17244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68E895A0-8147-5EF1-40FC-187924FA4668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1008657" y="4322683"/>
                  <a:ext cx="5652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EEB7A509-041B-77CD-3AC1-833424CCFE4D}"/>
                    </a:ext>
                  </a:extLst>
                </p14:cNvPr>
                <p14:cNvContentPartPr/>
                <p14:nvPr/>
              </p14:nvContentPartPr>
              <p14:xfrm>
                <a:off x="11180017" y="4319443"/>
                <a:ext cx="183600" cy="22284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EEB7A509-041B-77CD-3AC1-833424CCFE4D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1162377" y="4301443"/>
                  <a:ext cx="219240" cy="258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0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C099555B-4418-D9D4-799E-62585487E505}"/>
                  </a:ext>
                </a:extLst>
              </p14:cNvPr>
              <p14:cNvContentPartPr/>
              <p14:nvPr/>
            </p14:nvContentPartPr>
            <p14:xfrm>
              <a:off x="2878777" y="5457403"/>
              <a:ext cx="363240" cy="175320"/>
            </p14:xfrm>
          </p:contentPart>
        </mc:Choice>
        <mc:Fallback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C099555B-4418-D9D4-799E-62585487E505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2860777" y="5439763"/>
                <a:ext cx="398880" cy="210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94" name="Group 193">
            <a:extLst>
              <a:ext uri="{FF2B5EF4-FFF2-40B4-BE49-F238E27FC236}">
                <a16:creationId xmlns:a16="http://schemas.microsoft.com/office/drawing/2014/main" id="{103BD2D3-2264-F7C6-D2E3-0CD4E5C1B299}"/>
              </a:ext>
            </a:extLst>
          </p:cNvPr>
          <p:cNvGrpSpPr/>
          <p:nvPr/>
        </p:nvGrpSpPr>
        <p:grpSpPr>
          <a:xfrm>
            <a:off x="3742777" y="5089123"/>
            <a:ext cx="705600" cy="500040"/>
            <a:chOff x="3742777" y="5089123"/>
            <a:chExt cx="705600" cy="50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6E92C626-823B-A600-D749-B503B9C2503D}"/>
                    </a:ext>
                  </a:extLst>
                </p14:cNvPr>
                <p14:cNvContentPartPr/>
                <p14:nvPr/>
              </p14:nvContentPartPr>
              <p14:xfrm>
                <a:off x="3742777" y="5089123"/>
                <a:ext cx="17280" cy="15768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6E92C626-823B-A600-D749-B503B9C2503D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3725137" y="5071483"/>
                  <a:ext cx="5292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A07A4725-47C5-99D4-795B-FA9796237032}"/>
                    </a:ext>
                  </a:extLst>
                </p14:cNvPr>
                <p14:cNvContentPartPr/>
                <p14:nvPr/>
              </p14:nvContentPartPr>
              <p14:xfrm>
                <a:off x="3898297" y="5120443"/>
                <a:ext cx="105120" cy="14796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A07A4725-47C5-99D4-795B-FA9796237032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3880297" y="5102443"/>
                  <a:ext cx="14076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3FBF9E32-DDB8-6F79-85E9-529F8C6FC10C}"/>
                    </a:ext>
                  </a:extLst>
                </p14:cNvPr>
                <p14:cNvContentPartPr/>
                <p14:nvPr/>
              </p14:nvContentPartPr>
              <p14:xfrm>
                <a:off x="4033297" y="5158603"/>
                <a:ext cx="87840" cy="32364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3FBF9E32-DDB8-6F79-85E9-529F8C6FC10C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4015297" y="5140963"/>
                  <a:ext cx="12348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17B84875-EEB0-C2FB-2098-698061D5751B}"/>
                    </a:ext>
                  </a:extLst>
                </p14:cNvPr>
                <p14:cNvContentPartPr/>
                <p14:nvPr/>
              </p14:nvContentPartPr>
              <p14:xfrm>
                <a:off x="4183417" y="5343643"/>
                <a:ext cx="21600" cy="16560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17B84875-EEB0-C2FB-2098-698061D5751B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4165777" y="5325643"/>
                  <a:ext cx="5724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48502D05-42A2-986B-8AE2-7416BDDF4D6B}"/>
                    </a:ext>
                  </a:extLst>
                </p14:cNvPr>
                <p14:cNvContentPartPr/>
                <p14:nvPr/>
              </p14:nvContentPartPr>
              <p14:xfrm>
                <a:off x="4255777" y="5303683"/>
                <a:ext cx="192600" cy="28548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48502D05-42A2-986B-8AE2-7416BDDF4D6B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4238137" y="5286043"/>
                  <a:ext cx="228240" cy="32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2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7CF53903-EDE4-065D-F346-425A52AAC548}"/>
                  </a:ext>
                </a:extLst>
              </p14:cNvPr>
              <p14:cNvContentPartPr/>
              <p14:nvPr/>
            </p14:nvContentPartPr>
            <p14:xfrm>
              <a:off x="5078017" y="4964923"/>
              <a:ext cx="229680" cy="244440"/>
            </p14:xfrm>
          </p:contentPart>
        </mc:Choice>
        <mc:Fallback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7CF53903-EDE4-065D-F346-425A52AAC548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5060017" y="4947283"/>
                <a:ext cx="265320" cy="28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4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A89C1DE8-C392-F721-EDF7-2E92DB702000}"/>
                  </a:ext>
                </a:extLst>
              </p14:cNvPr>
              <p14:cNvContentPartPr/>
              <p14:nvPr/>
            </p14:nvContentPartPr>
            <p14:xfrm>
              <a:off x="5952097" y="4889323"/>
              <a:ext cx="10080" cy="254880"/>
            </p14:xfrm>
          </p:contentPart>
        </mc:Choice>
        <mc:Fallback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A89C1DE8-C392-F721-EDF7-2E92DB702000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5934097" y="4871323"/>
                <a:ext cx="45720" cy="290520"/>
              </a:xfrm>
              <a:prstGeom prst="rect">
                <a:avLst/>
              </a:prstGeom>
            </p:spPr>
          </p:pic>
        </mc:Fallback>
      </mc:AlternateContent>
      <p:grpSp>
        <p:nvGrpSpPr>
          <p:cNvPr id="207" name="Group 206">
            <a:extLst>
              <a:ext uri="{FF2B5EF4-FFF2-40B4-BE49-F238E27FC236}">
                <a16:creationId xmlns:a16="http://schemas.microsoft.com/office/drawing/2014/main" id="{CAB73EC2-EC51-0FA8-F914-8D757AE85A96}"/>
              </a:ext>
            </a:extLst>
          </p:cNvPr>
          <p:cNvGrpSpPr/>
          <p:nvPr/>
        </p:nvGrpSpPr>
        <p:grpSpPr>
          <a:xfrm>
            <a:off x="7143337" y="4777003"/>
            <a:ext cx="536040" cy="457560"/>
            <a:chOff x="7143337" y="4777003"/>
            <a:chExt cx="536040" cy="45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CC8B479C-F452-C677-11C3-C0BA28B01EE6}"/>
                    </a:ext>
                  </a:extLst>
                </p14:cNvPr>
                <p14:cNvContentPartPr/>
                <p14:nvPr/>
              </p14:nvContentPartPr>
              <p14:xfrm>
                <a:off x="7143337" y="4777003"/>
                <a:ext cx="25560" cy="22860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CC8B479C-F452-C677-11C3-C0BA28B01EE6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7125337" y="4759363"/>
                  <a:ext cx="6120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85F7FE41-0C25-142C-E90F-070732C93C81}"/>
                    </a:ext>
                  </a:extLst>
                </p14:cNvPr>
                <p14:cNvContentPartPr/>
                <p14:nvPr/>
              </p14:nvContentPartPr>
              <p14:xfrm>
                <a:off x="7150177" y="4893643"/>
                <a:ext cx="144360" cy="24084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85F7FE41-0C25-142C-E90F-070732C93C81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7132177" y="4875643"/>
                  <a:ext cx="18000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D7E73D6E-557D-2ED1-4899-43F13130CD84}"/>
                    </a:ext>
                  </a:extLst>
                </p14:cNvPr>
                <p14:cNvContentPartPr/>
                <p14:nvPr/>
              </p14:nvContentPartPr>
              <p14:xfrm>
                <a:off x="7354657" y="5018563"/>
                <a:ext cx="18360" cy="18576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D7E73D6E-557D-2ED1-4899-43F13130CD84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7336657" y="5000563"/>
                  <a:ext cx="5400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22F685DC-DA68-F835-C71E-C7E9D1359E02}"/>
                    </a:ext>
                  </a:extLst>
                </p14:cNvPr>
                <p14:cNvContentPartPr/>
                <p14:nvPr/>
              </p14:nvContentPartPr>
              <p14:xfrm>
                <a:off x="7467697" y="5008843"/>
                <a:ext cx="211680" cy="22572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22F685DC-DA68-F835-C71E-C7E9D1359E02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7449697" y="4991203"/>
                  <a:ext cx="247320" cy="26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C3A998A5-D232-7A06-9BDC-B6EB65DB40C1}"/>
              </a:ext>
            </a:extLst>
          </p:cNvPr>
          <p:cNvGrpSpPr/>
          <p:nvPr/>
        </p:nvGrpSpPr>
        <p:grpSpPr>
          <a:xfrm>
            <a:off x="8252857" y="4853323"/>
            <a:ext cx="808560" cy="438120"/>
            <a:chOff x="8252857" y="4853323"/>
            <a:chExt cx="808560" cy="43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2C969460-DCA8-1F94-3FB0-07C884C0FE55}"/>
                    </a:ext>
                  </a:extLst>
                </p14:cNvPr>
                <p14:cNvContentPartPr/>
                <p14:nvPr/>
              </p14:nvContentPartPr>
              <p14:xfrm>
                <a:off x="8252857" y="4912003"/>
                <a:ext cx="96480" cy="2160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2C969460-DCA8-1F94-3FB0-07C884C0FE55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8234857" y="4894003"/>
                  <a:ext cx="13212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757973A8-C9DF-27AE-19F9-3958D4CC2343}"/>
                    </a:ext>
                  </a:extLst>
                </p14:cNvPr>
                <p14:cNvContentPartPr/>
                <p14:nvPr/>
              </p14:nvContentPartPr>
              <p14:xfrm>
                <a:off x="8428177" y="4853323"/>
                <a:ext cx="204120" cy="20160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757973A8-C9DF-27AE-19F9-3958D4CC2343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8410537" y="4835323"/>
                  <a:ext cx="23976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6803397C-9E3A-575D-9A3E-9E0CBC808106}"/>
                    </a:ext>
                  </a:extLst>
                </p14:cNvPr>
                <p14:cNvContentPartPr/>
                <p14:nvPr/>
              </p14:nvContentPartPr>
              <p14:xfrm>
                <a:off x="8640937" y="4932523"/>
                <a:ext cx="117000" cy="25668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6803397C-9E3A-575D-9A3E-9E0CBC808106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8623297" y="4914883"/>
                  <a:ext cx="15264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807AC18A-415D-FB5B-5BE9-F34463E2C741}"/>
                    </a:ext>
                  </a:extLst>
                </p14:cNvPr>
                <p14:cNvContentPartPr/>
                <p14:nvPr/>
              </p14:nvContentPartPr>
              <p14:xfrm>
                <a:off x="8830297" y="5085883"/>
                <a:ext cx="25920" cy="15048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807AC18A-415D-FB5B-5BE9-F34463E2C741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8812657" y="5068243"/>
                  <a:ext cx="6156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63963601-A487-6FF3-F859-25BAD4DAF17D}"/>
                    </a:ext>
                  </a:extLst>
                </p14:cNvPr>
                <p14:cNvContentPartPr/>
                <p14:nvPr/>
              </p14:nvContentPartPr>
              <p14:xfrm>
                <a:off x="8850457" y="5038363"/>
                <a:ext cx="210960" cy="25308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63963601-A487-6FF3-F859-25BAD4DAF17D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8832817" y="5020723"/>
                  <a:ext cx="246600" cy="28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BE327428-FB02-F1F3-17DC-D3BE0A91AE30}"/>
              </a:ext>
            </a:extLst>
          </p:cNvPr>
          <p:cNvGrpSpPr/>
          <p:nvPr/>
        </p:nvGrpSpPr>
        <p:grpSpPr>
          <a:xfrm>
            <a:off x="9508897" y="4859803"/>
            <a:ext cx="768600" cy="497520"/>
            <a:chOff x="9508897" y="4859803"/>
            <a:chExt cx="768600" cy="49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6FE462BA-6D28-DA81-63FB-136F161E09D2}"/>
                    </a:ext>
                  </a:extLst>
                </p14:cNvPr>
                <p14:cNvContentPartPr/>
                <p14:nvPr/>
              </p14:nvContentPartPr>
              <p14:xfrm>
                <a:off x="9508897" y="4976083"/>
                <a:ext cx="156960" cy="1224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6FE462BA-6D28-DA81-63FB-136F161E09D2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9491257" y="4958443"/>
                  <a:ext cx="19260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187E0C70-2B43-AF3A-75C7-2D77EB81F2E9}"/>
                    </a:ext>
                  </a:extLst>
                </p14:cNvPr>
                <p14:cNvContentPartPr/>
                <p14:nvPr/>
              </p14:nvContentPartPr>
              <p14:xfrm>
                <a:off x="9776017" y="4859803"/>
                <a:ext cx="47160" cy="22824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187E0C70-2B43-AF3A-75C7-2D77EB81F2E9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9758017" y="4841803"/>
                  <a:ext cx="8280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A3A19C99-2BB1-5F40-AA4C-6B755DD62263}"/>
                    </a:ext>
                  </a:extLst>
                </p14:cNvPr>
                <p14:cNvContentPartPr/>
                <p14:nvPr/>
              </p14:nvContentPartPr>
              <p14:xfrm>
                <a:off x="9798337" y="4981123"/>
                <a:ext cx="167400" cy="25452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A3A19C99-2BB1-5F40-AA4C-6B755DD62263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9780337" y="4963483"/>
                  <a:ext cx="20304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7AE1C43E-782B-F8DA-894F-6E5D7BDAEDF9}"/>
                    </a:ext>
                  </a:extLst>
                </p14:cNvPr>
                <p14:cNvContentPartPr/>
                <p14:nvPr/>
              </p14:nvContentPartPr>
              <p14:xfrm>
                <a:off x="9969697" y="5156083"/>
                <a:ext cx="23760" cy="15372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7AE1C43E-782B-F8DA-894F-6E5D7BDAEDF9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9952057" y="5138083"/>
                  <a:ext cx="5940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361CADFD-A564-67C9-9860-BFB4A3714950}"/>
                    </a:ext>
                  </a:extLst>
                </p14:cNvPr>
                <p14:cNvContentPartPr/>
                <p14:nvPr/>
              </p14:nvContentPartPr>
              <p14:xfrm>
                <a:off x="10101457" y="5099203"/>
                <a:ext cx="176040" cy="25812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361CADFD-A564-67C9-9860-BFB4A3714950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0083457" y="5081203"/>
                  <a:ext cx="211680" cy="29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C06262A7-3B7B-27F4-333A-DB96F48BA25C}"/>
              </a:ext>
            </a:extLst>
          </p:cNvPr>
          <p:cNvGrpSpPr/>
          <p:nvPr/>
        </p:nvGrpSpPr>
        <p:grpSpPr>
          <a:xfrm>
            <a:off x="10825417" y="4954483"/>
            <a:ext cx="633960" cy="422640"/>
            <a:chOff x="10825417" y="4954483"/>
            <a:chExt cx="633960" cy="422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C4AC0268-29CD-4961-F95A-1C513034DCBD}"/>
                    </a:ext>
                  </a:extLst>
                </p14:cNvPr>
                <p14:cNvContentPartPr/>
                <p14:nvPr/>
              </p14:nvContentPartPr>
              <p14:xfrm>
                <a:off x="10825417" y="4954483"/>
                <a:ext cx="196200" cy="13248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C4AC0268-29CD-4961-F95A-1C513034DCBD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0807777" y="4936843"/>
                  <a:ext cx="23184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BA855AC9-8731-37A0-91EC-DB03DD53BA0C}"/>
                    </a:ext>
                  </a:extLst>
                </p14:cNvPr>
                <p14:cNvContentPartPr/>
                <p14:nvPr/>
              </p14:nvContentPartPr>
              <p14:xfrm>
                <a:off x="11099737" y="4991203"/>
                <a:ext cx="66960" cy="24156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BA855AC9-8731-37A0-91EC-DB03DD53BA0C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1082097" y="4973563"/>
                  <a:ext cx="10260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2D1EAE4F-5B3C-9CAA-71D7-DBFD41DBC016}"/>
                    </a:ext>
                  </a:extLst>
                </p14:cNvPr>
                <p14:cNvContentPartPr/>
                <p14:nvPr/>
              </p14:nvContentPartPr>
              <p14:xfrm>
                <a:off x="11235817" y="5120803"/>
                <a:ext cx="24480" cy="17784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2D1EAE4F-5B3C-9CAA-71D7-DBFD41DBC016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1218177" y="5102803"/>
                  <a:ext cx="6012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D938D8D5-151E-D3DD-FE30-F785CC7042B2}"/>
                    </a:ext>
                  </a:extLst>
                </p14:cNvPr>
                <p14:cNvContentPartPr/>
                <p14:nvPr/>
              </p14:nvContentPartPr>
              <p14:xfrm>
                <a:off x="11276497" y="5113963"/>
                <a:ext cx="182880" cy="26316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D938D8D5-151E-D3DD-FE30-F785CC7042B2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1258497" y="5096323"/>
                  <a:ext cx="218520" cy="298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32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3E2174D3-2662-FFF2-C47D-3AB4D4E4ABE2}"/>
                  </a:ext>
                </a:extLst>
              </p14:cNvPr>
              <p14:cNvContentPartPr/>
              <p14:nvPr/>
            </p14:nvContentPartPr>
            <p14:xfrm>
              <a:off x="11655217" y="5334643"/>
              <a:ext cx="14400" cy="5400"/>
            </p14:xfrm>
          </p:contentPart>
        </mc:Choice>
        <mc:Fallback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3E2174D3-2662-FFF2-C47D-3AB4D4E4ABE2}"/>
                  </a:ext>
                </a:extLst>
              </p:cNvPr>
              <p:cNvPicPr/>
              <p:nvPr/>
            </p:nvPicPr>
            <p:blipFill>
              <a:blip r:embed="rId333"/>
              <a:stretch>
                <a:fillRect/>
              </a:stretch>
            </p:blipFill>
            <p:spPr>
              <a:xfrm>
                <a:off x="11637217" y="5317003"/>
                <a:ext cx="50040" cy="41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923710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8A8D124-9E39-3925-0225-DA45F1BA3147}"/>
                  </a:ext>
                </a:extLst>
              </p14:cNvPr>
              <p14:cNvContentPartPr/>
              <p14:nvPr/>
            </p14:nvContentPartPr>
            <p14:xfrm>
              <a:off x="888287" y="287662"/>
              <a:ext cx="154440" cy="2008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8A8D124-9E39-3925-0225-DA45F1BA314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70287" y="269662"/>
                <a:ext cx="190080" cy="23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1A1BF05-4B59-774C-FDFC-D9FE272352C8}"/>
                  </a:ext>
                </a:extLst>
              </p14:cNvPr>
              <p14:cNvContentPartPr/>
              <p14:nvPr/>
            </p14:nvContentPartPr>
            <p14:xfrm>
              <a:off x="1127687" y="409342"/>
              <a:ext cx="25560" cy="1767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1A1BF05-4B59-774C-FDFC-D9FE272352C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09687" y="391342"/>
                <a:ext cx="61200" cy="21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2A0597F-FAA1-2AAC-286F-ECAAE85ECE11}"/>
                  </a:ext>
                </a:extLst>
              </p14:cNvPr>
              <p14:cNvContentPartPr/>
              <p14:nvPr/>
            </p14:nvContentPartPr>
            <p14:xfrm>
              <a:off x="1113287" y="409702"/>
              <a:ext cx="180720" cy="2642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2A0597F-FAA1-2AAC-286F-ECAAE85ECE1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95647" y="392062"/>
                <a:ext cx="216360" cy="29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DE9FE32-716A-8DEB-D860-20381774B2EC}"/>
                  </a:ext>
                </a:extLst>
              </p14:cNvPr>
              <p14:cNvContentPartPr/>
              <p14:nvPr/>
            </p14:nvContentPartPr>
            <p14:xfrm>
              <a:off x="1861007" y="294862"/>
              <a:ext cx="123480" cy="1810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DE9FE32-716A-8DEB-D860-20381774B2E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843367" y="277222"/>
                <a:ext cx="159120" cy="21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A9E5FCF-094D-DC7E-4DE1-CEB329B8D294}"/>
                  </a:ext>
                </a:extLst>
              </p14:cNvPr>
              <p14:cNvContentPartPr/>
              <p14:nvPr/>
            </p14:nvContentPartPr>
            <p14:xfrm>
              <a:off x="1892687" y="316462"/>
              <a:ext cx="107280" cy="1886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A9E5FCF-094D-DC7E-4DE1-CEB329B8D29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874687" y="298462"/>
                <a:ext cx="142920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FA81AD3-EA02-10B1-F970-AF5F2F419A1C}"/>
                  </a:ext>
                </a:extLst>
              </p14:cNvPr>
              <p14:cNvContentPartPr/>
              <p14:nvPr/>
            </p14:nvContentPartPr>
            <p14:xfrm>
              <a:off x="2156207" y="455782"/>
              <a:ext cx="18720" cy="1364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FA81AD3-EA02-10B1-F970-AF5F2F419A1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138207" y="437782"/>
                <a:ext cx="54360" cy="17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F5C8084-9E9E-094A-2F92-19F6A2BBB863}"/>
                  </a:ext>
                </a:extLst>
              </p14:cNvPr>
              <p14:cNvContentPartPr/>
              <p14:nvPr/>
            </p14:nvContentPartPr>
            <p14:xfrm>
              <a:off x="2195447" y="406462"/>
              <a:ext cx="168480" cy="2552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F5C8084-9E9E-094A-2F92-19F6A2BBB86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177807" y="388462"/>
                <a:ext cx="204120" cy="29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16B9B3C1-3539-C897-EA55-0C7EEF94601A}"/>
                  </a:ext>
                </a:extLst>
              </p14:cNvPr>
              <p14:cNvContentPartPr/>
              <p14:nvPr/>
            </p14:nvContentPartPr>
            <p14:xfrm>
              <a:off x="3221087" y="308542"/>
              <a:ext cx="95040" cy="13644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16B9B3C1-3539-C897-EA55-0C7EEF94601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203447" y="290902"/>
                <a:ext cx="130680" cy="17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2D769528-B29D-0412-A77D-3FEC751404C7}"/>
                  </a:ext>
                </a:extLst>
              </p14:cNvPr>
              <p14:cNvContentPartPr/>
              <p14:nvPr/>
            </p14:nvContentPartPr>
            <p14:xfrm>
              <a:off x="3264647" y="348862"/>
              <a:ext cx="100800" cy="21132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2D769528-B29D-0412-A77D-3FEC751404C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246647" y="330862"/>
                <a:ext cx="136440" cy="24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DA360BB-5709-5A2C-506C-05C75231E81E}"/>
                  </a:ext>
                </a:extLst>
              </p14:cNvPr>
              <p14:cNvContentPartPr/>
              <p14:nvPr/>
            </p14:nvContentPartPr>
            <p14:xfrm>
              <a:off x="3430967" y="494662"/>
              <a:ext cx="16920" cy="14832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DA360BB-5709-5A2C-506C-05C75231E81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412967" y="476662"/>
                <a:ext cx="52560" cy="18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97FF3C9B-3874-F0BC-53CC-F753949E0FE2}"/>
                  </a:ext>
                </a:extLst>
              </p14:cNvPr>
              <p14:cNvContentPartPr/>
              <p14:nvPr/>
            </p14:nvContentPartPr>
            <p14:xfrm>
              <a:off x="4141607" y="317542"/>
              <a:ext cx="123480" cy="13788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97FF3C9B-3874-F0BC-53CC-F753949E0FE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123607" y="299902"/>
                <a:ext cx="159120" cy="17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A6D32C4-A3A1-E658-65F0-A15FB0C0D985}"/>
                  </a:ext>
                </a:extLst>
              </p14:cNvPr>
              <p14:cNvContentPartPr/>
              <p14:nvPr/>
            </p14:nvContentPartPr>
            <p14:xfrm>
              <a:off x="4235207" y="356062"/>
              <a:ext cx="87840" cy="21240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A6D32C4-A3A1-E658-65F0-A15FB0C0D985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217567" y="338422"/>
                <a:ext cx="123480" cy="24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A08DD892-954A-D9B9-84F1-D5A5511CF5A2}"/>
                  </a:ext>
                </a:extLst>
              </p14:cNvPr>
              <p14:cNvContentPartPr/>
              <p14:nvPr/>
            </p14:nvContentPartPr>
            <p14:xfrm>
              <a:off x="4385327" y="487102"/>
              <a:ext cx="217800" cy="20952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A08DD892-954A-D9B9-84F1-D5A5511CF5A2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367687" y="469462"/>
                <a:ext cx="25344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11D6401-338D-BA81-14EF-EAA02D6EEF55}"/>
                  </a:ext>
                </a:extLst>
              </p14:cNvPr>
              <p14:cNvContentPartPr/>
              <p14:nvPr/>
            </p14:nvContentPartPr>
            <p14:xfrm>
              <a:off x="5254007" y="329782"/>
              <a:ext cx="111240" cy="12960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11D6401-338D-BA81-14EF-EAA02D6EEF55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236367" y="311782"/>
                <a:ext cx="146880" cy="16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F36C1208-E2E8-0EBA-FF15-D8F1D4CC3F9F}"/>
                  </a:ext>
                </a:extLst>
              </p14:cNvPr>
              <p14:cNvContentPartPr/>
              <p14:nvPr/>
            </p14:nvContentPartPr>
            <p14:xfrm>
              <a:off x="5352647" y="329062"/>
              <a:ext cx="111240" cy="21672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F36C1208-E2E8-0EBA-FF15-D8F1D4CC3F9F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334647" y="311062"/>
                <a:ext cx="146880" cy="25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6597F379-AB2C-85F8-2637-C49FE065A831}"/>
                  </a:ext>
                </a:extLst>
              </p14:cNvPr>
              <p14:cNvContentPartPr/>
              <p14:nvPr/>
            </p14:nvContentPartPr>
            <p14:xfrm>
              <a:off x="5490167" y="455782"/>
              <a:ext cx="131760" cy="22104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6597F379-AB2C-85F8-2637-C49FE065A831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472527" y="437782"/>
                <a:ext cx="167400" cy="25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6681A434-E2FA-EBEA-6EF3-B66DB7961949}"/>
                  </a:ext>
                </a:extLst>
              </p14:cNvPr>
              <p14:cNvContentPartPr/>
              <p14:nvPr/>
            </p14:nvContentPartPr>
            <p14:xfrm>
              <a:off x="6296567" y="305302"/>
              <a:ext cx="96120" cy="10872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6681A434-E2FA-EBEA-6EF3-B66DB7961949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278567" y="287662"/>
                <a:ext cx="131760" cy="14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53C54490-DDD1-7C5F-B1EA-F08FFCEDFB1A}"/>
                  </a:ext>
                </a:extLst>
              </p14:cNvPr>
              <p14:cNvContentPartPr/>
              <p14:nvPr/>
            </p14:nvContentPartPr>
            <p14:xfrm>
              <a:off x="6367847" y="306022"/>
              <a:ext cx="100800" cy="22680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53C54490-DDD1-7C5F-B1EA-F08FFCEDFB1A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350207" y="288382"/>
                <a:ext cx="136440" cy="26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5F819A46-DB16-2756-FB2C-20D9E0A8DCB3}"/>
                  </a:ext>
                </a:extLst>
              </p14:cNvPr>
              <p14:cNvContentPartPr/>
              <p14:nvPr/>
            </p14:nvContentPartPr>
            <p14:xfrm>
              <a:off x="6517967" y="458662"/>
              <a:ext cx="132480" cy="24948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5F819A46-DB16-2756-FB2C-20D9E0A8DCB3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499967" y="441022"/>
                <a:ext cx="168120" cy="28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38E43787-B4B1-31F2-BCDD-3F1E879D1C65}"/>
                  </a:ext>
                </a:extLst>
              </p14:cNvPr>
              <p14:cNvContentPartPr/>
              <p14:nvPr/>
            </p14:nvContentPartPr>
            <p14:xfrm>
              <a:off x="7470167" y="329422"/>
              <a:ext cx="165960" cy="24660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38E43787-B4B1-31F2-BCDD-3F1E879D1C65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452527" y="311782"/>
                <a:ext cx="201600" cy="28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FC6D98F9-0FB8-0366-2196-8212FA87F6FE}"/>
                  </a:ext>
                </a:extLst>
              </p14:cNvPr>
              <p14:cNvContentPartPr/>
              <p14:nvPr/>
            </p14:nvContentPartPr>
            <p14:xfrm>
              <a:off x="7502927" y="492142"/>
              <a:ext cx="130320" cy="1332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FC6D98F9-0FB8-0366-2196-8212FA87F6FE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485287" y="474502"/>
                <a:ext cx="16596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7BC08D2D-72CA-0950-E838-3228FD0527C1}"/>
                  </a:ext>
                </a:extLst>
              </p14:cNvPr>
              <p14:cNvContentPartPr/>
              <p14:nvPr/>
            </p14:nvContentPartPr>
            <p14:xfrm>
              <a:off x="7755287" y="516262"/>
              <a:ext cx="34560" cy="18612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7BC08D2D-72CA-0950-E838-3228FD0527C1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7737647" y="498622"/>
                <a:ext cx="70200" cy="22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BC785AB2-B6E2-0A27-C82C-06AA99709B28}"/>
                  </a:ext>
                </a:extLst>
              </p14:cNvPr>
              <p14:cNvContentPartPr/>
              <p14:nvPr/>
            </p14:nvContentPartPr>
            <p14:xfrm>
              <a:off x="8419487" y="291622"/>
              <a:ext cx="187560" cy="31284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BC785AB2-B6E2-0A27-C82C-06AA99709B28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401487" y="273982"/>
                <a:ext cx="223200" cy="34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26F9D6CA-411F-7D07-D148-56AE923A1270}"/>
                  </a:ext>
                </a:extLst>
              </p14:cNvPr>
              <p14:cNvContentPartPr/>
              <p14:nvPr/>
            </p14:nvContentPartPr>
            <p14:xfrm>
              <a:off x="8478527" y="467662"/>
              <a:ext cx="167400" cy="2628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26F9D6CA-411F-7D07-D148-56AE923A1270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8460887" y="449662"/>
                <a:ext cx="203040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D904C959-A0FF-A326-490F-7C778DA3D24F}"/>
                  </a:ext>
                </a:extLst>
              </p14:cNvPr>
              <p14:cNvContentPartPr/>
              <p14:nvPr/>
            </p14:nvContentPartPr>
            <p14:xfrm>
              <a:off x="8793167" y="497902"/>
              <a:ext cx="245160" cy="12924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D904C959-A0FF-A326-490F-7C778DA3D24F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8775527" y="479902"/>
                <a:ext cx="280800" cy="16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5B5A406D-D419-444D-2F1A-8AD6E9258F05}"/>
                  </a:ext>
                </a:extLst>
              </p14:cNvPr>
              <p14:cNvContentPartPr/>
              <p14:nvPr/>
            </p14:nvContentPartPr>
            <p14:xfrm>
              <a:off x="970727" y="1083262"/>
              <a:ext cx="217800" cy="5616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5B5A406D-D419-444D-2F1A-8AD6E9258F05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53087" y="1065622"/>
                <a:ext cx="253440" cy="9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B4393D87-89EA-81CD-CA5F-079A8D50569D}"/>
                  </a:ext>
                </a:extLst>
              </p14:cNvPr>
              <p14:cNvContentPartPr/>
              <p14:nvPr/>
            </p14:nvContentPartPr>
            <p14:xfrm>
              <a:off x="1318847" y="963022"/>
              <a:ext cx="26280" cy="22608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B4393D87-89EA-81CD-CA5F-079A8D50569D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300847" y="945022"/>
                <a:ext cx="61920" cy="26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F9A6D7F0-B3BB-0BCF-3A9A-436E449D0540}"/>
                  </a:ext>
                </a:extLst>
              </p14:cNvPr>
              <p14:cNvContentPartPr/>
              <p14:nvPr/>
            </p14:nvContentPartPr>
            <p14:xfrm>
              <a:off x="1016447" y="1653862"/>
              <a:ext cx="164520" cy="4932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F9A6D7F0-B3BB-0BCF-3A9A-436E449D0540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998807" y="1635862"/>
                <a:ext cx="200160" cy="8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3B0EFBA4-49E7-FBBF-5C9D-B7C93AAF1EED}"/>
                  </a:ext>
                </a:extLst>
              </p14:cNvPr>
              <p14:cNvContentPartPr/>
              <p14:nvPr/>
            </p14:nvContentPartPr>
            <p14:xfrm>
              <a:off x="1337207" y="1472062"/>
              <a:ext cx="63720" cy="43128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3B0EFBA4-49E7-FBBF-5C9D-B7C93AAF1EED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319567" y="1454422"/>
                <a:ext cx="99360" cy="46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1F0B2A0A-1E5C-8705-B387-F6D00DE63941}"/>
                  </a:ext>
                </a:extLst>
              </p14:cNvPr>
              <p14:cNvContentPartPr/>
              <p14:nvPr/>
            </p14:nvContentPartPr>
            <p14:xfrm>
              <a:off x="1990247" y="950422"/>
              <a:ext cx="102960" cy="20268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1F0B2A0A-1E5C-8705-B387-F6D00DE63941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972607" y="932422"/>
                <a:ext cx="138600" cy="23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EBD9B980-09CB-53A4-0657-FDE5F838CEBE}"/>
                  </a:ext>
                </a:extLst>
              </p14:cNvPr>
              <p14:cNvContentPartPr/>
              <p14:nvPr/>
            </p14:nvContentPartPr>
            <p14:xfrm>
              <a:off x="2187167" y="941782"/>
              <a:ext cx="34920" cy="22680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EBD9B980-09CB-53A4-0657-FDE5F838CEBE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2169167" y="923782"/>
                <a:ext cx="70560" cy="26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1DBB2CFA-C319-6DD6-8F0D-6CDA1EB115B0}"/>
                  </a:ext>
                </a:extLst>
              </p14:cNvPr>
              <p14:cNvContentPartPr/>
              <p14:nvPr/>
            </p14:nvContentPartPr>
            <p14:xfrm>
              <a:off x="2177807" y="1043302"/>
              <a:ext cx="122040" cy="23904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1DBB2CFA-C319-6DD6-8F0D-6CDA1EB115B0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159807" y="1025662"/>
                <a:ext cx="157680" cy="27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334E7A01-549C-0D7B-0477-62FAE78EA6EB}"/>
                  </a:ext>
                </a:extLst>
              </p14:cNvPr>
              <p14:cNvContentPartPr/>
              <p14:nvPr/>
            </p14:nvContentPartPr>
            <p14:xfrm>
              <a:off x="2320727" y="1149862"/>
              <a:ext cx="29880" cy="14400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334E7A01-549C-0D7B-0477-62FAE78EA6EB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2302727" y="1131862"/>
                <a:ext cx="65520" cy="17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0B42BD41-F34F-0EA2-1E92-8427D8F37A4A}"/>
                  </a:ext>
                </a:extLst>
              </p14:cNvPr>
              <p14:cNvContentPartPr/>
              <p14:nvPr/>
            </p14:nvContentPartPr>
            <p14:xfrm>
              <a:off x="2411447" y="1115662"/>
              <a:ext cx="169560" cy="22788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0B42BD41-F34F-0EA2-1E92-8427D8F37A4A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2393807" y="1097662"/>
                <a:ext cx="205200" cy="26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C66817F4-2D32-73E4-8F82-C68EB619F3C2}"/>
                  </a:ext>
                </a:extLst>
              </p14:cNvPr>
              <p14:cNvContentPartPr/>
              <p14:nvPr/>
            </p14:nvContentPartPr>
            <p14:xfrm>
              <a:off x="1983767" y="1576462"/>
              <a:ext cx="12960" cy="17964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C66817F4-2D32-73E4-8F82-C68EB619F3C2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965767" y="1558462"/>
                <a:ext cx="48600" cy="21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1C6A93D5-4E51-29B5-DD4D-84358DF227A2}"/>
                  </a:ext>
                </a:extLst>
              </p14:cNvPr>
              <p14:cNvContentPartPr/>
              <p14:nvPr/>
            </p14:nvContentPartPr>
            <p14:xfrm>
              <a:off x="2124527" y="1580782"/>
              <a:ext cx="93960" cy="13716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1C6A93D5-4E51-29B5-DD4D-84358DF227A2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106527" y="1563142"/>
                <a:ext cx="129600" cy="17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7DFB98FF-9F86-2AC9-CB38-F8BE9C360737}"/>
                  </a:ext>
                </a:extLst>
              </p14:cNvPr>
              <p14:cNvContentPartPr/>
              <p14:nvPr/>
            </p14:nvContentPartPr>
            <p14:xfrm>
              <a:off x="2307767" y="1522102"/>
              <a:ext cx="98640" cy="34344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7DFB98FF-9F86-2AC9-CB38-F8BE9C360737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2290127" y="1504102"/>
                <a:ext cx="134280" cy="37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32456193-A2B4-8071-712F-03052D7612A8}"/>
                  </a:ext>
                </a:extLst>
              </p14:cNvPr>
              <p14:cNvContentPartPr/>
              <p14:nvPr/>
            </p14:nvContentPartPr>
            <p14:xfrm>
              <a:off x="2460407" y="1679782"/>
              <a:ext cx="42480" cy="17964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32456193-A2B4-8071-712F-03052D7612A8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442767" y="1662142"/>
                <a:ext cx="78120" cy="21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27CE250D-31DD-3829-C173-D71ABDD42684}"/>
                  </a:ext>
                </a:extLst>
              </p14:cNvPr>
              <p14:cNvContentPartPr/>
              <p14:nvPr/>
            </p14:nvContentPartPr>
            <p14:xfrm>
              <a:off x="2557607" y="1663222"/>
              <a:ext cx="168480" cy="24444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27CE250D-31DD-3829-C173-D71ABDD42684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2539607" y="1645222"/>
                <a:ext cx="204120" cy="28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6B553E20-01DF-0522-BFFE-CFAF4D29D2A9}"/>
                  </a:ext>
                </a:extLst>
              </p14:cNvPr>
              <p14:cNvContentPartPr/>
              <p14:nvPr/>
            </p14:nvContentPartPr>
            <p14:xfrm>
              <a:off x="4211087" y="938902"/>
              <a:ext cx="176400" cy="20808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6B553E20-01DF-0522-BFFE-CFAF4D29D2A9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4193087" y="920902"/>
                <a:ext cx="212040" cy="24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6FFB6791-8F99-8506-5966-A90CB0798DB5}"/>
                  </a:ext>
                </a:extLst>
              </p14:cNvPr>
              <p14:cNvContentPartPr/>
              <p14:nvPr/>
            </p14:nvContentPartPr>
            <p14:xfrm>
              <a:off x="4087607" y="1403302"/>
              <a:ext cx="128520" cy="45792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6FFB6791-8F99-8506-5966-A90CB0798DB5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4069967" y="1385662"/>
                <a:ext cx="164160" cy="49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40BCFC14-284B-B90C-87C3-1FF0F6C4C77A}"/>
                  </a:ext>
                </a:extLst>
              </p14:cNvPr>
              <p14:cNvContentPartPr/>
              <p14:nvPr/>
            </p14:nvContentPartPr>
            <p14:xfrm>
              <a:off x="5227367" y="1071382"/>
              <a:ext cx="138960" cy="576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40BCFC14-284B-B90C-87C3-1FF0F6C4C77A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5209367" y="1053742"/>
                <a:ext cx="17460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2259C23A-C1B0-ED1A-46C9-CBA7652343BE}"/>
                  </a:ext>
                </a:extLst>
              </p14:cNvPr>
              <p14:cNvContentPartPr/>
              <p14:nvPr/>
            </p14:nvContentPartPr>
            <p14:xfrm>
              <a:off x="5437247" y="945742"/>
              <a:ext cx="122400" cy="26964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2259C23A-C1B0-ED1A-46C9-CBA7652343BE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5419607" y="927742"/>
                <a:ext cx="158040" cy="30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ED52D1E8-DEF0-9F41-BFEB-5BD34F8AD33A}"/>
                  </a:ext>
                </a:extLst>
              </p14:cNvPr>
              <p14:cNvContentPartPr/>
              <p14:nvPr/>
            </p14:nvContentPartPr>
            <p14:xfrm>
              <a:off x="5551727" y="1038982"/>
              <a:ext cx="114480" cy="24084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ED52D1E8-DEF0-9F41-BFEB-5BD34F8AD33A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5533727" y="1021342"/>
                <a:ext cx="150120" cy="27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263B88BA-0B47-95BA-B392-E729817CA2E6}"/>
                  </a:ext>
                </a:extLst>
              </p14:cNvPr>
              <p14:cNvContentPartPr/>
              <p14:nvPr/>
            </p14:nvContentPartPr>
            <p14:xfrm>
              <a:off x="5696447" y="1168582"/>
              <a:ext cx="7920" cy="14544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263B88BA-0B47-95BA-B392-E729817CA2E6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5678447" y="1150942"/>
                <a:ext cx="43560" cy="18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721EFFEA-4D37-AC46-F8B7-1EF56EB42D89}"/>
                  </a:ext>
                </a:extLst>
              </p14:cNvPr>
              <p14:cNvContentPartPr/>
              <p14:nvPr/>
            </p14:nvContentPartPr>
            <p14:xfrm>
              <a:off x="5778527" y="1127902"/>
              <a:ext cx="154080" cy="21672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721EFFEA-4D37-AC46-F8B7-1EF56EB42D89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5760887" y="1109902"/>
                <a:ext cx="189720" cy="25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9E186556-1C1C-BFAB-1707-2B2A22AF75C2}"/>
                  </a:ext>
                </a:extLst>
              </p14:cNvPr>
              <p14:cNvContentPartPr/>
              <p14:nvPr/>
            </p14:nvContentPartPr>
            <p14:xfrm>
              <a:off x="5416367" y="1574302"/>
              <a:ext cx="6480" cy="18972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9E186556-1C1C-BFAB-1707-2B2A22AF75C2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5398367" y="1556302"/>
                <a:ext cx="42120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4BD351A8-34F2-ADB4-DF10-5CB4D6F79329}"/>
                  </a:ext>
                </a:extLst>
              </p14:cNvPr>
              <p14:cNvContentPartPr/>
              <p14:nvPr/>
            </p14:nvContentPartPr>
            <p14:xfrm>
              <a:off x="5389007" y="1645222"/>
              <a:ext cx="157680" cy="26028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4BD351A8-34F2-ADB4-DF10-5CB4D6F79329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5371007" y="1627222"/>
                <a:ext cx="193320" cy="29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8FC6A92F-6586-CB0D-3766-74BE0AD24AB6}"/>
                  </a:ext>
                </a:extLst>
              </p14:cNvPr>
              <p14:cNvContentPartPr/>
              <p14:nvPr/>
            </p14:nvContentPartPr>
            <p14:xfrm>
              <a:off x="5543087" y="1812262"/>
              <a:ext cx="23040" cy="17172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8FC6A92F-6586-CB0D-3766-74BE0AD24AB6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5525087" y="1794262"/>
                <a:ext cx="58680" cy="20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9954DF8B-8AC5-A343-BDCC-BBE27712F276}"/>
                  </a:ext>
                </a:extLst>
              </p14:cNvPr>
              <p14:cNvContentPartPr/>
              <p14:nvPr/>
            </p14:nvContentPartPr>
            <p14:xfrm>
              <a:off x="5658647" y="1762582"/>
              <a:ext cx="218880" cy="25308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9954DF8B-8AC5-A343-BDCC-BBE27712F276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5641007" y="1744942"/>
                <a:ext cx="254520" cy="28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D9D539D1-033C-35C3-3D3B-F97734C063D3}"/>
                  </a:ext>
                </a:extLst>
              </p14:cNvPr>
              <p14:cNvContentPartPr/>
              <p14:nvPr/>
            </p14:nvContentPartPr>
            <p14:xfrm>
              <a:off x="6446687" y="931342"/>
              <a:ext cx="18360" cy="19944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D9D539D1-033C-35C3-3D3B-F97734C063D3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6429047" y="913702"/>
                <a:ext cx="5400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352654FA-511E-35D7-1F39-E76CBAC4695F}"/>
                  </a:ext>
                </a:extLst>
              </p14:cNvPr>
              <p14:cNvContentPartPr/>
              <p14:nvPr/>
            </p14:nvContentPartPr>
            <p14:xfrm>
              <a:off x="6428687" y="1013782"/>
              <a:ext cx="148320" cy="22356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352654FA-511E-35D7-1F39-E76CBAC4695F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6411047" y="995782"/>
                <a:ext cx="183960" cy="25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9DCAFFA1-028B-0ADF-6068-1FD02C132CF2}"/>
                  </a:ext>
                </a:extLst>
              </p14:cNvPr>
              <p14:cNvContentPartPr/>
              <p14:nvPr/>
            </p14:nvContentPartPr>
            <p14:xfrm>
              <a:off x="6569807" y="1149142"/>
              <a:ext cx="35640" cy="15408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9DCAFFA1-028B-0ADF-6068-1FD02C132CF2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6551807" y="1131142"/>
                <a:ext cx="71280" cy="18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7A71F7D6-95F5-276D-2B7B-6963A8071D16}"/>
                  </a:ext>
                </a:extLst>
              </p14:cNvPr>
              <p14:cNvContentPartPr/>
              <p14:nvPr/>
            </p14:nvContentPartPr>
            <p14:xfrm>
              <a:off x="6719567" y="1143022"/>
              <a:ext cx="114840" cy="18036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7A71F7D6-95F5-276D-2B7B-6963A8071D16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6701567" y="1125382"/>
                <a:ext cx="15048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6C0DA938-C76D-C659-9EC1-CED89A57785D}"/>
                  </a:ext>
                </a:extLst>
              </p14:cNvPr>
              <p14:cNvContentPartPr/>
              <p14:nvPr/>
            </p14:nvContentPartPr>
            <p14:xfrm>
              <a:off x="6334727" y="1728742"/>
              <a:ext cx="62280" cy="2376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6C0DA938-C76D-C659-9EC1-CED89A57785D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6316727" y="1711102"/>
                <a:ext cx="97920" cy="5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5DA91A91-369D-F86C-205B-082F1E190918}"/>
                  </a:ext>
                </a:extLst>
              </p14:cNvPr>
              <p14:cNvContentPartPr/>
              <p14:nvPr/>
            </p14:nvContentPartPr>
            <p14:xfrm>
              <a:off x="6460367" y="1660342"/>
              <a:ext cx="147600" cy="16056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5DA91A91-369D-F86C-205B-082F1E190918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6442367" y="1642702"/>
                <a:ext cx="183240" cy="19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6A1CA958-75F5-4692-03D4-E87B63867EA8}"/>
                  </a:ext>
                </a:extLst>
              </p14:cNvPr>
              <p14:cNvContentPartPr/>
              <p14:nvPr/>
            </p14:nvContentPartPr>
            <p14:xfrm>
              <a:off x="6579527" y="1738462"/>
              <a:ext cx="112320" cy="27180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6A1CA958-75F5-4692-03D4-E87B63867EA8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6561887" y="1720822"/>
                <a:ext cx="147960" cy="30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1E84530B-50C3-83BB-43F8-97359E1A21A5}"/>
                  </a:ext>
                </a:extLst>
              </p14:cNvPr>
              <p14:cNvContentPartPr/>
              <p14:nvPr/>
            </p14:nvContentPartPr>
            <p14:xfrm>
              <a:off x="6759527" y="1831342"/>
              <a:ext cx="39600" cy="16020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1E84530B-50C3-83BB-43F8-97359E1A21A5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6741887" y="1813342"/>
                <a:ext cx="7524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06A9F810-ABF0-3DBC-431A-41BAECF3A91B}"/>
                  </a:ext>
                </a:extLst>
              </p14:cNvPr>
              <p14:cNvContentPartPr/>
              <p14:nvPr/>
            </p14:nvContentPartPr>
            <p14:xfrm>
              <a:off x="6868607" y="1819822"/>
              <a:ext cx="161280" cy="20160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06A9F810-ABF0-3DBC-431A-41BAECF3A91B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6850607" y="1802182"/>
                <a:ext cx="196920" cy="2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F22DCFBA-F7DC-F85F-A03C-01FB1EA418CE}"/>
                  </a:ext>
                </a:extLst>
              </p14:cNvPr>
              <p14:cNvContentPartPr/>
              <p14:nvPr/>
            </p14:nvContentPartPr>
            <p14:xfrm>
              <a:off x="7416527" y="1026742"/>
              <a:ext cx="142560" cy="23256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F22DCFBA-F7DC-F85F-A03C-01FB1EA418CE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7398527" y="1009102"/>
                <a:ext cx="178200" cy="26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8FD3F763-2845-ADB8-B77E-364F26E941E4}"/>
                  </a:ext>
                </a:extLst>
              </p14:cNvPr>
              <p14:cNvContentPartPr/>
              <p14:nvPr/>
            </p14:nvContentPartPr>
            <p14:xfrm>
              <a:off x="7507967" y="1155982"/>
              <a:ext cx="111600" cy="18576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8FD3F763-2845-ADB8-B77E-364F26E941E4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7490327" y="1137982"/>
                <a:ext cx="147240" cy="22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3EDAC34D-89CE-74CD-1080-A51664F7E6AC}"/>
                  </a:ext>
                </a:extLst>
              </p14:cNvPr>
              <p14:cNvContentPartPr/>
              <p14:nvPr/>
            </p14:nvContentPartPr>
            <p14:xfrm>
              <a:off x="7624247" y="1249942"/>
              <a:ext cx="36000" cy="14400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3EDAC34D-89CE-74CD-1080-A51664F7E6AC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7606607" y="1231942"/>
                <a:ext cx="71640" cy="17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FFAA61F8-DA59-C54E-7C74-FB3C73CF1101}"/>
                  </a:ext>
                </a:extLst>
              </p14:cNvPr>
              <p14:cNvContentPartPr/>
              <p14:nvPr/>
            </p14:nvContentPartPr>
            <p14:xfrm>
              <a:off x="7753487" y="1211062"/>
              <a:ext cx="111960" cy="15588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FFAA61F8-DA59-C54E-7C74-FB3C73CF1101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7735847" y="1193422"/>
                <a:ext cx="147600" cy="19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F1DB745D-92C2-77BE-12D0-6DE62516C878}"/>
                  </a:ext>
                </a:extLst>
              </p14:cNvPr>
              <p14:cNvContentPartPr/>
              <p14:nvPr/>
            </p14:nvContentPartPr>
            <p14:xfrm>
              <a:off x="7543607" y="1735222"/>
              <a:ext cx="102240" cy="2772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F1DB745D-92C2-77BE-12D0-6DE62516C878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7525607" y="1717582"/>
                <a:ext cx="13788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37E75F5B-5005-EAF5-D24E-226D36768D88}"/>
                  </a:ext>
                </a:extLst>
              </p14:cNvPr>
              <p14:cNvContentPartPr/>
              <p14:nvPr/>
            </p14:nvContentPartPr>
            <p14:xfrm>
              <a:off x="7734407" y="1662142"/>
              <a:ext cx="21240" cy="16704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37E75F5B-5005-EAF5-D24E-226D36768D88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7716767" y="1644502"/>
                <a:ext cx="56880" cy="2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80CCBD3F-A19E-8D20-1B43-3DC94819D6B7}"/>
                  </a:ext>
                </a:extLst>
              </p14:cNvPr>
              <p14:cNvContentPartPr/>
              <p14:nvPr/>
            </p14:nvContentPartPr>
            <p14:xfrm>
              <a:off x="7723967" y="1689502"/>
              <a:ext cx="156960" cy="29520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80CCBD3F-A19E-8D20-1B43-3DC94819D6B7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7705967" y="1671862"/>
                <a:ext cx="192600" cy="33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BFBCA6D8-CFAA-CF3A-36A9-118BDC2F427B}"/>
                  </a:ext>
                </a:extLst>
              </p14:cNvPr>
              <p14:cNvContentPartPr/>
              <p14:nvPr/>
            </p14:nvContentPartPr>
            <p14:xfrm>
              <a:off x="7894607" y="1842502"/>
              <a:ext cx="48600" cy="14832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BFBCA6D8-CFAA-CF3A-36A9-118BDC2F427B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7876607" y="1824502"/>
                <a:ext cx="84240" cy="18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9AEDBD7D-B4F0-8CDD-733B-063EDAD42B5B}"/>
                  </a:ext>
                </a:extLst>
              </p14:cNvPr>
              <p14:cNvContentPartPr/>
              <p14:nvPr/>
            </p14:nvContentPartPr>
            <p14:xfrm>
              <a:off x="8004047" y="1816942"/>
              <a:ext cx="134280" cy="20664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9AEDBD7D-B4F0-8CDD-733B-063EDAD42B5B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7986407" y="1799302"/>
                <a:ext cx="169920" cy="24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A9B9F677-D8AC-131D-76A2-53FCA138FA65}"/>
                  </a:ext>
                </a:extLst>
              </p14:cNvPr>
              <p14:cNvContentPartPr/>
              <p14:nvPr/>
            </p14:nvContentPartPr>
            <p14:xfrm>
              <a:off x="8549447" y="1142662"/>
              <a:ext cx="140760" cy="4320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A9B9F677-D8AC-131D-76A2-53FCA138FA65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8531807" y="1125022"/>
                <a:ext cx="176400" cy="7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AA51D506-6BE5-E5D9-EB9F-B7F056276022}"/>
                  </a:ext>
                </a:extLst>
              </p14:cNvPr>
              <p14:cNvContentPartPr/>
              <p14:nvPr/>
            </p14:nvContentPartPr>
            <p14:xfrm>
              <a:off x="8793167" y="1023862"/>
              <a:ext cx="15480" cy="18864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AA51D506-6BE5-E5D9-EB9F-B7F056276022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8775527" y="1006222"/>
                <a:ext cx="51120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5CD9C042-AE1C-2E23-28F0-85F762140265}"/>
                  </a:ext>
                </a:extLst>
              </p14:cNvPr>
              <p14:cNvContentPartPr/>
              <p14:nvPr/>
            </p14:nvContentPartPr>
            <p14:xfrm>
              <a:off x="8837087" y="1052662"/>
              <a:ext cx="156960" cy="229680"/>
            </p14:xfrm>
          </p:contentPart>
        </mc:Choice>
        <mc:Fallback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5CD9C042-AE1C-2E23-28F0-85F762140265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8819447" y="1034662"/>
                <a:ext cx="192600" cy="26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48F25C77-436E-F649-5131-F23C9B5353AC}"/>
                  </a:ext>
                </a:extLst>
              </p14:cNvPr>
              <p14:cNvContentPartPr/>
              <p14:nvPr/>
            </p14:nvContentPartPr>
            <p14:xfrm>
              <a:off x="8943647" y="1198462"/>
              <a:ext cx="114480" cy="158760"/>
            </p14:xfrm>
          </p:contentPart>
        </mc:Choice>
        <mc:Fallback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48F25C77-436E-F649-5131-F23C9B5353AC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8926007" y="1180822"/>
                <a:ext cx="150120" cy="19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A9F26364-2FEC-8CAA-37D7-D809D8281433}"/>
                  </a:ext>
                </a:extLst>
              </p14:cNvPr>
              <p14:cNvContentPartPr/>
              <p14:nvPr/>
            </p14:nvContentPartPr>
            <p14:xfrm>
              <a:off x="9055607" y="1180822"/>
              <a:ext cx="181800" cy="23868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A9F26364-2FEC-8CAA-37D7-D809D8281433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9037607" y="1162822"/>
                <a:ext cx="217440" cy="27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86F0533A-3957-2E2C-77EC-0A726FD2534D}"/>
                  </a:ext>
                </a:extLst>
              </p14:cNvPr>
              <p14:cNvContentPartPr/>
              <p14:nvPr/>
            </p14:nvContentPartPr>
            <p14:xfrm>
              <a:off x="8666447" y="1705342"/>
              <a:ext cx="148680" cy="14472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86F0533A-3957-2E2C-77EC-0A726FD2534D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8648807" y="1687342"/>
                <a:ext cx="184320" cy="1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FB61D1A8-735A-1BBB-09D2-8E88DF1C65B5}"/>
                  </a:ext>
                </a:extLst>
              </p14:cNvPr>
              <p14:cNvContentPartPr/>
              <p14:nvPr/>
            </p14:nvContentPartPr>
            <p14:xfrm>
              <a:off x="8858327" y="1654942"/>
              <a:ext cx="158760" cy="327600"/>
            </p14:xfrm>
          </p:contentPart>
        </mc:Choice>
        <mc:Fallback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FB61D1A8-735A-1BBB-09D2-8E88DF1C65B5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8840327" y="1637302"/>
                <a:ext cx="194400" cy="36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014C5C59-717F-74B1-5409-2FD4EE9F6491}"/>
                  </a:ext>
                </a:extLst>
              </p14:cNvPr>
              <p14:cNvContentPartPr/>
              <p14:nvPr/>
            </p14:nvContentPartPr>
            <p14:xfrm>
              <a:off x="9048047" y="1825582"/>
              <a:ext cx="30240" cy="160560"/>
            </p14:xfrm>
          </p:contentPart>
        </mc:Choice>
        <mc:Fallback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014C5C59-717F-74B1-5409-2FD4EE9F6491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9030407" y="1807942"/>
                <a:ext cx="65880" cy="19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F938C027-AE2D-10AC-735E-5246673E358A}"/>
                  </a:ext>
                </a:extLst>
              </p14:cNvPr>
              <p14:cNvContentPartPr/>
              <p14:nvPr/>
            </p14:nvContentPartPr>
            <p14:xfrm>
              <a:off x="9130487" y="1796422"/>
              <a:ext cx="232560" cy="202680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F938C027-AE2D-10AC-735E-5246673E358A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9112487" y="1778782"/>
                <a:ext cx="268200" cy="23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45458811-B91C-57A3-5336-8C1F73E0EF66}"/>
                  </a:ext>
                </a:extLst>
              </p14:cNvPr>
              <p14:cNvContentPartPr/>
              <p14:nvPr/>
            </p14:nvContentPartPr>
            <p14:xfrm>
              <a:off x="9799007" y="2172622"/>
              <a:ext cx="360" cy="36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45458811-B91C-57A3-5336-8C1F73E0EF66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9781007" y="2154982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BA8DED11-4445-8002-9BA4-5721D8184B24}"/>
                  </a:ext>
                </a:extLst>
              </p14:cNvPr>
              <p14:cNvContentPartPr/>
              <p14:nvPr/>
            </p14:nvContentPartPr>
            <p14:xfrm>
              <a:off x="508847" y="2071462"/>
              <a:ext cx="9636840" cy="20160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BA8DED11-4445-8002-9BA4-5721D8184B24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491207" y="2053822"/>
                <a:ext cx="9672480" cy="2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28CDEA89-677F-8E27-7A65-6D0EBCA8ABFE}"/>
                  </a:ext>
                </a:extLst>
              </p14:cNvPr>
              <p14:cNvContentPartPr/>
              <p14:nvPr/>
            </p14:nvContentPartPr>
            <p14:xfrm>
              <a:off x="2710247" y="269302"/>
              <a:ext cx="38520" cy="299736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28CDEA89-677F-8E27-7A65-6D0EBCA8ABFE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2692607" y="251302"/>
                <a:ext cx="74160" cy="303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3726B7DC-9080-03B4-ED4E-95ECBE25E14F}"/>
                  </a:ext>
                </a:extLst>
              </p14:cNvPr>
              <p14:cNvContentPartPr/>
              <p14:nvPr/>
            </p14:nvContentPartPr>
            <p14:xfrm>
              <a:off x="572927" y="2502022"/>
              <a:ext cx="199080" cy="20520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3726B7DC-9080-03B4-ED4E-95ECBE25E14F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554927" y="2484382"/>
                <a:ext cx="234720" cy="24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EA84E2A1-991C-5E31-5E78-DCA3EC4C157D}"/>
                  </a:ext>
                </a:extLst>
              </p14:cNvPr>
              <p14:cNvContentPartPr/>
              <p14:nvPr/>
            </p14:nvContentPartPr>
            <p14:xfrm>
              <a:off x="914207" y="2508502"/>
              <a:ext cx="64800" cy="1944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EA84E2A1-991C-5E31-5E78-DCA3EC4C157D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896567" y="2490502"/>
                <a:ext cx="10044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F0481807-AD3D-5449-C608-3404866ED0AE}"/>
                  </a:ext>
                </a:extLst>
              </p14:cNvPr>
              <p14:cNvContentPartPr/>
              <p14:nvPr/>
            </p14:nvContentPartPr>
            <p14:xfrm>
              <a:off x="891887" y="2573302"/>
              <a:ext cx="125280" cy="2952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F0481807-AD3D-5449-C608-3404866ED0AE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873887" y="2555662"/>
                <a:ext cx="160920" cy="6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0A1114EF-42F8-5AB6-D865-DEB2B4BF0FCD}"/>
                  </a:ext>
                </a:extLst>
              </p14:cNvPr>
              <p14:cNvContentPartPr/>
              <p14:nvPr/>
            </p14:nvContentPartPr>
            <p14:xfrm>
              <a:off x="1182767" y="2418502"/>
              <a:ext cx="126720" cy="18216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0A1114EF-42F8-5AB6-D865-DEB2B4BF0FCD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1164767" y="2400862"/>
                <a:ext cx="162360" cy="21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7BCE3268-9332-2303-6E9D-04313507FF62}"/>
                  </a:ext>
                </a:extLst>
              </p14:cNvPr>
              <p14:cNvContentPartPr/>
              <p14:nvPr/>
            </p14:nvContentPartPr>
            <p14:xfrm>
              <a:off x="1396247" y="2521462"/>
              <a:ext cx="51120" cy="14760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7BCE3268-9332-2303-6E9D-04313507FF62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1378247" y="2503462"/>
                <a:ext cx="86760" cy="18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B0FB623B-66C2-1DF2-829A-1D0842C903E7}"/>
                  </a:ext>
                </a:extLst>
              </p14:cNvPr>
              <p14:cNvContentPartPr/>
              <p14:nvPr/>
            </p14:nvContentPartPr>
            <p14:xfrm>
              <a:off x="1360967" y="2519662"/>
              <a:ext cx="158040" cy="18720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B0FB623B-66C2-1DF2-829A-1D0842C903E7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1342967" y="2501662"/>
                <a:ext cx="193680" cy="22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E3884B86-6556-8EC0-1405-9E34E4061678}"/>
                  </a:ext>
                </a:extLst>
              </p14:cNvPr>
              <p14:cNvContentPartPr/>
              <p14:nvPr/>
            </p14:nvContentPartPr>
            <p14:xfrm>
              <a:off x="1624847" y="2455222"/>
              <a:ext cx="124560" cy="137160"/>
            </p14:xfrm>
          </p:contentPart>
        </mc:Choice>
        <mc:Fallback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E3884B86-6556-8EC0-1405-9E34E4061678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1607207" y="2437582"/>
                <a:ext cx="160200" cy="17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5F6A48C1-EDDA-838D-27B1-4C29753AEB71}"/>
                  </a:ext>
                </a:extLst>
              </p14:cNvPr>
              <p14:cNvContentPartPr/>
              <p14:nvPr/>
            </p14:nvContentPartPr>
            <p14:xfrm>
              <a:off x="1665887" y="2432542"/>
              <a:ext cx="119520" cy="24768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5F6A48C1-EDDA-838D-27B1-4C29753AEB71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1647887" y="2414542"/>
                <a:ext cx="155160" cy="28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4C64EDE8-3E43-49E4-8421-70E50A5F6693}"/>
                  </a:ext>
                </a:extLst>
              </p14:cNvPr>
              <p14:cNvContentPartPr/>
              <p14:nvPr/>
            </p14:nvContentPartPr>
            <p14:xfrm>
              <a:off x="1891967" y="2498062"/>
              <a:ext cx="19080" cy="158760"/>
            </p14:xfrm>
          </p:contentPart>
        </mc:Choice>
        <mc:Fallback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4C64EDE8-3E43-49E4-8421-70E50A5F6693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1874327" y="2480062"/>
                <a:ext cx="54720" cy="19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A82FE0D8-92B7-4060-1ECC-F1FDDA61B39D}"/>
                  </a:ext>
                </a:extLst>
              </p14:cNvPr>
              <p14:cNvContentPartPr/>
              <p14:nvPr/>
            </p14:nvContentPartPr>
            <p14:xfrm>
              <a:off x="1758407" y="2482942"/>
              <a:ext cx="245160" cy="252360"/>
            </p14:xfrm>
          </p:contentPart>
        </mc:Choice>
        <mc:Fallback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A82FE0D8-92B7-4060-1ECC-F1FDDA61B39D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1740767" y="2464942"/>
                <a:ext cx="2808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2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386523E2-D688-0DBD-ED21-9DDD367FE6E2}"/>
                  </a:ext>
                </a:extLst>
              </p14:cNvPr>
              <p14:cNvContentPartPr/>
              <p14:nvPr/>
            </p14:nvContentPartPr>
            <p14:xfrm>
              <a:off x="763367" y="3183142"/>
              <a:ext cx="84600" cy="15840"/>
            </p14:xfrm>
          </p:contentPart>
        </mc:Choice>
        <mc:Fallback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386523E2-D688-0DBD-ED21-9DDD367FE6E2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745367" y="3165502"/>
                <a:ext cx="120240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E37A01D3-35B4-9026-047B-03A540E75A61}"/>
                  </a:ext>
                </a:extLst>
              </p14:cNvPr>
              <p14:cNvContentPartPr/>
              <p14:nvPr/>
            </p14:nvContentPartPr>
            <p14:xfrm>
              <a:off x="899807" y="3217342"/>
              <a:ext cx="145440" cy="39960"/>
            </p14:xfrm>
          </p:contentPart>
        </mc:Choice>
        <mc:Fallback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E37A01D3-35B4-9026-047B-03A540E75A61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881807" y="3199342"/>
                <a:ext cx="18108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3CD38040-50AE-B382-396E-E055D732128C}"/>
                  </a:ext>
                </a:extLst>
              </p14:cNvPr>
              <p14:cNvContentPartPr/>
              <p14:nvPr/>
            </p14:nvContentPartPr>
            <p14:xfrm>
              <a:off x="1231367" y="3070102"/>
              <a:ext cx="128880" cy="4752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3CD38040-50AE-B382-396E-E055D732128C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1213727" y="3052102"/>
                <a:ext cx="164520" cy="8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8D49F6B3-3AF1-D561-0357-FF4089DB6D9B}"/>
                  </a:ext>
                </a:extLst>
              </p14:cNvPr>
              <p14:cNvContentPartPr/>
              <p14:nvPr/>
            </p14:nvContentPartPr>
            <p14:xfrm>
              <a:off x="1366367" y="2990182"/>
              <a:ext cx="141120" cy="253800"/>
            </p14:xfrm>
          </p:contentPart>
        </mc:Choice>
        <mc:Fallback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8D49F6B3-3AF1-D561-0357-FF4089DB6D9B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1348367" y="2972542"/>
                <a:ext cx="176760" cy="28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5F70842E-6C38-BDC9-23CA-DEF57E6505AF}"/>
                  </a:ext>
                </a:extLst>
              </p14:cNvPr>
              <p14:cNvContentPartPr/>
              <p14:nvPr/>
            </p14:nvContentPartPr>
            <p14:xfrm>
              <a:off x="1544927" y="3004582"/>
              <a:ext cx="54360" cy="207720"/>
            </p14:xfrm>
          </p:contentPart>
        </mc:Choice>
        <mc:Fallback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5F70842E-6C38-BDC9-23CA-DEF57E6505AF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1527287" y="2986942"/>
                <a:ext cx="90000" cy="24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2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87B5ADD0-ADFB-1B7C-5694-00FEFF140DEC}"/>
                  </a:ext>
                </a:extLst>
              </p14:cNvPr>
              <p14:cNvContentPartPr/>
              <p14:nvPr/>
            </p14:nvContentPartPr>
            <p14:xfrm>
              <a:off x="1509287" y="3171262"/>
              <a:ext cx="177480" cy="276120"/>
            </p14:xfrm>
          </p:contentPart>
        </mc:Choice>
        <mc:Fallback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87B5ADD0-ADFB-1B7C-5694-00FEFF140DEC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1491647" y="3153262"/>
                <a:ext cx="213120" cy="31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4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236459C1-EFC2-916B-A712-4199A587E39C}"/>
                  </a:ext>
                </a:extLst>
              </p14:cNvPr>
              <p14:cNvContentPartPr/>
              <p14:nvPr/>
            </p14:nvContentPartPr>
            <p14:xfrm>
              <a:off x="1786487" y="3274222"/>
              <a:ext cx="62640" cy="223560"/>
            </p14:xfrm>
          </p:contentPart>
        </mc:Choice>
        <mc:Fallback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236459C1-EFC2-916B-A712-4199A587E39C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1768847" y="3256222"/>
                <a:ext cx="98280" cy="25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6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276BFED6-3E00-99D2-5223-3396CBC6153E}"/>
                  </a:ext>
                </a:extLst>
              </p14:cNvPr>
              <p14:cNvContentPartPr/>
              <p14:nvPr/>
            </p14:nvContentPartPr>
            <p14:xfrm>
              <a:off x="1872167" y="3270982"/>
              <a:ext cx="174240" cy="319680"/>
            </p14:xfrm>
          </p:contentPart>
        </mc:Choice>
        <mc:Fallback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276BFED6-3E00-99D2-5223-3396CBC6153E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1854167" y="3252982"/>
                <a:ext cx="209880" cy="35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8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7C88A3D0-F412-4A9F-34FE-A6F76A2C3D4E}"/>
                  </a:ext>
                </a:extLst>
              </p14:cNvPr>
              <p14:cNvContentPartPr/>
              <p14:nvPr/>
            </p14:nvContentPartPr>
            <p14:xfrm>
              <a:off x="2330447" y="2361262"/>
              <a:ext cx="167400" cy="101880"/>
            </p14:xfrm>
          </p:contentPart>
        </mc:Choice>
        <mc:Fallback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7C88A3D0-F412-4A9F-34FE-A6F76A2C3D4E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2312807" y="2343262"/>
                <a:ext cx="203040" cy="13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0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EECD6EEE-0B58-1F61-E924-A7ED122034E5}"/>
                  </a:ext>
                </a:extLst>
              </p14:cNvPr>
              <p14:cNvContentPartPr/>
              <p14:nvPr/>
            </p14:nvContentPartPr>
            <p14:xfrm>
              <a:off x="2505767" y="2406262"/>
              <a:ext cx="92880" cy="219960"/>
            </p14:xfrm>
          </p:contentPart>
        </mc:Choice>
        <mc:Fallback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EECD6EEE-0B58-1F61-E924-A7ED122034E5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2487767" y="2388262"/>
                <a:ext cx="128520" cy="25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2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CABAA77A-5989-1F64-A81B-39BD3F364688}"/>
                  </a:ext>
                </a:extLst>
              </p14:cNvPr>
              <p14:cNvContentPartPr/>
              <p14:nvPr/>
            </p14:nvContentPartPr>
            <p14:xfrm>
              <a:off x="2509367" y="2301142"/>
              <a:ext cx="32040" cy="74160"/>
            </p14:xfrm>
          </p:contentPart>
        </mc:Choice>
        <mc:Fallback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CABAA77A-5989-1F64-A81B-39BD3F364688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2491367" y="2283142"/>
                <a:ext cx="67680" cy="10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4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D3014BDA-65E6-6A98-6925-4A302507AC1C}"/>
                  </a:ext>
                </a:extLst>
              </p14:cNvPr>
              <p14:cNvContentPartPr/>
              <p14:nvPr/>
            </p14:nvContentPartPr>
            <p14:xfrm>
              <a:off x="2375087" y="2882902"/>
              <a:ext cx="120960" cy="167040"/>
            </p14:xfrm>
          </p:contentPart>
        </mc:Choice>
        <mc:Fallback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D3014BDA-65E6-6A98-6925-4A302507AC1C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2357447" y="2865262"/>
                <a:ext cx="156600" cy="2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6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65550D55-0C10-5987-DBF6-9991CFCFB2BE}"/>
                  </a:ext>
                </a:extLst>
              </p14:cNvPr>
              <p14:cNvContentPartPr/>
              <p14:nvPr/>
            </p14:nvContentPartPr>
            <p14:xfrm>
              <a:off x="2488847" y="2965702"/>
              <a:ext cx="69120" cy="184680"/>
            </p14:xfrm>
          </p:contentPart>
        </mc:Choice>
        <mc:Fallback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65550D55-0C10-5987-DBF6-9991CFCFB2BE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2471207" y="2947702"/>
                <a:ext cx="104760" cy="22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8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873A0ABB-B0DB-F3A7-65A3-BDCCD10F1768}"/>
                  </a:ext>
                </a:extLst>
              </p14:cNvPr>
              <p14:cNvContentPartPr/>
              <p14:nvPr/>
            </p14:nvContentPartPr>
            <p14:xfrm>
              <a:off x="2504327" y="2858782"/>
              <a:ext cx="24120" cy="55080"/>
            </p14:xfrm>
          </p:contentPart>
        </mc:Choice>
        <mc:Fallback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873A0ABB-B0DB-F3A7-65A3-BDCCD10F1768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2486687" y="2841142"/>
                <a:ext cx="59760" cy="9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0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CCB6A2D8-8F5E-C48B-5540-F7FE9DD9943E}"/>
                  </a:ext>
                </a:extLst>
              </p14:cNvPr>
              <p14:cNvContentPartPr/>
              <p14:nvPr/>
            </p14:nvContentPartPr>
            <p14:xfrm>
              <a:off x="2421167" y="3425782"/>
              <a:ext cx="36720" cy="219600"/>
            </p14:xfrm>
          </p:contentPart>
        </mc:Choice>
        <mc:Fallback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CCB6A2D8-8F5E-C48B-5540-F7FE9DD9943E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2403167" y="3408142"/>
                <a:ext cx="72360" cy="25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2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54B8A5C7-B241-7526-4ABA-75055FDCE04B}"/>
                  </a:ext>
                </a:extLst>
              </p14:cNvPr>
              <p14:cNvContentPartPr/>
              <p14:nvPr/>
            </p14:nvContentPartPr>
            <p14:xfrm>
              <a:off x="2458247" y="3422902"/>
              <a:ext cx="125280" cy="258840"/>
            </p14:xfrm>
          </p:contentPart>
        </mc:Choice>
        <mc:Fallback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54B8A5C7-B241-7526-4ABA-75055FDCE04B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2440247" y="3405262"/>
                <a:ext cx="160920" cy="29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4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E9F22A3D-EE1D-24CE-C1CC-F335016D75E1}"/>
                  </a:ext>
                </a:extLst>
              </p14:cNvPr>
              <p14:cNvContentPartPr/>
              <p14:nvPr/>
            </p14:nvContentPartPr>
            <p14:xfrm>
              <a:off x="2686847" y="3566902"/>
              <a:ext cx="55800" cy="264240"/>
            </p14:xfrm>
          </p:contentPart>
        </mc:Choice>
        <mc:Fallback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E9F22A3D-EE1D-24CE-C1CC-F335016D75E1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2668847" y="3549262"/>
                <a:ext cx="91440" cy="29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6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7DEC7ABD-9F10-ACCE-C379-B158BDE1BA75}"/>
                  </a:ext>
                </a:extLst>
              </p14:cNvPr>
              <p14:cNvContentPartPr/>
              <p14:nvPr/>
            </p14:nvContentPartPr>
            <p14:xfrm>
              <a:off x="2664527" y="3483742"/>
              <a:ext cx="9000" cy="55440"/>
            </p14:xfrm>
          </p:contentPart>
        </mc:Choice>
        <mc:Fallback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7DEC7ABD-9F10-ACCE-C379-B158BDE1BA75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2646887" y="3466102"/>
                <a:ext cx="44640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8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7D8B1FF4-8604-E919-A1F1-231D4729F7C5}"/>
                  </a:ext>
                </a:extLst>
              </p14:cNvPr>
              <p14:cNvContentPartPr/>
              <p14:nvPr/>
            </p14:nvContentPartPr>
            <p14:xfrm>
              <a:off x="2143607" y="2189182"/>
              <a:ext cx="105120" cy="2129400"/>
            </p14:xfrm>
          </p:contentPart>
        </mc:Choice>
        <mc:Fallback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7D8B1FF4-8604-E919-A1F1-231D4729F7C5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2125967" y="2171542"/>
                <a:ext cx="140760" cy="216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0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5CE3376C-C8F3-A3EB-0D8C-802148ABF2C9}"/>
                  </a:ext>
                </a:extLst>
              </p14:cNvPr>
              <p14:cNvContentPartPr/>
              <p14:nvPr/>
            </p14:nvContentPartPr>
            <p14:xfrm>
              <a:off x="2736887" y="3306262"/>
              <a:ext cx="21600" cy="104616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5CE3376C-C8F3-A3EB-0D8C-802148ABF2C9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2719247" y="3288262"/>
                <a:ext cx="57240" cy="108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2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F278311E-2A56-BF54-739C-64AD5772E8B6}"/>
                  </a:ext>
                </a:extLst>
              </p14:cNvPr>
              <p14:cNvContentPartPr/>
              <p14:nvPr/>
            </p14:nvContentPartPr>
            <p14:xfrm>
              <a:off x="2584247" y="3597502"/>
              <a:ext cx="100440" cy="270000"/>
            </p14:xfrm>
          </p:contentPart>
        </mc:Choice>
        <mc:Fallback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F278311E-2A56-BF54-739C-64AD5772E8B6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2566247" y="3579862"/>
                <a:ext cx="136080" cy="30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4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11A3EFF2-1031-F342-3096-A1CB46A6B45E}"/>
                  </a:ext>
                </a:extLst>
              </p14:cNvPr>
              <p14:cNvContentPartPr/>
              <p14:nvPr/>
            </p14:nvContentPartPr>
            <p14:xfrm>
              <a:off x="2546447" y="3367462"/>
              <a:ext cx="28800" cy="51840"/>
            </p14:xfrm>
          </p:contentPart>
        </mc:Choice>
        <mc:Fallback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11A3EFF2-1031-F342-3096-A1CB46A6B45E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2528447" y="3349822"/>
                <a:ext cx="64440" cy="8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6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F0C26BD6-AB89-D1ED-0EAD-5BC6D92237F9}"/>
                  </a:ext>
                </a:extLst>
              </p14:cNvPr>
              <p14:cNvContentPartPr/>
              <p14:nvPr/>
            </p14:nvContentPartPr>
            <p14:xfrm>
              <a:off x="1231367" y="2819542"/>
              <a:ext cx="28800" cy="44280"/>
            </p14:xfrm>
          </p:contentPart>
        </mc:Choice>
        <mc:Fallback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F0C26BD6-AB89-D1ED-0EAD-5BC6D92237F9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1213727" y="2801902"/>
                <a:ext cx="64440" cy="7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8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E8B16C4A-8EE8-820E-9EA2-48550A3F1C3A}"/>
                  </a:ext>
                </a:extLst>
              </p14:cNvPr>
              <p14:cNvContentPartPr/>
              <p14:nvPr/>
            </p14:nvContentPartPr>
            <p14:xfrm>
              <a:off x="3050807" y="2490142"/>
              <a:ext cx="164520" cy="11520"/>
            </p14:xfrm>
          </p:contentPart>
        </mc:Choice>
        <mc:Fallback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E8B16C4A-8EE8-820E-9EA2-48550A3F1C3A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3033167" y="2472502"/>
                <a:ext cx="20016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0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C598E29D-4BF3-B7CF-361A-448B1A9191A7}"/>
                  </a:ext>
                </a:extLst>
              </p14:cNvPr>
              <p14:cNvContentPartPr/>
              <p14:nvPr/>
            </p14:nvContentPartPr>
            <p14:xfrm>
              <a:off x="3415127" y="2350102"/>
              <a:ext cx="26640" cy="228240"/>
            </p14:xfrm>
          </p:contentPart>
        </mc:Choice>
        <mc:Fallback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C598E29D-4BF3-B7CF-361A-448B1A9191A7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3397127" y="2332102"/>
                <a:ext cx="62280" cy="26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2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50FF2AF1-EB5C-E870-B068-231C8A18FEA7}"/>
                  </a:ext>
                </a:extLst>
              </p14:cNvPr>
              <p14:cNvContentPartPr/>
              <p14:nvPr/>
            </p14:nvContentPartPr>
            <p14:xfrm>
              <a:off x="4131167" y="2404102"/>
              <a:ext cx="120240" cy="30600"/>
            </p14:xfrm>
          </p:contentPart>
        </mc:Choice>
        <mc:Fallback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50FF2AF1-EB5C-E870-B068-231C8A18FEA7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4113167" y="2386102"/>
                <a:ext cx="155880" cy="6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4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79521E56-1996-4D66-BC90-E6F6D90B51F2}"/>
                  </a:ext>
                </a:extLst>
              </p14:cNvPr>
              <p14:cNvContentPartPr/>
              <p14:nvPr/>
            </p14:nvContentPartPr>
            <p14:xfrm>
              <a:off x="4425287" y="2284942"/>
              <a:ext cx="27000" cy="284040"/>
            </p14:xfrm>
          </p:contentPart>
        </mc:Choice>
        <mc:Fallback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79521E56-1996-4D66-BC90-E6F6D90B51F2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4407647" y="2266942"/>
                <a:ext cx="62640" cy="319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64" name="Group 163">
            <a:extLst>
              <a:ext uri="{FF2B5EF4-FFF2-40B4-BE49-F238E27FC236}">
                <a16:creationId xmlns:a16="http://schemas.microsoft.com/office/drawing/2014/main" id="{EF92D6ED-55BA-6A9B-5E9D-F57C8B499B9B}"/>
              </a:ext>
            </a:extLst>
          </p:cNvPr>
          <p:cNvGrpSpPr/>
          <p:nvPr/>
        </p:nvGrpSpPr>
        <p:grpSpPr>
          <a:xfrm>
            <a:off x="3299927" y="994702"/>
            <a:ext cx="278280" cy="684720"/>
            <a:chOff x="3299927" y="994702"/>
            <a:chExt cx="278280" cy="684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AC2415F-52CF-1961-43D3-12E2B24DE7FB}"/>
                    </a:ext>
                  </a:extLst>
                </p14:cNvPr>
                <p14:cNvContentPartPr/>
                <p14:nvPr/>
              </p14:nvContentPartPr>
              <p14:xfrm>
                <a:off x="3299927" y="994702"/>
                <a:ext cx="25200" cy="1954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AC2415F-52CF-1961-43D3-12E2B24DE7FB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281927" y="977062"/>
                  <a:ext cx="6084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3F84112-03BF-B05C-BFBF-B3076F32E4B5}"/>
                    </a:ext>
                  </a:extLst>
                </p14:cNvPr>
                <p14:cNvContentPartPr/>
                <p14:nvPr/>
              </p14:nvContentPartPr>
              <p14:xfrm>
                <a:off x="3387047" y="1384222"/>
                <a:ext cx="191160" cy="2952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3F84112-03BF-B05C-BFBF-B3076F32E4B5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3369407" y="1366582"/>
                  <a:ext cx="22680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ECF98503-FA11-B216-11C8-BC5189450573}"/>
                    </a:ext>
                  </a:extLst>
                </p14:cNvPr>
                <p14:cNvContentPartPr/>
                <p14:nvPr/>
              </p14:nvContentPartPr>
              <p14:xfrm>
                <a:off x="3437087" y="1322302"/>
                <a:ext cx="45360" cy="396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ECF98503-FA11-B216-11C8-BC5189450573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3419087" y="1304302"/>
                  <a:ext cx="81000" cy="39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2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77690A33-A53C-BA66-151F-A96482C17130}"/>
                  </a:ext>
                </a:extLst>
              </p14:cNvPr>
              <p14:cNvContentPartPr/>
              <p14:nvPr/>
            </p14:nvContentPartPr>
            <p14:xfrm>
              <a:off x="5319887" y="2256862"/>
              <a:ext cx="245880" cy="281160"/>
            </p14:xfrm>
          </p:contentPart>
        </mc:Choice>
        <mc:Fallback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77690A33-A53C-BA66-151F-A96482C17130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5302247" y="2238862"/>
                <a:ext cx="281520" cy="316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0" name="Group 169">
            <a:extLst>
              <a:ext uri="{FF2B5EF4-FFF2-40B4-BE49-F238E27FC236}">
                <a16:creationId xmlns:a16="http://schemas.microsoft.com/office/drawing/2014/main" id="{7492C908-16EE-977E-7AA7-A68923776E47}"/>
              </a:ext>
            </a:extLst>
          </p:cNvPr>
          <p:cNvGrpSpPr/>
          <p:nvPr/>
        </p:nvGrpSpPr>
        <p:grpSpPr>
          <a:xfrm>
            <a:off x="5429687" y="2529382"/>
            <a:ext cx="450000" cy="325440"/>
            <a:chOff x="5429687" y="2529382"/>
            <a:chExt cx="450000" cy="32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51655067-D630-F57C-647C-3F89887D4837}"/>
                    </a:ext>
                  </a:extLst>
                </p14:cNvPr>
                <p14:cNvContentPartPr/>
                <p14:nvPr/>
              </p14:nvContentPartPr>
              <p14:xfrm>
                <a:off x="5429687" y="2529382"/>
                <a:ext cx="167760" cy="25524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51655067-D630-F57C-647C-3F89887D4837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5411687" y="2511382"/>
                  <a:ext cx="20340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6EFC82DD-7AEE-3EC8-0D9C-192D7AAF5F83}"/>
                    </a:ext>
                  </a:extLst>
                </p14:cNvPr>
                <p14:cNvContentPartPr/>
                <p14:nvPr/>
              </p14:nvContentPartPr>
              <p14:xfrm>
                <a:off x="5618687" y="2619382"/>
                <a:ext cx="33120" cy="14796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6EFC82DD-7AEE-3EC8-0D9C-192D7AAF5F83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5601047" y="2601742"/>
                  <a:ext cx="6876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386EE072-937A-E47D-E065-B8E09A671058}"/>
                    </a:ext>
                  </a:extLst>
                </p14:cNvPr>
                <p14:cNvContentPartPr/>
                <p14:nvPr/>
              </p14:nvContentPartPr>
              <p14:xfrm>
                <a:off x="5714807" y="2597062"/>
                <a:ext cx="164880" cy="25776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386EE072-937A-E47D-E065-B8E09A671058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5696807" y="2579062"/>
                  <a:ext cx="200520" cy="293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0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C062EA72-30F7-2019-C8E0-BA25E554E793}"/>
                  </a:ext>
                </a:extLst>
              </p14:cNvPr>
              <p14:cNvContentPartPr/>
              <p14:nvPr/>
            </p14:nvContentPartPr>
            <p14:xfrm>
              <a:off x="6030527" y="2922862"/>
              <a:ext cx="38160" cy="7920"/>
            </p14:xfrm>
          </p:contentPart>
        </mc:Choice>
        <mc:Fallback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C062EA72-30F7-2019-C8E0-BA25E554E793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6012527" y="2905222"/>
                <a:ext cx="73800" cy="43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75" name="Group 174">
            <a:extLst>
              <a:ext uri="{FF2B5EF4-FFF2-40B4-BE49-F238E27FC236}">
                <a16:creationId xmlns:a16="http://schemas.microsoft.com/office/drawing/2014/main" id="{9F5B2B76-1A11-55D0-9E64-209BC26B47A6}"/>
              </a:ext>
            </a:extLst>
          </p:cNvPr>
          <p:cNvGrpSpPr/>
          <p:nvPr/>
        </p:nvGrpSpPr>
        <p:grpSpPr>
          <a:xfrm>
            <a:off x="6543167" y="2439742"/>
            <a:ext cx="421200" cy="472320"/>
            <a:chOff x="6543167" y="2439742"/>
            <a:chExt cx="421200" cy="47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8438AC30-C69C-66BC-DA84-BF18D323584E}"/>
                    </a:ext>
                  </a:extLst>
                </p14:cNvPr>
                <p14:cNvContentPartPr/>
                <p14:nvPr/>
              </p14:nvContentPartPr>
              <p14:xfrm>
                <a:off x="6544247" y="2439742"/>
                <a:ext cx="14040" cy="15120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8438AC30-C69C-66BC-DA84-BF18D323584E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6526607" y="2422102"/>
                  <a:ext cx="496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17E76A09-CEFA-B95D-14D2-0764FBAC5F3D}"/>
                    </a:ext>
                  </a:extLst>
                </p14:cNvPr>
                <p14:cNvContentPartPr/>
                <p14:nvPr/>
              </p14:nvContentPartPr>
              <p14:xfrm>
                <a:off x="6543167" y="2520022"/>
                <a:ext cx="194760" cy="25308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17E76A09-CEFA-B95D-14D2-0764FBAC5F3D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6525167" y="2502022"/>
                  <a:ext cx="23040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11C7335A-5B5C-00E1-C56D-9D9F0FC8F269}"/>
                    </a:ext>
                  </a:extLst>
                </p14:cNvPr>
                <p14:cNvContentPartPr/>
                <p14:nvPr/>
              </p14:nvContentPartPr>
              <p14:xfrm>
                <a:off x="6737927" y="2705062"/>
                <a:ext cx="34920" cy="15372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11C7335A-5B5C-00E1-C56D-9D9F0FC8F269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6720287" y="2687422"/>
                  <a:ext cx="7056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BE38D948-2F90-8993-6AB0-94F14E89F763}"/>
                    </a:ext>
                  </a:extLst>
                </p14:cNvPr>
                <p14:cNvContentPartPr/>
                <p14:nvPr/>
              </p14:nvContentPartPr>
              <p14:xfrm>
                <a:off x="6773927" y="2684902"/>
                <a:ext cx="190440" cy="22716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BE38D948-2F90-8993-6AB0-94F14E89F763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6755927" y="2666902"/>
                  <a:ext cx="226080" cy="262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0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15A05B06-2F85-9A94-C1DD-8866A331EFDB}"/>
                  </a:ext>
                </a:extLst>
              </p14:cNvPr>
              <p14:cNvContentPartPr/>
              <p14:nvPr/>
            </p14:nvContentPartPr>
            <p14:xfrm>
              <a:off x="7309967" y="1262182"/>
              <a:ext cx="360" cy="360"/>
            </p14:xfrm>
          </p:contentPart>
        </mc:Choice>
        <mc:Fallback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15A05B06-2F85-9A94-C1DD-8866A331EFDB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7292327" y="1244542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82" name="Group 181">
            <a:extLst>
              <a:ext uri="{FF2B5EF4-FFF2-40B4-BE49-F238E27FC236}">
                <a16:creationId xmlns:a16="http://schemas.microsoft.com/office/drawing/2014/main" id="{5011B04E-9DDC-5EFD-1E99-4C77BF10ED34}"/>
              </a:ext>
            </a:extLst>
          </p:cNvPr>
          <p:cNvGrpSpPr/>
          <p:nvPr/>
        </p:nvGrpSpPr>
        <p:grpSpPr>
          <a:xfrm>
            <a:off x="7293767" y="2351542"/>
            <a:ext cx="1055520" cy="532440"/>
            <a:chOff x="7293767" y="2351542"/>
            <a:chExt cx="1055520" cy="53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88397892-09D8-0260-2B0B-7FB2C6F5893F}"/>
                    </a:ext>
                  </a:extLst>
                </p14:cNvPr>
                <p14:cNvContentPartPr/>
                <p14:nvPr/>
              </p14:nvContentPartPr>
              <p14:xfrm>
                <a:off x="7618127" y="2352622"/>
                <a:ext cx="150120" cy="19548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88397892-09D8-0260-2B0B-7FB2C6F5893F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7600127" y="2334982"/>
                  <a:ext cx="18576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17BFBC9A-40DA-6D43-A003-7ACBCBB54C2B}"/>
                    </a:ext>
                  </a:extLst>
                </p14:cNvPr>
                <p14:cNvContentPartPr/>
                <p14:nvPr/>
              </p14:nvContentPartPr>
              <p14:xfrm>
                <a:off x="7769687" y="2520382"/>
                <a:ext cx="164520" cy="24588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17BFBC9A-40DA-6D43-A003-7ACBCBB54C2B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7752047" y="2502382"/>
                  <a:ext cx="20016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8EBCC774-CFD4-16A1-DBB8-E95E2E1E0CBF}"/>
                    </a:ext>
                  </a:extLst>
                </p14:cNvPr>
                <p14:cNvContentPartPr/>
                <p14:nvPr/>
              </p14:nvContentPartPr>
              <p14:xfrm>
                <a:off x="8069927" y="2616862"/>
                <a:ext cx="48960" cy="23040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8EBCC774-CFD4-16A1-DBB8-E95E2E1E0CBF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8052287" y="2599222"/>
                  <a:ext cx="8460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5ADBB367-9096-60E5-BF2F-5D5BC80353C2}"/>
                    </a:ext>
                  </a:extLst>
                </p14:cNvPr>
                <p14:cNvContentPartPr/>
                <p14:nvPr/>
              </p14:nvContentPartPr>
              <p14:xfrm>
                <a:off x="8130767" y="2666182"/>
                <a:ext cx="218520" cy="21780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5ADBB367-9096-60E5-BF2F-5D5BC80353C2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8113127" y="2648182"/>
                  <a:ext cx="25416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B811F5C9-7C97-E782-DC19-9FD565FCDA38}"/>
                    </a:ext>
                  </a:extLst>
                </p14:cNvPr>
                <p14:cNvContentPartPr/>
                <p14:nvPr/>
              </p14:nvContentPartPr>
              <p14:xfrm>
                <a:off x="7293767" y="2351542"/>
                <a:ext cx="176400" cy="792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B811F5C9-7C97-E782-DC19-9FD565FCDA38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7276127" y="2333542"/>
                  <a:ext cx="212040" cy="4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CC794B68-4598-99E5-1254-474C3E5B88BC}"/>
              </a:ext>
            </a:extLst>
          </p:cNvPr>
          <p:cNvGrpSpPr/>
          <p:nvPr/>
        </p:nvGrpSpPr>
        <p:grpSpPr>
          <a:xfrm>
            <a:off x="8885687" y="2360902"/>
            <a:ext cx="494280" cy="436680"/>
            <a:chOff x="8885687" y="2360902"/>
            <a:chExt cx="494280" cy="43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616A0B14-286E-0414-066C-73B638ED383A}"/>
                    </a:ext>
                  </a:extLst>
                </p14:cNvPr>
                <p14:cNvContentPartPr/>
                <p14:nvPr/>
              </p14:nvContentPartPr>
              <p14:xfrm>
                <a:off x="8885687" y="2487982"/>
                <a:ext cx="110160" cy="648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616A0B14-286E-0414-066C-73B638ED383A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8868047" y="2469982"/>
                  <a:ext cx="14580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A07E3FA7-1AE6-8097-C77E-66C3E0D56EDF}"/>
                    </a:ext>
                  </a:extLst>
                </p14:cNvPr>
                <p14:cNvContentPartPr/>
                <p14:nvPr/>
              </p14:nvContentPartPr>
              <p14:xfrm>
                <a:off x="9099887" y="2360902"/>
                <a:ext cx="37440" cy="23256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A07E3FA7-1AE6-8097-C77E-66C3E0D56EDF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9082247" y="2343262"/>
                  <a:ext cx="7308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5FB48218-56D1-1342-E8A5-EC185034F91A}"/>
                    </a:ext>
                  </a:extLst>
                </p14:cNvPr>
                <p14:cNvContentPartPr/>
                <p14:nvPr/>
              </p14:nvContentPartPr>
              <p14:xfrm>
                <a:off x="9120047" y="2464582"/>
                <a:ext cx="182880" cy="24156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5FB48218-56D1-1342-E8A5-EC185034F91A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9102047" y="2446582"/>
                  <a:ext cx="21852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F8AC79E1-676B-84DD-EA4D-B55300F20FC1}"/>
                    </a:ext>
                  </a:extLst>
                </p14:cNvPr>
                <p14:cNvContentPartPr/>
                <p14:nvPr/>
              </p14:nvContentPartPr>
              <p14:xfrm>
                <a:off x="9352967" y="2598142"/>
                <a:ext cx="27000" cy="19944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F8AC79E1-676B-84DD-EA4D-B55300F20FC1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9335327" y="2580502"/>
                  <a:ext cx="62640" cy="235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9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B77AB239-0583-3807-DD2C-17CD2B581515}"/>
                  </a:ext>
                </a:extLst>
              </p14:cNvPr>
              <p14:cNvContentPartPr/>
              <p14:nvPr/>
            </p14:nvContentPartPr>
            <p14:xfrm>
              <a:off x="9543407" y="2595982"/>
              <a:ext cx="232200" cy="237600"/>
            </p14:xfrm>
          </p:contentPart>
        </mc:Choice>
        <mc:Fallback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B77AB239-0583-3807-DD2C-17CD2B581515}"/>
                  </a:ext>
                </a:extLst>
              </p:cNvPr>
              <p:cNvPicPr/>
              <p:nvPr/>
            </p:nvPicPr>
            <p:blipFill>
              <a:blip r:embed="rId280"/>
              <a:stretch>
                <a:fillRect/>
              </a:stretch>
            </p:blipFill>
            <p:spPr>
              <a:xfrm>
                <a:off x="9525767" y="2577982"/>
                <a:ext cx="267840" cy="273240"/>
              </a:xfrm>
              <a:prstGeom prst="rect">
                <a:avLst/>
              </a:prstGeom>
            </p:spPr>
          </p:pic>
        </mc:Fallback>
      </mc:AlternateContent>
      <p:grpSp>
        <p:nvGrpSpPr>
          <p:cNvPr id="203" name="Group 202">
            <a:extLst>
              <a:ext uri="{FF2B5EF4-FFF2-40B4-BE49-F238E27FC236}">
                <a16:creationId xmlns:a16="http://schemas.microsoft.com/office/drawing/2014/main" id="{8EC51F9E-E053-FDD0-F2FB-72E947E74242}"/>
              </a:ext>
            </a:extLst>
          </p:cNvPr>
          <p:cNvGrpSpPr/>
          <p:nvPr/>
        </p:nvGrpSpPr>
        <p:grpSpPr>
          <a:xfrm>
            <a:off x="3060527" y="2995222"/>
            <a:ext cx="266400" cy="165960"/>
            <a:chOff x="3060527" y="2995222"/>
            <a:chExt cx="266400" cy="16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C3FDB315-C3E9-8958-16F6-23FC06394614}"/>
                    </a:ext>
                  </a:extLst>
                </p14:cNvPr>
                <p14:cNvContentPartPr/>
                <p14:nvPr/>
              </p14:nvContentPartPr>
              <p14:xfrm>
                <a:off x="3060527" y="3082342"/>
                <a:ext cx="128880" cy="2052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C3FDB315-C3E9-8958-16F6-23FC06394614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3042527" y="3064702"/>
                  <a:ext cx="1645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E17B90EC-356C-32F5-792C-915F5FE4A4D8}"/>
                    </a:ext>
                  </a:extLst>
                </p14:cNvPr>
                <p14:cNvContentPartPr/>
                <p14:nvPr/>
              </p14:nvContentPartPr>
              <p14:xfrm>
                <a:off x="3299207" y="2995222"/>
                <a:ext cx="27720" cy="16596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E17B90EC-356C-32F5-792C-915F5FE4A4D8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3281207" y="2977582"/>
                  <a:ext cx="63360" cy="201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5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9E0132C8-5BAF-5D99-13A4-E8ABA7A2C4A8}"/>
                  </a:ext>
                </a:extLst>
              </p14:cNvPr>
              <p14:cNvContentPartPr/>
              <p14:nvPr/>
            </p14:nvContentPartPr>
            <p14:xfrm>
              <a:off x="4208927" y="3123742"/>
              <a:ext cx="132480" cy="16920"/>
            </p14:xfrm>
          </p:contentPart>
        </mc:Choice>
        <mc:Fallback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9E0132C8-5BAF-5D99-13A4-E8ABA7A2C4A8}"/>
                  </a:ext>
                </a:extLst>
              </p:cNvPr>
              <p:cNvPicPr/>
              <p:nvPr/>
            </p:nvPicPr>
            <p:blipFill>
              <a:blip r:embed="rId286"/>
              <a:stretch>
                <a:fillRect/>
              </a:stretch>
            </p:blipFill>
            <p:spPr>
              <a:xfrm>
                <a:off x="4190927" y="3106102"/>
                <a:ext cx="168120" cy="5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7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F7897BEA-90B0-5D40-5377-9C367CDA37B6}"/>
                  </a:ext>
                </a:extLst>
              </p14:cNvPr>
              <p14:cNvContentPartPr/>
              <p14:nvPr/>
            </p14:nvContentPartPr>
            <p14:xfrm>
              <a:off x="4496927" y="3016102"/>
              <a:ext cx="10080" cy="219240"/>
            </p14:xfrm>
          </p:contentPart>
        </mc:Choice>
        <mc:Fallback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F7897BEA-90B0-5D40-5377-9C367CDA37B6}"/>
                  </a:ext>
                </a:extLst>
              </p:cNvPr>
              <p:cNvPicPr/>
              <p:nvPr/>
            </p:nvPicPr>
            <p:blipFill>
              <a:blip r:embed="rId288"/>
              <a:stretch>
                <a:fillRect/>
              </a:stretch>
            </p:blipFill>
            <p:spPr>
              <a:xfrm>
                <a:off x="4478927" y="2998102"/>
                <a:ext cx="45720" cy="25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9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0C60C09D-6C9E-56F3-B373-31DDAA856606}"/>
                  </a:ext>
                </a:extLst>
              </p14:cNvPr>
              <p14:cNvContentPartPr/>
              <p14:nvPr/>
            </p14:nvContentPartPr>
            <p14:xfrm>
              <a:off x="5561447" y="3105022"/>
              <a:ext cx="155880" cy="186120"/>
            </p14:xfrm>
          </p:contentPart>
        </mc:Choice>
        <mc:Fallback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0C60C09D-6C9E-56F3-B373-31DDAA856606}"/>
                  </a:ext>
                </a:extLst>
              </p:cNvPr>
              <p:cNvPicPr/>
              <p:nvPr/>
            </p:nvPicPr>
            <p:blipFill>
              <a:blip r:embed="rId290"/>
              <a:stretch>
                <a:fillRect/>
              </a:stretch>
            </p:blipFill>
            <p:spPr>
              <a:xfrm>
                <a:off x="5543447" y="3087382"/>
                <a:ext cx="191520" cy="22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1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3BFAEF52-918C-F145-064A-A05C05AA147B}"/>
                  </a:ext>
                </a:extLst>
              </p14:cNvPr>
              <p14:cNvContentPartPr/>
              <p14:nvPr/>
            </p14:nvContentPartPr>
            <p14:xfrm>
              <a:off x="6601847" y="3110782"/>
              <a:ext cx="196560" cy="189720"/>
            </p14:xfrm>
          </p:contentPart>
        </mc:Choice>
        <mc:Fallback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3BFAEF52-918C-F145-064A-A05C05AA147B}"/>
                  </a:ext>
                </a:extLst>
              </p:cNvPr>
              <p:cNvPicPr/>
              <p:nvPr/>
            </p:nvPicPr>
            <p:blipFill>
              <a:blip r:embed="rId292"/>
              <a:stretch>
                <a:fillRect/>
              </a:stretch>
            </p:blipFill>
            <p:spPr>
              <a:xfrm>
                <a:off x="6584207" y="3093142"/>
                <a:ext cx="232200" cy="225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02" name="Group 201">
            <a:extLst>
              <a:ext uri="{FF2B5EF4-FFF2-40B4-BE49-F238E27FC236}">
                <a16:creationId xmlns:a16="http://schemas.microsoft.com/office/drawing/2014/main" id="{EF39DF29-5F12-E0D6-3248-C354F4FB6E67}"/>
              </a:ext>
            </a:extLst>
          </p:cNvPr>
          <p:cNvGrpSpPr/>
          <p:nvPr/>
        </p:nvGrpSpPr>
        <p:grpSpPr>
          <a:xfrm>
            <a:off x="7820447" y="3054622"/>
            <a:ext cx="525240" cy="187200"/>
            <a:chOff x="7820447" y="3054622"/>
            <a:chExt cx="525240" cy="187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380AF477-C332-4D46-57EC-B04F2F8F0CFD}"/>
                    </a:ext>
                  </a:extLst>
                </p14:cNvPr>
                <p14:cNvContentPartPr/>
                <p14:nvPr/>
              </p14:nvContentPartPr>
              <p14:xfrm>
                <a:off x="7820447" y="3152182"/>
                <a:ext cx="119520" cy="1908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380AF477-C332-4D46-57EC-B04F2F8F0CFD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7802807" y="3134542"/>
                  <a:ext cx="15516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7A7EE273-CD84-C886-17CB-E1F1169C933B}"/>
                    </a:ext>
                  </a:extLst>
                </p14:cNvPr>
                <p14:cNvContentPartPr/>
                <p14:nvPr/>
              </p14:nvContentPartPr>
              <p14:xfrm>
                <a:off x="8068847" y="3054622"/>
                <a:ext cx="65520" cy="18720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7A7EE273-CD84-C886-17CB-E1F1169C933B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8050847" y="3036982"/>
                  <a:ext cx="10116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8D199F15-8B03-0C17-755B-FEDE7BF063AC}"/>
                    </a:ext>
                  </a:extLst>
                </p14:cNvPr>
                <p14:cNvContentPartPr/>
                <p14:nvPr/>
              </p14:nvContentPartPr>
              <p14:xfrm>
                <a:off x="8105567" y="3079822"/>
                <a:ext cx="240120" cy="15228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8D199F15-8B03-0C17-755B-FEDE7BF063AC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8087567" y="3062182"/>
                  <a:ext cx="275760" cy="187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9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235CAFE5-CA2D-25E6-0293-143E3B371491}"/>
                  </a:ext>
                </a:extLst>
              </p14:cNvPr>
              <p14:cNvContentPartPr/>
              <p14:nvPr/>
            </p14:nvContentPartPr>
            <p14:xfrm>
              <a:off x="9019607" y="3157942"/>
              <a:ext cx="148320" cy="27000"/>
            </p14:xfrm>
          </p:contentPart>
        </mc:Choice>
        <mc:Fallback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235CAFE5-CA2D-25E6-0293-143E3B371491}"/>
                  </a:ext>
                </a:extLst>
              </p:cNvPr>
              <p:cNvPicPr/>
              <p:nvPr/>
            </p:nvPicPr>
            <p:blipFill>
              <a:blip r:embed="rId300"/>
              <a:stretch>
                <a:fillRect/>
              </a:stretch>
            </p:blipFill>
            <p:spPr>
              <a:xfrm>
                <a:off x="9001967" y="3139942"/>
                <a:ext cx="183960" cy="62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01" name="Group 200">
            <a:extLst>
              <a:ext uri="{FF2B5EF4-FFF2-40B4-BE49-F238E27FC236}">
                <a16:creationId xmlns:a16="http://schemas.microsoft.com/office/drawing/2014/main" id="{2D73A282-ADB8-0CB2-47FA-AA25322BFE26}"/>
              </a:ext>
            </a:extLst>
          </p:cNvPr>
          <p:cNvGrpSpPr/>
          <p:nvPr/>
        </p:nvGrpSpPr>
        <p:grpSpPr>
          <a:xfrm>
            <a:off x="9374207" y="3002422"/>
            <a:ext cx="414000" cy="235800"/>
            <a:chOff x="9374207" y="3002422"/>
            <a:chExt cx="414000" cy="23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C4CABEF9-B112-9528-F6E2-8B9AD77F0214}"/>
                    </a:ext>
                  </a:extLst>
                </p14:cNvPr>
                <p14:cNvContentPartPr/>
                <p14:nvPr/>
              </p14:nvContentPartPr>
              <p14:xfrm>
                <a:off x="9374207" y="3058222"/>
                <a:ext cx="60120" cy="18000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C4CABEF9-B112-9528-F6E2-8B9AD77F0214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9356567" y="3040582"/>
                  <a:ext cx="9576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20F0BD85-B85E-FF66-749F-1C8DB14C24CE}"/>
                    </a:ext>
                  </a:extLst>
                </p14:cNvPr>
                <p14:cNvContentPartPr/>
                <p14:nvPr/>
              </p14:nvContentPartPr>
              <p14:xfrm>
                <a:off x="9487247" y="3002422"/>
                <a:ext cx="300960" cy="21024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20F0BD85-B85E-FF66-749F-1C8DB14C24CE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9469247" y="2984782"/>
                  <a:ext cx="336600" cy="245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5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C52955B6-0580-2C8C-5722-8468DF2F7A76}"/>
                  </a:ext>
                </a:extLst>
              </p14:cNvPr>
              <p14:cNvContentPartPr/>
              <p14:nvPr/>
            </p14:nvContentPartPr>
            <p14:xfrm>
              <a:off x="3196967" y="3547462"/>
              <a:ext cx="180360" cy="200160"/>
            </p14:xfrm>
          </p:contentPart>
        </mc:Choice>
        <mc:Fallback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C52955B6-0580-2C8C-5722-8468DF2F7A76}"/>
                  </a:ext>
                </a:extLst>
              </p:cNvPr>
              <p:cNvPicPr/>
              <p:nvPr/>
            </p:nvPicPr>
            <p:blipFill>
              <a:blip r:embed="rId306"/>
              <a:stretch>
                <a:fillRect/>
              </a:stretch>
            </p:blipFill>
            <p:spPr>
              <a:xfrm>
                <a:off x="3178967" y="3529822"/>
                <a:ext cx="21600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7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52D329C8-BD4B-0D8B-1604-CC522CC527A1}"/>
                  </a:ext>
                </a:extLst>
              </p14:cNvPr>
              <p14:cNvContentPartPr/>
              <p14:nvPr/>
            </p14:nvContentPartPr>
            <p14:xfrm>
              <a:off x="4390007" y="3604342"/>
              <a:ext cx="284400" cy="283680"/>
            </p14:xfrm>
          </p:contentPart>
        </mc:Choice>
        <mc:Fallback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52D329C8-BD4B-0D8B-1604-CC522CC527A1}"/>
                  </a:ext>
                </a:extLst>
              </p:cNvPr>
              <p:cNvPicPr/>
              <p:nvPr/>
            </p:nvPicPr>
            <p:blipFill>
              <a:blip r:embed="rId308"/>
              <a:stretch>
                <a:fillRect/>
              </a:stretch>
            </p:blipFill>
            <p:spPr>
              <a:xfrm>
                <a:off x="4372367" y="3586342"/>
                <a:ext cx="320040" cy="319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18" name="Group 217">
            <a:extLst>
              <a:ext uri="{FF2B5EF4-FFF2-40B4-BE49-F238E27FC236}">
                <a16:creationId xmlns:a16="http://schemas.microsoft.com/office/drawing/2014/main" id="{41214B55-2D26-11F9-E7D3-BC40581EFFE5}"/>
              </a:ext>
            </a:extLst>
          </p:cNvPr>
          <p:cNvGrpSpPr/>
          <p:nvPr/>
        </p:nvGrpSpPr>
        <p:grpSpPr>
          <a:xfrm>
            <a:off x="5203607" y="3606862"/>
            <a:ext cx="347760" cy="197280"/>
            <a:chOff x="5203607" y="3606862"/>
            <a:chExt cx="347760" cy="19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9EE73548-6FCB-4253-BD76-643E37269B28}"/>
                    </a:ext>
                  </a:extLst>
                </p14:cNvPr>
                <p14:cNvContentPartPr/>
                <p14:nvPr/>
              </p14:nvContentPartPr>
              <p14:xfrm>
                <a:off x="5203607" y="3748702"/>
                <a:ext cx="102960" cy="1764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9EE73548-6FCB-4253-BD76-643E37269B28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5185607" y="3730702"/>
                  <a:ext cx="13860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393EA9FF-80BB-034A-C5C1-94D7440511AF}"/>
                    </a:ext>
                  </a:extLst>
                </p14:cNvPr>
                <p14:cNvContentPartPr/>
                <p14:nvPr/>
              </p14:nvContentPartPr>
              <p14:xfrm>
                <a:off x="5441567" y="3606862"/>
                <a:ext cx="109800" cy="19728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393EA9FF-80BB-034A-C5C1-94D7440511AF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5423927" y="3588862"/>
                  <a:ext cx="145440" cy="23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0FF6C8E9-520B-0AE9-1B0F-76DE667E3B7A}"/>
              </a:ext>
            </a:extLst>
          </p:cNvPr>
          <p:cNvGrpSpPr/>
          <p:nvPr/>
        </p:nvGrpSpPr>
        <p:grpSpPr>
          <a:xfrm>
            <a:off x="5260127" y="4002862"/>
            <a:ext cx="433440" cy="358200"/>
            <a:chOff x="5260127" y="4002862"/>
            <a:chExt cx="433440" cy="35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043014CD-7931-D897-E120-4C980E7979F0}"/>
                    </a:ext>
                  </a:extLst>
                </p14:cNvPr>
                <p14:cNvContentPartPr/>
                <p14:nvPr/>
              </p14:nvContentPartPr>
              <p14:xfrm>
                <a:off x="5260127" y="4002862"/>
                <a:ext cx="220320" cy="2268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043014CD-7931-D897-E120-4C980E7979F0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5242127" y="3984862"/>
                  <a:ext cx="25596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CA9A1E71-A95D-4E33-2594-D7559425EA68}"/>
                    </a:ext>
                  </a:extLst>
                </p14:cNvPr>
                <p14:cNvContentPartPr/>
                <p14:nvPr/>
              </p14:nvContentPartPr>
              <p14:xfrm>
                <a:off x="5387927" y="4064062"/>
                <a:ext cx="50760" cy="27900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CA9A1E71-A95D-4E33-2594-D7559425EA68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5370287" y="4046062"/>
                  <a:ext cx="8640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50C69B89-C0D6-2111-B82E-4DC3049F44AD}"/>
                    </a:ext>
                  </a:extLst>
                </p14:cNvPr>
                <p14:cNvContentPartPr/>
                <p14:nvPr/>
              </p14:nvContentPartPr>
              <p14:xfrm>
                <a:off x="5503127" y="4146862"/>
                <a:ext cx="190440" cy="21420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50C69B89-C0D6-2111-B82E-4DC3049F44AD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5485127" y="4129222"/>
                  <a:ext cx="226080" cy="24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A7A55321-9AF9-B249-C166-BACC717625CC}"/>
              </a:ext>
            </a:extLst>
          </p:cNvPr>
          <p:cNvGrpSpPr/>
          <p:nvPr/>
        </p:nvGrpSpPr>
        <p:grpSpPr>
          <a:xfrm>
            <a:off x="6312407" y="3645742"/>
            <a:ext cx="506520" cy="752040"/>
            <a:chOff x="6312407" y="3645742"/>
            <a:chExt cx="506520" cy="75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C7D1DB00-7BE0-9CBA-F5A8-7404B71AF7B7}"/>
                    </a:ext>
                  </a:extLst>
                </p14:cNvPr>
                <p14:cNvContentPartPr/>
                <p14:nvPr/>
              </p14:nvContentPartPr>
              <p14:xfrm>
                <a:off x="6312407" y="3763462"/>
                <a:ext cx="201960" cy="6156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C7D1DB00-7BE0-9CBA-F5A8-7404B71AF7B7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6294767" y="3745462"/>
                  <a:ext cx="23760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87997B8F-FEA2-84B2-3C7D-FE8620CD3431}"/>
                    </a:ext>
                  </a:extLst>
                </p14:cNvPr>
                <p14:cNvContentPartPr/>
                <p14:nvPr/>
              </p14:nvContentPartPr>
              <p14:xfrm>
                <a:off x="6620927" y="3645742"/>
                <a:ext cx="24480" cy="24300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87997B8F-FEA2-84B2-3C7D-FE8620CD3431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6603287" y="3627742"/>
                  <a:ext cx="6012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AD9BBCFA-E1DC-FCB2-E6FA-D02FAB933AEA}"/>
                    </a:ext>
                  </a:extLst>
                </p14:cNvPr>
                <p14:cNvContentPartPr/>
                <p14:nvPr/>
              </p14:nvContentPartPr>
              <p14:xfrm>
                <a:off x="6350927" y="3989182"/>
                <a:ext cx="443160" cy="7344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AD9BBCFA-E1DC-FCB2-E6FA-D02FAB933AEA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6333287" y="3971182"/>
                  <a:ext cx="47880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5FB3341D-6A5B-55A3-5DFC-BCA4FAE2AE9E}"/>
                    </a:ext>
                  </a:extLst>
                </p14:cNvPr>
                <p14:cNvContentPartPr/>
                <p14:nvPr/>
              </p14:nvContentPartPr>
              <p14:xfrm>
                <a:off x="6551807" y="4119502"/>
                <a:ext cx="60480" cy="24696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5FB3341D-6A5B-55A3-5DFC-BCA4FAE2AE9E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6533807" y="4101862"/>
                  <a:ext cx="9612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0B4D28B1-5EF2-B747-66B7-7EC088D95251}"/>
                    </a:ext>
                  </a:extLst>
                </p14:cNvPr>
                <p14:cNvContentPartPr/>
                <p14:nvPr/>
              </p14:nvContentPartPr>
              <p14:xfrm>
                <a:off x="6651167" y="4148302"/>
                <a:ext cx="167760" cy="24948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0B4D28B1-5EF2-B747-66B7-7EC088D95251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6633527" y="4130662"/>
                  <a:ext cx="203400" cy="28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07993017-5FF4-EAC7-35C1-E059010916CB}"/>
              </a:ext>
            </a:extLst>
          </p:cNvPr>
          <p:cNvGrpSpPr/>
          <p:nvPr/>
        </p:nvGrpSpPr>
        <p:grpSpPr>
          <a:xfrm>
            <a:off x="7433807" y="3658342"/>
            <a:ext cx="1235520" cy="855360"/>
            <a:chOff x="7433807" y="3658342"/>
            <a:chExt cx="1235520" cy="85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A678AD83-FC88-1DEE-C594-1180D5FAB2A6}"/>
                    </a:ext>
                  </a:extLst>
                </p14:cNvPr>
                <p14:cNvContentPartPr/>
                <p14:nvPr/>
              </p14:nvContentPartPr>
              <p14:xfrm>
                <a:off x="7433807" y="3789382"/>
                <a:ext cx="155880" cy="1836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A678AD83-FC88-1DEE-C594-1180D5FAB2A6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7416167" y="3771382"/>
                  <a:ext cx="19152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64202B4E-F33F-D7EC-4848-2BC68CCEDE8A}"/>
                    </a:ext>
                  </a:extLst>
                </p14:cNvPr>
                <p14:cNvContentPartPr/>
                <p14:nvPr/>
              </p14:nvContentPartPr>
              <p14:xfrm>
                <a:off x="7662767" y="3696862"/>
                <a:ext cx="9000" cy="23544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64202B4E-F33F-D7EC-4848-2BC68CCEDE8A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7644767" y="3679222"/>
                  <a:ext cx="4464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D866C026-7DEA-FAF9-9776-0CD257C6391A}"/>
                    </a:ext>
                  </a:extLst>
                </p14:cNvPr>
                <p14:cNvContentPartPr/>
                <p14:nvPr/>
              </p14:nvContentPartPr>
              <p14:xfrm>
                <a:off x="7693727" y="3658342"/>
                <a:ext cx="221400" cy="24624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D866C026-7DEA-FAF9-9776-0CD257C6391A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7675727" y="3640702"/>
                  <a:ext cx="25704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A0C03264-7EA3-70DB-3FA3-878071AE3C26}"/>
                    </a:ext>
                  </a:extLst>
                </p14:cNvPr>
                <p14:cNvContentPartPr/>
                <p14:nvPr/>
              </p14:nvContentPartPr>
              <p14:xfrm>
                <a:off x="8022047" y="3776782"/>
                <a:ext cx="200520" cy="6156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A0C03264-7EA3-70DB-3FA3-878071AE3C26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8004047" y="3759142"/>
                  <a:ext cx="23616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29B27897-07E6-1944-B2BD-90C9E8BF50A4}"/>
                    </a:ext>
                  </a:extLst>
                </p14:cNvPr>
                <p14:cNvContentPartPr/>
                <p14:nvPr/>
              </p14:nvContentPartPr>
              <p14:xfrm>
                <a:off x="8127527" y="3718102"/>
                <a:ext cx="26640" cy="17280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29B27897-07E6-1944-B2BD-90C9E8BF50A4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8109527" y="3700102"/>
                  <a:ext cx="6228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FD1F63AD-F5F1-A1EC-100F-B7AE3B620A73}"/>
                    </a:ext>
                  </a:extLst>
                </p14:cNvPr>
                <p14:cNvContentPartPr/>
                <p14:nvPr/>
              </p14:nvContentPartPr>
              <p14:xfrm>
                <a:off x="8360447" y="3663382"/>
                <a:ext cx="171720" cy="25488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FD1F63AD-F5F1-A1EC-100F-B7AE3B620A73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8342447" y="3645742"/>
                  <a:ext cx="20736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106EC480-E71F-671B-8C3E-1B1E26B7D1EA}"/>
                    </a:ext>
                  </a:extLst>
                </p14:cNvPr>
                <p14:cNvContentPartPr/>
                <p14:nvPr/>
              </p14:nvContentPartPr>
              <p14:xfrm>
                <a:off x="8164607" y="4016902"/>
                <a:ext cx="320760" cy="9072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106EC480-E71F-671B-8C3E-1B1E26B7D1EA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8146967" y="3998902"/>
                  <a:ext cx="35640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2D78CEC1-EB10-3FB7-8368-4C449F27EFC7}"/>
                    </a:ext>
                  </a:extLst>
                </p14:cNvPr>
                <p14:cNvContentPartPr/>
                <p14:nvPr/>
              </p14:nvContentPartPr>
              <p14:xfrm>
                <a:off x="8307887" y="4158742"/>
                <a:ext cx="17280" cy="28368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2D78CEC1-EB10-3FB7-8368-4C449F27EFC7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8290247" y="4140742"/>
                  <a:ext cx="5292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5F6A1949-515F-CAEB-4B93-0957BE398DD4}"/>
                    </a:ext>
                  </a:extLst>
                </p14:cNvPr>
                <p14:cNvContentPartPr/>
                <p14:nvPr/>
              </p14:nvContentPartPr>
              <p14:xfrm>
                <a:off x="8490047" y="4199422"/>
                <a:ext cx="179280" cy="31428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5F6A1949-515F-CAEB-4B93-0957BE398DD4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8472047" y="4181782"/>
                  <a:ext cx="214920" cy="349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7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AF203238-E445-39B2-91A1-5F781586DC4D}"/>
                  </a:ext>
                </a:extLst>
              </p14:cNvPr>
              <p14:cNvContentPartPr/>
              <p14:nvPr/>
            </p14:nvContentPartPr>
            <p14:xfrm>
              <a:off x="9022847" y="3818902"/>
              <a:ext cx="181800" cy="20880"/>
            </p14:xfrm>
          </p:contentPart>
        </mc:Choice>
        <mc:Fallback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AF203238-E445-39B2-91A1-5F781586DC4D}"/>
                  </a:ext>
                </a:extLst>
              </p:cNvPr>
              <p:cNvPicPr/>
              <p:nvPr/>
            </p:nvPicPr>
            <p:blipFill>
              <a:blip r:embed="rId348"/>
              <a:stretch>
                <a:fillRect/>
              </a:stretch>
            </p:blipFill>
            <p:spPr>
              <a:xfrm>
                <a:off x="9004847" y="3801262"/>
                <a:ext cx="217440" cy="56520"/>
              </a:xfrm>
              <a:prstGeom prst="rect">
                <a:avLst/>
              </a:prstGeom>
            </p:spPr>
          </p:pic>
        </mc:Fallback>
      </mc:AlternateContent>
      <p:grpSp>
        <p:nvGrpSpPr>
          <p:cNvPr id="241" name="Group 240">
            <a:extLst>
              <a:ext uri="{FF2B5EF4-FFF2-40B4-BE49-F238E27FC236}">
                <a16:creationId xmlns:a16="http://schemas.microsoft.com/office/drawing/2014/main" id="{CEEB3609-D1ED-EEFB-B7A0-3C8E8CC88AE0}"/>
              </a:ext>
            </a:extLst>
          </p:cNvPr>
          <p:cNvGrpSpPr/>
          <p:nvPr/>
        </p:nvGrpSpPr>
        <p:grpSpPr>
          <a:xfrm>
            <a:off x="9403007" y="3647182"/>
            <a:ext cx="302760" cy="266400"/>
            <a:chOff x="9403007" y="3647182"/>
            <a:chExt cx="302760" cy="266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358D111F-1186-C3FC-2B0F-1412F5C5C9B0}"/>
                    </a:ext>
                  </a:extLst>
                </p14:cNvPr>
                <p14:cNvContentPartPr/>
                <p14:nvPr/>
              </p14:nvContentPartPr>
              <p14:xfrm>
                <a:off x="9403007" y="3647182"/>
                <a:ext cx="70920" cy="26640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358D111F-1186-C3FC-2B0F-1412F5C5C9B0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9385367" y="3629182"/>
                  <a:ext cx="10656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C84DBAB3-8FD7-62AB-214D-B4646050C84E}"/>
                    </a:ext>
                  </a:extLst>
                </p14:cNvPr>
                <p14:cNvContentPartPr/>
                <p14:nvPr/>
              </p14:nvContentPartPr>
              <p14:xfrm>
                <a:off x="9484727" y="3674182"/>
                <a:ext cx="221040" cy="18540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C84DBAB3-8FD7-62AB-214D-B4646050C84E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9467087" y="3656542"/>
                  <a:ext cx="256680" cy="22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0" name="Group 239">
            <a:extLst>
              <a:ext uri="{FF2B5EF4-FFF2-40B4-BE49-F238E27FC236}">
                <a16:creationId xmlns:a16="http://schemas.microsoft.com/office/drawing/2014/main" id="{D68C2623-E59C-C71D-622D-098DAFF0919C}"/>
              </a:ext>
            </a:extLst>
          </p:cNvPr>
          <p:cNvGrpSpPr/>
          <p:nvPr/>
        </p:nvGrpSpPr>
        <p:grpSpPr>
          <a:xfrm>
            <a:off x="9880007" y="3641422"/>
            <a:ext cx="640440" cy="319320"/>
            <a:chOff x="9880007" y="3641422"/>
            <a:chExt cx="640440" cy="31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691D5CF8-0906-84B4-9240-C68EEC939496}"/>
                    </a:ext>
                  </a:extLst>
                </p14:cNvPr>
                <p14:cNvContentPartPr/>
                <p14:nvPr/>
              </p14:nvContentPartPr>
              <p14:xfrm>
                <a:off x="9880007" y="3741502"/>
                <a:ext cx="146160" cy="3888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691D5CF8-0906-84B4-9240-C68EEC939496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9862007" y="3723862"/>
                  <a:ext cx="18180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B03E97A1-BD7E-928F-D03C-F537D6C83B9A}"/>
                    </a:ext>
                  </a:extLst>
                </p14:cNvPr>
                <p14:cNvContentPartPr/>
                <p14:nvPr/>
              </p14:nvContentPartPr>
              <p14:xfrm>
                <a:off x="9922487" y="3664102"/>
                <a:ext cx="23040" cy="20232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B03E97A1-BD7E-928F-D03C-F537D6C83B9A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9904487" y="3646102"/>
                  <a:ext cx="5868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C69583ED-2C5B-F00A-67FA-E505B3A4AAB8}"/>
                    </a:ext>
                  </a:extLst>
                </p14:cNvPr>
                <p14:cNvContentPartPr/>
                <p14:nvPr/>
              </p14:nvContentPartPr>
              <p14:xfrm>
                <a:off x="10249367" y="3641422"/>
                <a:ext cx="35640" cy="25920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C69583ED-2C5B-F00A-67FA-E505B3A4AAB8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10231367" y="3623422"/>
                  <a:ext cx="7128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7CDE3609-56EC-9817-2B69-B99E8C46D33A}"/>
                    </a:ext>
                  </a:extLst>
                </p14:cNvPr>
                <p14:cNvContentPartPr/>
                <p14:nvPr/>
              </p14:nvContentPartPr>
              <p14:xfrm>
                <a:off x="10160807" y="3943462"/>
                <a:ext cx="359640" cy="1728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7CDE3609-56EC-9817-2B69-B99E8C46D33A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10143167" y="3925462"/>
                  <a:ext cx="395280" cy="5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EFF4EC5C-7E1E-6295-FD5F-0B514497D17D}"/>
              </a:ext>
            </a:extLst>
          </p:cNvPr>
          <p:cNvGrpSpPr/>
          <p:nvPr/>
        </p:nvGrpSpPr>
        <p:grpSpPr>
          <a:xfrm>
            <a:off x="10263047" y="4116262"/>
            <a:ext cx="382320" cy="305280"/>
            <a:chOff x="10263047" y="4116262"/>
            <a:chExt cx="382320" cy="305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BA712288-DCE9-5D6A-4678-452C09A8E38F}"/>
                    </a:ext>
                  </a:extLst>
                </p14:cNvPr>
                <p14:cNvContentPartPr/>
                <p14:nvPr/>
              </p14:nvContentPartPr>
              <p14:xfrm>
                <a:off x="10263047" y="4142542"/>
                <a:ext cx="36000" cy="27900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BA712288-DCE9-5D6A-4678-452C09A8E38F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10245047" y="4124542"/>
                  <a:ext cx="7164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A07B4A55-9C80-343E-4F00-EAAF62A33789}"/>
                    </a:ext>
                  </a:extLst>
                </p14:cNvPr>
                <p14:cNvContentPartPr/>
                <p14:nvPr/>
              </p14:nvContentPartPr>
              <p14:xfrm>
                <a:off x="10363487" y="4116262"/>
                <a:ext cx="281880" cy="28908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A07B4A55-9C80-343E-4F00-EAAF62A33789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10345847" y="4098262"/>
                  <a:ext cx="317520" cy="324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65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01B549CB-6B70-C21F-86F1-188998B4DFCF}"/>
                  </a:ext>
                </a:extLst>
              </p14:cNvPr>
              <p14:cNvContentPartPr/>
              <p14:nvPr/>
            </p14:nvContentPartPr>
            <p14:xfrm>
              <a:off x="475727" y="4000342"/>
              <a:ext cx="1440" cy="10800"/>
            </p14:xfrm>
          </p:contentPart>
        </mc:Choice>
        <mc:Fallback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01B549CB-6B70-C21F-86F1-188998B4DFCF}"/>
                  </a:ext>
                </a:extLst>
              </p:cNvPr>
              <p:cNvPicPr/>
              <p:nvPr/>
            </p:nvPicPr>
            <p:blipFill>
              <a:blip r:embed="rId366"/>
              <a:stretch>
                <a:fillRect/>
              </a:stretch>
            </p:blipFill>
            <p:spPr>
              <a:xfrm>
                <a:off x="457727" y="3982342"/>
                <a:ext cx="3708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7">
            <p14:nvContentPartPr>
              <p14:cNvPr id="243" name="Ink 242">
                <a:extLst>
                  <a:ext uri="{FF2B5EF4-FFF2-40B4-BE49-F238E27FC236}">
                    <a16:creationId xmlns:a16="http://schemas.microsoft.com/office/drawing/2014/main" id="{1AC548E7-ED72-B88E-7A30-3EED72EE2D19}"/>
                  </a:ext>
                </a:extLst>
              </p14:cNvPr>
              <p14:cNvContentPartPr/>
              <p14:nvPr/>
            </p14:nvContentPartPr>
            <p14:xfrm>
              <a:off x="526127" y="5212102"/>
              <a:ext cx="257040" cy="252720"/>
            </p14:xfrm>
          </p:contentPart>
        </mc:Choice>
        <mc:Fallback>
          <p:pic>
            <p:nvPicPr>
              <p:cNvPr id="243" name="Ink 242">
                <a:extLst>
                  <a:ext uri="{FF2B5EF4-FFF2-40B4-BE49-F238E27FC236}">
                    <a16:creationId xmlns:a16="http://schemas.microsoft.com/office/drawing/2014/main" id="{1AC548E7-ED72-B88E-7A30-3EED72EE2D19}"/>
                  </a:ext>
                </a:extLst>
              </p:cNvPr>
              <p:cNvPicPr/>
              <p:nvPr/>
            </p:nvPicPr>
            <p:blipFill>
              <a:blip r:embed="rId368"/>
              <a:stretch>
                <a:fillRect/>
              </a:stretch>
            </p:blipFill>
            <p:spPr>
              <a:xfrm>
                <a:off x="508127" y="5194462"/>
                <a:ext cx="292680" cy="288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55" name="Group 254">
            <a:extLst>
              <a:ext uri="{FF2B5EF4-FFF2-40B4-BE49-F238E27FC236}">
                <a16:creationId xmlns:a16="http://schemas.microsoft.com/office/drawing/2014/main" id="{DB6AD20F-F259-0D19-F0A7-CEC7E8729E5C}"/>
              </a:ext>
            </a:extLst>
          </p:cNvPr>
          <p:cNvGrpSpPr/>
          <p:nvPr/>
        </p:nvGrpSpPr>
        <p:grpSpPr>
          <a:xfrm>
            <a:off x="987647" y="5243422"/>
            <a:ext cx="180000" cy="132120"/>
            <a:chOff x="987647" y="5243422"/>
            <a:chExt cx="180000" cy="13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80B8663F-539D-BDB7-4A50-F380C0792426}"/>
                    </a:ext>
                  </a:extLst>
                </p14:cNvPr>
                <p14:cNvContentPartPr/>
                <p14:nvPr/>
              </p14:nvContentPartPr>
              <p14:xfrm>
                <a:off x="987647" y="5243422"/>
                <a:ext cx="170280" cy="3564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80B8663F-539D-BDB7-4A50-F380C0792426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970007" y="5225782"/>
                  <a:ext cx="20592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F10D5B66-CF16-97B4-A864-04951D6F5354}"/>
                    </a:ext>
                  </a:extLst>
                </p14:cNvPr>
                <p14:cNvContentPartPr/>
                <p14:nvPr/>
              </p14:nvContentPartPr>
              <p14:xfrm>
                <a:off x="1020767" y="5340622"/>
                <a:ext cx="146880" cy="3492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F10D5B66-CF16-97B4-A864-04951D6F5354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1002767" y="5322622"/>
                  <a:ext cx="182520" cy="7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4" name="Group 253">
            <a:extLst>
              <a:ext uri="{FF2B5EF4-FFF2-40B4-BE49-F238E27FC236}">
                <a16:creationId xmlns:a16="http://schemas.microsoft.com/office/drawing/2014/main" id="{CFF29FCF-BAB1-BDA8-FC03-D776ACAB7158}"/>
              </a:ext>
            </a:extLst>
          </p:cNvPr>
          <p:cNvGrpSpPr/>
          <p:nvPr/>
        </p:nvGrpSpPr>
        <p:grpSpPr>
          <a:xfrm>
            <a:off x="1613687" y="5250622"/>
            <a:ext cx="439920" cy="317880"/>
            <a:chOff x="1613687" y="5250622"/>
            <a:chExt cx="439920" cy="317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58B6D5AF-B139-63C4-D252-C87FCD83D1A7}"/>
                    </a:ext>
                  </a:extLst>
                </p14:cNvPr>
                <p14:cNvContentPartPr/>
                <p14:nvPr/>
              </p14:nvContentPartPr>
              <p14:xfrm>
                <a:off x="1613687" y="5250622"/>
                <a:ext cx="143280" cy="18288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58B6D5AF-B139-63C4-D252-C87FCD83D1A7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1595687" y="5232982"/>
                  <a:ext cx="17892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CC20CF7A-2959-8576-A793-DE79119970A3}"/>
                    </a:ext>
                  </a:extLst>
                </p14:cNvPr>
                <p14:cNvContentPartPr/>
                <p14:nvPr/>
              </p14:nvContentPartPr>
              <p14:xfrm>
                <a:off x="1856327" y="5337382"/>
                <a:ext cx="48600" cy="14976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CC20CF7A-2959-8576-A793-DE79119970A3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1838327" y="5319382"/>
                  <a:ext cx="8424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5A64C2DA-75EE-4B93-E1EE-EF304E802EF7}"/>
                    </a:ext>
                  </a:extLst>
                </p14:cNvPr>
                <p14:cNvContentPartPr/>
                <p14:nvPr/>
              </p14:nvContentPartPr>
              <p14:xfrm>
                <a:off x="1874687" y="5347462"/>
                <a:ext cx="178920" cy="22104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5A64C2DA-75EE-4B93-E1EE-EF304E802EF7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1857047" y="5329462"/>
                  <a:ext cx="214560" cy="25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EE7850EE-E6E1-0F1A-228A-A70F885F9E2B}"/>
              </a:ext>
            </a:extLst>
          </p:cNvPr>
          <p:cNvGrpSpPr/>
          <p:nvPr/>
        </p:nvGrpSpPr>
        <p:grpSpPr>
          <a:xfrm>
            <a:off x="2284727" y="5210662"/>
            <a:ext cx="478800" cy="397800"/>
            <a:chOff x="2284727" y="5210662"/>
            <a:chExt cx="478800" cy="39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6508E34D-07CF-4883-9B3A-68507EF0FC04}"/>
                    </a:ext>
                  </a:extLst>
                </p14:cNvPr>
                <p14:cNvContentPartPr/>
                <p14:nvPr/>
              </p14:nvContentPartPr>
              <p14:xfrm>
                <a:off x="2284727" y="5229742"/>
                <a:ext cx="164160" cy="18612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6508E34D-07CF-4883-9B3A-68507EF0FC04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2267087" y="5212102"/>
                  <a:ext cx="19980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BF94164B-3F3B-0E3D-8638-AFC1ACB2B1E2}"/>
                    </a:ext>
                  </a:extLst>
                </p14:cNvPr>
                <p14:cNvContentPartPr/>
                <p14:nvPr/>
              </p14:nvContentPartPr>
              <p14:xfrm>
                <a:off x="2330807" y="5210662"/>
                <a:ext cx="160560" cy="28404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BF94164B-3F3B-0E3D-8638-AFC1ACB2B1E2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2312807" y="5193022"/>
                  <a:ext cx="19620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012C929E-312F-10DD-8983-BE5820DE784E}"/>
                    </a:ext>
                  </a:extLst>
                </p14:cNvPr>
                <p14:cNvContentPartPr/>
                <p14:nvPr/>
              </p14:nvContentPartPr>
              <p14:xfrm>
                <a:off x="2573087" y="5391742"/>
                <a:ext cx="28800" cy="19296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012C929E-312F-10DD-8983-BE5820DE784E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2555447" y="5374102"/>
                  <a:ext cx="6444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E73ED7EE-CE77-33E3-268E-5FC9D19A4BCD}"/>
                    </a:ext>
                  </a:extLst>
                </p14:cNvPr>
                <p14:cNvContentPartPr/>
                <p14:nvPr/>
              </p14:nvContentPartPr>
              <p14:xfrm>
                <a:off x="2592167" y="5355382"/>
                <a:ext cx="171360" cy="25308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E73ED7EE-CE77-33E3-268E-5FC9D19A4BCD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2574527" y="5337742"/>
                  <a:ext cx="207000" cy="28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DCBA664E-92F1-7DF6-E69E-236911A64471}"/>
              </a:ext>
            </a:extLst>
          </p:cNvPr>
          <p:cNvGrpSpPr/>
          <p:nvPr/>
        </p:nvGrpSpPr>
        <p:grpSpPr>
          <a:xfrm>
            <a:off x="3618527" y="5244502"/>
            <a:ext cx="405720" cy="298440"/>
            <a:chOff x="3618527" y="5244502"/>
            <a:chExt cx="405720" cy="298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9D0D41F3-EA90-9631-775C-B593FE77297F}"/>
                    </a:ext>
                  </a:extLst>
                </p14:cNvPr>
                <p14:cNvContentPartPr/>
                <p14:nvPr/>
              </p14:nvContentPartPr>
              <p14:xfrm>
                <a:off x="3618527" y="5244502"/>
                <a:ext cx="381240" cy="29844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9D0D41F3-EA90-9631-775C-B593FE77297F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3600887" y="5226502"/>
                  <a:ext cx="41688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7A41BEC6-DD03-7797-4860-480DA9B20A9A}"/>
                    </a:ext>
                  </a:extLst>
                </p14:cNvPr>
                <p14:cNvContentPartPr/>
                <p14:nvPr/>
              </p14:nvContentPartPr>
              <p14:xfrm>
                <a:off x="3825887" y="5338102"/>
                <a:ext cx="198360" cy="3060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7A41BEC6-DD03-7797-4860-480DA9B20A9A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3807887" y="5320102"/>
                  <a:ext cx="234000" cy="6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908E6A0B-4AAF-2B3A-7092-929646E58ECF}"/>
              </a:ext>
            </a:extLst>
          </p:cNvPr>
          <p:cNvGrpSpPr/>
          <p:nvPr/>
        </p:nvGrpSpPr>
        <p:grpSpPr>
          <a:xfrm>
            <a:off x="4675487" y="5371222"/>
            <a:ext cx="387360" cy="261000"/>
            <a:chOff x="4675487" y="5371222"/>
            <a:chExt cx="387360" cy="26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2E9E1101-9140-68AD-B51D-BFC13C20606A}"/>
                    </a:ext>
                  </a:extLst>
                </p14:cNvPr>
                <p14:cNvContentPartPr/>
                <p14:nvPr/>
              </p14:nvContentPartPr>
              <p14:xfrm>
                <a:off x="4675487" y="5371222"/>
                <a:ext cx="260640" cy="17640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2E9E1101-9140-68AD-B51D-BFC13C20606A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4657487" y="5353222"/>
                  <a:ext cx="29628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D88B5013-EB74-9FA9-8DA6-DDD64287A958}"/>
                    </a:ext>
                  </a:extLst>
                </p14:cNvPr>
                <p14:cNvContentPartPr/>
                <p14:nvPr/>
              </p14:nvContentPartPr>
              <p14:xfrm>
                <a:off x="5007047" y="5432422"/>
                <a:ext cx="55800" cy="19980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D88B5013-EB74-9FA9-8DA6-DDD64287A958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4989407" y="5414782"/>
                  <a:ext cx="91440" cy="23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096E49D9-9AED-D031-09D6-67AC42660CC9}"/>
              </a:ext>
            </a:extLst>
          </p:cNvPr>
          <p:cNvGrpSpPr/>
          <p:nvPr/>
        </p:nvGrpSpPr>
        <p:grpSpPr>
          <a:xfrm>
            <a:off x="5264087" y="5413702"/>
            <a:ext cx="256320" cy="131040"/>
            <a:chOff x="5264087" y="5413702"/>
            <a:chExt cx="256320" cy="13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1347C4BB-0108-DC29-DF81-66D12F99B263}"/>
                    </a:ext>
                  </a:extLst>
                </p14:cNvPr>
                <p14:cNvContentPartPr/>
                <p14:nvPr/>
              </p14:nvContentPartPr>
              <p14:xfrm>
                <a:off x="5264087" y="5413702"/>
                <a:ext cx="149400" cy="2196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1347C4BB-0108-DC29-DF81-66D12F99B263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5246087" y="5396062"/>
                  <a:ext cx="18504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258FB71F-A424-37D3-189E-27C412F9125C}"/>
                    </a:ext>
                  </a:extLst>
                </p14:cNvPr>
                <p14:cNvContentPartPr/>
                <p14:nvPr/>
              </p14:nvContentPartPr>
              <p14:xfrm>
                <a:off x="5292887" y="5509822"/>
                <a:ext cx="227520" cy="3492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258FB71F-A424-37D3-189E-27C412F9125C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5275247" y="5492182"/>
                  <a:ext cx="263160" cy="7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0" name="Group 279">
            <a:extLst>
              <a:ext uri="{FF2B5EF4-FFF2-40B4-BE49-F238E27FC236}">
                <a16:creationId xmlns:a16="http://schemas.microsoft.com/office/drawing/2014/main" id="{D9EDE015-640F-A279-FA59-49E303B16C75}"/>
              </a:ext>
            </a:extLst>
          </p:cNvPr>
          <p:cNvGrpSpPr/>
          <p:nvPr/>
        </p:nvGrpSpPr>
        <p:grpSpPr>
          <a:xfrm>
            <a:off x="5957447" y="5255662"/>
            <a:ext cx="749520" cy="626400"/>
            <a:chOff x="5957447" y="5255662"/>
            <a:chExt cx="749520" cy="626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0704116D-2D29-FCBA-CD9D-17C944D7B88B}"/>
                    </a:ext>
                  </a:extLst>
                </p14:cNvPr>
                <p14:cNvContentPartPr/>
                <p14:nvPr/>
              </p14:nvContentPartPr>
              <p14:xfrm>
                <a:off x="5957447" y="5297062"/>
                <a:ext cx="214560" cy="16668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0704116D-2D29-FCBA-CD9D-17C944D7B88B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5939447" y="5279062"/>
                  <a:ext cx="25020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C541B06B-A9E8-6871-1809-E322F8D6CE5D}"/>
                    </a:ext>
                  </a:extLst>
                </p14:cNvPr>
                <p14:cNvContentPartPr/>
                <p14:nvPr/>
              </p14:nvContentPartPr>
              <p14:xfrm>
                <a:off x="6294767" y="5255662"/>
                <a:ext cx="14400" cy="19584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C541B06B-A9E8-6871-1809-E322F8D6CE5D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6276767" y="5237662"/>
                  <a:ext cx="5004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3816CFB8-E55F-1633-CD86-3984249BFA90}"/>
                    </a:ext>
                  </a:extLst>
                </p14:cNvPr>
                <p14:cNvContentPartPr/>
                <p14:nvPr/>
              </p14:nvContentPartPr>
              <p14:xfrm>
                <a:off x="6233927" y="5406502"/>
                <a:ext cx="215280" cy="29376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3816CFB8-E55F-1633-CD86-3984249BFA90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6215927" y="5388502"/>
                  <a:ext cx="25092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539EABED-F6D1-5562-6A58-3A6ADF4893A5}"/>
                    </a:ext>
                  </a:extLst>
                </p14:cNvPr>
                <p14:cNvContentPartPr/>
                <p14:nvPr/>
              </p14:nvContentPartPr>
              <p14:xfrm>
                <a:off x="6416447" y="5606662"/>
                <a:ext cx="60840" cy="21996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539EABED-F6D1-5562-6A58-3A6ADF4893A5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6398807" y="5588662"/>
                  <a:ext cx="9648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B1E22826-8F77-C997-385A-D8FBAF302CF4}"/>
                    </a:ext>
                  </a:extLst>
                </p14:cNvPr>
                <p14:cNvContentPartPr/>
                <p14:nvPr/>
              </p14:nvContentPartPr>
              <p14:xfrm>
                <a:off x="6530927" y="5638702"/>
                <a:ext cx="176040" cy="24336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B1E22826-8F77-C997-385A-D8FBAF302CF4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6512927" y="5620702"/>
                  <a:ext cx="211680" cy="279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09">
            <p14:nvContentPartPr>
              <p14:cNvPr id="267" name="Ink 266">
                <a:extLst>
                  <a:ext uri="{FF2B5EF4-FFF2-40B4-BE49-F238E27FC236}">
                    <a16:creationId xmlns:a16="http://schemas.microsoft.com/office/drawing/2014/main" id="{AF7B4169-AF96-C305-CC1C-DC5DC04648E2}"/>
                  </a:ext>
                </a:extLst>
              </p14:cNvPr>
              <p14:cNvContentPartPr/>
              <p14:nvPr/>
            </p14:nvContentPartPr>
            <p14:xfrm>
              <a:off x="6945287" y="5481382"/>
              <a:ext cx="262440" cy="288360"/>
            </p14:xfrm>
          </p:contentPart>
        </mc:Choice>
        <mc:Fallback>
          <p:pic>
            <p:nvPicPr>
              <p:cNvPr id="267" name="Ink 266">
                <a:extLst>
                  <a:ext uri="{FF2B5EF4-FFF2-40B4-BE49-F238E27FC236}">
                    <a16:creationId xmlns:a16="http://schemas.microsoft.com/office/drawing/2014/main" id="{AF7B4169-AF96-C305-CC1C-DC5DC04648E2}"/>
                  </a:ext>
                </a:extLst>
              </p:cNvPr>
              <p:cNvPicPr/>
              <p:nvPr/>
            </p:nvPicPr>
            <p:blipFill>
              <a:blip r:embed="rId410"/>
              <a:stretch>
                <a:fillRect/>
              </a:stretch>
            </p:blipFill>
            <p:spPr>
              <a:xfrm>
                <a:off x="6927287" y="5463382"/>
                <a:ext cx="298080" cy="324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79" name="Group 278">
            <a:extLst>
              <a:ext uri="{FF2B5EF4-FFF2-40B4-BE49-F238E27FC236}">
                <a16:creationId xmlns:a16="http://schemas.microsoft.com/office/drawing/2014/main" id="{9CA43F8D-E2B3-A493-176B-255BE0DD013B}"/>
              </a:ext>
            </a:extLst>
          </p:cNvPr>
          <p:cNvGrpSpPr/>
          <p:nvPr/>
        </p:nvGrpSpPr>
        <p:grpSpPr>
          <a:xfrm>
            <a:off x="7727567" y="5312902"/>
            <a:ext cx="913320" cy="233280"/>
            <a:chOff x="7727567" y="5312902"/>
            <a:chExt cx="913320" cy="23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B7BE9BA6-AC73-F23D-2421-7D60E570AFF7}"/>
                    </a:ext>
                  </a:extLst>
                </p14:cNvPr>
                <p14:cNvContentPartPr/>
                <p14:nvPr/>
              </p14:nvContentPartPr>
              <p14:xfrm>
                <a:off x="7727567" y="5312902"/>
                <a:ext cx="335520" cy="14364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B7BE9BA6-AC73-F23D-2421-7D60E570AFF7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7709927" y="5294902"/>
                  <a:ext cx="37116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256A0281-978B-6B21-0050-641B9E85E5CA}"/>
                    </a:ext>
                  </a:extLst>
                </p14:cNvPr>
                <p14:cNvContentPartPr/>
                <p14:nvPr/>
              </p14:nvContentPartPr>
              <p14:xfrm>
                <a:off x="8147687" y="5356102"/>
                <a:ext cx="190080" cy="19008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256A0281-978B-6B21-0050-641B9E85E5CA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8129687" y="5338462"/>
                  <a:ext cx="22572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5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A930BD98-7DAA-7B23-F2B2-7E7A9248970A}"/>
                    </a:ext>
                  </a:extLst>
                </p14:cNvPr>
                <p14:cNvContentPartPr/>
                <p14:nvPr/>
              </p14:nvContentPartPr>
              <p14:xfrm>
                <a:off x="8545127" y="5327662"/>
                <a:ext cx="88560" cy="2808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A930BD98-7DAA-7B23-F2B2-7E7A9248970A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8527487" y="5310022"/>
                  <a:ext cx="12420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7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8C981C04-309F-5A98-5BD7-CF137E4F8A77}"/>
                    </a:ext>
                  </a:extLst>
                </p14:cNvPr>
                <p14:cNvContentPartPr/>
                <p14:nvPr/>
              </p14:nvContentPartPr>
              <p14:xfrm>
                <a:off x="8508767" y="5412262"/>
                <a:ext cx="132120" cy="3240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8C981C04-309F-5A98-5BD7-CF137E4F8A77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8490767" y="5394622"/>
                  <a:ext cx="167760" cy="6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8" name="Group 277">
            <a:extLst>
              <a:ext uri="{FF2B5EF4-FFF2-40B4-BE49-F238E27FC236}">
                <a16:creationId xmlns:a16="http://schemas.microsoft.com/office/drawing/2014/main" id="{9A05BC2F-85E9-353B-F21B-2040195C8155}"/>
              </a:ext>
            </a:extLst>
          </p:cNvPr>
          <p:cNvGrpSpPr/>
          <p:nvPr/>
        </p:nvGrpSpPr>
        <p:grpSpPr>
          <a:xfrm>
            <a:off x="8852207" y="5194102"/>
            <a:ext cx="748080" cy="797400"/>
            <a:chOff x="8852207" y="5194102"/>
            <a:chExt cx="748080" cy="797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9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58A09E99-F8C7-405A-6169-14E3A2B3EF07}"/>
                    </a:ext>
                  </a:extLst>
                </p14:cNvPr>
                <p14:cNvContentPartPr/>
                <p14:nvPr/>
              </p14:nvContentPartPr>
              <p14:xfrm>
                <a:off x="9190967" y="5194102"/>
                <a:ext cx="58680" cy="23400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58A09E99-F8C7-405A-6169-14E3A2B3EF07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9172967" y="5176102"/>
                  <a:ext cx="9432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1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CBD9541A-14C5-EAA8-57EF-694782DB0E47}"/>
                    </a:ext>
                  </a:extLst>
                </p14:cNvPr>
                <p14:cNvContentPartPr/>
                <p14:nvPr/>
              </p14:nvContentPartPr>
              <p14:xfrm>
                <a:off x="9352247" y="5204182"/>
                <a:ext cx="223560" cy="19044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CBD9541A-14C5-EAA8-57EF-694782DB0E47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9334607" y="5186542"/>
                  <a:ext cx="25920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3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7D2C1CD2-B1DF-315C-B701-033E048EB941}"/>
                    </a:ext>
                  </a:extLst>
                </p14:cNvPr>
                <p14:cNvContentPartPr/>
                <p14:nvPr/>
              </p14:nvContentPartPr>
              <p14:xfrm>
                <a:off x="8852207" y="5535742"/>
                <a:ext cx="748080" cy="11016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7D2C1CD2-B1DF-315C-B701-033E048EB941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8834207" y="5517742"/>
                  <a:ext cx="78372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5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6D50A7C2-6A64-7B52-DD02-733948B1854A}"/>
                    </a:ext>
                  </a:extLst>
                </p14:cNvPr>
                <p14:cNvContentPartPr/>
                <p14:nvPr/>
              </p14:nvContentPartPr>
              <p14:xfrm>
                <a:off x="9134807" y="5691262"/>
                <a:ext cx="104040" cy="30024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6D50A7C2-6A64-7B52-DD02-733948B1854A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9117167" y="5673262"/>
                  <a:ext cx="13968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7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827E255C-C302-57B8-58B5-622880E6F6E7}"/>
                    </a:ext>
                  </a:extLst>
                </p14:cNvPr>
                <p14:cNvContentPartPr/>
                <p14:nvPr/>
              </p14:nvContentPartPr>
              <p14:xfrm>
                <a:off x="9234887" y="5731222"/>
                <a:ext cx="203040" cy="26028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827E255C-C302-57B8-58B5-622880E6F6E7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9217247" y="5713582"/>
                  <a:ext cx="238680" cy="295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29">
            <p14:nvContentPartPr>
              <p14:cNvPr id="277" name="Ink 276">
                <a:extLst>
                  <a:ext uri="{FF2B5EF4-FFF2-40B4-BE49-F238E27FC236}">
                    <a16:creationId xmlns:a16="http://schemas.microsoft.com/office/drawing/2014/main" id="{890DC296-26A3-3C95-3FE8-0CE16EBD5A50}"/>
                  </a:ext>
                </a:extLst>
              </p14:cNvPr>
              <p14:cNvContentPartPr/>
              <p14:nvPr/>
            </p14:nvContentPartPr>
            <p14:xfrm>
              <a:off x="10475087" y="5474902"/>
              <a:ext cx="64800" cy="14760"/>
            </p14:xfrm>
          </p:contentPart>
        </mc:Choice>
        <mc:Fallback>
          <p:pic>
            <p:nvPicPr>
              <p:cNvPr id="277" name="Ink 276">
                <a:extLst>
                  <a:ext uri="{FF2B5EF4-FFF2-40B4-BE49-F238E27FC236}">
                    <a16:creationId xmlns:a16="http://schemas.microsoft.com/office/drawing/2014/main" id="{890DC296-26A3-3C95-3FE8-0CE16EBD5A50}"/>
                  </a:ext>
                </a:extLst>
              </p:cNvPr>
              <p:cNvPicPr/>
              <p:nvPr/>
            </p:nvPicPr>
            <p:blipFill>
              <a:blip r:embed="rId430"/>
              <a:stretch>
                <a:fillRect/>
              </a:stretch>
            </p:blipFill>
            <p:spPr>
              <a:xfrm>
                <a:off x="10457087" y="5456902"/>
                <a:ext cx="100440" cy="50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564915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7371E5C6-22FF-1BF8-D126-F8C49277A166}"/>
              </a:ext>
            </a:extLst>
          </p:cNvPr>
          <p:cNvGrpSpPr/>
          <p:nvPr/>
        </p:nvGrpSpPr>
        <p:grpSpPr>
          <a:xfrm>
            <a:off x="351527" y="254182"/>
            <a:ext cx="1141920" cy="331560"/>
            <a:chOff x="351527" y="254182"/>
            <a:chExt cx="1141920" cy="33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CF15D5B3-0C1D-9B1C-4E6F-796C923FB503}"/>
                    </a:ext>
                  </a:extLst>
                </p14:cNvPr>
                <p14:cNvContentPartPr/>
                <p14:nvPr/>
              </p14:nvContentPartPr>
              <p14:xfrm>
                <a:off x="351527" y="254182"/>
                <a:ext cx="188280" cy="3315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CF15D5B3-0C1D-9B1C-4E6F-796C923FB50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33887" y="236182"/>
                  <a:ext cx="223920" cy="36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02BF244-DA25-F972-213B-C4E5199239B5}"/>
                    </a:ext>
                  </a:extLst>
                </p14:cNvPr>
                <p14:cNvContentPartPr/>
                <p14:nvPr/>
              </p14:nvContentPartPr>
              <p14:xfrm>
                <a:off x="657527" y="424462"/>
                <a:ext cx="236520" cy="1537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02BF244-DA25-F972-213B-C4E5199239B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39887" y="406462"/>
                  <a:ext cx="27216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58C7DDC-1C18-9129-DE1A-08886ABBCCF1}"/>
                    </a:ext>
                  </a:extLst>
                </p14:cNvPr>
                <p14:cNvContentPartPr/>
                <p14:nvPr/>
              </p14:nvContentPartPr>
              <p14:xfrm>
                <a:off x="1040927" y="395302"/>
                <a:ext cx="29520" cy="230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58C7DDC-1C18-9129-DE1A-08886ABBCCF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22927" y="377662"/>
                  <a:ext cx="6516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D075812-0191-2ABF-84D9-6263C2AF1F6A}"/>
                    </a:ext>
                  </a:extLst>
                </p14:cNvPr>
                <p14:cNvContentPartPr/>
                <p14:nvPr/>
              </p14:nvContentPartPr>
              <p14:xfrm>
                <a:off x="1105727" y="265702"/>
                <a:ext cx="150480" cy="3128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D075812-0191-2ABF-84D9-6263C2AF1F6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88087" y="247702"/>
                  <a:ext cx="18612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C725A3B-BC32-891F-DD33-2582906988F5}"/>
                    </a:ext>
                  </a:extLst>
                </p14:cNvPr>
                <p14:cNvContentPartPr/>
                <p14:nvPr/>
              </p14:nvContentPartPr>
              <p14:xfrm>
                <a:off x="1488047" y="265702"/>
                <a:ext cx="2880" cy="486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C725A3B-BC32-891F-DD33-2582906988F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470407" y="248062"/>
                  <a:ext cx="3852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6754982-E872-024A-F463-8CF4E0CF1CF8}"/>
                    </a:ext>
                  </a:extLst>
                </p14:cNvPr>
                <p14:cNvContentPartPr/>
                <p14:nvPr/>
              </p14:nvContentPartPr>
              <p14:xfrm>
                <a:off x="1486247" y="463342"/>
                <a:ext cx="7200" cy="352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6754982-E872-024A-F463-8CF4E0CF1CF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468247" y="445342"/>
                  <a:ext cx="42840" cy="7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5774057-E02A-3630-D8BD-977509A6489A}"/>
              </a:ext>
            </a:extLst>
          </p:cNvPr>
          <p:cNvGrpSpPr/>
          <p:nvPr/>
        </p:nvGrpSpPr>
        <p:grpSpPr>
          <a:xfrm>
            <a:off x="1814567" y="263902"/>
            <a:ext cx="987480" cy="325800"/>
            <a:chOff x="1814567" y="263902"/>
            <a:chExt cx="987480" cy="32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5770AE4-8FED-EDF2-B2C0-03EC8EC2FB1D}"/>
                    </a:ext>
                  </a:extLst>
                </p14:cNvPr>
                <p14:cNvContentPartPr/>
                <p14:nvPr/>
              </p14:nvContentPartPr>
              <p14:xfrm>
                <a:off x="1814567" y="263902"/>
                <a:ext cx="240480" cy="3258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5770AE4-8FED-EDF2-B2C0-03EC8EC2FB1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796927" y="246262"/>
                  <a:ext cx="27612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FB76170-4EF4-AC1A-11DD-47192B5A6576}"/>
                    </a:ext>
                  </a:extLst>
                </p14:cNvPr>
                <p14:cNvContentPartPr/>
                <p14:nvPr/>
              </p14:nvContentPartPr>
              <p14:xfrm>
                <a:off x="2086367" y="286942"/>
                <a:ext cx="273600" cy="2890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FB76170-4EF4-AC1A-11DD-47192B5A657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068367" y="269302"/>
                  <a:ext cx="30924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C6143A7-EDEE-6AE9-CF60-502E87A2E5C5}"/>
                    </a:ext>
                  </a:extLst>
                </p14:cNvPr>
                <p14:cNvContentPartPr/>
                <p14:nvPr/>
              </p14:nvContentPartPr>
              <p14:xfrm>
                <a:off x="2451767" y="410062"/>
                <a:ext cx="350280" cy="1476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C6143A7-EDEE-6AE9-CF60-502E87A2E5C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434127" y="392062"/>
                  <a:ext cx="385920" cy="18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73E6E0C-8920-5B9B-B899-52B3ED5D49BD}"/>
              </a:ext>
            </a:extLst>
          </p:cNvPr>
          <p:cNvGrpSpPr/>
          <p:nvPr/>
        </p:nvGrpSpPr>
        <p:grpSpPr>
          <a:xfrm>
            <a:off x="3331247" y="236182"/>
            <a:ext cx="727560" cy="314640"/>
            <a:chOff x="3331247" y="236182"/>
            <a:chExt cx="727560" cy="31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9C519D4-E12B-A604-623E-1DC33D3DF569}"/>
                    </a:ext>
                  </a:extLst>
                </p14:cNvPr>
                <p14:cNvContentPartPr/>
                <p14:nvPr/>
              </p14:nvContentPartPr>
              <p14:xfrm>
                <a:off x="3331247" y="236182"/>
                <a:ext cx="239760" cy="3146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9C519D4-E12B-A604-623E-1DC33D3DF56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313247" y="218542"/>
                  <a:ext cx="27540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E52DD58-A613-D13F-4896-66D745BC7467}"/>
                    </a:ext>
                  </a:extLst>
                </p14:cNvPr>
                <p14:cNvContentPartPr/>
                <p14:nvPr/>
              </p14:nvContentPartPr>
              <p14:xfrm>
                <a:off x="3674327" y="245902"/>
                <a:ext cx="384480" cy="2412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E52DD58-A613-D13F-4896-66D745BC746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656687" y="228262"/>
                  <a:ext cx="42012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3B14315-6BDF-DA15-FA89-CBC34CEFA5BB}"/>
                    </a:ext>
                  </a:extLst>
                </p14:cNvPr>
                <p14:cNvContentPartPr/>
                <p14:nvPr/>
              </p14:nvContentPartPr>
              <p14:xfrm>
                <a:off x="3381647" y="257782"/>
                <a:ext cx="309960" cy="900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3B14315-6BDF-DA15-FA89-CBC34CEFA5B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364007" y="240142"/>
                  <a:ext cx="345600" cy="12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C5BABEC-AD2A-4DF4-C0E2-E17A12E2FBD3}"/>
              </a:ext>
            </a:extLst>
          </p:cNvPr>
          <p:cNvGrpSpPr/>
          <p:nvPr/>
        </p:nvGrpSpPr>
        <p:grpSpPr>
          <a:xfrm>
            <a:off x="4545887" y="-1418"/>
            <a:ext cx="1762920" cy="1013760"/>
            <a:chOff x="4545887" y="-1418"/>
            <a:chExt cx="1762920" cy="101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A88E8DA-54A0-EEC4-062A-C78A6BDA0231}"/>
                    </a:ext>
                  </a:extLst>
                </p14:cNvPr>
                <p14:cNvContentPartPr/>
                <p14:nvPr/>
              </p14:nvContentPartPr>
              <p14:xfrm>
                <a:off x="4545887" y="122422"/>
                <a:ext cx="239040" cy="8899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A88E8DA-54A0-EEC4-062A-C78A6BDA023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528247" y="104782"/>
                  <a:ext cx="274680" cy="9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ECC6BA8-DF23-41E5-A548-04624AFC0A77}"/>
                    </a:ext>
                  </a:extLst>
                </p14:cNvPr>
                <p14:cNvContentPartPr/>
                <p14:nvPr/>
              </p14:nvContentPartPr>
              <p14:xfrm>
                <a:off x="4827047" y="322222"/>
                <a:ext cx="100800" cy="1447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ECC6BA8-DF23-41E5-A548-04624AFC0A7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809407" y="304222"/>
                  <a:ext cx="13644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F10F3FA-DD05-ACA0-74C3-232A5D6B0B65}"/>
                    </a:ext>
                  </a:extLst>
                </p14:cNvPr>
                <p14:cNvContentPartPr/>
                <p14:nvPr/>
              </p14:nvContentPartPr>
              <p14:xfrm>
                <a:off x="5057087" y="192982"/>
                <a:ext cx="31320" cy="2757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F10F3FA-DD05-ACA0-74C3-232A5D6B0B6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039087" y="174982"/>
                  <a:ext cx="6696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B3724E6-787E-9FF2-7256-FB66467A8B0A}"/>
                    </a:ext>
                  </a:extLst>
                </p14:cNvPr>
                <p14:cNvContentPartPr/>
                <p14:nvPr/>
              </p14:nvContentPartPr>
              <p14:xfrm>
                <a:off x="5191007" y="188662"/>
                <a:ext cx="23040" cy="2613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B3724E6-787E-9FF2-7256-FB66467A8B0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173367" y="170662"/>
                  <a:ext cx="5868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D822FB0-C2CF-073A-506E-21849AEB844A}"/>
                    </a:ext>
                  </a:extLst>
                </p14:cNvPr>
                <p14:cNvContentPartPr/>
                <p14:nvPr/>
              </p14:nvContentPartPr>
              <p14:xfrm>
                <a:off x="5309807" y="349942"/>
                <a:ext cx="87840" cy="1072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D822FB0-C2CF-073A-506E-21849AEB844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292167" y="331942"/>
                  <a:ext cx="12348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3B5BA76-F581-C45B-17B8-85693A6422F8}"/>
                    </a:ext>
                  </a:extLst>
                </p14:cNvPr>
                <p14:cNvContentPartPr/>
                <p14:nvPr/>
              </p14:nvContentPartPr>
              <p14:xfrm>
                <a:off x="5495927" y="329782"/>
                <a:ext cx="215280" cy="1216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3B5BA76-F581-C45B-17B8-85693A6422F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477927" y="312142"/>
                  <a:ext cx="25092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C1B98D4-B721-6E7B-0389-BEF40FFFAA9E}"/>
                    </a:ext>
                  </a:extLst>
                </p14:cNvPr>
                <p14:cNvContentPartPr/>
                <p14:nvPr/>
              </p14:nvContentPartPr>
              <p14:xfrm>
                <a:off x="5779967" y="331582"/>
                <a:ext cx="18360" cy="1152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C1B98D4-B721-6E7B-0389-BEF40FFFAA9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761967" y="313582"/>
                  <a:ext cx="5400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A5B562C-735A-9DD8-8DE3-213C4D55895A}"/>
                    </a:ext>
                  </a:extLst>
                </p14:cNvPr>
                <p14:cNvContentPartPr/>
                <p14:nvPr/>
              </p14:nvContentPartPr>
              <p14:xfrm>
                <a:off x="5883287" y="337342"/>
                <a:ext cx="151920" cy="1126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A5B562C-735A-9DD8-8DE3-213C4D55895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865287" y="319342"/>
                  <a:ext cx="18756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5229E0F-DAF8-2379-A8DD-A748F988854C}"/>
                    </a:ext>
                  </a:extLst>
                </p14:cNvPr>
                <p14:cNvContentPartPr/>
                <p14:nvPr/>
              </p14:nvContentPartPr>
              <p14:xfrm>
                <a:off x="5955647" y="298822"/>
                <a:ext cx="353160" cy="4665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5229E0F-DAF8-2379-A8DD-A748F988854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937647" y="281182"/>
                  <a:ext cx="388800" cy="50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DDE5DF5-91E6-BF57-DFD8-EF9429F9B7E5}"/>
                    </a:ext>
                  </a:extLst>
                </p14:cNvPr>
                <p14:cNvContentPartPr/>
                <p14:nvPr/>
              </p14:nvContentPartPr>
              <p14:xfrm>
                <a:off x="5896247" y="-1418"/>
                <a:ext cx="30600" cy="295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DDE5DF5-91E6-BF57-DFD8-EF9429F9B7E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878247" y="-19058"/>
                  <a:ext cx="66240" cy="6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85A943E-4B6E-CA47-2E8C-0F72E9ACEEA0}"/>
              </a:ext>
            </a:extLst>
          </p:cNvPr>
          <p:cNvGrpSpPr/>
          <p:nvPr/>
        </p:nvGrpSpPr>
        <p:grpSpPr>
          <a:xfrm>
            <a:off x="7043207" y="223891"/>
            <a:ext cx="316080" cy="351360"/>
            <a:chOff x="7043207" y="223891"/>
            <a:chExt cx="316080" cy="35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471BEAC-F436-C84F-D4F9-D1F2BE0917E2}"/>
                    </a:ext>
                  </a:extLst>
                </p14:cNvPr>
                <p14:cNvContentPartPr/>
                <p14:nvPr/>
              </p14:nvContentPartPr>
              <p14:xfrm>
                <a:off x="7043207" y="223891"/>
                <a:ext cx="141840" cy="3200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471BEAC-F436-C84F-D4F9-D1F2BE0917E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025207" y="206251"/>
                  <a:ext cx="17748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2625D0D-5F92-94CC-5904-3EB6D162425A}"/>
                    </a:ext>
                  </a:extLst>
                </p14:cNvPr>
                <p14:cNvContentPartPr/>
                <p14:nvPr/>
              </p14:nvContentPartPr>
              <p14:xfrm>
                <a:off x="7236527" y="322891"/>
                <a:ext cx="52200" cy="2523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2625D0D-5F92-94CC-5904-3EB6D162425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218527" y="305251"/>
                  <a:ext cx="8784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9973C21-D214-3079-6245-AA4DFE224674}"/>
                    </a:ext>
                  </a:extLst>
                </p14:cNvPr>
                <p14:cNvContentPartPr/>
                <p14:nvPr/>
              </p14:nvContentPartPr>
              <p14:xfrm>
                <a:off x="7244447" y="264211"/>
                <a:ext cx="114840" cy="1594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9973C21-D214-3079-6245-AA4DFE22467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226807" y="246571"/>
                  <a:ext cx="150480" cy="19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51592CE-9756-E320-AF9B-3E026A3B0EB7}"/>
              </a:ext>
            </a:extLst>
          </p:cNvPr>
          <p:cNvGrpSpPr/>
          <p:nvPr/>
        </p:nvGrpSpPr>
        <p:grpSpPr>
          <a:xfrm>
            <a:off x="7792367" y="234331"/>
            <a:ext cx="1416240" cy="360360"/>
            <a:chOff x="7792367" y="234331"/>
            <a:chExt cx="1416240" cy="360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418453C-0787-1C67-3020-165B2F0C4FC0}"/>
                    </a:ext>
                  </a:extLst>
                </p14:cNvPr>
                <p14:cNvContentPartPr/>
                <p14:nvPr/>
              </p14:nvContentPartPr>
              <p14:xfrm>
                <a:off x="7801367" y="262411"/>
                <a:ext cx="39960" cy="3322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418453C-0787-1C67-3020-165B2F0C4FC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783367" y="244411"/>
                  <a:ext cx="75600" cy="36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A17815C-CCCF-1240-79AE-A76A8B4BCEE7}"/>
                    </a:ext>
                  </a:extLst>
                </p14:cNvPr>
                <p14:cNvContentPartPr/>
                <p14:nvPr/>
              </p14:nvContentPartPr>
              <p14:xfrm>
                <a:off x="7792367" y="257011"/>
                <a:ext cx="168480" cy="1792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A17815C-CCCF-1240-79AE-A76A8B4BCEE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774727" y="239011"/>
                  <a:ext cx="20412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AC2FBAC-AE45-C12E-D246-75123C749A83}"/>
                    </a:ext>
                  </a:extLst>
                </p14:cNvPr>
                <p14:cNvContentPartPr/>
                <p14:nvPr/>
              </p14:nvContentPartPr>
              <p14:xfrm>
                <a:off x="7984247" y="401011"/>
                <a:ext cx="299160" cy="1436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AC2FBAC-AE45-C12E-D246-75123C749A8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966247" y="383371"/>
                  <a:ext cx="33480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D70255D-F088-5030-3C29-29B21E5598B0}"/>
                    </a:ext>
                  </a:extLst>
                </p14:cNvPr>
                <p14:cNvContentPartPr/>
                <p14:nvPr/>
              </p14:nvContentPartPr>
              <p14:xfrm>
                <a:off x="8356847" y="241891"/>
                <a:ext cx="151560" cy="2977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D70255D-F088-5030-3C29-29B21E5598B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339207" y="224251"/>
                  <a:ext cx="18720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096E5C1-3213-1FC4-30AA-2790C90E2A1E}"/>
                    </a:ext>
                  </a:extLst>
                </p14:cNvPr>
                <p14:cNvContentPartPr/>
                <p14:nvPr/>
              </p14:nvContentPartPr>
              <p14:xfrm>
                <a:off x="8617487" y="234331"/>
                <a:ext cx="77400" cy="2872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096E5C1-3213-1FC4-30AA-2790C90E2A1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599847" y="216691"/>
                  <a:ext cx="11304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ADAFB64-4727-9F13-D98B-E75131749483}"/>
                    </a:ext>
                  </a:extLst>
                </p14:cNvPr>
                <p14:cNvContentPartPr/>
                <p14:nvPr/>
              </p14:nvContentPartPr>
              <p14:xfrm>
                <a:off x="8714687" y="385531"/>
                <a:ext cx="114840" cy="1342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ADAFB64-4727-9F13-D98B-E7513174948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696687" y="367531"/>
                  <a:ext cx="15048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AD65956-B32E-E185-1E8B-BCAE79E0B895}"/>
                    </a:ext>
                  </a:extLst>
                </p14:cNvPr>
                <p14:cNvContentPartPr/>
                <p14:nvPr/>
              </p14:nvContentPartPr>
              <p14:xfrm>
                <a:off x="8888567" y="378691"/>
                <a:ext cx="320040" cy="1472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AD65956-B32E-E185-1E8B-BCAE79E0B89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870927" y="360691"/>
                  <a:ext cx="355680" cy="18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2EC4B42C-A7E6-5EE7-7724-6E53464BCE91}"/>
              </a:ext>
            </a:extLst>
          </p:cNvPr>
          <p:cNvGrpSpPr/>
          <p:nvPr/>
        </p:nvGrpSpPr>
        <p:grpSpPr>
          <a:xfrm>
            <a:off x="9517487" y="277891"/>
            <a:ext cx="445320" cy="823320"/>
            <a:chOff x="9517487" y="277891"/>
            <a:chExt cx="445320" cy="82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1BF8894-D11E-F794-2BB1-98553FA28E5E}"/>
                    </a:ext>
                  </a:extLst>
                </p14:cNvPr>
                <p14:cNvContentPartPr/>
                <p14:nvPr/>
              </p14:nvContentPartPr>
              <p14:xfrm>
                <a:off x="9517487" y="277891"/>
                <a:ext cx="186480" cy="3326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1BF8894-D11E-F794-2BB1-98553FA28E5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499847" y="259891"/>
                  <a:ext cx="22212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CA6A8D1-E00C-DB72-507A-E868DAC4D6E4}"/>
                    </a:ext>
                  </a:extLst>
                </p14:cNvPr>
                <p14:cNvContentPartPr/>
                <p14:nvPr/>
              </p14:nvContentPartPr>
              <p14:xfrm>
                <a:off x="9530447" y="449971"/>
                <a:ext cx="432360" cy="6512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CA6A8D1-E00C-DB72-507A-E868DAC4D6E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512807" y="431971"/>
                  <a:ext cx="468000" cy="68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CC00C306-F751-6C2E-66A5-5AC7356E6512}"/>
              </a:ext>
            </a:extLst>
          </p:cNvPr>
          <p:cNvGrpSpPr/>
          <p:nvPr/>
        </p:nvGrpSpPr>
        <p:grpSpPr>
          <a:xfrm>
            <a:off x="10374287" y="244411"/>
            <a:ext cx="1521720" cy="796320"/>
            <a:chOff x="10374287" y="244411"/>
            <a:chExt cx="1521720" cy="79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8FC7F22-DBFB-1A11-0554-7F218A551A25}"/>
                    </a:ext>
                  </a:extLst>
                </p14:cNvPr>
                <p14:cNvContentPartPr/>
                <p14:nvPr/>
              </p14:nvContentPartPr>
              <p14:xfrm>
                <a:off x="10374287" y="390931"/>
                <a:ext cx="173520" cy="1987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8FC7F22-DBFB-1A11-0554-7F218A551A2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356287" y="373291"/>
                  <a:ext cx="20916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7EE72243-3C85-CD8D-238E-ABC208421D65}"/>
                    </a:ext>
                  </a:extLst>
                </p14:cNvPr>
                <p14:cNvContentPartPr/>
                <p14:nvPr/>
              </p14:nvContentPartPr>
              <p14:xfrm>
                <a:off x="10615487" y="433411"/>
                <a:ext cx="95400" cy="1522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7EE72243-3C85-CD8D-238E-ABC208421D6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597487" y="415411"/>
                  <a:ext cx="13104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9818411-4BB3-2A0F-9130-BE3C6F1A8067}"/>
                    </a:ext>
                  </a:extLst>
                </p14:cNvPr>
                <p14:cNvContentPartPr/>
                <p14:nvPr/>
              </p14:nvContentPartPr>
              <p14:xfrm>
                <a:off x="10812767" y="398491"/>
                <a:ext cx="33120" cy="1710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9818411-4BB3-2A0F-9130-BE3C6F1A806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794767" y="380491"/>
                  <a:ext cx="6876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5105143-FE01-6046-9E36-10C5FD833D9D}"/>
                    </a:ext>
                  </a:extLst>
                </p14:cNvPr>
                <p14:cNvContentPartPr/>
                <p14:nvPr/>
              </p14:nvContentPartPr>
              <p14:xfrm>
                <a:off x="10877567" y="244411"/>
                <a:ext cx="26280" cy="356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5105143-FE01-6046-9E36-10C5FD833D9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859927" y="226411"/>
                  <a:ext cx="6192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94D53AA-0E93-54A4-090E-E1213DB19E24}"/>
                    </a:ext>
                  </a:extLst>
                </p14:cNvPr>
                <p14:cNvContentPartPr/>
                <p14:nvPr/>
              </p14:nvContentPartPr>
              <p14:xfrm>
                <a:off x="10931567" y="403891"/>
                <a:ext cx="213120" cy="1864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94D53AA-0E93-54A4-090E-E1213DB19E2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913567" y="386251"/>
                  <a:ext cx="24876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D2535E9-8D34-AD1F-EA9D-2340DB70C8F3}"/>
                    </a:ext>
                  </a:extLst>
                </p14:cNvPr>
                <p14:cNvContentPartPr/>
                <p14:nvPr/>
              </p14:nvContentPartPr>
              <p14:xfrm>
                <a:off x="10918607" y="403171"/>
                <a:ext cx="710640" cy="6375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D2535E9-8D34-AD1F-EA9D-2340DB70C8F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900967" y="385531"/>
                  <a:ext cx="746280" cy="67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70F40FC-7D89-51C4-4FE2-DA53D0DD1F9C}"/>
                    </a:ext>
                  </a:extLst>
                </p14:cNvPr>
                <p14:cNvContentPartPr/>
                <p14:nvPr/>
              </p14:nvContentPartPr>
              <p14:xfrm>
                <a:off x="11805287" y="655171"/>
                <a:ext cx="90720" cy="450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70F40FC-7D89-51C4-4FE2-DA53D0DD1F9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1787647" y="637171"/>
                  <a:ext cx="126360" cy="8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029E0822-02F9-E72C-EFE8-A05E75E12804}"/>
              </a:ext>
            </a:extLst>
          </p:cNvPr>
          <p:cNvGrpSpPr/>
          <p:nvPr/>
        </p:nvGrpSpPr>
        <p:grpSpPr>
          <a:xfrm>
            <a:off x="1218767" y="1029931"/>
            <a:ext cx="1261080" cy="773640"/>
            <a:chOff x="1218767" y="1029931"/>
            <a:chExt cx="1261080" cy="773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A346B88-9BA7-8850-524F-4A02EDCD40E5}"/>
                    </a:ext>
                  </a:extLst>
                </p14:cNvPr>
                <p14:cNvContentPartPr/>
                <p14:nvPr/>
              </p14:nvContentPartPr>
              <p14:xfrm>
                <a:off x="1218767" y="1029931"/>
                <a:ext cx="36720" cy="3553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A346B88-9BA7-8850-524F-4A02EDCD40E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200767" y="1011931"/>
                  <a:ext cx="72360" cy="39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5532791-9C2B-973F-F40E-A2328C2ECFEF}"/>
                    </a:ext>
                  </a:extLst>
                </p14:cNvPr>
                <p14:cNvContentPartPr/>
                <p14:nvPr/>
              </p14:nvContentPartPr>
              <p14:xfrm>
                <a:off x="1282127" y="1030651"/>
                <a:ext cx="168120" cy="3693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5532791-9C2B-973F-F40E-A2328C2ECFE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264487" y="1013011"/>
                  <a:ext cx="203760" cy="40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69759C0-5FE6-C57A-0784-9E80BE3952E7}"/>
                    </a:ext>
                  </a:extLst>
                </p14:cNvPr>
                <p14:cNvContentPartPr/>
                <p14:nvPr/>
              </p14:nvContentPartPr>
              <p14:xfrm>
                <a:off x="1562927" y="1239451"/>
                <a:ext cx="36000" cy="1382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69759C0-5FE6-C57A-0784-9E80BE3952E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545287" y="1221451"/>
                  <a:ext cx="7164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ED5EAB8-FB11-1F99-37E1-3D5D0F2D09FC}"/>
                    </a:ext>
                  </a:extLst>
                </p14:cNvPr>
                <p14:cNvContentPartPr/>
                <p14:nvPr/>
              </p14:nvContentPartPr>
              <p14:xfrm>
                <a:off x="1566887" y="1080691"/>
                <a:ext cx="42480" cy="727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ED5EAB8-FB11-1F99-37E1-3D5D0F2D09F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548887" y="1062691"/>
                  <a:ext cx="7812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F056E3A3-437D-A884-18AF-AF5447DABA4B}"/>
                    </a:ext>
                  </a:extLst>
                </p14:cNvPr>
                <p14:cNvContentPartPr/>
                <p14:nvPr/>
              </p14:nvContentPartPr>
              <p14:xfrm>
                <a:off x="1556807" y="1225411"/>
                <a:ext cx="218160" cy="5781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F056E3A3-437D-A884-18AF-AF5447DABA4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538807" y="1207411"/>
                  <a:ext cx="253800" cy="61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C802B1A-6AA9-31B7-1741-36BFB4D539E3}"/>
                    </a:ext>
                  </a:extLst>
                </p14:cNvPr>
                <p14:cNvContentPartPr/>
                <p14:nvPr/>
              </p14:nvContentPartPr>
              <p14:xfrm>
                <a:off x="1934087" y="1311091"/>
                <a:ext cx="118440" cy="388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C802B1A-6AA9-31B7-1741-36BFB4D539E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916087" y="1293451"/>
                  <a:ext cx="15408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5F05C57-E62C-C408-8FA0-14F1FCFB65BA}"/>
                    </a:ext>
                  </a:extLst>
                </p14:cNvPr>
                <p14:cNvContentPartPr/>
                <p14:nvPr/>
              </p14:nvContentPartPr>
              <p14:xfrm>
                <a:off x="2161967" y="1163491"/>
                <a:ext cx="58680" cy="2703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5F05C57-E62C-C408-8FA0-14F1FCFB65B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143967" y="1145491"/>
                  <a:ext cx="9432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7B97CDD-D52D-0A8B-7348-7501B7030FA1}"/>
                    </a:ext>
                  </a:extLst>
                </p14:cNvPr>
                <p14:cNvContentPartPr/>
                <p14:nvPr/>
              </p14:nvContentPartPr>
              <p14:xfrm>
                <a:off x="2192207" y="1102291"/>
                <a:ext cx="287640" cy="2833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F7B97CDD-D52D-0A8B-7348-7501B7030FA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174207" y="1084651"/>
                  <a:ext cx="323280" cy="31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019979F2-93DB-9FBE-9C43-8DA0DD6B9224}"/>
              </a:ext>
            </a:extLst>
          </p:cNvPr>
          <p:cNvGrpSpPr/>
          <p:nvPr/>
        </p:nvGrpSpPr>
        <p:grpSpPr>
          <a:xfrm>
            <a:off x="2896367" y="903571"/>
            <a:ext cx="1431720" cy="495360"/>
            <a:chOff x="2896367" y="903571"/>
            <a:chExt cx="1431720" cy="49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9AAB319-1365-58DD-A396-2B333E6249DD}"/>
                    </a:ext>
                  </a:extLst>
                </p14:cNvPr>
                <p14:cNvContentPartPr/>
                <p14:nvPr/>
              </p14:nvContentPartPr>
              <p14:xfrm>
                <a:off x="2896367" y="1141891"/>
                <a:ext cx="249480" cy="2494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9AAB319-1365-58DD-A396-2B333E6249D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878727" y="1123891"/>
                  <a:ext cx="28512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E88CFDB-DC91-B47C-4BC2-A9ACB0A8C17C}"/>
                    </a:ext>
                  </a:extLst>
                </p14:cNvPr>
                <p14:cNvContentPartPr/>
                <p14:nvPr/>
              </p14:nvContentPartPr>
              <p14:xfrm>
                <a:off x="3225047" y="1205251"/>
                <a:ext cx="124560" cy="1936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E88CFDB-DC91-B47C-4BC2-A9ACB0A8C17C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207047" y="1187611"/>
                  <a:ext cx="16020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26FB514-5F5C-4889-BA7C-4FE1D24E2499}"/>
                    </a:ext>
                  </a:extLst>
                </p14:cNvPr>
                <p14:cNvContentPartPr/>
                <p14:nvPr/>
              </p14:nvContentPartPr>
              <p14:xfrm>
                <a:off x="3526727" y="966571"/>
                <a:ext cx="77760" cy="3906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26FB514-5F5C-4889-BA7C-4FE1D24E249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508727" y="948931"/>
                  <a:ext cx="113400" cy="42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A8F14D8-EEE4-DBD9-CC22-37231A1524B4}"/>
                    </a:ext>
                  </a:extLst>
                </p14:cNvPr>
                <p14:cNvContentPartPr/>
                <p14:nvPr/>
              </p14:nvContentPartPr>
              <p14:xfrm>
                <a:off x="3641927" y="1002571"/>
                <a:ext cx="157320" cy="3560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A8F14D8-EEE4-DBD9-CC22-37231A1524B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624287" y="984571"/>
                  <a:ext cx="192960" cy="3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2AF1DB5D-8973-D7C5-DE11-A3AD8526CB71}"/>
                    </a:ext>
                  </a:extLst>
                </p14:cNvPr>
                <p14:cNvContentPartPr/>
                <p14:nvPr/>
              </p14:nvContentPartPr>
              <p14:xfrm>
                <a:off x="3877727" y="1204171"/>
                <a:ext cx="112320" cy="1490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2AF1DB5D-8973-D7C5-DE11-A3AD8526CB7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860087" y="1186531"/>
                  <a:ext cx="1479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62AA2262-85E5-AB81-5958-8E65D5A981A2}"/>
                    </a:ext>
                  </a:extLst>
                </p14:cNvPr>
                <p14:cNvContentPartPr/>
                <p14:nvPr/>
              </p14:nvContentPartPr>
              <p14:xfrm>
                <a:off x="4077887" y="903571"/>
                <a:ext cx="250200" cy="4672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2AA2262-85E5-AB81-5958-8E65D5A981A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059887" y="885571"/>
                  <a:ext cx="285840" cy="50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F61373B-85DB-5555-CD3A-8D574800811C}"/>
                    </a:ext>
                  </a:extLst>
                </p14:cNvPr>
                <p14:cNvContentPartPr/>
                <p14:nvPr/>
              </p14:nvContentPartPr>
              <p14:xfrm>
                <a:off x="3159887" y="1114531"/>
                <a:ext cx="330120" cy="363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F61373B-85DB-5555-CD3A-8D574800811C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142247" y="1096891"/>
                  <a:ext cx="365760" cy="7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B7DA858F-29B6-7F6E-9599-C86D7E3F6455}"/>
                  </a:ext>
                </a:extLst>
              </p14:cNvPr>
              <p14:cNvContentPartPr/>
              <p14:nvPr/>
            </p14:nvContentPartPr>
            <p14:xfrm>
              <a:off x="5000567" y="1298851"/>
              <a:ext cx="63360" cy="900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B7DA858F-29B6-7F6E-9599-C86D7E3F6455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4982927" y="1281211"/>
                <a:ext cx="9900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403264AE-9817-61F9-26D4-143FB60FD1EF}"/>
                  </a:ext>
                </a:extLst>
              </p14:cNvPr>
              <p14:cNvContentPartPr/>
              <p14:nvPr/>
            </p14:nvContentPartPr>
            <p14:xfrm>
              <a:off x="1891247" y="2045131"/>
              <a:ext cx="424800" cy="25164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403264AE-9817-61F9-26D4-143FB60FD1EF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1873607" y="2027491"/>
                <a:ext cx="460440" cy="287280"/>
              </a:xfrm>
              <a:prstGeom prst="rect">
                <a:avLst/>
              </a:prstGeom>
            </p:spPr>
          </p:pic>
        </mc:Fallback>
      </mc:AlternateContent>
      <p:grpSp>
        <p:nvGrpSpPr>
          <p:cNvPr id="74" name="Group 73">
            <a:extLst>
              <a:ext uri="{FF2B5EF4-FFF2-40B4-BE49-F238E27FC236}">
                <a16:creationId xmlns:a16="http://schemas.microsoft.com/office/drawing/2014/main" id="{9424D090-44CE-0D51-3911-F6A36E028FBA}"/>
              </a:ext>
            </a:extLst>
          </p:cNvPr>
          <p:cNvGrpSpPr/>
          <p:nvPr/>
        </p:nvGrpSpPr>
        <p:grpSpPr>
          <a:xfrm>
            <a:off x="2272847" y="2072491"/>
            <a:ext cx="479160" cy="214560"/>
            <a:chOff x="2272847" y="2072491"/>
            <a:chExt cx="479160" cy="21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5E47B180-DCB4-3073-2B39-F6933A1B8B65}"/>
                    </a:ext>
                  </a:extLst>
                </p14:cNvPr>
                <p14:cNvContentPartPr/>
                <p14:nvPr/>
              </p14:nvContentPartPr>
              <p14:xfrm>
                <a:off x="2272847" y="2072491"/>
                <a:ext cx="154080" cy="2145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5E47B180-DCB4-3073-2B39-F6933A1B8B65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254847" y="2054851"/>
                  <a:ext cx="18972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642DBAB-9889-B68E-1BC0-1858BDF86D63}"/>
                    </a:ext>
                  </a:extLst>
                </p14:cNvPr>
                <p14:cNvContentPartPr/>
                <p14:nvPr/>
              </p14:nvContentPartPr>
              <p14:xfrm>
                <a:off x="2477687" y="2091211"/>
                <a:ext cx="274320" cy="1929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642DBAB-9889-B68E-1BC0-1858BDF86D6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460047" y="2073211"/>
                  <a:ext cx="309960" cy="228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28CCF564-EE51-E8B8-13FE-54A080C5363E}"/>
                  </a:ext>
                </a:extLst>
              </p14:cNvPr>
              <p14:cNvContentPartPr/>
              <p14:nvPr/>
            </p14:nvContentPartPr>
            <p14:xfrm>
              <a:off x="3077087" y="2072491"/>
              <a:ext cx="256680" cy="20160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28CCF564-EE51-E8B8-13FE-54A080C5363E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3059087" y="2054851"/>
                <a:ext cx="292320" cy="237240"/>
              </a:xfrm>
              <a:prstGeom prst="rect">
                <a:avLst/>
              </a:prstGeom>
            </p:spPr>
          </p:pic>
        </mc:Fallback>
      </mc:AlternateContent>
      <p:grpSp>
        <p:nvGrpSpPr>
          <p:cNvPr id="77" name="Group 76">
            <a:extLst>
              <a:ext uri="{FF2B5EF4-FFF2-40B4-BE49-F238E27FC236}">
                <a16:creationId xmlns:a16="http://schemas.microsoft.com/office/drawing/2014/main" id="{094579E6-B82F-3636-FD8C-BEA416924DFB}"/>
              </a:ext>
            </a:extLst>
          </p:cNvPr>
          <p:cNvGrpSpPr/>
          <p:nvPr/>
        </p:nvGrpSpPr>
        <p:grpSpPr>
          <a:xfrm>
            <a:off x="3770447" y="2016331"/>
            <a:ext cx="275040" cy="109800"/>
            <a:chOff x="3770447" y="2016331"/>
            <a:chExt cx="275040" cy="109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CBA3023-94AE-678D-C7A1-802BA572FA11}"/>
                    </a:ext>
                  </a:extLst>
                </p14:cNvPr>
                <p14:cNvContentPartPr/>
                <p14:nvPr/>
              </p14:nvContentPartPr>
              <p14:xfrm>
                <a:off x="3770447" y="2016331"/>
                <a:ext cx="171360" cy="201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CBA3023-94AE-678D-C7A1-802BA572FA1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752807" y="1998331"/>
                  <a:ext cx="20700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65772B1-6DF7-A1DC-7114-2ACC9825FD93}"/>
                    </a:ext>
                  </a:extLst>
                </p14:cNvPr>
                <p14:cNvContentPartPr/>
                <p14:nvPr/>
              </p14:nvContentPartPr>
              <p14:xfrm>
                <a:off x="3793847" y="2089411"/>
                <a:ext cx="251640" cy="367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65772B1-6DF7-A1DC-7114-2ACC9825FD9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776207" y="2071411"/>
                  <a:ext cx="287280" cy="7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26472A78-C623-4BA5-3C35-42039A317934}"/>
              </a:ext>
            </a:extLst>
          </p:cNvPr>
          <p:cNvGrpSpPr/>
          <p:nvPr/>
        </p:nvGrpSpPr>
        <p:grpSpPr>
          <a:xfrm>
            <a:off x="4645967" y="1907251"/>
            <a:ext cx="2088720" cy="334440"/>
            <a:chOff x="4645967" y="1907251"/>
            <a:chExt cx="2088720" cy="334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8B763B7-EE9F-C4A1-EB83-79C87A6EAEEC}"/>
                    </a:ext>
                  </a:extLst>
                </p14:cNvPr>
                <p14:cNvContentPartPr/>
                <p14:nvPr/>
              </p14:nvContentPartPr>
              <p14:xfrm>
                <a:off x="4645967" y="1907251"/>
                <a:ext cx="124920" cy="3060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8B763B7-EE9F-C4A1-EB83-79C87A6EAEEC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627967" y="1889251"/>
                  <a:ext cx="16056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764C3A87-7BC4-01FD-A6CA-09BB37F57ADA}"/>
                    </a:ext>
                  </a:extLst>
                </p14:cNvPr>
                <p14:cNvContentPartPr/>
                <p14:nvPr/>
              </p14:nvContentPartPr>
              <p14:xfrm>
                <a:off x="4874567" y="1955491"/>
                <a:ext cx="254520" cy="1605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764C3A87-7BC4-01FD-A6CA-09BB37F57AD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856567" y="1937851"/>
                  <a:ext cx="29016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DC155410-5EC0-2EDE-6B03-04FD0E8730B7}"/>
                    </a:ext>
                  </a:extLst>
                </p14:cNvPr>
                <p14:cNvContentPartPr/>
                <p14:nvPr/>
              </p14:nvContentPartPr>
              <p14:xfrm>
                <a:off x="5183807" y="2057011"/>
                <a:ext cx="8640" cy="1418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DC155410-5EC0-2EDE-6B03-04FD0E8730B7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165807" y="2039371"/>
                  <a:ext cx="4428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BEB10353-9A55-01EC-25A3-3025D8422140}"/>
                    </a:ext>
                  </a:extLst>
                </p14:cNvPr>
                <p14:cNvContentPartPr/>
                <p14:nvPr/>
              </p14:nvContentPartPr>
              <p14:xfrm>
                <a:off x="5305487" y="2011651"/>
                <a:ext cx="208800" cy="662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BEB10353-9A55-01EC-25A3-3025D842214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287847" y="1993651"/>
                  <a:ext cx="24444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0C01F0A7-DDF8-BCBF-467E-0F625ACF8BCF}"/>
                    </a:ext>
                  </a:extLst>
                </p14:cNvPr>
                <p14:cNvContentPartPr/>
                <p14:nvPr/>
              </p14:nvContentPartPr>
              <p14:xfrm>
                <a:off x="5419607" y="1933531"/>
                <a:ext cx="32400" cy="2124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C01F0A7-DDF8-BCBF-467E-0F625ACF8BC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401607" y="1915531"/>
                  <a:ext cx="6804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9052F43-735E-A059-4706-7F86D5FB0310}"/>
                    </a:ext>
                  </a:extLst>
                </p14:cNvPr>
                <p14:cNvContentPartPr/>
                <p14:nvPr/>
              </p14:nvContentPartPr>
              <p14:xfrm>
                <a:off x="5715527" y="1921651"/>
                <a:ext cx="306360" cy="2120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9052F43-735E-A059-4706-7F86D5FB0310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697887" y="1903651"/>
                  <a:ext cx="34200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782A24EB-99EE-C122-CD07-1B8C31673C68}"/>
                    </a:ext>
                  </a:extLst>
                </p14:cNvPr>
                <p14:cNvContentPartPr/>
                <p14:nvPr/>
              </p14:nvContentPartPr>
              <p14:xfrm>
                <a:off x="6048887" y="1972771"/>
                <a:ext cx="182160" cy="1756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782A24EB-99EE-C122-CD07-1B8C31673C68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031247" y="1955131"/>
                  <a:ext cx="21780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D6C521A4-08ED-A801-C313-4FDDD24CCEF6}"/>
                    </a:ext>
                  </a:extLst>
                </p14:cNvPr>
                <p14:cNvContentPartPr/>
                <p14:nvPr/>
              </p14:nvContentPartPr>
              <p14:xfrm>
                <a:off x="6376847" y="2082571"/>
                <a:ext cx="357840" cy="1591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D6C521A4-08ED-A801-C313-4FDDD24CCEF6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358847" y="2064571"/>
                  <a:ext cx="393480" cy="19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97174788-DDB3-A00C-62A2-0C348AF01CEC}"/>
              </a:ext>
            </a:extLst>
          </p:cNvPr>
          <p:cNvGrpSpPr/>
          <p:nvPr/>
        </p:nvGrpSpPr>
        <p:grpSpPr>
          <a:xfrm>
            <a:off x="2307047" y="2778811"/>
            <a:ext cx="495000" cy="307440"/>
            <a:chOff x="2307047" y="2778811"/>
            <a:chExt cx="495000" cy="30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1FF53099-2259-53E8-3100-36C7B9D89F49}"/>
                    </a:ext>
                  </a:extLst>
                </p14:cNvPr>
                <p14:cNvContentPartPr/>
                <p14:nvPr/>
              </p14:nvContentPartPr>
              <p14:xfrm>
                <a:off x="2307047" y="2857291"/>
                <a:ext cx="145800" cy="2289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1FF53099-2259-53E8-3100-36C7B9D89F49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289407" y="2839291"/>
                  <a:ext cx="18144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96D4F99-3929-AF67-BA91-7A2BDABEFF14}"/>
                    </a:ext>
                  </a:extLst>
                </p14:cNvPr>
                <p14:cNvContentPartPr/>
                <p14:nvPr/>
              </p14:nvContentPartPr>
              <p14:xfrm>
                <a:off x="2557607" y="2909851"/>
                <a:ext cx="16200" cy="111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96D4F99-3929-AF67-BA91-7A2BDABEFF14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539607" y="2891851"/>
                  <a:ext cx="5184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361AA3F1-935F-FF72-CDE4-BFA8AD9B6F44}"/>
                    </a:ext>
                  </a:extLst>
                </p14:cNvPr>
                <p14:cNvContentPartPr/>
                <p14:nvPr/>
              </p14:nvContentPartPr>
              <p14:xfrm>
                <a:off x="2720327" y="2778811"/>
                <a:ext cx="81720" cy="2901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361AA3F1-935F-FF72-CDE4-BFA8AD9B6F44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702687" y="2761171"/>
                  <a:ext cx="11736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F34AD8C-4B15-5B81-B9B1-62AFCD1378A9}"/>
                    </a:ext>
                  </a:extLst>
                </p14:cNvPr>
                <p14:cNvContentPartPr/>
                <p14:nvPr/>
              </p14:nvContentPartPr>
              <p14:xfrm>
                <a:off x="2669927" y="2867371"/>
                <a:ext cx="108360" cy="288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F34AD8C-4B15-5B81-B9B1-62AFCD1378A9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651927" y="2849371"/>
                  <a:ext cx="144000" cy="64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9EF6FD69-1558-E62F-EC9A-A1DF9EE82B92}"/>
                  </a:ext>
                </a:extLst>
              </p14:cNvPr>
              <p14:cNvContentPartPr/>
              <p14:nvPr/>
            </p14:nvContentPartPr>
            <p14:xfrm>
              <a:off x="3059807" y="2932171"/>
              <a:ext cx="25560" cy="1332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9EF6FD69-1558-E62F-EC9A-A1DF9EE82B92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3041807" y="2914531"/>
                <a:ext cx="61200" cy="48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7" name="Group 116">
            <a:extLst>
              <a:ext uri="{FF2B5EF4-FFF2-40B4-BE49-F238E27FC236}">
                <a16:creationId xmlns:a16="http://schemas.microsoft.com/office/drawing/2014/main" id="{0DA2DABD-A707-B472-68AB-C17BCB3418C0}"/>
              </a:ext>
            </a:extLst>
          </p:cNvPr>
          <p:cNvGrpSpPr/>
          <p:nvPr/>
        </p:nvGrpSpPr>
        <p:grpSpPr>
          <a:xfrm>
            <a:off x="3811847" y="2802571"/>
            <a:ext cx="1461960" cy="321120"/>
            <a:chOff x="3811847" y="2802571"/>
            <a:chExt cx="1461960" cy="32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6252FBCF-5E8F-2A4E-C0CA-1195F029FEDB}"/>
                    </a:ext>
                  </a:extLst>
                </p14:cNvPr>
                <p14:cNvContentPartPr/>
                <p14:nvPr/>
              </p14:nvContentPartPr>
              <p14:xfrm>
                <a:off x="3811847" y="2802571"/>
                <a:ext cx="304200" cy="2516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6252FBCF-5E8F-2A4E-C0CA-1195F029FEDB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794207" y="2784931"/>
                  <a:ext cx="33984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26B8FE79-10B7-9C43-C533-CBADC13B5B50}"/>
                    </a:ext>
                  </a:extLst>
                </p14:cNvPr>
                <p14:cNvContentPartPr/>
                <p14:nvPr/>
              </p14:nvContentPartPr>
              <p14:xfrm>
                <a:off x="4151327" y="2827411"/>
                <a:ext cx="183960" cy="1702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26B8FE79-10B7-9C43-C533-CBADC13B5B50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133687" y="2809771"/>
                  <a:ext cx="21960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46B7FED6-994F-676C-0A2C-39E0EDCA6517}"/>
                    </a:ext>
                  </a:extLst>
                </p14:cNvPr>
                <p14:cNvContentPartPr/>
                <p14:nvPr/>
              </p14:nvContentPartPr>
              <p14:xfrm>
                <a:off x="4411967" y="2955211"/>
                <a:ext cx="8640" cy="1425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46B7FED6-994F-676C-0A2C-39E0EDCA6517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393967" y="2937571"/>
                  <a:ext cx="4428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0AC99B29-644D-F78B-A813-F0CDA34CE5ED}"/>
                    </a:ext>
                  </a:extLst>
                </p14:cNvPr>
                <p14:cNvContentPartPr/>
                <p14:nvPr/>
              </p14:nvContentPartPr>
              <p14:xfrm>
                <a:off x="4490087" y="2926051"/>
                <a:ext cx="154440" cy="597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0AC99B29-644D-F78B-A813-F0CDA34CE5ED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472087" y="2908411"/>
                  <a:ext cx="19008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1CA83B31-C7B6-D407-8249-21D803F8401C}"/>
                    </a:ext>
                  </a:extLst>
                </p14:cNvPr>
                <p14:cNvContentPartPr/>
                <p14:nvPr/>
              </p14:nvContentPartPr>
              <p14:xfrm>
                <a:off x="4555607" y="2853691"/>
                <a:ext cx="53280" cy="2026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1CA83B31-C7B6-D407-8249-21D803F8401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537967" y="2836051"/>
                  <a:ext cx="8892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A7BA14F7-D768-67B8-C360-0B33EB0AF615}"/>
                    </a:ext>
                  </a:extLst>
                </p14:cNvPr>
                <p14:cNvContentPartPr/>
                <p14:nvPr/>
              </p14:nvContentPartPr>
              <p14:xfrm>
                <a:off x="4783487" y="2883571"/>
                <a:ext cx="240840" cy="1479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A7BA14F7-D768-67B8-C360-0B33EB0AF615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765847" y="2865571"/>
                  <a:ext cx="27648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706D4933-4864-09CA-C680-E0A054366214}"/>
                    </a:ext>
                  </a:extLst>
                </p14:cNvPr>
                <p14:cNvContentPartPr/>
                <p14:nvPr/>
              </p14:nvContentPartPr>
              <p14:xfrm>
                <a:off x="5101007" y="2968171"/>
                <a:ext cx="172800" cy="1555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706D4933-4864-09CA-C680-E0A05436621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083007" y="2950171"/>
                  <a:ext cx="208440" cy="19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A4B75E18-DA6C-270F-012C-2B9C905D0596}"/>
              </a:ext>
            </a:extLst>
          </p:cNvPr>
          <p:cNvGrpSpPr/>
          <p:nvPr/>
        </p:nvGrpSpPr>
        <p:grpSpPr>
          <a:xfrm>
            <a:off x="5727047" y="2800411"/>
            <a:ext cx="223560" cy="236880"/>
            <a:chOff x="5727047" y="2800411"/>
            <a:chExt cx="223560" cy="23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0A824315-6221-CB7E-FF0B-DC77F1921A9D}"/>
                    </a:ext>
                  </a:extLst>
                </p14:cNvPr>
                <p14:cNvContentPartPr/>
                <p14:nvPr/>
              </p14:nvContentPartPr>
              <p14:xfrm>
                <a:off x="5777447" y="2800411"/>
                <a:ext cx="173160" cy="1710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0A824315-6221-CB7E-FF0B-DC77F1921A9D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759807" y="2782771"/>
                  <a:ext cx="20880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0F4CE51E-7B01-2AB3-3854-9E5A42CA2022}"/>
                    </a:ext>
                  </a:extLst>
                </p14:cNvPr>
                <p14:cNvContentPartPr/>
                <p14:nvPr/>
              </p14:nvContentPartPr>
              <p14:xfrm>
                <a:off x="5727047" y="3004171"/>
                <a:ext cx="163800" cy="331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0F4CE51E-7B01-2AB3-3854-9E5A42CA2022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709407" y="2986171"/>
                  <a:ext cx="199440" cy="68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DACC6A78-A2EC-9303-00F2-414B537450B3}"/>
                  </a:ext>
                </a:extLst>
              </p14:cNvPr>
              <p14:cNvContentPartPr/>
              <p14:nvPr/>
            </p14:nvContentPartPr>
            <p14:xfrm>
              <a:off x="6206207" y="2777011"/>
              <a:ext cx="288360" cy="19872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DACC6A78-A2EC-9303-00F2-414B537450B3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6188567" y="2759371"/>
                <a:ext cx="324000" cy="234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5" name="Group 114">
            <a:extLst>
              <a:ext uri="{FF2B5EF4-FFF2-40B4-BE49-F238E27FC236}">
                <a16:creationId xmlns:a16="http://schemas.microsoft.com/office/drawing/2014/main" id="{DE7ACA87-5C2D-AA67-84B0-B25CDFD8C52B}"/>
              </a:ext>
            </a:extLst>
          </p:cNvPr>
          <p:cNvGrpSpPr/>
          <p:nvPr/>
        </p:nvGrpSpPr>
        <p:grpSpPr>
          <a:xfrm>
            <a:off x="3824807" y="3541651"/>
            <a:ext cx="1666800" cy="338760"/>
            <a:chOff x="3824807" y="3541651"/>
            <a:chExt cx="1666800" cy="33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DC2A059B-7F21-00C8-CB88-89500461B1A9}"/>
                    </a:ext>
                  </a:extLst>
                </p14:cNvPr>
                <p14:cNvContentPartPr/>
                <p14:nvPr/>
              </p14:nvContentPartPr>
              <p14:xfrm>
                <a:off x="3824807" y="3552091"/>
                <a:ext cx="165600" cy="2343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DC2A059B-7F21-00C8-CB88-89500461B1A9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807167" y="3534091"/>
                  <a:ext cx="20124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6DA9E689-183C-9288-4311-8DEA6A913A45}"/>
                    </a:ext>
                  </a:extLst>
                </p14:cNvPr>
                <p14:cNvContentPartPr/>
                <p14:nvPr/>
              </p14:nvContentPartPr>
              <p14:xfrm>
                <a:off x="4024607" y="3625891"/>
                <a:ext cx="242280" cy="13860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6DA9E689-183C-9288-4311-8DEA6A913A45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006967" y="3608251"/>
                  <a:ext cx="27792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872D0BEA-F739-C09D-E14C-B9865EABD913}"/>
                    </a:ext>
                  </a:extLst>
                </p14:cNvPr>
                <p14:cNvContentPartPr/>
                <p14:nvPr/>
              </p14:nvContentPartPr>
              <p14:xfrm>
                <a:off x="4292447" y="3699691"/>
                <a:ext cx="27720" cy="1807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872D0BEA-F739-C09D-E14C-B9865EABD913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274807" y="3682051"/>
                  <a:ext cx="6336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D4360235-8A4E-AC97-57BE-5EE3606C6F9C}"/>
                    </a:ext>
                  </a:extLst>
                </p14:cNvPr>
                <p14:cNvContentPartPr/>
                <p14:nvPr/>
              </p14:nvContentPartPr>
              <p14:xfrm>
                <a:off x="4451567" y="3657211"/>
                <a:ext cx="194400" cy="7020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D4360235-8A4E-AC97-57BE-5EE3606C6F9C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433567" y="3639571"/>
                  <a:ext cx="23004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A75E72DC-E59D-E6AC-64F6-6BE0CDF0CC6A}"/>
                    </a:ext>
                  </a:extLst>
                </p14:cNvPr>
                <p14:cNvContentPartPr/>
                <p14:nvPr/>
              </p14:nvContentPartPr>
              <p14:xfrm>
                <a:off x="4561727" y="3581251"/>
                <a:ext cx="19440" cy="1911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A75E72DC-E59D-E6AC-64F6-6BE0CDF0CC6A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543727" y="3563251"/>
                  <a:ext cx="5508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4FB29073-0623-0428-1728-8D77FABB8284}"/>
                    </a:ext>
                  </a:extLst>
                </p14:cNvPr>
                <p14:cNvContentPartPr/>
                <p14:nvPr/>
              </p14:nvContentPartPr>
              <p14:xfrm>
                <a:off x="4773047" y="3541651"/>
                <a:ext cx="158400" cy="2329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4FB29073-0623-0428-1728-8D77FABB8284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755047" y="3523651"/>
                  <a:ext cx="19404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00AB72DB-41F9-845F-E944-1B38E85C8489}"/>
                    </a:ext>
                  </a:extLst>
                </p14:cNvPr>
                <p14:cNvContentPartPr/>
                <p14:nvPr/>
              </p14:nvContentPartPr>
              <p14:xfrm>
                <a:off x="5017487" y="3610411"/>
                <a:ext cx="191520" cy="1386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00AB72DB-41F9-845F-E944-1B38E85C8489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999487" y="3592411"/>
                  <a:ext cx="22716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D7AFD1C4-07C6-856B-6958-B47FA093EF5C}"/>
                    </a:ext>
                  </a:extLst>
                </p14:cNvPr>
                <p14:cNvContentPartPr/>
                <p14:nvPr/>
              </p14:nvContentPartPr>
              <p14:xfrm>
                <a:off x="5254367" y="3679531"/>
                <a:ext cx="237240" cy="15804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D7AFD1C4-07C6-856B-6958-B47FA093EF5C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236367" y="3661891"/>
                  <a:ext cx="272880" cy="19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01940717-C2C6-2B68-9D9B-B8D4E3A7F7E4}"/>
              </a:ext>
            </a:extLst>
          </p:cNvPr>
          <p:cNvGrpSpPr/>
          <p:nvPr/>
        </p:nvGrpSpPr>
        <p:grpSpPr>
          <a:xfrm>
            <a:off x="5713007" y="3524731"/>
            <a:ext cx="259560" cy="255600"/>
            <a:chOff x="5713007" y="3524731"/>
            <a:chExt cx="259560" cy="25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E9D6B71E-F2E6-972D-4098-68EB5F493BC9}"/>
                    </a:ext>
                  </a:extLst>
                </p14:cNvPr>
                <p14:cNvContentPartPr/>
                <p14:nvPr/>
              </p14:nvContentPartPr>
              <p14:xfrm>
                <a:off x="5713007" y="3524731"/>
                <a:ext cx="222840" cy="17712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E9D6B71E-F2E6-972D-4098-68EB5F493BC9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695007" y="3507091"/>
                  <a:ext cx="25848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2BCFBC2D-80DC-4D1E-AA90-597AC6628591}"/>
                    </a:ext>
                  </a:extLst>
                </p14:cNvPr>
                <p14:cNvContentPartPr/>
                <p14:nvPr/>
              </p14:nvContentPartPr>
              <p14:xfrm>
                <a:off x="5871407" y="3675571"/>
                <a:ext cx="101160" cy="1047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2BCFBC2D-80DC-4D1E-AA90-597AC6628591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853407" y="3657931"/>
                  <a:ext cx="136800" cy="140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4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0ADFEBA3-4437-E362-93E4-1B726E944690}"/>
                  </a:ext>
                </a:extLst>
              </p14:cNvPr>
              <p14:cNvContentPartPr/>
              <p14:nvPr/>
            </p14:nvContentPartPr>
            <p14:xfrm>
              <a:off x="6245807" y="3448771"/>
              <a:ext cx="88200" cy="29196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0ADFEBA3-4437-E362-93E4-1B726E944690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6227807" y="3430771"/>
                <a:ext cx="123840" cy="32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6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777E2102-CF09-725F-872F-E319EBEE55D9}"/>
                  </a:ext>
                </a:extLst>
              </p14:cNvPr>
              <p14:cNvContentPartPr/>
              <p14:nvPr/>
            </p14:nvContentPartPr>
            <p14:xfrm>
              <a:off x="6551447" y="3510691"/>
              <a:ext cx="331200" cy="197280"/>
            </p14:xfrm>
          </p:contentPart>
        </mc:Choice>
        <mc:Fallback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777E2102-CF09-725F-872F-E319EBEE55D9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6533447" y="3492691"/>
                <a:ext cx="366840" cy="232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9" name="Group 128">
            <a:extLst>
              <a:ext uri="{FF2B5EF4-FFF2-40B4-BE49-F238E27FC236}">
                <a16:creationId xmlns:a16="http://schemas.microsoft.com/office/drawing/2014/main" id="{675BC7A7-C013-1C3E-FF14-D5C6E93F79EC}"/>
              </a:ext>
            </a:extLst>
          </p:cNvPr>
          <p:cNvGrpSpPr/>
          <p:nvPr/>
        </p:nvGrpSpPr>
        <p:grpSpPr>
          <a:xfrm>
            <a:off x="4017047" y="4262371"/>
            <a:ext cx="592920" cy="289440"/>
            <a:chOff x="4017047" y="4262371"/>
            <a:chExt cx="592920" cy="28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0D361F7C-3393-6982-09CB-2D5450C9B3AE}"/>
                    </a:ext>
                  </a:extLst>
                </p14:cNvPr>
                <p14:cNvContentPartPr/>
                <p14:nvPr/>
              </p14:nvContentPartPr>
              <p14:xfrm>
                <a:off x="4017047" y="4262371"/>
                <a:ext cx="236160" cy="17712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0D361F7C-3393-6982-09CB-2D5450C9B3AE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999407" y="4244731"/>
                  <a:ext cx="27180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35484219-733E-B92E-22B5-94838BBF6B79}"/>
                    </a:ext>
                  </a:extLst>
                </p14:cNvPr>
                <p14:cNvContentPartPr/>
                <p14:nvPr/>
              </p14:nvContentPartPr>
              <p14:xfrm>
                <a:off x="4350047" y="4357051"/>
                <a:ext cx="39960" cy="1551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35484219-733E-B92E-22B5-94838BBF6B79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4332047" y="4339051"/>
                  <a:ext cx="7560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3A02AF67-4D6D-DCA8-CB88-E6E2788A4621}"/>
                    </a:ext>
                  </a:extLst>
                </p14:cNvPr>
                <p14:cNvContentPartPr/>
                <p14:nvPr/>
              </p14:nvContentPartPr>
              <p14:xfrm>
                <a:off x="4547327" y="4430851"/>
                <a:ext cx="62640" cy="12096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3A02AF67-4D6D-DCA8-CB88-E6E2788A4621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529327" y="4413211"/>
                  <a:ext cx="98280" cy="15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ACBEA44E-EC49-3367-9A17-642069150349}"/>
              </a:ext>
            </a:extLst>
          </p:cNvPr>
          <p:cNvGrpSpPr/>
          <p:nvPr/>
        </p:nvGrpSpPr>
        <p:grpSpPr>
          <a:xfrm>
            <a:off x="4834247" y="4283251"/>
            <a:ext cx="554400" cy="262440"/>
            <a:chOff x="4834247" y="4283251"/>
            <a:chExt cx="554400" cy="26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B172A282-52AA-09D6-8AD9-9512650E76EF}"/>
                    </a:ext>
                  </a:extLst>
                </p14:cNvPr>
                <p14:cNvContentPartPr/>
                <p14:nvPr/>
              </p14:nvContentPartPr>
              <p14:xfrm>
                <a:off x="4834247" y="4283251"/>
                <a:ext cx="207000" cy="1659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B172A282-52AA-09D6-8AD9-9512650E76EF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816607" y="4265611"/>
                  <a:ext cx="24264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0FA3D95C-77AE-EA75-E2B2-6A792C83A123}"/>
                    </a:ext>
                  </a:extLst>
                </p14:cNvPr>
                <p14:cNvContentPartPr/>
                <p14:nvPr/>
              </p14:nvContentPartPr>
              <p14:xfrm>
                <a:off x="5172647" y="4401691"/>
                <a:ext cx="216000" cy="14400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0FA3D95C-77AE-EA75-E2B2-6A792C83A123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155007" y="4384051"/>
                  <a:ext cx="251640" cy="17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F62A4F55-7044-FCB0-86C0-B82E1CA1AD33}"/>
              </a:ext>
            </a:extLst>
          </p:cNvPr>
          <p:cNvGrpSpPr/>
          <p:nvPr/>
        </p:nvGrpSpPr>
        <p:grpSpPr>
          <a:xfrm>
            <a:off x="5683847" y="4188571"/>
            <a:ext cx="302760" cy="270720"/>
            <a:chOff x="5683847" y="4188571"/>
            <a:chExt cx="302760" cy="270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D9FB4AF8-D5D8-3149-E7D7-2B0E9872DB03}"/>
                    </a:ext>
                  </a:extLst>
                </p14:cNvPr>
                <p14:cNvContentPartPr/>
                <p14:nvPr/>
              </p14:nvContentPartPr>
              <p14:xfrm>
                <a:off x="5683847" y="4188571"/>
                <a:ext cx="245880" cy="22356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D9FB4AF8-D5D8-3149-E7D7-2B0E9872DB03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666207" y="4170571"/>
                  <a:ext cx="28152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8C16E7A3-09F9-A10D-9ECD-55E60295A89A}"/>
                    </a:ext>
                  </a:extLst>
                </p14:cNvPr>
                <p14:cNvContentPartPr/>
                <p14:nvPr/>
              </p14:nvContentPartPr>
              <p14:xfrm>
                <a:off x="5840807" y="4393771"/>
                <a:ext cx="145800" cy="655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8C16E7A3-09F9-A10D-9ECD-55E60295A89A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823167" y="4376131"/>
                  <a:ext cx="181440" cy="101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2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652A7DE2-A1BC-C75A-ED24-A7BD1C40CC93}"/>
                  </a:ext>
                </a:extLst>
              </p14:cNvPr>
              <p14:cNvContentPartPr/>
              <p14:nvPr/>
            </p14:nvContentPartPr>
            <p14:xfrm>
              <a:off x="6271727" y="4138891"/>
              <a:ext cx="263160" cy="224640"/>
            </p14:xfrm>
          </p:contentPart>
        </mc:Choice>
        <mc:Fallback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652A7DE2-A1BC-C75A-ED24-A7BD1C40CC93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6253727" y="4121251"/>
                <a:ext cx="298800" cy="26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4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FE89E109-D652-4E96-1DC7-74302B8AA652}"/>
                  </a:ext>
                </a:extLst>
              </p14:cNvPr>
              <p14:cNvContentPartPr/>
              <p14:nvPr/>
            </p14:nvContentPartPr>
            <p14:xfrm>
              <a:off x="-253993" y="5426971"/>
              <a:ext cx="175320" cy="75240"/>
            </p14:xfrm>
          </p:contentPart>
        </mc:Choice>
        <mc:Fallback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FE89E109-D652-4E96-1DC7-74302B8AA652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-271993" y="5409331"/>
                <a:ext cx="210960" cy="110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3" name="Group 132">
            <a:extLst>
              <a:ext uri="{FF2B5EF4-FFF2-40B4-BE49-F238E27FC236}">
                <a16:creationId xmlns:a16="http://schemas.microsoft.com/office/drawing/2014/main" id="{C8F97644-B66D-DD70-7BE0-C476570B33AF}"/>
              </a:ext>
            </a:extLst>
          </p:cNvPr>
          <p:cNvGrpSpPr/>
          <p:nvPr/>
        </p:nvGrpSpPr>
        <p:grpSpPr>
          <a:xfrm>
            <a:off x="296294" y="5119531"/>
            <a:ext cx="790200" cy="408960"/>
            <a:chOff x="296294" y="5119531"/>
            <a:chExt cx="790200" cy="40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1932A854-2358-C1D8-AB57-27475321C5F7}"/>
                    </a:ext>
                  </a:extLst>
                </p14:cNvPr>
                <p14:cNvContentPartPr/>
                <p14:nvPr/>
              </p14:nvContentPartPr>
              <p14:xfrm>
                <a:off x="296294" y="5119531"/>
                <a:ext cx="320760" cy="40896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1932A854-2358-C1D8-AB57-27475321C5F7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78294" y="5101891"/>
                  <a:ext cx="356400" cy="44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4A90FDC9-1A85-C1BD-2E36-F95E9809E2B3}"/>
                    </a:ext>
                  </a:extLst>
                </p14:cNvPr>
                <p14:cNvContentPartPr/>
                <p14:nvPr/>
              </p14:nvContentPartPr>
              <p14:xfrm>
                <a:off x="363614" y="5300971"/>
                <a:ext cx="722880" cy="22752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4A90FDC9-1A85-C1BD-2E36-F95E9809E2B3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345614" y="5283331"/>
                  <a:ext cx="758520" cy="26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5EDCE8EB-1945-5A1A-FCB8-92485076969E}"/>
              </a:ext>
            </a:extLst>
          </p:cNvPr>
          <p:cNvGrpSpPr/>
          <p:nvPr/>
        </p:nvGrpSpPr>
        <p:grpSpPr>
          <a:xfrm>
            <a:off x="2107094" y="5306731"/>
            <a:ext cx="578160" cy="301320"/>
            <a:chOff x="2107094" y="5306731"/>
            <a:chExt cx="578160" cy="301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F5AAE604-4BE2-DFF7-8A6D-A5837231D0C2}"/>
                    </a:ext>
                  </a:extLst>
                </p14:cNvPr>
                <p14:cNvContentPartPr/>
                <p14:nvPr/>
              </p14:nvContentPartPr>
              <p14:xfrm>
                <a:off x="2107094" y="5306731"/>
                <a:ext cx="416520" cy="30132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F5AAE604-4BE2-DFF7-8A6D-A5837231D0C2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089454" y="5288731"/>
                  <a:ext cx="45216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148D0790-BEEA-CADD-5351-61CC278878B8}"/>
                    </a:ext>
                  </a:extLst>
                </p14:cNvPr>
                <p14:cNvContentPartPr/>
                <p14:nvPr/>
              </p14:nvContentPartPr>
              <p14:xfrm>
                <a:off x="2545214" y="5393131"/>
                <a:ext cx="140040" cy="18576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148D0790-BEEA-CADD-5351-61CC278878B8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527574" y="5375131"/>
                  <a:ext cx="175680" cy="22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B5293BA0-95EE-0730-C7F5-C957EDA9AAEC}"/>
              </a:ext>
            </a:extLst>
          </p:cNvPr>
          <p:cNvGrpSpPr/>
          <p:nvPr/>
        </p:nvGrpSpPr>
        <p:grpSpPr>
          <a:xfrm>
            <a:off x="3359174" y="5122411"/>
            <a:ext cx="1744920" cy="960480"/>
            <a:chOff x="3359174" y="5122411"/>
            <a:chExt cx="1744920" cy="960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C110309C-D93B-5329-6EA8-97779D3B8304}"/>
                    </a:ext>
                  </a:extLst>
                </p14:cNvPr>
                <p14:cNvContentPartPr/>
                <p14:nvPr/>
              </p14:nvContentPartPr>
              <p14:xfrm>
                <a:off x="3359174" y="5338771"/>
                <a:ext cx="351000" cy="74412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C110309C-D93B-5329-6EA8-97779D3B8304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3341174" y="5321131"/>
                  <a:ext cx="386640" cy="77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E24C8031-DC3B-C22D-10D9-8189AEAB9EE2}"/>
                    </a:ext>
                  </a:extLst>
                </p14:cNvPr>
                <p14:cNvContentPartPr/>
                <p14:nvPr/>
              </p14:nvContentPartPr>
              <p14:xfrm>
                <a:off x="3596414" y="5472691"/>
                <a:ext cx="144720" cy="16740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E24C8031-DC3B-C22D-10D9-8189AEAB9EE2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3578774" y="5455051"/>
                  <a:ext cx="18036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67B4DDE8-EB3C-8C37-37F3-C1AA0FCE6DDC}"/>
                    </a:ext>
                  </a:extLst>
                </p14:cNvPr>
                <p14:cNvContentPartPr/>
                <p14:nvPr/>
              </p14:nvContentPartPr>
              <p14:xfrm>
                <a:off x="3892694" y="5122411"/>
                <a:ext cx="184680" cy="41652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67B4DDE8-EB3C-8C37-37F3-C1AA0FCE6DDC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3874694" y="5104411"/>
                  <a:ext cx="220320" cy="45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A7C28EDB-C5A7-9B52-4561-FAEAB3258968}"/>
                    </a:ext>
                  </a:extLst>
                </p14:cNvPr>
                <p14:cNvContentPartPr/>
                <p14:nvPr/>
              </p14:nvContentPartPr>
              <p14:xfrm>
                <a:off x="4046054" y="5218891"/>
                <a:ext cx="56160" cy="3240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A7C28EDB-C5A7-9B52-4561-FAEAB3258968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4028414" y="5200891"/>
                  <a:ext cx="9180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1B1E75A2-3BC7-ACEF-CCB2-2402649A6DCA}"/>
                    </a:ext>
                  </a:extLst>
                </p14:cNvPr>
                <p14:cNvContentPartPr/>
                <p14:nvPr/>
              </p14:nvContentPartPr>
              <p14:xfrm>
                <a:off x="3785414" y="5306011"/>
                <a:ext cx="165240" cy="4536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1B1E75A2-3BC7-ACEF-CCB2-2402649A6DCA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3767414" y="5288371"/>
                  <a:ext cx="20088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24492F67-9958-1217-259E-47B02D1E7882}"/>
                    </a:ext>
                  </a:extLst>
                </p14:cNvPr>
                <p14:cNvContentPartPr/>
                <p14:nvPr/>
              </p14:nvContentPartPr>
              <p14:xfrm>
                <a:off x="4111574" y="5382691"/>
                <a:ext cx="567360" cy="1713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24492F67-9958-1217-259E-47B02D1E7882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4093934" y="5364691"/>
                  <a:ext cx="60300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F668964D-0DA7-3FB6-EE07-63E160EE12FB}"/>
                    </a:ext>
                  </a:extLst>
                </p14:cNvPr>
                <p14:cNvContentPartPr/>
                <p14:nvPr/>
              </p14:nvContentPartPr>
              <p14:xfrm>
                <a:off x="4780814" y="5379091"/>
                <a:ext cx="323280" cy="15804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F668964D-0DA7-3FB6-EE07-63E160EE12FB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4762814" y="5361091"/>
                  <a:ext cx="358920" cy="19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753E1452-3CB8-EEE1-5516-27A995932C95}"/>
              </a:ext>
            </a:extLst>
          </p:cNvPr>
          <p:cNvGrpSpPr/>
          <p:nvPr/>
        </p:nvGrpSpPr>
        <p:grpSpPr>
          <a:xfrm>
            <a:off x="5569214" y="5126011"/>
            <a:ext cx="946800" cy="437040"/>
            <a:chOff x="5569214" y="5126011"/>
            <a:chExt cx="946800" cy="43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734F1585-CA80-7B1C-58F5-7C070B5DFC9C}"/>
                    </a:ext>
                  </a:extLst>
                </p14:cNvPr>
                <p14:cNvContentPartPr/>
                <p14:nvPr/>
              </p14:nvContentPartPr>
              <p14:xfrm>
                <a:off x="5569214" y="5126011"/>
                <a:ext cx="197280" cy="43704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734F1585-CA80-7B1C-58F5-7C070B5DFC9C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5551214" y="5108011"/>
                  <a:ext cx="232920" cy="47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BFCBFB94-46CF-E363-8EEC-095BD012BDC4}"/>
                    </a:ext>
                  </a:extLst>
                </p14:cNvPr>
                <p14:cNvContentPartPr/>
                <p14:nvPr/>
              </p14:nvContentPartPr>
              <p14:xfrm>
                <a:off x="5823374" y="5371891"/>
                <a:ext cx="342360" cy="18720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BFCBFB94-46CF-E363-8EEC-095BD012BDC4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5805734" y="5353891"/>
                  <a:ext cx="37800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D0644A03-9D9A-4B04-489F-64EA368EB3DA}"/>
                    </a:ext>
                  </a:extLst>
                </p14:cNvPr>
                <p14:cNvContentPartPr/>
                <p14:nvPr/>
              </p14:nvContentPartPr>
              <p14:xfrm>
                <a:off x="6278414" y="5311771"/>
                <a:ext cx="46080" cy="18540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D0644A03-9D9A-4B04-489F-64EA368EB3DA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6260414" y="5293771"/>
                  <a:ext cx="8172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51DB9FBD-001C-3742-E44E-73AE874E82B8}"/>
                    </a:ext>
                  </a:extLst>
                </p14:cNvPr>
                <p14:cNvContentPartPr/>
                <p14:nvPr/>
              </p14:nvContentPartPr>
              <p14:xfrm>
                <a:off x="6408374" y="5317171"/>
                <a:ext cx="107640" cy="16272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51DB9FBD-001C-3742-E44E-73AE874E82B8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6390374" y="5299531"/>
                  <a:ext cx="14328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8D6E4554-D768-4516-D1ED-E0EB77FB1DC7}"/>
                    </a:ext>
                  </a:extLst>
                </p14:cNvPr>
                <p14:cNvContentPartPr/>
                <p14:nvPr/>
              </p14:nvContentPartPr>
              <p14:xfrm>
                <a:off x="6318374" y="5153731"/>
                <a:ext cx="91800" cy="2556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8D6E4554-D768-4516-D1ED-E0EB77FB1DC7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6300734" y="5136091"/>
                  <a:ext cx="127440" cy="6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87FAD746-BD27-4471-78D1-5F581BD210E4}"/>
              </a:ext>
            </a:extLst>
          </p:cNvPr>
          <p:cNvGrpSpPr/>
          <p:nvPr/>
        </p:nvGrpSpPr>
        <p:grpSpPr>
          <a:xfrm>
            <a:off x="7000574" y="5142931"/>
            <a:ext cx="1704600" cy="864720"/>
            <a:chOff x="7000574" y="5142931"/>
            <a:chExt cx="1704600" cy="864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B0AA29B1-C90F-6E49-643D-4BA3FCDBEED6}"/>
                    </a:ext>
                  </a:extLst>
                </p14:cNvPr>
                <p14:cNvContentPartPr/>
                <p14:nvPr/>
              </p14:nvContentPartPr>
              <p14:xfrm>
                <a:off x="7000574" y="5142931"/>
                <a:ext cx="437040" cy="86472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B0AA29B1-C90F-6E49-643D-4BA3FCDBEED6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982934" y="5124931"/>
                  <a:ext cx="472680" cy="90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7B7CF721-DED2-15A3-B685-12FA88BDA05F}"/>
                    </a:ext>
                  </a:extLst>
                </p14:cNvPr>
                <p14:cNvContentPartPr/>
                <p14:nvPr/>
              </p14:nvContentPartPr>
              <p14:xfrm>
                <a:off x="7486214" y="5365411"/>
                <a:ext cx="308160" cy="14256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7B7CF721-DED2-15A3-B685-12FA88BDA05F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7468574" y="5347771"/>
                  <a:ext cx="34380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8EF9194A-43FD-5724-8008-D723E45FAEF4}"/>
                    </a:ext>
                  </a:extLst>
                </p14:cNvPr>
                <p14:cNvContentPartPr/>
                <p14:nvPr/>
              </p14:nvContentPartPr>
              <p14:xfrm>
                <a:off x="7894814" y="5321131"/>
                <a:ext cx="63000" cy="13968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8EF9194A-43FD-5724-8008-D723E45FAEF4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7877174" y="5303491"/>
                  <a:ext cx="9864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5B78FB13-BE54-3143-2C3A-A2640142BEA6}"/>
                    </a:ext>
                  </a:extLst>
                </p14:cNvPr>
                <p14:cNvContentPartPr/>
                <p14:nvPr/>
              </p14:nvContentPartPr>
              <p14:xfrm>
                <a:off x="7916774" y="5191531"/>
                <a:ext cx="80640" cy="2880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5B78FB13-BE54-3143-2C3A-A2640142BEA6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7898774" y="5173891"/>
                  <a:ext cx="11628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C68E97CA-6C41-05EF-2E68-2105E6B274E9}"/>
                    </a:ext>
                  </a:extLst>
                </p14:cNvPr>
                <p14:cNvContentPartPr/>
                <p14:nvPr/>
              </p14:nvContentPartPr>
              <p14:xfrm>
                <a:off x="8035574" y="5149051"/>
                <a:ext cx="669600" cy="37944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C68E97CA-6C41-05EF-2E68-2105E6B274E9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8017574" y="5131411"/>
                  <a:ext cx="705240" cy="41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C42701E5-1BE3-31E0-90EA-D1F2A79B754D}"/>
              </a:ext>
            </a:extLst>
          </p:cNvPr>
          <p:cNvGrpSpPr/>
          <p:nvPr/>
        </p:nvGrpSpPr>
        <p:grpSpPr>
          <a:xfrm>
            <a:off x="9167774" y="4848451"/>
            <a:ext cx="1598040" cy="569880"/>
            <a:chOff x="9167774" y="4848451"/>
            <a:chExt cx="1598040" cy="56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DB32E53C-A0C5-E0B9-EFD3-5B93A9A5EF13}"/>
                    </a:ext>
                  </a:extLst>
                </p14:cNvPr>
                <p14:cNvContentPartPr/>
                <p14:nvPr/>
              </p14:nvContentPartPr>
              <p14:xfrm>
                <a:off x="9167774" y="5180371"/>
                <a:ext cx="192960" cy="23796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DB32E53C-A0C5-E0B9-EFD3-5B93A9A5EF13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9149774" y="5162731"/>
                  <a:ext cx="22860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C9729D87-584E-387F-404C-CB09E79C9EA7}"/>
                    </a:ext>
                  </a:extLst>
                </p14:cNvPr>
                <p14:cNvContentPartPr/>
                <p14:nvPr/>
              </p14:nvContentPartPr>
              <p14:xfrm>
                <a:off x="9407174" y="4848451"/>
                <a:ext cx="1358640" cy="54936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C9729D87-584E-387F-404C-CB09E79C9EA7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9389174" y="4830811"/>
                  <a:ext cx="1394280" cy="58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1479D107-E6DD-BFE2-CA77-FFC8BDE07DEB}"/>
                    </a:ext>
                  </a:extLst>
                </p14:cNvPr>
                <p14:cNvContentPartPr/>
                <p14:nvPr/>
              </p14:nvContentPartPr>
              <p14:xfrm>
                <a:off x="10630814" y="4895971"/>
                <a:ext cx="39960" cy="4536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1479D107-E6DD-BFE2-CA77-FFC8BDE07DEB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0612814" y="4878331"/>
                  <a:ext cx="7560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2324C1BE-D0A2-5A51-A844-3BD34C2D2AF7}"/>
                    </a:ext>
                  </a:extLst>
                </p14:cNvPr>
                <p14:cNvContentPartPr/>
                <p14:nvPr/>
              </p14:nvContentPartPr>
              <p14:xfrm>
                <a:off x="10110974" y="4952851"/>
                <a:ext cx="182520" cy="3888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2324C1BE-D0A2-5A51-A844-3BD34C2D2AF7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0092974" y="4935211"/>
                  <a:ext cx="218160" cy="74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6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2F70680E-E210-1727-86D4-804C5CD1A861}"/>
                  </a:ext>
                </a:extLst>
              </p14:cNvPr>
              <p14:cNvContentPartPr/>
              <p14:nvPr/>
            </p14:nvContentPartPr>
            <p14:xfrm>
              <a:off x="11283854" y="5173171"/>
              <a:ext cx="51480" cy="10080"/>
            </p14:xfrm>
          </p:contentPart>
        </mc:Choice>
        <mc:Fallback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2F70680E-E210-1727-86D4-804C5CD1A861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11265854" y="5155171"/>
                <a:ext cx="87120" cy="45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03597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1435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 Subodh Srivastava</dc:creator>
  <cp:lastModifiedBy>Dr. Subodh Srivastava</cp:lastModifiedBy>
  <cp:revision>1</cp:revision>
  <dcterms:created xsi:type="dcterms:W3CDTF">2026-04-10T02:32:36Z</dcterms:created>
  <dcterms:modified xsi:type="dcterms:W3CDTF">2026-04-11T02:28:12Z</dcterms:modified>
</cp:coreProperties>
</file>